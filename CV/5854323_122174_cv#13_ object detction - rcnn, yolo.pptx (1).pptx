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853" r:id="rId2"/>
    <p:sldId id="854" r:id="rId3"/>
    <p:sldId id="1068" r:id="rId4"/>
    <p:sldId id="1069" r:id="rId5"/>
    <p:sldId id="1070" r:id="rId6"/>
    <p:sldId id="1071" r:id="rId7"/>
    <p:sldId id="1072" r:id="rId8"/>
    <p:sldId id="1073" r:id="rId9"/>
    <p:sldId id="1074" r:id="rId10"/>
    <p:sldId id="1075" r:id="rId11"/>
    <p:sldId id="1076" r:id="rId12"/>
    <p:sldId id="1077" r:id="rId13"/>
    <p:sldId id="1078" r:id="rId14"/>
    <p:sldId id="1079" r:id="rId15"/>
    <p:sldId id="1080" r:id="rId16"/>
    <p:sldId id="1081" r:id="rId17"/>
    <p:sldId id="1082" r:id="rId18"/>
    <p:sldId id="318" r:id="rId19"/>
    <p:sldId id="319" r:id="rId20"/>
    <p:sldId id="320" r:id="rId21"/>
    <p:sldId id="321" r:id="rId22"/>
    <p:sldId id="1083" r:id="rId23"/>
    <p:sldId id="1084" r:id="rId24"/>
    <p:sldId id="1085" r:id="rId25"/>
    <p:sldId id="1086" r:id="rId26"/>
    <p:sldId id="1087" r:id="rId27"/>
    <p:sldId id="1088" r:id="rId28"/>
    <p:sldId id="1089" r:id="rId29"/>
    <p:sldId id="1090" r:id="rId30"/>
    <p:sldId id="1091" r:id="rId31"/>
    <p:sldId id="1092" r:id="rId32"/>
    <p:sldId id="1093" r:id="rId33"/>
    <p:sldId id="1094" r:id="rId34"/>
    <p:sldId id="1095" r:id="rId35"/>
    <p:sldId id="1096" r:id="rId36"/>
    <p:sldId id="1097" r:id="rId37"/>
    <p:sldId id="1098" r:id="rId38"/>
    <p:sldId id="1099" r:id="rId39"/>
    <p:sldId id="1100" r:id="rId40"/>
    <p:sldId id="1101" r:id="rId41"/>
    <p:sldId id="1102" r:id="rId42"/>
    <p:sldId id="1103" r:id="rId43"/>
    <p:sldId id="1104" r:id="rId44"/>
    <p:sldId id="1105" r:id="rId45"/>
    <p:sldId id="1106" r:id="rId46"/>
    <p:sldId id="1107" r:id="rId47"/>
    <p:sldId id="1108" r:id="rId48"/>
    <p:sldId id="1109" r:id="rId49"/>
    <p:sldId id="1110" r:id="rId50"/>
    <p:sldId id="1111" r:id="rId51"/>
    <p:sldId id="1112" r:id="rId52"/>
    <p:sldId id="1113" r:id="rId53"/>
    <p:sldId id="1114" r:id="rId54"/>
    <p:sldId id="1115" r:id="rId55"/>
    <p:sldId id="1116" r:id="rId56"/>
    <p:sldId id="1117" r:id="rId57"/>
    <p:sldId id="1118" r:id="rId58"/>
    <p:sldId id="1119" r:id="rId59"/>
    <p:sldId id="1120" r:id="rId60"/>
    <p:sldId id="1121" r:id="rId61"/>
    <p:sldId id="1122" r:id="rId62"/>
    <p:sldId id="1123" r:id="rId63"/>
    <p:sldId id="1124" r:id="rId64"/>
    <p:sldId id="1125" r:id="rId65"/>
    <p:sldId id="1126" r:id="rId66"/>
    <p:sldId id="1127" r:id="rId67"/>
    <p:sldId id="310" r:id="rId68"/>
    <p:sldId id="1128" r:id="rId69"/>
    <p:sldId id="1129" r:id="rId70"/>
    <p:sldId id="1130" r:id="rId71"/>
    <p:sldId id="1131" r:id="rId72"/>
    <p:sldId id="311" r:id="rId7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557"/>
  </p:normalViewPr>
  <p:slideViewPr>
    <p:cSldViewPr>
      <p:cViewPr varScale="1">
        <p:scale>
          <a:sx n="113" d="100"/>
          <a:sy n="113" d="100"/>
        </p:scale>
        <p:origin x="64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1:58:04.95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92D050"/>
    </inkml:brush>
    <inkml:brush xml:id="br2">
      <inkml:brushProperty name="width" value="0.12095" units="cm"/>
      <inkml:brushProperty name="height" value="0.12095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1464 829 12030,'7'31'120,"-1"0"0,0 5 0,-1 1-75,0 8 0,-2 1-1684,1 2 1,0-4-656,0 5 2294,0-4 1409,-2-28-1319,1 11 0,-2-14-90,2 7 90,-12-52-90,6 13 0,-3-6 0,1-4 0,0-6 0,2 2 860,-2-12-860,1 10 0,0 0-90,1-15 0,3 19 90,4-10-90,12 32 90,0 5 0,11 12 0,-12-1-90,27 17 90,-23-13-135,6 4 0,1 0-45,-3-2 0,9 3 3392,-8-15-3392,-2-12 180,-1-6-179,7-7 89,-8 7 0,11 7 90,5 22-90,4 11 45,-11-2 0,0 2 0,-6-2 0,1 0-1048,2 1 1,4 1 0,-5-2 539,-5-5 1,-1 0-150,13 7 0,-1-3 702,-4-8 0,0-8 0,1-3 0</inkml:trace>
  <inkml:trace contextRef="#ctx0" brushRef="#br0" timeOffset="1970">2417 1005 8882,'1'-6'2608,"0"44"-2608,1-9-45,0 9 0,0 3-134,4 8-1,-1-18 0,1 0 0,4 7-270,14 4 360,-10-25-270,28-8 270,-17-18 45,-2-2 1,0-3-46,6-14 45,-12 7 0,-2-1 45,0-4-90,-1-4 180,-8 6-90,-3 8 90,1-5 0,-3 3-180,0 9 90,2-13 0,-1 15 90,9-8-90,13-1 0,-5 4 0,10-3 0,-15 9 0,1 0-90,11-2 90,-10 3 0,8 0 90,-9 9-90,-6 0 89,10 25 1,-14-3-90,1-2 0,-1 1 0,-4 9 45,-1-9 0,0 2-45,-1-1 0,0 0 0,-1 4 0,1 0-1639,0-3 1,0-2 1613,0 6 115,1-9 0,3-15-90,3-4 0,8-24 90,6-17-45,-6 6 0,0-1 0,-3 5 0,-1 1-45,0 2 0,-1 1 0,2-6 0,0 10 0,-3 7 3276,9 8-3430,-3 21 64,-1 0-90,0 7 0,-6-2 91,-1-6-181,2 10 180,-4-8 0,0-2 0,-1-1 0,1-8 0,6-7 90,0-4 0,3-8 0,14-23-3277,1 2 3264,-11 13 1,0 0 12,18-12-1276,-13 17 1276,-1 6 90,-2 8 90,-4 24-180,-3-4-135,-3 13 0,-2 5 45,-3-11 0,0 0-180,4 17 0,0-1-315,-1-13 1,1-3 584,1 0 0,1-2 0,5 0 0,1-6 0</inkml:trace>
  <inkml:trace contextRef="#ctx0" brushRef="#br0" timeOffset="2920">3796 1343 11131,'11'-5'269,"-1"1"-179,-2-1 90,11-13-180,-10 8-90,6-26 90,-15 22-90,-6-17-89,-18 16 89,-7 15 0,0 2 90,3 22-45,16 9 0,3 3 45,0 0-45,2-1 0,4 2-135,9-12 0,4-2 0,9 13-90,0-7 0,5-3 90,-1-14 1,1-3 89,17 3 0,-3-17 0,-15-13 0,-3-3 90,2-5 45,2-16 0,-2-3 45,-12 2 0,-3 5 0,-2 0 179,-8 1-269,0 8 90,-1 12 0,3 10-90,11 8-90,0-3 90,8 6 0,6-8-45,6-5 0,2-3 45,-8 4 0,0-1 45,9-3 0,-2 0 135,7-4-90,-25 11 0,9 5 0,-21 21-90,0 13-1639,-4-2 1,1 1 1523,1 10 70,0-17 0,2 1-147,6-2 1,1-2 101,7 7 45,-3-7 0,1-2 45,5-7-90,4-8-366,8-13 186,1-6-1009,-5-6 0,-2-3 1189,4-6 45,-11 8 0,-1-1 2093,3-19-2048,-9 15 381,3-8-291,-9 40-84,-3 8 84,-2 31-90,0-15 3276,1 5-3191,1-18-81,8 15-184,-3-15 180,17 8 0,-8-27 0,11-3 0</inkml:trace>
  <inkml:trace contextRef="#ctx0" brushRef="#br0" timeOffset="3145">4922 822 9871,'1'-9'517,"1"1"0,0 22 1,1 3-1</inkml:trace>
  <inkml:trace contextRef="#ctx0" brushRef="#br0" timeOffset="3462">5203 1302 11490,'2'-10'1530,"-1"2"-1351,-8 3 91,0 3 180,-17 7-360,5 3 90,-13 9-90,-2 15-180,11-5 0,1 2-90,2-2 0,1 1-360,-1 7 1,5 0-721,11 12 361,12-12 899,32-12 0,-4-18 0,-10-6 0,1 1 0</inkml:trace>
  <inkml:trace contextRef="#ctx0" brushRef="#br0" timeOffset="4078">5781 1344 11221,'-9'-9'1349,"-1"1"-809,5 6-91,-4-1 91,-9 11-270,-2 3-90,0 4 0,-1 4-270,1 4 0,1 1-135,2-2 0,2-1-45,-10 19-1079,25-14 629,11-15 360,7 0 91,15-20 269,-7-10 224,-7 2 1,-3-1 45,3-7 270,-2-2-450,-5 32-270,-2 4-450,13 23 271,0-10-1,1-11 0,2-4 270,7-4-90,14-11 90,-11-23 0,-2-6 45,-15 17 0,1-3 45,4-13 0,4-9 0,0-3 0,-6 8-97,-4 3 1,-3-3 186,-3 3 0,2-8 0,-1-2 0,-1 2 0,-3 8-45,-2 0 0,-2 2 105,1-17 0,-1-4 0,-3 29 120,-8 57-270,1-27-1093,0 31 1,3 24 0,0-6 766,0-22 1,2 0-495,0 7 1,0 7 0,0 0 0,2-9 361,1 14 179,4 2 1,2-5 0,7-19 0,9 9 0</inkml:trace>
  <inkml:trace contextRef="#ctx0" brushRef="#br0" timeOffset="4462">6810 1013 12390,'-13'5'720,"-9"5"-541,6-2-89,-7 4-90,-5 8-180,9-3-539,-3 11 269,17-10 180,8-2-269,18 0 359,-4-7 0,10 5-180,12 6 270,-17-7 90,13 11 90,-22 3 90,-19 12-90,-1-14 0,-3-1-1729,-16 8 1,-5-2 1625,9-10 1,-3-2-888,-9 1 1,-6-2-1,3-2 900,4-3 0,-1-3 0,2 1 0,-2-1 0,3-1 0,1-2 0,-1 0 0</inkml:trace>
  <inkml:trace contextRef="#ctx0" brushRef="#br0" timeOffset="5003">1253 1919 8882,'-26'-9'450,"-3"1"-91,3 0 271,2 2-180,14 2-180,10 0-90,8 1 179,32-1 1,11 1-1999,-21 1 1,2 1 1506,9 0 1,7 0 0,4 0 0,-1 0 185,-12 1 0,0 0 0,1 0 0,2 0 0,3 0-83,-5 1 1,3-1 0,2 0 0,1 1-1,1-1 1,2 0 0,-1 1 0,1-1 46,-4 0 0,0 1 0,1-1 0,0 1 0,1-1 0,0 0 0,2 1 0,1-1 0,1 0 0,2 1-115,-10-1 0,1 0 0,1 0 0,1 1 0,1-1 1,1 0-1,1 0 0,0 1 0,0-1 0,1 0 0,0 0 1,0 1-1,0-1 0,1 0 0,-1 0 0,0 0 107,-3 0 0,1 0 0,0 0 0,0 0 0,0 0 0,0 0 0,0 0 0,1 0 0,0 0 0,0 0 0,0 0 0,1 0 0,0 0 0,0 0 0,0 0 0,0-1 0,1 1 0,0 0-60,-3 0 1,1 0-1,0-1 1,1 1 0,1 0-1,-1 0 1,1-1 0,1 1-1,-1 0 1,1 0 0,-1-1-1,0 1 1,0 0 0,0-1-1,-1 1 1,0 0 0,-1-1-1,-1 1 1,0-1 0,-1 1-1,-1 0 56,6-1 0,0 1 0,-2 0 0,0-1 0,-1 1 0,-1-1 0,0 1 0,0 0 0,-1-1 0,1 1 0,-1-1 0,2 1 0,-1-1 0,2 0 0,0 0 9,-2 1 1,2-1 0,0 0 0,2 0 0,1-1 0,0 1 0,-1 0 0,1 0 0,-1-1 0,0 1 0,-2 0 0,0-1 0,-3 1-1,-1 0 1,-2 0 0,-3 0 0,-3 0 61,14 0 0,-5 0 0,-4 0 0,-2 1 1,0-1-1,2 0 0,2 0 18,-1-1 1,2 1 0,3-1-1,0 0 1,0 0 0,-3 0 0,-2 1-1,-4-1 1,-6 1 24,13 0 0,-7 0 0,-9 0-1803,6-2 1683,-27 12 0,-11-7 0,-7 8 0</inkml:trace>
  <inkml:trace contextRef="#ctx0" brushRef="#br0" timeOffset="8680">2930 2567 8252,'0'-11'1260,"0"1"-4537,-3-1 2152,0 3 2804,-1-2-869,-5 3 769,-7 0-1399,0 1 90,-5 3 179,-14 8-179,-10 8-180,17 0 0,-4 2 0,1 2 0,-8 7 0,0 4-60,4 2 0,0 3 0,4 0 0,9-5 0,3 1 0,3 0 1040,1 2 1,1 1 0,4-2-1071,2 0 0,7-2-135,14 6 0,6-6 45,10-6 45,0-4 0,2-4 45,10-10-90,7-7 90,-19-2 0,13-19 0,-25 11 0,-1-6 0,-2-3 0,-10 2 0,-3-16 0,-5 17-90,-3-2 90,3 10 0,8-3 0,1 7 0,7-2 0,19 0 0,-14 4 0,28-1 0,-22 8-3277,10 19 3072,-19-5-929,-10 16 0,-6 4 1134,-4-4-300,-1 0 1,-2 6 0,2-4 299,-2 11-325,2-3 0,4-2 325,7-2 629,11 0-1079,-1-22 1991,4-5-4329,5-15 2788,4-7 0,7-7 0,1-5 0</inkml:trace>
  <inkml:trace contextRef="#ctx0" brushRef="#br0" timeOffset="8997">3130 2656 10501,'-3'-10'360,"1"0"359,0-2-179,0 3 90,2-3-91,20-4-449,-4 5-90,18-2 45,-1 6 0,3 1-630,-8 3 1,-1 1 269,8-3 0,-2 1-494,3 4 809,-27 6 0,-9 4 0,-1 5 0</inkml:trace>
  <inkml:trace contextRef="#ctx0" brushRef="#br0" timeOffset="9241">3287 2636 10591,'4'-10'1169,"-1"2"-989,3 9 0,0 9-1819,0 18 1,0 5 1113,-1 10 582,-2-6 1,0 4-58,-4 6 0,0-2-45,0-19 0,1 0-105,0 7 0,1 4 1,1-4-661,5 10-829,2-15 1,3-2 1378,5 4 0,17-1 0,-7-15 0</inkml:trace>
  <inkml:trace contextRef="#ctx0" brushRef="#br0" timeOffset="9597">4740 2656 10771,'-5'-15'1979,"1"4"-810,2 0-899,4 18 0,-2 19-90,0 15 0,1 4-136,-1-14 1,1 1 15,0 12 0,-1 4 0,2-6-60,0-15 0,0-1-90,3 23 0,0-2-1521,0-10 1251,-1-11 0,0-1-809,2 1 1169,3 1 0,-5-15 0,1-5 0</inkml:trace>
  <inkml:trace contextRef="#ctx0" brushRef="#br0" timeOffset="10071">4746 2679 10501,'-11'-11'810,"0"0"-541,1 2 451,2 1-540,16 3-90,8 1 90,33-3-135,-17 4 0,1 0-45,1-1 0,2 2-45,5 0 0,-1 2-45,2 5 0,-2 5 90,-29 3 0,-8-1-90,-16 14 90,-2-5-1639,0 0 1,1-1 1433,-1 1-877,4 17 1082,15-25-90,5 10-135,10-3 0,2 1 45,3 8 135,-3-6 0,-1 1-45,-7 9 90,-20 10 45,-2-19 0,-6 1 75,-10 4 0,-8 1 0,2-3 1353,3-3 0,-1-2-1473,0-2 0,-3 1 0,3-4-90,2-1 0,5-4 1348,-3 2-1258,-8 7 0,47-23 0,7-2 0</inkml:trace>
  <inkml:trace contextRef="#ctx0" brushRef="#br0" timeOffset="10425">5512 2780 10591,'1'-11'1259,"-1"0"1,1 0-631,-2 3-449,3 8 180,1 41-1921,-1 4 0,0 3 1606,-1-8 0,-1 0-147,1-6 1,-1 2-1,0-5 12,-2 13 0,1-15 0,0 2-450,1 0 1,0 0-811,1 2 1,1-1 1349,3 10 0,-1-20 0,-2-19 0</inkml:trace>
  <inkml:trace contextRef="#ctx0" brushRef="#br0" timeOffset="10925">5480 2802 9871,'-1'-10'450,"2"3"180,10-4-360,1 5 89,27-7-224,-11 8 0,0 1-45,19-2-1729,-6 4 1,-3 3 1613,-13 3 90,19 8-65,-35 10-2260,-17 17 2260,-2-4 0,-5-11 0,-2-1-103,1-1 103,-9 13 0,16-20 0,-2 6 0,10-12 2208,8 7-2208,3-4-65,10 10 65,-3-7 0,4 11 0,-13 10 0,-9 3 0,-11 2 90,-7-11 1548,0-9 0,-3 1-1529,-1-2 1,-1 1-65,-2 1 0,-2 0-694,-1-1 1,3-4 648,4-4 0,8-8 0,21-15 0</inkml:trace>
  <inkml:trace contextRef="#ctx0" brushRef="#br0" timeOffset="11326">6206 3150 11490,'-8'-10'2699,"-4"-1"-1170,-4 1-629,-4 2-1,-13 6-629,11 4 179,-10 12 1,1 4-360,8-1-90,-1 1 0,3 0 0,13-2-449,6 18 269,5-15-360,18 21 180,3-28 135,3-6 0,2-4 46,11-8 179,3-6-90,-20-4-90,-10-22 180,-19 14 0,-3-1-45,3-1 0,-4 1 0,-11 0 0,-5 5-1125,-12 10 451,7 6-2558,2 19 2457,26-4 1,2 6 0,13-6 0</inkml:trace>
  <inkml:trace contextRef="#ctx0" brushRef="#br0" timeOffset="11598">6324 2968 11131,'-3'-11'1709,"1"1"-180,1 4 450,0 0-1620,4 9 451,5 13-360,10 14-270,2-2 0,1 0-180,12 9-45,-12-14 0,3 0-765,9 1 1,0-2 179,2 4-225,1-3 1,0-3-2423,-6-9 3106,-1-9 1,-10-8 0,-6-8 0</inkml:trace>
  <inkml:trace contextRef="#ctx0" brushRef="#br0" timeOffset="11748">6714 3081 10051,'-16'-28'1170,"3"8"-811,-2 0 901,-27 39-991,20 5 1,-2 6-330,0-1 0,-3 2 0,2 2-1033,-2 6 1,1 3 0,2-3 545,-2 3 1,2-2 0,0 0 0,2-3 0,2-3 0</inkml:trace>
  <inkml:trace contextRef="#ctx0" brushRef="#br0" timeOffset="13240">8223 2839 9422,'-8'-2'989,"-1"0"-359,4 1-1,-3-1 451,2 1-541,-2 1 181,1 0-180,0 1-360,11 2 44,27 0 1,12-1-135,1 0 0,6-2-715,-14 1 1,6-1 0,1 0-1,0 0 1,-4 0 624,6-1 0,-3 0 0,5 0 0,0-1 0,6 1 0,2-1 0,-4 0 0,-8 0-94,4 0 1,-3 0 70,-7 1 1,4-1-1,-1 0 1,-6 1-248,-4-1 0,-5-1-1329,7-1 1239,5 0-2248,-26-1 1349,-13-3 1259,-13-2 0,-10 0 0,-10 0 0</inkml:trace>
  <inkml:trace contextRef="#ctx0" brushRef="#br0" timeOffset="13581">9070 2640 10591,'-2'-12'989,"0"2"1,1 4-900,8 5 90,1 2 90,36 17-91,-15-5-134,-4-3 0,3 2 45,9 4 0,-1-1-90,5 4 0,-11-5 0,5 2 0,-8-3 0,-3 2-90,13 15 90,-36-19 0,-4 7 0,-20 9 0,-9 3-1639,2 1 1,-2 1 1509,8-8 1,0 0 0,1-1-1120,-7 7 0,6-5 709,8-8-2738,-4 13 2792,11-14 0,-7 12 0,11-15 0</inkml:trace>
  <inkml:trace contextRef="#ctx0" brushRef="#br0" timeOffset="16209">11437 2406 11400,'-8'-3'720,"-1"0"-180,4 0-450,6-1-90,2 1 180,18-2-180,-5 5 90,10 0-90,15 24 0,-18-6 0,-1 3 0,-3 2 0,-8 3 0,-8 2 0,-3 2 0,-5 2-45,-13 12 0,-4 0 45,-2-10 0,-3 1 0,-1-3-696,11-14 696,-9 6 0,17-16-90,13-6 90,18-17 0,9-10 0,-1 1 0,3-2 0,-5 4 0,1-3 0,-1 2 0,5-6 0,-5 3-455,5-4 455,-2 0 663,-12 20-663,-9 19-3231,-11 22 3231,-11 11 0,3-6 0,0 1-78,2 9 78,1-13 0,6 1-405,11-4 1,3-3 44,3 2-90,20 2-270,-16-30 720,5-5 0,1-2 0,11-6 0,-6 1 0,-1 1 0</inkml:trace>
  <inkml:trace contextRef="#ctx0" brushRef="#br0" timeOffset="16459">12211 2781 10771,'3'8'1079,"-1"-2"-809,-3 0-90,0-1 719,-8 22-539,-4 17-270,6-20 0,1 1-540,-3 11 1,2-1-1080,2 2 709,4 11 1,7-29 0,5-1 0</inkml:trace>
  <inkml:trace contextRef="#ctx0" brushRef="#br0" timeOffset="17108">12749 2600 11041,'-8'-8'1889,"0"1"-1709,3 11-1,1 1 271,-5 28-270,2 3-90,-1 5 0,3 5-90,4-17 0,3 2-270,8 1-3007,23-19 2263,-9-1 516,7-17 0,0-8 408,-10-3 0,-3-3 90,6-3 0,-1-2 135,-5-5 0,-4-1 225,2-10-270,-4 17-90,-6 16 90,9 44-90,-7-13 0,0 2 30,2 7 0,1 5 0,-1-3 1508,1 3 1,-1 1-1517,-1-5 1,0 5-1,-1 0 1,-1-5 452,0 2 0,-2-2-445,0 0 0,0 2 0,-2-5-30,-1 11 0,-13 1-3277,2-25 3162,-8 8 115,-14-18 0,10-5 0,-9-6 0,-3-4 0,9-5 0,0-2 0,-2 2 0,2-2 0,-1-12 0,8-3-90,24-14 90,-3-6-90,14 24 0,6 1-405,8 1 1,0 1-516,-8 5 0,1 0-295,14-8 1,-3 3-764,-6 2 2068,5-2 0,-11 5 0,-2 2 0</inkml:trace>
  <inkml:trace contextRef="#ctx0" brushRef="#br0" timeOffset="17357">13430 2894 11760,'7'4'720,"-2"0"-1,-4 27-449,-2-1-180,-3 5 0,-1 5-1729,0-7 1,-2 0 206,2-4 1,-1-1 261,-4 15-2107,7-28 3216,1-5 0,0 2 0,2-7 0</inkml:trace>
  <inkml:trace contextRef="#ctx0" brushRef="#br0" timeOffset="17710">13657 2376 10951,'8'-7'1349,"-2"1"-1259,1 6 90,-1 4-90,2 4 180,5 12-90,0 13-1102,-3 5 0,-2 7 982,-5-7 0,-2 2 0,0-1-1421,2 11 0,-1-1 1361,-5 1 0,-2-1-405,-1-5 1,-1-4-1866,0 4 1955,1-7 0,-1 0-2962,-7 1 2949,4-16 1,-10 16-1,5-16 1</inkml:trace>
  <inkml:trace contextRef="#ctx0" brushRef="#br0" timeOffset="18425">11923 2917 11041,'4'4'989,"-1"0"-899,2 15 90,-2-3 0,0 14-825,0-6 735,-1 1 0,0 4-1721,-1 3 1,-1 1 1630,0-7 0,-2-1 0,0 5 0,-2-4 0,-5-8 0</inkml:trace>
  <inkml:trace contextRef="#ctx0" brushRef="#br0" timeOffset="18782">10937 2354 11131,'-9'-17'809,"1"2"-179,3 9-450,-3 15-90,-6 23-1183,7 6 1,1 10 0,2-1 887,1-5 0,2 0 0,-1 2 205,1-3 0,0 4 0,1-1 0,2-4-289,2 0 1,1-3-1,5 2 289,1-3 0,2 3 0,3 0 0,2 0 0,2-2-478,2-4 1,2-1 0,2-1 0,1-1 0,-1 2 279,3 4 0,0 3 0,0-2 0,2-1 0,3-6-324,-1-5 0,3-3 1,1-3-1,1-3 1,-1-5 435,5-3 0,1-6 0,-1-3 1,1 0-1,-1-2 0,1-1 0,-1-1 1,2-2-1,3-2 0,1 0 0,0-1 1,0 1-1</inkml:trace>
  <inkml:trace contextRef="#ctx0" brushRef="#br0" timeOffset="29579">16856 2200 12480,'-31'32'389,"9"2"1,-1 8 0,1-2-345,-2 0 0,1 2-45,4 0 0,-1 8 0,2-1 0,5-9-1639,6-9 1,4-3 1145,-1 6 0,0 4 0,5-3 178,7 1 1,5-3 644,1 0 1,4-2-691,5 0 1,5-5-1280,8-11 1,1-6 1092,10 0 1,-14-9-1,-2-2 1,2-7-1</inkml:trace>
  <inkml:trace contextRef="#ctx0" brushRef="#br0" timeOffset="30197">17167 2556 10411,'3'-9'540,"0"2"-91,14-5-359,-6 5 90,12-4 0,4 1 0,7 4-180,11-4 90,-17 18 0,-20 8-90,-1 5 45,-10 2 0,-6 5-45,-7 3 0,-6 2 0,2-2 0,3 2 0,-1-1-661,-4 2 1,-4 1 0,5-8 660,4-8-62,-2 2-28,13-12 90,10-8 0,20-17 0,6-9-1373,-5 2 1,-1-1 1372,-7 6 0,0-2 0,9-13 0,-1 0-142,1 0 142,-8 8 0,-1 1-851,2-2 851,-10 12-90,2-1 180,-8 21-90,-3 3 0,-2 9 280,-5 4 0,-1 4-280,1 3 0,1 3-602,-2 13 1,0 0 556,4-14 0,3-3-442,4 2 0,4-6 217,3-13-540,12 2 402,-1-12 408,10-7 0,0-4 0,0-4 0</inkml:trace>
  <inkml:trace contextRef="#ctx0" brushRef="#br0" timeOffset="30581">17690 2852 12480,'13'-6'1259,"15"-2"-1079,-7 3 0,12 3-90,-15 4-90,3 13 0,-14-4-180,-11 18 0,-8 5 90,-8-3 0,-2 1 45,-2 7 0,-1 0 0,0-8 0,2-2-135,-2 6-3097,25-12 2893,0-6-268,22-10 382,-9-8-1259,17-4 1529,0-5 0,5-4 0,-3-2 0</inkml:trace>
  <inkml:trace contextRef="#ctx0" brushRef="#br0" timeOffset="30832">18360 2908 11041,'-2'-9'1709,"-2"0"-1260,1 3 1,-13 24-495,2 3 0,0 4-720,-4 6 1,0 0 134,2-2 1,0-1 629,3-3 0,1-2 0,1-2 0,-2 8 0</inkml:trace>
  <inkml:trace contextRef="#ctx0" brushRef="#br0" timeOffset="31558">18844 2535 11490,'6'-8'2699,"-5"14"-2609,-1 0 180,-7 23-270,2-6-180,-1 18-270,5-2 90,3-4-539,18-2 629,-2-21 0,14-4 90,1-23 90,-9 2 90,-4-4 0,-1 0-531,-4-1 621,11-14 0,-14 16-90,-1 1 90,-1 3 0,-6 8-90,4 20 90,-5 0-1684,0 28 1,-1 8 1638,-2-18 0,-1 3-45,1 8 0,0 6 0,-1-4-157,1 0 1,-1-1 66,-1-7 0,0 2 0,1-4-924,-1-9 1,1-2 968,-1 4 0,-2-5-44,-3-7-233,0-6 322,-4-1 1912,-1-7-2002,-6-6 90,-8-8 777,0-3-642,1-10 0,2-2 3141,3 4-3224,1-8 0,5 0-52,17 8 0,9-16 0,10 13 0,3 1-90,6-7-450,5 0 0,1 1-384,-17 14 0,0 0 924,7-7 0,0 0 0,9-8 0,-6 2 0</inkml:trace>
  <inkml:trace contextRef="#ctx0" brushRef="#br0" timeOffset="31947">19323 2788 11400,'15'-2'1620,"8"-2"-1441,-6 3 91,12-3 90,-4 3-180,5 1-90,-11 25-90,-13-6 0,-15 19-135,-14-3 0,-2 0 45,2-1-45,-3 6 0,3-2 45,14-15 0,3 8-89,24-16 179,7-9-360,13-8-1619,6-20-1298,-16 5 3151,0-6 1,-12 3 0,-4 3 0</inkml:trace>
  <inkml:trace contextRef="#ctx0" brushRef="#br0" timeOffset="32274">19775 2143 10771,'8'0'1169,"10"8"-4446,14 10 1074,6 7 2293,-11-4 0,-1 1-584,-4-2 0,0 0 539,7 6 0,0 5-132,-7 0 1,0 4-1,-3-3 132,-1 1 0,-3 2-39,2 9 1,-2 5 0,-6-1 23,-9-11 0,-5-1 0,-5 3-120,-3 0 0,-5 5 0,-2 1 0,-1-1 0,2-4-60,-2 5 0,1-4 1,-6 2-507,0-3 1,-6 3-1,-2-1 1,2-2 0,4-9 466,-2 0 1,0-5 0,-3 2 0,-2 2-1,1-3 1,2-3 0,0-1 0</inkml:trace>
  <inkml:trace contextRef="#ctx0" brushRef="#br0" timeOffset="38793">20772 3751 11041,'-4'-7'404,"1"0"1,7 9 0,2 1 0</inkml:trace>
  <inkml:trace contextRef="#ctx0" brushRef="#br0" timeOffset="43224">11483 5350 8612,'1'-9'900,"4"-8"-1725,-2 7 1005,4-5 863,0 4-414,0 0 901,1-1-1440,-19 31-1,-7 15 1,-4 8-30,6-8 0,1 2 0,0 3-83,2 1 1,1 4 0,1 0-1,2-4-429,3-2 1,2-2-1,3 0 212,6 3 0,3-1 1,2-6-31,13 5-450,5-18 1,1-6 89,-4-6-266,19 0 896,-15-12 0,1-3 0,9-5 0</inkml:trace>
  <inkml:trace contextRef="#ctx0" brushRef="#br0" timeOffset="43699">11906 5512 10051,'-2'-12'1979,"0"3"-1349,0 3 89,1 2-539,-10 9-90,5-1 90,-16 19-90,12-11-90,-7 9 90,2 1 0,2 3 0,-1 3-90,12 1 0,4-14-180,27 10 90,-6-14 0,3 2 0,2 0 0,2 2 90,2 3 0,-20 12 0,-23-2 0,3 4 0,-25 0 0,-2-9-360,-8-2 1,10-5-2918,5-17 617,23-6 2660,-2-9 0,14-6 0,1-3 0</inkml:trace>
  <inkml:trace contextRef="#ctx0" brushRef="#br0" timeOffset="43925">11901 5582 11131,'-7'-6'989,"7"0"-809,3 1 450,35-14-3907,-14 8 2879,-1 1 1,1-1 397,17-8 590,-18 8-2229,2-1 1,0 1 1422,-7 3 1,12-4 0,-16 7 0</inkml:trace>
  <inkml:trace contextRef="#ctx0" brushRef="#br0" timeOffset="44311">12297 5517 10951,'-9'5'989,"1"0"-449,2 4 359,-8 17-629,7-3 0,-1 2-180,0 1 0,0 2 0,1 8 0,2 0-180,5-10 0,1 0 0,1 16-270,16-3-1888,-7-26 2068,9 3 403,8-18-313,11-15 90,-17 6 0,0-4 135,3-13 0,-5-2-45,-1-8 134,-18-8 1,-7-1-135,-7 13 45,-6-4 0,-4 5-135,-12 20-180,-1 2-89,4 17-3008,3 20 904,12-8 2110,3 6 0,2 1 1,6 5-1,-1 15 1</inkml:trace>
  <inkml:trace contextRef="#ctx0" brushRef="#br0" timeOffset="44576">12779 6005 11580,'-1'-10'2699,"-6"13"-2609,2 1 90,-5 12 269,-4 16-359,4-11-225,-2 10 1,1 1-316,2-8-180,-1 1 1,2-1-541,3-8 1170,-2 6 0,4-14 0,2 1 0</inkml:trace>
  <inkml:trace contextRef="#ctx0" brushRef="#br0" timeOffset="45043">13204 5569 11131,'8'-9'2428,"2"-2"-1708,-5 6 1439,0-2-1979,-14 11-270,-8 10 0,-1-1 0,0 5-270,8-2 0,3 0 180,0 1 90,6-4-360,8-4 361,-2-2-361,19 7 270,-6-5 0,12 5-180,-2 10 360,-13-8-180,0 29 180,-17-25-45,-7 8 0,-5 1 45,-11 2-45,6-9 0,-1 0-1844,-20 5 900,16-14 989,-3-7 0,19-16 0,-2-7 0</inkml:trace>
  <inkml:trace contextRef="#ctx0" brushRef="#br0" timeOffset="45294">13162 5555 10771,'0'-9'1259,"1"2"-90,37-13-809,-1 2-1161,-11 5 1,1-1 845,7-4 0,2-1-990,-4 1 1,-1 0-585,1 0 0,0 0 1529,-5 2 0,-3 2 0,-3 3 0,-6 3 0</inkml:trace>
  <inkml:trace contextRef="#ctx0" brushRef="#br0" timeOffset="45702">13659 5450 13469,'-12'6'1439,"-9"16"-1079,2 9-90,4-1 0,2 3-225,1 1 0,3 2-1684,6 12 1,4 0 131,-1-19 1,3-1 1371,7 5 0,5-5 782,14-11-917,12-9 180,-5-7 0,-4-20 0,-3-6 993,-8 1-814,2-10 1,-6-5 45,-17 7 0,-5 0-1090,0-4 1,-2 0 954,-2 3 0,-4 2 90,-6 5 0,0 5 2179,-6 0-2314,-3 9 0,-3 4-495,-5 11-539,4 6 0,1 4-2198,-3 24 2792,7-2 0,16 3 0,9-13 0</inkml:trace>
  <inkml:trace contextRef="#ctx0" brushRef="#br0" timeOffset="45946">14230 5815 11221,'16'-8'3058,"-5"3"-1619,2-2-629,-6 15-451,-13 27-808,-3 6-361,-4-4 1,-3 3-830,-1-8 1,-2-1-1,2 0 1,-1-3 1320,-10 12 0,8-17 0,6-7 0</inkml:trace>
  <inkml:trace contextRef="#ctx0" brushRef="#br0" timeOffset="46927">14849 5506 10231,'-1'-11'1259,"0"1"-359,-1 5 269,-1 0 91,1-1-811,4-2-359,0 3 180,14-6 0,6 3-270,2 0 180,20 3-180,-25 6-3277,24 20 3072,-33-6 205,4 16-385,-23 1 1,-9 2 339,3-7 0,-2 0 45,-4 12 0,-3 1-90,-7 1 0,1-6 90,4-3-45,2 0 0,3-2-45,15-14 90,3 6-89,29-18-181,2-6-225,3-3 0,4-3-1144,-3-1 1,1-2-1,0-1 1,-2 1 1545,-5 1 1,-3 1 0,7-10 0,-8 4-1</inkml:trace>
  <inkml:trace contextRef="#ctx0" brushRef="#br0" timeOffset="47377">15429 5453 10411,'-1'-14'2519,"2"-2"-1890,0 1 451,0 2-721,-4 8 271,-27 26-540,9-7 0,-11 17 0,-1 3-180,4 0-1549,7-6 1,2-1 1253,7-4 25,8 4 180,4-16-539,17 13 449,-4-16-629,33 10 539,-18-9 0,16 6-90,-16 7 270,-22 15 180,-3-8 0,-13-5 0,-6-2-90,-12 2-2448,0 0 2178,4-8-2917,7-10 3580,6-5 0,-1-2 1,8-5-1</inkml:trace>
  <inkml:trace contextRef="#ctx0" brushRef="#br0" timeOffset="47618">15387 5388 11670,'-8'-10'1709,"6"0"-1529,6 6 180,11-3 90,26-4-675,-9 2 0,1-1-1414,-5 3 1,-1-1 1198,3 0 1,-4 0-2838,-2 2 1272,-8 1 2005,9 1 0,-9 2 0,6 0 0</inkml:trace>
  <inkml:trace contextRef="#ctx0" brushRef="#br0" timeOffset="47969">15785 5319 13379,'-12'19'1169,"-3"5"1,0 3-990,1-4 0,0 2-1819,-7 14 1,3 0 626,7-15 0,3 0 1012,-1 12 0,2-2 1127,3-2-1307,8 5 0,3-1 988,4-14-943,7 2 0,4-4-44,15-16 89,11-4 45,-17-18 0,-3-6 45,1-4 60,-16-2 0,-2-7 0,-4 5-60,-6-9 45,-5-5 0,-4 2 2694,-5 10-2739,-4 9 0,-1 2 324,-3 5-909,-5 14 1,-2 5-226,5 10-829,-4 14 1,4 4 982,9-2 1,4 0-1,3 0 1,5-1 0</inkml:trace>
  <inkml:trace contextRef="#ctx0" brushRef="#br0" timeOffset="48238">16310 5851 15898,'-7'15'809,"-4"10"-719,1-3-269,-8 18-91,7-12-585,2-5 1,0 2-2423,-2 12 2679,2-3 1,4-12-1,5-17 1</inkml:trace>
  <inkml:trace contextRef="#ctx0" brushRef="#br0" timeOffset="48683">16649 5399 12570,'-2'-10'2159,"3"0"-1170,15-1-809,-3 4-1819,12-1 1,2 0-116,-2 4 1844,19-3 1319,-19 9-1499,5 13-90,-16 18 90,-17-2 0,-9 5-440,-9-4 1,-7 2 0,1-2 499,4-4 0,0-1 0,-1 0-506,-2-1 0,-1 0 1,4-4 535,-6 10 1427,8-1-1517,26-6 90,-6-1-90,25-11-135,10-11 0,3-4 2224,4 1-2179,1-1 0,0-1 2744,-5-2-4203,-3-1 1,2-3 1091,-8 1 1,-1-2 0,9-2 0,-2-1 0,9-12 0</inkml:trace>
  <inkml:trace contextRef="#ctx0" brushRef="#br0" timeOffset="49110">17259 5497 10591,'-3'-9'2968,"0"-6"-2068,0 7 89,1-3-449,-10 18-180,-3 8-91,-4 12 1,0 7-1909,5 5 1,1 0 1266,-2-3 0,4 0-127,6 5 1,8-4-311,23-4 449,6-3 225,-8-22 0,2-5 135,5-8 45,-6-10 0,-3-5-591,-6 0 591,-1-2 0,-4-5 89,-12-4 1,-5-1-90,1 4 0,-1 0 0,-5-8 0,-2 2-45,-6 1-449,-5 8 2938,12 17-5766,-9 4 2458,14 8 0,-2 1 1,8-2-1</inkml:trace>
  <inkml:trace contextRef="#ctx0" brushRef="#br0" timeOffset="49525">17657 5451 10951,'-17'0'1709,"-1"0"-630,2 1-269,-7 7-4087,-12 26 3382,13-9 290,5 9 1,5 2-576,10 0 45,1-7 0,5 0-180,8-4 0,5-3-1033,7-6 0,0-4 1348,17 12-31,-11-24 1,-2-9 210,-3-16 0,2-9 44,-23 0 1,-7-3-45,-6 9 0,-3 1-135,1-2 0,-1 2 45,-16-1 77,1 27-886,-3 8 89,0 1-2647,-1 12 2769,23-12 1,-2 3-1,10-9 1</inkml:trace>
  <inkml:trace contextRef="#ctx0" brushRef="#br0" timeOffset="49802">17847 5067 10861,'-1'-17'2069,"0"3"-1350,0 0 271,10 6-721,-1 6 541,36 20-540,-15 6 0,0 7-1363,-7-6 1,0 2 0,0 0 917,-2 1 0,-1 0 0,-2 4 242,-5 1 1,-1 3-1,-4 3 1,-6 1-423,-6-1 0,-7 3 0,-3 2 1,-2 0-1,1-1 0,3-2 175,3 5 0,2-2 0,-1-1 1,-7 4-231,-1-11 0,-5 3 1,-3 3-1,-2-1 1,0 0-1,-1-3 0,3-4 1,2-6-684,-6 3 1,2-7 0,-4 2 1002,1-1 0,-5 2 1,0 1-1,0-2 1,3-3-1,-3-2 1,3-3-1,-2 1 1,-7 3-1,0 1 1,0-1-1</inkml:trace>
  <inkml:trace contextRef="#ctx0" brushRef="#br0" timeOffset="51374">2520 7378 8792,'-7'-10'2339,"-1"0"-1620,4 3 361,-1 1-721,7 34-179,-1 2 0,0 8 0,-1-2-135,2 4 0,0 2 0,-1-2 0,-1 7 0,0-1 0,0-7-1684,0-7 1,-1-2 1580,1 14 1,-1 1-281,1-16 1,-1-1-1192,1 1 0,-1-2-180,-1 17 1709,1-11 0,-2-28 0,0-2 0</inkml:trace>
  <inkml:trace contextRef="#ctx0" brushRef="#br0" timeOffset="51718">2353 7531 10321,'-3'-12'810,"2"1"-630,2 5 449,20-7-449,8 0-1819,12-4 1,4 0 1330,-19 7 1,1 0 782,13-5 0,0 3-475,-11 7 0,-3 4-90,9 6 90,9 10-90,-44 32 90,-5-14 0,-14 2 0,-5-1 0,-1-7 0,5-7 0,-1-1-180,-17 7-360,14-12 540,-16 7 0,28-16 0,1-1 0</inkml:trace>
  <inkml:trace contextRef="#ctx0" brushRef="#br0" timeOffset="52277">2739 8204 13020,'10'2'989,"16"-14"-2628,-7-6 1,0-2-1015,17-14 2473,-9-7 0,-5-4-449,-11 13 1,-3 1 583,5-4 0,-2-2 451,-8 1 0,-4 2-496,-9-1 90,0-3-270,-9 13 180,50 18 0,-16-2 2271,31 6-2181,-24 1 0,-9 2-90,6 3 90,-7 1 0,6 20 90,-14 1-90,-3 24 0,-4-13 1631,-1-3 0,0 0-1631,2-2-90,2 6 0,1 0 303,4-12-843,10 20 181,-4-32 449,21 0 0,-10-11 0,14-2 0</inkml:trace>
  <inkml:trace contextRef="#ctx0" brushRef="#br0" timeOffset="52713">3303 7973 10051,'0'11'2069,"3"0"-900,5-5-719,8-3-270,-2-3 0,5-5 270,7-7-270,-9 2-46,4-6 1,-2-1-135,-5 0-90,7-11 90,-17 8-89,-8-7 89,1 9-90,-26 0 90,12 20-45,-11 13 0,0 7 45,5 10-1639,5 8 1,5 2 1523,10-5 17,5-11 0,5-1-82,19 3-90,-10-14-899,10-2 0,2-3-1800,2-10 1170,12 0 1799,-16-6 0,-2-1 0,2-2 0</inkml:trace>
  <inkml:trace contextRef="#ctx0" brushRef="#br0" timeOffset="53197">3844 8018 10861,'-9'-10'1259,"3"3"180,-13-2-1169,10 6 450,-23 5-271,2 15-269,2 0-45,6 7 0,4 2-45,5-3-270,1 7 0,4 1-90,8-8-179,6 11 269,3-24-360,18-8 270,2-17 90,6-2 90,-14 0 1,-1-6-31,-2-9 0,-1-5 0,0 1 120,2 2 0,-2-4-656,-6 2 1,1-7-1,-1-4 1,-2 3 0,-1 8 552,-2-2 1,-1 2-523,0-8 1,-1-5-1,-2 7 715,-3 13 0,-1 4 90,-1-23-90,0 12 0,2 40-45,5 28 0,4 12-45,0-1 0,0 3 91,1-4 1,2 1-1,-1-3-136,0-3 0,0-2-161,7 12 0,0-5 116,1-2-135,0-6 1,3-2-1212,8-6 806,1-2-1888,9-12 2290,4-14 1,-17 0-1,1-2 1,3-2-1,1 0 1</inkml:trace>
  <inkml:trace contextRef="#ctx0" brushRef="#br0" timeOffset="53501">5239 7442 11221,'-8'-4'1349,"0"0"-270,2 1-899,2 6 0,2 3 270,8 26-3727,-1-5 3342,3 18 69,-4-6 1,0 1-90,-1-15 0,-1 2 45,1 17 0,-1 8 0,0-6-135,0-10 0,-1-2-75,0 1 0,0 2 1,1-3-1366,-1-1 1,0-4 1484,1 0 0,-7-15 0,-4-29 0</inkml:trace>
  <inkml:trace contextRef="#ctx0" brushRef="#br0" timeOffset="53862">5121 7446 10141,'-1'-21'180,"1"7"-90,1-2 540,4 1-181,1 3 181,12-11-360,4 7-90,4 0 0,4 7 0,1 3-90,1 1-1,4 1 1,4 5-45,-5 11 0,-1 3-45,-9-6 0,0 2 45,11 17 0,-7 3-45,-19-8 0,-9 5 0,-7 1-1639,-13-7 1,-5-2 1625,7-1 1,0-1 12,-7 0 0,0-3 0,-3-1-270,4-2-3007,-2-1 2544,20-4 1,13-6 0,11-2 0</inkml:trace>
  <inkml:trace contextRef="#ctx0" brushRef="#br0" timeOffset="54444">5390 7860 9961,'-5'-14'1170,"1"4"-361,6-2-359,-2 6-180,3-5 359,4 5-449,-1 0 360,21 1-450,-10 4 90,12 3 0,5 1-90,15 6-45,-12-1 0,3 3-45,-3 5 0,-3 2 0,6 8-45,-21 6 0,-8 1 45,-16-2 0,-9-1 0,-7 7 0,-1-5 0,-3-5 0,-2-1 0,1 1 0,-3 2 0,0-3-180,-9 1 0,2-4-90,-4 3-450,14-12 1,3-3-1530,11-8 2249,-4-8 0,14-8 0,1-8 0</inkml:trace>
  <inkml:trace contextRef="#ctx0" brushRef="#br0" timeOffset="54813">5942 7489 10321,'3'-18'2429,"0"6"-1890,1-5 721,1 8-721,9 44-359,-6 5-135,-1-8 0,-1 2 0,-4 9 0,-3-2-45,0-16 0,0 1-1093,0 10 1,-1 5 0,0-5 989,0-8 1,0-1-834,0 8 0,-1 4 0,0-6 576,0 3-90,0-8 1,0-1 449,-1-2 0,2-8 0,-1-3 0</inkml:trace>
  <inkml:trace contextRef="#ctx0" brushRef="#br0" timeOffset="55349">5858 7501 9691,'0'-9'540,"4"-2"-450,0 3 90,5-1 360,10-3-450,-7 4 269,22-9-269,-13 10 180,21-4-270,-19 7 0,3 8 0,-1 3 0,-10 2 0,14 13-90,-25 6 90,-8 2 0,-2 8 0,-2-15 0,-2 1-90,-9 18 90,4-6 0,5 4 0,15-27-180,10 12 1,5-8 89,2 0-180,8 20 270,-15-16-45,-2 12 0,-2 1 45,-7-5 90,-6 15 0,-5 0-1555,-4-11 1555,-3 1 0,-2-1 0,-8-4 90,-7 4-180,8-14 90,-3-2-3367,1-11 828,8-2 560,-2-5 1848,15-4 0,2-7 1,0-3-1</inkml:trace>
  <inkml:trace contextRef="#ctx0" brushRef="#br0" timeOffset="55777">6600 7863 11311,'-2'-9'2158,"-2"1"-898,-10 5-901,2 2-89,-5 3 810,-20 27-990,20-13-1,-1 2 1,1 1 0,7-2 90,0 21-539,10-2-1,2 4-270,19-11 180,4-20 270,-2-6 1,9-18 179,-22 4 89,6-25 1,-17 18 0,-6-19 90,-6 13-90,-14-8-629,-1 17 89,4 5-180,6 14-2647,12 7 2792,7 0 0,4 2 0,7-2 0</inkml:trace>
  <inkml:trace contextRef="#ctx0" brushRef="#br0" timeOffset="56062">6815 7783 12390,'3'-10'3276,"4"-1"-2414,6 13-143,18 13-539,-4 4 0,7 11 0,1 3-180,-3-2-270,-4-5 0,4 4 0,-4-4-629,5 5 314,-6-7 0,-2-2-1124,-8-8-1568,-7-5 2544,-5-13 1,-3-6 0,-2-8 0</inkml:trace>
  <inkml:trace contextRef="#ctx0" brushRef="#br0" timeOffset="56226">7190 7859 1770,'-9'-21'719,"4"8"2557,-8-4-2581,0 18 24,-21 15-539,8 3 839,-9 14 1,1 2-1020,4-1 171,3-4 1,0 2-1252,7-5 1,3 0 1079,-7 13 0,10-16 0,1-1 0,6 0 0</inkml:trace>
  <inkml:trace contextRef="#ctx0" brushRef="#br0" timeOffset="56552">8227 7872 11221,'10'1'1439,"-1"0"0,7-2-899,-5 1-2903,36-5 2723,-21 3 105,20-2 1,6 1-241,-18 1 0,0 0-135,4-1 0,4 0 0,2 0-23,-1 0 1,3 0-1,1 0 1,1 0-212,-6-1 0,1 1 0,1-1 0,-1 0 0,-1 1-422,8-1 0,-2 1 0,0-1 0,-1 1 453,-4-1 1,1 0-1,-3 1 1,-3-1-743,11-1 1,-6 0-785,-8-2 1,-2 1 848,2 0 0,-4-1-1009,-2-6 1799,-29 1 0,-9-5 0,-5-4 0</inkml:trace>
  <inkml:trace contextRef="#ctx0" brushRef="#br0" timeOffset="56921">9341 7579 11311,'-9'3'2158,"4"3"-1708,5-3 1439,31 16-1440,-7-10 1,3 0-2089,7 3 1,2 1 1511,-4-3 0,1-2 396,6 1 1,0-2-660,-3-1 1,-2 0 434,-3-1 0,-2 0-340,2-1 1,-7 0 474,-15-2-95,-8 11-40,-16 5 0,-9 5-135,-1 3 0,-3 3 0,1-1 0,-5 3 0,0 1-300,1-1 0,-2 2 1,4-6-781,5-9 1,3-2 404,-1 2 1,-1-1-875,-7 0 1,1-3 1208,6-5 0,-23 7 1,21-9-1</inkml:trace>
  <inkml:trace contextRef="#ctx0" brushRef="#br0" timeOffset="60974">11620 7391 8882,'4'-10'2159,"-3"-2"-1530,-3 4-539,-6 5-3367,-2 13 2573,-5 7 883,-2 14 1,0 5-260,6-14 0,-1 4 147,-2 9 1,-2 9-1,0 2 1,3-7-23,1-2 0,1 2-9,2-1 0,0 8 0,-1 3 0,2-1 0,3-7-6,2-3 0,3-4 0,0 3-8,-1 4 1,1 3-1,1 1 1,3-3 7,6 6 0,4-3 0,0-3-30,-2-3 0,3-2-754,6-1 1,4 1-1,-3-10 484,3-5-1204,5-5 0,0-5-235,-10-11 2053,20-7 0,-15-7 0,7-5 0</inkml:trace>
  <inkml:trace contextRef="#ctx0" brushRef="#br0" timeOffset="61460">12067 7683 10951,'-5'-9'1799,"9"4"-1619,6 5-90,6 1 89,25-2 1,3-3-135,-15 2 0,1 0 0,-3 0 0,-2 1-45,6 2 0,-10 1 90,-13 13-90,-5-2-1639,-14 28 1,-5 6 754,-1-3 414,3-9 0,-3 6 1,2-6 469,-3 7-45,2-4 0,1 2-495,5-7 0,1-2 315,0-2 1,1-2-1415,3 1 1,4-5-212,4-13 1850,4 1 0,5-8 0,1-2 0</inkml:trace>
  <inkml:trace contextRef="#ctx0" brushRef="#br0" timeOffset="61904">12656 7748 10951,'-2'-11'1529,"1"2"-720,-8 7 91,-14 27-630,-3 9-90,6 3 0,1 2-136,8-14 1,1 1 45,-1 9 0,3-1 0,4 5-90,8-8 0,3-1 0,16 13 0,3-4-90,12-25 90,-7-16 0,1-9 0,2-8 0,-5-15 0,-2-5 0,0 7 0,-4-2 0,-6-4 0,-10-1 45,-15 3 0,-5 6-45,0 3-90,-11 1 0,-4 7-449,-7 25-496,2 7 1,1 4-405,-3 12-200,13-4 1,4 0 1467,6-2 1,-1 11 0,7-8 0</inkml:trace>
  <inkml:trace contextRef="#ctx0" brushRef="#br0" timeOffset="62177">13036 8198 13559,'4'8'1529,"-9"21"-1259,-9 9-90,-3 2 0,-2 2-180,8-18 0,-1 1-405,-11 19 0,1-3-134,8-15-1035,0-2 0,0-3 1574,6-10 0,-2 2 0,3-9 0</inkml:trace>
  <inkml:trace contextRef="#ctx0" brushRef="#br0" timeOffset="63479">13897 7708 10681,'6'-7'2608,"-6"-1"-2518,-5 6 90,-4 0 180,-20 13-225,5 4 0,-1 3-3177,-16 7 3087,17-6 0,3 2-115,4 13 70,17 13-1301,6-15 1,4 0 1255,-1-6 0,3-2-90,10 3 0,2-2-431,10 7 296,-8-7 0,1 3-17,-2 0 0,-3-1 242,-3-6 0,-3 1-416,-6 4 1,-6-3 460,-9-8 1712,-14 16-1712,-12-8 135,-1-5 0,-4-2-740,3-5 0,1-1 605,0 0 0,2-3 0,-5-7 1867,25-16-1777,17-25-1016,1 1 926,2 13 0,4-3 0,2-3 0,3-2 0,-1-1-501,-1 0 0,-1 0 0,1-1 501,3-5 0,0-1 0,-1 1 321,-5 4 1,-1 2-1,-4 3-321,-4 3 0,-4 4 36,-2-13-36,-33 10-900,0 33-269,-7-2-2108,14 18 3084,19-7 0,7 4 1,3-3-1</inkml:trace>
  <inkml:trace contextRef="#ctx0" brushRef="#br0" timeOffset="63924">14510 7826 11221,'-22'-8'1978,"-8"16"-3745,-2 4 1947,4 14 0,2 4 514,0 4-649,5-8 0,2 5 134,4 8 1,3-2 139,0 4-349,6-8 0,2 5 0,3-6-240,11 6 225,-3-11 0,1-3-45,8-2-180,17-10 180,-14-8 90,15-2-180,-4-21 1205,-11 1-1025,-1-7 0,-2-5 45,-9 1 0,-4-1-1684,3-1 1,-2-1 1625,-5 3 1,-3-2 102,-8-6 0,-4 1-641,-3 11 1,-1 1 550,-1-8 0,-3 7-495,-7 22 1,0 11-1575,2 15 430,10-2 1,3 1 1535,7 5 0,8 6 1,3-7-1</inkml:trace>
  <inkml:trace contextRef="#ctx0" brushRef="#br0" timeOffset="64193">14984 8280 11670,'8'-2'2519,"-3"5"-1979,-8 7 269,-20 33-449,0 0-405,4-11 0,-1 2-495,4-6 1,2-2-181,-8 10-919,6-11 1,0-2-1639,4-8 3161,-9 9 1,15-18-1,0-2 1</inkml:trace>
  <inkml:trace contextRef="#ctx0" brushRef="#br0" timeOffset="64697">15538 7866 10681,'-1'-10'1349,"0"0"-629,0 3 449,8-10-629,3 4 269,32-13-629,-19 17 0,2 1-45,10-2 0,2 3 0,-1 5 0,-1 4-45,12 9 0,-12 17-45,-43 11 0,-10 4-1684,8-17 1,-2-1 1599,-3 3 1,-4 3 0,0-2 38,-13 8 0,0-3 0,13-13 0,-1 2 0,-7 9 0,-4 4 0,7-5 0,1 1 0,3-4 0,6-4 0,15-12 0,28 7 0,10-9 0,0-3 0,3-1 1638,-13-5 0,0-2-1660,4-2 1,2-1 0,-3 0-384,-5-1 0,-2-1-360,13-2 1,-1-2-585,-2-1-1928,6-11 2702,-20 9 0,16-14 0,-15 7 0</inkml:trace>
  <inkml:trace contextRef="#ctx0" brushRef="#br0" timeOffset="65293">16425 7766 11311,'-4'-11'719,"1"2"540,-4-4-719,4 7 270,-10-8-271,-16 25-449,8-5 0,-15 18 90,15 0-429,4-3 339,-3 18-144,13-19 9,7 7 0,3 0 45,4-4-90,13 9 0,6 2 90,5 0-45,-1-5 0,-1 0 0,-8-8 0,-3-1 45,8 11-180,-7 13 180,-18-26 0,-7 7 0,-6-1-90,-13-2 90,3-5 0,-2-2 0,-5-4 0,-1-5 0,1-8 0,0-2 0,-17 0 0,28-17 0,7-5-90,13-4 90,5-8 0,4-4 0,1 11 0,3 0 0,0-1 82,4-7 1,1-1-1,-1 0-22,2-3 0,1 0 0,-3 4-1683,3-2 0,-4 5 1623,-5 8 0,-6 4 180,-14-3-90,-7 12-180,-15-6-809,-19 20 449,17 3-1189,3 5 1,3 1-1639,12-1 3184,-9 5 0,20-9 0,1-2 0</inkml:trace>
  <inkml:trace contextRef="#ctx0" brushRef="#br0" timeOffset="65708">16997 7699 12390,'-16'-9'1709,"-27"22"-1574,19 0 0,0 4 45,-14 14 0,2 5-91,9 2 1,4 1-45,2-7 0,4 1-45,4 2 0,5-1-3277,7 5 1756,2-1 1340,11-13 0,3-2 181,2-4 831,17 9-1011,6-26 135,-13-8 0,1-3 45,-3 3 0,1-3-30,2-9 0,0-6 1,-4 2 29,2-12 0,-9 2 0,0-6 0,-5 6-582,-6-6 627,-1 5 0,-5 0 695,-12-3-695,-6 15 0,-6 5-1684,-7 5 1,-3 3 1012,5-1 1,0 6-1014,-7 16 1,6 5 1127,12 0 1,-4 15-1,15-12 1</inkml:trace>
  <inkml:trace contextRef="#ctx0" brushRef="#br0" timeOffset="65983">17556 8141 13289,'-16'0'1170,"-9"10"-721,-4 22-314,8-7 0,-2 4-270,-4 7 0,-2 2-958,7-8 1,-1 1 0,1-2-547,1 0 1,0-1 431,0 0 0,2-4 1207,6-8 0,3-4 0,-1 0 0</inkml:trace>
  <inkml:trace contextRef="#ctx0" brushRef="#br0" timeOffset="66544">18028 7694 11400,'-6'-7'1889,"2"0"-1259,6-2-450,1 3 90,9-6 0,4 6 89,19-5-359,-13 5 90,8 1 0,-6 12 0,-9-1-90,7 6 90,-17 33-90,-17 3-30,-3-12 0,-5 4 0,-2-2 30,-4 2 0,-3-2 30,4-6 0,-3 0 0,3-2-75,-3 1 0,4-4 45,-4 5 0,11 7 0,20-29 0,43 6 0,-1-16 0,-15 1 0,4-1-390,5-5 0,3-3 1,-2-1-1250,5-6 1,-1-2 545,-8 7 1,1 0 0,-4-2 436,-1-3 1,-7-3-1,-9-5 1,-2-2 0</inkml:trace>
  <inkml:trace contextRef="#ctx0" brushRef="#br0" timeOffset="66982">18662 7685 11400,'-3'-10'1170,"2"1"-4447,8-1 1703,0 4 3343,10-4-1499,4 4 949,17-2-1129,-12 3 0,7 3 90,-8 9-180,-11 1 179,4 30-179,-28 2 45,3-13 0,-2 1-45,-4-4 0,-5 2 30,-4 1 0,-3 3 0,2-3-593,5-5 0,0 1 563,-9 8 0,-3 4 0,6-5 0,1 3-948,9-9 1,2-1 947,6-2 0,12 0 0,9-10-90,29 2 90,-13-6-225,1-4 0,2-2 1311,6-3-2436,-7-2 1,-1-1-139,7-3 1488,-14 1 0,-1-2 0,3-7 0,7-4 0</inkml:trace>
  <inkml:trace contextRef="#ctx0" brushRef="#br0" timeOffset="67403">19357 7709 11670,'-5'-8'2159,"-4"-2"-1169,-9 6-271,-20 13-449,10 5 0,-1 2-1909,4-2 1,1 2 1285,-1 3 1,2 3 487,0 9 0,5 1 367,-2 2-682,5 10 0,5-2 0,12-15 0,4-2 0,4-2 90,5-7-269,27 7 179,-18-15 90,15 1 394,2-19-394,-14 2 90,0-15 0,-3-4 0,-10 4-144,-8-14 0,-8-4 144,-13 17 0,-4 1-177,4-3 1,-4 1-139,-12 1 0,-1 6-135,7 8-1189,-2 4 1,1 3 1265,12 3 1,-7 1-1,18-1 1</inkml:trace>
  <inkml:trace contextRef="#ctx0" brushRef="#br0" timeOffset="67716">19809 7227 11400,'-6'-9'2609,"19"34"-2249,9 4-270,-5-4 0,1 2 45,6 4 0,0 0-655,-8-11 1,0 3 639,3 6 0,1 6 0,-5 4 15,-11-4 0,-4 4 0,-3 1 0,2-3-105,5 3 0,1-3 0,-8 4-30,-8-5 0,-7 4 0,-5 2 0,-1-1 0,-1-4 0,4-6-1443,-12 7 1,-2-3 1352,4-4 0,-5 4 0,0-1 1,3-5-301,5-7 0,1-3 0,0 0-703,-8 6 1,-1 1 0,3-2-547,-2 1 1,2 0 1112,-5 3 1,8-4-1,23-14 1,4-2-1</inkml:trace>
  <inkml:trace contextRef="#ctx0" brushRef="#br0" timeOffset="67910">20730 8017 16348,'-10'4'-2879,"2"1"-398,4-2 2477,-8-4 0,-6-4 1,-10-5-1</inkml:trace>
  <inkml:trace contextRef="#ctx0" brushRef="#br0" timeOffset="71260">2771 9996 9152,'3'-11'3276,"-1"2"-2505,-2 0-51,-2 5 90,-5-2-631,1 3 181,-8 4-180,3 3 45,-18 20 0,-3 7-889,-2 5 724,12-14 0,-2 5 0,1 0-1048,3 3 1,3 2 0,1-3 1032,0 0 0,1 2-716,-2 13 1,0 6-1,4-7 671,8-16 0,2-1-45,-3 16 0,7-1-135,9-14 0,6-5-135,5-5 1,2-1-456,-1 2 0,0-1 545,2-9 0,3-5-1349,14-8 0,2-4 808,-14 1 0,1-1 766,3-1 0,3-1 0,-5-1 0,-4-1 0,-4 0 0,-2-1 0,1 1 0</inkml:trace>
  <inkml:trace contextRef="#ctx0" brushRef="#br0" timeOffset="71908">3043 10421 10681,'2'-9'2608,"-1"-1"-2158,-4 3 270,1 1-91,-3 0 1,-4 4-450,1 1 270,-11 8-270,5 5-1,-8 14-448,10 3-91,5 0 0,10-5 90,10-8-180,7-6 271,2-8-3098,10-18 3162,-15 6-447,2-10 652,-15 12 0,0-2 0,0 4-90,5 5-180,1 7-360,23 14 360,-14-9 0,20 4 90,-24-14 3114,7-1-3294,8-13 180,0-7 45,-10 2 0,0-1 45,6-15 375,-10 0 0,-2-3-375,0-4-800,-4 8 0,-2-3 800,-2-3 0,-3-1 90,-2 2 0,-1 0-45,1-5 0,-2 1-1,-1 6 1,0 15 45,-1 43-90,2-3 0,1 20 0,1 8 0,2-1 0,0 2 0,-1-12 0,1 1 0,1 2-60,3 10 0,2 2 1,2-5-526,0-2 0,3-4-1054,-1-1 1,2-8-15,3-18-1624,-4-12 3531,-2-2 1,9-7 0,-3-1 0</inkml:trace>
  <inkml:trace contextRef="#ctx0" brushRef="#br0" timeOffset="72231">3885 10425 11041,'2'-12'1529,"-2"1"-540,-6 2-449,-1 2-180,-7 1 269,-18 8-269,-6 11-225,3 8 0,1 2-90,13-8 0,1 1-45,-4 8 0,4 0 0,7 4-360,12 15 270,2-13-90,11 8-2623,15-17 2534,-7-10-1259,28 3 449,-16-17-720,15-4 180,-17-4-270,-3-3 1889,-10 3 0,3-7 0,1-2 0</inkml:trace>
  <inkml:trace contextRef="#ctx0" brushRef="#br0" timeOffset="73593">4162 10444 9961,'-4'-7'1979,"-1"-4"-630,2 3-269,-2-1-990,-1 11 90,2 7 89,-2 30-179,5-13 0,2 2-135,1 3 0,0 1 0,3-3 0,0-3-134,6 6-181,8-11 180,-7-13-270,27-5 270,-20-7 45,5-5 0,0-4 45,-6-1 1,13-18-1,-18 9 90,1-17 0,-8 4-90,-3 3 90,-3 11-90,1 13 0,3 5 0,0 1-180,12-3 270,-7 3-90,9-4 0,-9 3 90,6-5-90,13-14 90,-4 2-45,4-12 0,-1-1-3232,-4 0 3219,-3 4 1,-2-1-1629,-7 0 1686,-3 0-185,-4-3 0,-2-2 365,-1-14-135,-1 17 0,0-1 135,-6-11-90,3 21 0,1 34-90,1 26 30,1 7 0,-1 11 0,0-5-30,1-8 0,-1 1 22,0-4 1,-1 6-1,1-1 1,0-5 494,2 3 1,2-4-698,-1 3 1,3-1-1034,2-7 1,1-6 402,8-5 810,15-8 0,-4-11 0,14-2 0</inkml:trace>
  <inkml:trace contextRef="#ctx0" brushRef="#br0" timeOffset="74257">5209 10344 10681,'-9'-8'630,"0"1"-361,3 4 361,-4-1-360,1 3 180,-10-1-270,5 4-1,-4 0 361,-20 19-450,15-6 0,-4 9 0,1 3-180,9-4-405,4 6 1,3-1 224,9-11-810,13 18 451,6-30 449,4 1 90,-4-10-90,-7-4 90,-1 0-90,11-21 270,-10 13 90,12-24 0,-16 29-180,8-2 0,-4 18 90,6 10-180,-3-2-90,23 13 0,-10-14 90,9 5 90,-13-14-180,19-16-854,-4-12 1004,-14 6 0,3-4 0,-3-2 75,3-8 0,-2-5 45,-3-1 0,-1-5 0,-2 3-1570,-3 2 1,-2 0 1569,0-7 0,-3 2 89,-3-3 1,-4 19 0,-1 0 180,2-20-90,-1-1 90,-2 23-90,-8 52-270,2 0-115,-2 15 0,-1 7 145,4-15 0,0 0 0,0 1 215,-1 0 0,1 1 0,0 0-215,1 4 0,0 0 0,1-3 747,-1-3 0,2-3-777,2 1 0,2-1-360,10 13 0,-1-12-899,10-6-710,-10-21 1969,11-5 0,-4-8 0,6-5 0</inkml:trace>
  <inkml:trace contextRef="#ctx0" brushRef="#br0" timeOffset="74477">5657 10166 11131,'15'-1'899,"25"-5"-4176,-7-2 714,13-1 674,0 0 2103,-14 5 0,4 1 0,-11 4 0</inkml:trace>
  <inkml:trace contextRef="#ctx0" brushRef="#br0" timeOffset="74854">6041 10332 11400,'2'7'1979,"3"-1"-1439,0-5-360,6-2 0,-3 1 449,19-7-359,-9 0-360,19-17-90,-23-7 91,-12-11-1,-9 14 90,-10 7-90,3 21 0,-18 32 90,12-11 0,4 0 0,3 3 0,10 3 0,4-1 0,2 3 45,10 8 0,5-2-45,0-14-270,17-2 0,6-6-450,-15-13 1,2-5-374,11-2 1,5-3 0,-3-2 793,-5-1 0,-1-2 0,2-2 1,2-4-1,-4 1 0,-2-2 1,1 0-1</inkml:trace>
  <inkml:trace contextRef="#ctx0" brushRef="#br0" timeOffset="75216">7216 9762 11041,'6'-8'1349,"5"-7"360,-2 4-1259,2 0 179,3 15-359,-4 13 90,4 28-210,-12-12 0,-2 5 0,0-2-105,1 2 0,-1 2-848,-2-4 0,0 4 0,-1 1 0,1-6 803,0 4 0,0-2-631,1 2 0,1 2 0,2-4-89,3-4 1,1-4-46,1-1 1,1-5-406,8-8-1798,-1-16 2968,-3-9 0,0-8 0,-1-6 0</inkml:trace>
  <inkml:trace contextRef="#ctx0" brushRef="#br0" timeOffset="75403">7269 10118 10051,'-8'-8'1080,"6"0"-900,4 2 269,13-3-269,-3 4 0,32-14-720,-10 3-225,-3-1 1,1-4 764,-3-1 0,-3-1 0,-1 1 0,-1-1 0,-2-2 0,0 1 0</inkml:trace>
  <inkml:trace contextRef="#ctx0" brushRef="#br0" timeOffset="76049">7710 9639 9691,'-2'-15'1260,"2"3"-1,0-1-809,-2 36-2089,0 14 1,-1 6 1465,0-8 1,0 1 202,0 6 0,-2 4 0,-1-1-410,0-7 0,-1-1 1,0-2 379,-2 10 0,0 2-335,1-9 1,-1 4 0,0-1 0,2-6 379,0-2 0,1-3 0,-4 17 0,2-5 45,4-14 539,3-8-449,10-20-45,7-15 0,2-7-135,12-14 505,-11 10 1,2-4 0,0 2-641,7-2 0,2 2-45,1 0 0,1 3 135,-3 4 0,-2 8-135,15 17 1,-23 19-46,-4 6 0,-2 3-45,4 11 0,1-9 0,3-2 2449,4-8-2314,-3-11 0,4-6 90,-1-11 0,1-4-2223,17-6 2268,-18 3 0,-1-4 0,4-8 0,-2-4 979,-3 0 1,-2-2-935,5-5 0,-2 0 45,-10 5 0,-4 3-1,-9-6 91,-22 11-90,-10 20-90,-7 8 45,10 14 0,2 7 0,7 2 0,3 3-45,-2 8 0,3 0 45,7-7 0,7-1 90,11 4 0,10-3 98,4-11 1,3-4-189,2 4 0,3-4-405,3-10 0,5-5 1,-2-3-1280,6-6 1,0-4 637,-10 2 0,2 0 1,-3-2-529,6-7 1,-3-2 1528,-11 4 0,-1-2 0,9-7 0,2-3 0,0-1 0,0 0 0</inkml:trace>
  <inkml:trace contextRef="#ctx0" brushRef="#br0" timeOffset="76304">9400 9681 11580,'7'-3'1799,"-2"2"-5076,16 1 1344,7 1 2293,22 1-63,-24-2 1,2-1-1198,16 0 1,2-1 714,-13 0 1,-1 0-1,0 0 1,-2-1-1,9 1 1</inkml:trace>
  <inkml:trace contextRef="#ctx0" brushRef="#br0" timeOffset="76582">9526 9825 12300,'3'14'1799,"6"17"-1439,-3 0-91,-1-1 1,-1 3-135,-3 4 0,-3 3-1228,1-3 1,-1 3 0,0-3 35,-1 0 1,1 0 426,-1 11 0,1-7-179,2-21-571,2 11-1897,1-16 3338,0-1 0,-1-3 1,0-4-1</inkml:trace>
  <inkml:trace contextRef="#ctx0" brushRef="#br0" timeOffset="76796">9361 10509 11850,'6'6'1349,"4"-2"-449,11-3-720,-2 0 90,14-3 0,7-1-1909,5-7 1,2-2-1,-4 5 1,0-4 1273,-1-6 1,1-4 0,-5-2 0,-8 0 0,-2-2 0,1 0 0,-1-1 0,1 0 0</inkml:trace>
  <inkml:trace contextRef="#ctx0" brushRef="#br0" timeOffset="77194">10152 9901 11131,'-6'-10'1529,"1"1"90,0 3-1259,-5 8-91,1 3 271,-11 24 0,-1 13-270,3 3 0,1 2-211,2-9 1,1 1 0,1 0 0,3-5 0,0 1 0,5-3-15,7 8 0,4-4-135,2 3 45,11-12 0,4-7 45,0-14-45,15-12 0,4-8 0,-18-4 1,-2-4 44,3 0 0,1-1 0,-4-4 0,-4-8 0,-5-3 0,-6 0-1093,-7-2 1,-7-1 0,1 3 899,5-10 1,-7 4-484,-19 3 1,-8 15-899,9 29 0,-1 8 0,-1-2 0,1 3 1574,-1 6 0,3 1 0,-3 14 0,10-4 0</inkml:trace>
  <inkml:trace contextRef="#ctx0" brushRef="#br0" timeOffset="77632">10549 10019 10951,'0'-20'3276,"-1"8"-1425,-2-8-1222,-6 31-449,4-5 0,-5 20 45,3 6 0,1 2-135,0 4 0,-1 7 0,1 0-180,4-11 0,3-2 0,2-1-3187,2-2 2892,4 12 25,9-15 270,-4-12-179,32 2 89,-12-23 135,-1-7 0,1-6 45,-7-10 0,-4-7-787,-3 1 1,-2-5 0,-2 2 786,-1-3 0,-2 1 0,-3-6 0,-4 4-90,-6-5 1616,-2 22-2425,-2-12-990,-4 25-1388,-7 2 2567,4 8 0,-2 4 0,9 2 0</inkml:trace>
  <inkml:trace contextRef="#ctx0" brushRef="#br0" timeOffset="78024">11192 9868 11311,'5'-12'2338,"13"-12"-1528,9 5-586,0 3 1,2 2-45,13-3-90,-17 10 0,-1 2-1415,0 1 1504,8 4 360,-9 0-359,23 17-90,-27 5-45,-7 7 0,-6 6-45,-14 12 0,-7 1 0,3-6 0,-2 1-872,-1-5 0,-3 3 0,0-2 872,4-7 0,0-1 0,0 1 30,-3 7 0,0 1 0,1-1-30,3-7 0,1-1 0,1 0-1148,-3 15 1,5-6 967,5-11-1150,13 8-1947,11-21 1157,0 0 321,4-4 1645,-11-6 0,6 5 0,2 1 0</inkml:trace>
  <inkml:trace contextRef="#ctx0" brushRef="#br0" timeOffset="78200">11495 10909 17157,'-1'8'-820,"-9"-4"1,-3-2 0,-9-3 0</inkml:trace>
  <inkml:trace contextRef="#ctx0" brushRef="#br0" timeOffset="105727">25576 1341 6723,'9'-5'810,"-2"1"-451,-4-6-269,-1 4 360,0-3-180,1 2 180,1-3-270,-2 4 179,2-1 361,0-4-450,-1 5 90,2-4-90,-3 4-1,0 0 91,0 2-90,0-1 0,1 1-90,0 6-90,1 1 180,0 17-270,-2-9 179,2 27 1,-1-6-90,-1-8 0,-1 3 90,1 5 0,-1-2-180,-1 12 180,0 1 0,-1-1 0,0 0-90,1 0 0,-1 2 44,1-11 1,0-1-45,1 6 0,0-1-45,0-9 0,0 0 45,2 11 0,1 0 0,0 1 0,-1-4 0,0 1 90,-1 7-90,-2-14 0,1-1 0,-2 16-45,2-14 0,-1 1 45,0 2 0,1 1-90,0-5 0,0 0 45,0 3 0,1-1-45,-1-6 0,0 0 90,1 17-90,-2-14 0,0 2 45,1-5 0,-1-1-1,1 2 1,0 1 0,0 9 0,0-1 0,1-10 0,-1-1-45,1 9 0,0-3 90,0 3 0,-1 6 0,-1-1 0,-1 4 45,0-12 0,-1 0-45,2-2 0,-1-2 0,0 20 0,2-1 0,2-22-3302,-1 9 3212,1-8 269,-1 11-92,1-11 183,0 15-2447,-2-18 2177,0 3 269,0-1 91,3-1-360,-3 0 2357,3-7-2177,-3-9 183,3 3-3,0 1 2826,-1 0-2621,1-1-475,-3-4-90,0 2 0,-1 5 90,0 5-180,-1-1 0,0 0 0,2-1 90,-2-4-90,2 20 0,-2-13 45,1 10 0,-1 1-45,0-2 0,-3 12 0,0 1 90,-1 0-1729,1-8 1,-1 0 1523,1 2 115,-1 12-200,3-22 200,0 3 0,1 1 0,0-7 0,0 6 0,-1 0 90,-1-3-90,-1 13-90,-3 0 180,3 4-90,-1-9-90,3 8 90,3-29 90,-1 11-180,0-12 180,0 2-90,0 5 0,0 1 0,0 3 3276,0-4-3260,0-5 284,1-3-300,0 3 0,0-2 0,-1 0 0,1 2 0,-1 0 0,0 9 0,0-8 0,1 3 0,0-4 0,1 2 0,-2 0 0,2-1 0,-2 0 0,1-5 0,-1 17 0,1-15 0,0 16 90,2-4-90,-1-5 0,3 20 0,-3-23 0,0 24 0,-1-19 0,-2 15 0,-1-7 0,0-6 0,-1 10 0,0-18 0,1 10 0,0 0 0,1-8 0,0 13 0,1-16 90,-1 4-90,0 7 0,0-11 0,-1 9 0,-1-7 0,1-5 0,-4 12 0,-1-5 0,1 0 0,0-2 0,-1 1 0,0 0 0,0 2 0,1-3 0,3-7 0,0 1 0,1-1 0,-1-1 0,-2 5 0,1-4 0,-1 3 0,2-2 0,-1 7 0,0-1 0,1 2 0,1 2 0,0-9 0,0 10 0,1-10 0,-1 11-90,2-9-1439,0 5-1748,1-9 0,-3-11 0,-4-4 2457,-7-15 1,-12-7 0,-5-6 0</inkml:trace>
  <inkml:trace contextRef="#ctx0" brushRef="#br0" timeOffset="107565">24836 5962 6813,'-8'0'3276,"0"0"-1155,41 3-1761,4-4-225,0 1 0,8 0 14,1-3 1,4-1 0,2-1-806,-13 2 1,2-1-1,0 0 1,0 0 0,0 0 149,4 0 0,0-1 1,0 1-1,-1 0 788,3-1 1,0 0-1,-1 0 1,-3 1-253,-1 0 0,-2 0 0,-2 0-582,7-1 1,2 1 573,-2 0 1,6-1 0,1 0-1,-4 1-22,0 0 0,-2 0 0,1 0-374,-6 1 0,2-1 0,0 0 0,0 1 396,4-1 1,1 0-1,1 0 1,0 1-23,-10-1 0,1 1 0,0 0 0,0-1 0,0 1 254,1 0 0,0 0 0,1 0 0,0 0 0,-1 0-254,2 0 0,0 0 0,1 0 0,-1 0 0,-1 1 0,0 0 0,0 1 0,0-1 0,-2 2 0,-3-1 0,5 0 0,-4 0 0,4 0-323,7 0 1,4 1 0,-1 0 0,-8 0 322,-7 1 0,-2 0 673,13 1 1,3-1-644,-4 0 0,2 0 0,-5 0 1025,-9 0 0,1 0-1055,-1 0 0,5 0 0,1 0 0,-2-1 0,1 1 0,-1 0 0,-2 0 0,4-1 0,2 1-448,-6 0 1,4-1 0,0 1 0,-6 0 447,-5-1 0,-1 0 1134,16 1 0,0-1-1134,-10 0 0,-2 1 0,-8-1 0,2 0 0,5 0 0,5 1 0,-2-1 45,3 0 0,1 1-23,-3-1 1,6 0-1,0 0 1,-5 0-23,5 1 0,1-1-545,-5 0 0,4 0 1,1 0-1,-6 0 590,4 1 0,-1 0-521,6-1 1,3 0-1,-3 0 476,-6 1 0,-1 0 535,-3-1 1,2 0 0,-4 0-446,16 1 0,-8 0 0,7 0 0,-6 0-90,-13 0 0,0 0 30,9 1 0,6-1 0,-3 1 60,-2 0 0,-4 0-45,-8-1 0,1 1 0,18 1 0,-3 0 132,-9-1-177,-10 0 0,3 1 454,5 0 1,-1 0-455,17 1-864,-14-1 1,-1 0 863,10 1 45,-8-1 0,3-1-575,1 1 0,2 0 560,-9 0 0,0 0 0,1 0 18,2-1 1,0 1 0,-2 0-49,-2 0 0,-2 0 374,1 0 1,0-1-330,5 0 0,-1 0 45,-7 0 0,-1-1-90,8 1 0,1 0 45,-4-1 0,-2 1 45,17 0-90,-8-1 45,-6 1 0,-2 0-45,3 2 90,11-1 1646,-22 0-1736,-15-3 2128,4 1-5405,-4 0 2457,-12-1 1,-8-1 0,-15-2 0</inkml:trace>
  <inkml:trace contextRef="#ctx0" brushRef="#br0" timeOffset="120027">26617 5697 8432,'14'-1'3276,"-5"7"-1155,-6 15-1941,-4-3 180,-2 16 0,-1-6-270,-1 6 44,0-9 1,1 0-135,-3 11-90,1 0-629,4-7-181,1-15-269,0 1 1169,1-3 0,-3-11 0,1 2 0</inkml:trace>
  <inkml:trace contextRef="#ctx0" brushRef="#br0" timeOffset="120597">26571 6281 10861,'-14'5'180,"3"-2"-90,-2 6 0,4-2 0,-11 8-1,5-3 1,-2 3-90,5-5 0,3 1 90,1 0-90,2 4 0,3-5 0,10 8 0,18 12 0,-3-1 0,-6-7 0,-3 1 0,-9 8 0,-7-5 0,-15-1 0,5-14 90,-8 3-2136,-11 0 2046,11-5-405,-5-1 1,1-2-46,8-3-2827,-14-1 3219,25-7 0,1-1 0,5-1 1</inkml:trace>
  <inkml:trace contextRef="#ctx0" brushRef="#br0" timeOffset="120830">26381 6407 9961,'2'-9'1170,"6"-3"-901,-2 6 91,11-5 0,3 2-180,1 2 0,19-6-1439,3 2 449,-5 1-809,-2 1 1619,-19 5 0,-2 1 0,4-2 0</inkml:trace>
  <inkml:trace contextRef="#ctx0" brushRef="#br0" timeOffset="121219">26790 6339 10681,'7'3'1799,"-2"1"-1529,-4 3 449,-10 9-449,0 4 0,-3 3 0,-1 2-1909,2 3 1,1 0 1150,0-4 1,2 0 805,2 3 1,7-2-499,14-6 180,-1 0-45,10-12 0,2-6 315,10-16-90,9-5 180,-21-22-180,-30 3-2315,-3 5 2135,-13 8-180,-7 15 2135,10 5-3034,-16 4-1,21 4 1080,-9 6 0,16-4 0,-2 2 0</inkml:trace>
  <inkml:trace contextRef="#ctx0" brushRef="#br0" timeOffset="121900">28093 5736 9961,'-9'-8'450,"1"2"180,-2-3-271,3 4-89,0-3 0,3 5 0,0-2 450,0 2-361,0 4 1,1 8 0,-2 14-90,-1 18-1831,0-5 0,0 1 1471,-2 12-1549,1-7 1,0-4 687,3-17-2326,-4 27 2457,6-35 1,0 15 0,2-14 0</inkml:trace>
  <inkml:trace contextRef="#ctx0" brushRef="#br0" timeOffset="122330">27904 6367 10591,'6'1'2608,"-2"3"-2518,-3 4 270,-2 13-180,1-2 0,1 18-90,-1-7-90,-1 7-630,-2 6-1259,1-4 900,0-5-720,3-13 1709,-1-15 0,2 0 0,0 0 0</inkml:trace>
  <inkml:trace contextRef="#ctx0" brushRef="#br0" timeOffset="122746">28086 6459 12840,'-5'10'629,"-2"3"-539,2-4 180,-6 14-180,3-5-180,0 3-180,3 7-90,12-5 271,3 0-91,13-11 270,-6-14-90,-2-6 90,-7-1 179,-6-12-269,-1 8 90,-5-11 0,-4 10-90,1 5 90,-3-2-90,-4 3-360,5 4-89,-7 1 449,4 6 0,5-2 0,0 3 0</inkml:trace>
  <inkml:trace contextRef="#ctx0" brushRef="#br0" timeOffset="123145">28314 6494 11131,'-13'-10'2338,"-6"6"-1888,-3 9-180,1 7-90,6 1 90,4 9-270,6 3-90,4 2-180,9 1 90,10-14 180,-4-4-180,12-9 180,-16-3 0,10-20 90,-17 5 0,-2-14-90,-15 4-90,4 11-1349,-11 0-1799,12 15 3238,-5-1 0,8 3 0,-2 1 0</inkml:trace>
  <inkml:trace contextRef="#ctx0" brushRef="#br0" timeOffset="124154">29202 5675 10321,'8'2'1529,"0"1"-989,-5 1-360,1 2 90,-2-1 449,4 21-539,-3-10 180,4 33-720,-5-22 0,-1 0-993,2 17-286,-2-10 1,-1-3 1036,-2-4 0,1 11 1,1-9-1</inkml:trace>
  <inkml:trace contextRef="#ctx0" brushRef="#br0" timeOffset="124626">29181 6416 11131,'3'-10'1439,"0"2"-810,0 3 271,-2 0-540,0 24-90,-4 8-360,1 5 0,-3 0-1349,2-2-1080,-1-6-758,1 7 2457,2-15 1,1-7 0,0-3 0</inkml:trace>
  <inkml:trace contextRef="#ctx0" brushRef="#br0" timeOffset="125048">29315 6484 11221,'1'-9'3276,"-8"16"-2954,-3 6-412,-1 6 90,2 1-90,7-11 0,-1-1-450,4 8 360,1-7 0,2 5 0,1-7-539,10 6 629,-6-4-360,12 11 450,-14-11 90,2 9 0,-11-7 0,-2 1 0,-11 1 0,-2-1-540,-5 2-2827,3-4 3264,5-6 0,8-6 1,2-4-1</inkml:trace>
  <inkml:trace contextRef="#ctx0" brushRef="#br0" timeOffset="125274">29330 6538 10681,'3'-10'989,"-1"2"-809,3 4 90,4 0 90,5-3-180,5-1-270,-1 1-360,2-3-629,-2 3-720,-4-1 1799,2 1 0,-9 3 0,2-1 0</inkml:trace>
  <inkml:trace contextRef="#ctx0" brushRef="#br0" timeOffset="125632">29610 6524 13199,'-10'7'1260,"-5"8"-4537,1 16 1793,3-9 1686,1 17-292,10-26 63,4 17-63,-1-17-270,7 10 90,0-16-179,10-3 359,-5-3 0,5-6 231,5-17-141,-9-1 0,5-16 180,-22-1 645,-11 4-2534,-19 6 630,6 17 1079,-3 9 0,19 8 0,3 1 0</inkml:trace>
  <inkml:trace contextRef="#ctx0" brushRef="#br0" timeOffset="126145">30638 5782 9871,'-3'-9'900,"-1"2"539,0-1-539,1 4-361,-1-4 1,1 3-450,3 13 0,0-3 90,1 26-180,1-15 0,-1 22-990,-2 2-649,-2-5 1,0-1 982,-1 13 1,-1-16-1,0-2 1,0-5 0</inkml:trace>
  <inkml:trace contextRef="#ctx0" brushRef="#br0" timeOffset="126661">30356 6434 10501,'-10'2'1799,"13"-7"-1709,0 3 180,31-9-90,-11 7-90,16 1-90,-15 5 90,-3 6-90,-13-2 0,0 18 0,-9-11-90,-5 19 90,-3-15-90,-4 4 90,-12 14-90,3-7 90,-5 13-90,13-14 90,8-12 0,8-3-270,4-7 0,0-2-1349,17-1-1658,-4-2 3219,7-2 0,-1-1 1,-4 0-1</inkml:trace>
  <inkml:trace contextRef="#ctx0" brushRef="#br0" timeOffset="127116">30731 6569 10681,'0'-12'3238,"-1"3"-3148,-6 9 0,3 2 90,-6 6-90,5-2-90,0 2 90,0 0-270,-5 14-180,6-2-180,0 11 1,11-9 359,0-7 0,7-5 0,-6-8 180,3-1-180,3-4 90,-5 0 180,10-16 0,-13 2 0,3-13 90,-14-2-90,0 10-90,-5-1 0,3 14-90,-8 0-90,4 5-1079,-12 1 269,12 6-2068,-6 3 3058,11-1 0,-4 4 0,3 0 0</inkml:trace>
  <inkml:trace contextRef="#ctx0" brushRef="#br0" timeOffset="127527">30917 6623 11221,'2'-8'3276,"-7"8"-2415,0 3-681,-4 7-90,4-1 0,-1 9-180,3-7-630,0 20 271,5-16-1,4 11-360,10-12 541,0-5-1,11-8 180,-12-5 270,9-24 0,-17 6 0,2-19-1,-20 2-988,-8 8 269,2 5-269,0 15 809,8 9 0,4 1 0,0 1 0</inkml:trace>
  <inkml:trace contextRef="#ctx0" brushRef="#br0" timeOffset="128641">31526 5909 9691,'-8'4'1799,"7"2"-1619,2-2 0,6 1 360,9 0-90,12 1-270,0 1-1,13-1 1,2-1-90,0-1 0,-5-1 0,6 0 0,-5 0-1345,-13-2 1,0 0 1284,8 0 0,3 0 0,-4 0-1266,-7 0 1,-1-1 1235,7 2 0,2 0 0,-2-1 0,3 1 0,0 0-601,1 0 0,1 1 0,0 0 601,6 0 0,0 0 0,0 0-267,-2 0 1,-1 0 0,-3-1 266,2 1 0,-4-1-45,-8-1 0,-2 0 45,13 0 172,-5-1-1521,-4 0 989,1 1 1174,-9 1-814,-9 1 0,-5-1 0,1 0 0</inkml:trace>
  <inkml:trace contextRef="#ctx0" brushRef="#br0" timeOffset="129149">32160 5744 9691,'-4'-7'3149,"5"16"-2700,2 2 1,2 19 0,1 4-360,-2 0-1729,0 3 1,-2 1 1023,-2-5 480,-1-1 0,1 0-1840,-4 13 1435,2 4-2710,-1-6 3250,6-12 0,2 6 0,3-4 0</inkml:trace>
  <inkml:trace contextRef="#ctx0" brushRef="#br0" timeOffset="129740">31821 6634 10681,'-7'-7'1889,"2"0"-1709,6 2 0,1 0-90,5 1 89,-1 0 271,19-3-360,-9 3 90,28-6-90,-18 7 0,14-1-461,-18 3 461,0 3-90,-14 0 90,-7 15-90,-20 11 0,-4 5 0,5-12 0,0 0 0,-4 7 0,1 4-90,14-9-3187,7-4 3105,6-6-278,15-5-1438,21-6 1168,-11 1-919,-4-5 1,-2-1 1467,-7-2 1,12-5 0,-7 0 0</inkml:trace>
  <inkml:trace contextRef="#ctx0" brushRef="#br0" timeOffset="130196">32405 6564 11041,'-1'-11'2518,"1"2"-2338,-6 6-90,-1 4 90,-5 5-90,-1 3-90,-6 9-180,7-2-180,1 4 180,9-9-539,11 6 449,-3-8-90,7 5-359,4 3 449,-7-7-450,13 19 540,-17-18-544,3 14 724,-9-16 90,-12 12-1,3-11 181,-23 12-180,14-13 0,-18 6-629,4-7-2610,-1-3 3149,6-2 0,5-7 0,10 0 0</inkml:trace>
  <inkml:trace contextRef="#ctx0" brushRef="#br0" timeOffset="130427">32339 6565 9961,'3'-8'720,"1"0"359,11 1-629,1 2-90,13-4-180,17-1-360,-16 2-1459,4 0 1,-2 0-1639,-6 1 2458,15-3 1,-19 4-1,2 0 1</inkml:trace>
  <inkml:trace contextRef="#ctx0" brushRef="#br0" timeOffset="130810">32861 6564 12480,'-7'8'1439,"-1"0"-989,0-3 629,-14 9-584,2 3 0,0 3-316,2-3 1,-1 2-90,-3 6 0,2 1-225,8-2 0,3 0-764,6 24 719,0-9-270,21-8 270,-7-24-179,16-1 269,-12-6 0,9-7 0,-1-7 270,-3-15-90,11-7 0,-26-3 89,-14 10-89,-2 3 0,-22-8-1799,-8 14 540,5 1-180,-1 10 1349,15 6 0,3 3 0,-8-1 0</inkml:trace>
  <inkml:trace contextRef="#ctx0" brushRef="#br0" timeOffset="131770">32612 6045 9781,'6'3'1619,"-5"-1"-1259,21 0-180,-10-1 0,8 1 90,6 0 0,5 2-180,5-1 0,4-1 0,-2 1 0,3-1 0,-1 0-61,-5 0 1,0-1 0,0 1-511,5-2 1,2 1 0,-4-1 525,0 0 0,-3 0 135,2 1 0,-4-1-180,2-1 90,-14 0-90,18-3-90,-14 1-540,20-2-180,-26 3 361,2-1 449,-11 0 0,-5 1 0,-1 1 0</inkml:trace>
  <inkml:trace contextRef="#ctx0" brushRef="#br0" timeOffset="132153">33430 5912 10591,'-2'-9'1979,"1"14"-1889,1 2 180,0 30-270,0-14 134,-1 12 1,-1 2-135,0 8-1639,-1-9 1,1-1 124,0 1 345,2 10 1399,0-25-3507,5 20 3129,-2-26 0,6 11 1,-3-11-1</inkml:trace>
  <inkml:trace contextRef="#ctx0" brushRef="#br0" timeOffset="132834">33229 6667 9691,'-10'-5'1080,"1"-1"-990,9 0 0,-1 1 0,14-1 0,-6 5 0,16-2-90,-12 3 90,15-1-90,-16 4 0,5 1-90,-14 10-3187,-1-5 3162,-7 6-481,-7-2 506,5-3-1981,-15 13 2071,15-13 0,-5 5 0,8-7 0,4 6 1982,0-4-2432,7 9 270,0-12 505,2 6-864,-2 3 3571,-3 1-3122,-4 8 90,-8-4 270,-17 7-90,-4-7-270,3-3-90,5-7-1709,12-5 1889,5-2 0,-1 0 0,6-3 0</inkml:trace>
  <inkml:trace contextRef="#ctx0" brushRef="#br0" timeOffset="133274">33445 6898 10861,'-3'-10'1979,"0"2"-1530,-2 5-89,-5 3 270,-11 13-630,6-5-90,-8 18-180,16-6 90,1-1 0,5-2-269,6-3 359,-1-6-360,13 6 270,-6-12 90,8-2 90,-8-5 0,2-16 90,-8 7 0,1-23 0,-8 11-90,-4-16-360,-2 19 90,0 0-180,2 16 450,-2 3 0,1 4 0,-4 1 0</inkml:trace>
  <inkml:trace contextRef="#ctx0" brushRef="#br0" timeOffset="133701">33632 6837 10771,'8'-5'3276,"2"0"-2055,-20 15-951,4 0 0,-17 22-180,11-14-180,-2 22-180,10-20 0,2 11-179,11-11-1,9-8 360,-3-3 0,8-17 90,-17-2 0,4-14 90,-8 1 0,-7-19-360,-10 7-180,1 4-179,-4 16-2648,-2 10 3084,4 3 0,-12-1 1,6 2-1</inkml:trace>
  <inkml:trace contextRef="#ctx0" brushRef="#br0" timeOffset="135401">25512 5097 8792,'-10'-3'3276,"0"0"-1605,3 3-1221,0 1-360,10 1 180,20 0-1909,5-3 1,3 0 1580,-5 0 1,0-1 12,7 0 0,1-1-315,-7 0 0,0-1-989,18-3 629,-1 0 720,-15-2 0,-23 6 0,1-1 0</inkml:trace>
  <inkml:trace contextRef="#ctx0" brushRef="#br0" timeOffset="137424">25510 4321 10501,'-9'2'2249,"16"1"-5526,-1-2 1163,15 0 2384,27-4-1294,-16 0 1,2-1-281,-2 0 0,1 1 217,-3-1 0,-4 0 1087,-9 0 0,-5 0 0,-1 0 0</inkml:trace>
  <inkml:trace contextRef="#ctx0" brushRef="#br0" timeOffset="139374">25620 3535 10141,'5'1'2969,"25"-3"-2880,2 3-179,-3-3 1,0-1-1992,-1 0 1272,16-3-1685,-8 1 2494,-5 0 0,-7 0 0,-16 3 0</inkml:trace>
  <inkml:trace contextRef="#ctx0" brushRef="#br0" timeOffset="141936">25476 2797 10321,'7'0'2339,"-4"0"-1800,43-3-449,-22 2-315,12 0 1,5 0-1126,-2-2 1,1-1-290,8 1 1,0 0 1091,-5-2 1,-2 1 0,-7 0 0,-3 0 0,14-2 0</inkml:trace>
  <inkml:trace contextRef="#ctx0" brushRef="#br0" timeOffset="146315">25610 2086 9781,'4'-7'630,"0"0"-540,3 4 90,11-1-180,14-1-1639,4-2 1,2 0 1555,4-1 1,-8 0 0,-3 1 0,-13 0 0</inkml:trace>
  <inkml:trace contextRef="#ctx0" brushRef="#br0" timeOffset="148601">25357 1249 10861,'9'-6'809,"11"-2"-629,-6 4-90,13-1-495,17-4 1,3 0-136,-1-1 540,-8 2 0,7-3 0,-8 2 0,3-2 0,-13 3 0,1 0 0</inkml:trace>
  <inkml:trace contextRef="#ctx0" brushRef="#br0" timeOffset="150849">25519 1360 9512,'6'-11'359,"-2"2"-269,-1 3 90,-2 1 0,1-2 360,2-19-270,-2 0-1909,-1-8 1,-1-2 1113,-2-9 570,-1 4 0,-1-3-90,0 8 1,-1-3 66,1 5 1,0-4-1,-1-2 1,0 0-475,0-2 1,-1-1 0,0 0 0,1 1 451,0 1 0,-1 0 0,1 1 0,0 0-483,-2-7 1,1 1 0,0 7 212,-2-7 998,2 9-4005,3 26 3273,0 9 0,0 9 0,0 11 0</inkml:trace>
  <inkml:trace contextRef="#ctx0" brushRef="#br0" timeOffset="160410">11966 6353 7173,'-9'-2'3276,"1"1"-1785,22 4-1311,9-1-135,1 0 0,7 0 45,8-2 0,6-2 0,3 1-910,-3 1 1,1-1 0,2 1 0,1-1 396,-9 0 0,0 0 1,0 0-1,1 0 0,2 0 441,5 0 0,3 0 0,0 0 0,-1 0 0,-2 0 224,3 0 0,-2 1 0,-1-1 0,-1 0-220,-6 0 1,-1 1 0,-1-1-1,0 0-129,8 1 0,-1-1 0,-1 0 137,-2 1 0,0 0 0,-2 0-30,6-1 0,0 1 0,-10 0 0,2 1 0,-4-1-39,-4 1 0,-6 0 39,-1 1 0,0 1 0,-9-2 2461,-1 2-2641,-6-2 314,2 2 0,-6-3 0,1 2 0</inkml:trace>
  <inkml:trace contextRef="#ctx0" brushRef="#br0" timeOffset="168235">26595 4993 12120,'-9'3'90,"1"-1"0,6 5-90,-1 0-270,1 0 180,3-9 90,-5 1 0,1-6-90,-3 8-270,1 2 181,3 4-1,7-2 0,6-4 90,-2-1 180,5-9-90,-8 4 90,0-3-3367,-3 2 3084,-7 8 0,2-3 1,-3 6-1</inkml:trace>
  <inkml:trace contextRef="#ctx0" brushRef="#br0" timeOffset="169237">26521 4877 8522,'-2'-8'1169,"-1"-1"-539,0 5-270,0 0-90,-2 1-180,-2 3 0,2 1 90,-2 2-1,-2 2 1,-4 4-180,3-3 0,-11 11 90,13-10-90,-7 8 0,9-8 0,1 2 90,-8 18-90,8-11-313,-5 14 313,8-10-1028,1-4 1028,0 5 0,3 3 0,7 15 90,-2-11-90,7-1 0,2-3 0,0-7 0,6-1 0,1-1 0,-2-7 280,19 3-280,-10-9 0,9-1 971,1-4-971,-9-1-45,-5-4 0,0 0 45,-2-2-45,6-7 0,-2-1 45,-10 3 0,14-20 90,-20 5-90,-2 4 90,-3-13 0,-7 19 0,-2-5 0,-6 2 0,-4 0 0,-10-1 0,-2 1-90,0-4 0,-1 2-45,-12 2 0,-2 7-315,11 8 0,0 4-450,-4 0 1,0 3-2159,-18 3 2968,13 4 0,6 3 0,6 0 0</inkml:trace>
  <inkml:trace contextRef="#ctx0" brushRef="#br0" timeOffset="179793">25411 6266 9961,'0'-10'2519,"-2"0"-2159,-2 6-1,0 0-89,-4 1 0,-9 6-180,6-1 0,-13 8 180,-10 22-270,13-12 45,0 9 0,3 3-135,10-4 90,0 19-270,23-7 270,-2-17-180,18 6 0,11-19-3097,-12-4 3072,13-3 115,0-15-1064,-5-18 1244,-15 13 0,-3-2-45,-6-4 0,-5-1 45,-6-8-1,-8 6 1,-7-1-928,-16-1 0,-3 1 793,13 4 0,-3 2-587,-8 6 1,-6 3 0,4 7-1618,-6 12 610,7 0 1,2 3 1591,2 5 1,3 7-1,10-3 1</inkml:trace>
  <inkml:trace contextRef="#ctx0" brushRef="#br0" timeOffset="-212305.73">24732 5066 8882,'9'-4'2968,"3"-3"-1169,-7 5-1349,-31 17-360,16-7-90,-15 9 0,2 2-90,15-3 0,-4 6 0,20-4-450,28 13 450,-15-13 0,17 13-89,-23-12 89,-16-2 90,2 2 0,-30-2-1639,-4-7 1,-2-1 443,-7 3 1195,-4-1 0,4-2 0,24-6 0,-15 2 0</inkml:trace>
  <inkml:trace contextRef="#ctx0" brushRef="#br0" timeOffset="-212072.73">24628 5140 9961,'12'-12'540,"19"-8"-540,-4 8 0,1-1-270,14-6 270,-6 6 0,-2 2 0,-11 5 0,16-5 0</inkml:trace>
  <inkml:trace contextRef="#ctx0" brushRef="#br0" timeOffset="-211738.73">25057 5048 9422,'9'1'2698,"-1"0"-2158,-8 18-360,-2 0-3457,-5 12 2482,-1-5 885,-1 23-1859,10 0 1724,-2-23 0,1-2-134,9 13-361,34-26 450,-24-8-669,9-9 1,-3-6 758,-15-4 0,3-14 263,-24 0 1,-7-1-264,-11-8 0,7 6 0,-1 0 0,-10 4 0</inkml:trace>
  <inkml:trace contextRef="#ctx0" brushRef="#br0" timeOffset="-211339.73">24793 4161 9332,'-7'14'719,"0"5"-629,3 10-90,2-3 0,2 0-3277,-2 2 1403,3 14 1874,2-17 0,1-9 0,4 6 0</inkml:trace>
  <inkml:trace contextRef="#ctx0" brushRef="#br0" timeOffset="-210905.73">24990 4279 9422,'5'-11'1619,"-14"25"-1619,5-8 90,-11 20-90,6 3-90,6-12 0,-2 11-90,10-13 0,9-10 180,-4 0 270,9-32-270,-16 15 90,2-25 0,-8 27-270,-6-11 180,-9 23 0,5-5 0,-5 20 0</inkml:trace>
  <inkml:trace contextRef="#ctx0" brushRef="#br0" timeOffset="-210523.73">25158 4278 9242,'-4'-13'1259,"-11"11"-4536,2 11 1074,-3 6 2203,5 11-1438,8 15 1348,2-15 1078,5 11-1348,20-26 360,-11-7 360,28-23-270,-30 5 0,8-19 2538,-30-4-2448,-5 10 2682,-3-8-3132,-2 19-89,11 13 359,-10 8 0,10 2 0,-6 7 0</inkml:trace>
  <inkml:trace contextRef="#ctx0" brushRef="#br0" timeOffset="-209237.73">24733 3494 10231,'7'3'1619,"-2"2"-1349,-4 23-180,0-5-700,-2 9 610,2-6-840,0 7-1769,-2-6 2609,2 2 0,-1-16 0,0-6 0</inkml:trace>
  <inkml:trace contextRef="#ctx0" brushRef="#br0" timeOffset="-208839.73">24896 3530 10501,'6'-7'2519,"-10"13"-2429,1-2-90,-12 19 0,10-13-90,-4 5-450,11 9 90,10-4 270,0 4 0,7-9-179,1-3 269,-7-5 0,6 4 0,-6 0 90,-27 8-180,9-2-90,-22 2-540,10-9 810,1-1 0,0-1 0,0 1 0</inkml:trace>
  <inkml:trace contextRef="#ctx0" brushRef="#br0" timeOffset="-208622.73">24877 3584 9781,'7'-14'1080,"1"2"-900,5 5 0,5 1-1440,18-6 1260,-1 2 0,10-5 0,-13 5 0</inkml:trace>
  <inkml:trace contextRef="#ctx0" brushRef="#br0" timeOffset="-208239.73">25292 3521 12210,'-13'5'810,"1"1"-451,-4 15 1,0 4-270,3 0-1729,-2 0 1,3-1 574,11-6 974,2-6 679,8 6-1218,14-2 539,-5-1-180,26-10 180,-17-23 270,-1-24-90,-22-6 686,-12 4-866,-11 17-3187,-15 11 3151,11 9 1,-20-2 0,19 8 0</inkml:trace>
  <inkml:trace contextRef="#ctx0" brushRef="#br0" timeOffset="-207453.73">24462 2712 9602,'12'-7'1079,"6"-2"-90,28-6-899,-16 6 90,5-2 0,2 2 90,1 7-180,-2-1-90,-12 8 90,-20 12-135,-13 5 0,-5 5 0,1 4 0,0 1 45,-3-1 0,0-2-1702,-5 16 1702,20-32-90,3-5 90,2-1 0,21 5 0,-5-5-180,12 2-720,-2-10-2377,3-7 2457,-5 2 1,4-9 0,-17 5 0</inkml:trace>
  <inkml:trace contextRef="#ctx0" brushRef="#br0" timeOffset="-207037.73">24978 2744 9871,'4'-7'1260,"-13"9"-1080,-6 11-91,-3 3-89,-3 8 90,4 14-180,7-15 1,0 12-181,21-16 90,9-10 180,-1 4 0,3-13 90,2-23-3367,-14 10 3252,8-15 25,-18 15 90,-7-9-270,-8 2-90,2 0 0,-4 9 270,0 19 0,9 1 0,-7 8 0</inkml:trace>
  <inkml:trace contextRef="#ctx0" brushRef="#br0" timeOffset="-206622.73">25158 2778 9332,'5'-11'1979,"-1"4"-1800,-7 8 181,-12 40-270,5-19-90,2 2 0,2 1-180,11 4-359,19 3-2738,-1-4 2892,8-6 295,-11-21-90,14-15 180,-16 5 0,14-12-2268,-19-15 2357,-7 14-89,-2-16 0,-17 16 0,-4 4-89,2 1-621,-11 1 0,0 5 710,12 12 0,-16 9 0,19-2 0</inkml:trace>
  <inkml:trace contextRef="#ctx0" brushRef="#br0" timeOffset="-205389.73">24646 2101 13649,'9'-5'630,"7"0"-450,-4 4-180,3 0 90,-4 1-90,0 2 90,7 7-270,-23 21-3097,1-2 3162,-20 7 25,3-16 90,4-3-90,-9 9 90,10-9-90,-7 14 90,22-21 0,0 5 0,15-6-360,18-3 90,-8 0-283,8-5 1,1-2 552,-11-2 0,22-5 0,-28 2 0</inkml:trace>
  <inkml:trace contextRef="#ctx0" brushRef="#br0" timeOffset="-204822.73">24952 2144 9961,'8'-7'2429,"-1"0"-2339,-24 26-270,6-4 90,-9 11 0,13-11-540,19 0 540,-4-7 1,10 6-1,-6-10-270,16 5 180,-8 0 180,6 0-90,-13 2 90,-12-4-90,-15 12-90,-1-6-450,-13 5 1,14-10-1440,-1-2 2069,8-4 0,-3 1 0,4-2 0</inkml:trace>
  <inkml:trace contextRef="#ctx0" brushRef="#br0" timeOffset="-204586.73">24988 2105 9332,'6'-7'1079,"3"0"-539,9 0-540,19-8-360,-12 6-1079,13-6 1439,-23 8 0,-3 0 0,0 2 0</inkml:trace>
  <inkml:trace contextRef="#ctx0" brushRef="#br0" timeOffset="-204190.73">25261 2113 12030,'2'12'1169,"-2"7"-1079,-6 17-180,1-13-405,8 5 1,2-1 314,1-11 90,8 14-270,7-24 180,8-11 270,5-9 90,-17-4 0,-3-3-90,0-9-90,-9-9 0,-22 15 0,-4 2-3277,3 3 2815,-4-1 0,-3 4 462,-10 15 0,8 2 0,-14 3 0</inkml:trace>
  <inkml:trace contextRef="#ctx0" brushRef="#br0" timeOffset="-203422.73">24427 1146 10231,'1'-10'990,"6"1"-541,21 5-449,-4 2 90,8 0-180,-7 5 0,-8 4 90,-2-1-90,-7 5 90,-22 14 0,7-13-90,-16 30 90,22-19 0,-3 3 0,13-6 0,22 14-3277,-16-18 3162,16 20 115,-24-24-89,2 11 89,-4 0 0,-2 2 0,-10 0-720,-26 8 720,5-2 0,-6-1 0,19-14 0</inkml:trace>
  <inkml:trace contextRef="#ctx0" brushRef="#br0" timeOffset="-203004.73">24888 1363 9422,'-17'-11'719,"3"8"-1883,-3 8 1164,5 6 90,0 6-3367,-2 24 2967,5-14 458,10 6 1,5-2-329,5-14-481,9 13 571,-10-25 479,1-5-120,4-11-179,-5 3 3186,-9-39-2699,-10 23-487,-6-17 0,-2 22-1440,6 11-988,-3 3 2601,9 8 1,7 5-1,5 3 1</inkml:trace>
  <inkml:trace contextRef="#ctx0" brushRef="#br0" timeOffset="-202605.73">25170 1398 9512,'-8'-17'1709,"4"7"-1080,-16 5-539,13 9-90,-11 8 0,11 0-180,-5 17-719,5 10 719,0-5-90,6 1-719,24-10 989,-10-14 90,14 5 449,-1-32 91,-10-20-2999,5 2 2549,-16-8 0,-18 16 0,-4 3-990,-4 4 810,-5 5 0,-2 8 0,2 21 0,-8 16 0</inkml:trace>
  <inkml:trace contextRef="#ctx0" brushRef="#br0" timeOffset="-181356.73">26651 1233 10771,'0'-10'1709,"-2"1"-1349,-2 5-90,-8 3 179,-25 19-359,0 8-1045,14-10 0,0 2 1000,2 7 0,3-1-657,-2 9 612,2 8 0,3 5-270,10-14 1,3 1 44,-4 8 0,5 0-135,11-6 0,6-5 91,10-4-1045,4-2 1224,-10-21 1532,-12-4-1442,8-13 90,-10-12-90,2 2 719,-13-6-629,-18-4-2897,7 13 2807,-8-10 0,14 19 1089,13 3-1359,33-5-954,-12 5 0,3 1 1179,1 0 0,1 2-45,0-1 0,-1 1-1697,11 1 1787,-12 2 1427,-2 2-1516,-22 18-1,-15 25 0,0 4 852,3-21 1,1-1-943,1 11-359,12-9 359,0-8-1016,10 2 116,-5-16 1080,8-2 0,0-6 0,6-2 0</inkml:trace>
  <inkml:trace contextRef="#ctx0" brushRef="#br0" timeOffset="-181071.73">26935 1276 9242,'-7'-5'989,"7"-1"-809,3 3 180,23-5-270,-12 5 0,14-5 0,-13 5-90,11-2-1529,4-2 179,-5 3 1350,-3-1 0,-16 4 0,0 0 0</inkml:trace>
  <inkml:trace contextRef="#ctx0" brushRef="#br0" timeOffset="-180856.73">27070 1235 11850,'2'8'540,"0"0"-270,1 1 0,0 13-1,0 10 1,-2 5-1909,0-4 1,-1 1 656,1 5 0,-1 0 217,-2-8 1,-1-4 537,-1 10 0,-2 0 0,1 0 0</inkml:trace>
  <inkml:trace contextRef="#ctx0" brushRef="#br1" timeOffset="-164723.74">27650 5735 7173,'1'9'3276,"-1"0"-705,-2 9-2571,-2 3 0,1-1 0,0-1 0,-1 6 0,2-13 0,-1 14 269,3-13 91,-1-2-270,5-14-90,-3-1 90,4-15 0,1-6-90,-3 12 0,4-23 0,-5 21 0,1-9 0,-2 8 0,-1 4 0,0 2-90,0 1 90,1 13 0,-1 5 0,0 16 0,-1-5-90,1-2 0,0 1 90,1-11-90,-1 14 90,3-39 0,-2-5 0,1-10 0,-3 3 0,2 20-90,-3-6 90,-1 30 0,2-17-90,-3 37 0,4-25-89,-3 20 179,3-22-90,-2 8 90,0-22 0,0-7-180,0-3-540,-2-3 720,3 12 0,-1 1 0,2 4 0</inkml:trace>
  <inkml:trace contextRef="#ctx0" brushRef="#br1" timeOffset="-162056.74">27575 4494 8342,'-8'2'-360,"0"0"2159,3 0-1799,7 1 0,-1 0 90,8 2-90,-2-5 0,-2 0 90,1-4-180,-2 0-90,0 8 91,-1-2-1,1 10 90,-2-7 449,0-11-359,-2 4 0,-3-10-90,-3 14-450,2 2 181,-1 3 269,3 0 0,1-3 0,0-2 0</inkml:trace>
  <inkml:trace contextRef="#ctx0" brushRef="#br1" timeOffset="-160539.74">27525 4373 9332,'-10'-3'809,"1"2"-629,3-1-180,-2 3 90,-4 1-90,2 2 90,-8 7-90,8-1 0,-2 3 0,7-4 0,1-3 90,-7 23-90,5-9 0,-4 10 0,6 3 0,4-21 0,2 23 0,4-13 0,2 1 0,0-2 0,2-6 0,4 1 0,-3-2 0,2-2 0,-8-7 0,1 0 0,9 5 0,-1 1 0,16 5 0,4-4 90,-10-5-90,7-3 0,-22-5 0,3 0 0,1-2 0,-5 2 0,5-2 0,-5 1 0,-1-1 0,3-1 90,8-4 0,-6 2-90,7-3 450,-1-5-271,-5 4-89,6-7-409,-14 9 319,0 0 180,-2-1 90,2-12-180,-1 3 0,-1-4 0,-3 3 90,-5-4-180,1 4 90,-2-3-90,2 13 90,-8-13-90,4 11 0,-9-15-2983,-1 6 3073,4 6-646,-4-4 556,9 13 0,0-1 0,-11-2-90,-6 2-1099,0 1 1009,0 3 2527,12 3-5624,-32 11 2782,17-1 1,2-1 0,0 0 0,-3 5 0</inkml:trace>
  <inkml:trace contextRef="#ctx0" brushRef="#br1" timeOffset="-153722.74">32937 6024 8702,'0'-11'2429,"0"3"-2339,4 9-90,-2 0 0,3 8 90,-3 5-90,0-6 0,-1 6 0,0-7 89,0 5-89,0 2 0,0 0 90,0 0-90,0-1 0,0-2 540,0 7 360,-1-10-720,-1-26-91,0 6-89,0-21 0,1 19 90,0 1-90,1-13 0,0 10 0,0-18 0,-1 26 0,1-9 0,0 12 0,0-1 0,3 14 0,-2-2-90,0 19 90,-2-4 0,-1-1 0,0-3 90,1-2-90,1-7 0,0 6 90,-1-8-90,1-24 0,-1 11 0,1-20 0,-1 3 0,-1 4 0,0-4 0,0 10-90,0-3 90,1 22-90,0-4 90,-1 43 0,0 0-89,1-3-91,-1-12 0,1-19-3097,3-2 2657,1-9 0,-1 2 0,1-9 0</inkml:trace>
  <inkml:trace contextRef="#ctx0" brushRef="#br1" timeOffset="-152773.74">32688 6231 9512,'11'-1'449,"4"0"-359,3 3-90,-5-1 0,4 2 0,-11 1 0,-2 8 90,-2-5-90,-21 24 0,5-17 0,-10 11-90,9-9 90,2 0 0,3-3 0,7 8 0,6-15 0,6 5 0,9-5-270,1-2 91,3 1-91,-3-3-1619,-2-1 1439,-6-1 450,5 1 0,-9-2 0,0 0 0</inkml:trace>
  <inkml:trace contextRef="#ctx0" brushRef="#br1" timeOffset="-152054.74">33029 6278 7803,'-10'-4'89,"-4"2"-89,6 2 0,-6 1 0,1 4 0,1 7 0,3 0 0,7 2 0,9-4-89,7 7 178,-4-7-89,15 22 0,-19-22 0,6 14 0,-16-15 0,-12 8 90,-5-2-90,0-1 90,0-4 180,0-3-90,3-5-180,7-5 0,8-4 0,11-5 0,3 0 90,11-17-90,-8 10 90,-2-7 0,-4 0-90,-11 10 0,-1-16-360,-10 23-1079,-1 2 1439,2 2 0,4 3 0,6 1 0</inkml:trace>
  <inkml:trace contextRef="#ctx0" brushRef="#br1" timeOffset="-151571.74">33173 6332 9961,'-6'10'270,"-5"15"-270,8 1 0,-1 3 0,5-5-90,6-13 0,4-5 90,1-1 0,9-20 0,-12-1 90,3-10-90,-16-5 0,-10 3-1666,1 3 1576,-6 5 90,-20 23 0,16 2 0,-22 7 0</inkml:trace>
  <inkml:trace contextRef="#ctx0" brushRef="#br1" timeOffset="-146239.74">32684 2136 10051,'0'10'-90,"1"-2"-90,1-3 180,3-4 90,1-1-90,0-3-539,-1 0 179,-7 6 180,4-2 180,-4 8 0,1-5 0,-3 0 0</inkml:trace>
  <inkml:trace contextRef="#ctx0" brushRef="#br1" timeOffset="-145389.74">32676 2008 7623,'-10'-2'269,"-1"1"-179,2 1 90,-10 8-90,1 3 0,-2 1 0,4 6 90,-2 15-180,6-6 90,-3 11-1634,11-16 1544,1-7 90,7 30-90,6-6-518,-5-15 1,1 1 607,14 13-45,-3-20 0,3-3-45,20 11 0,-19-11 0,2-3 725,3-7 0,-1-4-635,2-4 45,-2-5 0,-1-3-45,-3-3-90,2-12 179,-18-5 1,-4-1-2353,0 2 2218,0-4 0,-3 2-45,-4 11 90,-8-11 0,-12-1-470,5 3-70,-19 4 270,24 21-179,-9 0-185,-8 8 1,7 2 0,-17 3 0</inkml:trace>
  <inkml:trace contextRef="#ctx0" brushRef="#br1" timeOffset="-141854.74">27601 2352 7263,'-11'-1'-180,"1"-1"1439,3 2-989,1-2-90,15 3-180,6-2 0,9 1 90,-4-1-90,-8 0 90,11-1 0,3-1-90,6 0 0,-9 1 0,4-1 90,16 0-90,-17 0 0,0 1-1639,6-1 1,-1 0 1613,7 0 25,-9 0 0,2 1 90,15 0-90,-17 0 0,2-1 0,6 1 0,-2 1 90,14-3-90,-24 3 0,1-1 1638,2 1 0,0-1-1432,6 0-206,-2 1 0,0 0 90,12-2-90,1 1-634,-3-1 634,-16 2 0,14-2 0,-1 0-2138,3 0 2138,-15 1 90,-13 2-90,25-2 0,-13 0 0,14 0 492,-13 1-492,21-1-2637,-3 1 2637,-20 0 0,0 1 90,11-1 1434,5 1-1434,-9 0-363,7-1 273,-15 1 90,20-2-45,-18 2 0,1-1 1583,-1 0 1,0 0-1629,18 0 0,-25 0 179,25 0-89,-13-1-90,11 0 90,-14 2 90,10-1-3163,7 0 3073,-2 0-108,-7 0 108,10 1-2353,-9 0 2263,12 0 0,-21 0 0,21 1 0,0 0 1131,-20 0 1,-1 0-1132,-1 0 0,-3 0 0,-5 0 18,12 1 72,14 0-90,-18 0 0,0 0 0,2-1 3276,12 0-3160,8 1-116,0-2 0,-21 1 0,-3-1 0,0 0 0,10-1 0,-24 1 0,10 0 0,19 1-3277,-10-1 3162,9 2 115,-13-2 90,13 2-90,1 0-1301,-4-1 1301,-15 0 0,-10-1-90,23 0 90,-3 0 0,8 0 2748,-13 0-2748,13 0-2748,-1 0 2748,5 0 0,-12 0 1301,11 0-1301,-11 0-605,15 0 605,-14 0 0,-12 0 0,24 0 0,-5 0 0,0 0 90,-7 0-90,-5 0 0,-1-1-1664,19 1 1664,-18 0 0,11 0 0,9 0 0,-3 0 645,3 0-645,-20 1 0,-15-2 0,18 1 0,-10 0 0,11-1 0,7 0 0,-14 1-645,22-2 645,-25 1 0,1 1-241,-12-1 241,0 1 2149,20-2-2149,4 0 0,8-1 0,-10 2 0,-8-1 0,10 0 1532,-14 1-1532,10-2 445,-20 2-445,15-1 0,-10 1 0,21-2 0,-17 2 0,6-1 1776,1 0-1776,-10 0 0,6 1 0,-12 0 0,16 0 0,-15 1 0,10-1 0,-11 0 0,10 1 90,11 0-90,-1-1 270,1 1-91,-12-1-89,-7 1-90,2 0 90,-5-1-90,1 1 90,-3-1-90,3 1 90,-3-1-540,3 1 450,-3-1 0,-3 0 0,-1 1 0</inkml:trace>
  <inkml:trace contextRef="#ctx0" brushRef="#br1" timeOffset="-139090.74">27471 4578 7892,'11'7'540,"3"-2"-270,2-5-180,-3 1 0,4-2 0,-9 1 180,13-1 90,26-3-360,-13 0 89,-1 1 1,1 0-90,-2-1-1639,-6 2 1,0-1 754,8 0 884,13-2 474,-7 2 1,4 0-445,-9 1 0,2-1 0,-1 0-30,-2 0 0,1 1 0,-1 0 0,10-2 0,1 0 60,-8 2 0,1-1 0,-1 0-15,9 0 0,1-1-195,-8 2 1,1-1-1,2 0 180,5 0 0,1 0 0,-7 0 1555,-12 1 0,0 1-1540,14-1 0,11-1 0,0 1 0,-11 1-45,-12-1 0,-1 1-1057,13 0 1,6 0-1,-10-1 1057,-6 1 0,0 0 0,6 0-677,-6-1 1,3 1 0,-2 0 676,10 0 0,2 0-24,1-1 1,3 1-1,-6-1 24,-16 2 0,-1-1 0,14 0 0,4-1 0,-7 1 0,3 0 0,-5 0 1087,-8 1 1,1-1-1066,10 0 1,10 0-1,0-1 1,-7 2 22,-4-1 0,-2 1-45,-2-1 0,3 0 0,0 1 90,13-1 0,-6 1 27,-5 0-87,-3 0 0,6 0 0,-5 1-2064,10 0 2034,-9-1 0,-2 1 0,-4 0 45,-8-1 0,2 1 0,11 0 0,0 1-45,-2-1 0,0 0 0,1 1 0,-3-1 0,-3 1 292,1 0-292,0 1 0,1 0 2268,10 1-2238,-8-1 0,5 1 0,-5-1-2298,7 2 2268,-8-2 0,1 1 0,9 0 0,-16-1 0,-1-1 0,16 1 0,6 0 0,-2 0 90,-7 1-255,-7-2 0,1 0 165,10 2 0,-2 1 0,-4-1 0,-4 1 2105,7-1-2105,-20-2 0,20 2 0,-10-1 0,7-1 0,0 1 493,4 0-493,-9-1 1166,-5 0-1166,3 0 0,-15 0 0,35 0 0,-27 0 0,26 1 0,-15-1-2654,-1-2 2654,4 2 0,-8-3 0,-13 2 0,30-1 1488,-25 0-1488,7 0 0,1 1 0,-9-2 90,3 2-90,-6-1 0,5 0 3276,2-1-2890,1 0-206,-7 0-90,-12 0 0,4 0-3367,-2-3 2747,-7-3 0,-6-2 0,-11-2 0</inkml:trace>
  <inkml:trace contextRef="#ctx0" brushRef="#br1" timeOffset="-136856.74">32722 2240 8972,'-2'-7'-720,"0"-1"810,1 3 180,-2 0 270,1-1 719,0 1-809,4 15-180,-1 9 359,3 28-449,-1-2-90,-1-3-1731,-1-14 1641,-1-13-2549,1 25 2549,-1-18 90,1 19 0,-2-13 0,0-2-90,0-1-428,-1 2 0,1-2 428,1-11 1055,0 12-965,1 13 2738,0-9-2828,0 0 0,1-1-2828,0-11 2828,1 19 1229,1-10-1229,0 2 0,1 1 0,0-1 0,-2-8-635,-1-3 635,1 2 0,-2-10 3077,4 28-3077,-3-20 0,3 19 0,-3-9 0,0 0-472,-1 2 472,-1 0 901,0 13-901,-1-16 0,1 1 0,-1 3 0,0-1 0,0 16 90,-1-15-90,-1 10 0,2-15 0,1 5 0,1 0-2871,3-8 2871,2 11 0,-2-17 0,0 0 0,2 15 0,-2-11 0,1 6 0,0 0-2269,0-5 2269,2 13 0,-4-19 2269,1-5-2269,5 25-2269,-5-18 2359,5 17-180,-7-24 180,1 9-90,0 8 0,1 1 1134,-2 0 0,0 0-1134,1-5 0,-2 8 0,-2 1 0,1-2 0,-3 8 3276,1-9-3160,-1 5-116,1-14 0,0 5 0,-1-2 0,1-6 0,-2 10 0,3-9 0,0 1 0,1-3 0,1 12 0,0-17 0,2 9 0,-2-7 0,1-4 0,-1 2 0,0-5 0,1 0 0,-1-1 0,-1 0-3277,2-1 2544,-7-9 1,2-2 0,-7-9 0</inkml:trace>
  <inkml:trace contextRef="#ctx0" brushRef="#br1" timeOffset="-134973.74">27502 2446 8612,'7'-3'0,"0"0"270,-3 0 0,-2-3 0,-1 0 269,-1-4 811,1 0-181,-1 1-989,14 29-180,-9-9 0,11 25 90,-7 0-90,-1 0 0,0 4-1639,-1 5 1,-1 1 1625,2 0 1,-2-3 12,-4-9 0,0 1 30,-1 5 0,0 5 0,0-4-30,0-2 0,-1 1-675,1 4 0,0 3 0,1-4 675,-1-3 0,1-1 24,-1-3 0,1 2 1,0-1-25,0 7 0,0-1 0,-1-7 0,1 0 0,-1-4 0,-1 12 45,-1-11 0,0-1-1637,0 3 1592,-1-5 0,0 2-81,-1 1 0,-1-3 81,-1 4 5,2-4 0,-2 2-5,1-3 0,-1-1 0,-3 17 0,3-16 0,0-1 0,-1 4 1517,1-9-1427,-1 6-90,1-5 2268,0 2-2268,2-14 0,-1-1 0,-2 13 0,1-8 0,-1 6 2732,3-11-2732,1-4 0,-3 12 0,1-5 0,0 7 0,1-11 0,1-2 0,0 3 0,0-1 660,0 4-660,0 0 0,-1 1 0,1-3 0,0 5 0,2-2 0,0 2 0,0 4 0,0-10 0,-1 2 0,1-2-89,-1-3-3188,0 3 3129,-2-6 0,2-2 0,-1-3 1</inkml:trace>
  <inkml:trace contextRef="#ctx0" brushRef="#br1" timeOffset="-133823.74">27913 2500 10501,'-4'-7'1799,"-1"0"-900,3 2-719,7 37-3457,-2 15 2880,2-20 0,-1 1-308,-2 0 1,0-2 704,-1-3-245,0 1 155,0 5-989,-3 16 629,2-18 90,-3 6 1789,1-26-2598,0-3 1949,0 1 1,-7-10 0,-1-3-1</inkml:trace>
  <inkml:trace contextRef="#ctx0" brushRef="#br1" timeOffset="-133473.74">27793 2517 9242,'9'-8'629,"0"0"-539,0 1 90,1 2-90,-1 1 0,2-1 180,35-9-3547,-14 5 2834,-7 3 1,0 0 532,4 3 680,-5 12-770,-13 7 0,0 2 0,-20 4-45,-19 6 0,-4-1-2493,-1 2 2448,0-2 0,2-1-540,7-9 1013,9-2 0,5-7 0,2 1 0</inkml:trace>
  <inkml:trace contextRef="#ctx0" brushRef="#br1" timeOffset="-132839.74">28067 3011 10861,'-5'-10'719,"2"-1"-629,4 4 270,9-18-360,-3 6-90,5-10 0,0-7-1549,-6 8 1,-1-2 304,3-14 1289,-4 12 0,-1 2-1267,-4 8 1222,0 3 90,0 4-180,-3 5-720,-1 3 720,10 7 1,6-1 89,7 7 2127,2-4-2217,6-3-90,1-1 1,0 1 269,8-1 179,-3 3 1,-5 2 0,-17 1 90,0 24-90,-17-4-312,0 7 132,1-1-2249,12 4 1350,-2-13 899,9 8 0,0-23 0,3 0 0</inkml:trace>
  <inkml:trace contextRef="#ctx0" brushRef="#br1" timeOffset="-132423.74">28557 2799 12210,'11'-1'540,"3"-5"-720,1-19 90,-4 7-180,-4-11 0,-4-1 180,-4 9 0,-4-20 0,-1 31-90,-8 2-3097,-8 11 2893,2 0 384,-2 12-90,14-1 0,2 13 0,3 3 90,1-4-90,6 10 0,3-2-90,3-17-90,9 9-1079,5-14-642,-8-7 1181,9 1 810,-11-7 0,5-3 0,2-1 0</inkml:trace>
  <inkml:trace contextRef="#ctx0" brushRef="#br1" timeOffset="-131923.74">28892 2775 11311,'-29'-8'1619,"5"3"-1439,-6 2 89,-1 9-3546,3 10 984,4-2 2203,5 7-1517,33 13 1337,-6-19 733,21 14-643,-14-26-90,5-4-269,18-16 449,-17 6 0,18-16 0,-13-15 180,-12 12-45,-2-1 0,-3-4 1593,-6-8 0,-2 1-1238,0 12 0,0 2-355,-2-10 0,1 15-588,3 42 0,0 13 543,1 7-249,6 6 0,3 9 0,0-8-111,-5-20 0,1-1-950,7 22 0,0-4 51,-5-24 0,-4-10 1210,0-1 1,4-2 0,0 0 0</inkml:trace>
  <inkml:trace contextRef="#ctx0" brushRef="#br1" timeOffset="-131773.74">29308 2773 10141,'7'3'1349,"0"-1"-1349,0-1 0,-4 0 0,0-1 0</inkml:trace>
  <inkml:trace contextRef="#ctx0" brushRef="#br1" timeOffset="-117726.73">13353 10495 10681,'4'-9'2788,"2"1"-2698,-2 3 90,5 1-1068,8-1 1068,25-3-90,-6 1-30,-2 1 0,7 0 0,-5 1 13,-11 1 0,0 1-373,12-1 0,5 0 0,-7 2-510,-1 3-179,11 3 989,-44 12 0,-18-7 0,-16 6 0</inkml:trace>
  <inkml:trace contextRef="#ctx0" brushRef="#br1" timeOffset="-117498.73">13547 10548 12120,'15'35'315,"-5"-5"0,-3-1-225,-2 1 0,-1 2 0,1 7 0,0-1-540,-1-1 0,0 0-180,1 13 1,-1-3-1010,-2-14 1,-1-6 818,-3-2 1,-6-2 0,0-6 0</inkml:trace>
  <inkml:trace contextRef="#ctx0" brushRef="#br1" timeOffset="-117281.73">13353 11201 11131,'3'13'1799,"18"-4"-1619,1-6-136,20-7 1,4-2-314,0-1-824,-4-2 1,8-2 0,-7 1 963,-15 2 1,-2 0-1,14-7 1,-3-1-1,-7-3 1</inkml:trace>
  <inkml:trace contextRef="#ctx0" brushRef="#br1" timeOffset="-116878.73">14147 10771 11131,'-5'-9'1079,"1"2"270,-10-4-1079,6 6 450,-16-1-271,2 21-179,-7 12-45,13 4 0,3 2-3502,-2 11 3009,8-16 1,5 1-88,13 3 1,5-3 174,9 2 135,-5-3 0,2-4-45,8-14-45,-2-12 1,1-3 44,9-4 30,-6-6 0,6-5 0,-7-2 15,-8-1 0,-3-3 15,2 0 0,2-3 0,-10-3 60,-14-4 0,-9-3 0,-2 4-30,4 2 0,-7 2 30,-17-5 0,-10-1 0,4 11-30,12 14 0,0 5-150,-14-1 0,-5 3 0,8 4 1974,1 10-2454,4 2 1,4 4-2520,12 9 3149,8 9 0,13 0 0,9 2 0</inkml:trace>
  <inkml:trace contextRef="#ctx0" brushRef="#br1" timeOffset="-116468.73">14612 10612 11221,'-5'-33'2968,"1"11"-2249,-1 1-269,-4 27-2089,0 18 1,0 6 1383,-4 13 730,3-6 0,3 3-385,5-2 0,3 0-135,5 2 0,2 0-1135,-3 1 1,3-2 1134,2-5 0,6-4-90,12-7 1,5-7-715,4-12 1,2-3 848,3 5 0,-2-3 758,-1-13 1,-4-7-804,-3-11 0,-5-6 45,-4-5 0,-2-4-30,-5 12 0,0-2 0,-4-1 30,-5-5 0,-3-1 0,-3 5-45,-1 3 0,-4 3-360,-9-11 0,-1 5-44,1 14 2087,-7-4-4915,10 32 3730,9 4 0,-2 11 0,9 0 0</inkml:trace>
  <inkml:trace contextRef="#ctx0" brushRef="#br1" timeOffset="-116213.73">15702 10599 12570,'5'-9'2069,"12"-2"-1440,17 4-359,-1 0-270,7 1-899,9 0-2070,-13 2 1710,7-1 1259,-25 4 0,-14 1 0,-2 0 0</inkml:trace>
  <inkml:trace contextRef="#ctx0" brushRef="#br1" timeOffset="-116023.73">15799 10755 11490,'-5'9'1440,"3"0"-451,17-2-539,6-2-495,17-5 0,4-3-675,-10-2 1,1-1-374,5-1 1,5-2 0,-6 0-193,-6 0 0,-2 0 1285,4-3 0,-2 0 0,2-5 0,0-2 0</inkml:trace>
  <inkml:trace contextRef="#ctx0" brushRef="#br1" timeOffset="-115603.73">17756 10166 12210,'15'-5'1259,"27"-8"-2898,4 3 1,4-1 716,-16 3 1,1 0 713,5-1 0,4 1 0,-7 1-3069,4 0 527,-2 1 2750,-19 3 0,-17 2 0,-1 1 0</inkml:trace>
  <inkml:trace contextRef="#ctx0" brushRef="#br1" timeOffset="-115327.73">18035 10190 11850,'11'-2'1709,"-1"3"-1529,-6 2-90,0 3 270,-1 21-180,-1-5-90,-1 13 0,-2 6-90,-2-5 0,0 2-1093,0-5 1,0 2 0,0-2 629,0 4 1,0-3 12,0-3 1,2-1-2828,6 12 2457,-2-14 1,4 2 0,-4-24 0</inkml:trace>
  <inkml:trace contextRef="#ctx0" brushRef="#br1" timeOffset="-115103.73">17813 10805 11580,'6'6'720,"6"0"-450,9-8-90,10-3 0,4-1-270,8-3-1003,-6-2 1,5-3 0,-7 1-1478,7-5 2570,-6 2 0,-2-1 0,-6-3 0,0 1 0</inkml:trace>
  <inkml:trace contextRef="#ctx0" brushRef="#br1" timeOffset="-114618.73">18437 10416 11670,'-3'-9'1170,"0"1"-181,0-1-179,1 3-720,-1 10 179,2 18-179,-1 4 90,-3 20-180,-1-5-135,1-8 0,-1 1-45,0-4 1,0-1 89,-3 19 0,3-22-180,5-20 270,4-12-90,5-9 45,6-16 0,4-8-1594,3-3 1,1-1 1580,-3 2 1,0 2 57,-1 4 0,-2 5-90,-3 12 90,-4 8 0,7 6 0,-8 9 0,15 34 0,-14-16 0,4 12 0,1 1 0,-1-5 0,-3-5 0,1-2 0,0-4-270,6-2-90,-8-13 874,20-5-2133,-16-6 1619,17-11 0,-14 0 0,6-6 0</inkml:trace>
  <inkml:trace contextRef="#ctx0" brushRef="#br1" timeOffset="-114133.73">18861 10051 10141,'-3'-22'3238,"9"41"-4877,-5 19 1,0 6 986,3-10 0,0 3 961,-3 5 1,0 5 0,0-4-220,0-4 0,2-2-495,1 7 1,2-1-766,3-8 1,5-4-2108,18 1 2882,-4-21 0,7-16 0,-13-4 0</inkml:trace>
  <inkml:trace contextRef="#ctx0" brushRef="#br1" timeOffset="-113936.73">18985 10262 10141,'-1'6'1259,"-1"-2"-899,18-1-540,6-5-719,5-3 899,12-3 0,-12 1 0,3 1 0</inkml:trace>
  <inkml:trace contextRef="#ctx0" brushRef="#br1" timeOffset="-113160.73">19169 10450 11850,'-1'8'1529,"8"1"-1169,4-5 90,13 0-180,3-6-270,-4 0 0,-1-4-450,-1-8 0,-5-4-539,4-22 269,-20 3 540,-1 5 90,-11 12-269,-8 23-2918,-1 10 2982,-7 6-1362,6 7 1567,6-1 0,7 1 0,2 2 45,6-2 0,2 2 45,-3 2 0,4-1 0,7-3 0,4-4 0,12-3 0,-1-6 0,7-20 0,1-9 0,-5-9 0,-1-6 0,8 0 0,-1-4-860,-8-6 1,-5 1 859,-5-4 90,-7 9 1719,-6 11-1719,-2 7 1747,-5-9-1657,2 16-180,-5 1 0,15 14 0,12-2 0,1 0 3276,7-7-3160,6-7-116,-11 4 0,17-7 89,-19 7 361,3 4 0,-12 17-360,-4 0 0,-10 16 180,-3 12-90,4 4-135,0-19 0,1 0 45,4 12-1837,3-10 1747,-1-16-90,2 3-1349,10-8 359,-7-5-2197,13-4 3219,-13-5 0,8-10 1,-4 0-1</inkml:trace>
  <inkml:trace contextRef="#ctx0" brushRef="#br1" timeOffset="-112778.73">20108 10186 12480,'-18'-1'1529,"5"0"-989,-10 8-1,-5 11-359,-4 2 0,1 6 0,2 10-720,15 7 360,0-8-629,23 14 539,2-35-180,13 12 91,-6-12-91,6 11 630,-18 4-180,-2-6 90,-19 2 90,-22 5-180,1-1-45,15-12 0,1-1-2204,-16 15 540,27-21 1709,-5 5 0,13-13 0,0 0 0</inkml:trace>
  <inkml:trace contextRef="#ctx0" brushRef="#br1" timeOffset="-112336.73">20290 10497 12390,'4'-8'3276,"0"-2"-2594,-2 4-143,9-8-629,11-9-89,1-4-91,4-10 180,-12 11-360,0-13 360,-10 20-360,-10-18 360,-2 27-180,-40 14 181,10 27-1550,6-4 1,2 3 1535,11-7 1,3 2 57,0 9 0,8 2-1090,17 0 1,5-1 1134,-10-8 0,3-2-674,19 7 0,4-9 585,-7-18-361,25-4-720,-7-12-469,-6-9 1,-1-4 1197,-11 9 0,-2-2 1,8-11-1,-4-2 0,-4-4 1</inkml:trace>
  <inkml:trace contextRef="#ctx0" brushRef="#br1" timeOffset="-112056.73">20873 10205 13289,'-5'-8'1619,"-9"4"-1169,-6 12 0,-17 14-225,11 0 0,1 3-135,5-7 0,2 3-90,-3 11 0,1 5 0,3-4-90,3 4-45,1 5 0,4-4-45,12-20-720,16 10-629,11-17 0,-6-7 0,2-5 1529,8-10 0,-2-5 0,-5 0 0,-1-3 0,0-5 0,1 0 0</inkml:trace>
  <inkml:trace contextRef="#ctx0" brushRef="#br1" timeOffset="-111796.73">21098 9740 10231,'1'-11'2159,"-1"2"-1799,4 36-180,-3-9-1273,0 12 1,-1 10 0,0-4 215,-1-9 0,-1 1 967,0 11 0,0 6 0,-1 2-330,-2 3 1,0 1 0,0-3 239,0 0 0,1 0-55,1-10 1,-1 3-1,2-1 1,2-7-486,4-7 0,1-3-346,1 3 1,2-3 885,20 2 0,-2-24 0,5-8 0</inkml:trace>
  <inkml:trace contextRef="#ctx0" brushRef="#br1" timeOffset="-111602.73">21169 10229 11850,'15'0'450,"5"-2"-900,9-3-179,-8 0-191,18-4 1,-20 5 0,10-4 0</inkml:trace>
  <inkml:trace contextRef="#ctx0" brushRef="#br1" timeOffset="-111373.73">21435 10200 12930,'6'12'2248,"0"14"-1798,-4-1-225,-1-1 0,0 2-225,-1 0 0,0-2-180,-1 19-1214,1-13 0,2-2-1883,4-6 2567,2 7 0,3-30 0,0-7 0</inkml:trace>
  <inkml:trace contextRef="#ctx0" brushRef="#br1" timeOffset="-111160.73">21598 9849 11221,'-2'-9'809,"-1"2"-1618,0 17-1080,1-6 1889,-2 16 0,2-14 0,-1 2 0</inkml:trace>
  <inkml:trace contextRef="#ctx0" brushRef="#br1" timeOffset="-110323.73">21769 10162 12570,'6'10'1979,"-3"5"-1170,-16 15-629,-3 6-1819,1-2 1,0 0-1195,-1 7 2653,6-11 0,1-2 1409,4-4-1769,2 2 1,4 1-91,11 2 360,2 7 0,11-24 270,-10-13 680,9-15-680,-11 3 270,0-11 0,-4-4 90,-10-7-226,0 6 1,-3 2 45,-14-5-90,1 11 2853,4 7-3303,19-3 90,17-7 180,7-1 45,-7 8 0,3-1 0,-3 1 0,0 1-45,13-9 90,-10 7 0,-3 3 90,-6 10 90,5 5-180,-16 11 90,-7 34-90,0-22-1639,-1 14 1,0 1 1613,1-13-599,0 4 0,1-2 624,-1-14 90,3 5-90,1-13 0,7-7 0,-1-3-1093,13-18 1,2-5 1002,1 2 709,5-7 0,3 0-709,-8 14 0,-2 3 90,13-8 90,0 6 1598,-25 36-1328,-8 25-180,1 4-45,-5-12 0,0-1 45,6 13-90,0-12-270,9-9-1354,3-19 724,2-3 810,17-15 0,5-7 0,-12 3 0,1-2 0,6-3 0,0 1 0,0-1 0</inkml:trace>
  <inkml:trace contextRef="#ctx0" brushRef="#br1" timeOffset="-109723.73">23799 10102 10321,'-20'-20'854,"0"-1"1,-6-5-45,3-4-181,15 22-359,-10 15-135,0 27 0,3 10-90,3-16 0,-1 2-15,-3 13 0,-2 8 0,3-8-1093,6-17 0,1-2 1063,-9 20 0,1-2-466,1-1 511,5-15 0,0-2 45,-1 3-90,2-17 0,11-31 0,3-11 0,9-12 0,3-6-30,-6 19 0,0 1 0,1-4-489,2-1 0,1-3 1,2-2-1,-1 1 0,-2 4 519,2-3 0,-2 2 0,3-1-45,3-6 0,3-3 0,-1 2 1,-4 9-700,8-8 744,-6 7 0,-1 10 182,-7 28-182,-8 25 0,-3 10 0,2 10-23,-4-10 1,-3 9-1,0 1 1,0-6 22,0-4 0,-1 0 0,1 1 0,0 6 0,0-1 0,1-7 570,1-9 0,0-3-570,0 16 0,2-3 2616,2-6-3966,8 3-628,-3-18 1978,7-17 0,-10-14 0,2-12 0</inkml:trace>
  <inkml:trace contextRef="#ctx0" brushRef="#br1" timeOffset="-109527.73">23609 10337 11131,'7'4'809,"0"0"-539,9-7-360,14-4-2878,7-2 809,-2 1 1474,-4 1 1,-8 4-1,2 0 1</inkml:trace>
  <inkml:trace contextRef="#ctx0" brushRef="#br1" timeOffset="-108957.73">24047 10499 12120,'-3'8'2609,"2"0"-2340,0-2-179,3 1-90,-1-1-359,4 3 89,0-5-630,13-6-690,-5-5 1410,11-13 1,-7-2-91,3-8 30,-5 0 0,2-6 0,-2 3-1268,-2 5 1,-1-1 1477,2-4 0,1-4 0,-3 3 30,-3 1 0,-3 4 0,0-6 45,-2 8 0,-1 2 45,-4 0-360,-5 14-179,8 12 1212,0 14-1123,22 9 2203,-9-13-1843,9 1-457,-14-8 457,-1 1 539,7 12-89,-13 5-90,-2 26-180,-8-16 0,-1 2-135,1-4 0,0 0 0,1-2 0,1-1-45,3 3 0,9 0-180,-2-13-3058,22 13 3238,-10-23 0,14 0 0,-11-9 0</inkml:trace>
  <inkml:trace contextRef="#ctx0" brushRef="#br1" timeOffset="-108586.73">24595 10357 12660,'2'7'2428,"3"2"-2158,2-4-180,1 0 0,2-3-270,14-8-719,7-17 359,3-6 225,-19 6 0,-4-2 46,-4-3-1,-13-6 90,-4 21 45,-14 10 0,-5 8 90,2 15 0,0 7 45,-6-4 0,2 5-45,4 12 0,10 4 45,12-12 0,5-1 0,2 16-630,10-17 1,3-5-1170,0-6 1799,20 11 0,-13-24 0,8 0 0</inkml:trace>
  <inkml:trace contextRef="#ctx0" brushRef="#br1" timeOffset="-108114.73">25030 10400 12750,'-9'-8'989,"2"1"-359,-2 4-180,3 2 89,-16 3-359,9 2-3457,-24 15 2483,15-3 749,2 1 0,0 1 544,-6 11-949,9-6 1,2 1-2089,0 2 2268,4 2-180,14-18 270,0-4 0,4 0-359,15-9 359,-2-5 90,15-9 90,-11-5 0,0-2 90,2-2 44,-3 1 1,-3 3 1745,-9 12-1700,1 0-2080,-4 15 1990,-3 2 2170,4 12-2170,-4-5 90,15 28-360,11-17-45,-12-7 0,2-3-1414,15-11 1,2-8 537,-14 0 1,1-2 1100,18-9 0,0-4 0,-11 1 0,-1-3 0,8-5 0,0-1 0</inkml:trace>
  <inkml:trace contextRef="#ctx0" brushRef="#br1" timeOffset="-107798.73">26043 9467 10771,'10'-13'1079,"-1"1"-449,-1 3-450,-3 11 89,-12 23 1,-8 13-135,-1 2 0,-5 6-791,3-8 1,-3 5-1,-3 3 1,1-1 0,2-4 591,1-4 0,2-3 1,-1 0-1,-3 6 120,3-3 0,-4 4 0,-1 3 1,-1 2-1,0 1 0,2-3 1,1-3-1,3-5-364,-1 3 1,4-6 0,0 0 0,-1 3 307,-2 2 0,-1 3 0,-1 2 0,1 0 0,1-2 0,4-3-476,-1 13 1,3-5-1,3-1 416,1-9 0,2-2 0,0 3-303,0 8 0,0 5 1,3 1-1,2-1-457,5-6 1,2-1 0,2 0 0,-1-1-122,-2 6 0,-1-2 0,3 0 941,4-2 0,2-1 0,0-9 0,6-2 0,0-1 0</inkml:trace>
  <inkml:trace contextRef="#ctx0" brushRef="#br1" timeOffset="-106819.73">26101 10586 9422,'4'-9'1709,"-1"1"1169,-1 2-2608,-4 46-1909,1 4 1,0 4 1375,-1-9 1,0 2 163,2 2 1,1 5 0,1-8 53,2-12 0,2-3-47,-1 7 1,3-3-89,23 7 90,14-40 90,-20-3 0,-1-5 0,7-16 0,-3-8 0,-7-5 0,-5-2-973,-1 6 1,-3 0 972,-3-2 0,-2 1-45,-3 0 0,-3 3 1810,2-6-2305,-2 2 1,0 2-2738,-1 16 2895,1 3 1,-1 27 0,1 14 0</inkml:trace>
  <inkml:trace contextRef="#ctx0" brushRef="#br1" timeOffset="-106099.73">26502 10963 10861,'7'-15'1889,"-3"5"-1799,3 6 180,-3 15-181,1 2 181,0 23-270,-3-12 0,2 14-359,-3-6 269,0-14-540,0 4 450,5-29 90,3-4 90,5-11-90,3-4 45,0 2 0,0 0-45,3-3 90,1-1 0,-1 3 0,-5 10 90,7 0 0,-8 20-90,-5 2 0,4 32-180,-6-13 90,2 10 0,1-15-90,0-13 1,6-2 89,4-7-1549,6-12 1,0-5 1163,5-2-705,2-7 1,-2 0 1269,-12 8 0,11-10 540,-19 18-360,-6 25-180,-1-1 0,-8 26 0,3 6-1517,4-11 1337,2 1-180,9-12-1619,11-17 450,-3 1 1427,6-11 12,-13-4 0,6-7 0,2-3 0</inkml:trace>
  <inkml:trace contextRef="#ctx0" brushRef="#br1" timeOffset="-105869.73">27150 10566 10321,'-1'-11'1079,"-1"2"-359,1 1 899,-1-3-1529,1 1-2339,-1 0 1080,-5 10-450,4 1 1619,-4 5 0,4-2 0,0 1 0</inkml:trace>
  <inkml:trace contextRef="#ctx0" brushRef="#br1" timeOffset="-105031.73">27289 10902 11850,'6'-8'3276,"-15"16"-2684,1-2-592,-9 13 0,0 4-450,-4 11 0,6-6 1,2 2-631,2 17-2197,20-3 324,0-20 3183,23-15-590,-6-23 270,4-11 180,-16 3 0,-4-4 180,-5 1 0,-4 0-90,1-21 89,-12 6-269,3 26 0,5-2-89,3 11-451,29-7 450,-12 6 0,8-2 0,2-2 90,9-6 0,5 0 180,-7 1 90,-20 9 90,3 8-91,-12 7-179,0 11 180,-8 20-180,0-15 0,0 1 0,-1 15 3186,-1 4-3070,4-34-296,11-8 0,-2-9-90,10-11 0,2-2-2637,2-1 2772,-4 3 0,2 0-553,1 2 0,0 1 598,8-2 90,8-4 0,-23 16 270,-5 14 0,-9 16-270,3 4-2182,-7 10 2002,3-17-360,8 8 1779,-1-17-1329,28 12 0,-9-20 0,19 2 0</inkml:trace>
  <inkml:trace contextRef="#ctx0" brushRef="#br1" timeOffset="-104202.73">28299 10900 10681,'1'-11'1529,"-2"0"-1169,-2 5 989,-14 3-719,-10 16-540,-5 4-180,12 1 0,2 3-630,-4 20 0,13-17 1,2 0 269,0 7 0,11-7-809,12-15 450,6-9 449,6-2 360,3-19 90,-14 4 270,-3-11 89,-11 9-269,-3 2 810,-4-7-990,5 15 90,0-4-90,10 10 0,16-2 0,-2-1 0,-1 1 0,3-5 0,14-13 0,-1-3 0,-13 10 0,-1-1-1093,6-11 1,3-6 0,-8 5 977,-3-8 115,-4 0 0,-2-1-51,-3-1 186,-7 12 0,0 5-45,-4 14 0,-3 11-90,-12 39 120,0-9 0,-1 6 0,-1 2 644,1-2 0,1 3 1,-1 0-1,0 0-719,1-2 0,0 0 0,0 0 0,1 2-600,1-4 0,0 3 0,0 0 0,2-2 0,1-2 614,2 6 1,3-2 0,-1-2-89,0 0 1,0-2 0,2 4 95,2 6 1,3 4-1,1 0 1,-1-8-1093,0 1 1,1-1 1024,2 5 0,0 4 0,1-8-579,-1-12 1,0-5 488,3 12 737,-2-14 1,-1-2-738,-1-8-270,8-6 270,-10-17 0,0-16 0,-1-6 90,-3-6 18,-3-6 1,0-2 71,-2 11 0,-1 2 624,1-1 0,-2 0-490,-4-11 1,0 0 45,2 12 0,0 2-180,-1 0 0,1 1 2931,-2-11-2841,9 17-90,1 8 0,7-16-90,10 4-540,11-6 1,8-3-554,-6 9 1,4-2 0,-2 1-1,-4 3 1,0-1 0,0 2 676,1 0 0,0 1 1,-4 3-1,6-7 1,0 1-1</inkml:trace>
  <inkml:trace contextRef="#ctx0" brushRef="#br1" timeOffset="-103687.73">29364 10600 10771,'1'-13'2069,"0"3"-1799,-15 29-181,5-2-44,-5 9 0,-1 4 45,2-2 0,0 1-150,-4 4 0,-1 4 0,0 0-1033,1-3 1,0 0 0,1-1 200,-7 12 0,2-3 1277,5-12 0,3-6-745,3-5 0,4-9 270,9-19 90,4-7 0,11-25 0,3-7 0,-7 15 0,1-2 30,2-6 0,2-5 0,-1 3 15,0-5 0,-1 4-1134,-3 6 0,-1 3 1089,4-12 0,-8 30 0,-3 10 90,7 25 2178,-9 18-2223,-1-4 0,-1 5-75,-1-2 0,-2 4 0,0-3-15,0-2 0,0 0-105,1 4 0,0 3 0,0-8-29,1-4-361,5 17 90,-2-35 1269,7 1 0,1-16 0,6-1 0</inkml:trace>
  <inkml:trace contextRef="#ctx0" brushRef="#br1" timeOffset="-103494.73">29229 10905 9242,'11'1'629,"-2"-1"-629,14-7-449,-11 3-1440,22-7 1889,-7 4 0,8-3 0,-1 2 0</inkml:trace>
  <inkml:trace contextRef="#ctx0" brushRef="#br1" timeOffset="-102938.73">29503 11116 9871,'-8'16'1799,"3"-3"-1259,2 1-540,3-5-90,10-13-90,4-15 90,10-21 0,-8 3 0,-2-4-1549,-6 2 1,-1 0 1580,2 5 1,-3 1-1219,-10-14 1276,0 36-720,-2 0 0,20 19 451,-4-6 89,16 12 2714,-4-6-2444,-9-4 270,7 12-270,-15-6 179,1 29-89,-10-11-90,-1 19 0,1 2-90,2-20-809,5 16 694,3-30 115,4 5 0,3-8 0,2-1 0</inkml:trace>
  <inkml:trace contextRef="#ctx0" brushRef="#br1" timeOffset="-102549.73">29839 11130 9691,'0'-10'1440,"1"1"-991,14 1-269,3-1-90,8-6-90,-9 3 0,0-7 0,-8 3 0,0-13-90,-15 8 90,-1 5 0,-26 27 0,1 25 90,1-4-90,6 6-2393,14-6 2393,5-12-2689,4 23 2509,6-28-90,4 9-463,6-14 14,-2-3-721,6 0 1440,4-3 0,5 0 0,7 0 0</inkml:trace>
  <inkml:trace contextRef="#ctx0" brushRef="#br1" timeOffset="-102096.73">30167 11230 9691,'3'-9'630,"2"-3"899,3-4-90,-1 0-899,0-1-90,-6 6 90,-19 17-361,-14 18-3033,2-1 2764,-1 10-360,15-5-360,5 0 541,1-3-1,8-6-540,12-14 271,5-8 359,2 0-270,15-21 360,-18 10 135,2-5 0,0-1 45,-5 4 3034,3-5-2944,-8 29-90,-4 0 0,2 32-90,-1-21-180,3 14-989,8-12-1080,0-7 2249,10 2 0,-3-10 0,2-3 0</inkml:trace>
  <inkml:trace contextRef="#ctx0" brushRef="#br1" timeOffset="-99688.73">2599 12993 9781,'2'-10'2789,"-1"2"-1530,1 2-719,0 2-450,0 9 270,-2 17-181,-1 21-134,1-10 0,-1 0-549,-1-4 1,1 0 503,1 18 0,0 2-135,1-13 0,2 0-45,0 10 0,3-3-1459,0-13 1,1-4 1527,7 4-159,9-21 135,3-26 0,0-8 45,7-1 90,-10-13 0,1-11 0,-7 5 367,-10 18 0,-2 0-367,1-12 0,1-7 0,-5 4 0,-8-2 0,-2 5 1638,4 10 0,-1 0-1895,-5-8 1,0 6-1723,5 21-1298,-5 10 3106,7 9 1,-2 17 0,4-3 0</inkml:trace>
  <inkml:trace contextRef="#ctx0" brushRef="#br1" timeOffset="-98971.73">3005 13235 11221,'-2'-10'989,"1"0"360,0 2-1079,7 26 0,-2 12-180,5 18-90,-8-17 0,0 0-270,-1 14 90,-1-7 0,11-47 0,2-34 180,3-1-90,-7 15 0,2 5 1,4 10-1,6 1 90,-1 14-90,-2 13 90,-8 0-90,2 18 90,-8-14 0,5 29 0,-6-30-90,6 18 90,-3-28-270,24-6 90,-3-17-1459,-3 1 1,1-2 1253,8-12 250,-9 2 0,-1 0 45,-3 1 90,-3 3 0,-1 1 0,-6 6 0,2-3 180,-6 11-180,-5 11 90,-1 4 3186,-8 28-3070,5-13-206,3 7 0,1 1 90,3-6-135,4 1 0,3-1-315,11-10 1,1 0-1,0-12-2917,1-15 3106,-9 3 1,12-14 0,-12 4 0</inkml:trace>
  <inkml:trace contextRef="#ctx0" brushRef="#br1" timeOffset="-98739.73">3598 13163 12840,'1'14'989,"0"-2"-809,1-1 90,-1 5-540,0 10-180,-1-5-179,0 4-2397,-1-8 1317,0-6 1709,2 3 0,-2-10 0,2 1 0</inkml:trace>
  <inkml:trace contextRef="#ctx0" brushRef="#br1" timeOffset="-98539.73">3506 12833 11041,'0'-15'1529,"0"2"-1349,1 3 269,1 2-449,-1 1 0,1 3 0,-2 1 0</inkml:trace>
  <inkml:trace contextRef="#ctx0" brushRef="#br1" timeOffset="-97304.73">3830 13179 10771,'-3'-7'450,"0"0"359,-5 1-359,-12 14-360,5-5-90,-7 15 180,5 10-90,3-1 0,5-2 0,1 0-90,2 12-3277,12 9 2892,1-22 295,6 0-1472,10-10 1472,-9-7-90,11 0-269,1-21 269,-10-8 180,5-3 0,-16-2 0,-6 12 2886,-15-21-2796,5 18-46,-4-5 1,-1 3-45,5 9 0,-7-6 1439,15 12-1439,2-1-180,16-5 180,-3 2-3277,31-12 3072,-24 12 205,14-7 90,-1 2-90,-15 7 359,21-2 1,-26 18 0,3 15-270,-11 1 0,-6 5 0,-1 2 0,-1 2 0,-1-2 0,1-1-90,1-3 90,1-6 3186,2-12-3070,8-13-206,-2 0 0,12-14 0,-7 3 0,6-10 0,3-2-90,3-4 90,0 2 0,0 2-90,2 6 90,4 11-90,-11 32 90,-6-3-45,-5 12 0,-3 0-45,-1-9-180,2 4 0,2-3-719,2-13 989,15-1 0,1-16 0,10-7 0</inkml:trace>
  <inkml:trace contextRef="#ctx0" brushRef="#br1" timeOffset="-96481.73">4940 13169 11490,'-10'-4'2249,"-10"-4"-1709,6 3 809,-25-3-1079,21 6 0,-11 2 359,4 14-359,5 4-270,-10 22-629,15 0 359,6-6-1439,19 4 1169,-2-28-719,24 0 989,-15-15-270,18-13 90,-10-10-471,0-1 831,-12 4 0,-2-4-1258,-6 0 0,-2 0 1527,4-16-92,-9 18 1,-1 4 182,-1 11-360,8-1-90,6 6 90,7 3-180,25-16 270,-12 4 154,2-6 1,3-4-200,-6 1 0,-2-1 706,2 1 0,0-4-661,-5 0 0,0-4 0,-1 0-1026,0-10 1,-1 1 1070,0 4 0,-2 1 45,-6 2 0,-6 14 180,-20 55-1337,2-4 1127,0 5 0,-4 10 0,1 3-24,3-10 0,-1 3 0,1 1 0,0 0 0,1-2-217,-1 0 0,1-3 1,0 1-1,0 2 181,0-1 0,-1 1 0,0 1 0,1 0 0,3-4 30,0 9 0,2-3 0,2-1 570,1 0 0,1 0 1,0 0-601,-1 1 0,0 0 0,2-3-202,2 9 0,2-6 202,0-16 0,-1-4 1186,3 6-1276,7 10 90,-6-31 2927,6-3-3107,1-21 90,4-24 90,-3 3-45,-9 13 0,-2-1 188,-4-4 0,-3 1 127,-8-19-225,6 20 0,-2 1 1161,-12-10-936,8 20 90,-1-6-270,4 9 270,17-22-2953,2 16 2683,15-19-431,-7 19 1,3-1-170,5-2 0,3-2 1,-2 0-1130,4-3 1,0 1 1151,-4 3 1,2-1 0,0 2 486,6-2 0,-2 2 0,-11 7 0,1 0 0,11-6 0,1 0 0</inkml:trace>
  <inkml:trace contextRef="#ctx0" brushRef="#br1" timeOffset="-95923.73">6500 12737 11131,'-2'-14'1439,"-2"-2"-1079,3 6 1439,-2-4-1620,-1 19 1,-1 0 90,-7 34-135,1-4 0,-2 4-165,3-7 0,-1 1 0,0 3-150,-1 1 0,-1 2 0,0 0 1,1-3 44,-3 12 0,0-3-584,0 2 0,2-8 449,7-20 270,7-36-45,12-27 0,4-7 45,-8 18 0,1-1-23,2-3 1,3-6 0,1-1-1,-1 6 23,3-6 0,0 4 0,-1-4 0,1 3-45,0 7 1,1 8 44,-2 16-90,17 39-1955,-18 1 2045,-5 0 0,-1 4-336,-5-5 0,-2 1 336,2 16 0,1 1 0,-2-15 0,0 1 0,2 16 0,0-5-1331,-1-20 1331,2 7-2534,2-16 1095,-3-8 285,7-3 1154,-6-11 0,1-8 0,-5-2 0</inkml:trace>
  <inkml:trace contextRef="#ctx0" brushRef="#br1" timeOffset="-95723.73">6458 13066 11760,'11'-8'540,"0"0"-360,1 3 0,0-1-180,10-3-1639,1 0 1,1 0-752,9-3 2390,14-5 0,-25 9 0,0 1 0</inkml:trace>
  <inkml:trace contextRef="#ctx0" brushRef="#br1" timeOffset="-95162.73">6855 13177 14459,'7'7'539,"1"-3"-718,4-6-181,1-4-450,13-21 360,-13-5 1,-2-2 359,-1 11 0,-1-1 0,-2-25 0,-4 3 90,-5 20 0,-2-1 0,-1 2 0,0 12 0,-3-3-90,-1 14 0,5 5 0,2 5 0,9 1-90,17 1 90,1-5-90,12-1 180,-15-2 180,9 11 0,-21-5-90,3 10 180,-13 3 0,-10 21-3482,0 6 3257,4-24 0,0 1 0,1 3 0,2-3-45,2-1 0,1 9-90,3-17-810,10 3-2068,6-7 989,0 0 1979,2-10 0,-5-7 0,1-1 0</inkml:trace>
  <inkml:trace contextRef="#ctx0" brushRef="#br1" timeOffset="-94757.73">7319 13112 12750,'17'2'1529,"11"-5"-1439,-6-2-90,7-3 90,-3-8-180,-6-2 0,3-17 0,-14 12 0,-8-8 90,-7 14-90,-3 2 0,-13 10 90,-4 16-3110,-12 15 3110,9 3-1196,7 9 0,4 0 1196,4-5-655,4 9 0,5-2 655,9-20-90,6 12-180,5-21-179,-2-4-958,21-3-122,-14-5 1529,22-5 0,-13-5 0,9-3 0</inkml:trace>
  <inkml:trace contextRef="#ctx0" brushRef="#br1" timeOffset="-94270.73">7816 13070 10591,'4'-14'1709,"-1"3"-450,-4-3-989,0 8 540,-9-7-181,-8 11-359,-11 6-180,2 4 0,-12 15-270,7 4-135,10-5 0,1 3-134,-4 10-181,9 8 180,25-27 360,1-4-89,13-15 179,-9-3-90,5-4-90,14-17 90,-3-4 90,3 0 0,-12 6 180,-14 19-90,1 13-90,-2-1 90,-1 13-1,1 22 1,1-18 0,1 2-45,1 2 0,1 0 0,2-4 0,3-3-764,22-5 89,-14-9-2338,15-11 2968,-15-9 0,5-5 0,2-5 0</inkml:trace>
  <inkml:trace contextRef="#ctx0" brushRef="#br1" timeOffset="-93739.73">8932 13037 11311,'-7'-6'2518,"10"3"-2158,10 1-270,4 2-90,4 0-1169,9-2-2108,-7-1 2567,6 2 0,-18-1 0,-9 3 0</inkml:trace>
  <inkml:trace contextRef="#ctx0" brushRef="#br1" timeOffset="-93535.73">8858 13243 11400,'-10'6'2879,"18"-1"-3239,20-2-1709,10-2-899,10-2 1079,-21-1 1889,-6 0 0,-5-1 0,-1-1 0</inkml:trace>
  <inkml:trace contextRef="#ctx0" brushRef="#br1" timeOffset="-90561.73">10168 12792 10411,'4'-9'989,"3"11"-899,-4 5 135,3 20 0,-2 11-1318,-2-6 1,-1 3 0,-1 1 507,1 4 1,-1 1-1,-1 1 630,-1-4 0,-1 2 0,-1-1 0,-1-3 484,-1 2 1,-2-3 0,0-1-530,-1 7 0,0-2 90,-3 0 0,1-5 859,4-13-589,-5 13-360,9-40 90,8-39-90,-1 11 0,1-6 0,0 0-30,0-1 0,1 1 0,0-3 30,-1 2 0,0-2 0,1 0 0,-1 3-30,0 2 0,0 1 0,1 3 30,1-13 0,2 5-45,4 13 0,2 7 45,3 9-45,11 30 0,1 12 45,-13-5 0,-1 4 0,5 6 0,2 6 0,-4-1 0,-6-6 0,-3-1 0,-1 2-786,1 6 0,0 2 0,-2-4 741,-1-3 0,-2-1 819,0 4 0,0-6-4051,0-15 3196,4-7 1,-4-16 0,1-13 0</inkml:trace>
  <inkml:trace contextRef="#ctx0" brushRef="#br1" timeOffset="-90348.73">10092 13344 10141,'15'-8'90,"1"0"0,0 1-45,14-5 0,3-1-3322,14-5 1680,-12 4 1,-1 1-1012,7-2 2566,-23 8 1,7-2 0,-7 4-1</inkml:trace>
  <inkml:trace contextRef="#ctx0" brushRef="#br1" timeOffset="-89749.73">10589 13495 12930,'6'8'1259,"0"-1"-1259,1-7 0,8-18-180,1-10-1459,-4 3 1,0-2 304,3-16 1199,-7 11 0,-2 1 752,0-5-752,-5-4 0,-2 0 45,-1 5 0,-4-8 0,-3 3-90,-2 16 90,-7-4 0,17 37 0,15 12-90,31 0 90,-10-8-23,-9-9 0,-1 0 113,1 3-2263,-2 0 2263,-6 3 0,-9 7-445,-4-3 445,0 7 45,-4 4 0,-1 2 45,-2 14-90,1-11 0,0-1 0,0 7 264,5 9-534,9-7-449,3 3-2558,11-22 3061,-8-17 1,10-9 0,-6-2 0</inkml:trace>
  <inkml:trace contextRef="#ctx0" brushRef="#br1" timeOffset="-89323.73">11165 13280 10231,'-13'7'1799,"3"-2"-1439,25-4 90,22-13-450,-3 3 0,-5-3 0,-2-4-180,-7-9 0,-1-11 0,-24 0-3097,-39 15 2892,12 12-59,-4 18 0,2 9 444,14 4 0,4 3-294,-4 2 1,2 2 248,6 8 0,7 1-1010,11-8 1,4-2 874,4 17-135,3-24 0,3-5-944,10-8 0,1-2-368,2-5 1627,-6-2 0,10-4 0,2 1 0</inkml:trace>
  <inkml:trace contextRef="#ctx0" brushRef="#br1" timeOffset="-88869.73">11745 13242 9961,'-8'-9'1529,"0"0"-89,-6-1-721,-12 13-629,5-1 45,-1 10 0,0 6 135,-5 15-270,-3 2 0,11-2-270,13-2-180,16-7 180,4-1-89,25-22 269,-16-12 0,-1-3 0,15-8 0,-11-3 0,-5-2 90,-8 7 90,8-18-90,-18 27 90,2-1-90,1 28 90,-1-6-90,4 15 0,2 4 0,6-1-90,6-4 0,3-3-720,12-7 181,8-6 629,-13-16 0,-1-3 0,9-7 0,-7 3 0,-1-1 0</inkml:trace>
  <inkml:trace contextRef="#ctx0" brushRef="#br1" timeOffset="-88002.73">12662 13093 11580,'3'-8'1979,"-9"4"-1619,-4 7-180,-10 11 0,-2 4-90,-4 5-1729,-2 9 1,2 0 34,11-7 1424,-6 15 320,23-19-680,8-8 360,1 1 90,7-11-270,10-13 270,-10 2 0,3-7 0,0-3 90,-5-5 90,5-19 90,-19 13-180,-4 7 0,-7 0-90,9 13-269,-2-3 269,18 0-180,22-13 180,-4 3 30,-5-2 0,5-7 0,-5 4 1698,-8 7 0,-2-1-1600,11-11 1,3-6 0,-5 6-953,0-6 1004,-7 7 0,-2 1 90,-5 2 269,2-3-359,-10 34-90,-2 7 90,-7 30-45,-3 6 0,-3 7-15,1-9 0,0 4 0,-1 1-780,2-8 0,-1 2 1,1 2-1,-1 1 795,2-6 0,0 3 0,0 0 0,0 1 0,1 0 0,1-3-9,1 4 0,1-2 0,0 0 0,1-1 0,0 0-451,-1 4 1,0 0 0,0-2 0,2-2 414,2 5 0,2-3 0,2-6-48,1-9 1,3-5 47,8 12 90,1-2-90,-3-24 90,9-36-90,-12-5 0,-2-4 0,2 1 0,-3-1 0,-5-13 0,-4 1 90,-12-1 90,-3 16 0,-2 2 2057,0 4-2013,-1 2 1,0 1-135,8 11 90,-4-11-90,12 17 495,15-12-585,-2 7 0,21-12 0,6-2-180,-1 0-640,-10 6 1,6-4 0,0 0 0,-5 3-151,-6 3 0,-1 1 25,19-15 1,-3 1 397,-13 7 0,3-5 0,-1 0 1</inkml:trace>
  <inkml:trace contextRef="#ctx0" brushRef="#br1" timeOffset="-87354.73">14417 12689 10951,'-6'-24'2338,"1"9"-1708,-5-7 270,-20 20-721,6 6 46,-14 14 0,-1 6-1864,17-9 1,2 1 1241,-14 11 0,-1 5-173,2 5 1,4 1 614,10-13 0,0 0-45,-1 5 0,-1 3 0,4-2-90,4-3 0,4 0-135,1 12 0,5 0 45,10-9 0,3-3 90,9 18 0,14-26-90,2-24 90,-13-1 1179,2-3 1,-1-2-1090,-2-4-90,6-6 3366,-6-11-3430,-14-1 154,3-4-270,-13 7 180,1 14 0,2 3 0,5 3-180,15 0 180,-4 1-45,9-2 1,1 0 44,5-1 90,-7 3 0,0 1 0,11 2 90,-15 5 179,-2 21-269,-17-4-1606,-7 14 0,-3 3 1606,-2 1 45,0 1 0,0 2-2313,2 6 2268,1-1 90,9 4-810,21-15 271,-7-4-2828,32-17 3253,-11-25 1,-13 4-1,0-2 1,-1-2-1,1 1 1</inkml:trace>
  <inkml:trace contextRef="#ctx0" brushRef="#br1" timeOffset="-87087.73">14870 12629 11490,'-6'-5'3059,"27"0"-2520,28-2-539,-17 3 0,1 0-1639,4-1 1,-2 0-1555,8-2-84,4 0 2746,-30 5 531,8-2 0,-22 4 0,-1 0 0</inkml:trace>
  <inkml:trace contextRef="#ctx0" brushRef="#br1" timeOffset="-86837.73">15020 12632 12030,'-1'11'900,"0"0"-1,-3 30-719,2-11 0,-2 1 0,-1 6 0,1-2-90,0-5 0,0 1-1729,-2 16 1,0-2-476,1-1 2024,5 4-2875,12-10 1526,-2-7 1289,17-7 0,-4-23 0,10 0 1</inkml:trace>
  <inkml:trace contextRef="#ctx0" brushRef="#br1" timeOffset="-86523.73">15883 13082 11580,'-4'-11'2159,"0"1"-1259,16 2-720,-5 3-1,13-2 271,20 1-360,7-2-450,-11 2 1,1 0-226,-8-1 0,0 0-1054,0-2 1,-2-1 1175,-2-2 1,-3-1-1,-20 6 1</inkml:trace>
  <inkml:trace contextRef="#ctx0" brushRef="#br1" timeOffset="-86247.73">16086 12878 10321,'1'-11'1529,"0"-1"270,0 6-1349,-5 10-90,-4 27-90,-3 17-121,6-16 1,0 5 0,1 0-1243,1-1 1,2 0 0,1-1 335,-3 11 0,2-2-311,5 0 1,5-8-2210,7-14 2814,1 2 1,5-14-1,-5-7 1</inkml:trace>
  <inkml:trace contextRef="#ctx0" brushRef="#br1" timeOffset="-85261.73">17110 12715 10051,'9'-16'450,"-3"5"449,-1 1 1080,1 0-1619,-3 21-180,0-5 0,-4 21 0,-2 10 0,-4 6 0,-1 2-120,1-8 0,1 1 0,-3 2-45,0 2 1,-2 2 0,-1 1 0,0-4 14,0 2 0,-1-2 0,1-1 0,-1 0 0,1 0 0,0-4 60,0 0 0,3-11-90,8-22 0,6-21 0,4-10 0,4-9 0,-2 2-45,1 1 0,-1-2 27,0 1 0,3-7 0,-1-3 0,1 3 0,-3 6 18,1-5 0,1 2-23,-1-3 1,3-7 0,-1 2-1,-2 8-388,-3 12 0,0 2 411,5-15 0,0 7 101,-3 19-191,13 42-988,-13 3 0,-2 8 0,-1-1 1078,4 2 0,-1 2-236,-3-5 0,-1 5 0,0 0 0,-1-6 236,0 0 0,0-2 23,0 6 1,0-1-339,0-7 0,2-5-2563,4-6 989,-2-6-450,0-17 2315,-5-3 0,1-5 0,0-2 0</inkml:trace>
  <inkml:trace contextRef="#ctx0" brushRef="#br1" timeOffset="-85054.73">17096 13144 10591,'5'-9'809,"12"-3"-629,-3 5-45,9-3 0,5 0-135,0-1 0,1 0-450,2-1 1,2 0 449,1 0 0,-2 1 0,3 2 0,0 3 0</inkml:trace>
  <inkml:trace contextRef="#ctx0" brushRef="#br1" timeOffset="-84479.73">17627 13305 14908,'13'-4'-359,"6"-12"179,-7 1-90,6-12-135,-2-5 0,-2-6 90,-1-7 1,-2-2 254,-1 14 0,0 1 0,-3-1 15,1-16 0,-7 4-135,-7 7 180,-1 11 0,-12 20 0,15 17 0,0 5 0,19 5 0,3-8 0,24-1 0,-18-6-45,7-1 0,-1 1 135,-8-2 90,20 8 0,-33-3 0,1 12 0,-13 7-1,-4 3 1,0 5-1786,2 6 0,0 1 1651,-1-5 0,2-1-116,6 5 1,6-6-739,12-9-720,7-1 1529,12-20 0,-9-11 0,6-8 0</inkml:trace>
  <inkml:trace contextRef="#ctx0" brushRef="#br1" timeOffset="-84037.73">18258 13163 11400,'-9'3'2519,"1"0"-2429,22-5 0,-5 0 90,14-5 0,3-3-90,2-6-90,14-10-90,-23 6 0,-6-11 0,-10 12-90,-14-23 90,1 29 45,-13 7 0,-3 5-45,1 13 90,2 0 0,-1 3 0,-7 23-45,13-4 0,2 4-1594,4-1 1,3 1 1535,-2-2 1,5-2 102,11 10-5,14-23-534,12-9-496,-5-7 1,3-4 1034,7-6 0,0-4 0,-5-1 0,0-1 0,0-3 0,1 0 0</inkml:trace>
  <inkml:trace contextRef="#ctx0" brushRef="#br1" timeOffset="-83559.73">18779 13093 11311,'-6'-7'2068,"-18"-11"-1798,9 13-90,-9 0 0,-2 3-90,2 6 0,-16 8 0,20 3 0,1 2-180,-7 13-45,8-7 0,2 0-45,5 4 90,11-7-360,19-6 91,14-13 359,0 3-90,4-14 0,-7-8 0,-13 7 90,13-13 90,-20 14 90,7-12-90,-10 15 89,3-5-89,-6 20 0,0 5 0,1 10 0,3 3 0,6 11-135,0-10 0,2-4-315,14-3-2068,16-17 719,-13-9 1709,-5-4 0,1-2 0,10-9 0,-14 6 0,1 1 0</inkml:trace>
  <inkml:trace contextRef="#ctx0" brushRef="#br1" timeOffset="-82669.73">19525 13076 14549,'-6'-11'1439,"-3"2"-270,-21 17-809,2 4-270,-12 8 0,18-1 0,1 3-225,5 2 0,1-1-1169,-1-1 0,1 0 1034,-1 17-360,15-17 90,6-6 360,0 0 90,5-8-359,12-15 179,5-17 180,0-4 0,-5-9 0,-16 14 0,-3-6 90,-3 15-90,-1-15 90,0 19-90,1-11 90,1 13 2339,5-8-2429,8 1-90,7-6 0,7-5-913,5-4 1,5-4 0,-1 2 963,-10 8 1,-2 0 0,3-2 110,0-1 0,4-3 0,-1-1 0,-1 2 0,-7 5-1116,-2 2 0,-3 2 1179,13-17 0,-3 3 45,-11 12 90,-4 6-180,-6 13 0,-3 9 90,-16 42-45,4-17 0,-2 4-23,-1-1 1,-1 5-1,-2 2 1,0 2-23,1-2 0,-2 4 0,1 0 0,-1-1 0,1-1 0,0 0 0,0-1 0,0 1 0,-1 1 18,1 0 0,-1 4 0,0 0 0,1-2 0,3-5 720,2-3 0,3-3 0,-1 0-738,0 2 0,-1-1 0,1-1-185,0 6 0,4-5 140,5-7 0,3-5-45,14 7 90,5 2 0,16-40-45,-23-11 0,-2-5 45,11-15 45,-16-3 0,-6 1 3137,-5 1-3002,-6-3 0,-3 1-90,-3 8-7,3 9 0,1 0 97,1-2 468,4 11-559,15-11-89,-1 16-45,16-10 1,5-1-316,-10 7 0,2 0-765,17-11 1,3-4 1124,-12 5 0,1 0 0,-3 0 0,2-2 0,-1 0 0,6-8 0,-1-1 0</inkml:trace>
  <inkml:trace contextRef="#ctx0" brushRef="#br1" timeOffset="-80733.73">20959 12647 9961,'2'-7'-90,"0"0"180,0 3 180,2-4 90,2-3 180,1-1-360,0 1 179,-1 3 271,3 24-270,-5 17-180,2 14-61,-7-12 1,-2 6 0,0-1 15,-1 7 0,-1 2-916,2-9 1,-2 5-1,1 0 1,0-5 780,-1 7 0,0-1-608,0 0 0,0 4 0,1-7 293,2-15 1,0-1 51,-1 9 0,1-3-3014,5-3 888,2-24 2389,1-3 0,3-15 0,-2-3 0</inkml:trace>
  <inkml:trace contextRef="#ctx0" brushRef="#br1" timeOffset="-80371.73">20875 12624 9781,'6'-8'990,"17"-6"-765,-1 6 0,4 1-46,13-5 1,3-1-1819,1 2 1,-1-1 626,-5 3 1,-2 1 1056,-4 3 0,-3 1 1454,1 2-1410,-2 6 1,-1 4 0,-4 8 0,6 19-90,-28-4 520,-11 0 0,-6 0-475,2-6 0,-2 0-666,-3 3 0,-1 0 666,-3-2 0,2-3 2777,-4 0-2822,2-3 0,1-1-270,2-1-3007,-6 4 797,30-19 1797,3-2 0,17-5 0,-2 0 0</inkml:trace>
  <inkml:trace contextRef="#ctx0" brushRef="#br1" timeOffset="-79771.73">21377 13484 11850,'-7'7'2969,"14"-9"-2880,-1-2 1,30-29 0,-19 12-135,-1 3 0,0-3 45,-3-4 0,-1-1-2019,2-9 1974,-3 3 0,-1 0 291,-5 0-381,-7-11 0,-4-2-1327,-1 19 0,0 0 1417,-1-10 0,-1 2 45,-7 6-523,7 22 343,1 2 897,32 9-897,10-3 90,14 5 162,-21-6 0,-2-2-162,11 1 45,-10 2 0,0 0 3091,5 3-3046,2 18-886,-28-7 976,-2 13-45,-9-1 0,-2 1-45,-2 10 0,-1 1 0,1 1 45,3-14 0,2 0-90,0 11 0,3 0-1594,9-4 1,3-2 184,3 14-185,7-29 1,2-7 972,-3-10 0,18-6 1,-10-3-1</inkml:trace>
  <inkml:trace contextRef="#ctx0" brushRef="#br1" timeOffset="-79349.73">22123 13237 11131,'-9'-2'1799,"10"-1"-1709,3 0 269,21-7-89,8-3-135,-5-1 0,0 0-45,10-7-45,-13 3 0,-4-1 45,-8-5-45,-8-1 0,-4-1 45,-11-9-90,-9-7 0,-7 25 0,-5 10 90,-3 18 0,-1 8-90,-3-5 0,3 5 60,9 9 0,3 7 0,6 0-15,6 10 0,6 0-45,-1-8 0,6 0 0,9-5 0,5 2 0,3-7-3277,21 4 2814,-14-7 1,2-4-213,0-15 1,1-7-965,2-5 1,2-3 1218,2-3 0,2-2 1,7-5-1,1-2 0,-5-1 1,0 0-1</inkml:trace>
  <inkml:trace contextRef="#ctx0" brushRef="#br1" timeOffset="-78698.73">23029 13111 10771,'-8'-13'1619,"2"4"-1259,-2 2 449,-11 1-359,-1 2-270,-7 1 224,-12 13 1,0 4-315,0 2 0,6 3 0,-6 4 0,6 2-45,9 4 0,3 1-45,-5 4 0,3 3-90,10 1 0,9-2-90,16-13 0,3-2 180,8 12-45,12-27 1,5-11-1,-2-12 0,-1-6 0,0 4 0,-1-2-1089,3-6 1,-1-5 1133,-13 6 0,0-3 0,-3 1 0,1 2 0,0-5-18,-1-2 0,4-9 0,1-4 0,-2 3 0,-4 6 18,1-4 0,-1 0 0,-4 3 0,4-7 0,0-3 0,-2 4 0,-5 9 0,-3 4 0,-2 3 0,1-5 0,1-3 0,-1 6 270,0-5-180,-4 20 90,-8 32 0,-5 16-60,2-1 0,-2 6 0,0 2-648,1-1 0,-1 3 0,0 1 1,2 1 572,-1 2 0,1 1 0,1 0 0,1 1-1,3 0 1,0 1 0,2-1 0,0-4-663,0-2 1,0-4 0,3 0 587,0-3 0,1-1 0,3-4-1609,8-2 1,1-6-290,2 2 668,15 9-269,-21-31-145,-1-3 1901,0-2 1,4-9 0,2-3 0</inkml:trace>
  <inkml:trace contextRef="#ctx0" brushRef="#br1" timeOffset="-78480.73">24450 13160 11490,'12'-3'2519,"-2"-1"-2519,-3 2 0,-22-4 0,-3-1 0</inkml:trace>
  <inkml:trace contextRef="#ctx0" brushRef="#br1" timeOffset="-64971.73">24360 13150 7083,'-13'0'989,"2"0"-449,3 0-270,0 0 0,1-1 0,-2 0-1,2 1-179,-2-1 180,2 1 0,-4 0-180,3 1 180,-6 0-90,3 0 0,0 0 90,2 0 269,2 0-359,17 4 90,25 0-270,-4 0-1639,-1-2 1,1-2 1613,-3 1 70,11 0 0,1-1-151,0 1 106,-1 0 0,3-1-1072,-10 1 0,-2-1 1072,11 0 45,-10 1 0,-3-1 225,-10-1-180,2 1 90,-8-1 2233,-2 1-2683,-3-1-1782,4 1 2052,-4-2 0,-3 0 0,-1 0 0</inkml:trace>
  <inkml:trace contextRef="#ctx0" brushRef="#br1" timeOffset="-57767.73">27078 3105 7353,'7'-2'719,"0"0"-539,-3 0-180,2 0 0,-3 1 0,0 0 0</inkml:trace>
  <inkml:trace contextRef="#ctx0" brushRef="#br1" timeOffset="-48797.73">25541 12847 8432,'1'-10'2339,"0"1"-1979,2 34-91,-6 12-1362,-1-2 1,-2 9 0,0-2 170,-4 6 1,-1 0 943,2-13 1,-1 4-1,0 0 1,-1-4 506,0-1 1,-1-4 0,0 1-486,-6 15 1,1-3-490,6-17 0,0-2 445,-2 7 180,9-20-90,5-15-90,0 0 1285,9-30 1,4-9-1286,-8 20 0,2-2 0,3-13 0,2-9 0,0-2 0,-1 8 0,-2 4 0,-1 1 0,2-1 0,0-6 0,1 0 0,-1 7 0,1 1 0,0 4 0,1-4 0,1 4 0,13 7 2751,-12 27-2751,2 25 0,-1 10-2218,-2 0 2218,-5-9 0,2 4 0,-2 1-886,-3 0 0,-1 1 1,0-2 885,1-1 0,0 0-593,0 4 1,0 3 0,-2-8 592,1-7 0,3 17-90,-3-22-178,8 6 268,1-16 0,0-5 0,-1-14 0</inkml:trace>
  <inkml:trace contextRef="#ctx0" brushRef="#br1" timeOffset="-48570.73">25421 13292 9871,'11'-5'180,"7"-2"-90,6-1-585,0 0 1,1 0 494,18-6 0,3-2 0,-16 6 0</inkml:trace>
  <inkml:trace contextRef="#ctx0" brushRef="#br1" timeOffset="-47987.73">25833 13470 10141,'7'8'540,"-1"-1"-450,-3-2 180,3 2-180,0-3 0,14-12 0,-9 0-90,4-13 0,0-4 0,-2-9 44,-4 7 1,-1-2-45,-4 1 0,-3 0 0,-2 2 0,-2 1 0,-1-16-89,-7 7 89,7 27-90,7-2 90,23 4 0,-6 3 0,23-1 0,-21 2 0,3 1 0,-6 8 0,-12 0 90,-7 31-90,-5-8 0,1-5 0,0 1 44,2 3 1,1-2-45,1 6 0,4 8-359,9-17-1,-5-12-2917,19 8 3174,-16-17 0,14-1 1,-10-6-1</inkml:trace>
  <inkml:trace contextRef="#ctx0" brushRef="#br1" timeOffset="-47544.73">26282 13417 10681,'4'0'2069,"5"-1"-1979,6-2 0,0-2 179,3-8-269,-6-1 0,6-14-89,-17-1 89,-2 5-90,-22-3 0,5 21 90,-12 16 0,-1 5 0,5 6-1639,-1 12 1,4 1 1433,14-7 205,4 21-272,10-21 362,17 13-90,3-13 0,3-3-359,13-11-201,-20-11-1079,7-3 1,0-3 1175,-6-3 1,22-11-1,-21 2 1</inkml:trace>
  <inkml:trace contextRef="#ctx0" brushRef="#br1" timeOffset="-46413.73">26939 13330 10321,'7'-6'1259,"-1"0"-449,-3 3 269,1-1-899,-8 1 90,-11 11-180,-1-2-1651,-5 10 0,0 4 1561,3 1 0,-14 16-1194,16-9 1194,7-9 90,0 17-90,8-19 90,15 20-90,-4-25-90,27 7 90,-12-20 0,12-5-180,-4-21 0,-14-10 0,-4 0 90,-16 1 0,-5 20 1104,-4-2-1194,5 10-269,-5-7 179,5 9 0,0-2 90,4 2 90,6-3-90,10-5 3456,-4 3-3340,19-20 64,-17 17-45,4-9 0,1-2 45,-4 2 0,-1-1 0,6-9 0,0-1 0,-3 3 0,-1 0 45,-1 3 0,-2 3-45,0-2 90,-3 14 0,-8 18-90,-1 9-1639,-4 13 1,-1 4 1613,-2 14 55,1-11 0,-1 4 0,1-2-1119,1-4 0,-1 0 1134,-2 9 0,-1 5-17,0 0 1,0 3 0,1 1 30,2-1 1,1 0 0,0 0-402,0-11 1,-1 1 0,0-1-1,3-2 342,0 4 0,2-2 0,2-5 45,4 0 0,1-4-45,2 5 773,-1-7 0,1-2-773,3-9 274,12-6-364,10-36 90,-4-8-45,-13 6 0,-4-5 45,-9-3 0,-4 0-45,-2 9 0,0 1 45,-3-2 0,-2 3 1339,-6 0-1339,5 10 180,-8-8-90,3-2 0,0 2-90,8 3 90,11 6-90,1 2 0,22-21-90,-8 14-630,5-2 0,7-4 1,-2 2 719,-1 1 0,1 0 0,-3 1 0,3 0 0,-4 1 0,-1 1 0,0 0 0</inkml:trace>
  <inkml:trace contextRef="#ctx0" brushRef="#br1" timeOffset="-45944.73">28153 12963 10861,'-6'-9'270,"-1"-1"269,-1 1-269,-5 3 0,-10 13-180,3 8 0,-1 4 0,-13 13-30,12 1 0,-2 7 0,4-4-60,8-13 0,1 2 30,-4 18 0,-1 7 0,5-8-3307,7 0 3266,2-7 0,3-1-1456,10-3 1467,-1-9 0,18 9 0,-12-19 0,12-7 0,3-6-187,-5-11 1,-1-5 186,7-3 0,-1-4 0,-3-7 0,-7-6 0,-11 4 0,-4-4 0,-6 1-1,-4 1 0,-6 1 0,2 1 1,1-12 0,-4 4 482,-15 9 0,-4 14-1471,-7 36-1530,1 6 2519,18-4 0,5 1 0,3 15 0,7 0 0</inkml:trace>
  <inkml:trace contextRef="#ctx0" brushRef="#br1" timeOffset="-45517.73">28306 13288 11131,'1'-12'719,"0"2"181,5-4-451,-3 8-89,4-5-90,-1 10 180,5 11-270,-3 0-90,2 11-2458,3 20 2458,-6-13-1245,4 15 1,0 0 1154,-3-10-133,1 0 1,0-1-48,3-5 0,10-14 90,-5-5-728,0-27 0,-2-10 728,-4 2 90,-1-1 0,-1 1 1199,-6 2-1828,2-22 1186,-3 20 0,5 2 1,-2 32-1</inkml:trace>
  <inkml:trace contextRef="#ctx0" brushRef="#br1" timeOffset="-44763.73">28651 13449 10771,'3'-9'1799,"0"2"-1439,3 1 89,3 1-89,7-4-450,7-5-3187,-2-6 2712,-4 2 206,-8-12-535,-7 16 804,-1-8-180,-6 7 90,-12 13 90,3 0-1001,-11 28 0,2 9 1091,5-2-30,3-3 0,-2 7 0,5-7 2032,4 2-2002,1-8 0,2 1 0,14 7 804,-4-16-804,21 14 0,2-27-1359,4-14 0,1-5 1179,5-6 739,-5-11 0,-4-3-829,-14-6-87,-8 12 1,-2 0 176,-9-9 180,-4 12 0,0 13-90,2 8 2827,2 1-2827,4-4 1169,12 0-1079,12-1 0,-1 3 0,12 3 180,-20 9 900,7 3-900,-16 13-90,-5-2-1561,-3 6 0,0 1 1471,0-1-955,1 9 1,1 1 1044,3-12-90,3 16 180,6-17-270,6-5-630,2 0-969,10-14 1689,-14-6 0,8-10 0,-8-1 0</inkml:trace>
  <inkml:trace contextRef="#ctx0" brushRef="#br1" timeOffset="-44486.73">29228 12930 9961,'1'-13'1260,"0"2"-811,2 24-179,-2 9-135,0 12 0,1 6 0,-2 2 0,0 2-90,0 4 0,2 2 15,0-7 0,0 2 0,1-2-270,1-9 0,1-1 0,0-1-375,2 16 1,1-4 584,3-9 0,0-6 0,4-7 0,4-2 0</inkml:trace>
  <inkml:trace contextRef="#ctx0" brushRef="#br1" timeOffset="-43823.73">29538 13468 10771,'2'-11'1439,"-2"-1"-989,0 5 179,-2 0-269,-2 1 90,-3-1 180,-9 2-181,-9 7-179,-11 15-270,-2 13-1639,18-4 1,3 1 804,-3 5 384,12 11 0,17-32 180,4-1 180,2-8-90,3-9 90,-6-1 1,3-3-91,6-14 180,-10 12 3276,7-11-3250,-12 15-116,-2 3 90,1-1 0,-1 11 0,-1-1-90,2 10 90,2 2 0,-1-3 0,17 9 0,-7-14-3277,12 2 3072,-10-9 205,11-10 0,-13 2 0,7-12 0,0-4 90,-1-9-90,-3 7 0,-3 1 0,-2-1 90,-10 21 3186,-4 10-3128,-9 25 0,-3 8-3425,-1 5 3309,-1-1 1,1 3-1078,3-7 1,1-2 1044,2-9 0,1 3-45,0 5 1,2 4-1,0-4 45,1-7 0,2-1 45,-1 12 0,2 0 0,2-11 0,1-3 45,-1 6-90,2 8-3277,-2-21 0,1-21 3206,-1 3 1,-3-31-1,-2 0 1</inkml:trace>
  <inkml:trace contextRef="#ctx0" brushRef="#br1" timeOffset="-43497.73">29770 13377 10861,'4'-21'1349,"3"-1"-989,4 11 0,14 3-180,18 16-180,-6 2 89,-2 10 1,-2 2-90,-8-1 0,-1 3 0,-5 0 0,-12-4 0,-10 25 45,-9-24 0,-5-1-45,-9 6 0,-4-1-45,-4-2 0,-2-3-1594,1-5 1,1-3 818,-6 1 1,16-9 0,18-5 0</inkml:trace>
  <inkml:trace contextRef="#ctx0" brushRef="#br2" timeOffset="-42496.73">8700 14771 18395,'-9'-4'-742,"2"1"556,1 0 688,1 0-71,23-8 98,-8 5 33,15-3 0,3 0 151,-2 4-355,-1 0 0,1 0 165,5 0-3515,9 3 3159,-14 5 0,-4 8 0,-14 4 1</inkml:trace>
  <inkml:trace contextRef="#ctx0" brushRef="#br2" timeOffset="-42293.73">8842 14969 25545,'6'7'-3277,"1"-1"761,4-6 4729,33-6-1420,-20 1 1,2 0-2433,21-5 1,1-1 735,-17 3 0,0 0-173,9-3 1,-2 1 1153,1 1 0,8 0 1,-7 5-1</inkml:trace>
  <inkml:trace contextRef="#ctx0" brushRef="#br1" timeOffset="-30943.73">26089 4829 9422,'2'-11'1889,"1"-1"-1530,-1 5 181,1-1-270,-7 17-180,-6 7-90,-1 5-1686,-9 8 1686,10-14-545,-14 22 545,12-15-90,-4 11 90,10-19-180,6 2 90,3-9-90,10 6 180,-5-9-89,10 4-91,-12-6 180,5 2-90,-8-1 1643,-4 9-1553,-1-5 0,-16 16 0,9-14-450,-18 14 180,17-15 678,-7 4-2477,8-7 2069,4-2 0,0 0 0,3-3 0</inkml:trace>
  <inkml:trace contextRef="#ctx0" brushRef="#br1" timeOffset="-30665.73">26058 4796 9691,'-1'-11'360,"0"0"-270,3 5 90,6-3-90,6-2 0,4 0-360,8-4 90,-11 7-3097,11-6 2686,-18 10 0,8-2 0,-10 6 1</inkml:trace>
  <inkml:trace contextRef="#ctx0" brushRef="#br1" timeOffset="-30312.73">26241 4786 8882,'1'10'1079,"-1"0"-809,-1-2 450,-6 10-181,-3 14-449,1-7 90,0 12 0,9-11-90,1-6 0,11 10-90,-4-22 0,6 4 0,-6-10 0,9-4 0,-8 0 90,16-17-90,-15-6 0,1-9 0,-9 5 90,-13-6-90,4 19-180,-16-16-180,13 24 360,-13-6 0,18 12 0,-4 0 0</inkml:trace>
  <inkml:trace contextRef="#ctx0" brushRef="#br1" timeOffset="-28799.73">26027 1834 10321,'-6'-11'1529,"6"2"-1439,3 5 0,3 1 90,5 0 90,17-3-270,1 2 90,10 0 0,-11 6-90,-11 1 0,-5 2 0,-12 3 0,-7 10 0,-17 21-90,1-1 0,6-11 0,2-2 0,3 3 0,5-4 90,8-14-180,10 1 0,-1-7-270,15 0-359,1-8-91,3-3 900,1-7 0,-8 1 0,1-3 0</inkml:trace>
  <inkml:trace contextRef="#ctx0" brushRef="#br1" timeOffset="-28345.73">26356 1743 8882,'2'-9'270,"-1"0"-180,-6 12-90,-3 6 90,-6 6-90,3 0 0,2-3 0,6-6 90,-4 7-180,6 5 90,0 0-90,13 7 0,-1-8 90,0 0 0,-4-4-90,-10 4 90,0-8-90,-14 21 90,8-20 0,-9 10-270,6-9-1079,-1-1 989,1 0 360,3-3 0,5-4 0,0 0 0</inkml:trace>
  <inkml:trace contextRef="#ctx0" brushRef="#br1" timeOffset="-28076.73">26258 1837 7982,'8'-12'360,"0"2"-270,8 0 0,-6 4-180,5-1-539,-1 0-181,-1 2 810,1-1 0,-1 1 0,-3 1 0</inkml:trace>
  <inkml:trace contextRef="#ctx0" brushRef="#br1" timeOffset="-27698.73">26463 1809 8972,'-4'10'630,"1"0"-451,-2-1 1,-2 4 0,-3 10-90,1 3 0,1-4-90,3-4 90,7-2-90,6-3 0,-1 1 0,21-7 0,-6-10 0,2-7 0,0-3 90,0-8 0,-1-21 0,-29 10-270,-17 1-90,3 12-2069,-10 11 2339,13 14 0,2 2 0,2 7 0</inkml:trace>
  <inkml:trace contextRef="#ctx0" brushRef="#br1" timeOffset="-24293.73">32471 5303 11131,'10'0'269,"1"0"-179,-3-2-90,0 0 90,5 1-90,-3 2 0,3 0 0,-1 5 0,-4-1 0,-7 25 90,-7-13-90,-4 10 0,-2 0 0,-3-3 0,2-2 0,-1 1 0,-5 3 0,2 1 0,-3 1 0,7-8 0,-4 7 0,6-7 0,4 3 0,7-13 0,5 2 0,10-5 0,2-3-90,10 2-612,-1-4 342,2-1 91,-8-2-1,0 0-720,-3-2 990,4-3 0,1-1 0,1-3 0</inkml:trace>
  <inkml:trace contextRef="#ctx0" brushRef="#br1" timeOffset="-23795.73">32875 5390 9332,'3'-8'809,"-1"-1"-449,-1 2 270,0 1-271,-4-1-269,-9 11 0,2-1 0,-7 8 0,-3 9 90,0 8-180,-4 7 0,9 12 0,14-7-90,7-4 90,10-10 0,12-14 0,5-14 0,-5-2 0,-4-10 0,-14-11 0,-5-8 0,-1-6 0,-12-5 0,1 21-450,-14-7-269,9 21-2558,-11-2 3151,12 10 1,0 4 0,8 0 0</inkml:trace>
  <inkml:trace contextRef="#ctx0" brushRef="#br1" timeOffset="-23356.73">33202 5406 10051,'9'-13'2159,"-1"-4"-1619,-5 6-180,-2-2-91,-7 9 1,-8 8 0,-9 11-180,2 1 0,-1 6-1975,4 7 1975,8-9-1504,2 6 0,3 1 1414,3-8-90,4 17 0,18-17 90,-8-10-90,14 5 90,0-15 0,-3-6 0,10-10 0,-9-10 1321,-8-7-1321,-16 1 0,-6-1-1169,-16-8 179,8 15 1,-4 4 989,-21 12 0,12 13 0,-4 5 0</inkml:trace>
  <inkml:trace contextRef="#ctx0" brushRef="#br1" timeOffset="-9272.74">30553 5909 6453,'-6'4'0</inkml:trace>
  <inkml:trace contextRef="#ctx0" brushRef="#br0" timeOffset="37442.26">26466 2755 9332,'9'6'180,"0"-1"-90,6-4-1,-5 0-89,5 0 180,16 0-3457,4 0 2393,2 1 884,-8-2 859,-11 0-814,7 1 0,1-1-2313,2 1 2268,-1-1 0,-1 1 0,-9-1 0,9 0 0,19 0 90,-2 1-90,3-1 0,-19 0 0,-13 0 0,26 1 0,-12-1 0,20 1 2268,-26 0-2268,21-1-2268,-13 1 2268,10-1 0,-17 0 2268,-11 0-2268,19 0 0,-16 0 0,20 1 0,-4-2 0,-11 1 0,12 0-2178,-1 0 2178,-14-1 0,14 1 2178,5-2-2178,-19 2 0,7-1 0,4 0 0,14 0-2268,1 0 2268,0 0 0,-21 2 2268,-7-2-2088,34 0-2448,-26 1 2358,23-1 0,-19-1 44,-2 2 1,0 0-135,23-1 0,-21 1 0,-2 0 90,5 0-90,13 0-1000,-16 1 1000,14 0 0,-2 0 0,-19-1 1728,17 1-1683,-11 0 0,-1-1-45,1 2 0,1-2 0,-2 0-258,-5 0 258,8 0 2456,22 1-2456,-10 0 1888,5 0-1888,-16 1 0,9-1 0,-7 0 45,1 0 0,0 0-45,-3 0 43,20 1-43,-19 0 0,0 0-1548,-3-1 0,-1-1 1548,5 2 0,-1-1 0,18 1-939,-18-1 0,-2 0 939,10 1-483,0-1 0,7 1 1,-7-1 482,-1 0 69,12 0 0,-4 1-69,-25-1 0,6-1 1517,-11 2-1517,15-2 0,-13 0 0,12 0 2359,-1-1-2359,-13 1 0,13 0 3276,-18-1-3160,20 1-116,-9 0 0,16 0 0,-18 0 0,-1-1 0,13 1-3277,8-1 3162,0 2 115,0-1 0,-6 1 0,-12-1 0,9 0 0,-12 1 0,-6-2 0,15 3 3276,5-3-3160,10 2-3393,1-2 3162,-17 0 115,-8 1 0,-1-1 0,11 1-990,-5 0 990,5 0 0,-15 1 0,23 1 0,-17-1 0,26 1 0,-31-1 0,5 0 0,-8-1 90,-4 0 2992,9 0-2902,-6 0-180,5 1 0,-6-1-3198,0 2 3198,-13-4 0,-6-2 0,-10-2 0</inkml:trace>
  <inkml:trace contextRef="#ctx0" brushRef="#br0" timeOffset="51961.27">26513 2751 9961,'-10'-1'900,"1"0"-630,6 6-90,1 0 89,2 7-179,1-3 540,3 28-360,1-4-3278,1 10 3188,-1-9 0,-1-3 0,-1 3 44,0 9 1,0 2-180,0-2 0,0 0 0,-1 3 0,0-5-2321,0-2 2366,-1-1 0,1-2 0,-1 4-144,1 0 1,-1 1 98,0 1 0,0-1-45,0-5 0,0-1 90,0 9 0,1 0-45,1-2 0,1 0-45,-1 3 0,-1-2 0,2-9 0,-1-5 90,-1-9-90,2 21 0,-2-16 0,-1 2 0,2 21-1427,-1 0 1427,-2-27 0,2 20 45,0-11 0,0 0-45,1 19 0,-1-20 0,1-4 1346,-2-7-1346,1 8 1137,-1 0 0,-1 1-1047,1 6-90,0 17 0,-2-20 90,0 15 0,0-3-90,0-1 0,1-22 255,-1-6-165,-2 27-90,2-22 0,-3 22-137,3-29 137,-1 5 90,-1 13-90,1-1 1859,0 1-1859,2-11 0,-1-2 0,1-6 0,-1 5-2721,0 0 2721,0-7 0,0 6 89,-1-1-89,2-2 1090,-2 3-640,2-4-1889,0-4-1838,-1-19 4189,0 8-912,-2-20 0,-1 10 0,0-5 0</inkml:trace>
  <inkml:trace contextRef="#ctx0" brushRef="#br0" timeOffset="59459.27">14810 6186 7982,'0'-9'2969,"-1"3"-2070,-3 2-809,7 1 90,1 1 90,35-7 0,16-2-210,-22 5 0,0-1 0,2 0-1153,7-2 1,3 0 0,-1 0 827,-1 0 0,0 0 0,0 0-145,-2 3 1,-1 0-1,-2 1 410,1-2 0,-1 1-90,4 1 0,1 0 0,-9 2 0,-14 2-90,17-2-2158,-29 6 2338,-6 2 0,2-2 0,-5 1 0</inkml:trace>
  <inkml:trace contextRef="#ctx0" brushRef="#br0" timeOffset="60108.27">17010 6031 10321,'7'4'3276,"0"-2"-2414,31-2-772,-8-1-888,-3-1 0,5-1 858,3-1 0,4-1 0,0 0-1,-3 1 1,0 0 0,0 0-917,6-1 1,2 0-1,-2 0 887,-5 0 0,0 1 0,-1 1 15,12-1 0,-3 0-45,-15 1 0,-1 0 45,17-1 0,-9 1-135,-24 1 90,8 0 0,-18 1 0,0 1 0</inkml:trace>
  <inkml:trace contextRef="#ctx0" brushRef="#br0" timeOffset="66509.27">30594 2719 9602,'10'1'989,"0"0"-899,-5 2 90,1 6-90,-3 1-90,0 7 90,-1-8-90,0 4 90,0-3 449,1 2-449,3-8 0,-2-3 90,0-13-90,-4 4-90,-2-1 0,-1 3 0,-8 6 0,5 1 0,-11 14-90,14-8 90,-3 12-90,5-13 90,2 4 0,4-13 0,-3 3 0,5-11 0,-6 4 0,0-1 0,-1 0 0,-1 2-90,-6 3 90,3 1-270,-7 13 90,8-3-89,0 5 89,2-6-3097,6 2 3106,2-7 1,-1 1 0,1-7 0</inkml:trace>
  <inkml:trace contextRef="#ctx0" brushRef="#br0" timeOffset="67295.27">30655 2546 8522,'-6'-7'270,"-4"-1"0,1 3 539,-18-2-449,-6 8-180,0 9 0,-1 2-3457,-6 5 3264,12-2 1,1 4 102,2 11 0,4 3-645,8-7 1,0 0 599,-8 9 0,2 3-996,16 7 1,6-4 1040,2-5-238,-1-3 0,5 1 148,7-6 0,4-4-45,5-3 0,2 0 45,-1 3 0,2-2 342,-3-6 1,4-6-388,19-4 0,-1-6 45,0 0 0,2-1 0,-1-3-869,-15-5 869,0-4 1708,9-12-1573,-13-3 0,-1-4-899,-8 10 0,-1-1 808,5-8 1,-5-6 593,-17-4 0,-7-5 0,-1 6-638,2 9 0,-1 1 330,-1-11 0,-2-6 0,-6 6-300,-6 12 0,-6 4 0,0 3-978,-12-5 0,-2 2 918,5 1 0,-2 1 0,-1 3 572,6 9 0,-1 2 0,-1 5-1142,-6 3 0,-1 4 1,3 1-1040,2-1 1,1 2 915,-12 5 0,5 3 566,13 4 0,0 4 1,1 2-1</inkml:trace>
  <inkml:trace contextRef="#ctx0" brushRef="#br0" timeOffset="88994.27">26451 5128 9152,'-10'-6'1889,"1"1"-1170,2 4 181,1 1-540,15 5-360,0-2 90,13 3 89,12-4-134,-5-2 0,2 0-1684,-5 0 1,1 1 1625,6-2 1,5 0 42,2-1 0,5 0 0,-6 0-30,-9 1 0,-1 0-756,10-1 0,5 0 0,-8 1 756,0 0 0,-7 1 0,2-1-759,4 1 1,-1-1 758,-2 0 0,2 1 30,4-1 0,4 1 0,-6-1-30,11 1-254,-10 0 0,9-1 1,1 1-1,-9 0 254,-9 0 0,-1 0 0,9 0 0,4 0 0,-7 1 0,2-1 0,-3 1 0,-1 1 0,6-1 507,0 1 1,4 1-508,3 0 0,0-1 758,-16 0 1,3 0-759,7 1 0,9-1 0,0 1 0,-8-1 0,-6 1 0,-2-1 0,8 1 0,4-1 0,-7 1 0,10 2 0,-5-1 0,-1 0 0,1 0 0,-16-1 0,0-1 0,24 3 0,-4-1 0,-15 0 0,15-1 45,-10 1 0,3 1-45,2 0 0,0 0 0,2 0 0,-2 0 59,-4-1 0,-6 0-59,-12-1 0,17 1 0,8 2 0,-5-1 0,-1 0 0,-11-2 0,-2 0 0,0-1 0,-1 1 0,3 0-90,15 0-1556,-11 0 1646,15 0 1047,-18-1-1047,0 0 992,5 0 0,1 1-1082,6 0 90,-8 0 0,5 0 0,-6 0-2074,7-1 2074,-10 1 0,1-1 0,17 0-45,-17-1 0,1 1 45,15 0 100,-13-2 1,5 1-1,-5 0-145,-6 0 0,-1-1-578,10 1 1,0-1 622,1 1 0,-21 0 0,18 0 0,-16 0 0,12 0 1562,11 1-1562,-21-1-90,22 1 90,-27-1-90,12 1-90,15 1 180,-9-1 1189,-1 1 1,-2 0-1190,-12-1 0,19 2 0,-23-3 0,13 1-697,17 2 697,-6-1 0,-11-1 0,1 1-1179,4-1 0,-2 1 1179,10 0-45,8 1 0,-1 0 45,-19-2 0,11 1 0,2 0-1517,-8-1 1517,10 1 0,-14-1 1517,6 2-1517,-13-2 0,10 1 2178,-9-1-2178,3 0-910,1 0 820,-3-1 3031,11 1-2941,-13 0 0,4 0 0,0 0-2941,3 0 2941,-1 0 0,-2 1 0,14 0 0,-15 0 455,5-1 0,-1 1-545,-9-1 90,10 2 0,-16-3 0,0 1 90,9 0-90,-7-1 3276,27 4-3250,-20-4-259,8 2 233,-9-2 0,-3 0 0,-5 0 0,3 0 0,7 0 0,-9-1 0,11 1 0,-14 0 0,-1-1-90,9 2 90,-3 0 143,3-1-323,-10 0-2518,-2 0 2788,-9-9 809,-3 2-449,-3-5 0,-1 3-270,-1 10-180,3-2 0,-5 12-180,10-2 0,-3 2 0,3-2 0,1 0 270,2-4 90,3-7-90,0-3 90,0-5 90,-5-5-180,0 7-360,-5-6 0,-1 12-360,-1 3 181,1 4 449,5 2 0,1-5 0,1 0 0</inkml:trace>
  <inkml:trace contextRef="#ctx0" brushRef="#br0" timeOffset="91277.27">32150 5399 10951,'7'-7'2069,"-1"0"-990,0-9-180,-1-6-719,1 1 990,5-22-721,-7 22-2012,4-13 1743,-5 17 89,1-4-2363,0-28 2274,0 17 134,-1-17 1,-2-1-225,0 6-354,0 8 0,-1-1 309,0 9 0,-1 0-446,1-5 0,-1 1 446,0 3 0,0 1 966,0-1 0,0-2-877,-1-15 1,-1 2-2066,0 2 1931,0-1 0,0-3 44,-1 14 1,1 1-510,-2-6 1,0-1 464,0 0 0,0-1 758,0 5 1,0-1-714,-2-11 0,0 3-1562,1 0 1517,-1 2 0,1-1 0,3 14 0,1 2 0,-2-23 0,2 21 0,0-1 758,1 3 1,-1 0-759,0-8 0,-1 0 0,-1-10-30,1 9 0,-1-6 0,1 4 30,0 8 0,1 1 0,-1-10 0,0 1 786,-1-7-786,3 25-1777,-3-17 1777,2 13 0,-2-13 0,2 17 0,0-8 0,-1-2 0,1 3 0,-1-13 0,0 1 0,2 15 0,-1-14 1648,1 22-1648,0-2 1357,-3-20-1357,3 14 3276,-5-27-3242,3 32-34,1-7 0,-1 7 0,0-2 0,0 7 0,-2-15-90,2 18 90,0-7 247,-1 6-517,1 2-90,0 0-1709,-1 2 1709,3 11 91,-1-1-1,2 9 180,-2-7 0,0 3 0,0-3 0,1 1 90,-1 0-90,2 0 90,-1 0-180,2-1 90,-3 1-180,-1 0 180,-1-2-90,-2 4 1,4-3-91,-1 2 0,7-8 180,-9 6 0,9-5-2788,-6 6 2878,-7-1 0,8-2 0,-11-1 0</inkml:trace>
  <inkml:trace contextRef="#ctx0" brushRef="#br0" timeOffset="93125.27">30390 2782 8792,'2'11'630,"4"1"-271,6-8 181,17 3-2774,-7-2 2324,10 1 335,-12-3-201,15 1 1,6-1-135,-11 0 0,3 0-23,0-1 1,6 0-1,2 1 1,-2-1-8,9 0 0,-1 1 0,-2-1-961,-4-1 0,-1 0 0,0 0 931,-3 1 0,-1 0 0,1-1-15,2-1 0,1 0 1,-4-1 29,-4 1 0,0-1-45,6 1 0,2-1 0,-5 0 1242,7-1-1242,1-1-1521,-14 1 1521,0 0 0,-13 2 1249,9 0 1,0 1-1250,-1 0 0,25 0 61,-22 1 29,-4-1-90,2 0 0,-6 1 0,6-2 0,-10 1 2635,25 0-2635,-27-1 0,14 1 270,-9-1-90,-4 1-90,1-2-90,-6 1 0,-3-2-270,-3-1-450,0-1-179,-7-7 629,1 5 90,-2-4 90,1 6-90,0-3 360,1 2 450,-2-4-181,1 4-179,-2-1-180,1 3 90,-11 8-180,8-3 90,-6 7-90,7-1 0,3 0 0,-1 3 0,10-2 0,10-14 0,-2 0 0,-1-10 0,-10 4-90,-15-3 90,6 8-180,-22 3 90,19 8 0,-9 4-90,17 6 91,10 2-1,-1-4 90,7 1-90,10-14 90,-11-3 0,10-2 0,-18-3 0,-5 0 0,-16-12 0,5 8-720,-23-4 90,22 17-1079,-7 1 1709,15 4 0,3-1 0,1 2 0</inkml:trace>
  <inkml:trace contextRef="#ctx0" brushRef="#br0" timeOffset="93678.27">32058 2587 9152,'-5'-8'450,"1"1"-361,0 3 541,-12-5-180,-6 3-270,-3-2 90,-6 6 44,-1 9 1,-1 3-225,-6 3 90,4 9 0,-4 10 0,9-1-1819,16-8 1,3 2 1670,-15 17 1,7 4 57,20-9 0,9 1-877,5-6 1,4 1 0,-1-2 741,-1 8 0,5-2-139,8-7 1,9 1 0,1-3 0,-4-7 93,1-6 0,0-4-241,2 3 1,3 2-1,-1-7 241,7-7 0,0-9 30,-15-3 0,1-4 0,-1 1 15,11-1 0,-2-3 930,3-5 1,-8-10-886,-25-7 0,-9-8 0,-2 5 0,0 10 0,-2-1-533,-2-11 1,-3-6-1,-3 9 533,-5 16 0,-4 4 30,-6-3 0,-6 0 0,-1 1-198,-4 3 0,-3 2 0,1 1 168,2-2 0,0-1 0,-2 5 378,-5 3 1,-2 4-1,0 6-378,5 9 0,-1 6 0,1 2 0,3-2 0,-11 1 0,1 0 0,11 3 0,1-1 0,-1 0 0,1 0 0</inkml:trace>
  <inkml:trace contextRef="#ctx0" brushRef="#br3" timeOffset="106027.27">10450 15005 17393,'-7'-6'-1222,"-1"1"957,4 2 779,-2 1 648,1 0-745,-2 2-3694,2 2 3183,-1-4 0,4 0 1,-1-5-1</inkml:trace>
  <inkml:trace contextRef="#ctx0" brushRef="#br3" timeOffset="106594.27">10410 14925 16884,'15'-7'1517,"1"-1"-1124,0 5-1413,0 0 914,-6 2 272,-1 0-363,16 9-240,-11 3-71,7 5-317,-15 8 547,-13 7 0,-5 4 77,-1-2 1,-2 1-72,1 2 1,-1 0 91,-5 0 1,2-6-83,10-15 192,-6 16 201,15-24-256,2 2 14,23-1 125,18-8 35,-1 3-151,7-10-943,-8 1 1090,-1-2 1,4-1 0,-11 2-1</inkml:trace>
  <inkml:trace contextRef="#ctx0" brushRef="#br3" timeOffset="107060.27">10931 14992 13728,'-2'-11'-1101,"0"3"990,-1 3 501,-2-1 350,-12 7-15,-6 13-159,-1 2-335,9 2 1,2 5-205,4 5 1,2-1 163,-5 17-31,7-12 0,3-2-747,5-6 612,9 12-565,23-10 34,8-15-830,4-3 1123,-5-28 178,-23-4 0,-4-3-97,3-13-902,-6 11 1,-6 1 1086,-14-5-70,-3 10-81,-4 4 0,-4 2-493,-21-2-511,1-3 706,5 22-25,21 5-2856,-8 17 2936,14-11 1,-1 15-1,16-15 1</inkml:trace>
  <inkml:trace contextRef="#ctx0" brushRef="#br3" timeOffset="107459.27">11247 14953 13181,'-13'-8'419,"-2"2"-749,6 4 723,-2 3 165,3 3 122,-16 27-3677,7 5 2945,-4 8 173,12-7-75,10-10 0,6-1-314,16 14 63,-13-15 0,2-1-319,18-2-134,-14-20 248,0-2 78,8-6-942,-2-9 1,-2-1 1084,6-4 1427,-11-15 1,-10-2-1191,-21 17 1,-4 1-46,7-6 1,-1 3-108,-31 3-986,13 33 1090,6 14 0,0 0 0,15 8 0</inkml:trace>
  <inkml:trace contextRef="#ctx0" brushRef="#br3" timeOffset="107759.27">11596 15071 18575,'-9'2'2028,"1"0"-2483,2 0 784,24 3-809,-1-4 219,14 2-461,-2-5 715,10-2 0,-11 2 0,10-2 0</inkml:trace>
  <inkml:trace contextRef="#ctx0" brushRef="#br0" timeOffset="108209.27">12092 14942 10951,'-2'-13'1529,"-7"12"-1439,1 0-90,-5 11 270,-8 18-180,1 8-180,0-2-270,16-7 0,6-3 180,4-9-540,13 6 1,4 0 269,2-6 270,16 9-135,-23-5 1,-3 1 224,-3-2 90,6 21 270,-34 8-180,6-22-180,-12 12 0,-2-1-3187,6-17 3068,-13 14 0,25-29 1,5-3-1</inkml:trace>
  <inkml:trace contextRef="#ctx0" brushRef="#br0" timeOffset="108428.27">12087 15060 9332,'-7'-6'1439,"3"0"-1259,6 1 539,29-12-629,-11 8-90,18-6-1079,-5 2 1079,0 1 0,5-5 0,-5 2 0</inkml:trace>
  <inkml:trace contextRef="#ctx0" brushRef="#br0" timeOffset="108827.27">12538 14908 12210,'-12'5'630,"0"0"-1,-15 26-539,9-11-1729,-3 12 1,2 3-385,5-3 2423,4-7 1,2 0-272,3 0-1128,3 9 1022,3-9-6,2 7-17,8-5-135,6-9 0,7-7 1078,9-15 1,2-7-944,-5 8 0,-1-4 59,3-14 0,-8-6-74,-15 3 0,-8-2 49,-9-4 0,-2 2-51,-2-19 17,-1 21 0,-3 4-180,-12 8-90,10 6-3007,-26 11 2949,28 3 1,-10 7-1,22-7 1</inkml:trace>
  <inkml:trace contextRef="#ctx0" brushRef="#br0" timeOffset="109109.27">12704 14702 10411,'6'-9'720,"-1"1"-271,4 6 91,20 22 0,5 17-383,-16-5 0,-2 7 1,0 2-1,1-3-127,8 0 0,1-1 0,-5 7-140,-11-4 0,-2 6 0,-3 4 1,-3 0-1,-3-3 0,-2-6-130,-9 5 0,-5-5 1,-2 2-417,6-6 1,-1 3-1,0 0 1,-2-1 0,0-6 19,-6 3 1,-1-5 0,-4-2 635,-9 2 0,-4-2 0,2-4 0,9-7 0,0-2 0,-1 1 0,-4 0 0,1 1 0,0-1 0,-1 1 0</inkml:trace>
  <inkml:trace contextRef="#ctx0" brushRef="#br3" timeOffset="109642.27">10185 14842 19822,'-1'-10'-2032,"-1"1"1125,0 1 708,-1 2-200,-19 19 2540,-4 12-2686,7-7 0,0 3 931,-5 8 0,1 8-339,9-4 1,1 8 0,0 3-1,1-1 1,1-5-761,-2 1 0,1-3 1,1 4 795,1-2 0,-2 5 0,2 2 1,3-1-1,7-2-307,8 4 1,7-2-1,5-2 1,2-1-418,2-6 0,3-2 0,1 0 0,0 1 199,-5-1 1,0 3-1,0-1 1,1-1 0,1-5-255,13 6 0,2-7 0,4-4 665,-4-10 1,3-3 0,0-3-1,-1-1 1,0-2 0,-2-2-1,4 1 1,-1-2 0,-1 1-1,0-1 1,1 1 0,-1 0-1</inkml:trace>
  <inkml:trace contextRef="#ctx0" brushRef="#br3" timeOffset="110278.27">13377 14881 24786,'-11'-2'706,"1"3"474,14 9-496,14 12 0,7 4-2323,-1 1 1,1 0-1,6 5 1,0 0 699,-3-3 0,-2-1-700,-4-4 1,-3-1-1639,11 10 0,1 2 2514,-22-24 1,1-1 0,0 0 0</inkml:trace>
  <inkml:trace contextRef="#ctx0" brushRef="#br0" timeOffset="110459.27">13684 14915 10861,'-15'-13'539,"5"6"-449,-5 2-1729,-4 23 1,-1 7 65,-4 6 1079,-1 1 0,2 1 584,1 10-31,5-5 1,-3 7-1,3-5-734,4-10 1,-1 0 674,-1 3 0,-3 7 0,0-2 0,2-7 0,-6 8 0,5-11 0,0 0 0</inkml:trace>
  <inkml:trace contextRef="#ctx0" brushRef="#br0" timeOffset="115226.27">11033 14310 8342,'1'-11'1170,"0"3"-721,-1 1-359,2 11 45,0 19 0,1 6-135,0 1 45,0 3 0,0-1-45,-2-12-90,-1 15 90,-1-15-90,1 12-90,-1-11 90,1-9 0,-1 5 90,0-10-180,-1 0 180,-5-20 0,3 0-179,16-17 89,2 11-1549,10 5 1,2 2 1253,-3 1 385,12-8 0,-18 4 0,7-19-1999,-8-1 2089,0-3 0,-13 13 0,-3 13 360,-1-12 1998,10 35-2403,2 20 0,-1 7-45,-1-12 0,0 2-30,4 16 0,0 6 0,-2-10-60,-1-11-675,2 4 1,1-7 764,-3-22 0,4-2 0,-2-14 0</inkml:trace>
  <inkml:trace contextRef="#ctx0" brushRef="#br0" timeOffset="115727.27">11479 14218 8612,'-2'-9'1619,"4"20"-1439,-1-3 90,5 37 0,0 8-180,-2-10-225,-2-12 1,1 4 0,0 0 44,0 1 0,0 1 0,0-6-81,2 13 171,6 8 0,5-12 0,-3-38 0,13-3 0</inkml:trace>
  <inkml:trace contextRef="#ctx0" brushRef="#br0" timeOffset="115959.27">11452 14491 8792,'18'6'1169,"19"-12"-1079,-3-3-225,-4-4 0,-2-1-224,0-1 359,-4 2 0,0-1 0,1-1 0,11-4 0</inkml:trace>
  <inkml:trace contextRef="#ctx0" brushRef="#br3" timeOffset="122993.27">14091 14874 15119,'27'-15'202,"-6"4"-47,5 1 121,2 5-181,-1 11-386,-2-2 196,-3 11-14,-17 14 0,-5 4-3168,-1 1 2708,1 1 1,-3 4 425,-7-2 0,-1-2-2949,2 2 2639,-1-5 1,1 0 82,5 6 35,11-6-633,-2 2 868,11-12 1956,27-13-1927,-22-6 2831,24 0-3335,-13-9-2702,-1-4 3210,2 2 1,-6-4-1,-12 4 1</inkml:trace>
  <inkml:trace contextRef="#ctx0" brushRef="#br3" timeOffset="123427.27">14721 14913 12244,'-3'-9'-144,"0"0"387,0 1-261,-5 15 669,-4 10-299,1 3-227,0 3-142,10 11-236,2-18 249,3 16-537,19-13-66,7 0 125,0 0 82,-4-4-266,-10 7 382,-10-9 229,5 11 35,-31 17-1619,4-20 1,-2 1 1279,2 2 1,0-1 18,-3-4 0,2-3 116,-2 0 0,8-8 1,-4 3-1</inkml:trace>
  <inkml:trace contextRef="#ctx0" brushRef="#br3" timeOffset="123676.27">14697 14968 9501,'-3'-9'810,"0"1"-364,15-5 390,14-4-528,-2 2-129,5 2-3456,-2 2 3201,-14 5 1,15-5-1,-15 7 1</inkml:trace>
  <inkml:trace contextRef="#ctx0" brushRef="#br0" timeOffset="124076.27">15035 14864 11490,'-5'21'720,"2"-5"-450,-14 30-90,6-10-45,1 6 0,1 1-135,1 2-1492,4-8 1,2-2 1401,6-1 182,8-7 1,2-2-183,1-1-90,16 2 45,11-49 45,-23 10-45,6-21 1,-4-4-1109,-14 8 1243,-3-6 0,-6-2-636,-13 14 0,-2 2 636,-5-11-1639,-12 20 1,0 7 1400,17 9 1,-24 15-1,35-7 1</inkml:trace>
  <inkml:trace contextRef="#ctx0" brushRef="#br3" timeOffset="124359.27">15449 14985 13643,'10'-5'1746,"1"2"-1499,-3 3-963,11-3-2093,1-1 676,3-1 1942,-4-1 1,-4 1 0,1-1 0</inkml:trace>
  <inkml:trace contextRef="#ctx0" brushRef="#br3" timeOffset="125927.27">15893 14889 17406,'7'-6'742,"-1"0"-1157,-2 2-324,-2 8-56,-7 13 235,-5 8 186,-1 0 26,-3 2-751,3 4-186,16-2 811,3 1 175,11-15 119,5-9 0,2 11 180,-8-5-90,-6 15 1,-4 3-3188,-8 1 3219,0-4 1,-2 0 57,-6-2 0,-4 1-180,-3-6 0,-2 0-90,-3 6 270,-5-6 0,1-6 0,6-15 0,-12 0 0</inkml:trace>
  <inkml:trace contextRef="#ctx0" brushRef="#br3" timeOffset="126194.27">15860 14959 12266,'2'-10'-229,"1"1"281,0 6 337,1-1 325,10-4 134,31-13-824,-18 8 7,11-4 1,-2 2-1,-15 6 1,18-9-1</inkml:trace>
  <inkml:trace contextRef="#ctx0" brushRef="#br0" timeOffset="126576.27">16211 14850 11760,'-3'10'450,"-2"1"-90,-7 17-225,3 1 0,1 3-90,1-3 0,0 2-15,2 6 0,2 5 0,6-4-255,12-5 0,2-3-1414,-3 5 1,2-5 1343,29-9 115,-2-36 45,-15-10 0,-4-9 90,-10-9 0,-5-3-1089,5 3 0,-6 2 1134,-15 3 0,-9 6 0,-24 9-2686,-5 20 1786,4-1 978,1 11-78,20-1 0,3 1 0,-3 1 0</inkml:trace>
  <inkml:trace contextRef="#ctx0" brushRef="#br0" timeOffset="126912.27">16417 14613 10231,'9'-12'1619,"1"1"-1259,-2 11 360,28 23-540,-11-6-68,-5 9 0,6 11 1,-1 4-1,-5-5-67,-2 8 0,-2 0-865,0-8 1,1 2 0,0 1 0,-5 0 718,-5 7 1,-5-1 0,-4 2 55,-5-6 0,-5 2 0,-1 0 0,2-2-15,3 4 0,1-3 0,-7 3-487,-6-8 1,-5 3 0,-5 2 0,-1-2 0,2-4 0,4-8-1093,-7 3 1,-1-5 1466,0 1 0,-4 3 1,-1-1-1,4-6 1,-4-6-1,2-4 1,-5 1-1,1 1 1</inkml:trace>
  <inkml:trace contextRef="#ctx0" brushRef="#br0" timeOffset="127560.27">13928 14708 10231,'4'-9'2609,"-12"20"-2474,-4 14 0,-2 9-1228,0 4 1,-1 6 0,1-1 387,2-6 1,1-2-1,1 2 1082,-2 5 1,2 1-1,4 3-377,5-6 0,3 3 0,2 2 0,0-3 0,-1-4-45,0 10 0,3 2-49,2-8 0,1 8 1,2 4-1,2 0 1,1-4-1,0-11-326,4-5 1,1-7-1,1 1-449,4 15 1,0 3 0,2-9-706,10-8 0,0-11 1574,-2-7 0,-7-5 0,1-1 0,12-2 0</inkml:trace>
  <inkml:trace contextRef="#ctx0" brushRef="#br0" timeOffset="128742.27">14261 14015 9871,'1'7'1440,"-1"-4"-1440,1 19 89,-1-7 1,1 2 0,2 20 0,0-4-90,1-8 0,0 0 90,4 12-270,13 6 180,-10-22 0,8 3-90,5-28 0,-5-5 90,7-1 90,-10-7 0,-5 2-90,4-1-90,-3 3 90,3 7-90,-8 6 90,7-1-179,10-5 89,-7 1 90,7-4-90,2-14 90,-14 12 0,10-14 0,-20 15 180,-2-10-1,-14-8-179,5 5-1529,-26-2 810,23 22-451,-11 1 1170,15 8 0,2 2 0,-2 4 0</inkml:trace>
  <inkml:trace contextRef="#ctx0" brushRef="#br0" timeOffset="129026.27">14871 14092 9961,'4'-10'1170,"0"1"-990,0 6 179,10 17-359,0 24-899,1 2-1881,-6 3 1251,-8-21-180,-1-13 1709,-1-1 0,1-1 0,-1-2 0</inkml:trace>
  <inkml:trace contextRef="#ctx0" brushRef="#br0" timeOffset="129243.27">14884 13791 9602,'-1'-11'112,"1"1"0,-5 10 1,-2 2-1</inkml:trace>
  <inkml:trace contextRef="#ctx0" brushRef="#br0" timeOffset="130094.27">15266 14173 9871,'-9'-8'1260,"-2"0"-361,1 4-539,2 0-270,-7 2 270,-3 11-90,-11 18-360,2 3-495,10 3 0,5 2 225,5 0 45,6-7 1,6-3 44,11-14 180,2-3-90,3-18-1459,-3-13 1,-2-3 1343,4-7-4,-3 4 0,-3-5 344,-9-12 0,-6-3-1050,0 9 0,-2-1 1035,2 7 0,0-2 0,-2 4 15,-2-4 0,-1 5 225,-2 0-270,18 66 90,1 7-90,-1-4 0,1 3 0,-1-4 0,0-2-589,2 0 1,-1-3 588,5 11 758,3-5 0,1-5-937,-5-21-1,10 10-360,-5-32 90,-5-15 1,0-6 2537,7-7-2178,-12 4 0,0-9 0,-2-1 0,-2 7 180,-3 5 0,-1 1 839,1-7 0,1-4 0,-3 6-389,-4-8 719,1 21-1214,4 42 0,3 15 90,-1 3 0,0 5-896,-1-6 1,1 5-1,0 0 1,-1-3 805,1 12 0,0-4-90,-3-6 0,2-3-450,1-8 1,0-3 134,1-2-360,5 21 720,-2-42 0,6-8 0,5-3 0</inkml:trace>
  <inkml:trace contextRef="#ctx0" brushRef="#br0" timeOffset="130342.27">15530 14020 8972,'12'-11'1079,"25"-14"-4137,2-1 3058,2 2 0,-13 1 0,-23 13 0</inkml:trace>
  <inkml:trace contextRef="#ctx0" brushRef="#br0" timeOffset="130776.27">15740 13758 9871,'6'-1'1709,"-1"6"-1529,2 10-1819,-1 14 1,-2 4-25,-2 2 2252,-2 5 1,0 10-1,-2-6-544,0-17 0,0 0 147,-2 19 1,0-1-193,0-9-9,3-16 9,3-1 3108,13-23-3108,-4-5 0,9-13-45,-5-3 0,-1 0 45,1 0-45,-1 0 0,1 0-135,13 2 789,-15 14-698,21 25-3145,-23 23 3144,3 8 90,-10-22 0,1 1-135,4 2 0,1-1-135,2 6-1369,10-8 1,4-6 1322,-4-17 0,5-3 0,2-1 0,10-7 0</inkml:trace>
  <inkml:trace contextRef="#ctx0" brushRef="#br0" timeOffset="131394.27">17316 15133 10231,'-14'3'2789,"-1"2"-1980,7 0 270,0 1-449,9 0-90,4 0 269,29 0-584,0-6 0,4-2-1864,-5 1 1,1 0 1670,9-3 1,-2-1-33,5-1-570,-12 1 0,4-1 1,-4 1-2419,13-3 2583,0 1 0,-7-1-2872,-23-1 3116,-13 0 1,-4-5-1,-13 1 1</inkml:trace>
  <inkml:trace contextRef="#ctx0" brushRef="#br0" timeOffset="131627.27">17605 14864 10321,'-4'-18'3276,"1"8"-2054,6 37-983,-3 3 1,-2 8 0,2 3-1060,1-1 1,1 4 0,1 0 0,-1-2-274,-1 5 1,0-1 0,2-2 545,-1-2 1,1-1 0,4-14 0,10-16 0,2-5 0</inkml:trace>
  <inkml:trace contextRef="#ctx0" brushRef="#br0" timeOffset="136942.27">27006 4422 10681,'0'-5'2788,"1"2"-2788,9 0 270,10 3-270,-8-1 90,27 0-90,-25 1 90,22 2-90,-26 3-90,3 4 90,-11 0-3277,-20 33 2892,10-23 295,-12 24-90,10-21-899,-4 21-1819,5-13 2538,-2 9-90,11-29-1708,2-1 2158,1-3 0,0-2 0,0-1 0</inkml:trace>
  <inkml:trace contextRef="#ctx0" brushRef="#br0" timeOffset="137394.27">27230 4511 9961,'2'-8'990,"0"0"-810,-5 10 0,-8 18-180,3-4 89,-5 13-89,9-17-179,-4 14-181,6 4 180,-3-3-360,14 8 450,-3-26-90,7 5 0,4-11 91,-5-3-1,6-2 0,7-20-2853,-10-12 3033,5 0 0,-15-2-1348,-15 7 1348,2 12-180,-17-13-2428,-8 23 2518,5 1 0,-5 10 0,17 5 0</inkml:trace>
  <inkml:trace contextRef="#ctx0" brushRef="#br0" timeOffset="148643.27">27391 4775 8702,'3'-8'1439,"-8"14"-1439,1 2 0,-14 21-90,7-13-90,-4 5 180,-2-2 0,9-10 0,-7 6 0</inkml:trace>
  <inkml:trace contextRef="#ctx0" brushRef="#br0" timeOffset="151093.27">27587 4621 8792,'-12'0'810,"2"-1"-810,2 2 0,1-1 89,-2 3-89,-5 7 0,6-4 90,-5 12-180,12-9 90,0 4 0,6-3-89,17 4-1,1 1 0,4 1-90,6 7 90,-23-13 0,17 18 90,-18-11-90,1 14 0,-13-5 90,-7-1-90,-2-11 0,-6-6 90,9-8 0,-3 0-90,0-13 90,7-1-90,-2-3 90,8 1 0,8-11 0,0-1 0,2-3 0,-3 8 0,-6 14 90,-1-14-90,-4 3 90,1-4-360,-9-1-1079,-7 9 1259,4-1 90,-3 6 0,12 8 0,1 0 0</inkml:trace>
  <inkml:trace contextRef="#ctx0" brushRef="#br0" timeOffset="152078.27">27817 4558 8882,'-8'-7'1889,"-3"0"-1349,-4 10-451,3-1 1,-3 7 0,7 2-180,0 11 0,3 5-359,3 15 359,-1-14 0,2-2 0,9 0 0,0-19-180,11-5 90,10-14 135,-7-7 0,-1-4-3232,8-7 3219,-15 7 1,-5-3 147,-10-1 0,-5 2 0,-4-3-90,-4-20 0,0 38-90,0 6-270,-3 4 360,-13 11 0,11 0 0,-6 9 0</inkml:trace>
  <inkml:trace contextRef="#ctx0" brushRef="#br0" timeOffset="157493.27">32198 1626 8522,'-11'1'90,"1"1"0,2 1 0,3 0 90,-3 0 0,2-1 270,1 0-1,-1-1-359,25-3-90,-11 1 0,20-2 90,-17 2-90,10 0 0,11 2 0,-4-1 0,1 3-445,-19-1 445,-4 0 0,-1 0 89,-6 14-89,-3-7 0,-9 15 0,-4-8 0,-3 1 0,-2 1 0,-9 8 0,-6 5 0,21-15-89,1 7 534,10-13-445,-3 17 0,11-21 0,18 12-270,2-10 180,5 3 0,-4-7-1169,11-5 0,-15-1 989,12-3 70,-21 0 1,-3 0-1,1-1 1</inkml:trace>
  <inkml:trace contextRef="#ctx0" brushRef="#br0" timeOffset="158143.27">32498 1703 8162,'4'-12'1350,"-2"3"-901,-3-3-179,-5 6-270,-5 0 90,1 5 0,-12 9-270,4 9 90,1 1 0,7 4 0,21 0 0,15 4 0,-4-3 90,8 0-179,-4-4 89,-5 6 0,-2-1 90,-12-3-90,-20-2-270,-20 3 180,3-2 45,6-8 0,0-2-225,-5-6 360,8 0-90,7-11 90,14-4 0,3-2 0,8-12 0,3-1-3277,-2 2 3264,2-3 1,0 2 12,-6 7 180,1-4 0,-3-12-90,-6 9-90,-3-3-90,-10 15 0,3 7-1529,-19 1 1619,14 4 0,-6 0 0,15 2 0</inkml:trace>
  <inkml:trace contextRef="#ctx0" brushRef="#br0" timeOffset="158609.27">32742 1734 9152,'-7'-8'629,"-8"8"-539,5 5 0,-18 33-180,19-15 0,-7 16-89,18 1-1,7-15 90,14 5 180,1-29-90,-5-7 90,-10-32-90,-11 19 0,-8-10 0,-3 0-90,2 9-1799,-22-17 1889,20 35 0,-1 0 0,7 8 0</inkml:trace>
  <inkml:trace contextRef="#ctx0" brushRef="#br0" timeOffset="158894.27">32921 1965 9332,'7'-1'899,"-3"0"-1259,-10 24-89,-3-8 89,0 8-1709,-5-2 2069,7-11 0,-6 8 0,5-8 0</inkml:trace>
  <inkml:trace contextRef="#ctx0" brushRef="#br0" timeOffset="159410.27">33021 1708 8702,'3'-8'1439,"1"2"-899,0 0-450,4 2 90,3 0-180,2 3 0,-2 3 90,5 5-90,-7 18 0,0-3 0,-14 9 0,-4-1-90,0-6 45,-2 2 0,0-1 45,5-9-90,-1 9 90,5-11 0,1 0-90,8-1 90,-2-7-180,18 8-630,-2-12 541,2 1-1261,-1-6 1530,-11-1 0,3-3 0,0-2 0</inkml:trace>
  <inkml:trace contextRef="#ctx0" brushRef="#br0" timeOffset="159894.27">33225 1717 8702,'1'-11'720,"1"3"-630,1 0 0,5 3 89,12 1-179,-6 2 0,21 10 90,-36 21-90,12-7 0,-28 18 0,10-25 0,-5 2 0,-2 13 0,6-15 0,-4 12 0,6-1 0,3-14 0,6 18-269,8-24 89,0 3 0,2-9-90,-5 0 270,11-7 0,-5 1 0,9-6 0</inkml:trace>
  <inkml:trace contextRef="#ctx0" brushRef="#br0" timeOffset="160344.27">33404 1791 8612,'0'-11'1709,"-2"3"-1529,-9 11-90,-2 12 0,-2 1-90,3 5 0,5-1 0,2-4-1158,-1 5 1068,4-8 367,1 1-457,4 14 90,7-5 0,0 2 90,11-12 0,-12-12 0,7-2 0,2-19 0,-10 8 0,7-14 90,-26-20-2601,1 17 2466,1 6 0,-1 0-225,-7 2-2698,-5 8 2968,6 5 0,-1 1 0,13 7 0</inkml:trace>
  <inkml:trace contextRef="#ctx0" brushRef="#br0" timeOffset="160642.27">33350 1653 8972,'3'-8'719,"6"2"-179,19 25-315,-5 19 0,0 6-536,-5-17 1,-2 2 220,-4 12 0,-3 5 0,-6-4-104,-9-11 0,-5-1-436,-2 3 1,-3 3-1,1-4-1009,-1-2 1,-1-3 1559,-5 4 0,-1-3 0,-5 0 0,-4 0 0</inkml:trace>
  <inkml:trace contextRef="#ctx0" brushRef="#br0" timeOffset="161145.27">31973 1328 8702,'-13'-13'360,"-4"7"-1999,-7 33 1,1 10-116,-4 3 2138,11-12 0,-2 3 0,4 2-249,2 14 0,4 0-91,1-7 1,1 1 0,0 8 0,1 0-90,4-7 0,4 0 363,4-6 1,4 0-679,4 5 1,2-1-996,-1-7 1,1-4 859,2-6 1,1-4 494,20-1 0,-1-6 0,-13-7 0,0 1 0</inkml:trace>
  <inkml:trace contextRef="#ctx0" brushRef="#br0" timeOffset="165125.27">26996 2039 8702,'-2'-8'1079,"2"1"-1079,14 3 90,-3 3-90,3 0 90,14 1-3367,-3 3 2303,3 0 1833,-15 17-949,-24 7-1556,-2 6 1646,-9 1-90,7-14 90,-10 20 0,7 0 0,0-2-180,25-2-540,25-33 2069,0 5-1799,8-15 450,-6-3 0,-5-1 0,11-3 0</inkml:trace>
  <inkml:trace contextRef="#ctx0" brushRef="#br0" timeOffset="165759.27">27426 1992 8072,'-3'-6'270,"-5"-5"-180,3 8 90,-10-3-180,7 6 0,-5 2 90,-11 10 0,7 1-90,-7 4-826,13-5 826,5-3 0,2 0 0,2 12-3028,14 4 3028,-3 0-90,12-2 0,8-2 552,1 4-552,-11 9-2268,-26-2 2358,-15-13 0,-12-5 2178,0-5-2807,10-4 359,16-18 180,22-10 0,9-2-1000,-3 1 1,1 1 1089,5-4 0,-4-1 270,-6-13-90,-15 18-180,-1-9 90,-20 5-90,-16 5-1607,8 3 1427,-6 5-179,25 13 730,-2 1 1,4 1 0,-3 1 0</inkml:trace>
  <inkml:trace contextRef="#ctx0" brushRef="#br0" timeOffset="166208.27">27575 1942 8162,'-7'-6'1170,"-9"6"-1080,5 5 179,-12 19 1,1 7-360,5 8 45,-1-9 0,4 1-1594,15-3 1,4-4 304,2-6 1629,11 1 0,5-3-295,10-17-1475,10 0 1565,-13-13-834,-16 2 834,-1-3 1304,-7-15 1,-7-5-1305,-5 9 0,-5 1-900,-11-16 0,-7 6 45,5 20 1,-2 5 705,-2 5 0,1 5 0,-5 20 0,10 0 0</inkml:trace>
  <inkml:trace contextRef="#ctx0" brushRef="#br3" timeOffset="168726.27">18687 14796 24016,'-8'-14'-3277,"1"4"0,-1-2 1115,0 6 2906,-4 2 424,-1 2 2,-4 2-350,3 5 73,-8 15-1235,5 12 1,-1 10 0,2-3 1011,-1-6 0,1 5-475,6 0 1,0 9-1,0 6 1,2 1 0,1-4-1,4-7-961,2-1 0,4-5 0,-1 3 656,-1-1 0,-2 4 0,1 1 0,2-1 0,3-6-443,6 1 1,3-5 0,3-3-783,12 3 1,0-3-305,-5 0 1,1-3 295,1-7 1,2-8 1470,19-20 0,-11-2 0,-7 0 1,0 0-1</inkml:trace>
  <inkml:trace contextRef="#ctx0" brushRef="#br3" timeOffset="170626.27">20323 15197 20692,'22'-5'1663,"-3"0"-1134,6 0-797,9-2 0,1-1-52,-3 1 52,1-1 0,0 1 283,3-1 0,-19 4 0,13-3 0</inkml:trace>
  <inkml:trace contextRef="#ctx0" brushRef="#br3" timeOffset="171495.27">21049 14944 27399,'-9'-5'-3151,"-1"1"3524,-18 13 1775,11-3-574,-15 9-203,4 11-1056,8 9-3043,-3-1 2567,15-2-67,19-9 0,4 0-983,-2-1 419,7 1 0,7 4 0,-2-3-847,-6-8 1,1-1-1,8 7 1,-1-2-1032,1 2 1336,-18-11-519,1 25 2920,-9-18-1069,-11 11 1,-7 1-2069,-17-4 2338,11-8 0,0 0 199,-17 2 61,1-15 49,14-2-657,-7-7 803,24-4-976,6-39-128,9-1 591,-3 17 0,2-4-407,6-7 0,3-2 200,0 0 0,0 1-69,-2 7 1,-2 0 900,1-15 1,-12 6-1016,-36 17-1911,7-10 1566,-15 27-1039,18 16 1973,14-1 0,-2 1 0,10-2 0</inkml:trace>
  <inkml:trace contextRef="#ctx0" brushRef="#br3" timeOffset="171959.27">21536 14927 20213,'-5'-11'-2339,"-2"4"2546,-32 32 874,21 7 0,1 4-2720,-5-5 1,1 2 1586,6 5 1,7-1-100,9-11 0,4-2-412,7 9-557,10 11 950,3-18 86,3-16 0,4-8-308,2-15 1,-2-8-787,0-2 0,-4-4 978,-4-4 0,-8-2 1179,-12 5 1,-9 1-1104,-15-7 1,-5 4 1009,1 2-807,-1 1 0,-3 4-1804,-21 16-1552,13 7 2457,-8 0 1,21 8 0,13-2 0</inkml:trace>
  <inkml:trace contextRef="#ctx0" brushRef="#br0" timeOffset="172393.27">21888 14536 10771,'-6'-8'809,"-2"-3"-629,3 5 360,0-3-540,9 9 90,12 15 0,2 11 0,2 8 0,0 5-90,-3-4 0,2 3 0,-3-1-50,-4-5 1,-1 0 0,-3 4 103,-3 8 0,-2 6 0,-1 4 0,-2-3 0,1-8-1147,-1-7 1,-1-5 0,-1 5 1102,1 3 1,1 6 0,-1 2 0,-3-1 0,-2-5-41,-8 8 0,-4-5 0,-2-2-1039,1-5 1,-1-1 0,-1 0 858,-1 7 0,-1 1 0,-1-4-690,2-10 1,-2-2 0,3-5 562,-14 8 1,-1 0 0,8-11-1</inkml:trace>
  <inkml:trace contextRef="#ctx0" brushRef="#br0" timeOffset="174242.27">19778 14230 9512,'2'-17'899,"0"5"-809,0-3 90,0 7 180,0 1-1,0-3-269,0 3 90,3 2-90,-1 12-90,1 4-123,-2 6 123,-1 9-1571,-1 6 0,1 2 1571,-1 9 0,0 7 0,0-1 0,0-20 0,0 18-706,0-35 616,-1-7 130,5-12-40,-2 1 2990,11-38-2990,-9 26-832,5-21 832,-7 30 767,3-4-857,6 0 0,3-2 0,2 5-80,23-5 466,-24 9-184,10-6 1,-1-3 508,-9-11-14,7-1 999,-16-1-1226,-7 0-41,-1 13 59,-1 6-404,2 29 97,0 13-3368,4 7 2712,1-4 380,8 11 0,1 2-164,-2-5-877,2 2 0,-1-6 1015,-6-23-269,7 6-2797,4-9 1088,-3-1 2584,0-11 0,-7-12 1,0-1-1</inkml:trace>
  <inkml:trace contextRef="#ctx0" brushRef="#br3" timeOffset="174494.27">20254 14172 11754,'1'-8'1928,"3"16"-2176,0 17 292,1 6 0,1 6 0,0-3-1683,-1-5 1,0 0 946,4 21 0,0-5 572,-3-21 611,6 10-2300,7-4-33,-3-4 1813,5-11 1,-8-17 0,2-3 0</inkml:trace>
  <inkml:trace contextRef="#ctx0" brushRef="#br3" timeOffset="174694.27">20288 14324 10545,'-10'-4'-296,"2"1"137,2 0 576,1 1 140,44-10-3834,-6 1 3130,-4 3 1,4-2-527,3-2 1,1 0 505,0 1 1,1 1 0,3-2 0,-1 0 0,0 3 0,0-1 0</inkml:trace>
  <inkml:trace contextRef="#ctx0" brushRef="#br3" timeOffset="175310.27">22376 15114 23185,'-5'-7'-3277,"-1"-3"0,3 5 1726,-1-3 4827,30 10-1480,-3 5-3055,20 7 1788,-12 3-1671,4 7 287,-6 1 0,0 2 869,-7-7 0,-1 1 0,3 5 0,-2-2 0,-9 0 0</inkml:trace>
  <inkml:trace contextRef="#ctx0" brushRef="#br3" timeOffset="175526.27">22682 15090 19493,'-3'-17'-2039,"-5"-8"936,3 12 705,-17 10-269,-2 30 0,-1 9 1063,7-14 1,-1 2-562,-5 11 1,-2 5 0,5-5 303,-3 6-150,3 1 0,1 0 1,9-9-1,3-8 1,0 0-1</inkml:trace>
  <inkml:trace contextRef="#ctx0" brushRef="#br0" timeOffset="178527.27">23354 14385 9781,'5'-6'900,"0"-1"-91,-2 3-629,-8 25-1273,-4 8 1,-4 9 0,1-1 740,1-1 0,-1 2 352,-2 2 0,-2 5 0,2 2 188,1-4 0,1 3 0,1 0 1,2-3-160,1-3 1,1-1 0,0 2-518,-2 4 1,-2 3-1,2 0 1,4-2 487,4 1 0,4-3 0,5-1-150,9-3 0,5-2 0,-2 0 60,-7-5 0,-2-1 0,7-2-720,13-4 1,9 0 0,1-5-1,-5-6 810,-6-8 0,1-5 0,6 2 0,4 0 0,-6-3 0,12-9 0</inkml:trace>
  <inkml:trace contextRef="#ctx0" brushRef="#br0" timeOffset="179876.27">26038 14541 9332,'21'-7'359,"2"1"-2370,-3 0 2101,-2 2 0,-8 3 892,21 10-802,-11 2-90,7 13 0,0 6-1401,-13-4 0,-2 1 1355,4 7 1,-2 2-724,-5-6 0,-4 1 769,0 4 0,-6 5 47,-6 1 1,-6 6-1,-2 2 1,-2-1-678,1-11 0,-1 0 1,-1 0-1,-1 0 0,0 0 540,-1 4 0,1 1 0,-2 0 0,0-1 0,-1-4 0,-5 0 0,-2-3 0,0-2 0,3-4 0,-6 3 0,0 0 0</inkml:trace>
  <inkml:trace contextRef="#ctx0" brushRef="#br0" timeOffset="184843.27">12274 8433 12120,'27'2'360,"-5"-1"-1791,9 1 1521,9-4 0,7 0-30,-5 0 0,3 0 0,-1 0 121,-6 0 0,1 0 0,1 0-204,4 1 1,4-1 0,-2 1-1,-10 0 23,6 1 0,-2 0 0,-4 0-180,-15 3-269,-10 0-2828,3 2 2792,-8-1 0,-5-2 0,1-1 0</inkml:trace>
  <inkml:trace contextRef="#ctx0" brushRef="#br0" timeOffset="187958.27">27581 5647 8792,'-9'-7'270,"0"0"-90,2 3-90,-16 5 0,-9 8-90,0 3 0,9 9 0,-2 7 0,4-2 0,-1 10-499,-4 2 0,4 5 454,16-3 0,6-2-2438,1 6 2438,1-5 0,2 0-45,7-7-90,12 12-400,-4-13 400,8 0 0,6-1-1053,-3-14 0,2-3 1233,-1 6 0,1-3-430,-3-10 1,-3-4 429,-2-4 608,8-9 1,1-7-519,-9-3 0,-1-3-748,9 0 1,-3-3 702,-13 1 0,-6-5 651,-7-6 0,-6-5 1,-3-1-518,-4 2 1,-4-1 0,0 0 333,5-5 0,0 0 0,-5 1-468,-4 12 0,-5-1 0,0 4 0,3 7-995,-14-6 860,7 8 0,-3 5-1889,-16 16 1619,13 4 360,-16 6 0,14 3 0,-1 1 0</inkml:trace>
  <inkml:trace contextRef="#ctx0" brushRef="#br0" timeOffset="192725.27">26950 2413 7623,'20'-2'-180,"7"-1"0,6 0-1459,4-3 1,2 1 491,2-1 0,-1 1 1851,-3-1 1,-3 0-615,0-1-90,-2 1 860,12-4-680,0-2-180,-7 1 90,2-4-180,-25 9-90,2-2 3392,-5 3-3212,-1 3 0,-1 1 0,2 0 0</inkml:trace>
  <inkml:trace contextRef="#ctx0" brushRef="#br0" timeOffset="193742.27">27570 4927 7533,'5'2'1619,"23"-3"-1529,0 2 0,6-1-315,11-3 0,1 0-1414,-10 0 1,1-1 1554,-3-1 0,2-1 0,-4 0 0,16-5 0,-12 2 0,-1 0 0</inkml:trace>
  <inkml:trace contextRef="#ctx0" brushRef="#br3" timeOffset="-208954.46">18874 15174 20953,'-10'-5'-1942,"-2"-3"375,13 0 1343,-3 0 16,26-10 2565,-12 12-1207,11-7 0,3 0 287,2 3-680,15-6 858,0 7 71,-1 13-1043,-6 0 2633,-3 12-3403,-26 7 0,-7 7-511,-7 4 0,-6 5 0,0 0 150,2-1 0,1 0 0,-3 0-605,-3 2 1,-2 0 0,1-4-153,-1-4 0,3-6 557,2-2 433,-3 16-133,11-18 924,0 9-642,17-22-1082,32-14-1750,3-6 2667,-20 4 1,0 0-308,10-9 2403,-20 8-1737,12-9 1,-7 3 0,9-7-1</inkml:trace>
  <inkml:trace contextRef="#ctx0" brushRef="#br3" timeOffset="-208470.46">19327 15240 24286,'-5'-9'-3277,"1"2"0,14-16 2395,8 5 1985,2-1 0,3 1 545,18-1-315,-4 4-435,-14 15-779,-8 24-1558,-21 19 1,-5 5 2000,10-20 0,-1 1-720,-6 3 0,-4 3 0,0-3-230,-2-4 1,1-4-1169,-3 7 941,2-6 0,3 1-597,6 10 326,12-15 487,10 2-401,6-23 4076,12-9-3833,2-6 1,1-1-890,4-2 1462,-1-1 1,-4 0 0,-15 3 0,7-4 0</inkml:trace>
  <inkml:trace contextRef="#ctx0" brushRef="#br3" timeOffset="-208037.46">19985 15134 25366,'-11'-10'-3277,"-9"-6"1361,9 9 1851,-7-4 741,-7 14 854,13 2-692,-7 15 0,1 7-3697,7 10 2584,3-8 0,0 0 931,5 8-382,5-2-431,4-10 1,2-1-654,9 17-1213,5-2-275,-3-26 997,17-13 1444,-4-12-1384,10-4 2195,-15-10 103,-7-11-672,-19-9 1,-4-4-118,5 19 1,-6 0-287,-8-4 1,-8-5 0,-3 4 0,-2 13-1481,-18 25 1,-3 7 1605,-1-24 1,2 6-1,7 34 1,10 10-1,19-1 1</inkml:trace>
  <inkml:trace contextRef="#ctx0" brushRef="#br3" timeOffset="-204587.46">23409 14919 20320,'-2'-11'-3277,"1"2"0,5 5 5833,5-3-624,-4 3-563,7-5-187,5-2-238,0 1-44,2 0 1454,-3 2-98,5 0-1755,-7 2-261,11-3-139,-15 6-185,9 5-825,-10 1-569,5 16-1188,-12-7 1677,-6 18 1,-4 8 304,-7 5 1,-1 0-16,5-5 1,-1 0 287,-1-4 0,-1 2 0,4-9-662,4-10 662,-4 16 603,9-18 2606,17-7-2554,-7 4-1181,13-10 1482,7-7 536,15-5-949,-3 2 384,-15 2 1,-1 1-895,14-3 1720,-12 2-318,5 0 785,-19 3-1609,-4 2-973,2-1-750,-4 2 1323,-2 1 1,-2 0-1,-1 0 1</inkml:trace>
  <inkml:trace contextRef="#ctx0" brushRef="#br0" timeOffset="-202771.46">24147 14816 8252,'-15'-4'360,"-3"2"-270,-3 8-90,5-2 0,-2 3-660,7-2 660,0 0 182,-4 3-182,-7 10 0,8-5-246,-3 6 246,12-4 0,4 3 89,7 7-89,10 0 0,7-7 0,3-1-2223,7 3 2223,-8-8 0,2 0-181,3-3 0,-2-2 252,11 4-915,-10-3 1,-1-1 1234,-1 2-19,-12-3 233,11 17-254,-15-7-633,0 24 437,-16-20 478,-8 7 197,-4-4 168,-19 11 632,12-10-754,-9 4-536,3-17 1603,16-8 1333,-14-11-3093,27-24 0,8-7-1233,-5 10 1,1-1 789,4-14 1,0 2 342,4 0-522,-2 5-204,-5 12 1,-1 0-400,3-12-301,-4-6 680,-23 2-77,9 23 1587,-16-17-1363,-1 27 857,14 5 605,-13 0-360,19 4 151,-2 7 0,10 3 1,0 5-1</inkml:trace>
  <inkml:trace contextRef="#ctx0" brushRef="#br3" timeOffset="-202303.46">24672 14803 21056,'-37'-2'1648,"7"1"-803,0 19 960,7 9-1804,-3 2 170,8 14-459,13-4 1,3-1-613,0 9 491,5-12 0,3 5 0,4-6-2868,17 2 1638,-11-10 1,1-4-575,20-5-1040,10-30 3288,-17 4 352,1-27 1,-7-9-320,-20 19 1,-6-2-58,-1-11 1,-4-4-1,-5 5-692,-13 7 1,-5 4 757,3-1 0,0 6 854,1 11 0,1 10-1987,-1 15 1,4 4-162,3-3 1092,-1 3 1,5 1 0,19-1 0,1 1 0</inkml:trace>
  <inkml:trace contextRef="#ctx0" brushRef="#br3" timeOffset="-202037.46">25097 15007 18485,'-5'-5'-1094,"3"3"612,19-8 896,-2 5 214,26-6-2267,-16 5 1,-1 0-1639,19-4 1473,-1 1 1937,-27 6 0,2 0 0,2-1 0</inkml:trace>
  <inkml:trace contextRef="#ctx0" brushRef="#br0" timeOffset="-201337.46">25476 14713 9242,'-10'1'270,"2"-1"449,1 1-179,29 1-270,14-5-180,5 2-90,1-4 90,5 4 0,-25 1-180,26 12 180,-49 13-90,2 4 0,-9-5 0,-5 2-90,-7 13 0,0 0 0,7-15 0,1 1-390,-4 9 0,-1 3 1,4-7-2798,5-2 643,-5 16 2634,13-33 0,4-2 0,2-1 0</inkml:trace>
  <inkml:trace contextRef="#ctx0" brushRef="#br3" timeOffset="-200903.46">25915 14868 15125,'-3'-11'-236,"-3"-1"-266,-1 12 1999,0-1-657,-4 9 486,-18 32-1071,16-9 0,1 3-1894,-3-2 1,2-1 866,4 2 0,5-3 605,16 3-1750,16-12 1169,-5-2-24,10-9 318,2-24 1,-1-9-449,-14 3 0,-1-3 959,16-3 1,-5-3-31,-17 1 0,-9-2 148,-14-1 0,-5 2-32,-1-10 558,0 11 0,-7 6-805,-19 21 1,-2 10-249,4-2 386,7 3 1,-3 4 0,8 0 0,9 10 0,-3 13 0</inkml:trace>
  <inkml:trace contextRef="#ctx0" brushRef="#br0" timeOffset="-198786.46">24177 16668 10051,'-11'-2'2699,"-1"0"-1170,6 2 0,-2 0-1349,29 1 0,3 0-1989,18 0 1899,-14-2 0,4-1-1304,16-2 1,0-1 1123,-17 2 0,1-1-810,4 0 1,2 0-1,-7 1 900,-6 2 0,6 2 0,-21 6 0</inkml:trace>
  <inkml:trace contextRef="#ctx0" brushRef="#br0" timeOffset="-164020.46">27552 4516 9422,'1'17'359,"0"-3"-269,-4-7 0,0 2-90,0 1 0,1 3 90,1-5 0,2 4 180,0-7 0,6-6 90,-2-4-90,1-4-181,-4 0 1,-3 3 0,-2 1-90,-1 1-90,-1 6 270,5 1-180,-3-10 0,5 7 0,-6-12 0,1 8-180,-1 0 180,8 1 0,-4-1-90,3-2 90,-5 2 90,2-3-180,-6 5 90,3 1 0,-6 3-89,1 4-1,3-1 90,3 2 0,5-5 90,4-1-90,0-4-450,-1 0 360,-2 0 90,0-3 0,-4-2 0,0 2-90,-7-1 90,1 8-180,-2 2-90,3 3 180,5 0 90,4-6 0,3-3-270,-2-4-179,-4-2 179,-5 6 90,0 2 180,-1 5 0,-6-7 0,1-3 0</inkml:trace>
  <inkml:trace contextRef="#ctx0" brushRef="#br0" timeOffset="-156327.46">27534 4533 6813,'-6'8'990,"1"0"-990,6-3-90,1 0-180,1-1 270,4-4 180,-3-2-270,5-7 0,-4 8 0,-1-1 90,3 5 0,-3-5 180,1-2-180,-4-2 0,-3 2 0,-1 1 0</inkml:trace>
  <inkml:trace contextRef="#ctx0" brushRef="#br0" timeOffset="-153598.46">2858 17145 11850,'17'8'990,"-4"-2"-900,-1-7 269,13-2-269,9-4 45,6-1 0,6 0-450,-6 0 1,1 0 134,-3 1 0,-1 0-630,-4 1 1,-7 1-1350,-14 3 2159,7 0 0,-23-4 0,-2-1 0</inkml:trace>
  <inkml:trace contextRef="#ctx0" brushRef="#br0" timeOffset="-153285.46">3121 17168 9781,'-10'-1'1170,"0"0"-1080,5 4 90,2 4-90,1 8-1,3 2 1,2 22-45,1-5 0,0 2-1684,0-4 1,0 0 1625,1 9 1,0 3-684,-1-9 0,-1 2 0,1-4 696,-1-2 0,0 1 30,1 6 0,1 3 0,0-4-30,0-5 0,0-3-316,0-1 0,0 0 181,1-2 0,0-1-495,-1 3 271,1-3-721,-2-4 1080,-2-10 0,0-3 0,-2-3 0</inkml:trace>
  <inkml:trace contextRef="#ctx0" brushRef="#br0" timeOffset="-153011.46">2995 18017 8972,'-3'11'270,"3"-1"179,4 1-359,2-6 90,3 0-3457,13-3 2843,-5-4 523,14-2-614,1-6 1,1-2 434,3 0-1003,-5-1 1,5-4 0,-7 3-831,-1 0 1923,-4 0 0,-1 0 0,-5 0 0,1 0 0</inkml:trace>
  <inkml:trace contextRef="#ctx0" brushRef="#br0" timeOffset="-151720.46">3424 17667 9422,'0'-11'2068,"1"0"-1348,0 5-540,2 2-90,3 5 90,11 26-90,-8 4 0,0 2-45,0-8 0,-2 1 0,0 20 0,-2-3-45,-5-11 0,1 10 90,-1-20-1,0-6 1,0-4-90,0-24 0,1-1 0,1-22-45,3 8 0,0-2-44,8-18 89,-6 15 0,1 1-90,10-10 0,-1 22-3187,0 7 3072,-2 10 205,0 9 0,-6 0-90,4 6 90,2 17-90,0 7 90,4 6 0,0 3 0,-8-23 0,3 3 0,-6-15 3276,1 0-3160,2-5-116,0-8-90,9-17-45,-8-2 0,-1-3 45,8-17 45,-10 14 0,-2-2-90,-3-6 0,-2-1 45,-2 4 0,0-3-1003,-3-7 1,-2-5 0,0 4 944,0 7 1,-1 2 147,-3-11 0,0 5 0,-3 7 0,5 12 0,-3-6 0,5 14 0,0 11 90,6 27-90,2 5 3276,4 18-3208,-1-14 1,1 3 0,-1-2-1708,-1-4 1,0-1 1599,1 6 1,1 3 0,-1-3-433,-1-3 0,-1-2 471,3 6 0,0 1-919,2 4 1,0-2 918,-1-7 0,0-2 0,6 11-359,-1-18-541,-2-9 900,9-4 0,-9-17 0,3-9 0</inkml:trace>
  <inkml:trace contextRef="#ctx0" brushRef="#br0" timeOffset="-151496.46">3891 17650 9602,'16'-8'179,"-3"2"-179,4-2-1169,16-9-2108,-11 6 2628,9-5 1,-14 8 0,-4 2 0</inkml:trace>
  <inkml:trace contextRef="#ctx0" brushRef="#br0" timeOffset="-150726.46">4216 17834 10501,'-2'7'2609,"4"0"-2430,1-4-89,6-1 90,2-2-90,3-3-90,-3 0-270,6-6 180,-9 3-89,4-6-271,-8-4 180,-5-1-90,-6-11 180,-5 9-90,-11 4 180,2 16 90,-1 6-90,1 28-441,11-12 531,5 2 0,1 3 0,8 14 0,2-16 0,2 0 0,6 16 0,5-10 0,10-5 0,1-11 90,6 2-90,2-13 0,3-14 0,4-10-1639,-16-10 1,-4-4 1580,1-7 58,-13 8 0,-4 2-1354,-9 4 1354,-3 3 238,-7-15-328,-5 8 90,0-1 0,1 13-359,3 12 269,16 5-180,7-5 90,16 3-90,11-7 270,-16 3-90,2-1 180,-9 4 0,-4 3 450,1 19-360,-9 0 0,-2 16-90,-4-8 1503,0 5 1,0 4-1459,1-8 0,2 0 574,-3 8 0,2-2-619,4 5-450,8-7 1,-4-17-91,6 9 450,5-24 0,-2-6 0,11-6 0</inkml:trace>
  <inkml:trace contextRef="#ctx0" brushRef="#br0" timeOffset="-150319.46">4998 17630 10861,'-4'-8'2428,"0"1"-1978,-2 4-270,-1 3 540,-16 12-630,10-4 0,-12 10 89,5 2-89,8-4-539,-4 30-631,33-9 720,-7 4-360,16-13 1,3-3 539,-10-9 135,1 0 0,-2 1-134,-6 5 179,-6-6 314,-11 13 1,-7 5-1831,-4-8 0,-3 0 1516,2 3 0,-2 0-1639,-5-1 1,3-6-238,11-11 1876,-5 4 0,13-13 0,1-1 0</inkml:trace>
  <inkml:trace contextRef="#ctx0" brushRef="#br0" timeOffset="-149883.46">5249 17880 10501,'-15'5'2788,"43"-22"-2788,-17 7-45,16-16 0,-1-5-44,-18 5 89,6-17-180,-25 18 90,-13 20 90,3-1-1639,-7 27 1,1 10 1433,8 0-882,-1 2 0,4-1 1087,10-2 0,5 15 0,7-9 0,3 3-291,3-14 291,5-6-180,18-3-180,-9-5 1915,11-4-1555,6-21 0,-13 1 0,-4 1 0,-1 0 0</inkml:trace>
  <inkml:trace contextRef="#ctx0" brushRef="#br0" timeOffset="-149570.46">5775 17776 11131,'-8'-12'1619,"2"4"-360,-16-1-1079,12 8 270,-24 12-181,13 11-134,4 1 0,1 3 45,-5 18-1819,13-10 1,4 0-655,2-1 3582,9 7-2008,17-16 359,-9-13-1439,30 3-360,-15-21 1926,-4-6 0,0-4 1,7-12-1,-15 6 1,1 1-1</inkml:trace>
  <inkml:trace contextRef="#ctx0" brushRef="#br0" timeOffset="-149059.46">6003 17231 11041,'-5'-8'2248,"0"1"-2158,9 23 180,4 28-180,2 2 0,-3-3 0,-1 0-90,0 5 60,-3-7 0,1 8 0,-1-3-788,0-6 0,-1 1 728,2 6 0,0 5 0,1-5-405,0-9 0,1-4-90,0-4 1,1-3-2783,10 1 2747,-6-23 0,3-11 0,-4-8 0</inkml:trace>
  <inkml:trace contextRef="#ctx0" brushRef="#br0" timeOffset="-148885.46">6010 17718 10321,'-10'-2'720,"9"-3"-630,3 1 0,8-3 0,-2 2-1,10-4 1,2-3-1169,14-6-2198,-7 3 3241,-1 2 1,-7 2 0,-5 4 0</inkml:trace>
  <inkml:trace contextRef="#ctx0" brushRef="#br0" timeOffset="-148642.46">6279 17656 13289,'-1'16'720,"2"14"-540,2-2-135,0 0 0,0-1-225,1 8-90,1 5-2069,0-4 1080,-2-19 1259,2 13 0,-4-26 0,0 1 0</inkml:trace>
  <inkml:trace contextRef="#ctx0" brushRef="#br0" timeOffset="-148415.46">6238 17334 10861,'-3'-13'2518,"1"3"-1258,-1-3-1800,1 7-1709,-1-2 2249,-1 6 0,1 1 0,0 0 0</inkml:trace>
  <inkml:trace contextRef="#ctx0" brushRef="#br0" timeOffset="-147595.46">6620 17639 14279,'-6'15'899,"1"-2"-719,-2 3 270,-4 21-450,2 11-180,5-14 0,2 1 90,1-9 0,1-1-225,6 6 1,1-5 134,1-4-90,6 7-630,6-14 271,-1-12 269,6-3-90,-7-23 270,-13-11 180,-5-4 180,-12-2-90,0 15-90,-3 0 90,5 13-90,2 1-180,17-2-270,16-6-1894,1 1 2254,8-1-90,-11 6-90,6 0 180,0 1 180,-3 5 90,-7 13 0,-8 8-46,-4 11 1,-1 3-135,0 2 45,-2-1 0,0 1 45,2 3 0,1 1 0,2-5 0,5-16-90,-5-12-45,8-20 0,1-7-45,-1-1 0,0 0 0,3-5 0,-2 4 1,2 0-1,2 2 0,0 3 1376,-8 17-1286,5 1 179,2 29-89,-9-9 45,6 18 0,-1 3-135,-6-8 90,6 8 0,0-2-90,-7-16-630,17 10-1008,-16-25 19,7-1 1619,-1-11 0,4-7 0,6-7 0</inkml:trace>
  <inkml:trace contextRef="#ctx0" brushRef="#br0" timeOffset="-147099.46">8081 17456 10861,'-10'-6'899,"1"1"720,-1 0-539,0 1-810,-1 0 449,-4 9-539,6 2 180,-7 17-270,6-6 135,-1 18 0,0 5-1832,5-11 1,0 0 1606,-4 13 0,1 1 45,3-7 0,1-2-1269,1-5 0,0-2 1134,-2 20 0,1-7-359,3-17 269,0-10-900,0 2 810,3-40-179,4-16 314,-2 11 0,1-2 1019,2-12 0,1-4-1064,-1 10 0,0-1 1,0 1 89,2-9 0,-1 0 60,-1 13 0,0-2 0,1 4-1034,3-3 0,1 6 1064,1-3 0,10-6 359,13 64-269,-16-7-45,2 12 0,-1 3 45,-8 3 51,-4-6 0,0 3-97,-1 1 1,-1 0 0,-2-7 0,0 0-45,1 2 0,-1-2 490,0 10-760,-2-17-270,2 7-179,-2-20 719,-1 0 0,0-6 0,0 1 0</inkml:trace>
  <inkml:trace contextRef="#ctx0" brushRef="#br0" timeOffset="-146898.46">7916 17783 10411,'16'-7'360,"0"0"-270,-3 0 0,4-2 90,9-5-540,-4 2 0,2 0-1279,0 0 1,1 1 818,19-11 1,-11 8 0,-17 7 0</inkml:trace>
  <inkml:trace contextRef="#ctx0" brushRef="#br0" timeOffset="-146349.46">8431 17954 10591,'-4'9'1439,"0"-1"-629,3-4-271,2 4-269,1-3 90,3 3-540,0-6-629,6-10 359,-4-1 90,5-12-405,-2-10 1,-1-2 494,1-2 180,0-9 0,-2 1 270,-5 9 45,-5 8 0,-2 2-135,0 3 270,-10 1-540,16 22-180,10-5 90,13 4 90,-1-6 0,3 0 450,15 3-90,-2-1 360,-15 33-181,-21 9-224,-1-6 0,-1 2-1741,1 3 0,0-1 1561,-1-11 0,0-2-135,5 20-2608,7-20 2788,-1-12 0,11 3 0,-3-14 0</inkml:trace>
  <inkml:trace contextRef="#ctx0" brushRef="#br0" timeOffset="-145948.46">8922 17874 11311,'-2'8'1978,"3"-5"-1618,17-9-270,-5-1-90,12-12-90,-14 7-90,4-6-449,-11-10 449,-4 14 0,-4-14-90,-12 12-930,5 7 1200,-9-2-14,-3 17 14,3 10 90,4 4 0,2 2-90,-1 11 90,3 10 90,16 3-180,1-19 90,8 2 0,2-1-90,1-12-180,14 10-3058,13-21 1621,-19-4 1617,21-3 0,-18-4 0,2-3 0</inkml:trace>
  <inkml:trace contextRef="#ctx0" brushRef="#br0" timeOffset="-145501.46">9386 17847 11400,'-6'-15'1799,"1"1"-899,-6-1-180,-4 7-541,0 3 1,-3 7 270,-13 27-360,14-11 90,-12 18-180,18-3-180,6-7-270,1 15 270,7-20 0,3-1-449,9-11 89,0-6-359,25-16 719,-18 1 0,10-15 90,-21 9-270,5-25 270,-7 12 360,2-7-90,-3 38 0,-4 9-90,4 15 90,1 0 0,2 1-90,3 3-46,13 7 1,5-4-1664,12-15 180,-10-5 0,1-5-270,9-14 1709,-7-9 0,-7-7 0,-1-4 0</inkml:trace>
  <inkml:trace contextRef="#ctx0" brushRef="#br0" timeOffset="-144852.46">10914 17852 10321,'-10'0'990,"-1"1"-1,1 1-539,28 1-270,2-2-450,28-1-1889,0-3-671,-17 1 2830,6 1 0,-21 2 0,3 2 0</inkml:trace>
  <inkml:trace contextRef="#ctx0" brushRef="#br0" timeOffset="-144662.46">10989 18124 11041,'2'11'809,"2"-3"-359,24-7-315,3-6 0,5-1-630,4-1 0,3-2-598,2-1 1,2-3 0,-3 1 682,-3 1 0,-1-1 1,-4-1-1,2-1 1,-2 1-1,-3 0 0,0-1 1</inkml:trace>
  <inkml:trace contextRef="#ctx0" brushRef="#br0" timeOffset="-126096.46">26521 5130 6993,'1'7'0,"0"-2"0</inkml:trace>
  <inkml:trace contextRef="#ctx0" brushRef="#br0" timeOffset="-122552.46">27513 4562 9422,'-6'6'180,"0"0"-180,4-1 89,0 4-89,-1-2 0,1 3 0,0-3 0,2-1 0,1-2 0,6-6 0,-1 2 0,6-13 0,-9 9 0,3-7 0,-5 6-269,0 0 269,5 3 0,-3-1 0,8-2 0,-7-3 0,0-1 0,-7 3 0,-3 7 0,1 2 0,3 0 0,1 0 0</inkml:trace>
  <inkml:trace contextRef="#ctx0" brushRef="#br0" timeOffset="-117415.46">27598 2829 7892,'-5'-6'-809,"4"2"809,4-1 0,1 3 0,-2 1 0</inkml:trace>
  <inkml:trace contextRef="#ctx0" brushRef="#br0" timeOffset="-115270.46">27661 2795 8612,'-12'2'630,"1"1"-540,6-1 0,0 1 0,0-1-90,1 1 90,-3 1-1,2 0-89,-1 2 0,2-2 0,-1 1 0,2-1 90,1 1-90,2 0 90,4-1 0,2-5 0,-1-2 90,1-2 90,-4-3 0,0 2-90,-2-4 0,-1 4 0,0 0-180,-4 8 89,3 0-89,1 6 90,-1-18-180,-3 5 90,-6-9-89,0 13 89,2 6-90,4 4 90,8 1 0,1-4 0,4 0 0,3-11 0,-6 2 0,0-8-90,-16 6 0,4 1 90,-6 6-90,8 2-90,2 0 0,2 1 90,8-3 180,-1-2 0,2-3-90,-4-4 0,-6 0 0,-2 3 0,-1 0-90,-3 4-270,2 1 270,2-4 90,-3 4-90,4-5-449,-6 9-1980,6 0 2519,2 0 0,2-1 0,2-3 0</inkml:trace>
  <inkml:trace contextRef="#ctx0" brushRef="#br0" timeOffset="-114119.46">27583 2662 8522,'-6'-7'1080,"2"0"-901,-2 4 91,1 0-180,-2 1 0,0 2 0,-4 1 90,-10 10-180,8-5 90,-16 21-90,21-17 90,-11 22-90,12-10 90,-4 23-90,6-20 0,2 7 0,2-2 0,2-8 0,2 20 0,7-12 90,-1-5-90,4 5 0,7-2-3277,4-4 3162,-3-4 115,3-3 0,0-11 90,-7-3 0,16-3 0,-13-6 90,13-20-91,-15 10 46,0-11 0,-1-2-45,-6 6 45,1-8 0,-1 0-45,-6 8 3186,3-21-2800,-6 18-116,-5-21-1966,-3 21 0,-2 0 1696,-3-16-1,-12 0-89,-3 21-269,-19 3 89,11 3-360,6 13 0,0 5-2428,-8 8 2968,-3 3 0,3 4 0,14-2 0</inkml:trace>
  <inkml:trace contextRef="#ctx0" brushRef="#br0" timeOffset="-111675.46">27514 2361 7982,'-6'4'-629,"0"1"539,5 2 180,1-2 1169,2 1-1349,-6-4 90,2 3 0,-4-3 0,5 4 0,0 0 0,2 0 0,0-1 90,5 0 270,3-5-180,-2 1 0,2-5 90,-6 0-1,-1-1-89,-2-2-180,0 1-90,1 0 90,1 2 0,4 2 360,-2-1-450,-1-2 0,0 9 90,-1-5 0,0 7 0,0-5 0</inkml:trace>
  <inkml:trace contextRef="#ctx0" brushRef="#br0" timeOffset="-109644.46">27570 2838 9602,'-8'3'89,"2"1"-178,5 1-1,2 1 90,1-1 0,2-1 0,4-4 0,-1-2 90,5-5-1,-6 3 91,1-7-180,-7 5-809,-1-1-271,-4 8 1080,2 2 0,0 2 0,3-2 0</inkml:trace>
  <inkml:trace contextRef="#ctx0" brushRef="#br0" timeOffset="-108870.46">27612 2710 7623,'-4'-9'359,"-1"1"-89,2 3 90,-4-2 0,4 4 90,-8-5-91,2 6-179,-2-1 180,-10 5-270,9 1 0,-6 3 0,-4 11 0,5 4 0,-7 10-3367,5 12 3252,8-14 25,3 5-2083,6 12 2083,2-22-1044,2 20 954,1-25-1501,9 13 1501,-4-11 628,13 14-628,-9-21 1270,11 7-1270,6-6 43,-4-4 47,6-1 0,12-8 0,-19-2 2239,19 0-2060,0-13-89,-18 1 0,16-8 1512,-24-1-1063,-6-26-449,-4 18 45,-6-5 0,-4-1 135,-9-8-2890,-1-2 2710,-4 7 90,-4 7 1287,7 12-1422,-4-1 0,-1 2-491,1 5 446,-18-8-90,16 14 0,-5-1-2660,-9 3 2390,11 2-246,-4 2 0,-2 1 606,3 2 0,-17 3 0,18 0 0</inkml:trace>
  <inkml:trace contextRef="#ctx0" brushRef="#br0" timeOffset="-84345.46">12163 17756 7443,'-2'-9'2159,"1"1"-450,-1 3 90,-1 1-1710,8 24 1,-3 3-1729,1 7 1,1 3 754,-3 12 884,-1-18 0,-1 1-660,-1 6 1,0-1 659,-1 5-759,1 2 1,0-1 848,2-15-90,-1 16 0,2-20 1517,3-15-1517,4-34 2268,0-3-2313,-3-1 0,1-3 0,-1 9 0,0 0 0,0 1 0,1 0-45,2-3 1,1 2 3365,1 2-3340,8 3-26,-9 19 90,6 3-180,7 18 90,-5-3 90,13 17-90,-14-12 0,3 5 90,-10-14-90,3-1 0,-7-10 90,3-4-540,18-38 405,-12 20 0,3-2-45,8-11 1,0 2 179,-8 11 0,-1 3-180,15-3-1459,-14 38 1,-2 7 1523,4 2-291,-2 9 1,-1 4 450,-8-6 0,-2-1-45,1 2 0,1 2 0,0 1 0,1-1-90,1 7-899,6-4-531,-8-26 351,4 3 1673,0-14 1,4-4 0,3-3-1</inkml:trace>
  <inkml:trace contextRef="#ctx0" brushRef="#br0" timeOffset="-83851.46">13224 17827 9781,'-10'-7'810,"1"1"-180,-2-1-1,-2 2-89,-1-1-90,-2 2 269,-10 6-359,-8 19-270,5-5 0,1 13 90,9 9-180,8-11 0,-1 12-360,18 0 90,13-20 180,2 7 0,11-24 0,-7-15 0,-5-2 90,-2-22 0,-13 20 0,2-19-90,-6 26 90,1-5 0,9 27 0,2 2 0,14 22 0,4-2 45,-9-14 0,1 0-135,2-4 1,0-1-181,-1-1 0,1-2-1369,3-5 1,-1-3 1535,4-4 0,6-8 1,-16-3-1</inkml:trace>
  <inkml:trace contextRef="#ctx0" brushRef="#br0" timeOffset="-83592.46">13584 17710 11580,'-1'-10'900,"19"12"-810,-2 5-90,17 13 90,-10-2 0,0 1-90,7 6 45,-7-6 0,2 1-1572,4 4 1,-1 0 716,8 6 353,-7-6 0,-2-1 457,-1-1 0,-13-11 0,-1-2 0</inkml:trace>
  <inkml:trace contextRef="#ctx0" brushRef="#br0" timeOffset="-83411.46">13966 17577 10951,'-13'0'1259,"-18"35"-2898,14-8 1,0 3 761,-2 4 0,-2 3 877,4-1 0,-1 4 0,0 1-1093,-1 2 1,0 2 0,1-2 900,2-7 1,2-2-1,-1 1 1,-2 4 0,0 2-1,2-8 1,-3 3 0</inkml:trace>
  <inkml:trace contextRef="#ctx0" brushRef="#br0" timeOffset="-76342.46">27539 4552 10321,'-8'1'180,"1"1"-180,-3 9-360,5-2 270,-1 5 0,6-6 90,9-11 0,-4 1 0,4-9 90,-8 3-90,-1 1 90,-2-5-90,-1 3 0,-1 0-270,-2 4-89,-1 9 179,2 0 0,5 5 90,3-5 180,6-2 360,-5-7-361,-3-4 91,-6 0-449,-2 2-1,-2 7-90,5 1 360,2 6 0,2-4 0,1 2 0</inkml:trace>
  <inkml:trace contextRef="#ctx0" brushRef="#br0" timeOffset="-68986.46">14484 17169 7892,'1'-8'1530,"-3"18"-1350,0 2-1,-5 22-3456,3-2 3358,0 0 1,-1 7 38,1 4 0,-1 5 0,1 2-53,0-11 0,1 2 1,0 0-1,0 4-22,1-5 0,1 3 0,0 1 0,1 0 0,0 0 0,0-3-23,1 9 1,0-4 0,2 1-1,4 2 38,3-5 0,3 3 0,2 1 0,0-1 0,1-3 0,-2-6-60,2 5 0,0-5 0,4 0-23,6 2 1,6 3-1,0-4 1,-4-11-597,-4-12 1,-1-5 348,16 5 0,2-5-945,-7-8 1,-1-4 1214,3-2 0,-1-4 0,-1-2 0,-3-4 0,-7-2 0,-1 0 0</inkml:trace>
  <inkml:trace contextRef="#ctx0" brushRef="#br0" timeOffset="-62661.46">15075 17593 9062,'-7'-6'1619,"2"0"-1349,-10 14-90,10-6 0,-10 5-91,9-5 1,-1 2-90,1-1 90,1 1-90,0 3 0,2 0 0,1 2 0,2-4 90,2 0-90,1 0 0,5 1 0,-2-1 0,2-1 0,1 1 0,-4-3 0,2 2 0,-2-2-90,-1 1 90,0 0 0,0 0 0,-2 0 0,2 1-90,-1-1 90,1 0 0,-5 11 0,1-4-45,-9 14 0,-2 2 45,1-3-215,-1-1 1,0 2 35,-6 6 89,7-11-180,-12 21 90,14-22 90,5 2 90,10-14 0,5-8-90,1-2 519,8-2-429,-1 3-90,17 1 90,0 11 0,4 11 0,-11 0 0,-15 0 0,-4 2 0,-5 4 0,-4 0 0,-4 0 90,-11 7-90,0-10 0,-2 0-540,-16 10-1439,-7-6 990,12-14 989,5-12 0,6-8 0,0-3 0</inkml:trace>
  <inkml:trace contextRef="#ctx0" brushRef="#br0" timeOffset="-62409.46">14862 17705 8972,'5'-10'180,"0"2"-90,4 2 359,31-16-449,-15 9-45,5-2 1,1-2-1216,13-3 604,-20 9 1,0 0-1,18-7 1,-7 6 0</inkml:trace>
  <inkml:trace contextRef="#ctx0" brushRef="#br0" timeOffset="-61981.46">15505 17484 10591,'-13'45'630,"4"-10"-1824,4-10 0,0 4 1284,1 7 0,1 2 0,2-1 0,0 1-45,1 4 0,2 1-1347,9 2 0,3-5 1302,3-6-37,10-9 1,4-7-143,11-16-694,-8-4 1,0-2 782,10-12 45,-18 1 0,-3-3 54,-6-5 1,-3-1-55,0 1 0,-5-3 90,-12-19 0,-7 0 45,-9 2-171,-5 18 0,-9-1 0,3 6 126,6 12 0,-2 5-19,-7 0 1,-4 2 0,4 4-567,8 5 0,3 4 540,-4 5 0,5 3 0,11 6 0,12 3 0</inkml:trace>
  <inkml:trace contextRef="#ctx0" brushRef="#br0" timeOffset="-61701.46">16400 17855 10681,'-20'3'1889,"9"1"-1260,-5 14-539,12-4 90,4 12 0,0 3-90,0-2-540,-3 19 1,-2 4-181,-1-23 0,-2 0-1009,-2 17 1,-1-2-1639,-6-2 2920,5-11 1,3-14 0,0-2 0</inkml:trace>
  <inkml:trace contextRef="#ctx0" brushRef="#br0" timeOffset="-61259.46">16485 17443 11940,'9'-9'1080,"4"-1"-990,-6 5 179,26-11-179,-14 8-135,6-3 0,1 0 45,-5 3-90,11-3-269,-2 10 269,-15 2-90,13 19 0,-24 5 180,-3 21-90,-10-2 0,-2 0-1549,3-13 1,0 1 1580,-4 10 1,0 3-1077,2 3 0,2-3 1134,1 2-506,4-11 0,0 6 1,2-8 505,4-3-90,-1-5 0,2-1-2968,10 6 3058,-3-15 0,9 7 0,-5-17 0</inkml:trace>
  <inkml:trace contextRef="#ctx0" brushRef="#br0" timeOffset="-60788.46">17085 17494 11490,'-6'-9'1170,"1"1"-1080,-3 10 90,-1 6-180,-2 4 90,2 6 89,-3 29-89,6-6-135,6 1 0,2 2-90,1-19 1,4 0-181,5 9 0,5-3-405,19 0 540,-6-10-90,-4-20 1,-1-6 89,-2-14 90,-3 1 0,-2-3 0,-3-10 45,-8 6 0,-4-3 90,-7-4 0,-4 0-1684,3 5 1,-2 0 1715,-4-5 1,-4 2-784,-15 4 0,-3 6 796,-3-2-516,1 13 1,-6 3 0,5 4 65,11 7 1,1 4-782,-14 3 1,2 1 1140,8 9 0,15-9 0,7-2 0</inkml:trace>
  <inkml:trace contextRef="#ctx0" brushRef="#br0" timeOffset="-60439.46">17364 16872 11041,'-7'-7'2069,"16"7"-1890,17 14-89,-3 0 0,4 3 0,4 5 0,3 6-45,-10-1 0,2 4 0,-1 1 0,-3-2-1114,0-4 1,-3-1-1,0 5 1087,0 7 0,2 7 0,-1 3 0,-2-2 0,-5-6-18,0 4 0,-4 1-30,-4-9 0,-1 7 0,0 4 0,-1 0 0,-2-2 0,-1-6-90,-5 8 0,-3-6 0,-1 4-60,2-6 0,-1 3 0,-1 1 1,0-2-1,-1-4-30,-2 1 0,-1-3 0,-3-1-883,-6 10 1,-4 0 0,2-5 623,5-9 1,0-2 0,-2 0 0,0 2 0,1-4 0,-11 6 0</inkml:trace>
  <inkml:trace contextRef="#ctx0" brushRef="#br0" timeOffset="-55422.46">18531 17956 8072,'9'-2'1350,"-1"4"-1170,-4 1 359,2 16-89,-4 20-270,1 7-45,-5-6 0,-2 3-360,-5 4 0,-1-1-45,2-9 0,0-1-450,-5 4 1,0-6-1595,0-9 2314,0-4 0,-1-1 0,0-2 0</inkml:trace>
  <inkml:trace contextRef="#ctx0" brushRef="#br0" timeOffset="-54501.46">19152 17599 10411,'-3'-9'2519,"-2"-6"-1350,4 9-1079,1 3 180,5 30-270,0-4 135,-1 18 0,-2 3-135,0-4 45,0-2 0,-1-1-45,0-9 0,0-3-90,1-23 0,2-13 0,1-22 0,-1 3 0,1-3 45,-1 6 0,0 0 0,2-11 0,2 2-45,4-5 0,0 7 0,3 15-90,12 17 90,-2 8 0,4 6 0,-13 4 0,0 9 0,-5-4 0,5 11 1,-7-14 89,-2-4-180,-2-7-270,6-10 74,-4-1 286,5-5 0,-1-3-90,1 0 0,5 2 90,-1 7 0,7 32 90,-11-7-45,3 22 0,1 4 45,-3-6-90,2 1 1,0-3-181,-3-16-1439,11 0-720,-8-22 2429,4-2 0,2-14 0,-3-2 0</inkml:trace>
  <inkml:trace contextRef="#ctx0" brushRef="#br0" timeOffset="-54008.46">20065 17565 10231,'-9'-7'1889,"-6"-3"-450,-7-1-1169,2 2 0,-4 0 360,2 9-361,0 6 91,-17 15-180,12 5-135,11-2 0,4 2-135,3 15-1549,13-8 1,4-1 124,5 0 2105,10 6-861,4-26 180,-5-9-90,17-9 180,-18-3-90,3-8 0,-10-8 90,-4 3 0,1-16 0,-7 19 0,-1 1 0,3 17 3276,-1 4-3248,20 24-28,11 6 0,-2 0-90,5-5 90,-21-20-633,14-2 94,-12-4-2738,29-13 2679,-30 1 1,15-15-1,-20 6 1</inkml:trace>
  <inkml:trace contextRef="#ctx0" brushRef="#br0" timeOffset="-53755.46">20482 17440 11490,'11'11'1080,"13"8"-900,-8-8 0,10 9 89,-4-3 1,-2 1-180,3 2-45,-1-1 0,0 1 225,4 9-450,-4-3-1799,8 14 1979,-15-19 0,-2-3 0,-7-11 0</inkml:trace>
  <inkml:trace contextRef="#ctx0" brushRef="#br0" timeOffset="-53557.46">20755 17497 11041,'-10'-10'899,"-9"7"-719,8 6 90,-12 15 0,-2 5-180,3 1-45,-1 1 0,1 1 45,4 0-45,3 0 0,-1 2-585,-5 16-630,4-10 1,1-1-1979,2 4 3148,5-9 0,7-13 0,3-3 0</inkml:trace>
  <inkml:trace contextRef="#ctx0" brushRef="#br0" timeOffset="-53184.46">21490 17082 9135,'2'-8'2608,"-1"-2"-719,-3 0-1169,-1 2 773,-7 5-1313,2 7 757,-22 32-698,14-2 1,0 7 0,1-2-195,-4-1 0,2 3 9,6-5 0,-1 7 0,1 2 0,2-1 0,2-7-54,3 11 0,3-2-45,-1-9 0,0 3 0,1 0 0,3-1-315,5 6 0,5-2 1,-1-4 179,-1 0 0,3-2-913,8 1 1,5 1 0,-2-10-1312,5-5 765,4-4 1,1-6-1639,-4-16 3113,9-10 0,-12-11 1,-4-6-1</inkml:trace>
  <inkml:trace contextRef="#ctx0" brushRef="#br0" timeOffset="-47725.46">21730 17396 6903,'3'-9'1259,"1"-3"-539,-2 7 179,0-3 900,-1 3-1259,-3 17-360,-6 7 90,-3 14-1038,-1-3 857,0 3 1,5-7-90,0 1-90,4 1-3187,14 3 3087,-2-11-6,11 5-74,11-12 90,-3-2-2043,12 6 2133,-17-7 0,-1 6-193,-14 6 283,-3-2 0,-8 7 996,-14 2 1,-2-1-1087,1-1-450,-9 9 1,-2-3-1530,8-17 2069,-11 6 0,13-23 0,1-5 0</inkml:trace>
  <inkml:trace contextRef="#ctx0" brushRef="#br0" timeOffset="-47475.46">21708 17458 10051,'-7'-5'450,"1"-1"-180,4 2-90,2-3 180,7-3-1,29-15-179,5-1-360,-2 6 0,1 1-269,4-1-1190,-6 8 1,-3 3 1445,-13 6 0,23-1 1,-22 5-1</inkml:trace>
  <inkml:trace contextRef="#ctx0" brushRef="#br0" timeOffset="-47103.46">22403 17315 10861,'-15'1'809,"1"0"91,-11 18-720,9-3 0,-3 4 0,1 3-1,4 2 1,2 1-90,-1 1 0,3 3 45,0 13 0,2 0-45,3 4-90,7-5 0,2-3-90,3-13 90,6 14-360,13-30 180,6-14 90,-1-7 0,1-6-1549,-5-4 1,-3-3 356,2-1 1,-3-1 1236,-7-6 0,-6-4-290,-12-7 1,-6-1 379,-1 7 0,-4 2 284,-1-7 1,-9 7-285,-18 19 0,-5 13-450,12 10 0,1 6-405,-11-1 1,5 6 809,14 6 0,9 2 0,9 11 0,15 0 0</inkml:trace>
  <inkml:trace contextRef="#ctx0" brushRef="#br0" timeOffset="-46862.46">22794 17669 12570,'-12'19'719,"-6"22"-3996,5-10 2130,4-8 1,0 1 831,0 1 0,1-1 1274,-3 8-2533,0-3 0,1-1-584,1-6 2169,-2 6 1,5-15 0,1 0 0</inkml:trace>
  <inkml:trace contextRef="#ctx0" brushRef="#br0" timeOffset="-46239.46">23285 17301 11131,'-7'-13'1169,"-1"2"-539,-6 0-271,0 5-269,0 0 180,-6 6 90,-13 15-2517,9-4 2157,-9 11 90,16 0-270,5 8 0,1 1-180,18 13-1144,9-20 1,4-2 1413,9 12-806,5-6 1,0-1 805,-5-2 45,-6-5 0,-2 1 45,-5 3 1075,-8 8-985,-18 16 0,3-24 0,-4 1-767,-12 17 1,-3-2 676,-4 0 90,-1-10 0,2-4-90,11-15 1213,-15 4-1932,17-31-1,12-28 540,5 15 0,3-2-566,7-3 1,3-4 0,0 3 745,-1 6 0,0 0 701,5-8 1,-1 1-523,-5-8 1,-7 21-90,-2-13 2482,-24 12-2392,-10 8-360,1-2 180,-9 13 0,31 5 0,-6 1 0</inkml:trace>
  <inkml:trace contextRef="#ctx0" brushRef="#br0" timeOffset="-45822.46">23751 17346 10411,'0'-10'1799,"0"2"-1259,-4 2-360,-3 4 0,1 3 449,-27 32-539,16-12-45,-1 0 0,0 5 135,4 8 0,3 1-3457,-2 3 2834,3-4 1,3 0 622,11 13-457,14-3 187,-9-20 0,5-3-1141,21-8 1,3-8 1140,2-8-140,0-7 1,-3-9 94,-18-3 0,-4-3 135,-3-1 0,-2-1 0,-2-1 0,-6-1 0,-10 2 0,-7 2-280,-8 2 1,-4 2 279,6 3 0,-1 2 731,-7 0 0,1 4-731,-1 6-719,-20 8 615,24 0-2055,-17 8 2159,35-5 0,15-3 0,10-3 0</inkml:trace>
  <inkml:trace contextRef="#ctx0" brushRef="#br0" timeOffset="-45555.46">24162 16976 11940,'10'33'689,"0"0"1,3 6 0,2 4-570,0 2 0,0 4 0,1-2-1213,-2-4 1,0-2 0,0 3 871,-1-1 0,0 3 0,-1 0 0,-1 0 266,-4-5 0,-1 0 0,-2 0 0,1-1-551,2 10 1,-1-1-1,-3-2 446,-2-7 0,-3-1 0,-4-3-615,-11 7 1,-7-4-965,-1-4 1,-3 0 1401,-3 4 1,-1-4 0,3-12-1,1-6 1,-11-3 0</inkml:trace>
  <inkml:trace contextRef="#ctx0" brushRef="#br0" timeOffset="-43777.46">21580 18706 10951,'-8'4'1259,"2"0"-1079,6 2 90,0-2 180,6 4 179,8-1-539,-3-2 90,6 1 90,2-2-270,-6-2-180,7 1-1529,4-1-1568,-7 0 3196,4 0 1,-10 3 0,-8-1 0</inkml:trace>
  <inkml:trace contextRef="#ctx0" brushRef="#br0" timeOffset="-43585.46">21608 18944 10771,'2'13'2069,"19"-8"-1889,11-11-405,-4-1 0,2-2-1414,13-6 1,-1-2 1091,-14 8 1,-1-1 0,10-7 0,-3 1 0,-6-2 0</inkml:trace>
  <inkml:trace contextRef="#ctx0" brushRef="#br0" timeOffset="-40758.46">26529 5158 10231,'0'0'0</inkml:trace>
  <inkml:trace contextRef="#ctx0" brushRef="#br0" timeOffset="-39681.46">27536 4497 7083,'0'0'0</inkml:trace>
  <inkml:trace contextRef="#ctx0" brushRef="#br0" timeOffset="-37728.46">26612 5084 7713,'-11'-1'2338,"1"2"-1978,4 0-180,1 2-90,1-1 0,0 2 0,0 2 0,1-1-90,0 5-90,4-4 90,3-1 0,1-9 0,1-3 0,-2-2 0,-6-1 0,1 4 0,-3-4 0,-1 4 0,-1 5 0,-2 7 0,4 8 0,2 0 0,8-1 0,1-9 0,7-9 0,-6 0 180,0-15-90,-10 10 0,-2-8 89,-7 8-179,4 4 90,-6 6-90,8 6 90,0 2 0,5 0-90,-5-8-90,2 0-449,-8-3-541,4 6 1080,1 1 0,8 8 0,5-1 0</inkml:trace>
  <inkml:trace contextRef="#ctx0" brushRef="#br0" timeOffset="-36863.46">27561 4611 8972,'-11'0'1439,"1"1"-1349,3-1 90,-1 3-90,3 0-90,-1 4 0,3-2 0,3 2 0,5-11 90,1-1-90,-1-6 90,-6-1-90,-3 3-90,-3 2-180,0 6-719,1 7-631,3 2 1620,3 2 0,3-4 0,1 0 0</inkml:trace>
  <inkml:trace contextRef="#ctx0" brushRef="#br0" timeOffset="-33938.46">22619 18474 8342,'-9'-7'2249,"2"0"-990,3 3-1259,7-2 270,9-2-180,11-1 0,2 0-90,13-3 45,11 0 0,-1 2 45,-11 3-135,4 2 0,-2 2 45,-20 4 90,15 14-90,-29-4 270,-7 36-180,-7-22 29,-2 5 1,-3 7 0,1-4-75,3-5 0,0 0 15,-4 12 0,0 4 0,3-4-60,3-9 0,3-2-90,-2 15 0,3-3-3187,4-6 2803,2 4-696,2-11 541,0-12 629,2 5 0,6-22 0,4-2 0</inkml:trace>
  <inkml:trace contextRef="#ctx0" brushRef="#br0" timeOffset="-33480.46">23234 18507 10861,'-4'-10'1259,"-3"-4"-899,1 10 0,-14 9-180,5 11-91,0 2 1,1 4 90,-4 24-135,10-22 0,1 2 45,7 7 0,3-1-90,2 1-45,8-4 0,5-5 45,6-11-45,1-4 0,2-4-45,10-12 90,-11-4 0,-2-3-90,5-15-1549,-18-2 1,-5-3 664,-5-6 1067,-4 10 1,-5 1-139,-7 5 0,-2 4 45,-11-10-45,3 12 0,-1 5-315,-11 8-989,-9 21-1169,18 4 2518,7 7 0,18-6 0,7-1 0</inkml:trace>
  <inkml:trace contextRef="#ctx0" brushRef="#br0" timeOffset="-33231.46">23680 18685 9961,'11'3'1260,"-2"7"-1170,-6-1-3367,-6 31 1433,0-18 2212,-1 6 1,-2 3-639,1-4 1,-1-1 776,-4 22-2146,4-16 1,0-3 1207,2-8 1,-1 12 0,5-28 303</inkml:trace>
  <inkml:trace contextRef="#ctx0" brushRef="#br0" timeOffset="-32539.47">24420 18495 10141,'-4'-7'270,"-3"-4"180,2 2 719,-4-6-809,5 8-180,-3-3 270,-2 6-181,-5 3-179,0 1-90,0 3 270,-3 7-270,9-3 180,-7 20-270,25-7-90,17 14-1459,2-16 1,3-2 1074,12 5-751,-5-1 1,-5 0 1224,-14-5-693,13 14 693,-27-14 0,-4 18 0,-10 2 90,-4 0 0,-7 2 45,-6-5 0,-2-2 0,6-3 0,-1-2 868,-5-5 0,1-8-823,5-15-90,1-8 0,9-5-180,14-21 45,6 12 1,1-1 1186,6-19-1097,-3 17 0,0 2-45,3-1-90,-4 3 0,0 0 0,1-15 180,-7 11 0,-4 0-2211,-14-6 2211,-6 9 90,-23 8-270,-5 11-89,7 0 297,-5 8 1,44-3 0,0 1 0</inkml:trace>
  <inkml:trace contextRef="#ctx0" brushRef="#br0" timeOffset="-32110.47">24861 18396 10051,'-7'-7'1439,"-4"-4"-899,1 5 180,-11-1-271,-8 17-269,3 1 0,-8 24-90,18-11 90,6 6 0,3 1-90,4 0-90,2-6 0,2 1 0,18 15-180,10-8 90,-12-14 0,3-2-90,5-6 0,2-6-89,14-9-1370,-11-13 1,-2-4 983,-1-5 386,-13-8 1,-7-2 268,-24-4 45,-2 9 0,-4 1 0,2 12 0,-2 3-45,-7 1 0,0 4 0,-3 6-180,0 8-90,18 1-3007,-5 9 2792,15-6 0,5 2 0,15-8 0</inkml:trace>
  <inkml:trace contextRef="#ctx0" brushRef="#br0" timeOffset="-31860.47">25181 18150 10591,'-4'-10'2069,"2"2"-1889,12 18-90,-2-2 179,12 26 1,2 8-1909,-10-12 1,-1 1 1331,8 11 0,-3 4 367,-10-9 0,-4 1 0,-2-2-503,0-6 0,-3 3 461,-5 2 0,-4 9 0,-2 2 0,-1-1 0,1-7-78,1-5 0,0-5 0,-3 4 60,-4 9 0,-2 6 0,-1-1 0,0-9 0,-1-9 0</inkml:trace>
  <inkml:trace contextRef="#ctx0" brushRef="#br0" timeOffset="-31294.47">22279 18445 9332,'8'-9'1169,"-1"2"-899,-2 8 0,-1 1 359,2 22-449,-4-6 90,2 25 0,0 7-180,0-11 0,2 4-143,0-6 0,1 7 0,1 3 0,1-2 0,-2-5 0,1-1 0,0-3 0,1 1 0,1 4 0,-1-7 7</inkml:trace>
  <inkml:trace contextRef="#ctx0" brushRef="#br0" timeOffset="-29177.47">27528 4562 11221,'-1'9'90,"4"-3"-90,2-7 0,1-2 179,3-9 1,-7 6 0,3-7 0,-5 6-90,-1 0 0,-2 1 0,-1 3-90,-2 4 0,1 1 0,0 6-90,6-2 90,3 4-90,1-6 90,4 0 0,-3-4 0,4-5 0,-5 1 180,0-10 0,-13 7-180,-2-1-180,-2 7-1979,2 9 2159,12-1 0,-4-1 0,7-2 0</inkml:trace>
  <inkml:trace contextRef="#ctx0" brushRef="#br0" timeOffset="-27056.47">32722 2246 11670,'-8'6'270,"1"0"-180,4-1-90,1-1 0,0 1 0,6-7 90,-2 1-90,4-6 0,-7-3-90,-1 5 90,-4-2 0,-1 4 0,-6 5 0,5 0-90,-7 9 90,11-5-90,-3 9 90,9-9 0,1 0 0,12-9 0,-7 0 0,6-5 0,-9 2 0,-1-1 0,-1 0 0,-2 1 0,0-1 0,-8 7-90,4 0 90,-4 6 0,9-1 0,1-2 0,3-3 0,-1-3 0,-1-3-90,-2 1 270,-4 0-180,-3 2-450,-2 1-269,0 4 719,5 5 0,0-4 0,4 3 0</inkml:trace>
  <inkml:trace contextRef="#ctx0" brushRef="#br0" timeOffset="-25842.47">32012 2848 9422,'0'0'0</inkml:trace>
  <inkml:trace contextRef="#ctx0" brushRef="#br0" timeOffset="-24772.47">32003 2843 9062,'2'-10'1889,"-1"-1"-1799,-6 13-90,2-2 90,-3 7-90,15 0 90,0-8-90,6 0 0,-7-7 90,-4 0-1,-3 0-89,-2 1 0,-3 2 0,-2 7 0,0 2-89,3 6 89,7-4 0,0 0 0,4-2 0,-2-3 0,4-3 89,-2-4-89,-3-5 0,-6 2 0,-6 2 0,-5 9 0,2 1-89,-1 3 89,3 4 0,8-2 0,1-1 0,7-5 0,-4-5 89,1-7-89,-5 4 0,-4-5 0,-1 7 0,-5 0-179,-7 8-91,5 1-180,-6 5-629,11-1 539,6 1 540,2-2 0,1-3 0,1-2 0</inkml:trace>
  <inkml:trace contextRef="#ctx0" brushRef="#br0" timeOffset="48580.54">31969 2868 12570,'-3'12'-540,"1"-3"360,4-2-90,5-5 180,-1-4 90,2-2 180,-4-4 0,-7-2-90,-1 2 0,-3 1-90,-3 8 0,3 4 90,0 2-180,10 1 90,2-6 0,4 0 0,11-10 0,-13 4 0,9-9 0,-14 5 0,-5-2 0,-1 2 0,-9-1 0,0 8-180,2-1-1079,1 8 629,10-1 630,3 2 0,5-3 0,2-2 0</inkml:trace>
  <inkml:trace contextRef="#ctx0" brushRef="#br0" timeOffset="56599.54">32003 2877 11850,'-5'-1'0,"1"-1"0</inkml:trace>
  <inkml:trace contextRef="#ctx0" brushRef="#br3" timeOffset="148256.54">26591 15245 22138,'-9'-4'-1634,"0"1"1005,1 3 579,39-2 151,-14 1-91,19-2 1,2 0-112,-5 1 64,-8 0 1,2 0-290,4 0 1,-2 1 390,3-1-16,-4 1 0,-3 0-219,-10 0-201,8-1-6,-7 1-442,9-2-1064,-8 1-420,-4-1 2280,-3-1 1,-5 0 0,-1 0-1</inkml:trace>
  <inkml:trace contextRef="#ctx0" brushRef="#br3" timeOffset="151226.54">27458 14866 24277,'-11'-8'-3277,"2"1"1612,1 1 1050,10-1 88,11-1 1563,7 0 562,21 2-480,1 8-860,0 7 139,-21 5 0,-4 6-686,-9 4 0,-4 4 22,-2 3 1,-5 3 327,-7 1 0,-6 3 0,0-2-372,-7 7 1,-3-1-78,6-8 0,-2 1 0,1-4-142,1-4 0,3-4-48,-6 11 64,15-8 925,30-5-161,6 1-184,19-15 0,5-7-122,-13-2 0,-1-2-77,9 0 1,0-1-939,-6-3 1,-3 0 1018,1-3 0,-12 2 0,-3 0 0,0-4 0</inkml:trace>
  <inkml:trace contextRef="#ctx0" brushRef="#br3" timeOffset="151546.54">28164 14809 10485,'-1'-11'-225,"1"2"742,0-3-482,0 34 0,-1 13 65,-1 10-65,1-13 0,0 5 1,0 1 5,-1 0 1,1 1-1,0-1-1680,3 12 1,1-1 358,-2-3 1,2-2 994,7-7 0,2-7 0,6-8 0,10 8 0</inkml:trace>
  <inkml:trace contextRef="#ctx0" brushRef="#br3" timeOffset="151986.54">28767 14812 14077,'1'-11'-93,"1"1"157,-1 5 42,-19 27 574,-3 8-1773,0 6 1,-4 9 0,2-4 906,6-8 0,0 0 210,2 0 0,-1 6 1,0 0-1,5-9 464,0 11-427,6 3 0,3-1-150,9-5-106,8-7 1,5-3-421,14-6 372,-4-11 1,3-6 113,-6-8 0,-1-4 74,1-3 0,-3-4-190,9-15 90,-32 4 1,-9 0 43,-10 7 0,-5 2 147,2-2 1,-1 2-51,-4 7 0,1 4-14,-7 6 3010,9 3-3426,-5 3-1883,6 7 1165,11-5 1182,-2 4 1,14-2 0,1 0 0</inkml:trace>
  <inkml:trace contextRef="#ctx0" brushRef="#br0" timeOffset="152456.54">29263 14917 9602,'-5'-14'269,"-4"-6"91,1 7-90,-4-1 90,-12 19-270,9 1 45,-11 20 0,0 4-135,4 1 30,5-5 0,-2 7 0,4-3 14,4-5 1,2 0 82,-3 18 0,3 1-65,7-12 0,5 0-324,9 5 1,7-4 150,1-15 0,2-3 119,2-1 0,1-6-53,3-11 0,-1-5-45,2-4 30,-4-9 0,3-7 0,-4 2-103,5-14 181,-11 2 1,0-8 0,-9 5-28,-10 13 1,-6 1 29,-1-15 0,-8 4-29,-10 17 0,-5 9-37,3 7 0,-1 3 0,-1 2 0,0 4-360,2 8 1,2 4 404,-7 14 0,4 2 0,10 2 0</inkml:trace>
  <inkml:trace contextRef="#ctx0" brushRef="#br0" timeOffset="152866.54">29632 15016 9512,'-3'-10'449,"-1"1"-269,1 4 720,-7-4-541,0 5 1,-18 8-225,9 11 0,-1 4-45,-13 10-45,14-7 0,1 3-1651,3 3 0,3 0 1696,-2 8-1135,5 11 1,3 0 1044,9-14-518,-1-2 1,3-3 517,5-10-111,17 5 111,-9-11 0,11-4 0,4-5 0,11-15 0,-9 1 0,-1-4 0,-7-5 0,-4-4 805,-2-3 0,-4-2-805,-4 5 0,-5-2 0,-8-7 0,-5-4 0,-2 5 1271,0 7 0,-4 1-1271,-7-20 0,-7 5 0,0 22 0,-1 5 466,-19-5-781,9 11 0,-3 4-945,6 7 1,2 3 135,0-1 0,2 2 629,0 3 0,4 2 1,-9 11-1,1 3 1</inkml:trace>
  <inkml:trace contextRef="#ctx0" brushRef="#br0" timeOffset="153746.54">16569 16277 12480,'23'-1'450,"25"-5"-360,-15-1-135,-2 0 0,-2 1-135,-4 1-3097,20-4 797,-28 8 2480,6 0 0,-21 10 0,-3 1 0</inkml:trace>
  <inkml:trace contextRef="#ctx0" brushRef="#br0" timeOffset="153956.54">16682 16554 10591,'11'3'360,"32"-10"-3636,-16-2 3276,8-1 0,3-1-225,-7 1 0,0 0-456,6-2 0,1-1 681,-1 2 0,-1 0 0,-8 2 0,0 2 0,-3 1 0,-1 0 0</inkml:trace>
  <inkml:trace contextRef="#ctx0" brushRef="#br0" timeOffset="171426.54">17502 16318 9871,'-11'-7'2069,"3"1"-1889,10-2-90,1 3 90,15-5-90,8 1 0,0 2 0,6-1-90,-5 6 0,-7 7 0,-4 2 0,-12 9 0,-11 4 0,-6 2 0,-2 2-45,2-1 0,-1 0 45,-1 1 0,2 0-90,0 13 0,14-19-90,14 6 90,-4-11-180,23 15 90,-8-7 90,4 7 0,-12-7 0,-13 12 90,-22 8 0,-1-10 0,-4 2 0,-2-2 0,0-2-180,1-4 1,1-3-2790,-3 2 1890,27-22 1079,4-6 0,17-12 0,-2-1 0</inkml:trace>
  <inkml:trace contextRef="#ctx0" brushRef="#br0" timeOffset="171826.54">17993 16543 9422,'-2'-7'1978,"-1"-1"-628,2 2-91,-1 0-989,-5 5 0,1 1 179,-13 15 91,-3 18-540,2 0-45,11-8 0,4 0-135,10 6 0,10 0 0,2-15-269,30-5 449,-23-9-1639,14-10 1,0-4 1163,-15-2 55,3-8 0,-4-4 420,-22-8 0,-6 5 0,-5-1 0,-18-9-1040,0 19 0,-3 4 770,-3 8-1369,1 15 1,4 5 1265,14 4 1,-8 16-1,28-14 1</inkml:trace>
  <inkml:trace contextRef="#ctx0" brushRef="#br0" timeOffset="172246.54">18448 16457 10591,'-12'-15'1619,"2"5"-1259,-8 2-180,4 12 90,-8 15-1,7 15-224,8-10 0,2 2 45,1 15-90,7-2-785,7-14 1,3-2 784,8 6-394,-4-6 1,2-2 393,14-8 0,10-13 0,-16-9 0,-1-3-1866,13-7 1866,-3-12 0,-25 2 0,-13 2 0,-6-1 90,-7-11-664,-12 15 1,-5 7 483,-6 13 12,12 8 1,0 3-1272,-9 17 179,16-8 884,-3 7 286,19-10 0,5 0 0,3 3 0</inkml:trace>
  <inkml:trace contextRef="#ctx0" brushRef="#br0" timeOffset="172686.54">19036 16440 10771,'-29'-13'1979,"0"3"-1530,9 14-179,0 6 90,-1 19-180,8 13-90,11-15 0,3 2-90,4 4 0,5-1-90,5-2 0,2-3 0,13 12-45,3-24 0,5-7 90,-10-11 0,0-6 15,3-1 0,1-4 0,-4-4-554,2-16 1,-10-6 673,-9-7 0,-9 1 59,-4 12 1,-6 4-105,-16 2 0,-6 9 45,-11 18-1628,1 10 1,1 3 1358,-4 4-1351,11 7 1,7 1-180,18-11 1709,6 14 0,19-21 0,6 2 0</inkml:trace>
  <inkml:trace contextRef="#ctx0" brushRef="#br0" timeOffset="173236.54">19557 16411 14189,'-27'24'989,"1"4"-944,8-5 0,0 3 45,2 2 0,4-1-90,-3 9-135,13-6 0,5-2 45,4-12-269,24 19 89,3-30 180,7-1 0,-4-9 0,3-16 0,-15-12 90,-11 12 0,-3-2 0,-2-22-1639,-14 19 1,-2 1 736,-6-8 917,-4 6 0,-4 3-105,-8 2-90,-7-2-90,10 19-270,10 7-2737,-17 13 2589,17-5 1,-13 16 0,20-9 0</inkml:trace>
  <inkml:trace contextRef="#ctx0" brushRef="#br0" timeOffset="173836.54">20523 16451 10321,'-9'-6'1349,"0"1"91,2 1-721,31-7-2358,10 4 1,3 1 1420,-5-1 1,2 1 199,0 1 1,4 0 0,-2 1-28,8-2 0,-4 2-577,-7 0 1,-1 1 351,10-2 0,-5 0-89,-10 2-885,3-2 615,-14 1 629,-3-7 0,-13 2 0,-4-6 0</inkml:trace>
  <inkml:trace contextRef="#ctx0" brushRef="#br0" timeOffset="174126.54">20834 16115 10051,'-4'-11'2879,"10"31"-2340,-2 12-449,6 14 45,-8-17 0,-1 0-45,-1-4 0,-1 0 0,-1 9 0,1 2-1729,0 1 1,0 0 1195,1-9 1,-1-1 352,3 17-3187,5-6 1784,0-18 1064,9 15 1,-6-25-1,5 4 1</inkml:trace>
  <inkml:trace contextRef="#ctx0" brushRef="#br0" timeOffset="194786.54">21405 16096 9062,'-1'-10'1709,"1"2"-1619,2 2 0,2 3-90,2 1 180,5 0-90,5 2 89,24 4-1785,-13 5 0,0 2 1606,16 4 45,-18 1 0,-4 2-395,-12 9 395,-10 6 0,-7 4 0,-10 3 0,-3 1-45,2 1 0,-2 0-1032,-3-5 1,3-5 1031,4-2 0,9 1 0,7-16 0,25 12 0,-7-19 45,23-5 0,4-4-90,-19-3 0,0-2-90,17-2 1,-2 0-226,-3-4-720,-6 0 1001,-13 3 1,-4 0 0,-5 3 0</inkml:trace>
  <inkml:trace contextRef="#ctx0" brushRef="#br0" timeOffset="195366.54">22190 16137 9871,'0'-13'450,"-4"-10"180,-4 5-1,-11-8-179,-14 16-180,-8 9-180,16 8 0,1 2-90,-7 7 0,5 4 0,13 11-180,15-2-270,13 14 360,7-20-135,5-12 1,1-6 134,-4-4 0,18-2 0,-9-15 90,-18 5 90,14-14 269,-22 1-269,-1 8 180,0-7-180,5 41 0,1 5-90,0 12 0,0 4-1639,-6-15 1,0 0 1580,2 6 1,-1 0-1032,-3-3 0,-1-2 1089,-1 2 0,-1 17 90,-4-28 0,-25 19-90,-10-10-180,15-9 0,-2-2-810,-1-7 1,1-4-450,1-4 2006,0-4 0,17-6 0,-1-3 0</inkml:trace>
  <inkml:trace contextRef="#ctx0" brushRef="#br0" timeOffset="196006.54">22669 16054 9961,'-2'-23'1979,"0"5"-90,3 6-1529,-6 33-3637,3-10 2482,-7 31 930,1-8 0,0 3-687,-1-2 1,1 0 551,-1 7 0,-1-1-566,3-10 0,2-4 566,0-5-90,-1 2 0,5-14 1636,-1 4-1546,5-12 2283,6-4-2373,4-5 90,-1 0 0,0 0-734,1 2 644,-5 2 68,16-3-67,-9 4-2173,13-3 2172,-12 1 90,7-4 0,-12 1-90,19-19 2352,-16 10-2262,3-7 0,-1 0 90,-5 2-90,4-10 0,-10 18 0,-4 31 0,-1-8 0,-1 16 0,0 1 0,1-3 90,1 22-90,2-18-360,6 18-2917,0-15 1698,1-3-310,-2-17 1819,-2-9 70,0-2 0,5-3 0,1-2 0</inkml:trace>
  <inkml:trace contextRef="#ctx0" brushRef="#br0" timeOffset="196406.54">23165 16093 11131,'-1'-10'1529,"0"2"-990,-2 3-359,-3 3 90,-2 3 0,-7 9 90,-3 11-180,-8 13-1786,13-10 0,1 0 1696,-6 17-1,11-12 1,3-2-150,3 1-30,7 4 1,4-2 89,1-8-135,7-1 0,2-2 45,-2-13-90,22-2 180,-19-9-90,10-7-266,-10-7 1,-1-2 265,6-9-917,-5-11 1,-4-3 1006,-9 3 45,-12-9 0,-5 3 157,-5 15-157,0 4 0,-3 6-520,-1 15 475,0 5 45,-11 13 0,-2 5-675,-6 13-1009,4 2 1,3 2-1639,13 1 3151,10 3 0,14-22 0,1 1 1</inkml:trace>
  <inkml:trace contextRef="#ctx0" brushRef="#br0" timeOffset="196826.54">23501 16054 11041,'-5'-12'1349,"0"0"-540,1 6-449,-7 4-180,3 2 0,-4 6-3457,-2 9 2662,3-1 750,-1 6 0,1 5-97,6 8 0,2 3 7,1 0 0,3 0-990,1 0 1,3-4 1034,13 4-823,2-17 733,-4-7 1161,30-1-1161,-22-11-419,5-9 1,-1-4 418,-5-7 0,8-16 0,-23 4 0,-5 0 0,-1-7 299,-9-7 1,-5 2-300,-5 14 0,3 7 0,-1 2 234,-11 9-414,2 12 0,-4 4-1439,-1 6 0,0 2-20,0 1 1,3 2 1310,-7 14 1,27-12-1,7-10 1</inkml:trace>
  <inkml:trace contextRef="#ctx0" brushRef="#br0" timeOffset="197146.54">24532 16103 10591,'-11'-2'720,"1"-1"629,-2 2 1709,1-1-2878,13 0 540,35-4-541,6 0 1,5 0-720,1-1 1,-1 1-487,-2 0 1,-3 0-614,-8 1 1,-7 1-842,-10 2 2480,6-1 0,-18 4 0,-1 1 0</inkml:trace>
  <inkml:trace contextRef="#ctx0" brushRef="#br0" timeOffset="197976.54">25324 16020 10411,'5'-12'90,"1"2"270,3-2-180,-2 5 269,16-13-359,-11 14 0,12-7 90,0 9-45,1 2 0,1 1-135,12 1 45,-7 2 0,-1 2-2655,2 7 2610,-3 2-784,-4 14 874,-18-10-90,-12 22 0,-9-14 45,-17 10 0,-4 2 45,2-3-90,6-7 0,-4 4 0,6-4 0,3 6 0,12-6 0,5-1 90,13-5 1681,18-3-1771,18-14 0,-1-3 946,-16-1 1,-1-1-947,13-3-135,-7-2 0,-1-1-225,0 1-1279,8-5 1,-3 0 1153,-15 4 0,17-10 0,-19 8 0</inkml:trace>
  <inkml:trace contextRef="#ctx0" brushRef="#br0" timeOffset="198266.54">26113 16039 10501,'-3'-14'450,"1"4"719,-2-6-629,2 7-90,0-3 359,1 5-449,5 24-270,-2 8 0,0 10 0,-1 3-90,-1-13 0,0 1-210,1 7 0,0 3 0,0-3-779,5 15-650,-3-15 1,1-3-276,4-3 1346,7-6 1,0-7 0,8 4 0</inkml:trace>
  <inkml:trace contextRef="#ctx0" brushRef="#br0" timeOffset="198676.54">26634 15963 10771,'5'-11'1799,"-1"3"-1080,-20 15-539,3 3-1819,-20 22 1,-3 6 64,6-1 1080,-1 0 1,4-1 583,9-4 32,7-1 0,0 1-32,-2 5-281,6 4 0,4 1 11,15 1 45,-3-17 0,4-1 1533,22 4-1488,-7-18-180,17-9 1015,-21-5-835,12-6 1324,-16-6-1234,-6-5 0,-5-5-1512,-42-6 1512,12 16-174,-3 5 1,-2 4 173,-15 15-540,7 3-674,10-2 0,2 2 1214,2 3 0,13 2 0,13-6 0</inkml:trace>
  <inkml:trace contextRef="#ctx0" brushRef="#br0" timeOffset="199136.54">27077 16185 11131,'0'-11'2158,"-4"-9"-808,-5 4-271,-10 0-809,1 9 179,-10 16 1,0 5-270,0 4 0,-7 11 0,1 6-45,18-7 0,2 0-1774,-3-1 1,3 1 1523,0 19-425,24-5 180,6-13 135,-3-7 1,5-2-181,15-9 0,4-6 315,-8-4 0,1-4-45,18-9 0,-3-6 90,-17-1 0,-6-5 0,-1-18 0,-10-4 45,-13 9 0,-6 1 0,1 1 0,-4 3 0,-5 9 0,-1 7 0,-1 6 0,-1 5-269,-26 14-91,21 0-1279,-5 7 1,3 5 1602,14 5 1,-2 10 0,19-10 0</inkml:trace>
  <inkml:trace contextRef="#ctx0" brushRef="#br0" timeOffset="199516.54">27783 16088 10681,'-6'-17'1079,"1"7"-809,-8-2 720,-13 12-451,-8 9-179,0 9 0,-2 8-121,13-1 1,3 3 0,0-1-195,-7 5 0,3-1-494,5 6 1,9-2 628,15 2-90,1-15-90,7 12 90,23-9-90,1-10 45,2-8 0,6-5-45,1-13 0,0-5-1174,-7 4 0,-2-4 1174,-7-3 0,-1-4 0,-6 2-602,2-17 632,-15 8 0,-2-6 0,-8 2-30,-14-2 0,-6 2 44,0-11 1,-7 5-195,-3 22 0,-5 5 1,0 6-706,-3 4 1,-1 8-239,7 3 1,-2 4 0,5 0-547,2 1 1,3 2 1200,1 3 0,2 1 0,1 4 0,3 1 0</inkml:trace>
  <inkml:trace contextRef="#ctx0" brushRef="#br0" timeOffset="-98510.19">25623 16775 7083,'-9'1'360,"1"-1"-90,-3 0 359,0 0-179,-1-1 0,1 0 629,5 0-359,-2 1-181,2 1 181,1 3-540,7 3 360,14 0-361,3 1 1,7-4 0,5-2-45,3 0 0,5-2-23,2 1 1,5-1-1,5 0 1,1 1-619,-10-1 1,3 0 0,2 0-1,-1 1 1,0-1 0,-1 0 505,4 0 0,-2-1 0,0 1 0,0 0 0,1 0-66,-6 0 1,1 0-1,0 0 1,-1 0 0,0 1-1,-3-1 88,8 0 1,-2 0 0,-2 0-1,-1 0-725,3 0 0,-2 0 1,4 0 720,-1 0 0,5 1 0,2-1 0,-2 1 0,-7-1 12,-2 0-1,-4-1 1,4 1-240,2 1 0,6-1 0,2 1 0,-3-1 0,-9 0 300,0 0 0,-2 0 451,7 0 1,4 0 0,-9 1 358,-4-1-97,1-1-83,-12 1 1316,-14 0-1587,2 1 1697,-5 2-5423,0-1 0,-12-6 0,0 3 3277,-9-7 0,-3 4 0,-1-1 0</inkml:trace>
  <inkml:trace contextRef="#ctx0" brushRef="#br0" timeOffset="-84330.19">26988 3737 9152,'8'-6'1529,"-1"6"-1439,-10 13-90,0 6-90,-4 3 90,3-6-180,2 0 180,3-9-90,9 5 0,10-16 90,8-1 0,7-12-315,-13 3 0,-2-1 46,6-5-946,-6 3 1,-3 0 957,-8 6 0,4-8 0,-8 10 0</inkml:trace>
  <inkml:trace contextRef="#ctx0" brushRef="#br0" timeOffset="-83300.19">29897 2523 7892,'7'5'-89,"-2"1"89,-3-2 0,0 0 89,2-2 1,2 1 0,4-3 0,7-1 0,8-2 0,17-9-45,-19 4 0,1-1-180,0-1 0,0-1-1034,21-12 719,-23 9 450,-3 3 0,-13 6 0,0 1 0</inkml:trace>
  <inkml:trace contextRef="#ctx0" brushRef="#br0" timeOffset="-66140.19">27614 4567 7803,'2'-9'2428,"0"1"-2068,0 2-3637,1 2 3196,-1-1 1,0 3 0,-1-1 0</inkml:trace>
  <inkml:trace contextRef="#ctx0" brushRef="#br0" timeOffset="-64720.19">32073 2846 8162,'-9'-3'-359,"0"0"359,2 2 89,-3-1-89,3 1 0,-3-3 0,3 2 0</inkml:trace>
  <inkml:trace contextRef="#ctx0" brushRef="#br0" timeOffset="31249.81">11165 4322 9062,'4'-15'2249,"-1"7"-1800,-5-5 91,2 8-2179,1 30 1,1 12 1023,0-5 408,-1 5 0,0 10 0,0-2 252,-2 0 0,0-1-75,0-9 0,-1 2 0,1-1-270,-1 0 0,0 0 0,0-4 75,0-4 0,0-3 225,-1 7 0,0-4 0,0-13 0,-2 9 0</inkml:trace>
  <inkml:trace contextRef="#ctx0" brushRef="#br0" timeOffset="31779.81">11060 4322 10681,'-10'-4'1259,"3"0"-1169,6-4 90,7 0-180,3-2 180,22-9-180,-8 7 0,13-8-1639,-12 10 1,-1 1 1613,5-1-702,4 1 0,-1 4 727,-4 7-907,8 8 817,-23 4 90,-16 28-45,-10-9 0,-3 1 913,5-6 0,1 0-868,-8 6 0,1-3-1146,4-3 1146,4-9-90,6 13 137,6-17-136,8 8-226,15-10 0,6-2 0,5 5 0,2 0 180,3 0 0,-1 1 90,-3 1 0,-7 0-44,-9 3 380,-23 5 1,-6 1-202,-10 8-60,-9-1 0,-9 5 0,3-5 1450,7-10 0,-1-1-1548,-2 1 1,-5 3 0,0 0-1,5-4-966,1-2 0,2-3 1034,-4 5 0,3-3 0,-1-6 0,18-15 0</inkml:trace>
  <inkml:trace contextRef="#ctx0" brushRef="#br0" timeOffset="32519.81">11571 4763 10141,'12'-1'3276,"-3"0"-2594,-21 13-232,-1 22-450,-4-4-90,9 17 0,9-31-360,15 14-2827,-2-16 2712,9 5 116,3-12 89,2-5 45,-4-4 0,2-3 135,7-6 90,5-10-90,-31-10 180,-5 10 90,-24-20-90,0 20 90,-9-8-90,7 11 3276,5 4-3250,8 5-206,1-3-89,18-4 179,-4 2 90,12-2-90,-1 2 0,-4 3 0,16-17 135,-12-1 0,0-2 90,-3 2 0,0 0-427,1-4 1,-3 0 470,-7 6 1,-3 2 270,-1-9-360,0 0 180,-1 10-270,4 30-1480,7 26 0,1 8 1480,3 7-469,-1-7 0,3 7 0,0-4 469,0-5 0,0-2-189,-2-6 0,1 2 0,0-2 189,7 11 0,-1-4-180,2 1-945,-3-13 1,-2-5-178,-6-11 1302,10 4 0,-18-17 0,1-2 0</inkml:trace>
  <inkml:trace contextRef="#ctx0" brushRef="#br0" timeOffset="32699.81">11849 4596 10231,'-9'-7'810,"8"-4"-540,11-1-181,22-12-538,-3 5-766,-7 4 1,-2-1 1214,4-7 0,-1-3 0,-7 5 0</inkml:trace>
  <inkml:trace contextRef="#ctx0" brushRef="#br0" timeOffset="32959.81">12085 4207 10231,'-3'-13'1709,"0"4"-360,2-3-1259,5 18 135,7 27 0,2 11-1864,-1 1 1,1 1 1403,-3-9 0,0 0 0,-1 1 235,0-3 0,-1 0 0,-1-3-131,0-2 1,1-1-590,5 15 1,2 0 392,0-11 1,-1-4 0,-2-1 0,1-4 0,7-4 0</inkml:trace>
  <inkml:trace contextRef="#ctx0" brushRef="#br0" timeOffset="33169.81">12226 4584 10951,'-8'-8'809,"1"1"-629,13 0 90,11-2-180,10-4-630,17-7 180,-16 6-2698,12-8 3058,-26 12 0,2-3 0,-10 6 0</inkml:trace>
  <inkml:trace contextRef="#ctx0" brushRef="#br0" timeOffset="34129.81">12479 4510 10411,'5'7'1709,"-1"0"-1529,-4 1 0,0 0 539,-3 29-539,2-11 0,1 1-90,-1 21-90,2-15 0,3-2-180,7-3 0,3 4-359,13-14 179,2-21 270,-4-8 0,-5-20 90,-21-3 0,-1 6 0,-9 0 90,-7 6 0,3 5-90,-6-4 0,10 11 0,-1-2 0,7 5 90,6-7-90,5 4 0,13-6 0,1 1 0,1 0 0,1-1 0,-7 8 0,-3 6 0,-5 15-90,-4 18 0,-1-4 0,2 6-270,3 10 90,3-6 270,-2 5-90,1-16 0,-4-16 90,2-10 0,2-3 0,2-16 0,-3-1 0,-1-5-45,1-5 1,0-3-46,6-11 45,-5 13 0,0 2 45,3 7-180,7 32 0,-1 13 90,2 1 0,-4 2 0,-7-10 0,1-2 90,0-1 0,11-13-90,2-22 90,3 0 0,0-11 0,-6 8-90,4 3 90,-6 8 0,1 7 0,-6 26 0,-5-4 0,2 11 0,1 4 0,3 5-1639,-3-6 1,0-1 1343,4 1-514,5 4 269,-8-20 540,13 5 0,-8-18 0,9-3 0</inkml:trace>
  <inkml:trace contextRef="#ctx0" brushRef="#br0" timeOffset="34499.81">13358 4136 10051,'-6'-11'2069,"7"1"-1709,10 5-90,9 5-180,3 6-3289,11 16 3289,-12-1-610,-6 9 0,0 9 0,-3-3 565,-5-10 0,-1 2-581,1 16 1,0 8-1,-4-7 536,-5-15 0,-2-1 30,0 11 0,0 5 0,0-5-30,0-10 0,1 0 0,1 8 0,0 5 0,3-7 885,6 11-1605,4-12 1,4-3-1800,9-9 181,7-5 2338,-11-20 0,4-9 0,2-2 0</inkml:trace>
  <inkml:trace contextRef="#ctx0" brushRef="#br0" timeOffset="35649.81">13819 4609 11221,'-10'-3'1169,"18"1"-989,3-2-90,9-1-90,3-11-90,-13 5 0,5-14 0,-10 5-90,-9-18 0,-8 12 90,-7 8 90,-6 34 0,10 5-90,-1 24 90,12-19 0,0 6 0,7-6 0,2 1 0,15 19 0,-10-17 0,2-2 90,25 6-90,0-30-1639,-5-16 1,-1-4 1580,-9 4 1,-1-2 12,6-9 0,-2-5-135,-8-4 0,-4-4 45,-1-5 1,-2-2-1046,2 1 1,-3 1 1179,-4 2 0,-3 1-45,-4-8 0,-2 1-327,0 8 1,0 1 461,-1-10 0,0 3 287,1 16 0,0 6-377,0 5 180,2 5 0,-5 52-180,5-13 22,-1 3 1,1 11-1,-1 3 1,1-5 7,0-3 0,1-3 0,-1 4-30,0 5 0,-1 4 0,0 2 0,1 0 259,0 3 0,0 0 0,0 0 1,0-5-230,1-4 0,-1-4 0,2 4-30,1 1 0,2 6 0,0 1 0,1-3 0,0-9 752,1-3 1,2-2-753,3 14 0,3 6 0,-2-11-852,2-7 852,-1-6 0,1-3 2664,1-8-3023,9-9-181,0-46 540,-6 10-90,-8-14 0,-5-4 135,-6 14 0,-3-1-1054,-3-16 0,-1 0 1054,3 17 0,-2 1-783,-5-9 0,1 5 828,4 14 628,-4-12-538,4 13 0,2-11-90,6-17-90,1 8 2343,9-6-2298,0 20 0,3-3-45,1-6 0,2-3-113,2-7 1,1-1 112,-3 7 0,-1-1 0,-3 8 0,-1-2 0,0 1-637,-2-1 1,0 0-1,-1 1 637,5-15 0,-1 1-713,-3 2 0,-2 5 803,-3 9 90,-2 2-90,-1 17-90,2 7 1696,0 32-1651,1 1 0,0 8-45,-1-3 0,0 5 0,1 2 0,-1 1-45,2 5 0,-1 1 0,1 1 1,-1-1 44,0-5 0,0 0 0,0-2 0,0 0 756,0 9 0,1-1 0,0-6-756,1-6 0,1-5-649,4 14 559,0-9 1,3-3-1261,9 0 811,-2-2-271,-3-20 810,-6-27 0,-5-6 0,4-13 0</inkml:trace>
  <inkml:trace contextRef="#ctx0" brushRef="#br0" timeOffset="35809.81">14515 4514 10771,'-2'-8'989,"7"0"-179,16-1-585,3-1 0,1-1-1387,-1 2 0,1-2 982,17-9 0,4-2-330,-17 6 0,1 0 1,2-2 307,8-4 1,5-2-1,1-1 1,-2 0-1,-6 2 1,-1 1 0,0-1-1,2 0 1,-1-1-1,1 1 1,-1 0-1,0 0 1,0 0 0</inkml:trace>
  <inkml:trace contextRef="#ctx0" brushRef="#br0" timeOffset="36159.81">17309 3667 10861,'-13'-5'629,"3"-3"-539,8 0 0,3 1 90,9 0-90,6 2 0,2-1-90,25-4-1619,-10 3 0,0 0 719,-7 2 1,-2 0 899,7-1 0,-4 1 0,-10 1 0,0 1 0</inkml:trace>
  <inkml:trace contextRef="#ctx0" brushRef="#br0" timeOffset="36449.81">17450 3699 13289,'8'26'300,"1"0"0,0 12 0,1 3-1939,-1-2 1,-1 3 1018,-2-5 0,0 2 0,-1-1 324,-2-4 0,-1-1 1,1 0-65,1 5 0,0 0 0,2 0-733,2 2 1,1 0 0,-1-4 545,-1-2 1,2-5 0,4-3 0,0-6 0,0-12 0</inkml:trace>
  <inkml:trace contextRef="#ctx0" brushRef="#br0" timeOffset="37059.81">17823 4185 10861,'-1'-10'2069,"0"1"-1080,-1 3-719,-4 4 0,0 2 0,-3 3 359,-13 17-179,1 13-360,-3 6-225,15-14 0,6 0-405,11 13 271,3-7-1,7-9-3007,12-10 1902,-11-7 625,30-3 300,-17-14 270,6-6 0,-15-21-1718,-32-7 1988,4 9-883,-20 1 883,19 28 1865,-5-6-1955,17 1 0,-2 1-45,18-6 0,6 1 45,-4 2 0,6-4 0,1-2 90,8-8 89,-18 12 1,-1 1-90,12-9 26,-12 17-26,-20 33-45,-3 10 0,-1 8-15,-1-5 0,-1 4 0,0 3-53,0 2 1,1 4-1,-1 1 1,1-4 22,1-1 0,-1-2 0,2 0 367,-1 2 0,1 0 1,3-4-548,3 1 0,3-3-90,0-8 0,1-1-90,-1 6 0,3-3-2917,8-2 2994,-8-28 1,1-22-1,-4-5 1</inkml:trace>
  <inkml:trace contextRef="#ctx0" brushRef="#br0" timeOffset="37379.81">18202 4109 10501,'-1'-10'810,"1"-2"-631,0 3 451,3-6 180,13 1-720,-3 2 44,11 5 1,3 3 45,11 6-1819,-4 2 1,1 2 754,8 7 929,-14 2 0,-2 3 73,-2 8-118,0 13 0,-23-13 90,-12 1-90,-14-3 0,-5-2 45,6-5 0,0-1-45,-14 8 0,1-3-90,-1-3-899,5-6-2288,19-12 2657,5-4 0,14-14 0,9-5 0</inkml:trace>
  <inkml:trace contextRef="#ctx0" brushRef="#br0" timeOffset="37699.81">19168 3749 12300,'-3'-10'1709,"2"16"-1529,3 17-45,0 12 0,1 5-90,0-14 0,-1 4 22,0 10 1,1 10-1,-1 0 1,0-8-68,-1-6 0,1-1-45,0 2 0,-1 6 0,1 1 0,0-6-810,2 1 1,0-4-785,-2-8 1,1-1 771,0 3 0,0-5-1922,0-10 2789,-1-5 0,-1-3 0,0-4 0</inkml:trace>
  <inkml:trace contextRef="#ctx0" brushRef="#br0" timeOffset="38209.81">19209 3946 9871,'-2'-22'1529,"-2"-13"-1169,3 16 810,2-19-990,1 27-3457,11-14 3022,-4 15 524,13-6 681,-7 9-590,29-3-270,-22 6-90,7 4 0,-1 1-90,-9 5 90,16 12-90,-23 7 0,-15 9 0,-8 5 60,-7-6 0,-5 1 0,1-1 30,-1 10 0,-3-2-112,-1-8 0,-2-1 1,4-7 21,2-1-180,0 0-90,35-19 45,10-12 0,4-3 226,13-1 44,-8 0 0,-4 1-45,-11 6 0,11 2 90,-15 4 3226,5 3-3226,-2 15 90,-5-5-1,5 12 1,2 4 0,7 8-1490,-4-9 0,1 0 1490,10 2-45,-8-16 0,0-3-288,4-1-207,7-5 1,0-3-91,-6-5 175,7-8 0,-1-5 1,-9-8-1,-6 3 1,1-1-1</inkml:trace>
  <inkml:trace contextRef="#ctx0" brushRef="#br0" timeOffset="38419.81">20027 4021 13199,'-8'28'990,"3"2"-720,5 18-270,3-22 0,1 0-180,2 18-1349,2-13 0,0-3-360,-1-9 1889,7 14 0,-10-28 0,2 0 0</inkml:trace>
  <inkml:trace contextRef="#ctx0" brushRef="#br0" timeOffset="38649.81">20257 3800 12120,'-4'-9'990,"0"1"179,1-1 810,-2-3-3149,9 3-2107,5-1 2567,6 7 0,-3 2 1,-5 1-1</inkml:trace>
  <inkml:trace contextRef="#ctx0" brushRef="#br0" timeOffset="39909.81">20705 4063 13829,'-24'-9'1529,"-4"10"-1529,-1 5 0,3 8-809,-6 24 539,19-18-450,2 8 1,3 1 179,10-3-180,11 17 361,10-26 269,-1-6 539,26-24 91,-18-6-360,9-5 90,-15 1 180,-12 12-271,0 10-89,-2 3 0,-4 14 0,-6 16 0,-2 8-45,0 1 0,0 1-1092,-1 7 1,0 1 1016,1-15 0,-1 0 0,0-3-2668,-1 14 2653,2-17 0,1 1-90,-1 4 0,0-1-286,1-7 1,-1 0 375,1 4 0,-2-3-134,-14 0 179,-9-36 90,1-1 1206,-3-11-1026,7 0-90,5 1 2835,0-1-2835,22-18-135,12 12 0,5-2-45,1-4 0,1-3 30,-2 7 0,2-1 0,0-2-30,-1-4 0,0-2 0,-1 1 350,-5 7 1,-2 2 0,1-5-351,0-3 0,2-6 0,0-2 0,-1 1 0,-3 4-156,0-3 0,-2 4 0,1-3 201,2-4 0,1-5 0,0 1 0,-4 6-448,0 0 0,-2 4 538,2-6 0,-2 5-45,-4 14 0,1 9 107,-10 38 1,-3 12-153,2-8 0,-1 4-23,-1 6 1,-1 6 0,0 1-1,1-6 239,0-1 1,0 1-262,-1 4 0,-1 8 0,0 0 0,1-7 491,2-5 1,-1-1-492,1-2 0,-1 2 0,2-2 0,0-2 0,2-3 0,6 6 0,2-8 0,13-33 0,-1-13 0,0-6-45,3-1 0,2-4 45,1-1 0,3-3 0,-1 2-1639,3 0 1,-1 2 1580,-2 0 1,-1 5-32,1 10 63,-17 34 26,0 17 0,0 1 0,-1 6 0,3 2-2350,6 0 2350,-8-13 0,2-3-90,7-7-438,7-29 393,-6-7 0,2-7-15,3-8 0,2-5 0,-2-2 120,-2 3 0,-2-1 0,1-4-6,-2 0 0,0-6 0,0-1 0,0 0 0,-3 6 22,0-4 0,-1 3 0,-1-1 14,-1 3 0,1-3 0,-1 2 0,-2 7 45,0 0 0,-3 9-45,-7 11 45,-14 44 0,-7 18 988,8-21 0,1 3-1003,-5 14 0,-2 7 0,4-7-473,5-13 0,1-1 443,1 7 0,0 5 0,2-5 898,1-9 1,2 0-929,4 9 0,2 5 0,1-8 14,5 0-1244,9-2 1,3-6-540,0-21 1799,23-7 0,-19-14 0,7-8 0</inkml:trace>
  <inkml:trace contextRef="#ctx0" brushRef="#br0" timeOffset="40079.81">21881 3793 11850,'-7'3'2969,"25"1"-2700,-4-2-1908,19-4 1,6-3-1639,4-4 2184,-12 1 1,4 0 0,-1-2 930,10-6 0,-2-2 0,-3 3 0,0-2 0,-1-1 0,-1 0 0</inkml:trace>
  <inkml:trace contextRef="#ctx0" brushRef="#br0" timeOffset="40269.81">22780 4255 11490,'-4'7'-1093,"-5"-3"1,-8-8 0</inkml:trace>
  <inkml:trace contextRef="#ctx0" brushRef="#br0" timeOffset="40709.81">18596 5136 11041,'20'-12'1169,"3"0"-900,9 4 1,13-1 0,8-1 0,0 1 0,-8 1-1363,-2-1 1,-3 2 0,10-2 1051,-18 4 1,6-1 0,3-1-1,5 0 1,2-1 0,2 1-1,1-1 1,1 0 0,0 0-1,-2 0 1,-2 1 0,-3 0-1,-3 1-38,7-2 0,-4 1 1,-1 1-1,-2-1 0,0 1 1,1 0-1,1-1 1,3 0 28,-3 0 1,2 1 0,1-2 0,2 1 0,0 0 0,1 0 0,-1-1 0,-1 1 0,-1 0 0,-3 0 0,-1 1-350,5-2 1,-2 1-1,-2 0 1,-1 0-1,0 0 1,1-1-1,2 0 399,-3 1 0,2-2 0,1 1 0,0-1 0,1 0 0,-1 0 0,-2 0 0,0 0 0,-4 1 0,5-1 0,-3 0 0,-1 0 0,-1 1 0,1-1 0,4-1 0,0 1 0,-1-1 0,0 1 0,0-1 0,0 1 0,0-1 0,0 1 0,0-1 0,0 1 0</inkml:trace>
  <inkml:trace contextRef="#ctx0" brushRef="#br0" timeOffset="42019.81">11725 6484 7982,'-10'-7'1170,"0"0"-720,6 3 179,-1 1 91,0 0 899,0 1-990,-1 0-359,23 1-180,-3-1 0,30 0-1131,-10 0 1,7-2-1,-2 0 1086,7 0 0,6-1-15,-19 2 0,6-1 0,5-1 0,3 0 0,2-1 0,1 1 0,-1-1 0,-1 1 0,-4 0-247,4-1 0,-2 1 0,-1 0 0,0 0 0,1 0 0,2-1 1,3 0 223,-10 1 1,1 0-1,2 0 1,0 0-1,2 0 1,0-1-1,2 0 1,-1 1-1,2-1 1,-1 0-1,1 0 1,-1 0-111,0 0 0,0 0 1,2 0-1,0-1 1,1 1-1,1-1 1,-1 1-1,0-1 0,0 1 1,-1-1-1,-2 1 1,0 0-1,-2 0 1,-2 0 102,7-1 0,-3 1 0,-3 0 0,-1 0 0,0 0 0,0 0 0,3 0 0,2-1 0,4 0-54,-12 1 1,3 1-1,2-2 1,3 1 0,1-1-1,1 0 1,2 0-1,0 0 1,0 0 0,-1 0-1,0 0 1,-1 0 0,-1 0-1,-2 1 1,-3 0-1,-2 0 1,-3 0 0,-4 1 53,17-2 0,-8 0 0,-4 1 0,0 0 0,3 0 0,7-1 6,-12 1 0,5 0 1,3-1-1,2 0 1,3 0-1,0 0 1,2-1-1,-1 1 0,-1-1 1,-1 1-1,-3 0 1,-2 1-1,-4 0 1,-5 1-7,16-3 0,-7 1 0,-4 1 0,1 0 0,4-1-37,-1 0 1,4 0-1,2-1 1,0 1-1,-1-1 1,-5 2 0,-5 0 36,9-1 0,-7 1 0,-1 0 338,-1 0 0,-2 1 0,-6 0-338,10-1 45,-1 0 0,-2 1 1472,-14 1-1517,-2 1 0,2 0 2268,13-2-2268,-3 2 0,11-3 3276,-25 4-3250,8-1-116,-18 2-3187,4 0 2457,-19 4 1,-8 1 0,-10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12:10.26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4767 1780 6903,'-2'-10'630,"-1"-4"-360,1 8 539,-2-10-449,2 9 539,-2-8-359,2 8 180,-1 0-540,2 17-1742,1 19 1,2 5 1651,0 14-609,1-7 1,0 4 578,0-9 0,0 2 0,-1-4-60,0-4 0,0 0 30,1 14 0,0 6 0,0-7 15,-2-17 0,0-1 0,0 13 0,1-2-45,-1-6 0,-1-5 90,1-17 0,4-16-90,3-17 0,2-6 0,-3 8 0,0-2 0,4-14 0,1-4 0,-3 8 0,1-2 0,-1 5-58,-1 4 1,1 0 57,4-11 0,2-6 0,-1 10 0,2 2 0,-4 9 0,2 3-90,10 6 0,-6 16 90,15 18 0,-13 16 0,-6-5 0,-1 3 1366,-2-5 0,-1-1-1366,7 18-90,0-16 90,1-35-90,14-19 90,-14 7 0,1-3-45,5-9 0,0-1 0,-2 5 0,-2 2 0,-3 4 0,0 2 1767,11 2-1812,-9 33 90,-10 5 0,0 4 0,-1 3 0,0 2 0,2 14 0,-1 1 0,-3-12 0,1 0 0,5 9 0,1-3 0,6 4 0,9-4 0,0-29 0,-2-10-269,10-18-541,-8-14-269,-5-6 423,-16 12 1,-3-1-1,-4-11 1,-4-7 0</inkml:trace>
  <inkml:trace contextRef="#ctx0" brushRef="#br0" timeOffset="216">5684 2001 8972,'5'10'450,"-1"-2"-270,0 1-1,0-2 361,6 11-450,-3-5 270,14 24-180,-9-9-90,-2-6 0,-1 2 0,2 11-675,-5-8 0,-3-1-854,-1-1 1439,-2 11 0,-3-23 0,-1 2 0</inkml:trace>
  <inkml:trace contextRef="#ctx0" brushRef="#br0" timeOffset="500">5621 1683 10051,'-10'-24'810,"2"4"-450,-1-2 179,3 3-89,1 5-450,2 2-720,5 18 181,-2-4-631,6 17 1170,-5-13 0,3 0 0,1-5 0</inkml:trace>
  <inkml:trace contextRef="#ctx0" brushRef="#br0" timeOffset="1008">5933 2190 9691,'11'8'540,"-2"-2"719,0-5 181,3-3-811,4 5-539,-4 0 270,8 27-360,-11-10-135,3 17 0,0 2 45,-4-10-135,2 7 0,-1-1 46,-3-17-91,11-1 270,-7-20-90,7-13 45,-4-8 0,0-2-45,4-12-378,-3 6 0,2-2 423,1-6 0,-1 1 45,-3 12 0,1 0-45,7-12 0,0 5 45,4 10 0,-3 14 0,5 35-45,-11 3 0,-1 4 45,-1-8 0,-1 1 0,1 8 0,-1 0-180,-3-7 0,1-3-180,5 7 90,1-7 1,2-5-271,13-10 540,-2-13 0,7-8 0,-3-1 0,5-6 0,1-3 0,3-2 0,0 0 0,0 0 0</inkml:trace>
  <inkml:trace contextRef="#ctx0" brushRef="#br0" timeOffset="1475">7913 1078 9602,'-2'-10'539,"1"2"-179,-1 1 90,-13 17-270,1 3-46,-4 10 1,-3 10 22,4 0 1,0 5-1,-1 5 1,1 2-53,2-5 0,1 4 0,-1 1 0,1 2 0,0 0 0,0 0-574,2-6 1,-1-1 0,0 1 0,1 0 0,0 2 0,1 1 0,2 3 442,1-3 1,1 4-1,1 2 1,1 1-1,0 1 1,1 0-1,0-1 1,1-3-1,0-3 1,0-4-187,1 8 0,0-6 1,1-2-1,1 1 1,2 3 223,0 2 1,1 4 0,1 3 0,2-1 0,1-1 0,2-4 0,3-6-399,6 3 0,4-7 0,3-3 1,2 1 295,-2-4 0,3 1 0,2-2 0,-1 0 0,0-2-296,1 2 1,0-1-1,0-1 1,2-4 175,8 1 0,1-4 0,1-5-883,-5-10 1,1-4 0,-3-1 1002,1-1 0,1-1 0,6-4 1,3-2-1,-2-2 0,0-5 0,0-1 1</inkml:trace>
  <inkml:trace contextRef="#ctx0" brushRef="#br0" timeOffset="21485">8375 1881 10051,'-5'-14'-719,"1"4"629,-3-6 90,4 7-90,0-1 90,4 1-90,7 1 180,17-6-90,2 3 0,5 0 0,-8 4 0,9 1 0,-3 5 0,1 6 0,-21 38 45,-15-14 0,-6 3-45,-6 10 0,-5 5 0,2-4-134,-1 0 1,-1-3 133,2-5 0,-1 2 0,1-2-1639,-5 7 1,4-4 1612,-2 3-495,3 0 1,4-3 520,13-13 90,14 7-90,2-19 0,13-2-1775,18-13 1775,-10-2 50,-8 0 1,2-1-96,6-3 0,-1 0 170,2-1-215,-6 2 0,-2 0-889,-2-1 979,-6 1 0,5-4 0,-8 3 0</inkml:trace>
  <inkml:trace contextRef="#ctx0" brushRef="#br0" timeOffset="21976">9051 1880 8252,'2'-14'360,"-2"1"360,0-8 179,-3 2-539,1 1 90,-4 4-360,-1 13 359,-26 16-269,3 10-135,7-6 0,1 2 135,1 19-180,12-16 0,13-2 0,8-14 0,33 5 0,3-1-45,-5-1 0,2 2 45,-11-1 0,-2 2 0,0-1 0,-6 5-1639,-11 5 1,-7 3 1433,-6 7 205,-12-4 0,-4-1-2268,-10 6 2268,7-13 0,-3 1 0,-7 4 0,-2-2-135,7-5 0,0-1-218,-4 3 0,0-1-277,-5 2-539,14-13-1439,4-3 3109,4-9 1,7-11 0,-1-5 0</inkml:trace>
  <inkml:trace contextRef="#ctx0" brushRef="#br0" timeOffset="22202">8926 1801 9422,'-3'-9'180,"4"-9"-91,3 7 271,27-28-270,-8 18-90,-1 3 0,4-2 135,12-4 0,0 2-90,-16 9 0,1 0-315,7-4 0,2-3 0,-5 5-179,-3 3-721,8-5 1170,-24 16 0,0 2 0,0 3 0</inkml:trace>
  <inkml:trace contextRef="#ctx0" brushRef="#br0" timeOffset="22603">9506 1672 9242,'2'-13'1889,"-7"0"-1530,-8 10-269,-1 3 90,-2 10-90,3 6 90,0 17 0,-1 4-90,-1 8 0,6-4 0,1 9 0,2-5-45,5-10 0,3-2-778,-2 14 1,3 0 777,4-12 0,5-4 127,6-6 1,5-7-128,15-8 0,4-8-45,-7-2 0,0-8 0,-5-10 0,-1-8 0,-5-1 0,-6-4 0,-8-3 0,-5-15 0,-11 0-1511,-13 10 1,-7 3 1510,5 3 0,-4 6-90,-13 6 0,0 9-430,-1 12-290,-4 14 1,1 9-830,23-3 1,1 1 1289,-10 6 0,5 2 0,16-3 0,6-1 1,2 11-1</inkml:trace>
  <inkml:trace contextRef="#ctx0" brushRef="#br0" timeOffset="22852">9929 2286 11311,'1'-8'719,"2"20"-719,-2-2 90,1 18-765,-3-8 765,-3 17-90,-3 5-585,-2-9 0,-1 1 38,-2-5 1,-1-1 0,3-3 0,-1-3 0,-10 9 0</inkml:trace>
  <inkml:trace contextRef="#ctx0" brushRef="#br0" timeOffset="23303">10203 1561 10231,'3'-12'270,"1"1"90,0-2 0,2 0 269,5-9-89,7-4-360,5 0-1696,-1 11 0,1 1 1606,4 1 0,9 3-1278,-14 20 1278,-4 5-90,8 23 44,-17-8 1,-3 3-45,-1 2 0,-4 3-615,-6-1 0,-3 4 0,-1-4 615,-2-2 0,-1-1 922,-6 7 1,-4 1-923,-3-3 0,1-5 1188,-2 5-1188,5-9 0,2 0-90,10 0 1,19-12 89,7 4-1360,16-20 1,4-8 1090,9 0 948,-11-1 1,1-2-2319,2-4 1,-4-2 982,4 1 1,-3-2-1,-2 0 1,-8 1 0</inkml:trace>
  <inkml:trace contextRef="#ctx0" brushRef="#br0" timeOffset="23902">11008 1368 10771,'-4'-9'270,"0"-1"0,0 1-181,-2-1 1,0 4 0,-2 2 90,-2 4-180,0 1 180,-15 16-180,6-1 90,-15 20-45,19-14 0,3 2-1684,5 4 1,2 1 1625,1-3 1,3-2-342,17 18 354,10-18 0,5-3 0,-2-3 0,2 0 0,8 6 0,0 0-45,-5-5 0,-4 0 45,5 12 0,-15-5-90,-24 1 0,-6 1 90,-7-2-90,-12 7 0,-6 0-45,1-12 0,1-2 1611,4-1 1,0-1-1522,-1-2 0,5-4 471,12-8-696,0-18 180,9 1-1549,9-21 1,6-5 1525,5-5 83,-4 11 0,2-5 0,-1 4-424,-3 7 1,-2-2 423,3-11 0,0-7 0,-3 5 30,-5 4 0,-3 1 0,1 2 0,0-1 0,-6 4 11,-9 6 0,-5 7-11,-4 9 0,-3 8-1452,-11 11 1,1 6 1091,12-4 0,2 2 360,-6 13 0,7 2 0,17-2 0,3 9 0</inkml:trace>
  <inkml:trace contextRef="#ctx0" brushRef="#br0" timeOffset="24301">11484 1516 9422,'-4'-17'1079,"2"7"-809,-3-4 90,0 8 89,-5-2 451,-26 13-630,9 21 0,0 6-225,4-14 0,2 2 14,3 12 1,2 8 0,8-3-60,11 5 0,9-1-1639,6 5 1,3-1 1580,-3-9 1,2-5-179,3-9 1,3-9 145,20-18 90,-13-2 0,5-10 0,-1-6 45,-16 4 0,-2-2-45,5-3 0,-2-2 0,-7-4 0,-7-3 0,-6-4 0,-8-4 0,-7 5 0,-5-2 0,1 2 0,-1-6 0,-3 3 0,0 11 0,-4 2 0,2 7 0,-11 7-90,-16 7-1549,13 18 1,1 4 1231,10-7 0,1 3-828,-6 9 0,6 4 1235,15 10 0,8 0 0,2 6 0</inkml:trace>
  <inkml:trace contextRef="#ctx0" brushRef="#br0" timeOffset="24760">11916 484 6848,'1'-13'-360,"1"-4"1676,0 8-1137,2-2 1099,20 21-874,10 20 1,4 9-366,-11-12 1,0 2-1,1 4 51,-2-1 0,2 5 0,1 2 0,-2 1 0,-1 1-32,-4 2 1,-1 2-1,-2 1 1,0-1-1,-1-1-40,-1-6 0,0-1 0,-1-1 0,-1 2 0,-3 4-341,-4 3 0,-1 6 1,-2 2-1,-1 1 1,-2-1-1,-1-4 1,0-6 351,-2 8 1,-2-6 0,-3 6-8,1-14 1,-2 5-1,-1 3 1,0 2 0,-2 0-1,0-2 1,0-2-1,-1-5-287,-6 10 1,0-4 0,-2-3-1,0 2 67,3-3 0,-2 1 0,1-1 1,-1 0-1,1-1 198,-1 1 0,0 0 0,1-3 0,2-4 0,0 1 0,3-4 0,3-2 0,0 1 0</inkml:trace>
  <inkml:trace contextRef="#ctx0" brushRef="#br0" timeOffset="26829">13658 1505 10231,'-4'-8'-180,"-2"-5"180,2-1 90,-1-1-90,2 0 0,1 6 90,0 1-90,1 0-90,-1 2 90,1 0 90,0 23-90,2-7 90,0 22 0,2 8-431,-2-5 1,1 1 340,0 11 0,0 1 45,-1-6 0,-1-1-45,-2 2 0,-1-2 90,0 2-90,0-13 0,0-3 270,1-7-180,3-21-90,1-2-1584,7-26 1,2-9 1673,2-6-90,-3 14 0,2-6 0,0 2-370,3-13 1,1 2 369,0 1 0,-1 0 0,-1 5 0,0 3 0,-1 11 0,-1 6 0,0 4 0,10 3 0,2 29 45,-9 6 0,-1 4-45,0 1 0,-3 2 1400,0 0 0,-4-1-1400,-2 10 0,-4-22 0,0 7 0,-1-11 1787,1 7-1787,14-33 0,-3 2 0,13-20 0,-5 6 0,0-1-1639,6-3 1,2 1 1523,1 0 40,-4 2 0,3 6 165,19 27-90,-27 17 0,-3 7 0,5-4 0,-2 3 30,-10 4 0,-5 6 0,-1-2-30,-2 7 0,-2-3 0,1-2 0,1-2 0,-1-6 0,4-4-990,17 0 361,-7-16 629,27-15 0,-15-13 0,-6 3 0,1 0 0</inkml:trace>
  <inkml:trace contextRef="#ctx0" brushRef="#br0" timeOffset="27054">14681 1540 10051,'-2'-10'2429,"5"20"-2069,2 15-181,1 7 1,1 2-3457,0 9 2780,-2-15 0,-1-1-133,3 12-629,-3-15 1259,3 19 0,-5-30 0,1 6 0</inkml:trace>
  <inkml:trace contextRef="#ctx0" brushRef="#br0" timeOffset="27304">14650 989 10321,'-4'-19'990,"-2"-8"-721,3 13 91,-2-9 90,3 13-180,3-2-1530,6 18-2017,1 5 2994,3 9 1,-1 0-1,-3-9 1</inkml:trace>
  <inkml:trace contextRef="#ctx0" brushRef="#br0" timeOffset="27778">15114 1495 13559,'1'18'270,"-3"10"-270,-7 19 0,2-8-135,-2 0 0,1-1-451,2-10 586,-4 17-180,6-28-90,2-7-1369,19-24 1,6-11 1319,1-3-254,1-4 1,6-9 0,-1 4 482,-2 1 0,-1 1-793,1-3 0,-1 2 883,-7 10 0,-1 6-180,8 6 256,-5 17-76,13 17 0,-15 9 0,0 11 0,-9 3 0,1 2 0,-4-15 0,2 1-150,2 3 0,2 3 1,0-6 1413,6 5-3513,19-13 450,-15-26 1799,10-5 0,4-8 0,0-4 0</inkml:trace>
  <inkml:trace contextRef="#ctx0" brushRef="#br0" timeOffset="28078">16457 569 10501,'-7'-9'720,"-15"5"-271,-4 13-269,3 3 0,0 6 60,0 12 0,0 10 0,2 5-787,7-7 1,1 4 0,1 4 0,1 1 0,0-2 0,-1-3 152,-2 5 1,-1-4-1,2 1 1,2 6 449,4-9 0,1 6 0,1 3 1,1 1-1,1 1 0,2-3 0,0-4 1,2-5 265,5 13 1,4-8-1,1 4-304,-1-4 0,1 5 0,1 0 0,2-1 0,2-6-337,3-4 0,2-4 0,2-3 0,2 0 161,2-2 1,1-1 0,2-3 0,3-1-499,3-5 1,3-2-1,2-1 1,0-2 0,-4-1-438,7 2 1,-3-2 0,1-2 1057,-1-4 0,2-1 1,0-2-1,-3-4 0,-4-3 1,-3-4-1,1 0 0,3 0 1,0 0-1,-1-1 1</inkml:trace>
  <inkml:trace contextRef="#ctx0" brushRef="#br0" timeOffset="31701">17158 1464 7892,'5'-25'810,"-2"9"-90,4-16-540,-2 15 179,12-16-1584,-3 15 1315,22-10-17,1 10 16,-14 8 1,2 1-45,1 3 0,-1 2 45,10 7 0,-8 30-30,-31-3 0,-10 5 0,0 0-546,3 2 0,-2 0 486,-6 1 0,-5 1 0,1-4 45,4-11 0,-1 0-15,-8 7 0,-3 3 0,2-3-543,7-6 0,0 0 513,-6 6 0,-2 3 0,7-6 331,5-2-241,6 18-90,36-25 0,18 4 45,-16-18 0,1-5 393,1 0 0,0-2-438,2-2 0,2 0 0,6-4 0,2-1-90,1 1 0,-1-1-315,-1-2 1,-3-1-46,3-1-360,-16 0 810,-10-2 0,-4 0 0,3-7 0</inkml:trace>
  <inkml:trace contextRef="#ctx0" brushRef="#br0" timeOffset="32145">17977 1325 8882,'-7'-13'450,"-7"-8"-270,0 4 179,-21-2-179,0 20-90,3 13 0,-1 8-45,6 3 0,1 4-1138,5-1 1,0 2 0,3-2-10,1 3 1,3 1 1101,-1 6 0,5 1-494,8-1 0,3 0 539,1-1 0,4 0-265,11 9 1,5-6 219,-7-18 0,2-5 0,5 1 0,0-4-72,4-9 72,10-11 0,1-3 1571,8-6-1571,-12-3 0,5-5 0,-7 0 1146,2-14-1146,-16 4 0,-2-8 0,-4 5 0,-8 9 0,-4 0 30,-2-9 0,-2-5 0,-2 5 785,-2 8 0,-4 2-815,-12-8 0,-6-2 0,2 6-143,8 10 1,-2 4 112,-14 1 0,-6 2 0,7 7-59,1 18-631,1 23 0,8 7 770,21 0-50,7 6 0,9 1 0,7-21 0,5-3 0,6 10 0,0 0 0</inkml:trace>
  <inkml:trace contextRef="#ctx0" brushRef="#br0" timeOffset="32561">18608 1282 9242,'-2'-24'989,"-10"-5"-809,3 12 180,-24 7-225,7 28 0,1 9-367,0-2 0,1 3 262,5-1 0,0 2 0,4 0-1669,1 11 1,5-1 1390,3-10 1,3 0 292,4 11 0,5-1 154,7-7 0,6-3-244,7 0 0,3-3-313,-3-7 0,2-7 313,13-15 0,0-12 45,-13-5 0,-5-7 0,-3-6 0,-3-6 0,-2 2 91,0-2 0,-8-2-91,-11 4 0,-8-6 0,-2 2 0,1 7 0,-1 8 0,-1 3 0,-5-6 0,-3-1 0,2 8 308,-6 10-443,-7 18 0,0 13-1260,13 13 1,4 6 1211,-9 1 0,5 3 0,17-7 0,8 2 0,2-2 0,9 3 0,1 0 0</inkml:trace>
  <inkml:trace contextRef="#ctx0" brushRef="#br0" timeOffset="32801">19237 1727 10681,'6'4'1169,"-10"23"-1079,-1-10-1729,-9 14 1,-3 1-745,-2-2 2068,-1-1 0,-3 3 516,0-4 0,0 0 1,7-9-1,1 1 0,-3 4 1,0-1-1</inkml:trace>
  <inkml:trace contextRef="#ctx0" brushRef="#br0" timeOffset="33253">19703 1251 9871,'3'-10'900,"1"-3"-630,3 3 89,12-9-269,1 5 0,11-3 90,7 7-90,3 8-90,-7 3 90,-5 8-90,-14 17 90,-8-5-90,-14 23 0,-9 9 30,2-23 0,-3-1 0,1 1-1123,-1 3 1,1 1 0,-1-2 1034,-8 8 1,2-5-33,1 1 90,11-14 0,-2 5 0,12-12 0,3-5 0,19 4 0,-7-8-180,16-5 0,4-3-269,13-8-1090,-8 1 0,1-2 1269,-14 4 0,-1-2 270,16-8 0,1-2 0,-12 3 0,0-1 0,1 0 0,-1 0 0,1 0 0</inkml:trace>
  <inkml:trace contextRef="#ctx0" brushRef="#br0" timeOffset="33687">20364 1164 9602,'-19'-26'1079,"7"11"-899,8-5 0,10 11 90,22-6-270,-8 8 89,13 0-89,-16 7-2262,19 8 2262,-14-1 90,18 13-90,-28-3 0,1 6 45,-16 4 0,-7 4 0,-7 5 0,-4 5-610,4-9 1,-2 3 0,0-1 0,1-2 564,-8 12 0,0-3-583,6-9 1,0 0 0,6-7 582,6-7 0,7 10 0,20-11-725,6-2 725,9-8-180,5-12 1654,-13-1-1924,6-2 1,2-2-226,-10 2 1,2-1 674,4-1 0,4-3 0,-3 1 0,0-1 0,-2-1 0,5-3 0,1 0 0</inkml:trace>
  <inkml:trace contextRef="#ctx0" brushRef="#br0" timeOffset="34101">21188 1144 9242,'-7'-13'899,"-5"-9"-629,3 11 450,-12-11-1,-19 23-629,8 1-1729,-5 20 1,2 7 1023,5 8 1045,6-6 0,2 5-385,9 8 0,3 0-448,4-19 0,1-1 358,-2 17 0,4-1-225,9-4 90,0-11-89,18 16 89,-3-22 135,3-9 0,1-3-45,8-6 90,11-11 608,-18-7 1,-3-2-609,6-6 0,-3-16 0,-6-2 0,-12 2 60,-12 7 0,-4-5 0,-2 7-60,-13-4-942,-2 14 1,-7-1 0,5 7 581,-4 8 135,1 3 0,2 4-449,13 7-495,4 0 1169,1 3 0,7-3 0,1 2 0</inkml:trace>
  <inkml:trace contextRef="#ctx0" brushRef="#br0" timeOffset="34420">21610 476 9602,'-3'-13'629,"0"3"361,1 1-721,6 14-89,7 13 0,3 9-45,9 13 0,1 4-45,-10-19 0,0 4-36,1 4 0,3 8 0,0 4 0,-1 0 0,-3-1-717,-2 1 0,-4 0 1,-1 0-1,2 1 663,0-4 0,1 2 0,0-1 0,-1 0 0,-3-1 22,-1 4 1,-3 0 0,-1-2-1,-2-2 38,-4 6 0,-3-2 0,-4 3-78,0-9 0,-2 3 0,-3 1 0,-3 0 0,-4-1-451,2-8 1,-4 0 0,-3-1 0,-1 0 0,0 0 0,1-1 0,3 0-82,-3 7 0,2-1 0,1 0 0,-2-2 1,-3-4 549,-4-2 0,-3-2 0,-2-3 0,3-3 0,5-5 0,-6-2 0,4-4 0,-4 2 0,1 0 0</inkml:trace>
  <inkml:trace contextRef="#ctx0" brushRef="#br0" timeOffset="37628">8538 4688 6633,'-10'-5'450,"0"1"270,-9-3 359,1-1-180,-3 0 631,-2 0-361,10 3-809,-1 0-180,24-3-135,17-2 0,6 1-3322,15-5 2994,-10 3 1,1 1-795,8 0-2200,1 3 2881,-13 2 1,-7 5 0,-24 4 0</inkml:trace>
  <inkml:trace contextRef="#ctx0" brushRef="#br0" timeOffset="37804">8408 4925 9422,'-2'9'-450,"2"4"360,2-8 180,11 6 0,-4-7-90,10 2 90,29-11-630,-3-2 540,-1-1 0,1-1 0,-16 1 0,-1 0 0,4-1 0,0-1 0</inkml:trace>
  <inkml:trace contextRef="#ctx0" brushRef="#br0" timeOffset="38328">10163 3483 9242,'-4'-10'1079,"-1"13"-989,-3 12-30,-2 13 0,-3 9 0,1-2-1699,-1 2 1,1 3 1591,-1 0 0,-1 6 0,0 2 0,2-2 69,3-9 1,2-1 0,0 1-1,0 4 120,2 3 1,-1 5 0,1 2 0,0 1 0,2 0 0,1-2-128,1-5 0,1-1 0,0 0 0,2 0 0,1 1 0,1 2-309,1-5 0,0 2 1,1 1-1,1 0 1,2 0-1,1-1 1,1-1-1,2-4 234,6 5 0,2-2 0,2-2 0,2-2 0,1-2 0,-1-2-408,2 0 0,1-2 1,0-2-1,2-3 1,1-3 303,6-2 1,3-3 0,-1-5 0,-2-7 0,-1-9 0,-2-7 0,-1-2 0,12-10 0,-1 0 0</inkml:trace>
  <inkml:trace contextRef="#ctx0" brushRef="#br0" timeOffset="39004">10814 3991 9152,'-10'4'989,"-5"0"-269,9-1-181,-5 1-359,45-15-90,-10 7-90,4-4 0,2 3 90,-1 9 0,-2 8-90,-3 13 0,-4 7 0,-1 1 0,-5 4 0,-10-2 0,-5 2 0,-3-2-1345,-4 2 0,-5-1 1375,-3 2 0,-4 1 0,2-3-30,3-8 0,1-1-45,-9 13 0,2 0 45,6-10 0,3-3 598,-1 4-598,6-2 0,4-3 0,8-11 0,8 5 0,20-20-120,-3-7 0,6-3 0,-2 1-15,1 1 0,2-2-685,4-5 1,8-3 0,0-2 0,-9 4-820,-9 2 1,-3 0 1431,7-2 0,3-3 0,-8 3 0,2-6 0,0-1 1</inkml:trace>
  <inkml:trace contextRef="#ctx0" brushRef="#br0" timeOffset="39424">11617 4075 9691,'2'-11'270,"-1"2"-90,0-1 720,-1-3-181,-1-1 1,-1 0-270,-21 32-270,0 7-136,4 0 1,0 3 0,4-3 0,3-2-2231,-7 13 2186,8-7-1238,14 13 1058,12-11 180,4 10-90,9-17 0,-2-11 0,1-1-550,5 2 595,3 0 0,-1-1 45,-13-5 0,10 5-90,-20 5 90,-14 0 0,-2 5-90,-16-1 851,-10-4 0,-4 0-1391,-3-2 0,0 0-539,-4 2 0,1-2 1169,6-6 0,5-6 0,3-9 0,4-6 0</inkml:trace>
  <inkml:trace contextRef="#ctx0" brushRef="#br0" timeOffset="39649">11457 3966 10231,'-5'-9'360,"1"1"-270,7-1 0,27-14 0,9 0-300,-10 8 0,5-1 0,-1 1-780,4-1 1,0 1 989,-6 2 0,2 1 0,-4 1 0,-1 0 0,-3 2 0,20-6 0</inkml:trace>
  <inkml:trace contextRef="#ctx0" brushRef="#br0" timeOffset="40065">12112 3885 10141,'-11'5'1349,"-10"6"-809,-13 17-315,10-1 0,-1 4-1318,7-4 1,0 3 0,1-1 80,-3 7 0,4 1 1057,3 6 0,7 2-449,16 3 1,5-2 403,-8-15 0,3 0 26,10 1 0,6 2 0,0-9-26,-2-16 0,1-6-578,19 4 0,0-6 578,-14-6 0,-1-5 0,13-8 0,-2-3 578,-15 7 0,-1-4-556,1-9 1,3-8-1,-2-1 1,-4 5-23,-3 3 0,-3-3 0,-3-6 0,0-9 0,-2 1 0,-7 8 236,-9 10 0,-5 3-236,-4-8 0,-4-1 0,-4 5 0,-17 3 0,-5 8-90,10 6 0,-1 3 0,-2 5-1003,-9 11 1,-1 7 0,4 1-547,4-1 1,4 4 1628,-1 14 0,13 1 1,25-3-1,5 0 1</inkml:trace>
  <inkml:trace contextRef="#ctx0" brushRef="#br0" timeOffset="40340">13050 4318 11311,'9'-1'359,"-2"3"-179,-5 8-90,-4 9 0,-7 19-135,-4 0 0,-2 1-90,5-12 0,-1 0-765,-3 4 1,-3 4 0,1-7-2378,-2 3 2852,3-9 1,1-1 0,0-2-1,2-1 1</inkml:trace>
  <inkml:trace contextRef="#ctx0" brushRef="#br0" timeOffset="40841">13538 3744 10591,'-11'-17'630,"3"1"-181,11-5-179,12 0-1048,2 1 957,17 0 75,-7 12-164,0 5 0,0 1-2210,7 4 2210,9 7-1273,-26 17 0,-6 4 1273,-2 4-366,-7 0 1,-5 7 0,-3-1 320,-12 2 0,-3-1-221,5-9 1,1 1 0,-1 0 175,-1 0 0,0-1 0,5-2 0,5-2 0,4-2 0,8 18 639,29-24-729,-5-19 0,7-6 0,0-2-510,5-2 0,0-1 1,1-2-494,2 1 1,-1-1 0,-1 0 934,-6 0 0,-1 0 0,-6-1 0,-5 0 0,-4 1 0,7-8 0</inkml:trace>
  <inkml:trace contextRef="#ctx0" brushRef="#br0" timeOffset="41241">14293 3716 10411,'-4'-13'1079,"-2"1"-809,0 3 720,-12-4-810,6 10 269,-30 11-269,19 10 0,0 5-135,-5 1 0,2 5 45,6 2 0,1 5 0,7 0-1183,10-1 1,6 0 0,0-1 470,-4 9 0,6-4 585,21 2 1,9-12-9,-6-25 0,3-7-950,5-2 1,1-2 994,-4-4 0,-1-5-45,1-8 0,-4-3 45,2-7 0,-18-1 0,-1-9 0,-5 6 1989,-5-11-1989,-7 10 0,-5-6 0,-7 10-45,-10 16 0,-5 6-135,-1-5 1,-2 5-541,-6 14 1,3 7 481,2 8 238,13 3 0,5 4 0,8 4 0,1 14 0</inkml:trace>
  <inkml:trace contextRef="#ctx0" brushRef="#br0" timeOffset="41659">14897 3703 10861,'-8'-8'809,"-7"-2"-629,4 7 90,-17 9 0,-4 7-1909,10 4 1,0 3 1285,-10 1 1,2 1 397,8 7 0,6 0 121,6 19-256,10-18 0,3 0-12,7 16-123,16-19 1,6-5 134,10-11 45,-11-2 0,1-5 0,3-12 0,-1-8 0,-6-3 0,-1-4 45,6-7 0,-5-6 0,-15-12 0,-11-2 45,-7 10 0,-8 3 147,-9-4 0,-10 5-192,-11 14 0,-1 6-1060,18 6 0,0 3 925,-8 1 1,2 6-1755,2 11 539,12-1 1350,-4 7 0,20-7 0,3 1 0</inkml:trace>
  <inkml:trace contextRef="#ctx0" brushRef="#br0" timeOffset="41966">15413 3100 10411,'-2'-10'630,"0"1"-450,5 4-1,19 13-89,14 15-1729,-13-8 1,0 1 1196,1 4 0,2 6 487,-3 3 0,3 6 0,-1 5 0,-4 0-291,-9-3 0,-3 2 0,-2 1 1,0 1-1,2-1 246,4 2 0,3-1 0,-1 1 0,-1 0 0,-5 0-54,-5-2 0,-2 2 1,-4-1-1,-1-1 0,-4 0 54,-5 7 0,-5-1 0,-3-1 0,-1-1-113,-1-1 1,-2-1 0,-2 0 0,-4 2 112,6-11 0,-3 3 0,-3 0 0,0 0 0,0 0 0,1-3 0,2-3 0,-4 6 0,1-4 0,1-3 0,-2 0 0,-4-3 0,0 0 0,-1 0 0,1-1 0</inkml:trace>
  <inkml:trace contextRef="#ctx0" brushRef="#br0" timeOffset="50776">5640 6179 11400,'15'3'180,"3"-2"-90,15-4 0,4-2-1729,-10 1 1,1 1 446,12-2 1,0 1 1056,-12 1 0,-4 0-296,12-1-1548,-4 1 2213,-8 2 0,-15 1 0,-8 0 0</inkml:trace>
  <inkml:trace contextRef="#ctx0" brushRef="#br0" timeOffset="51026">5812 6201 10051,'-10'-3'1170,"4"4"-4447,0 11 1073,5 4 2294,-2 26-584,2-15 1,0 1 538,0 2 0,0 2 527,0 7 1,2 4-543,2 0 0,0 3 0,1-3-75,-1-2 0,0 0-715,1-3 0,1 4 1,0-1-1,0-10-769,2 4 1529,-1-4 0,1-2 0,0-11 0,2 4 0</inkml:trace>
  <inkml:trace contextRef="#ctx0" brushRef="#br0" timeOffset="51250">5536 7096 9512,'-4'8'-90,"4"1"539,30-2-269,-9-3-45,20-5 0,2-2-45,0-5-90,0 0 0,4-1-1260,-7-2 1,-2 0 712,-7 3 1,0-1 0,4-2 0,-3 0 0,-3-1 0</inkml:trace>
  <inkml:trace contextRef="#ctx0" brushRef="#br0" timeOffset="51950">6146 6774 9871,'-2'-11'1440,"-1"1"-271,2 5-899,3 8-180,0 8 0,3 14 90,0 11-91,0 4 1,-4-12 0,1 0 90,-1 20-180,1-16 0,4-38 0,3-35 0,1-5-1639,-1 7 1,0 3 1523,-2 5-695,4 1 0,2 5 810,-4 18-1,17 11-44,-9 20 0,-2 6-545,10 10 590,-4 0 0,-1 0-90,3-4 0,-1 0 0,3-13 90,-14-18 2296,6-3-2296,0-13-45,1-12 0,-2-9-596,1-9 0,-2-4 641,3 0 0,-3-1-45,-4-3 0,-5 0-1010,-3 4 0,-1 2 1055,-2 10 0,0-2 136,-3-4 1,-1-4 0,-1 3-227,-3 0 0,0 3 45,1 0 0,-1 4 45,-4-2-90,9 72 90,6-1 0,0 3-45,-1 0 0,0 1 45,2 7 0,3 2 326,3-1 1,1 0-327,1-1 0,0-1 0,1 1 0,0-1 0,0-5 0,0-5-270,9 2-1619,-4-11 540,2-11 1997,-11-26 0,-4-12 0,-2-9 0</inkml:trace>
  <inkml:trace contextRef="#ctx0" brushRef="#br0" timeOffset="52143">6521 6627 9961,'0'8'1080,"6"-5"-990,6-6 269,25-12-404,-13 5 0,1 0-405,3-2 1,1 1 449,3-2 0,-1 2 0,4-1 0,-1 2 0</inkml:trace>
  <inkml:trace contextRef="#ctx0" brushRef="#br0" timeOffset="53126">6872 6856 12210,'4'8'450,"1"-3"-450,6-6 360,35-14-360,-8-2-180,-5-1 0,-2-1 90,-1-6-270,-13-19 270,-18 26-270,-25-22 270,2 29-45,-6 10 0,-1 4 135,-3 12-45,8 6 1,2 5-46,3 17 45,12-8 0,3 1 45,3 14 0,15-6 0,7-2 0,11-4 0,-7-9 0,4-3 45,4-16 0,0-5-45,12-3 0,-9-6 0,1-6 0,-3-13 0,-3-3 45,-7 10 0,-2-4-45,7-21 0,-6-3 0,-14-3 0,-6 3 0,-3 0 0,-3 15 0,-2 1 0,0 1 0,-1 3 0,-3-5-90,4 14 0,3 7 90,8 4 0,8 8 0,13 3 0,-5-3-3277,21-9 3162,-23 1-214,9-7 1,0-1 328,-4-1-111,13-10 111,-17 8 0,-7 6-90,2-2 90,-7 10 2967,3 0-2967,-3 5 1096,4 9-1096,-4-5 0,3 7 0,-1 6 0,-3-7-90,9 25 90,-8-17 90,4 13-90,-7-16 97,3 8-97,0 8 0,-1-8 90,3 20-180,-5-27 90,2 10 0,-1-5 90,-4-4 0,-1-3-90,-1-6 0,-3-6 0,-1-1-2699,-6 0 2699,2-3 0,0 0 0,6-3 0</inkml:trace>
  <inkml:trace contextRef="#ctx0" brushRef="#br0" timeOffset="53668">8029 6531 9961,'-6'-11'990,"-3"-2"-720,0 7 89,-3 1-269,0 4 0,0 4 180,-14 8-270,8-1 90,-13 7 90,-1 7-1184,12-8 1094,-13 15-3150,18-11 3060,2 0 90,10 7-90,20-3-90,9 3 0,7-6 1,3 0-1,-8-2 0,-1 0 45,3 1 0,-3 1 45,-1 10-90,-39 16 45,-2-26 0,-3 0 90,-7 10 0,-2-1-1249,-1-5 1,0-5 664,-8 6 539,14-13 0,18-12 0,2 0 0</inkml:trace>
  <inkml:trace contextRef="#ctx0" brushRef="#br0" timeOffset="54101">8278 6784 10861,'5'-3'2069,"7"-4"-1979,8 1 89,11-16-179,-21 11 90,5-29-90,-20 18 0,-2-9 0,-6 15-3277,-21 7 2213,13 8 1064,-20 6-610,16 18 0,3 6 610,7-6 0,1 1-211,-8 13 0,6 3 211,16 3 0,7-3-1470,4 5 1470,0-14 0,4-3 0,19-5 1299,-9-10-1929,10-9 1,2-3 1513,-2-7-884,8-8 0,-1-5 0,-6-9 0,-10 6 0,0 0 0</inkml:trace>
  <inkml:trace contextRef="#ctx0" brushRef="#br0" timeOffset="54409">8767 6604 11760,'-4'-8'1350,"-9"4"-991,-15 19-179,2 1-90,-10 11 45,12 1 0,3 3-45,6 1 0,2 1-45,-5 4 0,4 2-45,10-2 0,9-3-360,21 5 180,-1-7-540,6-21 1,1-6 89,-3-4-1009,11-7 1,-2-4 982,-10-2 1,-3-2-1,0-2 1,-2-5 0</inkml:trace>
  <inkml:trace contextRef="#ctx0" brushRef="#br0" timeOffset="54784">9003 6187 10501,'-2'-9'810,"0"-1"-451,2 5-89,8 24-135,-5 7 0,-2 6-90,1 10 0,-1 5 22,-2-6 1,-2 5-1,0 1 1,0-5-854,0-6 0,-1-3 0,1 3 808,0 7 1,-1 4-1,1-2 1,2-7 288,0-8 1,2-2-342,4 12 0,2 5 0,1-9-150,3-1-360,5 1 0,4-9 540,13-37 0,-3-2 0,7-19 0</inkml:trace>
  <inkml:trace contextRef="#ctx0" brushRef="#br0" timeOffset="55000">9019 6691 10141,'-8'0'450,"16"0"-270,15-4-90,18-1-90,-13 0 0,0-1-90,11-1-1271,-10 1 1,-2-1-169,-4 1 1233,9-4 1,-15 4-1,0-1 1</inkml:trace>
  <inkml:trace contextRef="#ctx0" brushRef="#br0" timeOffset="55226">9341 6658 10501,'1'10'1259,"5"20"-1169,-2-13 135,4 17 0,-2 3-135,-1-6-135,1 12 0,0 1-675,-3-7 0,0-10 1,-1-2 719,0 1 0,-1-13 0,-1-4 0</inkml:trace>
  <inkml:trace contextRef="#ctx0" brushRef="#br0" timeOffset="55459">9334 6310 10321,'-6'-25'1979,"1"3"-2587,5 30 1,5-7 0,3 11 0</inkml:trace>
  <inkml:trace contextRef="#ctx0" brushRef="#br0" timeOffset="56426">9844 6744 12480,'-14'-7'899,"-6"4"-719,8 7 180,-23 16-1999,16 11 1,1 2 536,2-13 1,2 1 1031,-2 22 1,8 1-380,16-3 1087,4 2-1087,21-12 359,-6-26-2041,17-13 2131,-23-5-90,4-15 948,-19 4-858,-1 0 724,-12-15-724,-13 3 0,2 1 0,0 9 71,11 15 19,11 3 2725,21-10-2815,3 2 0,2-1-825,-6 4 1,1 1 824,7-4 0,-2 0-1700,3 2 1700,-11 4-90,11-1 90,-23 20 0,4 5-90,-15 19 90,0-7 1432,1 22-1432,2-11 0,2-8 0,0 1 90,2 3 1050,3-2-1140,-4-22 0,4-8-90,19-35 0,-8 11-1234,4-12 1,1-2 1233,-3 7 45,-4 4 0,0 1 833,1 5-878,9 7 0,-2 36 90,-5-6-45,-11 8 0,-3 3-135,1 3 988,-1 1-898,4-10 90,8-24 0,-3-4 0,18-24 0,-14 10 0,1-1-45,4-3 0,3 0 45,2 3 0,0 2 90,9-1-90,-10 20-926,-8 41 926,-3 0-966,-7-13 0,0 1 1056,5 15-90,-1-18 0,1-1 90,5 5-90,-4-7 0,3-2-90,13-7 0,1-6 1662,10 1-2665,-3-9 1,8-4 0,-5-1 895,-12-2 0,0-3 1,10-4-1,6-3 0,-4 0 1,0-3-1,0-1 1</inkml:trace>
  <inkml:trace contextRef="#ctx0" brushRef="#br0" timeOffset="57002">12333 6251 11221,'-5'8'1799,"-1"9"-5076,-8 15 1073,4 3 2294,2-4 0,2 1 1319,0 7-1319,3 7 0,2 1 0,9-5-45,-2-10 0,4-1 45,23 2-90,-8-26 0,2-4 90,11 3-795,-9-16 1,-4-4 704,-11 3 0,6-12-90,-13 14 90,-1 8 0,4 29 0,-3-7 0,4 5 0,4-1 0,18-3 0,10 0 0,-1-24 0,4-10 0,-16-3 0,0-5 0,-1 0 0,14-5 0,-3-1 0,-3-6 0,-9-4 0,-15 3 0,-9-2 90,-5-1 0,-3 0-90,3 0 0,-4 0-180,-17-5 0,-3 7 1998,3 13-3457,-5 7 1,1 5 905,12 12 1,-13 5 0,15 0 0</inkml:trace>
  <inkml:trace contextRef="#ctx0" brushRef="#br0" timeOffset="57874">14878 6422 12930,'3'3'2068,"15"-3"-5345,7-2 1164,8-2 1483,10-4 1499,-15 2-2508,4-1 1,-1 1 1368,-10 1 0,9-2 0,-27 6 0</inkml:trace>
  <inkml:trace contextRef="#ctx0" brushRef="#br0" timeOffset="58041">14928 6639 10501,'-2'11'540,"2"-2"719,13-1-989,-2-5 449,30 0-449,-12-6-135,1-1 0,2-1-315,-4-1 0,-2 0-755,1 0 0,-1 0-704,6-4 1,-2 0-841,-4 0 2479,8-5 0,-23 4 0,0-1 0</inkml:trace>
  <inkml:trace contextRef="#ctx0" brushRef="#br0" timeOffset="80400">17152 6111 9781,'-6'-8'900,"4"-1"-810,5 4-90,2 1 270,20-5-180,-8 3 0,27-5-90,-24 7 0,23 9 0,-28 0 45,4 14 0,-4 5-45,-9 18 0,-3-4 0,-4 4 29,-9-3 1,-4 2 0,0-3-30,1 0 0,-1 1-820,-2-5 1,-3 4 0,0 0 0,3-9 704,-7 13-1019,-1-1 0,3-4 1134,12-18 90,-2 10-90,10-19 0,2 1 90,27-7-45,10-10 0,7-4-45,-2 1 0,4-1 0,-2-2 0,3-2 0,-2 1-90,-12 2 0,-1 1 0,-3 0-45,7-2 0,-2 1 135,-1-1 0,-7 2 0,-13 5 0,8-4 0</inkml:trace>
  <inkml:trace contextRef="#ctx0" brushRef="#br0" timeOffset="80885">18170 6085 10051,'-4'-11'990,"-6"-7"-631,5 9 1,-8-5-180,-3 22 0,-12 12-90,0 14 0,-1 8-1183,10-9 1,1 3 0,1-1 827,-1-3 0,1-1 0,2 0 740,-3 15 0,7-4-475,8 0 0,3-12 90,18 16-2359,-4-26 2359,12 8-90,11-20 0,-11-6 45,15-11 0,1-7 1134,-19 1 1,-1-2-1135,16-9 0,-2-7 89,-17-12 1,-7-2-90,-2 18 0,-6-1 15,-9-10 0,-6-6 0,-2 9-60,-12-4 30,-2 15 0,-7 0 0,1 7-30,5 13 0,-1 6-135,-15-2 0,0 9-1259,8 16 0,6 7 1394,11-5 0,5 2 0,0 4 0,6 1 0,16 11 0</inkml:trace>
  <inkml:trace contextRef="#ctx0" brushRef="#br0" timeOffset="81361">18615 6099 10411,'-3'-12'1169,"-7"-6"-989,3 11 270,-13-2-90,-2 19-180,-9 8-90,7 4 0,0 2 0,-6 11-31,13-7 1,1 6 0,2-5-3337,0 10 3273,3-4 0,4-1-164,9 2 213,9-10 0,3 0-2173,4 10 2128,-2-13 0,3-3 0,18-7 0,-13-7 45,14-8 0,1-6-45,4-13 0,-3-4 0,-3-7 0,-16 0 0,-6-4 0,-2-3 0,-7-2 30,-10 3 0,-7-3 0,-7 4-34,-7 6 1,-7 4-1,2 0 4,7 0 0,2 0 0,-5 6-108,-14 6 0,-5 7 0,4 8-27,6 14 0,3 6-270,-8-1 1,2 5-1235,4 9 1,8 0 1390,5 6 248,7 0 0,16-17 0,2 1 0</inkml:trace>
  <inkml:trace contextRef="#ctx0" brushRef="#br0" timeOffset="99508">19644 6209 8612,'-19'-4'1439,"5"2"0,-5-1-1079,9 1 1169,-4-1-629,5 2-630,18-5-46,28-1 1,8-1-180,-16 3 0,2-1-113,3 1 1,7-1 0,0-1 0,-4 3-563,9-1 0,-2 1-45,5-1 1,-1 1 674,-8 4 0,-5 1 0,-7 1 0,-2 3 0</inkml:trace>
  <inkml:trace contextRef="#ctx0" brushRef="#br0" timeOffset="100124">20679 5839 10591,'-1'-20'630,"0"8"-91,-4-8 1,-1 12-270,-15 3-90,1 8-180,-4 3 180,-2 12-3457,2 15 3252,5-10-458,9 26 303,38-12 90,-11-14 1,4 0-121,7 0 0,6 2 0,-1-1-653,-5-2 0,0 0 1,0 0 772,12 7 0,-3 1 0,-8 2 0,-9-1-1430,-16-7 1520,-4 10 805,-21-5 0,-12-1-655,1-7 0,-5-1 0,1 0-33,6 0 0,2 1 1,-2-1 2,-11-1 0,-2-2 0,7-5 240,3-4 1908,40-45-2358,9 12 0,7-3 0,2-1 60,1-3 0,2-1 0,0-2 7,-2 3 1,1-2-1,-2 0 1,-4 2 1660,1-14 0,-7 2-1490,-6 0 0,-9 3-103,-20 3 0,-8 6-45,8 13 0,-5 3 30,-13 4 0,-7 3 0,5 2-1669,13 5 1,1 1 1490,-21-1 1,3 4-393,9 8-2737,11 10 2927,10-5 0,20 8 0,16-10 0</inkml:trace>
  <inkml:trace contextRef="#ctx0" brushRef="#br0" timeOffset="100510">21237 5888 10861,'-11'-12'989,"-2"3"-179,-10-1-720,6 7 449,-26 23-449,24 0-1729,-3 14 1,1 4 934,10 1 749,3 2 0,4 0-1454,8-2 1364,0-13 0,2 0-90,12 9 0,7-2-90,7-9 0,3-2 135,-1 6 0,3-6 45,8-16 0,-2-13 45,-15-10 0,-8-9-416,-12-8 1,-7-9-1,-1 4 461,2 1 0,-8 0-23,-9 4 1,-8-5 0,-4 3-1,4 7 197,-1 7 0,-2 3-219,-3-2 0,-4-1 0,5 4-179,-9 0-91,-2 3-1259,14 13-360,14 4 1889,3 9 0,18 2 0,7 5 0</inkml:trace>
  <inkml:trace contextRef="#ctx0" brushRef="#br0" timeOffset="100775">21647 5456 11490,'7'-38'1080,"21"17"-990,-2 24 0,8 16 0,9 13 0,-5 3-1183,-12-3 1,-5 2 0,3 1 563,1-5 1,3 1-1,-1 0 1,-6 2 958,-3 14 1,-8 3 0,-6-1-431,-7-5 0,-7-1 0,0-1-441,1-1 1,0 0 0,-6 2 386,-4-3 0,-5 3 0,-2 1 0,-1-3 0,2-4-36,0-1 0,1-5 0,-6 4-379,2-6 1,-5 4 0,-4 3 0,-1-1 0,0 0 0,3-4 0,4-5-625,-5 4 1,4-7 0,-4 3 1082,3-2 0,-4 3 1,0 0-1,0-2 1,4-5-1,1-3 1,2-3-1,1-1 1,-17 7-1,1 0 1</inkml:trace>
  <inkml:trace contextRef="#ctx0" brushRef="#br0" timeOffset="101386">16506 5909 10051,'4'-11'1214,"-19"36"1,-8 17-1080,9-10 0,0 5-791,2-2 1,-3 6-1,1 5 1,0 0 0,2-3 194,3 7 0,2-1 0,1 0 0,0 0 483,0 0 1,-1-1-1,2 0 1,5 3-173,4-8 0,3 4 1,2 1-1,1-2 1,1-3-1,-2-6 180,2 0 0,-1-5 0,3 2-35,3 8 0,2 6 1,2-2-1,5-7-145,11-5 0,6-6 0,-3-4-75,-4 0 0,2-1-113,-3-6 1,6 1 0,0-2 0,-5-5 84,-3-6 1,-1-5 252,8-4 0,3-4 0,-2-2 0,-1-6 0,-1-3 0,-1 0 0,0 0 0,0 0 0</inkml:trace>
  <inkml:trace contextRef="#ctx0" brushRef="#br0" timeOffset="103075">12095 5869 9512,'-8'-9'1349,"1"-5"-1169,6 4 269,3-4 271,10 3-450,-1 5 90,11 4-180,-10 7-1697,8 24 1,0 7 1606,-1 9-106,-7-16 0,1 3 1,-2 2 75,-2-1 0,-2 1 0,0 4-24,-1-3 0,-2 4-1,1 2 1,-1 2 0,0 1-382,0 0 1,-1 3 0,0 1-1,0 1 1,0-2 0,0-1 363,0 0 0,0-1 0,0-1 0,0 1 0,-1 0 0,-1 6 0,0 4 0,-1-2 0,1-5 0,-1-9 72,1-6 0,1-4-45,-1 13 0,0-5 44,1-16 2434,9-27-2433,-1-8-30,4-17 0,3-12 0,-2 4-113,-3 6 0,1-2 71,-1-2 0,3-8 0,1-4 0,-1 2 0,-2 7-18,0 4 0,-2 3 0,1-1 0,1-4 0,0-3 0,2 0 0,0 4 0,4 4 0,1 3 0,0 5-45,4 1 0,1 5 45,0-1 0,1 8 0,-2 16 0,0 9-566,-4 7 1,-1 6 520,4 8 0,0 2-877,-5-5 1,-2 0 921,-3 0 0,-2-1 0,-2-4 0,0-2 85,2 6-130,-1-3 0,1 0-45,1-4 1975,3 2-1975,9-24 90,-10-6 0,12-26 0,2-12-601,-9 2 1,-2-2 600,-1 10 0,1-1 0,-1 0 726,-4-5 0,-2 0 1,-1 3-727,-3 1 0,-1 0 0,-1 0 0,-1-2 0,0 3-45,-1 2 0,0 1 45,-2-13 0,-1 3 0,0 11 0,-3-16 90,2 25-90,0 1 3276,-1 0-3160,2 8-116,-2-5 0,5 9 0,3 6 0,0 3 0,7 14 0,0 0 0,-1 0 90,1 3-90,-9-14 0,4 8 0,-5-5-90,2 19 90,-1 11-1093,1-2 1,1 6 0,0-3 1034,0-1 1,-1 0 57,3 6 0,0 5 0,2-2-727,2-11 1,1-1 0,0-1 726,4 9 0,3 0-124,-4-11 0,2 1 0,2-6 79,5-4 0,1-7-1664,18-5 809,-9-8-449,-13-19 1349,-24-25 0,-4 4 0,-1 8 0,1-1 0</inkml:trace>
  <inkml:trace contextRef="#ctx0" brushRef="#br0" timeOffset="103298">13289 6309 11311,'2'6'1709,"2"-2"-900,27-15-359,4-4-420,-3 0 0,6-3 0,2-3-850,-7 1 1,1-2 0,0 0 0,-1 1-274,6-2 1,-2 1 0,-1-1 693,2-2 1,-2 0-1,-9 4 1,-10 2-1,-4 1 1</inkml:trace>
  <inkml:trace contextRef="#ctx0" brushRef="#br0" timeOffset="103964">5521 8613 9961,'5'-10'180,"-1"1"450,3-6 629,15-16-989,-3 7-1909,4 1 1,1 0 1203,10-1 570,-2 4 0,7-2-46,-7 7 1,5-2 0,0 1 0,-4 0-270,13-5 0,-1 1-460,-1 1 0,3-1 0,-5 3-999,-6 3 1,-5 3 1304,4-1 0,-8 3 0,-1 1 0,-7 3 0</inkml:trace>
  <inkml:trace contextRef="#ctx0" brushRef="#br0" timeOffset="104248">6004 8453 12030,'7'-7'1259,"0"5"-809,12 43-360,-10-13 0,-1 5-30,2 9 0,-1 7 0,0-3-60,-1 2 0,-2 1 22,-2-8 1,-1 5-1,-1 0 1,0-4-912,-1-2 1,-1-3 0,0 2 303,0 0 1,0 2-1,0-1 1,0-2 584,-1 14 0,-1-4 0,1-11 0,-1-5 0,1-3 0</inkml:trace>
  <inkml:trace contextRef="#ctx0" brushRef="#br0" timeOffset="104442">5851 9385 10591,'-12'12'809,"11"4"-449,13-4-180,10-2-45,2-9 0,5-5-105,7-5 0,5-4 0,-1 0-300,-5 2 0,0-1 0,1-1-30,7-2 0,2-1 1,-3-2-111,-3-3 0,-3-1 1,-4 1-1,-5 3 1,-2-1-1,13-10 0,-1 0 1</inkml:trace>
  <inkml:trace contextRef="#ctx0" brushRef="#br0" timeOffset="105161">6579 8969 11311,'-10'-5'1978,"1"0"-1708,10 19-90,3 12 0,1 4-90,3 14-30,-3-12 0,-1 4 0,-1-3-15,-2-5 0,-1-2-45,1 3 0,-1-1 0,-1 21 0,3-35 0,4 0 0,0-20 0,14-26-135,-4-2 0,1-6 75,-3 6 0,0-2 0,1-2-8,-1 4 1,0-3 0,1 1-1,-2 3 23,3-13 0,1 5-45,2 1 0,2 16 0,13 48-3187,-2 1 3175,-13-2 0,1 6 102,-3 2 0,1 4 0,-2-3-505,-1-6 0,1 2 475,9 13 0,3 6 0,-3-8 120,3-4-45,0-2 0,4-7 45,4-24-90,2-3 30,-12-21 0,2-14 0,-2-2-825,-6-1 1,-3-2-1,1-1 727,-1 8 1,2-1 0,-1 0-1,-3-1 400,-2-5 0,-2-2 1,-2 1-1,-2 2-482,-2 0 0,-2 2 1,-1 0-252,1 0 0,0 0 0,-3-3 288,-2 1 1,-1-4-1,-2 1 1,0 2 22,-3-5 0,-1 2 0,0 2 90,2 2 0,1 1 0,-3 4 180,-3 0 0,1 17 2308,11 65-2488,0-18 0,0 3-708,3 6 0,1 4 798,0-3 0,1 3 0,0 0-60,0-6 0,0-1 0,0 3-8,-1-1 0,2 3 1,-1 0-1,1 0 23,-1-1 0,1 0 0,1 0 0,0-2-15,3 3 0,2-1 0,-1-1-60,-2-2 0,0-1 0,2-4 651,7-2 0,1-12-3898,11-23 2457,-8-5 1,0-27 0,-13 5 0</inkml:trace>
  <inkml:trace contextRef="#ctx0" brushRef="#br0" timeOffset="105344">7434 8729 10321,'11'-4'810,"12"-4"-2449,6-5 1,3-2-116,11-4 2503,-8 2 1,-1 0-1290,7-4 540,-14 5 0,-1 0 0,-4 3 0,0 1 0,1-3 0,1 0 0</inkml:trace>
  <inkml:trace contextRef="#ctx0" brushRef="#br0" timeOffset="106096">8005 8881 12750,'2'-4'2698,"17"-6"-2338,19-7-270,1 1-45,-11 6 0,0-3-405,-6-3 0,-2-1 180,18-10-90,-26-1 1,-9 0-91,-23-2 180,-4 15 0,-6 4 135,4 10 0,-2 7-1594,-8 10 1,3 5 1061,12-3 0,4 3 532,-3 13 0,8 4-705,14 4 1,5 1 749,-6-8 0,3 0 0,8 4 0,7-4-90,10-8 0,2-5 90,-9-9 0,1 0 0,9 6 0,-1-4-90,4-10-669,-9-10 1,-1-3 668,9-5 194,-6-6 0,3-6 1,-5 0-195,-7-2 0,-4-2 344,3-1 0,1-4 1,-5-1-345,-9-3 0,-4-2 0,-1 3-117,0 2 0,-1 0 117,-4-1 0,-2-3 1,0 7 2156,-2 6-2337,-8-11 1871,18 39-1691,12 7 1565,0 3-1475,25 4-90,-21-12 1012,11 0-922,11-10 0,-19 3 0,27-5 0,-35 6 0,8 1 90,-12 7-90,-1 1 90,-5 25 0,-1 3 0,0 3-90,0-11 0,0 1 30,3 7 0,1 3 0,0-6-1218,4 0 1143,1-3 0,1-3-45,-1-7-1079,17 14-2108,-6-20 3219,3 4 0,-1-18 1,-9-3-1</inkml:trace>
  <inkml:trace contextRef="#ctx0" brushRef="#br0" timeOffset="106529">9352 8493 9961,'-14'-9'1979,"4"4"-1349,-15 0-450,13 6 180,-27 11-91,-4 13-3197,6-4 2928,-1 7-90,22-9-450,9 12 91,12-2 89,11-4 0,5-1-318,11 2 498,-4-6 0,1 2-317,3 5 497,-13-5 0,-3 2 270,-3 13 44,-26-1 1,-7-1-471,-10-1 201,2-8 0,-2-2 225,-13-1-1027,0-3 757,3-1 0,25-16 0,18-10 0</inkml:trace>
  <inkml:trace contextRef="#ctx0" brushRef="#br0" timeOffset="106947">9556 8783 11041,'-11'1'2698,"0"0"-2608,22-7 90,-4 2 180,37-15-180,-7 0-90,-6 3 0,-1-2-1302,7-6 1167,-18 6 0,-3 0-45,-7-1-180,-14-30 180,-4 28 0,-13-16 0,-20 33-90,-3 16 135,10 6 0,1 7 0,9 9 1,6 3 44,1-6 0,5 3-60,12 1 0,4 3 0,3-6-1489,7 9 1504,4-1 0,4-4-209,20-7-16,-11-18 0,3-4-1369,3-2 1,-1-5 1016,-5-4 0,-1-3-1017,5-5 1,-4-2 1584,4-9 1,-7 0-1,2-3 1,-8 1-1,1 1 1</inkml:trace>
  <inkml:trace contextRef="#ctx0" brushRef="#br0" timeOffset="107242">10330 8497 10951,'-16'-3'1169,"2"0"-539,-3 2 269,-20 11-719,8 0 45,-3 8 0,1 7-450,8 7 0,3 4 315,0-2 0,2 2-45,4 4 0,6-1 11,9-10 0,5-3-101,8 1 0,3-4-135,7 8-45,-2-16 1,3-6-766,13-15-648,1-2-1,-6-9 1,-1-4 1205,-10 1 1,-1-2-1,5-6 1,-1-1-1,-9 2 1,0-1-1</inkml:trace>
  <inkml:trace contextRef="#ctx0" brushRef="#br0" timeOffset="107517">10468 7981 10141,'-3'-8'1439,"6"14"-2128,-1 4 1139,8 27-270,-3-7-30,-3 4 0,1 8 0,-2-3 80,-1-8 1,0 1-201,0 6 0,0 3 0,0 0 60,-2 0 0,0 1 0,0-5 26,0-5 1,1 2-87,2 12 0,0 6 0,0-10-1605,3 1 1440,0-9 0,1-2-135,-1-11-90,3-1-2917,6-10 3223,-5-11 1,6-7-1,-6-11 1</inkml:trace>
  <inkml:trace contextRef="#ctx0" brushRef="#br0" timeOffset="107702">10494 8496 11580,'8'-7'540,"1"1"-90,19-2-2789,19-10 2339,-23 9 0,1 1 0,-1-3 0,-1 2 0,1-1 0</inkml:trace>
  <inkml:trace contextRef="#ctx0" brushRef="#br0" timeOffset="107928">10706 8486 10681,'-4'8'989,"4"0"-719,-1-3 450,10 19-540,-5-9-45,4 9 0,0 3 44,3 12-359,-4-9 1,-1 2-586,1-7 0,-2 0-2023,2 12 1169,-2-13 1619,-4-15 0,-1-6 0,0-1 0</inkml:trace>
  <inkml:trace contextRef="#ctx0" brushRef="#br0" timeOffset="108179">10670 8082 10411,'-6'-19'1259,"3"7"-179,-2-4-91,3 7-4266,-1-4 2457,8 11 1,-2-2 0,7 11 0</inkml:trace>
  <inkml:trace contextRef="#ctx0" brushRef="#br0" timeOffset="108995">10965 8499 10411,'8'2'3276,"-1"-1"-2414,-9 7-682,0-1-1,-6 7 1,-5 17-360,2 9-45,6-11 1,0 0 89,2-3 0,3-1-90,3 2 0,4-3-45,17-1 180,0-7 0,10-46 0,-21-2 90,-7 5 0,-3 0 0,-5-5 0,-11-11 0,6 24-89,-5-8 89,3 14 0,2 5-180,-1-2 90,10 6 0,14-6 0,-2 2 90,6-6 0,1-2-90,-6 3 90,5-5 0,0-1-90,-6 4 90,8-5-90,-5 22 90,-7 3 0,12 32-2558,-13-15 2558,5 21-2545,-2 1 2545,-4-14 0,4 17-903,-4-14 993,-2-13 134,8-2-224,-4-25 90,10-8-180,5-8 0,3-5-90,-2 7 0,1-1 1,-1 1 134,6-7 0,1 2-348,9 0 1,-6 8 392,-18 18-180,11 11 1587,-12 11-1587,4 19 180,-6-9-45,-2-1 0,1-1 45,4-1-180,0-4 0,5-3-1034,1-11 0,3-4 71,-3 0 1,2-3 1142,3-2 0,3-3 0,6-4 0,2-1 0,5-1 0,-1 1 0</inkml:trace>
  <inkml:trace contextRef="#ctx0" brushRef="#br0" timeOffset="109813">12864 8091 10591,'-9'-16'3276,"2"4"-1515,7 30-1626,0 11 0,1 5-1535,2-4 0,0 1 1355,-1 9 0,0 0-411,-1-9 1,1-1 95,2-4 1,0 1 217,-2-1 1,3 0-579,15 19 541,-9-33-271,25-1 360,-15-20 0,12-9 180,-16 2 1852,6-11-1942,-11 15 1096,13 2-1096,-8 16 146,24 21-146,-18-14 0,0-1-1180,19 11 1090,-4-9-93,-10-16 183,0-10 0,0 1 0,-5-9 0,-10-11 0,-4 8-45,-4-9 0,-1-2 45,-4-5 0,-1 9 0,-1 1 0,-1-1 0,-1-4-26,3 20-64,-1-8 90,4 12 0,2 2 0,6-2 0,6 4 0,0 0 0,5 1 0,3-1 0,1 0 0,22-1 0,-17 1 0,-1 2 90,15 15-90,-30 0 1230,0 13-1230,-12-6 45,-2 13 0,-1 1 264,0 2-309,0 0 0,0-1 90,2-7-2189,2 9 2099,0-10 0,2 4-10,5-3-620,5-10 180,-1 0-179,2-13 629,1-25 0,-5-4 0,6-19 0</inkml:trace>
  <inkml:trace contextRef="#ctx0" brushRef="#br0" timeOffset="110058">13733 7640 10411,'-2'-15'1619,"0"4"900,-2-9-2070,2 11-988,-2 6-810,9 13 899,-3 2-1889,14 3 810,-8-13 1529,9 3 0,-3-1 0,5 3 0</inkml:trace>
  <inkml:trace contextRef="#ctx0" brushRef="#br0" timeOffset="110611">14270 8271 12210,'-19'-16'2429,"-8"0"-1800,-11 10-449,5 4-45,0 17 0,1 6-225,5 3-180,-6 13 0,4 3-179,15-1 224,4-8 0,3-1 45,8-1-360,11 1 360,-3-17-269,25-2 359,-13-17-1549,8-11 1,0-5 1073,0-11 430,-3-5 0,0-5-734,-9 5 0,-2-5 779,-2 5 0,-1-5 0,1-3 0,-2 0-371,0-2 1,-2-1-1,-1 0 1,1 0 460,-1 6 0,1-1 0,-2 2 0,0 1 30,-1-9 0,-1 2 0,-2 6 15,0 4 0,-2 6 45,3-8-90,5 39 0,-2 20 0,-3 10 0,0 12 0,0 4 0,-1-5 30,0-5 0,-1-3 0,1 4-30,0 1 0,-1 5 1,1 1-1,0 0 0,0-4 0,1 8 0,-1-4 0,0 0 0,0-5 0,0-1 0,1-2 0,0 4 0,2-3-90,1-9 0,1-3 1043,2 3-3831,20 10 3445,-9-38 0,12-8 1,-7-15-1</inkml:trace>
  <inkml:trace contextRef="#ctx0" brushRef="#br0" timeOffset="110874">14732 7517 10051,'2'6'1799,"-1"1"-1439,3 33-225,-3-16 0,-1 5-15,-1 6 0,-1 6 0,-1 1-30,-1 4 0,1 2 0,-1 2-910,0-6 1,0 2 0,-1 1 0,2-2 620,0-4 0,1-1 1,0-1-1,3 0-25,2 9 1,3-2 0,3-6-1306,4-7 0,3-8 1529,27 0 0,-11-53 0,-6-10 0</inkml:trace>
  <inkml:trace contextRef="#ctx0" brushRef="#br0" timeOffset="111101">14800 7963 10321,'-3'-11'900,"3"-1"-721,4 6 91,5-4-90,2-1-360,15-15-179,-10 9-1,8-10-2917,-7-4 288,-7 9 2989,7-17 0,-7 7 0,0-5 0</inkml:trace>
  <inkml:trace contextRef="#ctx0" brushRef="#br0" timeOffset="111577">15023 7416 9512,'4'-20'269,"-2"9"1,2-5 360,-2 12-360,4 5-90,-1 4 629,11 36-584,-9-11 0,0 4-500,2 13 1,-1 4 364,-4-13 0,-1 1 0,0 0-60,-2-1 0,0 0 0,0 2 60,-2 5 0,0 1 0,-1 0-60,0-3 0,0-1 0,0 1 30,0 2 0,-1 1 0,1-4-60,0 1 0,0-3 224,1-4 1,0-6 45,3-12-180,4-5 90,19-38-180,0-5 0,2-3-45,0 1 0,1-1 45,-6 6 0,0-1 0,1 3-90,7-1 0,-1 6 0,9 1 45,-11 23 0,-4 9-1575,-11 9 0,-4 5 1620,2-2 0,-1 1-45,-4 6 0,-2-2 420,4 6-285,0-7 0,4 0 0,7-7 0,2-2-180,7 13-1506,5-26 1,0-8 605,-4-8-584,4-5 0,3-4 1363,-9-1 1,1-2 0,6-8 0,2-1-1,-1-4 1,1 1 0</inkml:trace>
  <inkml:trace contextRef="#ctx0" brushRef="#br0" timeOffset="111780">16095 8094 11400,'-7'4'2339,"0"0"-1889,13 0 0,7-3-360,5 1-1620,27-6 181,-28 1 0,18-2 1349,-26 4 0,-4-1 0,-1 2 0</inkml:trace>
  <inkml:trace contextRef="#ctx0" brushRef="#br0" timeOffset="111966">16078 8288 10321,'-8'8'270,"1"-1"539,-1 4 1,5-4 179,5 10-629,3-11-3637,19 7 3112,-10-10-374,21-1 417,-16-3 122,16-12 0,2-5 0,-2-3 0,0-1 0,1 0 0</inkml:trace>
  <inkml:trace contextRef="#ctx0" brushRef="#br0" timeOffset="114069">17095 7741 10051,'-6'14'450,"-3"2"-225,-5 9 0,-3 5-105,3-2 0,0 4 0,-1-1-91,1-1 1,-1 1 0,1 0-1123,-1 3 1,1 1 0,1 3 959,3 0 1,2 2 0,0 1-1,1-5 178,-1 8 0,1 1-23,1-3 1,-1 6 0,2 2-1,3-4 8,5 6 0,4-3 0,0-2-30,-3-12 0,0-1 0,2 2-496,5 6 0,4 4 0,0-1 0,-1-10 451,-2-10 0,1-3-254,6 7 1,2 2-1,-2-6 119,1-5-359,15 9-721,-16-22 1260,8-3 0,-5-7 0,1-4 0</inkml:trace>
  <inkml:trace contextRef="#ctx0" brushRef="#br0" timeOffset="117820">17421 8085 8612,'-3'7'3238,"-2"-1"-3238,10-16 0,-2 4 0,8-11 0,-6 12 0,6-5 0,0 3 0,5-2 0,1 2 0,5 0 0,-7 5-90,13-2 90,-13 5 0,12 0 0,-8 8 0,-5 0 0,-1 24 0,-12-14 0,-4 12 0,-3 5 0,-7-1 0,-4 1 0,-2 8 0,-3 2 0,0-7 0,-2 1 0,-1-2-1093,3-6 1,1-2 0,0-1 1034,-6 8 1,3-2-816,3-4 0,5-5 873,12-14 0,4 7 0,12-10 0,13-7 0,7-3-800,14-4 0,2-2 755,-6 1 0,0-1 845,4-3 0,-3-1-1025,-13 3 1,-4 0 1362,6-1-1633,-7 1 1,-2 0-946,-9 2 1,1-2 1439,-9 4 0,-2-1 0,-1 1 0</inkml:trace>
  <inkml:trace contextRef="#ctx0" brushRef="#br0" timeOffset="118465">18249 8093 9332,'0'-9'449,"0"0"1,3 4-90,0 1 1799,0-1-1979,-5 12-180,-5 8 90,-2 7-90,-14 20 89,2-7 1,-2 2-45,0-3 0,-2 0-1138,2-2 1,-1 1 0,3-4 1034,2-6 1,1-2 57,0-1 0,3-1 90,8-1-90,10-9 0,32-15 0,10-10 0,-1 2 0,-5 0 0,7-1 0,-9 3 0,-6 7 0,4 7 0,-3 6 0,-13 15 0,-9 6 0,-4 3 0,-12 9 0,-7-5 0,-9 2-30,-9-6 0,-7-1 1,2-2-16,1 2 0,-1-1-255,-1-3 0,-3 0 1,8-8-241,1-9-2159,19-20 2699,19-15 0,6-11 0,-2 12 0,0 0 0</inkml:trace>
  <inkml:trace contextRef="#ctx0" brushRef="#br0" timeOffset="118685">18144 8238 10951,'2'-10'629,"18"-6"-3906,0 6 1164,16-7 2293,5 1 0,5-1-1124,-4 2 1,0-1 538,5-1 0,-3 1 89,-11 4 1,-6 3 315,-9 2 0,-7 3 0,0 1 0</inkml:trace>
  <inkml:trace contextRef="#ctx0" brushRef="#br0" timeOffset="119054">18880 8104 11670,'-14'-7'1260,"2"2"-271,-29 24-809,15 1-1273,5 3 1,-4 7 0,5-2 215,5-4 0,2 2 937,-1 6 0,-2 4 0,4-2 225,3-1 0,4 0-315,2 2 0,1 3 0,3-3 266,2 0 1,5-1-282,10 8 0,8-9-931,8-26 0,3-8 976,-5 2 0,0-6-45,12-15 0,-3-7 45,-20 10 0,-2-2 0,5-5 0,-2-5 168,-9-2 1,-4-5 0,-6 0-199,-9-3 0,-7 0 0,0 0 30,4-1 0,-1-1 0,-8 6-158,-8 10 1,-8 3 0,-2 4 0,3 6-182,-9 8 1,0 9-412,7 1 1,-2 3 0,8 6 749,10 8 0,7 4 0,6 17 0,23 3 0</inkml:trace>
  <inkml:trace contextRef="#ctx0" brushRef="#br0" timeOffset="119308">19656 8377 10951,'-15'-5'2248,"6"1"-1618,16-8-450,4 5-45,13-2 0,3 1-1774,-2 0 1,-1 2 1330,3-2 1,0 1-802,9-3 0,-2 0 299,-2 0-539,-5 2 0,-2 0-1928,-4-1 3264,-1-1 0,-5-2 0,-6 1 1</inkml:trace>
  <inkml:trace contextRef="#ctx0" brushRef="#br0" timeOffset="119687">20524 7962 11311,'-18'-2'2338,"2"-1"-1978,33-4-225,9 2 0,7-1-1774,8 1 1,2-1 491,1 0 0,1 1 1147,4-2 0,-3 2-764,-13 3 1,-1 1 763,0-5 0,-8 8 808,-25 47-838,-14-20 0,-8 2 0,0 1 30,1 4 0,0 1 0,-1 1-334,-2 3 1,0 2 0,5 0 303,7-5 0,4 0 0,1-3 660,0-3 1,3-1-1126,7 19 0,6-7 2487,3-21-1992,12-3 0,6-5 0,3-16 0,-3-1 0,-1 0 0</inkml:trace>
  <inkml:trace contextRef="#ctx0" brushRef="#br0" timeOffset="120075">21459 7936 12660,'-13'8'719,"1"2"-359,-5 17 0,-1 11-1453,6-7 1,1 3 0,-1-1 125,-7 13 0,2 0 1237,2 2 1,8-4-271,18-2 0,9-10 642,12 5-642,-3-29 0,4-8-1014,4-15 0,-1-5 1014,-4 5 0,-2-2 969,1-9 0,-7-5-969,-13-1 0,-6-3 0,-7-6 0,-8-2 0,-4 4 0,-6 0 0,-3 3 123,-1 7 1,-4 5 0,0 2-424,-3 3 0,-2 4 0,2 5-155,-2 7 0,4 7-2822,-11 19 2769,26-11 1,4 11-1,13-9 1</inkml:trace>
  <inkml:trace contextRef="#ctx0" brushRef="#br0" timeOffset="120384">21890 7436 11490,'-2'-10'810,"0"1"-90,2 2-451,5 7-89,4 3 90,25 14-120,-5-1 0,7 2 0,2 5-806,-7-1 1,3 3-1,0 2 1,0 0 0,-1-2 523,1-1 1,0-2 0,-1 1 0,-2 5 167,1 3 0,2 5 0,-3 2 0,-5 1 0,-10-3 124,-12 8 1,-12-2 0,-2 2-139,3-5 1,-1 1 0,-3 0-1,-4 0-481,-7-4 0,-4 0 1,-4 0-1,1-2 1,1-4 398,-2 4 0,-1-5 0,-2 1-480,-6-1 0,-6 1 1,2-2-1,8-6-887,10-8 1,3-1 526,-18 9 1,5-4 1175,21-16 0,7-4 1,2-4-1</inkml:trace>
  <inkml:trace contextRef="#ctx0" brushRef="#br0" timeOffset="120763">23167 5623 10681,'5'-6'540,"2"1"-450,1 2 359,17-2-314,4-2 0,3-1-315,-6 2 0,2 0-315,9-3 1,-2 1-1215,-4 2 1709,-7 1 0,-14 4 0,-2-1 0</inkml:trace>
  <inkml:trace contextRef="#ctx0" brushRef="#br0" timeOffset="120950">23116 5959 10051,'1'14'360,"1"-4"809,23 1-989,-9-7 90,34 0-1260,-9-9 1,1-3 224,-14 4 1,0-2 764,19-4 0,-4-2 0,-15-3 0,1-4 0</inkml:trace>
  <inkml:trace contextRef="#ctx0" brushRef="#br0" timeOffset="122088">24983 5309 8072,'-10'-6'810,"1"0"269,-4-5-899,5 5 360,-2-4 179,4 3 271,0 1-900,0 5 90,1 5-90,1 9 134,2 20 1,0 4-135,-1 4-30,2-3 0,-1 7 0,1-5-1152,0-15 0,1 0 912,0 19 0,2 2-1279,1-14 1,0-3 199,0-2 0,0-1 1259,8 22 0,-2-27 0,2-6 0</inkml:trace>
  <inkml:trace contextRef="#ctx0" brushRef="#br0" timeOffset="122463">25041 5317 10501,'2'-9'630,"2"-2"-361,-1 6 631,26-8-720,-9 7-1819,17-4 1,3 1 1203,1 3 570,2-1 0,3 2-36,-16 3 0,0 2-279,19 3 0,-3 9-1010,-22 14 1,-4 5 1144,4-9 0,-9 3-465,-22 8 0,-15 6 0,0-5 510,3-11 0,-3-2 420,-4 6 0,-5 1 0,3-2-420,3-5 0,2-2 0,-9 7 0,5 0 0,7 8 0,10-10 503,29-14-548,8-10 0,6-5-360,5 0 0,2-2 135,-1 1 0,3-2 270,-3-2 0,3-2 0,-7 0 0,-11 3 0,-1-1 0,14-6 0,1 0 0</inkml:trace>
  <inkml:trace contextRef="#ctx0" brushRef="#br0" timeOffset="122860">26019 5158 9961,'-8'-29'2159,"-4"13"-1529,-20 3-361,6 24 1,-1 8-225,6-5 0,-1 4 45,-10 17 0,3 2-1467,15-15 1,3 0 1466,-6 15 0,3 0 626,3 6-686,13-10 0,6 4 0,0-4-120,8 8 60,2-12 0,7 3 0,2-9-60,9-14 0,2-7 45,9 2 0,2-6 15,-10-9 0,1-6 1,-4 0 29,-1 1 0,-5-6-30,-4-15 0,-5-10 0,-6 5 1138,-11 14 0,-5-1-1108,-3-10 0,-4-6 0,-9 8-60,-14 14 0,-7 8 0,0 1 15,0-5 1,-2 3-821,1 6 1,-2 2 0,2 9 324,3 9 1,3 8-1,2-1-405,0-1 1,0 3 944,-5 7 0,-3 6 0,5-1 0,1 6 0,3 1 0,3-5 0,1 0 0,-1 0 0</inkml:trace>
  <inkml:trace contextRef="#ctx0" brushRef="#br0" timeOffset="123411">23076 7875 14729,'19'-3'449,"1"-1"-449,-5-1-3277,32-8 0,-16 4 1638,5 1 1,0 2-1311,-13 3 2044,11 2 905,-29 5 0,-6 7 0,-2 1 0</inkml:trace>
  <inkml:trace contextRef="#ctx0" brushRef="#br0" timeOffset="123598">23153 8076 10051,'-5'11'1349,"2"-1"-719,3-3 360,17-3-541,7-4-269,20-9 0,7-3-585,-12 2 1,2-2-689,3-1 1,3-2 0,-3 2 623,1-2 1,-4 2 0,-3 0 0,-2 0 0,-11 5 0,0 0 0</inkml:trace>
  <inkml:trace contextRef="#ctx0" brushRef="#br0" timeOffset="126701">24911 7595 9781,'-2'-10'450,"0"1"0,1 2 0,0 0 1079,0-2-1259,0 19-1,-1 16-179,1 5 0,0 2-45,1-6 0,-1 2 45,0 21 0,-1-1 0,2-7-45,-1 5 0,0-1-45,1-14 0,-1 17-90,2-23 90,-1-11-90,2-1-270,-2-1 181,1-5-271,-1 5 90,0-6 90,-1-2 180,0 1 0,-1-2 90,-1 0 0,1-2 0,1-1 0</inkml:trace>
  <inkml:trace contextRef="#ctx0" brushRef="#br0" timeOffset="127632">25384 7604 9512,'0'-12'629,"0"2"-359,-1 2 360,-1-1-360,0 2 539,-7-6-629,3 8 360,-17-3-360,7 8-1,-21 3 1,3 5-90,8 2 0,1 1 0,-10 8-90,0 8-3277,22-6 3162,6-5 115,5 2 0,7 2 0,-1-5 0,3 5 0,3-3-90,3 2 90,10 12-90,7 0 45,-7-11 0,2-1 45,-4-2 0,1-1 0,8 3 0,0 1-90,-8-5 0,0 0 1,18 14 89,-14-7-90,-7-1 0,-10-10 0,3 17 90,-9-14 0,-2 9-90,-10-7 90,0-4 0,-26 12-1090,2-15 1,-3-1 1089,13 0 0,-2-2 845,-20-3 0,3-7-755,15-13-90,-5-6 45,24 0 0,6-3-1015,6-14 1000,4 9 0,3-6 0,5 0-30,2 2 0,5-1 0,0 1 0,-1 1 0,-2-3 0,-1 2 0,2-2 0,3 1 0,3-2 0,-2 2 0,-5 8 0,-2-4 0,4-13 1529,-56 23-1529,7 11-670,-11 12 1,-10 4-1,5 2 535,13 0 1,2 1 14,-7 2 0,-3 1 0,4 1-1519,6 3 1,5-1 1113,0 2 0,-5 13 0,32-17 0</inkml:trace>
  <inkml:trace contextRef="#ctx0" brushRef="#br0" timeOffset="128078">25951 7553 11400,'-6'-16'2069,"-4"1"-1439,-7 7-270,-8 18 0,0 7-271,-5 4-1182,7 2 1,-2 5 0,4-2 388,-2 11 794,4-1 0,2 2 183,7 7-273,9-11 0,3 0 0,5 7-90,16-9 0,7-4 90,8-11-45,4-6 0,4-7 0,-11-14 0,-2-5-977,-2 3 0,-3-3 1022,-3-2 0,-6-4 0,-9-8 0,-10-3 216,-15-5 1,-7-1-172,4 0 0,-4 3-430,-3 12 1,-4 3 0,1 5 384,0 6 0,-1 6-270,-16 9 0,2 4-1278,-2 4 1233,12 0 0,2 2-2962,8 16 926,13-12 2363,8 7 1,19-12 0,4 0 0</inkml:trace>
  <inkml:trace contextRef="#ctx0" brushRef="#br0" timeOffset="128242">26795 7614 13289,'1'12'-675,"-3"3"1,-13-2-1,-4 3 1</inkml:trace>
  <inkml:trace contextRef="#ctx0" brushRef="#br0" timeOffset="131349">8985 10418 8792,'-3'-9'1259,"1"0"-989,3 3 180,6-2-270,-2 5-90,5-1 269,11 1-269,-3 1 45,19-3 0,5-1-90,-13 2 0,0 0-135,16-3 0,1 0-585,-11 2 1,-4 1-45,3-2 719,-5 6 0,-33 6 0,-4 5 0</inkml:trace>
  <inkml:trace contextRef="#ctx0" brushRef="#br0" timeOffset="131635">9198 10503 11400,'6'17'450,"-1"8"0,-2 4-360,0 8-45,-1-5 0,0 4 45,-1 5 0,-1-1-1092,1-15 0,0 1 1047,1 24 0,0 0-2423,3-6 2378,-3-17 0,2 1 45,0 1 0,1-2-45,1 4-405,2-1 1,-1-1-676,-1-11 1080,3 9 0,-7-20 0,0-3 0</inkml:trace>
  <inkml:trace contextRef="#ctx0" brushRef="#br0" timeOffset="131874">9007 11356 10051,'-3'9'1529,"13"-4"-1259,8-5-45,14-7 0,2-2-3502,7-3 2040,-7 2 1,0-1 426,13-6 515,-13 3 295,-3 1 0,1 0 0,1-5 0,-10 6 0,0 0 0</inkml:trace>
  <inkml:trace contextRef="#ctx0" brushRef="#br0" timeOffset="133258">9560 10935 9781,'0'-14'540,"1"2"539,4-2-719,-3 5-90,3-1 180,-4 5-180,6 29-180,-4-11-1696,1 23 0,-1 4 1696,-2-8-90,0-2 0,-1 2-1561,-1 6 1561,0-10 0,0 21 0,1-17 0,1-5 0,9-23-180,11-40 90,-8 13 0,1-4 0,2-6 0,1-4 0,0 1 0,2-5 0,0 2 45,1-3 0,0 5 2439,9 8-2484,-8 50-417,-4 14 1,-2 5 506,-5-14 0,0 1-330,5 19 0,0-2 240,4-11-1960,4 0 2050,-2-16 0,13-22-640,-2-16 0,1-7 595,-4 3 0,1-4 201,-4 1 0,1-2 0,-4-4-306,-5-5 0,-3-3 0,-3 0-222,-4 2 1,-2 0 0,-2 0 311,1-4 0,-1 0 0,-3 2 15,-8-10 0,-2 5 0,2 21 0,-1 2 1030,-11-16-985,11 29-90,-4 28 90,11 7 0,5 20 0,2 7 0,0-18 0,1 1 0,0 0 97,0 4 1,1 1 0,0 1-98,3 9 0,1 1 0,-1-6 953,-3-13 0,0-2-1268,7 18 0,2-8-1574,-3-26 2635,9 1 0,-7-21 0,-1-6 0</inkml:trace>
  <inkml:trace contextRef="#ctx0" brushRef="#br0" timeOffset="133512">10198 10785 9422,'31'-15'509,"-2"2"1,5-2 0,-2 1-510,-3 2 0,1 0-90,6-3 0,4-2 0,-6 3-3187,10-4 2457,-11 6 1,-6 3 0,-21 9 0</inkml:trace>
  <inkml:trace contextRef="#ctx0" brushRef="#br0" timeOffset="134784">10610 10908 10951,'10'4'809,"4"1"-359,8-5-360,-4 0-1729,8-4 1,0-1-296,-4-1 2024,18-6-26,-20-1-64,-6 3 925,3-15-925,-12 9 0,-1-8-89,-14-5 89,2 12-90,-21-13 0,10 29 90,-14 11 0,17 20 0,5 5 0,-4 8-30,11-7 0,4 7 0,2-8 2833,7 3-2803,6 5 0,4-3 632,0-17-632,1-6 0,0-3-57,2-8 12,20-11 0,6-10-1594,-8-13 1,-1-4 1532,-9 15 1,2 0-1,-4-2 61,7-16 1,-9-2-91,-15 11 0,-4 2 293,4-11-293,-7 3 0,-1 1 149,-4 4-149,-6 0 0,-3 2 3048,-3 9-2913,3-2 0,21 16-45,13 2 0,4 0 677,8-3-632,1-4 0,-1 0 90,-10-1-3302,13-4 3212,-23 8 270,-3 3-90,-9 18-90,0 4 0,-2 28-45,4-18 0,1 0-45,-2-6 0,2 0 0,11 14 0,2-3 90,-2-10-90,9 3 0,2-4 0,-10-12 89,23 8 3187,-12-22-3160,-8-2-26,21-19-90,-26 7 0,2-7 0,-1-1-1058,-6-1 1058,0 1 0,-1-3 0,-3-2 0,-1 0 0,4-10 90,-1 0 0,0 2 0,-2 9 0,3-11-90,-6 24 10,-1-2 80,-2 7 89,1-4-179,2 16 0,3 6 90,-1 3-90,2-1 0,1 0 0,-3-2 0,4 3 0,-6-4 1029,4 5-939,1 4-180,2 3 470,0 1-380,1 1 0,-4-8 0,7 24 0,-8-6 0,0 9 0,-6-3 0,-4 6 0,-4 3 0,1-8 0,-7 0 0,1-27 0,-8 1-180,-3-11-3097,-2-11 1453,8 1 115,2-4 1673,10 3 1,2 2-1,0-1 1</inkml:trace>
  <inkml:trace contextRef="#ctx0" brushRef="#br0" timeOffset="135263">12321 10872 12930,'12'-4'359,"-1"0"1,14-2-180,3-5-90,2-1-90,-7-2-90,-8-9 90,-11 5 0,2-8 0,-11 10-90,-17-3 0,-14 17 0,-10 10 90,18 13 0,3 7 0,9 3 0,4 2 0,2 1 0,7 2 0,13 5 0,10-3 0,6-15 0,4-5-45,4 3 0,2-6-1594,3-12 1,-1-6 264,10-8-265,-14-4 1,-3-1 1153,0-4 0,-6 3 0,-2-1 1,1-5-1</inkml:trace>
  <inkml:trace contextRef="#ctx0" brushRef="#br0" timeOffset="135517">13069 10666 10771,'-11'-7'540,"1"1"899,-16 3-540,-10 27-809,4-11 45,12 9 0,4 6 45,9-1 0,2 0-90,-4 14-45,8-7 0,2-2-2439,5-10 2394,7 10-450,12-13 1,-5-10-1171,24-2-19,-16-13 1,1-4 982,16-5 1,-13-1-1,-2-1 1,3-9 0</inkml:trace>
  <inkml:trace contextRef="#ctx0" brushRef="#br0" timeOffset="135771">13252 10241 10591,'-11'-12'1259,"3"14"-629,6 19-450,3 9 89,6 14 1,0 3-180,0 2 0,-2-11 0,1 6 0,0-6-2069,0 9 1889,-1-3 0,2-1-1488,-1-16 0,0-2 1128,5 23-2788,7-2 2966,-6-27 0,9 1 0,-3-13 0</inkml:trace>
  <inkml:trace contextRef="#ctx0" brushRef="#br0" timeOffset="135974">13357 10599 11490,'-6'3'1530,"6"1"-1440,3-2 269,14-1-1998,9-5 1,2-3-595,4 1 594,6-4 1,-3 1 874,-15 2 1,15-3 0,-18 4 0</inkml:trace>
  <inkml:trace contextRef="#ctx0" brushRef="#br0" timeOffset="136203">13658 10603 11850,'-7'5'2339,"2"1"-1260,7 19-449,5 21-720,0 2-1549,-2-19 1,-1-2-506,0 2-1004,1 1 2140,-2-18 1008,1 1 0,2-20 0,2-4 0</inkml:trace>
  <inkml:trace contextRef="#ctx0" brushRef="#br0" timeOffset="136442">13706 10168 10501,'-3'-10'989,"0"1"181,-1 1-91,0 2 1,1-1-1170,-9 14-180,7-5-1799,-11 17-1208,13-13 3241,-3 6 1,7-8 0,1 1 0</inkml:trace>
  <inkml:trace contextRef="#ctx0" brushRef="#br0" timeOffset="137208">13994 10747 11580,'-1'-12'1799,"-1"4"-809,-7-3-630,1 5 89,-5-1 451,-9 5-360,4 5-181,-8 10-359,5 28-450,17-10 1,3 1 314,-4-6 0,4 0-225,9 7 0,4-6-973,-1-16 1243,9 5-360,0-24 1,-1-16-2651,-1 1 2920,-4-9-90,-10-4 270,-4 13-90,-2-4 0,0 0 861,-1 9-771,-3-13-89,5 24 89,3-3 0,4 2 0,13-5 0,-3 6 0,9-4 0,3-2 0,5-2-45,-9 4 0,0 1 45,16-7 3276,-25 12-3250,9-3-26,-16 16 0,-5-1 0,-2 24 0,-5-13-1464,-1 14 1374,1-12 90,0 7-180,2 10-2817,1-11 2997,1 3-90,5-20 90,0-5-90,24-18 90,7-18 0,-11 9 0,2-1 0,3-7 0,0 0 489,-4 7 1,0 1-535,0 1 0,0 3 90,0 5 0,-2 9 45,13 34-90,-11-9 45,-12 15 0,-4 3-45,-3-11 0,1-2 0,3-1 0,5-2-585,5-10 0,5-5-764,1-5 0,3-5 1349,14-5 0,3-3 0,-15 0 0,1-2 0,1-1 0,2-2 0,0 1 0,0-1 0</inkml:trace>
  <inkml:trace contextRef="#ctx0" brushRef="#br0" timeOffset="137705">16059 10152 10681,'-5'-21'3276,"3"10"-2055,-1-6-951,-1 20 180,-6 18-270,-2 5 0,-3 8 0,-1 4-1000,2 0 1,-1 4 0,-1 1 0,1-1 614,-3 4 0,0 0 0,0 1 137,3-4 1,0 3-1,1-2 1,3-8 407,3-7 0,1-3-385,0 1 0,0-2-45,1 0-180,4-19 90,3-25 0,3-13 45,2 2 0,2-2 45,1-9 0,2-5 0,0 3-672,-2 9 0,1 2 1,2-3 693,2-6 1,2-5-1,0 0 1,-2 6 22,3-5 0,-2 1 15,1 1 0,1-3 0,0 2-30,-3 11 0,1 2 0,-2 4 15,-1 0 0,1 2 0,13-17 0,2 12-45,-1 33 90,8 22-89,-19 21 89,-12-11 0,-3 5 0,0-3-45,-2-6 0,0 1-431,-2 5 1,0 6 0,0 0 0,0-8 385,0-5 0,1-2-166,-1 8 0,1 4 0,1-8-194,3-6 168,7 8-2995,3-24 3264,1-4 0,5-9 0,-1-3 1</inkml:trace>
  <inkml:trace contextRef="#ctx0" brushRef="#br0" timeOffset="137927">15959 10469 6644,'-11'4'1889,"-1"3"139,15-6-1398,41-15-675,-21 5 0,2 0-405,15-6 0,3 0 450,4 0 0,0 1 0,-15 4 0,-1 2 0,11-3 0,-1 1 0</inkml:trace>
  <inkml:trace contextRef="#ctx0" brushRef="#br0" timeOffset="138466">16410 10667 12300,'1'9'1079,"1"-2"-539,14 4-360,-1-4 0,13-3-270,-6-12 45,-4-9 0,-1-3-45,4-12-30,-5-3 0,1-8 0,-3 5-1519,-6 10 1,-1 1 1569,2-6 1,1-3 0,-3 3-1000,-5 5 0,-2 4 1068,0-11-45,-3 8 0,0 1-45,-3 1-360,-2-3-449,3 32 719,4-1-270,10 17-180,22-9 450,-7-3 0,6-5 1,0-1 2557,-8-3-2333,3 0 0,0 2 405,-5 9-271,2 6-89,-12 5 3186,-10 27-3131,-3-2-11,3-2 1,2 2-1774,2-9 1,2-1 1625,-1-3 1,2-2-33,5-6 0,2-5-1134,0-8 729,7 2-42,17-12 0,-9-7 1,19-5-1</inkml:trace>
  <inkml:trace contextRef="#ctx0" brushRef="#br0" timeOffset="138876">17192 10388 13020,'5'-8'1439,"-1"1"-720,9-2-179,7-2-180,19-13-450,-5 0-1549,-9 1 1,-3-2 304,-2-2 1244,1-12 626,-17 23-626,-6-2 0,-8 5 0,-3 3 1,-7 7 44,-13 21 0,-3 7 45,-3 3 0,7 4 0,-5 7 0,7-2 45,13-8 0,4 0-45,-9 15 0,8 1 89,20-10 1,6-4-90,5 3 45,20-8 0,5-7 3052,-2-13-3757,-7-5 1,5-2-1,-4-1-2294,11-9 1515,-4-2 0,0-3 1439,-17 1 0,-3-3 0,2 0 0,0-2 0,-4-1 0,-1 0 0</inkml:trace>
  <inkml:trace contextRef="#ctx0" brushRef="#br0" timeOffset="139327">17827 10283 11311,'-4'-10'1529,"1"1"-4806,-2 1 1883,0 4 3432,-15-1-1633,-9 17 0,-3 6 544,-10 3-979,12 0 0,-3 6 0,5 0-195,6 4 1,3 0 44,-4 2 0,4 1-90,9-2 0,10-3-90,35-7 270,-6-6 45,8-22 0,3-9 0,-12-2 0,-1-4 45,6-3 0,-1-2 45,0-4 0,-5 2-45,0-4 90,4 7 2846,-23 23-2936,6 8 0,-1 21 90,7 13-90,-6-16 0,3 1 45,8 3 0,2-2 44,10 3-179,6-14 1,2-8-631,-15-7 0,0-5-300,3 1 1,3-2 0,-2-2 1019,8-8 0,-2-3 0,-5 2 0,-2-1 0,-5 0 0,1-1 0</inkml:trace>
  <inkml:trace contextRef="#ctx0" brushRef="#br0" timeOffset="139547">18804 10237 12660,'3'2'2248,"-1"-1"-2248,21-2 0,8-3-1169,5-2-470,1-1 1,-1-1 818,-8 0 1,-2-1 0,-24 8 0</inkml:trace>
  <inkml:trace contextRef="#ctx0" brushRef="#br0" timeOffset="139711">18765 10432 11490,'-8'17'3059,"19"-5"-2789,-1-2-181,18-6-808,21-6-920,-13-3 1,2-1 623,-2 0 0,1-1 1015,10-7 0,-1-4 0,-14 0 0,-2-3 0,8-4 0,0-1 0</inkml:trace>
  <inkml:trace contextRef="#ctx0" brushRef="#br0" timeOffset="140443">20051 9791 8522,'-1'-12'1709,"3"-6"-1439,0 8 719,9-6 91,1 12-720,2 1-1,-2 4-3621,3 20 3532,-6 0 135,0 24 0,-2 7-270,-3-11 0,0 2-635,-1 1 0,1 4 1,0-5 409,-1-1 0,1-3-450,2-4 0,2 0 1,-1-4-631,6 11 1170,5-4 0,4-5 0,0-15 0,14 3 0</inkml:trace>
  <inkml:trace contextRef="#ctx0" brushRef="#br0" timeOffset="140842">20452 9891 10951,'0'-13'719,"1"2"-269,2-3 180,17-8-2269,15 4 1,5 2 1465,-15 2 1,3 2-208,17-1 0,7 2 1,-8 3 379,-1 5-213,6 6 0,-8 9 168,-33 12 0,-7 3 45,5-2 0,-5 3 0,-13 6 0,-10 6 0,-4 3 0,1-5-30,0 3 0,1-3 0,-2 0 30,3-4 0,-1 0 0,0-1 0,4-2 0,-9 14 0,11-10 0,18-21 2147,23 1-2147,13-14 1328,10-1-1328,-11-5 0,0-1 773,11-4-773,-13 2 0,3-2 0,-2 1-270,1-1 1,-1 0 44,8-3 0,0 0-810,-9 1 1,-3 1 1034,-6 1 0,-1 0 0,0-1 0,0 0 0,19-10 0</inkml:trace>
  <inkml:trace contextRef="#ctx0" brushRef="#br0" timeOffset="141252">21509 9762 10861,'-13'-16'1259,"3"5"-539,-7-5-91,1 9 181,-24 15-496,8 21 1,0 7-1954,5-11 1,2 1 1659,5 1 1,1 2 0,3 1-292,3 9 0,6 0 270,6-1 0,2 1-1000,-2 0 0,2 0 1000,4-7 0,8-4-45,12-8 0,4-6-422,3 0 467,3-13 0,9-5 0,-7-3 1813,7-13-1843,-9-1 0,4-4 0,-7-4 30,-13-5 0,-4-3 0,5 2 0,-5-2-30,-18-2 0,-8-4 0,-1 7 675,-11-7-765,1 15 0,-6-2 0,-1 10-420,-1 16 1,0 9-1100,-6 6 1,2 4 848,10 0 0,6 3 790,9 12 0,8 1 0,13 3 0,-1-11 0,0 0 0</inkml:trace>
  <inkml:trace contextRef="#ctx0" brushRef="#br0" timeOffset="141526">22074 9747 4480,'-5'-14'2609,"6"5"205,8 3-2319,21 14 0,6 7-1321,-13-6 1,1 2 915,16 6 0,3 3 90,-10-1 0,-1 2 0,-1-1-618,7 5 1,-1 1 317,-7-6 0,2 2 0,-2-2-69,1 4 1,-4-3-3089,4 3 3129,-1-2 0,-13-9 0,-9-10 1</inkml:trace>
  <inkml:trace contextRef="#ctx0" brushRef="#br0" timeOffset="141699">22630 9675 10501,'-11'-6'1079,"-7"2"-449,-2 8-90,-14 16-181,9 9 1,0 6-1999,3-4 1,1 1 581,-2 6 1,2 0 741,4-4 0,4-2 1184,0 4-2508,3-1 1,3-1 847,2-5 1,5 20-1,7-29 1</inkml:trace>
  <inkml:trace contextRef="#ctx0" brushRef="#br0" timeOffset="142414">23225 9488 9332,'2'-9'3058,"1"2"-2968,2 10 270,2 21-180,0 16-91,-5-8 1,-2 6 0,1-3-1729,0-2 1,0-1 1151,-2 16 0,0 2-308,2-4 1,0-5 704,2 4 45,-1-6 0,1-2-315,4-8-1349,6-1 1709,6-8 0,3-9 0,1-15 0</inkml:trace>
  <inkml:trace contextRef="#ctx0" brushRef="#br0" timeOffset="142999">23818 9371 11221,'-13'-2'1439,"-19"10"-1349,6 4 45,1 0 0,-1 2-3412,-14 14 1349,2 0 2075,11-1 1,4 2-58,5 5-90,5-5 0,4 0 0,11-1-45,11-3 0,3-1 569,3 1-794,16 7 0,2-2 180,-4-6-90,8 3 0,-1-1 1004,-12-8-869,-6-4 0,-2 1 1275,-6-2-1320,-1 5 375,-14 15-285,-3-10 0,-15 11-1372,-4-19 1,-3-2 1371,-10 4 22,-7 0 1,-2-3 157,0-6-135,15-2 0,3-2 45,1-4 0,13-2 90,6-21-90,22-10 0,7-4-90,-10 9 0,2-1 0,4 0 0,3-2 0,0 1-84,-1-2 1,1 1 0,-2-1 113,-1-1 0,-2 0 0,1 0-590,1-1 1,0 1 0,-3 0 559,3-7 0,-8 3 0,-15-10 0,-7 20 0,-21 7 0,-9 8-90,9 13 0,-2 5-330,-3 3 1,-3 2-1,5 2-210,5 3 1,4 3-990,0 7 0,7-1 1703,14-2 0,9 9 1,9-10-1</inkml:trace>
  <inkml:trace contextRef="#ctx0" brushRef="#br0" timeOffset="143430">24564 9440 10681,'11'-18'1259,"-3"6"360,-9-10-719,-41 33-720,18-3 0,-2 4-61,-4 8 1,-2 6 0,2 3-30,3 3 0,1 3 0,2-1-60,3-5 0,1 1 0,2-1-700,-5 13 0,5 1 670,7-2 0,8 1-90,10-6 0,5 1 45,-5 3 0,6-3-1301,12-9 0,4-9 1256,14-9 90,3-13 0,1-4-702,-20 2 0,1-2 702,7-3 0,4-2 0,-4-1-781,-2-6 1,-2-2 780,0 3 0,-1-5-216,-7-6 1,-2-5 0,-5 1 215,-5 1 0,-5-3 0,0-3 0,-2-5 0,-3 5 0,-7 3 0,-5 1-30,-4 0 0,-4-1 0,-3 3-945,-13 3 0,-1 3 615,6-4 0,-1 8-1279,-5 19 1,5 11 1263,18 9 1,-5 25-1,14-16 1</inkml:trace>
  <inkml:trace contextRef="#ctx0" brushRef="#br0" timeOffset="143703">25669 9437 11311,'12'3'2698,"4"1"-2338,26-5-1215,-8-2 1,1-2-785,-7 2 1,0 0-1,3-3 1,-2 0 1591,-5-3 0,-11 4 0,3-3 0</inkml:trace>
  <inkml:trace contextRef="#ctx0" brushRef="#br0" timeOffset="143885">25637 9633 10141,'-7'8'1349,"18"1"-1079,10-7-270,8-1 0,3-1-270,12-2-1369,2-4 1,-3 0 982,-9 0 1,-5-1-1,-2-1 1,-7 0 0</inkml:trace>
  <inkml:trace contextRef="#ctx0" brushRef="#br0" timeOffset="145607">26413 9148 9332,'-13'-14'2158,"4"4"-1888,7 0 360,15 2-90,27-5-450,0 4 59,-1 5 1,7 1 0,-4 0-1789,-11 1 1,0 1 1373,6 0 0,3 1 1,-5 0 558,12 3-204,-7 8 0,0 1-90,0 3 45,-6 10 0,-11 7-45,-31 4 0,-12 3 45,0 4 0,-7 2-45,2-11 0,-6 2 0,-1-1 0,3-4-440,-5 3 0,0-1 440,-1 3 0,-1 2 0,9-7 2675,12-5-2675,12 21-45,27-38 1,8-6-1,0 2 0,4-3-45,5-3 0,5-2 0,-2-3-1003,-8 0 1,-1-2 0,0 0 421,12-2 0,-2-1-274,-12 1 1,-5 0 944,-6-2 0,-2-2 0,3-5 0</inkml:trace>
  <inkml:trace contextRef="#ctx0" brushRef="#br0" timeOffset="145884">27450 9009 11580,'0'-11'1170,"1"2"-721,10 23-269,-5-3 0,5 17 0,0 6-45,-7 1 0,-1 1-45,3 8 0,-2 2-45,-4 5 0,-1-3-90,0-21 0,0-1-900,0 13 1,0-5-2333,3-12 1123,1 13 2098,3-23 0,2-4 0,3 0 0</inkml:trace>
  <inkml:trace contextRef="#ctx0" brushRef="#br0" timeOffset="146307">28056 8902 11400,'-15'22'2339,"-1"5"-2294,1-4 0,-3 3 135,-1 6 0,-1 4 0,3-3-135,4-8 0,0 2 15,-5 13 0,-2 7 0,4-8-662,2 9 647,7 1 0,2-1-45,8-9-90,11 2 0,5-3 259,3-14-304,14-5 0,3-6 135,-10-13-45,6-5 0,-1-4 45,-8-16 0,-1 2 0,-22-13-574,-12 22 574,-10-6-90,-27 13 90,15 4-24,-3 3 1,-2 4-1776,-9 10 1799,2 3 0,22 2 0,22-3 0</inkml:trace>
  <inkml:trace contextRef="#ctx0" brushRef="#br0" timeOffset="146698">28646 9027 9410,'-15'-9'539,"1"3"-359,-1 1 705,1 4 14,-31 13-539,9 10-270,11-10 0,0 5 90,6 11 0,1 8 0,5-2-91,4 1 1,4 2-90,0 3 0,0 4 0,5-5 0,4-9 0,5-3-90,6 0 1,4-6-2714,13-6 2803,1-5-90,6-13 0,2-7 90,-4-3 360,0 0 1,-2-4-361,-16-1 0,-3-1-550,7-13 505,-7-4 0,-4-4-1122,-11 9 1,-2 1 1166,2-6 0,-4 0 0,-10 3 0,-4 4 1436,-7-2-1706,-16 13 1,-4 7-181,5 9-540,-4 7 1,3 9 989,24 6 0,5 4 0,-10 20 0,16-18 0,0 1 0</inkml:trace>
  <inkml:trace contextRef="#ctx0" brushRef="#br0" timeOffset="147215">29229 9010 10771,'3'-9'2249,"0"0"-540,-1 5-1530,-7 6 91,0 3 90,-14 20-180,5-3 0,0 3-219,0 1 1,0 3 83,-2 7 0,2 1-45,5-3 0,3-3 0,1-4 0,3-1-2171,5 20 2081,4-21 90,4-7-359,35-10-1025,-18-14 0,2-3 1339,5 4 0,-1-4 45,-1-7 0,-2-3 183,5-9-228,-13 5 0,-2-1 549,8-15-549,-9-3 1,-6-3 44,-10 11 0,-6-2 29,-5-1 1,-4-3 0,-2 5-30,-1 2 0,-6 3 0,-8 5 0,-5 2 0,0 7-45,1 9 1,-1 6 1418,-5-3 0,0 6-1779,5 9 1,4 5-634,2 8-601,10-1 1,6 4 1179,20 22 1,5-2 0,2-24 0,1 0 0</inkml:trace>
  <inkml:trace contextRef="#ctx0" brushRef="#br0" timeOffset="147408">29895 9067 12570,'2'-9'292,"2"4"0,-10 6 1,-1 4-1</inkml:trace>
  <inkml:trace contextRef="#ctx0" brushRef="#br0" timeOffset="148579">3161 13311 9332,'3'-11'1259,"0"0"810,-1 2-1889,-5 8 269,-10 34-314,4 1 0,0 6-75,2-2 0,2 4 0,2 2-15,3-4 0,2 4 0,2-1 0,0-3-75,-2-2 0,1-3 0,4 2 30,7-1 0,5 3 0,2-3 0,-2-10-90,20-2 90,-5-14 0,6-5 0,-2-9 0,-6-19 0,-4-11 0,0 2 0,-2 10 0,0 0 0,-3-2 0,2-13 0,-3-4 0,-8 0 0,-13-7 0,-6 2 0,4 12 0,-2 0-60,-5-7 0,-5-4 0,1 7-1289,-8-6-290,6 13 1,2 4 991,7 17 1,10 15-1</inkml:trace>
  <inkml:trace contextRef="#ctx0" brushRef="#br0" timeOffset="149262">3820 13780 10591,'-2'-15'1889,"-1"-7"-180,0 1-720,0 2-719,6 23 90,0 14-270,1 17 0,1 3-90,-1 0-45,-1-3 0,-1-1-225,-1-8-360,1-3 181,9-31 269,-3-7-1459,9-24 1,0-4 1073,0 3 520,-3 5 0,2 0-1013,9-4 968,-5 14-459,15 1 549,-19 22-90,11 33 90,-18-9-40,5 19-185,-6-14 0,1-1 135,5 3 1354,-2-4 1,3-4-1355,7-12-90,20-22 90,-17-2 0,2-5 60,1-7 0,3-4 0,-3-2 0,-3 4 0,-2-1 0,0-1 30,0 1 0,-1-2 0,-3 4 594,-3-2 1,-4 13-505,-5 28 530,-7 13-575,1 6 0,0 3-45,2-1 0,2-1 0,-1-2 0,4 0 45,6 1 0,4-5-63,9-6-612,14-6-1708,-10-22 2338,-1-9 0,-7-6 0,-2-5 0</inkml:trace>
  <inkml:trace contextRef="#ctx0" brushRef="#br0" timeOffset="149503">4485 13148 11041,'-12'-15'1979,"4"4"-2429,2 4-2827,13 25 977,-6-13 2300,8 18 0,-8-21 0,-1 0 0</inkml:trace>
  <inkml:trace contextRef="#ctx0" brushRef="#br0" timeOffset="150317">4992 13627 11400,'-10'-10'1260,"-3"0"-361,-2 4-719,1 2 0,-4 2 270,-5 11-180,1 6-90,-9 18-270,14 0 0,7 1-270,11 1-360,12-3 1,11 0 539,-2-10 90,2-12-360,2-19 360,-6-4-180,8-22 180,-21-9 180,-5 5-90,-10 1 90,-17 5-90,12 16-360,-19-10 270,38 24-269,22-15 359,9 9-1639,8-11 1,0-1 1343,-12 5-443,5-2 1,-3 2 827,-19 12 0,8-1 90,-17 20-90,-4 8-45,-2 3 0,-1 1-45,-1 10 0,-2 12-90,2-23-45,1 0 0,1 0 2707,-1 1-2707,2 0 0,2-3 2610,0-15-2475,22-25-1639,-2-16 1,1-7 1535,-4 9 1,3-3 47,1 1 1,4-5 0,-1 2-1,-4 6 55,-5 8 0,-1 3 30,10-4 0,4-2 0,-7 12-30,-8 17 90,10 11 0,-16 9 0,-2 5-1143,0 0 0,1-1 1098,0 4 0,1-2-51,-2-3 0,3-4-174,12-8-719,8-8 899,10-14 0,5-7 0,-3-3 0,2-3 0,-1 0 0,0 0 0,-1 0 0</inkml:trace>
  <inkml:trace contextRef="#ctx0" brushRef="#br0" timeOffset="150801">6981 13107 11041,'-12'-4'3276,"-5"-2"-1695,8 2-232,-7 13-1079,8 6-90,-5 17-60,1-1 0,-2 7 0,2-4-165,1-5 0,0 1-90,-1 4 0,-2 6 0,0 0 0,3-7-1234,3-7 0,1-1 1054,-4 16 1,1-2-2430,4-7 2565,2-4-451,3-11-350,16-36 800,5-18 90,-1 0 0,1-8 45,-5 10 0,1-5 0,-1 0 0,0 3 45,-2 3 0,-1 2 0,3-3-36,0-2 0,3-5 0,1-2 0,-2 4 0,-2 8 36,-1 1 0,2 3-30,7-4 0,4-2 0,-4 14 1167,-1 21-1182,-1 12 0,-2 9 45,-11 8 0,-6 7 0,0 1 0,2 4 0,0 1 0,0-1 0,-2-1 0,0-1 0,0-2-45,-1 10 0,2-6-1820,6-1 1595,-3-19-1889,11 5 2159,-1-28 0,0-6 0,0-12 0</inkml:trace>
  <inkml:trace contextRef="#ctx0" brushRef="#br0" timeOffset="151000">6932 13398 11221,'18'-4'719,"0"0"-539,-2-3 270,29-12-270,-15 5-1035,13-4 1,3-1-785,-19 9 1,0 1 1091,7-4 1,1 1 0,-10 5 0,-2 2 0,10-2 0</inkml:trace>
  <inkml:trace contextRef="#ctx0" brushRef="#br0" timeOffset="151534">7490 13568 12480,'-10'2'2428,"6"5"-2068,9 1-360,0 1 0,9-1-449,0-7 269,-1-2-270,11-12-1189,-4-26 1,-2-6 1130,-5 19 1,-1-3 16,-1-4 0,2-7 1,-2 0-1,-2 4 491,-3-5 0,-3 2-168,3-8 0,-2 1 213,-4 13 0,-2 5-45,-2 5 0,6 13 2116,11 22-2476,16 8-643,-1-3 913,5-5-180,10-3-1441,-7-1 1891,4 2 0,-17 0 179,-20 4-179,-3-1 270,-12 35-270,4-18 720,0-4 1,0 2-631,0 20 2847,5-15-3117,6 0 0,6 0-360,12-7 45,-3-6 0,2-3-225,11-8-1099,5-12 1,0-4 982,-1-3 1,0-1-1,-1-2 1,-3-7 0</inkml:trace>
  <inkml:trace contextRef="#ctx0" brushRef="#br0" timeOffset="151943">8231 13392 14099,'14'-14'1889,"12"-4"-1709,15-3-270,-8 3-1549,-10-2 1,-4 0-1285,-9 1 3492,-2-6 1,-5-2-840,-24-3 90,-12 20 180,-3 7 256,16 26 1,1 13 0,4-4-257,-2 9 0,8-4 0,1 6 0,5-7 0,10-4 0,13 1 0,4-3 3212,2-14-4697,21-7 1,3-6 135,-3-11 1349,-9-1 0,6-3 0,-4-2 0,-5-3 0,-1-2 0,-1 1 0,-1 0 0,1 0 0</inkml:trace>
  <inkml:trace contextRef="#ctx0" brushRef="#br0" timeOffset="152366">8894 13189 11041,'-10'-8'2069,"1"2"-1620,2 0-179,1 4-3547,-9-1 1973,3 3 1709,-14 12 0,-3 5-315,4 3 72,-8 11 1,1 6-433,15 9 619,5-22 1,4 0-980,18 20 540,0-32-180,29-1 180,-16-17 45,0-3 1,2-3-46,0-7 0,-1-1 1591,14-11-1546,-15 6 0,-1 0 1132,2-8-1087,-7 19 164,-1 22-254,-8 27 90,4-2 0,6 0-1384,9-10 1,3-3 1383,-6 1 0,1-3 494,7-8 1,2-7-855,-4-6 1,1-5-734,8-4 1,5-3 0,-3 0 727,4 1 1,0-1 0,-10 1 0,2-3 0,0 1 0,-4 0 0,4-3 0,0 0 0</inkml:trace>
  <inkml:trace contextRef="#ctx0" brushRef="#br0" timeOffset="152600">10145 13069 12300,'4'2'2788,"16"-1"-2608,6-4-675,4 0 1,1-2-406,-5 0 900,2 0 0,-3 1 0,-14 2 0,3-1 0</inkml:trace>
  <inkml:trace contextRef="#ctx0" brushRef="#br0" timeOffset="152752">10111 13274 11041,'-4'7'2158,"8"1"-1978,2-7 450,27-2-540,-11-2-1395,19-3 1,2-1 45,-5 1 1259,-8-2 0,6-1 0,-5-1 0,3-8 0,-8 4 0,1-1 0</inkml:trace>
  <inkml:trace contextRef="#ctx0" brushRef="#br0" timeOffset="-211647.73">12109 12623 10141,'-6'-8'270,"3"-2"-180,4 3-90,2 1 0,4-4 90,9-1-3367,-2 0 3162,9-2 205,19-8-90,-11 7 0,-2 3 0,6-1 0,-4 2 0,15-1 0,-4 3 0,-3 8 0,-14 24 0,-10 4 0,-24 4 0,-10 8 0,0-5 0,4-7 0,-2 1 0,-6 6 0,-6 9 0,1-1 0,4-6-45,4-5 0,1-1-15,-1 0 0,0 4 0,4-7-30,6 5-180,24-1 90,1-19-45,17 2 1,3-2 3500,-2-3-3353,3-1 0,-2 0-13,-12-2 0,8 12 90,-23-6 180,-21 21 0,-14 6-1251,2-14 0,-5-2 1,1 2 1040,4 1 0,0 0 0,-1-1-1063,-6 1 1,0-1 0,8-7-328,9-5 1374,-1 2 0,14-13 1,2-1-1</inkml:trace>
  <inkml:trace contextRef="#ctx0" brushRef="#br0" timeOffset="-210972.73">12921 12386 11041,'10'-2'359,"0"1"-179,0-1-180,-2-1 180,14-2 0,19-4-135,-6 2 0,3-1 0,3 1 0,2 0-15,-2 1 0,2 0 0,-4 2-30,-6 1 0,-2 1 0,16 0 0,-5 5-90,-14 16-1549,-16 12 1,-6 6 1535,-2-13 1,-5 3-654,-6 12 0,-6 6 0,1-5 756,3-12 0,-1 0 0,-2 6 0,-1 3 0,0-2 0,-1 5 0,0 0 0,0 5 0,0 3-420,7-12 0,1 1 0,1-3-75,0-2 1,4-1 494,5 1 0,5-5 0,8-14 0,8-5 0</inkml:trace>
  <inkml:trace contextRef="#ctx0" brushRef="#br0" timeOffset="-210048.73">14313 12352 9422,'5'-8'359,"1"1"-179,-4 3 90,1-1 989,-1 1-1169,-7 1-90,0 3 90,-20 5-90,5 1 0,-22 13 0,15-1 0,-5 18 0,22-13 45,9 3 0,6 0-45,16 11 0,-9-14 0,3 1 0,11 4 0,4-2 0,-2-3 0,3 0-1093,2 3 1,4 2 0,-3-2 989,-3-3 1,-2 0-297,11 10 1,-9 0 309,-25 3-347,-7 10 391,-19-13 0,-11-2-915,-7-3 0,-2-4 960,5 1 0,0-3 960,1-7 0,1-5-870,-3-10-90,19-8 0,-6-4 0,24-9-276,9-10 1,4-3 275,-5 11 0,2-1 30,6-15 0,4-7 0,-2 0-30,-3 4 0,-2 1 0,0-1 60,0-5 0,-1-1 0,-2 1 101,-2 7 0,-3 2 1,-4 3-162,-9-3 0,-8 10 90,-23 13-448,0 28 1,0 9 357,1 8 0,10 1 0,9 1 0,24-3 0</inkml:trace>
  <inkml:trace contextRef="#ctx0" brushRef="#br0" timeOffset="-209599.73">15100 12347 10141,'-18'-7'585,"-8"22"0,-1 6-496,-6 2-29,10 2 0,-2 6 0,6 0-15,5 3 0,5 2 0,-3 5 0,3 2-15,9-5 0,3 1 0,5-3-1669,14 5 1,4-4 1106,-8 0 0,3-7 558,17-9 1,2-13-27,-11-17 0,-2-5 0,1 4 0,-1-1 0,0-6 0,-4-3-956,-7-7 1,-3-1 955,0-7-297,-15-5 1,-7-8 0,-2 7 296,1 17 0,-3 1 305,-6-12 1,-4-3 0,-5 10-261,-19 19 0,-3 11-472,8 2 0,0 3 337,-7 3 0,3 6-270,15 8 1,8 1 784,2 6-425,11-3 0,4 1 0,9 5 0,7 14 0</inkml:trace>
  <inkml:trace contextRef="#ctx0" brushRef="#br0" timeOffset="-209180.73">15831 12359 10411,'-21'0'270,"4"1"-1909,-15 7 1,-3 3-206,-9 12 2371,6-5 1,1 6-438,12 12 0,6 1 0,-4 7-30,19-9 0,5 7 0,3-7 870,9 3-930,5 5 0,6-1-45,7-19 0,2-5 45,-12-1 0,2-3 0,10-6 0,5-5 0,-6-3 0,6-8 0,-5-8 0,4-6 0,-6 1 0,3-12 0,-6 3 0,-2-4-858,-15-2 1,-4 1 947,0-14-45,-4 1 0,-9-3 45,-14 20 0,-8 3 0,2 1-45,4-3 0,-5 4-45,-5 11 0,-8 3 0,-2 5 0,4 6-270,4 11 0,3 8 0,0-1-90,-4-3 0,1 0 1,2 2-451,-5 11 1,9 2 809,14 4 0,13-3 0,5 5 0</inkml:trace>
  <inkml:trace contextRef="#ctx0" brushRef="#br0" timeOffset="-208988.73">16880 12260 11670,'11'-8'2519,"1"1"-3239,5 8-629,-8 0-1928,-9 22 2814,-12-9 1,-20 13-1,-3-7 1</inkml:trace>
  <inkml:trace contextRef="#ctx0" brushRef="#br1" timeOffset="-208341.73">8845 15032 22765,'8'-8'1701,"3"0"-942,-3 4 1036,7-2-562,18-2-920,-4 1 1,1 0-234,-5 2 0,0 0-1338,15-2 0,-3 2 1405,-11 4 0,11 3 0,-25 6 0</inkml:trace>
  <inkml:trace contextRef="#ctx0" brushRef="#br1" timeOffset="-208098.73">9065 15220 21750,'3'-8'-397,"0"0"-317,2 9 60,2 29 1,-3 15-986,-1-6 1,-1 1 928,1-4 0,0 1 1,-1-1 882,-2 4 0,-2-2-1120,-1 0 1,0-2-1848,1 3 1464,-1-7 0,2-3 963,1-13 1,-2 7-1,2 0 1</inkml:trace>
  <inkml:trace contextRef="#ctx0" brushRef="#br0" timeOffset="-207872.73">8962 15861 10591,'-12'6'1529,"0"2"-1169,24-2-180,15-9 0,4-2-270,15 0-315,0-6 0,2-4-1234,-13 0 1,-3-1 1091,-4 3 1,0 0 0,4-5 0,-3 0 0,2-4 0</inkml:trace>
  <inkml:trace contextRef="#ctx0" brushRef="#br0" timeOffset="-207463.73">9827 15225 10861,'-10'-19'1709,"-5"0"-1439,3 2 629,-16 3-719,13 13-90,-12 7 90,9 15 0,2 7-1819,-2 9 1,3 3 1375,-3 6 1,2 2 292,8-9 0,2 2 0,6-1-308,10-1 1,7-1-1,-2-2 233,-3 3 0,4-4-182,5-7 1,5-3-1,0-8 137,20-13 45,-15-6 0,2-5-17,7-14 0,-2-6-739,-9 0 1,-2-3 800,2-1 0,-6-4-45,-10-2 0,-9-2 9,-10-10 0,-4 1 39,3 10 1,-2 0 455,-6-9 0,-7 3-495,-10 11 1,-3 7-1079,-1-2 1089,4 7 0,-1 9-656,-7 37-2296,15 11 2979,9-7 0,3 2 0,10-3 0,4-1 0,3 0 1,0 1-1</inkml:trace>
  <inkml:trace contextRef="#ctx0" brushRef="#br1" timeOffset="-207047.73">10426 15112 15473,'-7'-15'-3277,"-1"-2"3262,1 3-464,1 1 10,-1 12 1970,3 6 1070,-2 24-2215,5 15-1241,1 2 1554,4-7 0,5 2-551,4 0 1,4 1-208,0-8 1,3 0-1,-1-3 60,2 7 0,3-4-566,4-5 0,1-8 2998,4-16-2383,-3-11 0,1-4-1267,9-8 1645,-6-7 0,-3-7-225,-14 4 0,-4-3-44,-2 0 1,-1-4 0,-3-1-72,-4-4 1,-3-2-1,-3 2-110,0 3 1,-1 1 0,-4 1-124,-4 0 1,-3-1 0,0 7-1018,-10-8-2085,-13 36 0,31 29 2730,3 0 1,3 3 0,12 17 0,-3-21 0,1 0 0</inkml:trace>
  <inkml:trace contextRef="#ctx0" brushRef="#br1" timeOffset="-206813.73">11587 15166 18832,'-3'-11'-2538,"2"1"1845,6 2 1081,2 2 295,5-1-129,2 2 106,23-7-813,-5 3-1486,-7 3 1,0 0-918,1 1 2737,-5 2 0,-15 5 0,-3 0 1</inkml:trace>
  <inkml:trace contextRef="#ctx0" brushRef="#br1" timeOffset="-206618.73">11657 15377 16344,'2'9'-1229,"2"-1"997,13-8 781,9-2-2193,9-3 1709,-7 0 1,1-1-732,-3 1 1,-1-1 33,0 0 0,0 1 589,3-2 1,-3 0-1,0-1 1,9-4-1</inkml:trace>
  <inkml:trace contextRef="#ctx0" brushRef="#br0" timeOffset="-203353.73">13813 14263 8522,'3'-8'540,"-1"0"-270,2 1-90,-1 0 179,7-5 1,3-2 90,15-10-180,4 2-135,-4 6 0,4 0-1,-1 4 1,0 1-90,2 0 0,1 3 0,7 4 0,-2 4-1439,2 6 1439,-12 9 0,-5 4-2945,-10 12 2900,-6-6 0,-6 4 30,-9 8 0,-7 5 0,-3 1-515,0-8 0,-2 1 0,-2 0 0,1 1 485,0 3 0,0 1 0,0 0 0,-1-1-197,-3-1 1,-1-1-1,1-2 1,3-3 196,1 4 0,4-3 281,1-7 0,10-4-236,24-6 0,9-5-45,14-9 22,-8-5 1,10-4-1,1-1 1,-6 0-23,1-1 0,-1-2 579,5-2 1,5 0 0,-6-1-670,-6 2 0,-4-1-630,3-1 1,-1-1-661,-6 3 1,-3 0 30,16-8 959,-33 12 0,-6 3 0,-1-1 0</inkml:trace>
  <inkml:trace contextRef="#ctx0" brushRef="#br0" timeOffset="-203064.73">14882 14152 9422,'-2'-38'1799,"1"0"-1170,0 20-359,9 29-180,-2 10 0,1 9-45,-1 2 0,0 6 0,1 2 0,-1-1-165,2 7 0,-1 0 0,1 1-240,-1 3 0,0 1 1,0-5-1280,1-3 1,1-7 1005,1-11 0,6-7 0,-2-7 1</inkml:trace>
  <inkml:trace contextRef="#ctx0" brushRef="#br0" timeOffset="-202663.73">15603 13963 11041,'4'-9'809,"-1"1"-539,-12 14-90,-11 21-90,-3 1-1183,6 2 1,-1 7 0,3-1 739,3-3 1,1 2 449,-2 2 1,0 4 0,4 0-68,6-2 0,5 1 0,1-4 15,-3-1 0,4-1-15,9 6 0,6 4 0,-1-9-30,9-1 30,-2-13 0,6 2 0,-2-7-30,12-8 45,-8-3 0,-1-6-45,5-28 0,-37-20 0,-15 2 0,-17 19 0,-8 8-315,-4 15 0,0 7-1304,8 0 0,3 4 1619,2 4 0,9 4 0,16 10 0,14-6 0</inkml:trace>
  <inkml:trace contextRef="#ctx0" brushRef="#br0" timeOffset="-202196.73">16210 14170 10771,'-4'-20'450,"0"3"-360,1 2 539,-7 5-359,-18 32-270,5-6 45,6 3 0,0 4 0,2 9 0,3 1-2323,-4 10 2323,5 0 0,1 1-2682,7-3 2681,1-15 1,4 1 0,8 9 0,6-1-577,5-10 1,4 0 531,0 5 0,4-4-691,5-15 1,0-8 690,7-13 45,-6-10 0,-3-5-436,2-10 391,-9 7 0,-2-5 0,-11-8 0,-6 0 0,-2 11 0,-3-1-117,-6-11 0,-3-6 0,-3 6 117,0 11 0,-3 1 338,-5-3 0,-3-3 0,-2 6-338,-2 10 0,0 4 510,0-2 1,-2 6-511,-12 11 0,1 8 1346,0 9-1931,2 14 0,5 4-674,11 6 494,8-9 1,5 1 764,16 17 0,7-9 0,-2-14 0,-1-1 0</inkml:trace>
  <inkml:trace contextRef="#ctx0" brushRef="#br0" timeOffset="-201794.73">16906 14066 3963,'-17'-12'450,"-9"-2"657,9 5-1017,-7 0-1057,-2 14 967,9 2 175,-10 14 1,1 7-131,10-6 0,3 0 271,-9 8 0,3 4-271,6 9 0,5-1 627,3-2-672,2-5 0,4 1 44,12-5 1,4-5 2501,3 5-2546,4-3 0,2-6 0,-2-13 1002,8-8 0,1-3-912,2-7-90,-3-6 0,3-8 0,-4 2 501,-11 4 1,-3-4-502,7-15 0,0-9 0,-7 4 0,-12 6 0,-5 1 0,0-2 0,-1-1 0,-7 3 0,-17-5 0,-12 12-1093,3 21 1,-5 9 0,1-1 0,-5-5 0,0 6 1092,11 12 0,-2 9 0,2 3 0,6-3 0,1 7 0,4 1 0,-1 0 0,1-1 0,-1 1 0</inkml:trace>
  <inkml:trace contextRef="#ctx0" brushRef="#br1" timeOffset="-201351.73">13812 15587 21200,'-30'-7'277,"14"3"1350,-15-6-966,22 6-518,14-11 56,14 6 1,9 1 83,7-3 0,9 0 0,5-1 0,2 0-583,-9 2 0,3 0 1,3 0-1,1 0 1,0 0-1,0 0 0,-1 1 403,-5 0 0,0 0 1,-1 0-1,0 0 1,1 0-1,2 0 1,2 0-129,-4 1 1,3 0 0,1-1 0,2 1 0,0-1 0,0 0 0,-1 1 0,-2 0 0,-2 1 0,-4 0 192,11-2 0,-6 1 0,-1 1 1,1 0-1,7-2-247,-12 3 1,3-1 0,3 0 0,2 0 0,1-1-1,1 0 1,-1 1 0,0-1 0,-3 1 0,-2 1-1,-4-1 273,8 0 1,-6 1-1,-2 0 1,1-1 0,1 1-1,5-1-252,-6 0 1,3 1-1,3-2 1,2 1 0,1-1-1,0 0 1,0 0 0,-1 1-1,-3 0 1,-2 0 0,-4 1 49,14-3 0,-5 2 0,-3 0 1,0 0-1,3-1-58,-7 1 1,2 0 0,2 0 0,-1-1 0,-2 0 0,-1 1 0,-5 0-755,6-1 1,-2 1 0,-5-1 0,-7 2 683,12-6 1,-70 16 0,-4 3-1,0 0 1,0 0 0</inkml:trace>
  <inkml:trace contextRef="#ctx0" brushRef="#br0" timeOffset="-200768.73">14176 15963 11131,'-8'-4'269,"2"-1"-89,4-2 270,16-10-360,-2 4 45,17-5 0,9 0-90,-7 8 0,1 1 0,8-4 0,2 1 0,0 6 0,-3 4-2259,-3 5 2214,1 4 0,-26 8 0,-11 3 45,-8 8 0,-3 1-45,-3 6 0,-4 6 0,-1-2 0,7-11 0,2 1 0,2 0 0,8-8 0,8 16-179,12-10-136,5-2 0,5 0-1270,3 1 1,-1-1 1539,-2-2 0,-1-1 770,-4-4 1,-6 0-906,-12 10 270,-28 13-697,-4-12 1,-9 1 0,3-1 606,1 0 0,-1-2-299,0-3 0,-6 1 0,1-1 0,8-4-330,-5 4 955,3-4 0,12-6 0,24-13 1,9-7-1</inkml:trace>
  <inkml:trace contextRef="#ctx0" brushRef="#br1" timeOffset="-200041.73">14999 15801 12644,'3'-2'3276,"1"1"-1638,19-6 0,9-1 0,1 1 0,1 0-558,5-1 0,0 0-727,-1 1 0,-2 3 17,8 1-100,-3 22 639,-31 23-1665,-7-12 0,-5 2 109,-8 0 0,-3 0 122,-4 6 1,-1 2-78,-1 5 1,2 1-1038,3-4 1,2 0 305,-1-1 0,4-3-185,11 9-1558,16-18 2851,-4-7-3052,16-2 3308,-14-16 0,14-4 1,-4-4-1</inkml:trace>
  <inkml:trace contextRef="#ctx0" brushRef="#br1" timeOffset="-199445.73">15850 15754 23734,'2'-10'-3181,"1"-3"1494,-4 3 855,-5-3 667,-7 8 1403,-11 10 429,-4 14-999,5-1-873,1 21 118,15-22 359,0 13 317,11 1-784,15 8-754,-1 0-705,10-1 1177,-5-15 1,3 0-77,2 2 0,0 1 355,3 1 0,-1 1 64,0 0 0,-4 0 6,-4 6 517,-6-5-592,-30 12 561,-2-23 97,-18 6 0,-5-1 412,-7-6-1882,7-4 0,1-2 2202,3-7 177,-5-7-1938,25-41 380,2 12-408,17-1 0,7-7 0,1 5 276,0 8 1,1 0 70,3-7 0,2-5 0,-1 3-248,0-1 1,-1 2 435,-1 1 1,0 0-530,-1-9 0,-4 4-430,-3 3 1169,-3 11 1,-3 0-137,-12-3-508,-1 9 1999,-9-3-1308,-3 15 0,-2 2 870,-3 2-1486,-11 7 1,2 3 705,14 3-123,-15 12 0,36-12 1,3 3-1</inkml:trace>
  <inkml:trace contextRef="#ctx0" brushRef="#br1" timeOffset="-198994.73">16446 15670 10591,'-32'-18'3264,"-9"7"-4903,16 16 1,0 4-418,-14 8 2281,18-2 0,2 5 696,4 5 1,3 5-397,1 2 0,1 1-182,-1-3 1,3 2 200,10 4 0,5 3 1,5-6-299,9-9 1,3-3 101,4 15 1,3-5-323,10-21 0,2-11-186,-7-9 0,-2-8-308,-5-8 1,-1-6 0,-2 2 298,0 1 1,-6-2-582,-8-8 1,-5-6 0,-5 8-641,-12-3 1701,-4 4 0,-5 4-623,-13 7 577,-1 17 0,-3 9-1904,5 18 1,1 6 425,2-9 1,3 1 1368,5 12 1,10 0 0,13-4 0,4 0-1</inkml:trace>
  <inkml:trace contextRef="#ctx0" brushRef="#br1" timeOffset="-198594.73">17010 15584 24787,'-32'-6'-463,"0"7"-736,-8 5 1613,11 10 0,2 4-567,8 0 1,1 1-131,-7 11 0,5 3-1356,9 7 1,7 1 717,5-9 0,5-1 332,10 10 0,8-5 74,4-15 1,3-6-811,-4-2 0,1-3 1014,-2-6 1,0-4 444,4-7 0,0-6 387,2-4 0,-1-6-330,0-9 1,-1-5 0,-4-3-11,-10 5 1,-3-1 0,-3-1-8,2-1 0,-3 0 0,-7 1-375,-17-13 0,-12 10-513,-12 23 1,-3 6 601,9-5 1,0 3 519,-10 10 0,2 9-1440,1 18-75,14-7-1756,-1 13 2891,20-18 0,7 8 0,5-7 1</inkml:trace>
  <inkml:trace contextRef="#ctx0" brushRef="#br0" timeOffset="-198294.73">18494 14521 12210,'15'-9'1034,"15"1"1,4 3-1035,10-1-330,-10 3 0,5-1 0,-6 0-1931,2 0 642,-5 1 0,-2 1 1619,-7 1 0,-1 6 0,-7 2 0</inkml:trace>
  <inkml:trace contextRef="#ctx0" brushRef="#br0" timeOffset="-198093.73">18540 14839 10591,'-2'9'540,"2"0"-1,5-3-269,1-2 360,18 0-450,-7-4 44,16-2 1,4-1-314,1-1-1550,10-3 1,0-1 1447,-8 0 1,-12 2 0,-2-1 0,-2-1 0</inkml:trace>
  <inkml:trace contextRef="#ctx0" brushRef="#br1" timeOffset="-194320.73">21186 13510 10512,'-7'-11'573,"-3"-3"-289,6 9 109,-7-4-23,-1 9 365,-10 8-301,0 12 1,-1 3 172,-10 15-359,10-1 1,-1 8 0,3-4-1636,9-13 1,1 0 1552,-2 4 0,0 5 0,4-4-216,6-5 1,5 0 118,9 11 1,4 0-248,-7-10 0,4-2-32,9-2 1,6 0 0,-1-7-417,13-8 454,-2-13 0,7-5 0,-4-4 20,-6-6 0,-1-6 44,2 1 0,2-3 0,-5-5-7,-7-11 0,-6-5 0,-3 4 271,1 1 1,-5-2-184,-9 4 0,-4-5 1,-2-1-1,-3 9-863,-4 5 1,-4 2 858,0 0 0,-2-3 0,-4 6-493,-16-1 1,-5 9 439,0 13 0,-2 3-155,-1-6 1,2 10-855,9 22 1,3 13 0,8 0 1008,11-5 1,6 3 0,-1 6 0,1 4 0,6-3 0,13-1 0,1 0 0</inkml:trace>
  <inkml:trace contextRef="#ctx0" brushRef="#br0" timeOffset="-194054.73">21822 13659 10681,'3'-10'1079,"0"1"-539,-3 4-360,1-3-180,0 1 0,-1 1 0,0 3 0</inkml:trace>
  <inkml:trace contextRef="#ctx0" brushRef="#br1" timeOffset="-180995.73">22262 13259 12748,'9'-12'1649,"-2"2"-1059,-2 4 439,0 0 5,3-2-732,-3 2-162,-9 13-238,-2 1 217,-13 17 0,-4 4-357,2-2 215,-8 11 1,2 1-265,8-8 334,-5 12-138,18-23-74,19 11-107,13-6-167,8 9-8,6-12 63,-8-7-1255,-3-2 1,0 0 656,8 4 205,-3 2 1,-2 2 445,-14 2-169,-8 25 438,-26-24 0,-6-1 46,3-1 0,-2 0-13,-9 0 0,-5 0 0,4-3-72,-12 6-130,5-4 1,1-2-3047,4-4 2657,11-9 0,7-8 0,16-11 0</inkml:trace>
  <inkml:trace contextRef="#ctx0" brushRef="#br1" timeOffset="-180776.73">22187 13361 10862,'-7'-14'644,"3"4"-116,9-11-167,2 12-45,15-7 0,6 0-66,5 0 1,2 1-263,6-3 1,3-1-407,-9 4 0,2-1 0,-4 1-129,1-1 1,-3 0 0,-2 1 0,-4 0 0,3-7 0</inkml:trace>
  <inkml:trace contextRef="#ctx0" brushRef="#br0" timeOffset="-180358.73">22673 13130 12750,'34'-5'1079,"-12"2"-989,26-5-1789,-18 2 1834,-1 1 0,2 0-45,1-1 0,0 1-90,-3-1 0,-2 2 558,18-4-647,-25 6 382,-8 6-293,0 1 0,-19 29 0,-10 14-1541,2-2 0,-1 1 1541,2-9 0,0 2 0,1 0 190,0 3 1,0 0 0,2-3-191,0 6 0,2-3-702,-1 0 0,1 1 702,3-7 0,0 2 0,2-3-410,1-4 0,1-1 275,0 15 1,1-3 2127,3-3-3072,3 1-1350,-2-25 2442,0-1 1,-4-8 0,-3-5 0</inkml:trace>
  <inkml:trace contextRef="#ctx0" brushRef="#br0" timeOffset="-179997.73">20800 14728 8686,'-37'6'900,"-6"2"-181,18-4 1,0 1-3844,-19 3 3484,10-2 1798,15-1 258,58-2-2201,-9-6 1,9-2 0,6-2 0,1 0 0,-1 0-205,-4 1 0,0 1 1,2-1-1,0 0 1,3-1-1,2 0 7,-8 1 0,2-1 0,3-1 0,1 0 0,1 0 0,0 0 0,0 0 0,-2 0 0,0 0 0,-3 1-221,6-2 1,-2 1 0,-2-1 0,-1 1 0,2 0 0,2-1 0,3 0 202,-9 2 0,2-1 0,2 1 0,1-2 0,1 1 0,1 0 0,0 0 0,-1-1 0,0 1 0,-1 1 0,-1-1 0,-3 1-45,8-1 0,-2 0 0,-2 0 0,-1 1 0,0 0 0,2-1 0,2 1 0,2-2-55,-7 2 0,3 0 0,2 0 0,1-1 0,2 0 0,0 0 0,1 0 0,-2 0 0,0 0 0,-1 0 0,-3 1 0,-2 0 0,-3 1 22,9-1 1,-3 0 0,-3 0 0,-2 1 0,-1 0 0,1-1 0,2 1-153,1 0 0,3-1 0,0 0 1,-1 0-1,-3 1 0,-3 0 1,-6 1-161,3-1 0,-7 1 0,-3 1-146,-1-1 0,-3 1-813,23-4-1928,-53 4 3263,-29 4 0,9 0 1,-4 1-1,-7 1 1,0 0-1</inkml:trace>
  <inkml:trace contextRef="#ctx0" brushRef="#br0" timeOffset="-172739.73">9204 18080 8792,'-3'-11'1619,"0"1"-270,0 2-449,1 2-630,10 11-1,5 13-1785,5 23 0,0 7 1561,-7-19 0,-1 2-384,0 0 0,0 4 1,-1 0 428,-2 0 0,-2 1 0,-1-3-281,0-4 1,-1 1 70,2 12 0,0 6 0,-1-9-239,-2-1-1126,-1-2 1,-2-4 1484,0-19 0,-12-7 0,-2-19 0</inkml:trace>
  <inkml:trace contextRef="#ctx0" brushRef="#br0" timeOffset="-172394.73">8971 18148 9691,'-11'-1'990,"19"-2"-810,4 0 0,25-7 0,8-1-91,-7 2 1,1 1-60,-6-1 0,1 0 0,-1 1-555,5 0 0,-1 1 615,6 3 0,0 2-45,-9 4 0,0 2-871,7-1 1,-2 4 870,-6 6 0,-6 6-1279,-9 10 1,-4 2 1278,0-5 0,-4 0-45,-3 11 0,-7 2 0,-9-2 0,-5 3 0,-1-3 45,-4 6 0,-1 1-45,4-10 0,-2 2 0,-1 0 0,2-4-17,-6 3 1,1-2-29,-3 1 0,2-1-270,9-11 0,1 0-764,-8 14 1398,10-13 1,23-26-1,4-9 1</inkml:trace>
  <inkml:trace contextRef="#ctx0" brushRef="#br0" timeOffset="-172126.73">9811 18535 10141,'1'-19'2519,"-1"1"-1980,9 38-539,-5-12-45,4 18 1,0 5-676,0-3-2338,8 20 3058,-5-27 0,-1-4 0,-2-12 0</inkml:trace>
  <inkml:trace contextRef="#ctx0" brushRef="#br0" timeOffset="-171900.73">9840 18155 10681,'-4'-11'719,"0"0"-539,1 4 270,-1-2-180,1 1-270,0 1 0,-1 0 0,3 3 0,-3 1 0</inkml:trace>
  <inkml:trace contextRef="#ctx0" brushRef="#br0" timeOffset="-171553.73">10330 18321 9871,'2'-9'1170,"-2"-7"-541,-3 3 361,-4-7-271,0 9-269,-8 5 90,-12 26-360,2 13-90,9-7 0,3 2-1,4 3 1,5 2-45,5 1 0,3 0-90,2-3 0,5-1-1594,11 1 1,2-4 624,7-1-625,2-15 1,2-6-1639,-1-11 2457,12-5 1,-17-9 0,-8 1 0</inkml:trace>
  <inkml:trace contextRef="#ctx0" brushRef="#br0" timeOffset="-171127.73">10641 18377 12930,'5'5'449,"2"-1"-359,13-10-180,10-11 0,-9 4 0,4-11-89,-21 0 89,-7 0 90,-5 0-90,-13 7 0,-12 14 90,2 5 0,6 8 0,2 3 0,0 10 0,-3 12 90,22-9 0,5 1-90,4-2 0,3 0 45,10 14 0,6-2-1684,0-11 1,2-3 1625,1-1 1,2-4 56,1-6 1,0-4-376,-1-5 0,0-2-29,3-1 1,1-5 62,11-15 0,-3-4 0,-16 8 0,-3-2 0,4-10 0,1-1 0</inkml:trace>
  <inkml:trace contextRef="#ctx0" brushRef="#br0" timeOffset="-170398.73">12086 17718 10411,'-16'-12'810,"-10"3"-720,5 5-1729,-8 17 1,-1 6-206,1 7 2235,10-1 0,-4 9 0,0 2 0,6-3-301,2 3 0,3 1-197,-3 0 0,-2 4 0,6-2 197,9 5 0,8-1-890,10-3 0,3 0 755,-5-4 0,2-2 0,9 0 0,2-7-135,3-11-336,-2-8 1,1-2-204,6 0 719,7-8 0,0-4 0,-3-8 0,-8 2 0,0 0 0</inkml:trace>
  <inkml:trace contextRef="#ctx0" brushRef="#br0" timeOffset="-168454.73">12381 18073 10681,'-11'3'989,"3"0"-809,-1 3 360,-4 11-450,3-5 270,-9 22-180,12-11-90,3 18-90,11-12-270,20 9 180,-9-21-90,11 0-540,1-16 630,-13-3-449,22-11 449,-28 4-180,3-16 270,-14 13 0,-5-7-90,-1 9 270,-18-10-180,1 2 0,-3-1 0,17 1-90,13 13 0,21-13 90,-8 9 0,11-5-90,-9 4 90,3-2 0,4-1-1639,-1-1 1,1 0 1490,1 0 1,0-1 147,-1 1 0,-3 1 90,4-2 360,-2 1-91,-5 4 361,-6 2-360,-8 5-90,0 0-90,0-1 3096,-1 0-2980,0 0-207,5-4-89,-5 3 90,7-6 0,-8 4-90,4-7 90,-5 3-90,-1 0 0,-4-3 0,-7-7 0,0 2 0,-5-4 0,-7 2 0,3 9 0,-8 1 0,-4 23 0,5 20-1639,8 6 1,2 3 1580,6-16 1,2 1-501,3 9 0,2 5 1,4-5 557,8 14 0,2-7 0,3-2 0,-3-18 0,3-2 0,8 1 0,1-4 0,6-1 0,10-4-947,-3-16 0,1-3 857,4-3-592,-1-5 0,6-6 0,-7 1 547,-17 4 0,-3-1 573,19-12 1,-3-6-799,-13-6 0,-6-3 180,-3 6 0,-2-3 30,-2-3 0,0-3 1,-2 2 708,-4-5 1,-3 0-440,-4 7 0,-1-2 0,0 5 1059,0 9 0,-1 2-1089,-2-7 0,1 6 270,0 12 2916,5 59-3088,3-10 1,2 5-1,0 0-158,-2-3 0,0 0 0,1 2-30,2 8 0,0 2 0,1-1-99,0 2 0,-1-1 1,0-4 143,0-4 0,0 1-23,2 6 1,3 8-1,1 0 1,-2-10-23,-2-12 0,2 0 22,4 4 1,2 6-1,2 0 1,-1-9 21,1-6 1,1-4-45,3 14 0,2-7-89,19-25 89,-28-14-90,3-18 0,-3-8-3187,-9-12 3238,-1 14 1,-1 0 83,-6 5 0,-2 2-960,-2 1 0,-2 2 915,-5-17 90,2 16 0,1 3 0,0 5 179,-13-16-89,13 19-90,-9-13 0,12 13-90,0 0 2269,4 0-2179,4-6-90,-1 4 3276,7-11-3160,2 6-116,8-13 0,0 3 0,7-10 0,-7 12 0,0 3 0,-1 1 0,3-5-1052,-2 4 962,7-12 90,-12 19 0,3-6 0,1-10 0,-3 0 90,2-6-734,-3 6 644,-6 17 0,1 2 0,2 13 90,10 43 0,-5-7-90,-3 1 0,-1 5 60,-4-3 0,-1 3 0,0 0 184,-1-4 1,0-1 0,1 4-200,0 5 0,1 4 0,0 1 0,0-3-15,0-1 0,0-3 0,2 3 15,1-1 0,1 2 0,1 0 0,-2-6 301,2 5 0,2-3-316,3 2 0,2 2 0,-2-10-2420,1-5 2435,-3-5 0,2-5-1102,3-12 967,-1-10-90,5-15 0,-1-5 90,0-7-12,-8-1 0,0-9 0,-5 4 57,-7 7 1,-4 0 44,-1-6 0,-2-3 0,-1 4-1060,-3 9 1,-1 2 1059,-3-1 0,-3 0 90,-1 4 0,0 0 1512,-14-16-1557,18 8 0,2 0-45,4-11 0,18 14 0,6 1 0,12-10-315,4 8 0,4 0-1324,-5 6 1,0 1-1,2 0 1,-1 2 1501,-7 6 0,-2 1 0,11-5 0,0 1 1</inkml:trace>
  <inkml:trace contextRef="#ctx0" brushRef="#br0" timeOffset="-168218.73">14995 17465 11940,'4'-7'1619,"18"-4"-989,22 1-810,1-1-180,3 2-2917,-9 6 2949,-24 2 1,7 3-1,-19 2 1</inkml:trace>
  <inkml:trace contextRef="#ctx0" brushRef="#br0" timeOffset="-168024.73">15090 17624 11221,'-2'7'1259,"2"-1"-360,16-2-719,-2-4 0,14 0-180,8-5 0,1-1-629,0 0-1010,7-3 1,-1 0 1377,-17 0 1,9-7 0,-12 2 0</inkml:trace>
  <inkml:trace contextRef="#ctx0" brushRef="#br0" timeOffset="-146708.74">17920 16828 8612,'-3'-10'1169,"-1"1"-809,2 3-180,0 0-90,3 0 0,7-3 0,15-5 0,11-5-45,-1 4 0,4-1-45,-4 5 0,-1 0 0,-2 0 0,0 3 45,0 10 0,-5 7-1206,-10 10 1206,-2 6 0,-5 6 0,-8 3 0,-6 3-15,-1 2 0,-3 3 0,-1 2 15,0-4 0,-2 1 0,0 0 0,0-2-45,0 1 0,0-1 0,0-1 30,-1 1 0,-1-1 0,4-3 15,6-4 0,2-5-45,1 5 45,7-4 0,6-4 44,17-14-1503,18-12 1,5-6 1413,-23 2 0,2-2-396,6-6 1,7-4-1,0-1 1,-8 3 260,-9 3 0,-2-1-958,12-5 1,4-3 0,-9 5-1461,-8 5 2553,8-5 0,-18 14 0,1 0 0</inkml:trace>
  <inkml:trace contextRef="#ctx0" brushRef="#br0" timeOffset="-146395.74">19146 16726 10051,'-17'-21'1439,"9"1"-629,35 1-540,8 8-1909,14 7 1,2 2 716,-23 3 0,0 1 907,4 1 1,3 2 0,-2 1 104,3 5 0,-3 0 223,1 1 0,0 2-1213,6 4 1,-2 0 899,-14-6 0,-3 0 0,11 7 0,-17-10 0</inkml:trace>
  <inkml:trace contextRef="#ctx0" brushRef="#br0" timeOffset="-146177.74">19684 16581 10411,'-23'-35'1439,"-2"-2"-1079,16 29-180,-8 1-90,8 14 180,-15 25-150,9-5 0,-2 5 0,2-1-76,-3 2 1,1 0-15,0 0 0,-1 3 0,2-1-75,-2 8 0,3-4-90,4-14 1,2-1-91,-5 13 0,2-1-3052,3 12 2724,7-23 1,9 9-1,6-26 1</inkml:trace>
  <inkml:trace contextRef="#ctx0" brushRef="#br0" timeOffset="-145872.74">20379 15996 11221,'-10'-8'809,"-1"-1"360,0 1-1079,10 1 180,13-1-120,17-1 0,13-3 0,-3 2-285,-8 2 0,1 0 90,3-2 0,6-1 0,0-1 0,-6 3-1594,1-1 1,-5 1 276,0 1 0,-3 1 1362,8-2 0,-39 18 0,-4 3 0</inkml:trace>
  <inkml:trace contextRef="#ctx0" brushRef="#br0" timeOffset="-145617.74">20558 16054 11131,'4'-8'359,"0"0"361,4-1-90,1 8-450,1-1-1,-1 10 91,0 11-45,-4 7 0,0 4-3502,5 13 3309,-6-11 1,1 3 102,-1 2 0,1 1-1584,2-5 0,-1-1 1224,0 4 0,0-1-405,6 8-1708,-2-28 719,-2-6 1239,8 0 1,0-10 0,4-2 0</inkml:trace>
  <inkml:trace contextRef="#ctx0" brushRef="#br0" timeOffset="-145272.74">20590 16594 10861,'-8'2'1619,"0"1"-630,3-1 91,-1-1-631,30-6-269,-3-1-225,11-3 0,9-4-1048,1-3 1,6-3 0,-4 1 727,-11 4 1,-2 1 0,1-1 0,12-5 0,3-2 0,-8 2 0,-17 5 0,1 0 0</inkml:trace>
  <inkml:trace contextRef="#ctx0" brushRef="#br0" timeOffset="-144794.74">21585 15900 11760,'-13'-11'1080,"-2"-1"-91,2 3-719,1 1 360,1 0-226,-11 18 1,-5 10-1498,0 7 1,-3 6 0,2-1 917,3-8 0,1-2 0,1 5 197,-2 6 1,0 4 0,3 2-1,7-5 453,11 4 0,4-2-520,-4 2 0,5-2-178,6-7 0,8-4 88,16-5 0,8-8-1015,7-10 0,3-5 1120,-12 3 0,2-1 0,-2-5 391,4-9 0,-1-7 0,-5-2-391,-11-1 0,-4-2 0,-1 0-294,5-6 1,-6-4 293,-14-2 0,-7-5 0,-2 7 359,-10-10-359,-3 15 0,-4-3 0,0 9 1385,-10 6-1445,-2 9 0,-1 5-826,10 10 0,1 4 466,-23 10-1124,18 3 0,3 3-41,5-1 1615,-2 21 0,25-22 0,3 4 0</inkml:trace>
  <inkml:trace contextRef="#ctx0" brushRef="#br0" timeOffset="-144398.74">21954 15776 11131,'-9'-4'1439,"-6"-2"-1079,1 7 89,-4 16-359,7 2 90,6 11 0,4 5-90,3 0 0,2 1 0,0 7 0,4 2-30,3-8 0,3 1 0,4-4-15,10 1 0,3-4 0,-1 1 0,4-8-1138,0-20 1,5-9 0,-6-3 649,-8-2 1,-2-4 872,16-11 0,-3-3-430,-10-10 30,-14 6 0,-1-5 0,-2 3-30,0 6 0,-3-2 59,-2-15 1,-2-7 0,-4 9-60,-9-2-90,1 10 1,-4 7-631,-6 17-1259,-5 19 540,3 8 1439,3 6 0,-1 4 0,-6 8 0,7-6 0,0-1 0</inkml:trace>
  <inkml:trace contextRef="#ctx0" brushRef="#br0" timeOffset="-144019.74">20235 17312 10051,'-48'12'-180,"15"-4"1889,-4 1-1259,29-13 630,22-9-541,14-6 1,2 1 0,5-2-136,4-3 1,8-2-566,-14 9 0,3-2 0,4-1 1,3 0-1,3-1 0,2 0 251,-9 6 0,3-1 0,3 0 0,2 0 0,1 0 0,1 0 0,0 0 0,0 1 0,-2-1 0,-1 1 0,-3 0-79,4-2 0,-2 0 0,-2 1 1,-1 0-1,0 0 0,2 0 0,2 0 1,3 1-68,-6 2 1,3-1 0,2 1-1,1-1 1,2 1 0,1-1-1,0 1 1,-1 1 0,0-1-1,-2 2 1,-2 0 0,-3 1-1,-2 1-189,7-1 1,-2 1 0,-4 2 0,0 0 0,-2 0 0,1 1 0,1-1 154,1-1 0,1 0 0,0 1 0,0-1 0,-1 1 0,-1 0 1,-1 0-567,10-1 1,0 0-1,-2 1 1,-3 1 0,-2 0 22,5-1 1,-3 1 0,-6 1 362,-2 0 0,-3 1-1369,14-1 1,-13 3 1265,-32 5 1,-16 3-1,-18 2 1</inkml:trace>
  <inkml:trace contextRef="#ctx0" brushRef="#br0" timeOffset="-142869.74">20458 17630 9961,'-4'-13'2159,"1"3"-1889,5 0-90,12-1-1819,16-2 1,6-2 1330,-11 5 1,2 0 737,17-6 0,0 0-430,-17 6 0,-1 1-495,21-8 0,-1 1-2223,1 0 2448,-9 0 0,-7 8 270,-27 12 0,-15 7 0,-10 10 0</inkml:trace>
  <inkml:trace contextRef="#ctx0" brushRef="#br0" timeOffset="-142632.74">20685 17673 10501,'4'-7'2339,"-1"0"-2069,1 22-91,2 12-29,2 6 0,1 9 0,-1-4-150,-1-5 0,0 1-1093,1 2 1,1 3 0,0-3 728,0 1 1,-2-4 849,5 10-2061,-1-1 1,2-1 1574,5-5 0,-6-14 0,1-1 0,10 4 0</inkml:trace>
  <inkml:trace contextRef="#ctx0" brushRef="#br0" timeOffset="-141993.74">21321 18060 11311,'-13'-3'899,"-14"2"-539,3 2-180,-5 2 269,-1 11-359,14 1 0,-7 4 90,13 7-90,6-13-90,2 10-3277,17 4 2802,-3-12-885,12-1 1,2-3 1180,-2-7-1,21-3-450,-8-19-1155,-17 6 1605,10-12 1695,-30-8-1605,-17 3 90,-3 5 0,-2 2-90,-13-3 1820,-4 4-1820,38 10 90,5 3-180,24-16 90,-2 4 0,4-4 30,-7-3 0,1-3 0,0 1 60,8-3 0,-3-2 0,-8-5 0,-2-5 0,-6 8 90,-5-2 90,-2-8 0,-2 2-90,-3 19 0,-1-18 3186,1 34-2800,3 23-386,-2 4-1696,4 24 0,-1 6 1650,-2-20 1,-1 0 0,3 17 0,1 4 45,-1-10 0,0 1 0,0-3-90,0-6 0,1 0 0,-1 2 0,1 4 0,1-4 90,3 1 0,2-5-270,6 7-1259,0-10 0,1-6 1439,4-18 0,3-14 0,-10-11 0</inkml:trace>
  <inkml:trace contextRef="#ctx0" brushRef="#br0" timeOffset="-141792.74">21506 17808 10501,'5'7'810,"18"-8"-541,21-16-404,-5 1 1,2-1-406,-5 0 0,1-1 540,8-2 0,-3 2 0,-17 7 0,-2 0 0,1 2 0,-1-1 0</inkml:trace>
  <inkml:trace contextRef="#ctx0" brushRef="#br0" timeOffset="-141150.74">22095 17867 11131,'-14'-6'2518,"-10"1"-2248,10 2 450,-33 18-361,15 7-224,5-1 0,0 3-45,9-5 0,4 1-135,0 5 0,6 1-225,15 16 90,3-10-89,20-6 89,-12-18 90,4-2-450,10-9 450,-12-2-90,12-6-269,-2-23 89,-10-5 270,-7 10 0,-3 0 0,-1-7 0,-7 10 0,-2 31 0,12 11 90,-4 1-90,17 8-90,3-16 0,13-9 0,-13-11 0,0-4 1,13-12-61,-21 2 0,1-7 0,-5 2-1390,-4 6 1,-2-1 1419,4-9 0,0-6 1,-3-3-16,-5-2 0,-2-4 0,-2 0 0,1 4-282,1 6 1,0 3 0,-1-4 560,-2-1 0,0-5 0,-1-1 0,-1 4 0,0 10 36,-3-8 0,1 7 0,-1 14 179,0 32-134,2 15 0,2 7-15,0 0 0,1 3 0,0 0-90,0-3 0,0 1 0,0-1-353,1 2 0,1 1 0,0-1 413,1 0 0,1 0 0,-1-2-45,2 5 0,2 1 15,0 0 0,1 4 0,1-6 443,3-2 1,2-5-1493,-2-2 0,3-5 748,12-1 1,0-22 0,1-7 0</inkml:trace>
  <inkml:trace contextRef="#ctx0" brushRef="#br0" timeOffset="-140633.74">23368 17261 10951,'-11'-9'1349,"1"-1"-270,5 6-899,-2 7 0,4 3 90,-4 20-180,5-3 45,-2 11 0,-1 5-45,3-9 0,-2 2-1183,-1 11 1,-2 7 0,1-5 694,0 1 1,0-2 428,0-8 0,1 1 0,0-4-121,1-2 0,1-4 0,-1 5-360,7-46 360,2-31 45,-3 11 0,1-9 0,0-3 1,0 0 8,0 7 0,0-1 0,0 0 0,0 0 0,1-1 36,-1-1 0,1-2 0,-1 1 0,1 1 0,0 2-23,-1-3 1,1 2-1,1 2 1,1 7 167,6-6 0,4 15-145,14 28-704,-10 16 1,2 12-1,-3-1 704,0-2 0,-2 3 0,0 7 0,0 8 0,-1 0 0,-4-9-706,-3-6 1,-2-2 705,1 4 0,0 3 0,-1-2 282,-1 0 1,0-3-463,3 15-1335,-2-11 1,0-3 1514,0-9 0,-1-5 0,-4-19 0</inkml:trace>
  <inkml:trace contextRef="#ctx0" brushRef="#br0" timeOffset="-140436.74">23331 17519 10861,'-7'4'809,"14"-7"-449,28-14-270,-12 6 0,2-2-1729,8-5 1,0-1 131,-9 6 1,-1-1 291,3-3 1,-1 1 944,11-8 1,2-2 0,-4 5 0</inkml:trace>
  <inkml:trace contextRef="#ctx0" brushRef="#br0" timeOffset="-139825.74">24053 17727 11490,'-9'3'1979,"-1"1"-1079,4-4 89,-2 1-179,1 0-720,1 0-720,18-12 270,-4-6 135,4-7 1,-1-5 89,-5 1 0,-4-2 90,1-1 0,-2 0-45,-1 3 0,-2 2 0,-6-11 0,-2 6 0,-2-2 0,1 10 0,0 0 45,-1-4 0,1 2 45,-4 2-180,11 16 180,9 3 0,0-1-90,9 3-269,22-3 269,-12 1-90,15-4 0,3 0 90,-1-1 0,-7 1 0,-1 2 90,5 7 270,-16 34-180,-5-10 45,-13 18 0,-4 5-90,2-21 0,-1-1-1,1 14 1,1 1 0,4-10 0,1-3 45,4 7-225,3-12 1,3-4-766,4-7-1259,16 0 2159,-1-25 0,-6-6 0,7-9 0</inkml:trace>
  <inkml:trace contextRef="#ctx0" brushRef="#br0" timeOffset="-139419.74">24767 17378 10501,'-8'6'899,"1"0"1,3-3-360,6 2-181,4-6-179,5 1 90,3-7 360,12-9-360,-4-1-91,-3-1 1,-2-1-90,4-11-90,-4-1-90,-11 1 1,-11-2 89,-9 0-90,-3 6 90,-5 11-90,-22 25 90,14 2-689,3-1 1,-2 5 688,1 10 0,2 4-1468,6-4 0,1 0 1468,-5 6 0,3 0 0,10-5 0,5-1-710,9 21 710,8-19 0,3-1 0,2-5 0,1-1 0,2-4 0,2-3-179,18-2-2179,-6-8 1818,2-3-1169,7-6 70,-15-2 1,-1-3 1327,15-5 0,-12 3 1,-1-2-1,7-6 1</inkml:trace>
  <inkml:trace contextRef="#ctx0" brushRef="#br0" timeOffset="-138965.74">25378 17282 10321,'-17'-20'1709,"4"5"-899,-8-2-1,0 3 91,-17-5-720,10 7 224,0 8 1,-1 5-315,1 7 0,-18 9 90,22 12 0,5 7-1819,7-6 1,3 3 1150,-5 12 1,6 2 489,15-5 0,9-5-137,7-9 0,4-4 90,-6-4 0,1-4 0,7-7 0,-1-6-45,-2-10 90,8-5-45,-11-4 0,-1-3 45,-5 1 0,0-3 1505,7-11 1,-3-1-1506,0-12 0,-5 6 0,-9 21 787,-1 21-787,0 0 0,1 13 0,8 13 0,-5-11-90,20 22-1079,6-23 629,-4 1-179,6-14-450,-17-8 1169,10-11 0,4-6 0,-8 3 0,0-3 0,5-2 0,-1 1 0,0-1 0</inkml:trace>
  <inkml:trace contextRef="#ctx0" brushRef="#br0" timeOffset="-133325.74">24666 16136 10141,'-9'-6'1619,"2"2"-1079,0 1-90,2 2-360,19-4-180,-4 2-180,20-4 0,4-1 0,-3 0-1369,10-2 1,0 1-1639,-15 3 520,13-2 2757,-30 8 0,-5 3 0,-2 0 0</inkml:trace>
  <inkml:trace contextRef="#ctx0" brushRef="#br0" timeOffset="-133098.74">24643 16445 9602,'10'5'1439,"5"-1"-1259,-6-5 269,13-3 1,11-6-315,-3 0 0,2-1-225,1-1 0,0 0-1549,6-4 1,-1 1-1639,7-5 3078,-15 7 0,-2 0 0,-1-1 0,14-7 0</inkml:trace>
  <inkml:trace contextRef="#ctx0" brushRef="#br1" timeOffset="-130866.73">25735 15214 19822,'3'-11'-1341,"0"1"1024,12-15 483,-6 14 314,25-21-15,-7 18-121,-1 2 1,3 0-150,-1 3 1,0 3-162,0-2 0,0 4 120,9 6 1,-4 11-225,-13 19 0,-8 9-255,2 2 1,-6 3-769,-9-3 1,-6 3 0,-3 0 302,-2-10 0,-2 1 0,-2-2 0,2-1 1042,0-2 0,1-2 0,-1 3-383,-2 6 1,-1 5 0,1-2 0,3-8 261,4-8 1,2-1-308,-5 27 1,11-7 289,34-25 73,-8-10 1,4-5-49,10-7 0,6-7 0,0-1-247,-6 0 0,0-2 0,0 0-220,3-2 1,0 0 0,-4 0-1312,4-5 1,-8 2 1259,-10 2 0,-9-3 0,-9 7 0</inkml:trace>
  <inkml:trace contextRef="#ctx0" brushRef="#br1" timeOffset="-130571.73">26604 15443 11487,'-12'-20'1201,"6"7"-4478,0-5 1159,7 11 3617,15 2-693,-1 4-309,12 2-56,14 7-81,-8 0-102,13 5 1,1 1 920,-3 0-1259,-10-4 0,4 3 0,-4-2-1905,11 4 859,-17-6 1,-2 0-1394,0-1 2469,-15-5 0,3 0 0,0-1 0</inkml:trace>
  <inkml:trace contextRef="#ctx0" brushRef="#br0" timeOffset="-130367.73">27054 15143 11131,'-8'-7'629,"-10"19"-539,6 5 173,-10 17-107,3 1 1,-2 3-9,-1 4 1,-3 3-143,4-6 0,-2 4 1,1-3-153,5-6 1,0-2 0,0 0-948,2 1 1,0 0 0,3-4 272,-4 12 1,5 7 0,13-31 0</inkml:trace>
  <inkml:trace contextRef="#ctx0" brushRef="#br0" timeOffset="-129896.73">27438 14779 10771,'-12'-20'1709,"4"5"-1439,8-2 90,19 0-1999,15 3 1,3 2 1113,8-3-90,5 7 1,-2 4 614,-19 9 45,-2 3 0,-2 3-45,-7 5-226,2 12 226,-20 1 0,-6 4 2202,-5 11-2202,-5-9 0,-7 8 0,-1 1 0,3-7 1624,2-4 0,-2-1-1624,1-1 0,-5 5 0,1-1 0,5-4 0,2 1 0,5-4-3158,-6 13 3158,8 0 0,32-27 472,-5-7-517,24-6 0,6-6-90,-17 0 0,1-2-105,3 0 0,4-1 1,-2-2-854,-3-1 1,0-1 0,-4 1-547,-1 0 1,-2 1 1289,6-3 1,-4 0 0,-7 1 0,0-1 0</inkml:trace>
  <inkml:trace contextRef="#ctx0" brushRef="#br0" timeOffset="-129607.73">28151 14693 10681,'-1'-20'1529,"1"4"-719,0 1-541,4 23-179,-2 13 0,0 11 0,-1 4-3367,0 14 2835,-2-16 0,1 2-263,1 2 1,0-3 614,1 8-180,0-5 0,1-1-90,1-10-179,2 4-2738,5-1 3264,0-11 0,7 5 0,-1-12 1</inkml:trace>
  <inkml:trace contextRef="#ctx0" brushRef="#br0" timeOffset="-129171.73">28672 14527 10681,'5'-8'1529,"-1"1"-1079,-3 13 269,-19 38-449,0-1 0,-1 3-210,6-15 0,1 1 0,-1 0 0,-2 5 0,0 1 0,3-1 75,3 10 0,5-4-1774,1-15 1,2-1 1625,0 5 1,6-2-1123,9-8 1,3-3 1044,2 2-599,12-1 1,2-5 688,-8-11 0,19-2 0,-13-20 0,-16 0 0,6-6 1585,-33-5-1585,-10 18 0,-2 2 2061,-11-10-2646,-7 14 0,0 5-44,14 3 629,-4 5 0,4 0 0,15-3 0,-5 5 0</inkml:trace>
  <inkml:trace contextRef="#ctx0" brushRef="#br0" timeOffset="-128737.73">29129 14619 10861,'-5'-8'899,"-1"0"-539,-4 7 180,-11 8-1203,2 3 842,-3 8 1,-3 6 45,0 15 0,2 4-180,0-7 0,2 1-15,6-5 0,2 1 0,4-3 15,6-3 0,3-3 138,10 19-183,8-8-180,16-7 90,9-18 0,-1-9-1549,-11-15 1,-1-4 1622,-2-8 16,-3 0 0,-5-7-30,-13 2 0,-6-4 0,-2 1-15,-3-8 0,-6 1 45,-2 5 0,-3-1 0,-3 7-45,-9 8 0,-3 9-1124,-5 8 1,1 7 809,-8 12-451,17 0 1,2 3 429,-3 21 1,6-1 0,12 2 0</inkml:trace>
  <inkml:trace contextRef="#ctx0" brushRef="#br0" timeOffset="-128295.73">29449 14596 10951,'1'-9'2698,"0"1"-2158,-5 3 179,-18 22-359,1 6-225,1 4 0,1 6 0,9 0 0,4 1-180,3 4 0,6-1-135,10-1 0,5-4 90,10 4 45,-5-23 0,1-6-45,-2-7 0,11-13 0,1-5 90,-2-4-30,-8 0 0,3-6 1,-6 2-962,-2-14 991,-4-2 0,-5-2 0,-9 11 0,-5-1-30,-4 2 0,-5-2 0,0 3 30,-3 0 0,-6 6-135,-23 3 0,-3 12-635,21 12 0,0 7 380,-3 4 0,-3 4 1,3 1-826,1 6 1,1 1 1214,3 0 0,-2 2 0,2-1 0,-2 4 0,3 0 0,-2 3 0,0 0 0</inkml:trace>
  <inkml:trace contextRef="#ctx0" brushRef="#br0" timeOffset="-127663.73">26087 16033 9781,'-19'4'180,"6"-2"1170,-15 4 89,10-2-900,-1 0 181,7-1 359,6 0-1910,27-8 0,22-6 1,-1 0 920,-8 2 0,7-2-33,-11 4 0,9-3 0,5-2 1,6-1-1,2 0 0,3-1 0,0 0 1,-1 0-1,-2 1 0,-5 1 0,-4 1-369,2 0 1,-5 1-1,-3 0 1,1 1-1,4-1 1,7-2 306,-13 3 0,3 0 0,3-1 0,3 0 0,2-1 0,3-1 0,1 0 0,1 0 0,1 0 0,0 0 0,0 0 0,0 0 0,-2 0 0,0 1 0,-3 0 0,-1 1 0,-4 0 0,-2 2-15,12-3 0,-4 1 0,-3 1 0,-2 0 0,-1 1 0,1 0 0,1-1 0,2 0 0,3 0 13,-6 0 1,2 0-1,2 0 1,2-1 0,1 0-1,0 0 1,1 0-1,-1 0 1,0 1 0,-1-1-1,-2 1 1,-2 0 0,-2 1-1,-3 0-238,11-1 1,-3 0 0,-4 1 0,-1 0 0,0 1 0,0-1 0,2 0 232,-3 0 1,3 1 0,-1-1 0,1 0 0,-1 0-1,-1 1 1,-3-1 0,-3 1 56,11-4 0,-5 0 0,-1 1 0,-1 0-23,1 1 1,0 1-1,-1-1 1,-6 0 22,12-7 0,-22 2 765,-34 8-1980,-3 1 1061,0 4-3168,5 4 4096,5 2 0,0 2 0,1 2 0</inkml:trace>
  <inkml:trace contextRef="#ctx0" brushRef="#br0" timeOffset="-121822.73">26309 16581 10051,'-9'-6'630,"2"1"89,2 2-89,1-2-90,3-1-180,1-3-180,3 1-91,0-1 181,14-7-180,-6 7-90,13-8 180,17-3-483,-18 9 303,1 1 0,0 1 0,-7 5 0,6 1-3277,-2 14 3203,-8-2 74,-3 11-1160,-16 4 1160,-3 0 108,-4 3 0,-1 0-108,-2 2 0,-2 1 0,0-1 0,5-10 0,-4 9 0,13-20 2705,8 4-2795,26-4 0,-9 1 1893,19-4-2073,6 13 270,-23-1-89,12 19 89,-41 5-1639,-11-6 1,-5 2 1580,4-8 1,-1 1-273,-2-1 0,-3 2 0,4-4-2947,-8 9 2814,10-9 1,29-30-1,13-14 1</inkml:trace>
  <inkml:trace contextRef="#ctx0" brushRef="#br0" timeOffset="-121365.73">26878 16670 10231,'-7'-9'720,"1"1"-1,0 1 271,0 0-1,-2 0-809,-2 5-90,0 3 360,-11 20-180,-2 23-180,10-19 0,1 2 44,0 14 1,4 1-135,5-15 0,3-1 0,1 2 0,2-3 0,8 3-180,16-3 91,-2-12-1,8 2 0,2-18 0,7-20 45,-23 8 0,-1-4-1594,1-17 1,-4-4 1580,-9 15 1,-4 0-77,-1-8 0,-7 0 134,-18-3 0,-6 6-2300,-5-2 2300,5 5 0,0 5-179,-6 20-2648,-5 22 2287,12-5-1099,10 7 1,4 2 1267,12-6 0,8 18 1,8-19-1</inkml:trace>
  <inkml:trace contextRef="#ctx0" brushRef="#br0" timeOffset="-120918.73">27222 16633 10501,'-10'-10'720,"0"0"89,0 5-719,-1 3 270,-4 9-270,5 2 0,-3 8 270,-1 22-360,7-15 45,1 1 0,1 2 134,10 14-179,0-9 0,9-4 0,2-2 0,1-9-90,14 10-89,1-23 179,-12-4 0,13-5-90,0-26 90,-14 8 0,8-19-1639,-26 16 1,-4 0 1523,-2-8-930,-14-7 1,-4 1 1044,1 11-122,1 4 0,-2 4 212,-11 13-90,12 6-29,-12 4-780,-4 22-900,14 1-1568,-5 9 3174,24-12 0,14-4 1,2-5-1</inkml:trace>
  <inkml:trace contextRef="#ctx0" brushRef="#br0" timeOffset="-120460.73">27610 16536 10591,'-1'-7'899,"-1"-1"-269,1 3-270,-3 0-270,-1 8 90,-3 6 90,-5 16-180,4-4-1,-2 14 1,7-14-90,0 5 90,10 10 0,4-6-45,2-6 0,2-1-45,13 6-90,1-8 0,1-11-90,3-14 180,-5-1 0,11-19-89,-17-6-1259,-2-2 1303,-12 7 0,-4-1 45,-8-22 0,-4 0 45,-2 18 0,-5 2-1518,-2 6 1,-2 2 1472,-13-12 0,-5 9-1255,11 28 0,0 5 895,-3 2-12,2 1 0,-1 3 372,10 5 0,4 1 0,-3 7 0,6-5 0,0-1 0</inkml:trace>
  <inkml:trace contextRef="#ctx0" brushRef="#br0" timeOffset="-119828.73">28196 16399 10141,'-6'-11'720,"2"2"179,-2-1-629,1 4 270,-5-1-360,0 7 180,-16 12-271,11-2 46,-6 9 0,1 1-45,6-2 0,-5 18 0,1 3-90,9-2 0,3 4 0,5 2-90,9-18 0,3-2 90,7 18-270,21-16 180,-23-22 90,12-3 0,-15-6-179,10-16 179,-7-5-90,-4-10 0,-5-6-1549,-10-1 1,-4 1 1580,4 3 1,-2 1-1123,-5 4 1,-2 7 1179,1 13 0,-9 1-180,6 9-1079,-25 16-2018,14 13 3017,-3 5 0,12 5 0,11-11 0</inkml:trace>
  <inkml:trace contextRef="#ctx0" brushRef="#br0" timeOffset="-119471.73">28671 16492 10591,'-14'-3'1079,"2"0"-449,4 0 0,2 1-450,11-3 89,7-1-179,8-2 90,18-4-90,-4 2 0,2 0-270,10-4-1459,0 1 1,-4 0-1355,-22 5 2993,15-6 0,-32 12 0,0-1 0</inkml:trace>
  <inkml:trace contextRef="#ctx0" brushRef="#br0" timeOffset="-119177.73">28762 16279 10501,'-5'-7'899,"0"-1"-269,3 4 180,0-1-451,4 11 91,1 27-315,1-4 0,-1 3-1774,0-2 1,0 0 1670,-2 2 1,1 1 102,0-1 0,-1-1-1225,0-3 1,0-1 1044,0 5 0,1-1-180,0-4 1,1-3-1485,3 15-1260,0-4 2969,1-5 0,-3-17 0,1-4 0</inkml:trace>
  <inkml:trace contextRef="#ctx0" brushRef="#br0" timeOffset="-115636.73">29079 16118 9602,'2'-8'629,"3"2"-359,-2 2 0,9-1-180,-6 1 0,7-1 90,4 1-90,2 1 0,8 1-1,-7 1 91,3 16-180,-16-3 45,-7 21 0,-5 5-45,-6 1 30,-3-2 0,-3 5 0,0-4 15,3-9 0,-2-2-45,0 3 0,-1 3 0,2-3 0,4-3 0,3-2 90,-4 13-90,31-12 0,10-23-90,11-3-719,7-8-271,-14-2 260,2-4 1,-16 2 0,-2-2 0</inkml:trace>
  <inkml:trace contextRef="#ctx0" brushRef="#br0" timeOffset="-115013.73">29421 16158 9691,'-3'-11'270,"1"1"270,-3-1 180,-2-2-630,-2 1 269,-8 3-179,1 13-180,-4 4 90,3 14 0,8-2-360,7 12 180,5-15-180,15 8 91,-4-20-3098,16-2 2802,-13-7 385,4-4-157,-8-7 157,-3-2-2036,-1-13 2216,-6 12-1,-2-6-89,2 38 0,3 22 0,1 3 1108,0 6 1,1-1-1109,-3-13-72,1-1 1,-1 0 161,-2-1 0,-1-6 0,-2 2 3186,-7-1-3129,-13-3-237,3-3-495,-5-6 1,-2-3-1305,3-6-227,-10 3 2116,20-9 0,6-1 0,1-1 0</inkml:trace>
  <inkml:trace contextRef="#ctx0" brushRef="#br0" timeOffset="-114271.73">29579 16098 9152,'5'-17'1799,"-1"5"-1080,-1 3 361,0 3-810,0 21-1,-3 10-89,-1 20-135,-2-14 0,-1 0 45,-2 10-90,1 6 90,0-14-90,2-11-90,-3 26-180,5-25-89,1 7 269,7-25 0,4-13-90,3-4 90,-2-4-90,3 0 90,-4 6 0,0 1 0,-4 6-270,4 0 270,-2 1-3187,9-3 2892,-10 2 296,3-2 89,-4-1-90,5-11 90,-2 5 179,3-16 1,-7 15 90,2-7-90,-7 48-180,1-18 45,-2 17 0,-2 3 45,1 0-90,0 2 3276,3 11-3070,0-15-206,4 13-630,0-15 630,0-6 0,-3-11 0,-1-6 0</inkml:trace>
  <inkml:trace contextRef="#ctx0" brushRef="#br0" timeOffset="-113847.73">29841 16103 10231,'-2'-12'1259,"0"0"-449,2 7-630,-4 8 270,-6 33-360,2-9-1,1 13 1,1 3 0,3 0-45,2-4 0,2-2-45,1-3 0,4-1-90,5-11-89,6-8-91,11-4 180,-6-10-180,10-35 270,-19 3-45,-5-1 0,-4-2 0,-8 5 0,-5 1 45,1 2 0,-3 2-1639,-8 1 1,-2 5 1433,0 5 95,-9 6-700,9 16-179,2 2 989,-6 10 0,10-3 0,3 4 0</inkml:trace>
  <inkml:trace contextRef="#ctx0" brushRef="#br0" timeOffset="-113387.73">29984 16160 10231,'-2'-10'1529,"0"1"-719,0 2-360,-1 2-271,-2 11-89,1-1 90,-3 19 0,4 2 0,1 2-180,-1 8 45,4 2 0,2 0-45,3-13 90,6 13-3367,10-8 2892,-9-15-849,23 6 1144,-21-20 90,10-2-2009,9-33 1919,-16 12-88,-2 0 1,-2-3 132,-9-1 0,-4 1 45,-1-12 0,-14-10 0,-6 1 0,1 13-18,-8 0 1,-2 6-342,0 24-1280,-1 8 1,0 3-842,-1 5 2398,-10 13 0,22-7 0,-1 2 0</inkml:trace>
  <inkml:trace contextRef="#ctx0" brushRef="#br0" timeOffset="-104760.73">26922 18141 7892,'-9'-1'2159,"1"-1"-540,1 1-1079,2-1-450,9-1 90,18-6-90,-1 2-225,16-3 0,3 0-45,-10 2-495,13-1 1,-2 1 314,-18 4 360,20 0 0,-35 4 0,4 1 0</inkml:trace>
  <inkml:trace contextRef="#ctx0" brushRef="#br0" timeOffset="-104501.73">26937 18330 9062,'-4'7'450,"2"1"-360,5-4 269,5 0 91,10-2-180,17-8-270,-5 1-540,11-7 1,0-1-2738,-5 2 1915,-1-1 0,-2 1 1362,-7 2 0,4-2 0,-1-1 0</inkml:trace>
  <inkml:trace contextRef="#ctx0" brushRef="#br0" timeOffset="-103786.73">27808 17875 9332,'-4'-19'629,"2"4"-359,-1-1 360,2 3 179,-2 2-89,-2 0-540,-1 2 0,-2 5 180,-13 14-91,-7 10-134,2 3 0,-1 3-1774,5 0 1,0 1 1670,1 0 1,2 0 12,3 2 0,4-1-644,5-1 0,3 0 644,0 2 0,6 1-1,14 9 1,7-2-90,-2-15 1,3-3-396,11 4 0,3-6 305,1-13 0,2-7-745,1-5 0,-2-3 835,-3 1 0,-3-2 835,-3-1 1,-3-5-881,-4-9 0,-6-5 45,-8 0 0,-4-3 15,-4-2 0,-3-2 0,-3 2 30,-8-2 0,-5 4 0,-7-1 0,-4 7-45,3 17 0,-1 7-315,-22 11-450,5 10-2248,11 15 1259,20-10 2075,8 0 1,12-6-1,2 1 1</inkml:trace>
  <inkml:trace contextRef="#ctx0" brushRef="#br0" timeOffset="-103528.73">28342 17895 10321,'-14'-4'1169,"1"0"-629,6 1 360,-3-1-631,4 2-1888,-4-3 1619,4 2 0,2 1 0,2 1 0</inkml:trace>
  <inkml:trace contextRef="#ctx0" brushRef="#br0" timeOffset="-103087.73">28457 17603 10501,'-12'-7'450,"1"2"269,1-1 271,1 2-810,17-7 90,31-3-1909,-2 3 1,3 0 1195,-6 2 1,0-1 827,2 1 0,-1 1-475,-6 1 0,-4 1 0,4-1-90,20-3 180,-40 11-90,-7 20 90,-10-2 0,-6 14 0,-2 3 0,0 1 0,3-8 0,1 3 0,1 8 0,2-3 0,0 3 45,1 9 0,2-1-45,6-21-765,2 5 1,0-2-226,1-13 990,8 14 0,-5-26 0,3 0 0</inkml:trace>
  <inkml:trace contextRef="#ctx0" brushRef="#br0" timeOffset="-102646.73">29116 17588 10231,'-12'-11'990,"0"-1"-361,4 4 1,0-2-270,9-4 89,14-3-359,1 2 180,20-5-90,1 7-90,1 2 90,7 7-90,-20 9-3367,-12 38 3252,-15-6-672,-10 1 1,-8 9 0,0-4 696,-1-3 0,-1 1-357,5-8 0,-3 4 1,1 0-1,3-4 357,-2 3 0,3-2-440,2 0 0,4-4 440,7-1 1171,11-3-1171,13-17 0,7-6-315,18-8 0,3-4 180,-11 7 0,0-4-735,-1-5 1,2-5 0,-9 4-930,-7 1 2052,12-7 0,-29 14 1,0 1-1</inkml:trace>
  <inkml:trace contextRef="#ctx0" brushRef="#br0" timeOffset="-102266.73">27554 18732 10611,'-32'5'180,"2"-2"225,3 0 0,-2 1-2044,4 0 1,0-1 1262,0 0 1,0 1 2468,-8 1-1194,25-3-539,18-3-60,20-6 0,14-4 0,-2 0-88,0 1 1,6-2-146,-15 3 0,6-1 1,4-2-1,4-1 1,1-1-1,1 1 1,-3 0-1,-3 2-238,4-1 1,-3 1-1,0 0 1,0 0 0,2-1-1,2 0 181,-4 2 0,2-2 0,2 0 0,1 0 0,1 0 0,-1 0 0,-1 1 0,-2 0 0,-2 1-25,6-2 0,-4 2 0,-1 0 0,-1 0 0,2 1 0,3 0-98,-5 0 1,3 1 0,1 0-1,1 0 1,0 0 0,-2 1-1,-1 0 1,-4 0-50,8 0 0,-4 1 0,-2 0 0,1 0 0,2 0-198,-2-1 0,2 1 1,1-1-1,0 1 1,-2-1-1,-3 2 112,9-1 1,-1 0 0,-4 2 0,-5-1 120,4 1 1,-4 0-324,-6 0 0,0 1 0,-6 1-2608,1 1 3058,-28 7 0,-31 2 0,-1-1 0,1 0 0</inkml:trace>
  <inkml:trace contextRef="#ctx0" brushRef="#br0" timeOffset="-98486.73">29672 17349 11311,'5'-1'3276,"-3"0"-2865,17-4-321,-7 0 270,19-5-270,-9 3-3367,8-2 2393,-15 6 1833,-1 2-949,-4 3 90,0 12-90,-10 8-655,-4 4 655,-12 18 45,1-9 0,-2 2-45,2 0 0,-1 1 0,2-6 0,0 1 0,0-1 0,-2 12 0,1-2 0,3-7 0,0-3 0,3-1 0,0-3 0,-2 13-2501,8-10 2231,0-8-2518,3 5-489,3-22 2747,3-1 0,3-12 0,2-5 0</inkml:trace>
  <inkml:trace contextRef="#ctx0" brushRef="#br0" timeOffset="-98021.73">29981 17449 10951,'3'-18'899,"1"3"-449,2 8-270,-1 1 450,18-8-541,-9 7 181,29-9-180,-23 11 0,13-2 180,12 12-270,-24 0 0,1 11 0,-4 4 0,-17 5 30,-10 5 0,-6 7 0,-1-4-30,3-7 0,-3-1 22,-6 8 1,-5 7-1,-1-1 1,4-7-23,6-6 0,0 0 30,-9 11 0,-4 6 0,7-8-30,7-5 45,5 1 0,5-2-45,11-16-450,42 1-630,-15-23 1,2-4 449,2 3 1,1-1-1010,3-6 1,-3-1-1,-13 6 1,-2-1 1277,1 1 0,2-1 1,8-6-1,1-2 1,3-1-1,-1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20:31.89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11878 587 6633,'-7'-7'0,"1"0"0,-1 1 0,-3-6 0,2 3-90,-5-6 0,8 8 90,-1-5 180,2 0 270,1-2-180,2 2 90,2 1 89,0 4 181,0 0 449,-1 1-899,7 10 0,3 12-180,4 7 90,-1 11-90,-5-12 90,1 16-90,-6-17 90,5 24-90,-5-27 0,1 14 0,-3-23 0,1 3 0,4-20 0,-3 2 0,8-28 0,-6 14 0,4-14 0,1-5 0,1 6 0,-1-1-90,0 13 90,6 13 0,2 11 0,2 0 0,1 13 0,-10 0 0,5 10 0,-3-4 0,4-14 0,-4-14 0,4-21 0,5-14 0,3 9 0,-1 6 0,0 34 0,-9 28 0,-1 12 0,-8-12 0,0 2 45,-1-8 0,1-2-90,-1 0 0,0-2-45,8 6-90,-4-23-1259,11-14 450,-7-2 989,13-15 0,-7-2 0,5-8 0</inkml:trace>
  <inkml:trace contextRef="#ctx0" brushRef="#br0" timeOffset="550">12806 335 9062,'-1'-9'2069,"-1"-4"-1260,-2 0-89,1 1-540,-4 15 269,0 46-359,0-10-30,3-6 0,1 7 0,0-5-1196,-2 14 1106,3-15 0,-1 5 0,0-4-1387,0-8 0,1-2 1372,0 8 0,-1-1-45,-2 13-90,2-18 90,1-23 90,4-22 0,2-10 0,0-7-30,2-4 0,0-5 0,0 0-564,0 6 1,-1-1 0,0 1 593,0-2 0,1 0 0,-1 3 1089,-2-1 1,3 12-1090,7 24 0,-4 9 0,5 25 0,0 9 0,-2-3 0,-1-1 0,1 2 0,-2-7 0,0-4 0,1 4-45,3 1 0,0-1-135,-4-15-270,12 9 784,-4-24-334,-4-3 0,-4-8 0,-11-2 0</inkml:trace>
  <inkml:trace contextRef="#ctx0" brushRef="#br0" timeOffset="767">12775 650 10501,'3'-9'720,"21"-10"-630,3 4-540,-4 2 0,0 1-449,7-3 899,2-2 0,-18 8 0,5-3 0</inkml:trace>
  <inkml:trace contextRef="#ctx0" brushRef="#br0" timeOffset="1066">13141 335 9961,'13'-8'2429,"3"8"-2249,-10 4 90,6 18 0,0 5-181,0 3 1,-1 1 0,0 7 0,-1-4-45,-4-9 0,0-1-1684,4 20 1,-2-1 1074,-2-8-156,2 5 720,-4-19 0,-8-12 0,-2-5 0</inkml:trace>
  <inkml:trace contextRef="#ctx0" brushRef="#br0" timeOffset="1374">13194 300 10231,'2'-5'810,"1"0"-361,5-4-269,4 2 0,20-2-90,11 8 0,-4 1-90,-5 6 0,-2 4 0,-8 0 0,0 8 0,-6 3 0,-19 6 0,-3 12 0,-12-15 0,-3-2 0,0 0 0,-13 10 0,17-15 0,20-18 0,1 2 0</inkml:trace>
  <inkml:trace contextRef="#ctx0" brushRef="#br0" timeOffset="1741">14744 555 12210,'13'3'720,"2"1"-271,7-5-269,-1 1 45,11-2 0,4 1-135,7-2 0,-9 1 0,9-1 0,0-1 0,-5 2-45,-2-1 0,1 0-23,6 0 1,8-2-1,0 1 1,-9 0-898,-7 1 1,-2 1 814,7-2 0,4 0 0,-5 0-1435,-9 1 0,-3 1 1405,0-1 0,0 0-1080,17-3-219,-29 3-1888,1-3 2971,-20 1 1,-6-1 0,-6-2 0</inkml:trace>
  <inkml:trace contextRef="#ctx0" brushRef="#br0" timeOffset="2132">15586 369 10411,'-1'-11'2249,"1"-1"-1979,1 4 89,18 10-179,-5 2-45,17 9 0,2 2-45,0-2 0,9 6 0,3-1-45,-18-7 0,-1-2-45,1 2 0,1-1 45,4 1 0,-2-3 45,-3-1 0,7 3-90,-23-3 0,-12-3 0,-8 8 0,0-1 0,-6 5-3277,-14 19 3252,10-10-980,-2 4 0,0 1-973,3-2-1299,-6 12 3267,11-20 1,1-3-1,0-2 1</inkml:trace>
  <inkml:trace contextRef="#ctx0" brushRef="#br0" timeOffset="3875">18009 282 10051,'-14'-8'1170,"-10"1"-991,-5 3-89,-6 5-90,11 2 90,0 11 0,0 2-90,5-1 45,-2 5 0,3 3-45,15 16-90,5-6 90,19 10-90,15-24-723,12-19 858,-23-6 0,-1-5 90,0-10 0,-3-3-135,3-6 0,-6-2 90,-10 14 0,3 12-90,-1 1 0,0 14 45,-2 16 0,-2 3-3134,2 9 3044,-2-4 0,-1 1-309,-2-6 1,-2 2 218,-2 14 0,0 0 311,0-13 0,-1 0-176,-2 17 0,-4-4-90,-12-9 90,-8 5 0,2-17 90,-12-13 0,-4-15-450,-4-4-359,6-7-2558,23-8 3196,16 8 1,7-11 0,3 8 0</inkml:trace>
  <inkml:trace contextRef="#ctx0" brushRef="#br0" timeOffset="4251">18656 656 10681,'4'-10'1799,"0"12"-1619,-3 4-90,2 13 0,-5 12-2334,3 0 2334,-4 4 0,0 2-1223,0-10 0,0 0 1178,-1 9 0,-1 5 15,0-3 0,1 2 0,0 0-743,2-3 0,0-2 1,1 1 622,-2 2 0,0 1 0,1-4-75,2 3 0,2-6-1304,5-7-1838,-2-12 3218,4-2 1,0-22 0,1-7 0</inkml:trace>
  <inkml:trace contextRef="#ctx0" brushRef="#br0" timeOffset="4591">18582 598 10051,'1'-11'630,"1"4"-180,15-4-226,9 3 1,3 2-135,10-4-45,0 4 0,0 1-410,-9 4 410,5 4 0,0 3-45,-5 2 45,2 6 0,-8 7 45,-35 25 0,6-4-90,-11-17 0,-5-3 45,1-8 0,-3-2-45,-11 5 0,-1 0-180,9-4 0,-1-1 180,-7 2 0,5-4 0,11-7 0,5-4 0</inkml:trace>
  <inkml:trace contextRef="#ctx0" brushRef="#br0" timeOffset="10573">19263 720 6453,'-9'-4'3276,"1"0"-2144,3 2-682,-1 0-181,1-1-89,-1 1-90,1 0 0,-3 2 0,-4 1 0,-6 7-90,-4 4 90,-5 13-90,12-7 0,-1 12 0,12-9-208,2 2 208,8 2-180,9 0 90,-1-5-3187,18 4 2871,-17-17 226,17 1 90,-17-7-180,13-8 180,-14 2-2492,12-26 2582,-19 16 4,-2-28-94,-19 11 0,-5-4 90,2 9 2268,5 13-2358,2 3 90,5 4 0,-1-5 3276,9 6-3250,16-5-26,-6 7 0,21-5 0,-20 6 0,9-1 0,0 1 0,-10 3 0,11-1 0,-11 6 90,-2-1-3367,7 20 3162,-12-10-1260,8 31 1375,-9-23 0,1 12 0,-3-14 90,5 20-180,1-9-270,5 7-719,0-18 1079,0-18 0,0-7 0,0-6 0</inkml:trace>
  <inkml:trace contextRef="#ctx0" brushRef="#br0" timeOffset="10847">19449 429 9152,'-2'-10'1529,"-1"1"-899,2 3-990,0 1-1169,0-2 1529,-1 2 0,2 2 0,-2 1 0</inkml:trace>
  <inkml:trace contextRef="#ctx0" brushRef="#br0" timeOffset="11563">19706 745 9871,'-9'2'990,"1"0"-900,5 2 0,1 1 90,3 16-1,1 9-179,0 1 90,-3 1 0,0 1-180,-2 12 0,0-16 1,1-2-271,0 9 360,5-24-90,2-7 0,12-27 90,-5 5 0,2-9 0,1-2 0,-1 0 0,-3 5 0,1 1 90,3 3-90,17 26 0,-1 15 0,3 8 0,-15-11 0,-1-1 0,9 0-90,16 6 90,-15-13 0,3-12 0,0-5 0,-8-2 0,5-7 0,0-6-45,-11-14 0,-3-3 45,-2 9 0,0-3 0,-4-3 0,-1-7 0,0 0 0,-2 7 0,-3 3 0,-1 2 30,1-12 0,0-5 0,-2 9-30,-2 7 90,-2 45-90,3 13 0,1 7 0,-1 9 0,1-4-1639,0-11 1,0 0 1625,0 13 1,0 3-902,4 4 0,0-3 914,-1-17 0,1 0 0,1 13 0,1-2-90,3-11-2832,5-9 313,-6-10 2609,9-3 0,-7-15 0,3-4 0</inkml:trace>
  <inkml:trace contextRef="#ctx0" brushRef="#br0" timeOffset="11773">20267 649 10591,'8'-10'360,"27"-10"-540,-14 11-270,21-8-2827,-4 2 2457,-14 5 1,19-9 0,-15 6 0</inkml:trace>
  <inkml:trace contextRef="#ctx0" brushRef="#br0" timeOffset="12893">21415 676 10141,'-10'4'2339,"1"-1"-1709,29 2-451,-3-4-44,12 1 0,8-2-45,-1-1 0,4-1 0,1 0-1183,3 0 1,0 0 0,2 0 387,3 0 1,0-1 0,1 1 1002,-12 0 1,0 0-1,-1 1 1,1-1-269,11 1 0,-1 0 0,1-1-8,-12 1 1,2 0-1,-1-1 1,-2 1-23,5 1 0,-2-1 0,-2 1 89,10-1 1,-7 0-90,-14 0 90,8 0 823,-24-3-1183,-5 0-1349,-2-1-1658,-2 0 3440,-2-2 1,1 4-1,-1-1 1</inkml:trace>
  <inkml:trace contextRef="#ctx0" brushRef="#br0" timeOffset="13518">22535 484 10861,'6'13'360,"-1"-2"-270,3 0 179,12 10-269,-7-8 90,13 11 90,9 1-180,-10-7-1735,14 8 1825,-11-10 0,8 2-90,-12-5 90,11 5 0,-32-11-90,3 1 0,-21 1 45,-9 5 0,-3 2-45,5-2 0,-2 1-45,-12 9 0,0 2-450,8-2 0,3 1-1144,5-3 1,2-1 1400,-10 16 1,14-8-1,9-13 1</inkml:trace>
  <inkml:trace contextRef="#ctx0" brushRef="#br0" timeOffset="14243">23542 388 9242,'1'-8'2428,"4"11"-2338,-4 2 0,2 12 90,0 9 0,-2 2-90,2 7-1183,0-1 1,0 6 0,0-4-1022,1 10 2174,0-14 0,0 5 0,-1-5 1349,4 11-1319,1 6-90,-2-20 680,2-4-1670,1-6-2287,2 0 2927,-2-14 0,-1-11 0,-2-6 0</inkml:trace>
  <inkml:trace contextRef="#ctx0" brushRef="#br0" timeOffset="14578">23753 370 10051,'6'-10'-90,"-3"1"990,1 2 179,-2 3-719,6 15-270,-3-3 0,2 18 180,3 22-1633,-4-14 1453,3 11 0,0 2 0,0-4-90,-2-9 0,-1-1 90,2 2-90,0-3 45,-1-4 0,1 0-45,1 4-303,1 2 1,1-1-1677,1-5 270,2 5 1709,-4-19 0,-5-11 0,0-1 0</inkml:trace>
  <inkml:trace contextRef="#ctx0" brushRef="#br0" timeOffset="15239">24351 679 10231,'-2'-9'1709,"0"-3"-1439,7 59-180,-3-23-60,0 7 0,2 8 0,-2-3 15,-1 2 0,0-2 0,1 10 0,1 1-90,1-1 0,2-3-585,0-12 1,0-2-1620,9 17 2249,-6-24 0,-5-17 0,-3-4 0</inkml:trace>
  <inkml:trace contextRef="#ctx0" brushRef="#br0" timeOffset="15585">24398 614 10411,'0'-10'270,"0"-2"360,1 1-91,3-2-359,4 4 0,1 1 0,11 4-90,7 1 90,14 2-180,-12 3 0,1 1 0,-1 3 0,-1 1-594,17 5 594,-14 4 0,-22-2-90,-26 17 90,6-11 0,-17 2 0,-4-2-180,-4-4-45,11-6 0,0 0-225,2-2 450,11-4 0,22-6 0,6-2 0</inkml:trace>
  <inkml:trace contextRef="#ctx0" brushRef="#br0" timeOffset="16211">25065 636 10321,'-7'-9'900,"-1"2"-810,0 7-1,0 2 1,-1 5 180,-8 20-270,8-10 90,-7 30-1149,13-28 1059,1 11-90,7-9-259,4-1 80,5 1 89,7-6 90,-4-7-180,11-6 0,-6-9 90,2-17 180,-13-1 0,-14-18 0,-12 12 1128,-2 2-1128,-2 5 0,11 14 100,0-1-100,25-1 0,-7 4 0,35-11 90,-20 10-90,15-5 0,-21 8 90,3 0 0,-11 5 0,11 8 0,-13 1 0,11 33 90,-11 0-180,0 6 0,-4-9 0,-2-18-1769,3 13 1859,-2-14-489,7 22 129,-2-26-720,0 3-449,1-15 1439,-4-7 0,1-6 0,-2-3 0</inkml:trace>
  <inkml:trace contextRef="#ctx0" brushRef="#br0" timeOffset="16469">25238 362 10141,'-2'-11'2879,"0"-2"-1980,1 4 1,1-1-2520,0 4 1620,3 2 0,0-1 0,1 2 0</inkml:trace>
  <inkml:trace contextRef="#ctx0" brushRef="#br0" timeOffset="17160">25533 538 10771,'10'-6'3276,"-1"12"-2954,-7-1 217,-4 39-359,-1-21-90,-1 10 0,0 1 0,-1 6-90,2-13 0,1-1 0,-2 5 0,2-7-90,1-2 0,2-10 90,5-5-90,5-25 90,1-5 0,1-2 0,4-13 0,-4 11 0,-1 2-90,0 3 90,9 2 0,-7 18-90,6 15-45,-9 12 1,-1 5-136,6 15-1369,1-7 1,1-3 893,-1-5 565,5-13 0,2-5 90,-5-9 0,8-7 1,2-8 44,-6-11 0,-1-5-1135,6-5 1,-1-4 1134,-3 0 0,-3-4 45,-6 4 0,-2-4 0,-1 1-506,-2 2 1,-2 1-1,1 0 506,3-12 0,0 2 758,-2-2 1,-4 20-759,-5 47 0,-1 0-476,-4 22 1,-2 14-1,0-5 476,2-17 0,0 1 22,0 6 1,-2 8 0,2 0-1,1-8 736,4-1 1,2-4-1119,6 14 1,4-3-1171,2-20 1,2-5 843,20 6 686,-5-35 0,-8-11 0,3-6 0</inkml:trace>
  <inkml:trace contextRef="#ctx0" brushRef="#br0" timeOffset="17339">26286 562 10951,'-3'-7'1889,"8"1"-1260,18-4-539,-3 5 180,21-5-630,3 0-2697,0-1 1797,-12 3 1,2-2 1259,-4 1 0,0 0 0,-3 1 0,0 0 0,0 0 0,0 0 0</inkml:trace>
  <inkml:trace contextRef="#ctx0" brushRef="#br0" timeOffset="17529">27093 776 14998,'10'9'-3277,"-7"3"2997,-22-7 0,-14 3 0,8-7 0,-1-1 0</inkml:trace>
  <inkml:trace contextRef="#ctx0" brushRef="#br0" timeOffset="22472">17548 1276 8432,'0'-13'2968,"-1"2"-2428,1 2-360,6 31-90,-3-10-45,5 17 0,0 4 45,-1-1-90,1 0 0,1 2 45,-1 3 0,1-1 0,-2-5 0,1 0-1138,1 2 1,0 1 0,0-4 1067,2 7-838,1-8 0,0-2 863,-3-15 90,10 8-90,-3-14 0,2 1 0,6-5 90,-1-3-90,3-3 0,3 0 0,-1-1 0,0 0 0,4-2 0,1 0 0,6-1 0,-1 0 650,-12 3 1,0-1-651,6 0 0,4-1 0,-3 1 0,-2 0 0,4 0 0,-3 2 0,8-2 0,5 0 0,3-1 0,1 1 0,-1 0 0,-3 0 0,0 1 0,-1 0 0,-1 1 0,0 0 0,2-1 0,1 0-266,-3 1 0,0-1 0,2-1 0,0 1 0,1 0 0,-1 0 0,0 0 1,0 1 265,3-1 0,0 1 0,0 0 0,-1 1 0,1-1 0,0 1 0,0-1 0,-5 1 0,0 0 0,0 0 0,0 0 0,1 0 0,0 1 0,1-1 0,1 0-100,-3 0 0,1 1 0,0-1 0,0 1 0,2-1 0,0 1 0,1-1 0,0 1 0,1-1 0,1 0 100,-3 1 0,1-1 0,1 0 0,2 0 0,0 0 0,0 1 0,1-1 0,-1 0 0,0 0 0,-2 0 0,0 0 0,-2 1 0,-2 0 0,6-1 0,-2 1 0,-2-1 0,-1 1 0,0 0 0,-1 0 0,1 0 0,-1-1 0,2 1 0,0 0 0,1-1 0,1 1 0,0-1 0,-1 1 0,-1-1 0,0 1 0,-3 0 0,-2 0 0,14-1 0,-4 1 0,-2-1 0,-1 1 0,-2 0-237,2-1 0,-4 0 1,2 1-1,5-1 237,-9 1 0,5 0 0,2-1 0,2 1 0,1 0 0,-3-1 0,-2 1 0,-5 0 0,10 0 0,-6-1 0,0 1 0,3-1 0,-3 1 0,3 0 0,2 0 0,0-1 0,-2 1 0,-2 0-61,-3 0 1,-1 1 0,-2-1 0,-1 1 0,-1 0 60,0 0 0,-3 0 0,1 0 0,4-1 139,4 1 0,4 0 1,2 0-1,2 0 1,-2 0-1,-2 0-139,-2 0 0,-2 0 0,0 0 0,-1 1 0,1-1 0,1 0 0,1 0 0,-1 1 0,0-1 0,0 0 0,-2 0 0,0 0 0,0 0 0,-2 0 0,-3 0 0,5 0 0,-3 0 0,2 0 0,4 0 0,5 0 0,-1-1 0,-4 1 0,-3-1 0,-3 1 0,4 0 0,0 0 0,6-1 0,2 1 0,-2-1 0,-6 1 0,-2 0 0,-4 0 0,4-1-150,-2 1 1,5 0 0,0 0 0,0 0 0,-4 0 149,9 0 0,-5 0 0,-1 0 131,-8 1 1,-1-1 0,1 1-132,11 0 0,0 0 0,-6 0 604,-17 0 1,0 0-545,13 0 0,6 0 0,-6 1-60,6-1 995,-5 0 0,0 0-906,7 0-44,-19 0 0,-1 0-45,15 0 90,8 2 1696,-20-2-1786,17 2 90,-8 0-90,-7-1 0,5 1 1929,-14-2-1749,1 1 0,3 1-180,-9-2 90,0 1 0,0-1-90,-4 1 0,1 0 1142,-3 1-1052,-5-2 101,6 2-101,-5-1-90,2 0 449,-2 0 1890,-1 0-1709,-3-8-540,-2 1 179,-4-13-179,0 6 90,-5-24-90,2 6-90,-4-14-60,3 15 0,0-5 0,0 1-705,-1-8 1,-1 0 224,2 7 1,-1-1-1,-1 1-1099,-3-5 1,-1 7-1639,-1 10 2457,-6 3 1,4 16 0,-3 0 0</inkml:trace>
  <inkml:trace contextRef="#ctx0" brushRef="#br0" timeOffset="39719">2216 1738 10231,'-10'-5'990,"-2"1"-811,-1 8-89,1-1 0,-3 4 180,-16 8-180,13-7 0,-23 13-90,29-13 90,-6 9-90,18-8 0,44 14-90,-15-10-60,0-1 0,7 3 0,-6-2-30,3 4-90,0 9 1,-4 2 179,-18-7-90,-12 12 0,-6 1 180,-8-8-45,0-2 0,-3-1 0,-4-6 0,1-3 45,-2 1-180,-20 8-180,31-26-2338,14-21 2698,5 2 0,6 1 0,1-1 0,9-9 0</inkml:trace>
  <inkml:trace contextRef="#ctx0" brushRef="#br0" timeOffset="39992">2456 1901 9422,'8'-9'1079,"0"3"-899,-1 3 90,1 8 90,3 18-271,-2 3-89,0 7-899,-4 15-180,-2-20 1079,2 21 0,-1-24 0,1 0 0</inkml:trace>
  <inkml:trace contextRef="#ctx0" brushRef="#br0" timeOffset="40266">2440 1583 9602,'-1'-10'1259,"-1"0"90,0-1-3058,1 3 1709,-1 9 0,0 6 0</inkml:trace>
  <inkml:trace contextRef="#ctx0" brushRef="#br0" timeOffset="40750">2681 1854 11580,'9'1'1260,"3"4"-1080,-4 4 89,10 23-538,-3 11-1,-2-4-180,-9-9 0,-2-2 360,-2-11-90,0 12-89,-1-22 358,10-29 1,4-14-90,3-5 0,0 1 0,0 14 0,-7 14 90,7-7-90,-2 19 0,-5 2 0,4 4 0,0 16-90,1 14 90,0 1-225,-5-10 1,0-2-406,1-5 0,2 2-2158,0-18 2788,-4-5 0,8-4 0,-1-1 0</inkml:trace>
  <inkml:trace contextRef="#ctx0" brushRef="#br0" timeOffset="41883">3280 1869 10141,'-7'-8'1799,"-8"-3"-1349,6 8-90,-6-2 719,-8 3-899,9 2 180,-16 4-180,17 3 90,-8 8-181,3 10-178,3 2-451,6 11 270,9-18 90,5 0 0,0-12-270,11-1 181,-2-4 89,10-3 90,-9-5 90,2-7 180,-5-5 0,1-1 359,-1-5-449,-6 30-90,-1-3 0,-4 26 0,0-6-1639,2 11 1,0 5 1490,-1-15 1,1 2-639,1 16 0,1 6 0,0-5 786,-2-13 0,1-1 0,1 16 0,0 0-135,-2-7 0,-1-4 45,0 3 45,0-8 0,-3-2-315,-11-3 2539,2-13-2269,-28-1 90,19-15 90,-8-7 0,2-3-90,7-1 1638,1-6 0,4-2-1342,13 2-296,16-23 90,14 11-90,2 4 0,4-4-1093,-12 5 1,-1-3 0,0 2 1079,9-8 1,-2-1 12,-4-3 0,-6-4-71,-9 6 0,-4-3 1,-1 2 70,0-4 0,-2-3 22,-1 7 1,0-5-1,0 0 1,-2 5 22,-2-6 0,-1 3-45,-1-5 0,0 5 90,2 4-90,5 26 0,1 18 45,6 28 0,-1 10-45,-4-12 0,-1 2-30,2 7 0,0 5 0,-2-2-15,0 0 0,-2-2-90,1 7 0,1-2 0,0-11 0,1-4 135,4 10 3197,2-12-3197,-4-23 137,22-11-137,4-9 0,-4-2 0,2-4 45,-2-2 0,-3-2 0,-1 2 0,-2-1 90,-1-2 0,-3 2-45,-3 1 269,-1-8-179,-17 18-90,-7 0 0,-5 9 0,-9 17 0,5 7-90,6 2 0,1 1 0,3 4 0,6 1 0,4-1 0,10-6-90,21 13 90,-2-23 0,-5-9 0,0-2-90,20-9-1549,-10-5 1,-2-1 264,4-6 1016,-16 6 1,-2-2 357,-6-12 0,-9 7 0,0-11 0</inkml:trace>
  <inkml:trace contextRef="#ctx0" brushRef="#br0" timeOffset="42868">4840 1800 11580,'-2'-9'2069,"-1"3"-1889,-11 7 180,-4 7-180,-1 2 0,-12 14 0,12-3-180,-9 15-360,13 3-90,7-1-359,17 6 539,3-22 0,9-3 90,-8-14-270,14-4 270,-10-2 90,13-9 0,-14-17 180,-14-18 0,-2 7-45,-14 7 0,-4 4-45,5 9 0,-9-11 0,13 17 0,8 2-90,15-11 45,6 6 0,2 1 45,15-11-1639,-3-2 1,-3-1 1523,-9 3-255,-1-3 0,-2-4 505,-10 7 0,-1 0-103,0-1 0,0 0 282,0-6 1,-2 2 45,1-1-270,2 12 3013,11 64-3058,-12-20 0,0 4-15,1 6 0,0 6 0,0-2-30,-2 3 0,-1 0-30,-2-5 0,0 1 0,0-2 30,0 8 0,0-3 534,-1-6 1,-1-2-535,2 11 436,-2-24-346,-6-26-90,2-5 0,2-32 0,6 7 0,4 0 0,18-4 0,-3 15-90,10-9 90,-4 19 0,-8 15 0,11 28 0,-17-6-90,4 18 0,-22 2 90,-1-16-45,-5 0 0,-3-1 45,-7-4-90,-16 7-179,8-16-1710,-9-13 180,18-3-450,-2-9 2249,14 4 0,0-5 0,1-2 0</inkml:trace>
  <inkml:trace contextRef="#ctx0" brushRef="#br0" timeOffset="43209">5694 1769 11221,'-2'-18'3276,"-1"5"-706,-1-3-2300,5 21-90,0 3 135,4 26 0,0 8-3592,-1 1 2879,1-1 1,-2 5 367,-2-10 0,-2 2 0,0 0-560,-2 0 1,-1 1-1,0-1 530,1 3 0,1 1 1,-2-3-790,-3 10 1,-2-8 758,0-13-630,-11 6 180,1-13-629,-17 2-180,4-24 449,-3-8-281,0-21 1181,17 3 0,3-2 0,0 2 0,3-1 0,-1-8 0,0 0 0</inkml:trace>
  <inkml:trace contextRef="#ctx0" brushRef="#br0" timeOffset="43467">5517 1350 10951,'0'-10'1979,"0"0"-1260,1 4-89,0 1-630,3 2-540,2 3-1978,3 1 629,-1 0 1889,1-3 0,-3-2 0,1 0 0</inkml:trace>
  <inkml:trace contextRef="#ctx0" brushRef="#br0" timeOffset="43935">5959 1773 10591,'9'5'450,"2"1"179,3 2-539,-4-2 360,14 7-360,-14-7-90,7 2 180,-5-2 0,-5-3-90,9-1 0,-8-9-90,2 0 0,-7-6 0,-9-16 90,0 9-90,-6-13 0,-7 24 0,-16 25 0,-3 15-1639,11 3 1,3 2 1625,9-11 1,3-1 12,-1 5 0,3-1 0,6-2 0,11 20 0,0-22-45,7-1 0,3-3-135,9-10-450,-2-6 0,2-3-1978,12-11 2608,6-9 0,-16-6 0,-2-2 0</inkml:trace>
  <inkml:trace contextRef="#ctx0" brushRef="#br0" timeOffset="44243">6531 1813 11131,'-5'-10'1979,"-1"2"-900,-5 0-719,3 4 179,-7 3 271,-15 26-630,1 9 0,5-2 0,1 4-180,8 1 0,2-1 0,2-9 0,2-1-90,3 2 0,5-3-360,10-4 180,0-4-360,12-3-359,2-14-650,3-10 1,2-3-392,6-5 2030,-4-5 0,-2-3 0,-5-8 0,-10 10 0,1 1 0</inkml:trace>
  <inkml:trace contextRef="#ctx0" brushRef="#br0" timeOffset="44526">6700 1298 10591,'-2'-9'1979,"0"1"-1619,5 11-180,2 12-91,2 10 91,-1 13 45,-1 10 0,-2 3-225,-2-21 0,1 3 67,-1 7 1,1 9-1,-1 0 1,1-8-23,-2-7 0,1 0-45,0 3 0,1 5 0,-1 0 0,1-8-360,5 15-180,-1-10 1,2-4-631,2-14-2107,7-10 2949,-9-14 1,3-14-1,-7-2 1</inkml:trace>
  <inkml:trace contextRef="#ctx0" brushRef="#br0" timeOffset="44700">6758 1749 10141,'4'-4'2069,"4"0"-1979,20 2-1169,18-4-560,-10-2 1,1-1 1228,-3 1 0,1-1 1,0 0-1,1-1 1,0 0-1,8-3 0,0 0 1</inkml:trace>
  <inkml:trace contextRef="#ctx0" brushRef="#br0" timeOffset="45733">7955 1692 12750,'-9'2'2338,"1"-1"-1978,0 0-90,-1 1 540,-23 14-631,9-2 46,-13 14 0,-1 4-270,18-11 0,1 2-1594,-11 11 1,3-1-1375,8 4 2204,12 3 788,10-20-158,4 4 575,3-14-576,0-6-216,17-8 126,12-19 225,-8-9 0,-1-7 0,-4 2 0,-3-6 64,-9 10 1,-1-4 0,-2-2-1,-1 1-19,-1-9 0,-3-1 0,-1 3 30,1 6 0,-2 1 0,0 0-449,-1-8 1,0 1 0,-2 8 418,0 2 158,-1 3 0,2 12-68,1 23-59,2 35-76,-3-1 0,0 6-45,0-3 0,0 3 0,-1-3 45,0 8 0,1 0-103,1-9 1,2 4 0,-1-2 0,1-5 102,-1-5 0,1 0 181,3 3 0,3 7 0,1-1 1,0-7-272,1-5 0,1-3-893,8 13 0,1-4 938,3-9-180,8-11-402,-15-11 582,11-4 45,-6-14 0,-1-3-45,4-5-208,-2 1 0,-2-2 388,-4-3 668,-4-1 1,-1-2-309,-2-13-270,-3 12 0,-5 1 812,-11 3-722,-16 15 0,-12 39-270,9-7 1179,8 8 0,7 4-1179,10-5 0,4-1-45,-1 0 0,3 0 45,7 3 0,5-3 0,19 0-90,-4-10 135,-1-17 0,0-6 3231,-3-4-3208,-1-9 1,6-6 0,-5-1-24,-1-6 0,-3-2-1138,-2 5 1,1-2 0,-2 1 1034,0-8 1,-3-1 57,-7 2 0,-1-3 0,-2 3-2,0 0 0,-2 0 2,0 1 0,0-2 0,-2 2 0,-4-12 0,-1 6 0,-1-1 0,0 6 0,-1 7 0,0 21 0,-2 19 90,1 7-90,1 14 0,-1 9 0,2-3 1638,0-7 0,0 1-1610,0 9 1,0 9-1,0 1 1,1-6-26,1 1 0,0-1-3,1 1 0,0 3 0,0-6-592,1-8 0,2-2 592,2 5 0,2-1-225,3-12 1,0-1-226,7 18-2827,8-23 887,-18-20 2390,2-8 0,-4-9 0,0-5 0</inkml:trace>
  <inkml:trace contextRef="#ctx0" brushRef="#br0" timeOffset="45951">8998 1733 11670,'-7'3'2339,"27"-7"-2249,4-3 0,5-1-1574,15-6 0,2-2-155,-6 2 1,-1 0 1447,-6 1 1,-4 1 0,-1-4 0,-11 5 0</inkml:trace>
  <inkml:trace contextRef="#ctx0" brushRef="#br0" timeOffset="46367">9385 1782 11670,'-3'10'2699,"5"-1"-2429,1-4 359,9 0-179,-1-3 180,15 0-720,2-11-90,-5 3-270,-4-19-180,-27-4 540,4 5 1,-12-1-91,0 20-90,-22 23 180,19-1 0,1 3-326,-2-1 1,2 2 370,4 11 0,7 0 45,7-4 45,11 9 0,8 0-45,0-18 0,4-2-180,20 9 0,1-4-90,-15-12 1,1-5-1370,19-9 1,-2-8 1515,-21 1 0,-3-3 0,9-4 0,-1-2 0,-11 1 0,0 0 0</inkml:trace>
  <inkml:trace contextRef="#ctx0" brushRef="#br0" timeOffset="46609">10018 1638 12030,'-12'-1'3276,"-3"6"-1875,-19 29-1221,8-7 0,3 2 0,-4 9 0,4-2-450,7-1 0,3 0 90,-3-4 0,0 3 1,5-4-226,10-1 0,5-5-225,10-6-1798,23-7 1079,-13-9 1349,12-7 0,2-3 0,5-8 0,-8 1 0,0 1 0</inkml:trace>
  <inkml:trace contextRef="#ctx0" brushRef="#br0" timeOffset="46884">10213 1262 11670,'-5'-28'2159,"5"22"-1979,4 50-45,-3-1 0,-1 7-75,0-13 0,0 1 0,-1 3-880,-1 5 1,-1 4 0,0 0 0,0-5 584,1-9 0,1-4 0,-1 2 257,1 8 1,0 4-1,1-1 1,1-7 272,1-4 0,2-3-385,0 6 0,2 0-1080,4-9 1,1-5-180,0-7-360,8 4 1709,-8-24 0,-1-6 0,4-5 0</inkml:trace>
  <inkml:trace contextRef="#ctx0" brushRef="#br0" timeOffset="47076">10200 1807 10231,'3'-5'1979,"-1"2"-1889,13 0 360,11 1-450,12-2-1080,-9 1 1,0-2-630,15-2 1709,-17 2 0,-3 0 0,4-3 0,7-1 0</inkml:trace>
  <inkml:trace contextRef="#ctx0" brushRef="#br0" timeOffset="47309">10545 1811 11670,'-3'12'1709,"0"-4"-359,7 12-1081,-1-8 181,3 19-270,-4-13 90,0 11 0,0 2-630,-2 5-1279,2 0 1,-1-1 1310,-1-12 1,0 0-1,1-22 1</inkml:trace>
  <inkml:trace contextRef="#ctx0" brushRef="#br0" timeOffset="47533">10573 1442 12030,'2'-12'1080,"0"2"-541,1 5 1530,3-7-2339,-2 6-3007,5 1 0,-7 7 3229,3 3 0,-2 1 0,2-2 0</inkml:trace>
  <inkml:trace contextRef="#ctx0" brushRef="#br0" timeOffset="48367">10914 1865 15538,'-11'9'1169,"-13"23"-899,6 3-225,2-4 0,1 3-180,5-6 0,3-1 45,-5 17-539,18-1 449,-1-30-450,21 7 450,-13-18 90,9-4-89,-5-7 89,-6 0-90,12-23 180,-16 6 0,-3-2 90,7-12-45,-10 7 0,-2 5 45,-3 12-90,-3-8 89,2 11-89,1-3 90,12-2-90,-1 4 0,31-5 0,-12 8 0,2 1 0,3 0 0,2-2 0,1 1 0,2-1 0,-2 1-1639,1 0 1,-2 1 1580,0 0 1,-2 1 147,-2 0-90,-23 8 0,-10 18 90,-1 0-90,-9 16 0,1-1 0,-1 4 0,2-5 0,1 1 0,-3 10 0,1 1 0,6-13 0,1-4 0,6 6 0,15-25 0,-2-10 0,13-16 0,0-10 0,3-4 0,-5 8 0,2-2-30,-1 0 0,2-3 0,-2 3 1252,-2 4 1,0 3-1268,1-1 0,0 7 45,9 20 0,-7-4 0,-6 37 0,-17-15 45,-1 4 0,0 1-45,1 1 0,1 15 0,3-14-90,-2-13-2711,13 10-347,-6-25 3148,12-4 0,-5-16 0,3-6 0</inkml:trace>
  <inkml:trace contextRef="#ctx0" brushRef="#br0" timeOffset="49730">10030 2894 9242,'7'-8'3276,"-14"18"-1695,-5 1-1401,-16 15-1819,1 0 1,-2 1-296,-6 9 1665,11-8 0,-2 4 0,4-2 359,-2 10 493,7-5 1,3 0-584,9 3-180,12-8 0,7-1-1343,10-9 0,3-3 1298,-6 3 0,2-5-1414,16-11 1,0-8-747,-10-4 2718,18-8 0,-17 1 0,0-1 1</inkml:trace>
  <inkml:trace contextRef="#ctx0" brushRef="#br0" timeOffset="50547">10382 3057 12480,'-12'-1'989,"-7"0"-899,10 2 90,-8 0 90,-10 9-135,6 2 0,-1 4-45,-5 4 0,1 2-135,0 5 0,3 0-45,-4 14-90,16-10-180,12-6 270,2-9-270,21 12 270,-3-20 1,25-3-1,-6-21 0,-7 0 135,-11-6 0,-5-4 45,-5-8-1,4-9 1,-15 8 0,-2 24-90,6 31 0,-2-5-90,4 16 0,1 1 90,0-8-89,11 20-1,-4-20 0,1-1 0,12-2-90,11-19 180,-8 1 0,-5-11 0,-2-6-90,0-20-1549,-10-7 1,-4-2 1625,-3 15 1,-4-1-505,-5-7 0,-3-4 0,-2 6 607,-5-4-356,1 7 1,1 3 265,1 10 0,10 17 0,3 1 0,24 17-90,-6-13 90,6-1 0,4-1 90,6-4-135,-10 0 0,2 0 742,7-1 1,-2-1-653,-8 3 0,0 1 0,5-2 0,-6 6 45,-13 33-90,-26 5 45,4-15 0,-2 2-45,-4 16 0,3 1-180,11-15 0,2 0-270,-3 9 1,5-2-2828,24 2 205,-3-29 3072,5-6 0,3-6 0,4-1 0</inkml:trace>
  <inkml:trace contextRef="#ctx0" brushRef="#br0" timeOffset="50721">11428 3216 12210,'9'-5'1259,"0"0"-3867,-2 6 809,-9 3-270,0 2 2069,-10 0 0,-9 0 0,-3-1 0</inkml:trace>
  <inkml:trace contextRef="#ctx0" brushRef="#br0" timeOffset="52626">14197 2748 9242,'1'-9'1439,"0"-5"-720,-2 2-449,1-2 540,-8 0-630,3 8 270,-19 3-271,9 8-89,-8 6 0,-2 3 0,1 2 0,-1 5-30,-5 6 0,-3 7 0,3 2-15,9-5 0,3 3 0,0 0 0,1-1-45,-6 3 0,1-1 0,5 3-30,6 7 0,5 2 0,7-6-15,11-13 0,3-3-45,-1 5 0,3-3 0,9-6 0,4-8 45,-3-13 0,-1-4 45,19 0-90,-7-16 90,-25-4 0,-10-7 0,-2-5 0,-8 5-1463,-4 6 1463,5 12-394,-6-9 394,8 12 0,6-9-90,19 7 90,-1 0 0,11 0-1948,3 1 1948,-12 4 477,3 0 1,-1 2-478,-3 4 0,8 2 0,-18 6 90,-10 22-90,-3-4 0,-5 19 0,-5-4 0,0-1 359,0 5-359,-2 1 0,2-3-281,7-14 11,-1 15 2230,8-26-4299,12 4 720,-4-18 844,16-10 1,-9-11 0,7-8 0</inkml:trace>
  <inkml:trace contextRef="#ctx0" brushRef="#br0" timeOffset="52918">14508 2709 12750,'12'-2'809,"11"-1"-449,26-2-1999,-19 3 1,0-1 626,3 0 0,0-1 967,7 0 1,-3 0 625,2 0-1121,-4 0 0,-2 0 1,-8 1 663,7-2-124,-20 3 0,-6 1 0,-1 0 0</inkml:trace>
  <inkml:trace contextRef="#ctx0" brushRef="#br0" timeOffset="53179">14729 2731 10051,'6'6'1080,"2"2"-541,3 2-134,-3 13 0,-2 3-315,4 5 0,-5 7 0,-2 5 90,-4 1 0,-1 2-121,1-7 1,1 3 0,1-1-150,-1-2 0,1 0 1,1-1-181,0 10 0,4-6-1439,11-2 1709,3-24 0,3-10 0,4-10 0</inkml:trace>
  <inkml:trace contextRef="#ctx0" brushRef="#br0" timeOffset="53774">16606 2703 10591,'13'-9'3276,"-9"12"-1695,-18 18-1311,-12 15-180,0-2 0,-3 2 0,16-13-90,0 12-90,8-14-270,29 16 270,-9-25 0,6 2 0,1-1 0,-4-6-180,17 11 181,-13-4-91,5 12 180,-16-10-90,-21 23 90,-12-14-45,3-5 0,-3-1-360,-4-1 0,-1-3-1169,3-4 0,2-2-1703,-17 7 3219,17-13 0,18-3 1,1-2-1</inkml:trace>
  <inkml:trace contextRef="#ctx0" brushRef="#br0" timeOffset="54007">16578 2681 10411,'-5'-10'1079,"1"-2"-719,8 6-180,0 1-90,9 2 180,7 0-180,0 1 0,9-3 0,3 0-360,4-2-1369,6-5 1,1-2 1537,0-8 1,-16 8 0,0-2 0,5-9 0</inkml:trace>
  <inkml:trace contextRef="#ctx0" brushRef="#br0" timeOffset="54900">16770 2287 9422,'-5'-14'809,"-2"-3"-269,-7-1-360,2 4-90,-5 3 449,-30 12-449,17 10 0,-3 4 0,1-1-1729,-8 1 1,-1 1 1659,6 2 1,-1 3 0,2 3 8,3 4 0,1 3 0,1 4-552,2 2 0,-1 5 0,1 2 0,0-3 544,3-6 1,-1-1-1,1 0 1,1 1-43,-1 6 1,2 2 0,1-1 0,4-3 49,5-4 0,4-1 0,0-2-554,0 4 1,2 2 523,3-2 0,1 5 0,1 1 0,1-5 45,1 3 0,5 1-27,3-5 0,3 6 0,4 3 0,-1-3 0,0-7-18,5 6 0,6-2 18,0-5 0,8 5 0,2 1 0,2-3 0,-4-6 452,1-6 0,-1-5 1,3 0-471,4 3 0,3 1 0,2-1 0,1-6 45,2-7 0,1-4 0,-1-3 0,-4-1-15,-4 2 0,-4-2 0,5-3-15,-4-5 0,5-3 0,2-2 0,0-1 0,-2-2 0,-7 0-15,7-6 0,-7-3 0,3-7 11,-11 6 0,4-6 0,1-3 1,1-3-1,0 0 0,-2 0 0,-3 2 1,-3 4-107,3-6 0,-5 4 1,-2-1-1,1-7 95,-5 5 0,1-6 0,0-4 0,0-1 0,-1 0 0,-3 1 0,-2 4 0,-3 6-133,-1-9 0,-5 6 0,-2-4 133,0-2 0,-1-6 0,-1-2 0,-2 3 0,-1 7 0,-3 2 0,-2 6 0,-1-2 0,-1-9 0,-3-1 0,-6 0 18,-2 11 0,-3 0 0,-4 0 0,-2 2 0,-2 3 0,-2 4 0,-3 4 0,-2 1 0,0 0 0,1-2-18,1-4 0,1-1 0,0-1 0,0 3 0,-2 5 53,-7 3 1,-1 4-1,-1 5 1,2 5-54,6 5 0,1 4 0,1 2 0,0 2-225,0 2 0,0 2 0,1 1 0,-1-1-93,-1-2 0,0 0 1,0 1-1,1 5 318,-4 9 0,0 5 0,3 2 0,8-4 0,5-2 0,4 0 0,-3 6 0,1 0 0,-1 0 0</inkml:trace>
  <inkml:trace contextRef="#ctx0" brushRef="#br0" timeOffset="55400">18451 2889 10411,'-3'-8'540,"-2"1"-360,1 3 629,-16-3-179,-26 7-450,5 1-1819,-3 9 1,1 4 933,5 5 750,3 1 0,2 2-1364,6 2 1319,-5 10 45,21-12 0,5 3-45,11 2 0,2-1-1282,0 23 1237,6-26 0,5-5 1056,10-5-2650,-2-7 1,2-3-662,13 3 2300,-13-4 0,-1-4 0,8-4 0,2-2 0</inkml:trace>
  <inkml:trace contextRef="#ctx0" brushRef="#br0" timeOffset="56224">18824 2941 10861,'-14'-3'539,"3"2"-359,3-1 180,-4 2-180,2-1 180,-22 8-180,6 3 0,-14 11-90,16-2 0,2 2-90,-3 3-90,4 4 0,3-1 0,9-9-270,4 22 270,11-27 0,7 4 0,2-12 0,2-6 270,7-13-180,-9 4 90,2-9 90,-9 0-90,-3 6 0,1-9 0,-3 14 90,-1-4-180,6 17 0,-4-3 90,7 17-90,0-3 0,18 10 0,-9-11-90,9 0 90,1-12 0,-10-5 0,26-8 0,-14-12 0,2-8 0,-20 5 0,-4-3 45,-7 0 0,-2 1-45,1-19 0,-10-3 0,4 31 0,0-2-90,0 8 90,11 2 0,-3 4-90,22 0 90,-6 7 0,18 0 0,-7 3 0,-6-2 0,5 15 0,-22-7-3277,7 28 3162,-15-15 115,-1 1 0,-1 3-1744,-2 11 1834,-1 2-90,2-14 0,3 0 0,4 0 0,2-1-90,1 15-270,4-15 1,4-4-2700,10-10 991,1 0 2068,1-10 0,-1-6 0,5-2 0</inkml:trace>
  <inkml:trace contextRef="#ctx0" brushRef="#br0" timeOffset="56600">19768 2806 11041,'-2'-13'719,"1"2"900,-2-4-1079,0 6 90,-6-1-450,2 9 179,-16 9 1,-4 10-1999,5 1 1,0 3 1523,-7 6-344,12-4 1,5 0-622,17 4-24,6 8 474,6-12 1,2 0 224,-3-1 0,-1 0 360,1-1 0,-3 1 135,-13 24 0,-14-26 0,-6-2-45,-1 1 0,-3 0 0,-15 5 0,0-2-1304,12-7 0,1-2 404,2 0 1,2-2 854,3 0 0,18-11 0,0 0 0</inkml:trace>
  <inkml:trace contextRef="#ctx0" brushRef="#br0" timeOffset="56800">20193 3161 12120,'9'1'2878,"-2"0"-2338,-1 0-1080,-2 1-2737,0 3 3107,-7 2 0,-10-3 0,-6 0 0</inkml:trace>
  <inkml:trace contextRef="#ctx0" brushRef="#br0" timeOffset="59915">9604 4365 7982,'2'-9'990,"1"0"-271,2 2-269,0 0-180,2 2 90,0 8 0,3 15-91,4 25-179,-8-12 0,0 1-45,0-6 0,-2 1 45,-2 14 0,-1-2 0,-2-3-45,0-4 0,-1 0 135,0-4-180,-4-17 0,6-31 0,0-13 90,4-8-90,2 10 0,1-1-90,7-12 90,-6 15 0,0 2 0,6 3 0,10 15 0,5 16 0,4 0 0,2 18-90,-16-6-3187,3 1 3252,-11-10 25,6-7 0,-3-11 0,9-9 0,2-4 0,5-4-90,-5 5 90,-5 6 0,-2 11 0,-10 7 0,7 26 0,-10-8 3276,1 24-3218,-5-8 0,-1-1-58,2 6-45,0 3 0,1 0-495,7-5-2068,8 2 2608,4-20 0,5-17 0,1-10 0</inkml:trace>
  <inkml:trace contextRef="#ctx0" brushRef="#br0" timeOffset="60340">10618 4511 10681,'-10'-5'630,"0"1"-361,-5 6 1,-4 3 0,-8 6-135,6 2 0,0 3-90,0 4 0,0 2 45,0 4 0,2 3-45,4 0 0,5 0-45,3 16 0,12-7-540,18-13-2737,14-22 2622,-6-1 610,-9-15 0,-4-5 135,-8-8 90,-5-22-90,-14 13 0,-8 5 0,-5 2 0,0 11 0,-1 1-90,1-2 0,1 3 0,-16 4 0,25 17 3212,2 2-4651,0 14 1439,14 6 0,5 5 0,13 1 0</inkml:trace>
  <inkml:trace contextRef="#ctx0" brushRef="#br0" timeOffset="61332">10985 4522 10681,'-16'-4'630,"-4"1"-91,-10 2-359,6 1 45,-2 4 0,-1 3-135,-2 5 0,6-3 0,0 4 0,6 8 0,4 2 0,-4 6-45,11 7 0,3 1-45,5-10-90,6 5 0,3-1-180,9-6 180,1 1-270,16-19 360,-19-12-180,7-16 0,-1-7 135,-12 6 0,-2-3-1048,3-7 1,0-6 0,-2 4 944,-3 2 1,-3-1 147,-1-1 0,-1-4 0,-1 4-453,-1 5 1,-1 0 482,-2-12 0,-1-7 0,-1 6-30,1 12 0,0 1 0,-2-7 0,0-3 0,-1 9-686,1 8 686,-3-2 2306,0 39-2306,2 21 0,1 6 0,0-13 0,1 4 22,2 5 1,1 9 0,1-1-1,0-6 489,1-7 0,0 0-601,3 15 0,0 6 1,1-9-521,3 1 520,-1-5 0,1-1-180,4-1 90,-1-13 0,2-2-2361,17 3 2361,-3-6 0,1-19-18,6-20-72,4-13-791,-17 15 0,-2-1 1061,13-19 180,-14 1 136,-9 14 44,3-18-180,-12 23 2143,-3 1-2143,-21 33-180,10-5 90,-4 14 0,1 3 15,9-7-150,0 4 0,3 0-45,10-2 0,0 0 90,7-9-90,12-14 90,-7-2-290,18-10 0,5-9 290,-10-2 0,-1-7-519,-4-3 0,1-5 0,-1-2 0,-3 3 519,5-7 0,-6-3 0,-10 5 0,-1-7 0,-4 0 0,-3 5 45,-8-9 0,-4 4-45,2-3 0,0 2 864,-2 8 1,-1 7-865,-5 6 630,7 17-540,-5 33-90,11 0 0,4 6 0,-2 15 0,3 4 0,1-6 0,2 3 0,1-1 0,2-2 0,0-1 0,1-1 0,-3-4 0,1-2 0,0-1 0,4 4 0,1-6-250,9 1-1009,6-11-1567,-1-1 2107,2-12 719,-8-8 0,12-6 0,5-1 0</inkml:trace>
  <inkml:trace contextRef="#ctx0" brushRef="#br0" timeOffset="61641">12909 4541 9871,'-13'-14'2519,"5"20"-2429,2 1 90,5 21 0,3 10-120,-3-3 0,0 3 0,-1-1-1153,1-2 1,1-1 0,-1 1 357,-1 5 1,-1 2-1,0 1 757,1-6 1,0 2-1,0-1 1,1-1-436,0 2 0,0-3 0,1 3 75,-1 0 1,1 3 0,-1-2 0,2-4-638,1 2 0,1-6 975,4 0 0,2-30 0,1-9 0</inkml:trace>
  <inkml:trace contextRef="#ctx0" brushRef="#br0" timeOffset="61949">12843 4475 10861,'-5'-8'450,"0"-2"-91,2 4-269,1-3 180,6 2 90,14-3-180,19 0-90,10 4-45,-10 7 0,-1 2-45,11 6 0,-13 6 0,-3 4 0,-12 6-45,-9-1 0,-8 1 45,-15-4 0,-6-1-3277,-12 12 3219,10-16 1,-1-3 57,-13 1-270,16-6-3007,-7 1 2747,28-15 0,9-1 0,15-8 0</inkml:trace>
  <inkml:trace contextRef="#ctx0" brushRef="#br0" timeOffset="62508">13400 4795 11400,'-13'-1'1530,"3"-1"-631,2 2-719,4-3-360,16-9 90,-5 3-90,13-9-269,1-26 224,-14 7 0,-2-3 180,1-1 0,-1-1-1594,-5-4 1,-4 4 1433,-6-1 205,-8 4 0,9 23-90,-10-9 0,12 20 90,11 6-90,12 4 0,12 0 0,2 0 90,6-1-45,-1-2 0,-1-1-45,-5 1 90,12 5 0,-24 0 3276,-2 12-3160,-14-4-26,-1 9-90,-4 5 0,-1 2 45,4 1 0,1 2-45,-1 5 0,1 0-45,6-4 0,4-4-764,12 2 179,-2-10 630,9-14 0,-11-13 0,10-2 0</inkml:trace>
  <inkml:trace contextRef="#ctx0" brushRef="#br0" timeOffset="62942">13948 4615 11760,'-9'5'2249,"2"0"-1979,7 0 270,7-1-451,2 1 181,9-2-90,-1-3 0,16-6-270,-2-15 90,-6 4-90,-14-24 0,-27 15 0,-4-2 90,-20 22-90,8 40 90,5-6 0,18-5 0,5 2-90,16 23 90,1-25 0,2 1 0,-3 1 0,1-2 0,19 11-2924,-1-20 2474,-11-7-2321,28-2-506,-9-16 2926,1-2 1,2-11 0,-16 4 0</inkml:trace>
  <inkml:trace contextRef="#ctx0" brushRef="#br0" timeOffset="63643">14523 4542 11760,'-6'-8'1889,"-1"1"-1259,1 5-360,-6 2-90,3 2-1,-5 1 1,1 2 360,-29 19-450,16-8 0,-7 9 0,2 2-90,8 2-90,-5 9 0,22-17-450,12 3 91,13-9 269,5 0-90,17-22 225,-21-7 0,0-3-45,13-12 90,-17 10 0,-2-3-1639,-3-7 1,-1-2 1433,1-12-581,-4 9 0,0-5 0,-2 4 786,-2 6 0,0 1 0,0-13 0,0-2 30,-2 8 0,1 0 0,-2 4-1547,1-18 1517,0 7 0,1 3 1607,-1 15-1607,3 25 90,-1 1-90,3 38 0,-3 15 44,-1-28 1,-1 2-45,2 10 0,0 9 0,1 1 0,-1-7 1134,-1 1 1,1-3-1105,0 3 0,2 2 0,-2-6-320,-1-11 0,1-3 290,3 5 0,1-2 3104,-1-5-3104,22 18 0,-14-31-90,31-8 0,-19-15 45,-5-2 0,1-4-45,-3-11 0,-4-2 45,-1 3 0,-1 0 0,-2-3 0,0 8 45,-2 19 0,-8 23 0,0 16 0,-1 14 0,5-9 0,-1 1 778,9-4-1228,0-22-1618,16-4-1209,-6-14 3061,5-7 1,-10-15 0,-4 0 0</inkml:trace>
  <inkml:trace contextRef="#ctx0" brushRef="#br0" timeOffset="63888">14859 4013 12660,'-1'-10'-820,"2"3"1,5 5 0,1 1 0</inkml:trace>
  <inkml:trace contextRef="#ctx0" brushRef="#br0" timeOffset="64195">15252 4511 11760,'-29'-5'1799,"-5"10"-1439,0 19-180,16-3 0,3 4-45,3 9 0,5 1-90,3-3 0,4 0-45,3 0 0,5-3-90,9-4 0,2-5 0,4 2-945,14-14 1,4-10 669,-8-15 1,-1-6 0,-4 6 0,1 0 0,-2-3 0,-2-6 0,0 0 0,-1 1 0</inkml:trace>
  <inkml:trace contextRef="#ctx0" brushRef="#br0" timeOffset="64472">15580 3976 11221,'-2'-8'899,"0"16"-719,2-1 90,0 16 29,-2 8 1,-1 10 0,-1 1-120,0 3 0,0 1 0,-1 1-180,2-11 0,0 1 0,0 1 0,0 0 45,-1 5 0,1 3 0,-1-4 0,3-6-225,0-9 0,2-2-135,-1 15 0,3-3-1753,8-4 269,-2-15 1799,4-7 0,-3-15 0,2-1 0</inkml:trace>
  <inkml:trace contextRef="#ctx0" brushRef="#br0" timeOffset="64664">15553 4479 11400,'10'-8'720,"4"1"-540,14-1-270,-6 3-1549,5-3 1,0-1 1153,-6 2 0,25-11 0,-27 9 0</inkml:trace>
  <inkml:trace contextRef="#ctx0" brushRef="#br0" timeOffset="65066">16000 4415 15178,'-22'7'1260,"-9"11"-1170,10-3 89,-11 15-268,15-5-631,0 15 0,13-8-539,21 9 899,2-22-359,22 6-2558,-8-11 1583,1 1 1244,7 3 1219,-25-9-769,4 14 270,-36 7-180,2-4 0,-19 7 0,5-12 0,-2-1-270,8-2 0,1-1-1459,-8 3 1,4-1 1243,10 3 0,24-22 0,10-3 0</inkml:trace>
  <inkml:trace contextRef="#ctx0" brushRef="#br0" timeOffset="65391">17110 4248 10951,'-5'-13'1349,"1"-7"-360,2 8-899,5 6 360,-1 39-450,2-5-1639,-2 15 1,-1 2 933,0-4 750,1 2 0,1 1-705,0-18 1,0-1 659,0 1 0,2 0-180,2 4 1,3-1-1460,5-7 1,2-2-122,6 15 1380,17-12 1,-15-23 0,7-3 0</inkml:trace>
  <inkml:trace contextRef="#ctx0" brushRef="#br0" timeOffset="65809">17605 4237 6546,'-6'-14'899,"0"0"1835,-7-2-2464,5 8 540,-18 3-541,13 12 91,-21 19-180,16-2 45,-5 18 0,0 3 801,5 1-966,7-12 0,-2 6 0,4-6-44,5 3-61,2-6 0,3 0 918,9 2-1008,5-9 0,5-3-1295,10-9 0,3-4 1430,-6 2 0,0-5-249,16-13 1,-4-11 338,-18-2 0,-3-4-45,3 0 0,-3-5 45,-12-2 0,-4-3 0,-6 1 0,-11-11 0,-7 3-45,3-3 0,-5 5-135,-7 7 0,-3 9-630,9 16 0,0 4-179,-12 1-630,6 9-1748,8 1 2814,9-3 1,-3 2-1,10-5 1</inkml:trace>
  <inkml:trace contextRef="#ctx0" brushRef="#br0" timeOffset="69668">18530 4453 10681,'-8'3'1709,"1"0"-1619,9 2 0,1-3 180,35 1-180,-1-4 0,9-1 0,1-1-334,0-1 1,1 0-1,4 0 262,-7 0 0,4-1 0,1 0 0,-1 0 0,-3 0-798,-5 0 0,-2 1 0,0-1 0,3-1 795,-3 1 0,3-1 0,1 0 0,1-1 0,1 1 0,-1-1 0,2 0 0,1 0 0,0-1 0,0 1 0,-1 0 0,-1 0-140,1 0 0,-1 0 1,-1 0-1,1 1 0,-1-1 125,3-1 0,2 0 0,-2 1 0,-2-1 0,-6 2 0,13-2 0,-8 1 45,-13 1 0,-1 2-45,8-3 0,-3 2 90,4-1-1305,-9 2 1215,-8 2 0,-8 1 0,-12 1 0</inkml:trace>
  <inkml:trace contextRef="#ctx0" brushRef="#br0" timeOffset="70161">20396 4080 10771,'-7'-8'1259,"-1"0"-449,2 4-540,7 8-1,28 15-179,-8-2 0,12 2 0,2 0 0,9 2-45,-6-4 0,1-1 0,-6-4 0,-3-1-45,-6-3 0,0 1 0,6-1 0,-1 0 90,-2 1-90,6 1 90,-19-4-90,-15 0 90,-15 11-45,-14 8 0,-4 4-45,13-12 0,0 0 0,-5 5 0,-3 2 0,3-2-360,0 1 0,3-2-179,-10 9-136,12-10 0,3-2-2602,9-6 3199,1-2 0,9-2 0,3-4 1</inkml:trace>
  <inkml:trace contextRef="#ctx0" brushRef="#br0" timeOffset="70589">22000 3895 10051,'2'-10'1170,"1"-1"719,0 5-360,-2-1-1080,-15 8-269,1 2 45,-15 10 0,-6 7 0,-1 8 0,0 4-135,-1-1 0,1 5-30,10-2 0,2 5 0,6-3-60,8-2 0,5-1 0,-2 3 0,7 0-180,20 4 0,9-6-1459,-7-17 1,1-1 746,8 9 0,1-3 532,-4-15 0,0-7-843,1-4 1,1-5-437,7-3 1,-1-2-1,-4 0 1,-1 0 1459,-4-3 0,-4-1 0,2-10 0,-1-2 0</inkml:trace>
  <inkml:trace contextRef="#ctx0" brushRef="#br0" timeOffset="70964">22430 3929 10051,'1'-11'1349,"-1"2"-629,3 1 180,-2 3-361,11 21-359,-6 8-45,1 8 0,-1 6-45,-4-1 0,-1 0-45,1-5 0,-1 2 0,-1 15 0,0-4-495,1-3-854,1-8 0,0-3-1973,3-11 3016,2-13 1,-1-17 0,0-6 0</inkml:trace>
  <inkml:trace contextRef="#ctx0" brushRef="#br0" timeOffset="71216">22435 3925 10231,'-7'-9'2339,"10"4"-2069,5 4 269,28 2-449,-13-2-90,14 0 0,-18-1-539,13-5-451,-8 1 990,7-5 0,-19 6 0,-5 0 0</inkml:trace>
  <inkml:trace contextRef="#ctx0" brushRef="#br0" timeOffset="71412">22468 4065 10051,'-7'19'1080,"7"0"-541,12-2-179,29-4-450,-8-7-180,15-3-899,-7-9-2108,4-2 3219,-4-2 0,3-3 1,-16 2-1</inkml:trace>
  <inkml:trace contextRef="#ctx0" brushRef="#br0" timeOffset="72846">25233 3787 10681,'-9'-6'3276,"6"-2"-3044,4 5-142,6-1 270,10 1-180,10 0-91,6-2 1,3-1-180,11-2-135,-5 0 1,0-2-946,-1-2-89,1-1 1259,-20 5 0,-24 8 0,-6 4 0</inkml:trace>
  <inkml:trace contextRef="#ctx0" brushRef="#br0" timeOffset="73149">25348 3889 11940,'10'39'810,"-4"-6"-720,-1-1 0,1 2-45,-5-7 0,0 2-1684,1 13 1,0-1-656,-2 9 2341,1-15 1,0-3-1757,1-4-1568,1 3 2857,0-13 1,0-8 0,-2-4 0</inkml:trace>
  <inkml:trace contextRef="#ctx0" brushRef="#br0" timeOffset="73378">25085 4491 11760,'33'-8'1709,"-10"3"-1529,6-1 180,-3 2 0,4-1-675,1-2 0,3-1-705,4-3 1,5-3 0,-3 1 164,4-1 1,-3-1-239,-10 1 1,1-1 0,-4 1 623,-3 0 1,-1-1 0,9-6 0,1-3 0,2 0 0,-1-1 0</inkml:trace>
  <inkml:trace contextRef="#ctx0" brushRef="#br0" timeOffset="73803">26063 3834 11131,'-4'-13'2158,"2"3"-1168,-1 2-810,-3 10 0,-1 1 89,-9 19 1,-2 5-180,-3 7 0,3-5 0,-2 5 0,3-4-1953,-6 13 1908,5-4 0,2-1-353,4 3 218,8-11 0,3-1 90,3 2-90,9 0-90,16-19 90,-8-7 45,9-4 0,2-3 45,1-5-45,1-3 0,0-3 45,-9 1 0,-1-4 30,1-6 0,1-4 0,-4-3-851,-7-2 0,-3-2 0,-1 1 866,8-12 0,-5 2 584,-12 1 0,-9 5-539,-27 3-90,11 14 37,1 8 0,-4 4-1072,-10 16 1,0 5 16,14-7 0,-1 1-75,-5 8 1,-2 3 0,7-2 652,4 3 0,-6 17 0,21-17 0</inkml:trace>
  <inkml:trace contextRef="#ctx0" brushRef="#br0" timeOffset="74262">26463 3870 10681,'-1'-14'989,"1"-3"-629,0 5 1259,-1-6-809,0 10-540,-6 14-1,0 13-179,0 4 0,1 3-45,-1 1 0,1 0 0,0-2 0,1 2-45,0 21 0,0-2-90,3-6-135,4 5 1,3-2 44,10-15 0,10 9 90,-4-21-90,16-9 180,-8-14 0,1-3 90,15-4-45,-5-11 0,-3-6 0,-17 5 0,-4-1-765,4-2 1,-1-2 764,-2-15 0,-5 1-45,-3 1 45,-2 4 0,-3 1-45,-5 2-270,-5-2 1,0 17-3008,-23 7 2836,13 13 1,-15 5 0,16 4 0</inkml:trace>
  <inkml:trace contextRef="#ctx0" brushRef="#br0" timeOffset="74549">27202 3389 10501,'7'-13'1439,"-2"5"-899,2 18-450,-6-3 270,-6 36-450,-10-7-720,-1 7-1978,-2-4 2788,10-14 0,4-3 0,1 0 0</inkml:trace>
  <inkml:trace contextRef="#ctx0" brushRef="#br0" timeOffset="75017">27793 4004 11850,'7'-10'1979,"-3"1"-1169,-12 3-451,-4 4 1,-21 10 0,-5 12-1999,14-3 1,1 2 753,-9 7 796,9 2 266,18-1-357,7-5 90,2 8-135,10-4 0,3-1 45,1 7 135,-1-4 1,-2 1-46,-5 13 90,-7-12 3187,-19 14-3187,-15-12 45,-9-6 0,-4-1-1278,18-9 0,-1-2 1233,-13 3 0,0-1-536,13-6 1,4-1-1174,-8 3 1709,-7 4 0,43-13 0,12-2 0</inkml:trace>
  <inkml:trace contextRef="#ctx0" brushRef="#br0" timeOffset="75223">28594 4267 15448,'4'-12'3276,"-1"2"-4393,-7 6-2160,-14-1 0,-6 0 2730,-12-3 1,6-3 0,-1-2 0,-3-1 0,0 0 0</inkml:trace>
  <inkml:trace contextRef="#ctx0" brushRef="#br0" timeOffset="80397">821 5870 8882,'3'-7'3276,"1"0"-2235,0 4-861,-1 8 180,3 14-90,0 24-180,-1-6-90,1 7 90,-3-21-90,0-2 180,4 24-90,1-5-90,0 7 90,0-11-90,-6-18 0,1-6 0,-3-6 0</inkml:trace>
  <inkml:trace contextRef="#ctx0" brushRef="#br0" timeOffset="81167">830 6877 9512,'-5'-8'1529,"1"0"-540,1 3-179,1 0-4087,3-1 2572,1 2 1744,4-1-679,18-3-270,-8 4 90,33-6 0,-13 11-180,2-1 180,-4 27-180,-27-9 0,-7 7 0,-5 2 0,-11 1 0,-6 3 0,-3 4-45,-1-1 0,-1 0 1683,6-7 0,1 0-1670,-4 5 0,7-4-58,17-11 0,2 2 0,21-5-809,11-10-181,5-1-2197,10-7 2904,-24 1 1,10-1-1,-13 2 1</inkml:trace>
  <inkml:trace contextRef="#ctx0" brushRef="#br0" timeOffset="81767">913 7758 11041,'-5'-6'2069,"-1"-1"-1890,6 2 361,18-6-450,1 1 90,27-2-90,-14 10-180,-1 2 90,-12 12 0,-13-3 0,-3 7-90,-9 1 90,-8 6-45,-2 1 0,-2 1 45,-2 4 0,-9 11-90,24-17 0,4-10-180,11 20 90,3-16 90,9 12-179,-6 9-1370,-21-4 1,-6 2 1490,7-10 1,-3-1-1078,-15 17 1,-5-4 1045,0-10-694,2-2 1,-2 1 872,-6 6 0,13-14 0,2 0 0,-6 5 0</inkml:trace>
  <inkml:trace contextRef="#ctx0" brushRef="#br0" timeOffset="82455">1065 8944 10591,'5'-7'630,"0"-1"-1,-3 5 2250,2-5-2610,-7 18-179,2-1-3212,-15 35 3212,7-19-409,-3 3 1,-1 3 318,1-8 0,0 2-135,-5 8 0,0 0 45,4-8 0,0-1-630,0 1 1,2-3 539,9-8 90,0-1-180,20-18 3212,-8 1-3212,22-1 90,-16 6 90,8 0 998,-2 2-998,-8-1-90,8-1 0,2-9 180,-9 3 0,6-11 0,-14 7 0,1 1 180,-2 3-180,-2 9 180,1 19 0,-1 6-180,0 21-135,-1-12 0,0 1-540,-1-13 1,-1-1-181,2 7 1,-1-1 358,0-4 0,-1-7 0,0 3 0</inkml:trace>
  <inkml:trace contextRef="#ctx0" brushRef="#br0" timeOffset="83526">983 10174 9961,'3'-11'1260,"0"0"808,0 4-1708,-11 17-270,2 0 45,-7 15 0,-1 2-135,1-2 0,0 4 0,0 1-270,5 1 90,1 3-180,15-9 181,0-14-181,21 0 180,-11-7 90,9 4-90,-10 12 90,-9-8 0,-12 33 90,-3-27-45,-5 7 0,-1 0-45,1-6-449,-11 16-721,7-19-179,1-1 1439,-1-4 0,3-5 0,-3-1 0</inkml:trace>
  <inkml:trace contextRef="#ctx0" brushRef="#br0" timeOffset="83739">913 10299 10141,'3'-9'720,"0"0"719,8-3-1169,-4 5 270,22-11-181,12 0-809,-7 5 1,2 0 89,-10 3 0,-1 1-225,2 0 1,-1 2 584,-3 7 0,-6 6 0,5 4 0</inkml:trace>
  <inkml:trace contextRef="#ctx0" brushRef="#br0" timeOffset="84207">1058 11212 11580,'-3'-10'2339,"0"3"-2159,-6 7-90,3 3 270,-12 18-270,5-3 0,-1 7 0,1 2-3115,1 0 2935,-4 15 431,14-9-1061,10-2 540,0 0-315,14-15 1,4-6 224,0-5-90,18-5 0,1-5 271,-8-8 133,-5 2 1,-4-1 135,-10-3 180,-12-5-270,-9 10 270,-27-2-360,11 12-608,-10 7 1,-1 2 247,7 4-1279,-5 5 1,1 2 1027,6 6 1,-9 11-1,14-7 1</inkml:trace>
  <inkml:trace contextRef="#ctx0" brushRef="#br0" timeOffset="84694">1188 12127 12210,'20'-13'1619,"-5"2"-1079,25-9-450,-18 10 180,23-8-180,-11 7-225,-8 4 0,1 2-405,10 11 450,-7-2-90,-37 42 90,-15-7-45,-1 1 0,-1 2-315,1-3 1,1-1-46,-1 2 0,2 0 495,3 1 0,3-2 0,0 8 0,10-21 0,0-1 0</inkml:trace>
  <inkml:trace contextRef="#ctx0" brushRef="#br0" timeOffset="85480">1530 13032 10321,'-7'-9'540,"1"1"179,-3 2-179,-1 1 180,-10 1-181,-3 6-179,-7 6-180,1 4 90,-5 10-180,15-5-90,2 10-180,24-7-180,17 2 45,0-10 1,2-1 44,16 6 180,1-1-90,-23-6-90,-1 10 90,-8 8 90,1 5-3187,-14 3 3072,-3-16 205,-8 4-90,3-10 90,-25 17 0,12-17 0,-14 4 90,16-21-90,12-6 0,4-25-90,13-7 90,3 3 0,2 0 1638,-4 11 0,2 1-1445,9-15 0,-1 3-13,-3 6 90,3-9-90,-27 17-3457,0 16 3252,-13-4-155,-4 16-1513,4 1 1243,-12 5-1189,8 1 1,0 1 982,-6 3 1,5-1-1,0 1 1,2 2 0</inkml:trace>
  <inkml:trace contextRef="#ctx0" brushRef="#br0" timeOffset="86267">1670 13993 10411,'-11'-18'989,"-1"4"-359,-8 4-450,7 6 270,-29 8-360,25 1 0,-12 9 0,1 2-90,9-1-90,-2 5 0,1 0 0,9-4-90,-2 8-450,19-4 450,0-10-719,33 5 719,-20-15 90,20-3-180,-7-14 270,-6-5 0,2 0 360,-7-9-360,-16 29 0,3 1 0,-7 17 90,-2 16-90,-1 15 0,-1-14 0,0 0-1639,1-5 1,0-2 1580,0 1 1,-1-1 147,-6 16-1660,2-16 1570,-4 13-90,-9-10-360,-1-7 91,-5 4-1530,-4-10 1889,1-5 0,-5-1 0,-2-1 0</inkml:trace>
  <inkml:trace contextRef="#ctx0" brushRef="#br0" timeOffset="86619">1304 14891 10501,'3'7'2069,"-2"-4"-1799,3 36-90,-1-1-180,-3 0-90,2 0-720,1-3-539,0-8 1349,7 11 0,0-19 0,4-2 0</inkml:trace>
  <inkml:trace contextRef="#ctx0" brushRef="#br0" timeOffset="87031">1626 14982 11400,'-3'-8'2249,"-3"-1"-1619,-5 14-450,2-2 179,-5 16 1,1 7-360,3 0 0,-7 19-899,21-8 269,4-24 270,7 9-359,7-26 179,0-9 0,1-3 361,6-6 223,0-13 1,-5-2 135,-12 8 270,-6-6 0,-4 1-180,-8 14 629,-24-13-719,15 27-1079,-34 7-361,34 4 1260,-12 4 0,27-16 0,2-2 0</inkml:trace>
  <inkml:trace contextRef="#ctx0" brushRef="#br0" timeOffset="89874">1859 5043 8882,'2'-9'-90,"-1"1"720,3-1-181,0-1 541,2-3-271,-3 4 271,-1 1-810,-9 12 0,-3 6 0,-15 27-3393,3 5 3213,1 3 45,11-20 0,2 0-839,-2 20 884,3 1-135,7-15 0,3-2 45,7 4-341,10 5-289,9-22-269,3-10-1889,17-11 2307,-10-9 0,3-5 1,-11-1-1</inkml:trace>
  <inkml:trace contextRef="#ctx0" brushRef="#br0" timeOffset="90526">2176 4943 10051,'-5'-9'450,"-2"-1"449,3 6-719,-3 11-90,4 3 90,0 20-90,4-8 0,1 7-90,-1-8 90,2-1-90,2 5 90,-3-10-90,3 3 0,-3-7 0,1 8 0,1-1 90,-2 1-90,0-8 0,0 6 0,-1-7 0,1 15 0,-2-15 0,1 13 0,-1-10 0,1 5 90,0-5-90,0-4 0,1-1 0,-2-2 0,2-1 0,-1-2 0,0-2 0</inkml:trace>
  <inkml:trace contextRef="#ctx0" brushRef="#br0" timeOffset="91107">2212 4919 9062,'-3'-7'90,"-1"-2"90,1 4 90,1-1 359,-1 1 1,0 0-360,-1 2-1,-6 8 91,-4 13-90,-8 24-180,6-9 0,0 11-490,10-23 490,-2 20-255,6-6 210,3-1 0,4 2 0,6-7 0,2-2-45,-2 0 0,2-1 0,16 11 45,-3-16 0,2-1-45,5 6 45,-5-6 0,-1 1-3191,-6 12 3236,-13-16-504,-21 30 414,-9-20 45,-1-1 0,-4 1-45,-1-6 0,1-3 79,6-2 1,0-1-170,-21 9-3187,22-16 2197,4-6-629,3-3 2105,15-15 0,7-4 0,5-8 0</inkml:trace>
  <inkml:trace contextRef="#ctx0" brushRef="#br0" timeOffset="91726">4403 4738 9691,'-11'-1'2699,"34"-8"-2519,0 3 0,3 0-90,10-3 0,3-1-135,7 0 0,-2 0-405,-12 4 0,-2 0 450,18-3 0,-38 10 0,-16 5 0</inkml:trace>
  <inkml:trace contextRef="#ctx0" brushRef="#br0" timeOffset="91997">4533 4774 11760,'9'5'630,"-1"1"-270,1 21-180,-2 0-46,0 13 1,0 3-90,-3-17 0,0 0-180,2 17 1,-1-2-136,1-8 0,0 0-1439,1-13 1709,0-5 0,-2-1 0,-1-8 0</inkml:trace>
  <inkml:trace contextRef="#ctx0" brushRef="#br0" timeOffset="92217">4388 5254 10141,'9'5'720,"6"-2"-270,6-6-2089,11-3 1,2-1-206,11-2 1582,-4-3 1,8-3 0,-7 2-1178,4-4 1439,-14 4 0,2-1 0,-5 0 0,-3-6 0,4-6 0</inkml:trace>
  <inkml:trace contextRef="#ctx0" brushRef="#br0" timeOffset="92645">5076 4721 11221,'-6'-6'1619,"-5"10"-1439,2 3 89,-6 15 1,0 4-180,1 1-45,-1-3 0,2 3 45,6 3 0,4-1-180,2 6 0,5-2 0,4-3 0,14-6-90,22-7 180,-4-17-45,-1-19 0,-2-5 45,-2-2 45,-8-9 0,-7-2-2674,-19 10 2629,-5-17-1171,-12 15 1,-2 1 1170,-3-2-744,-5 2 1,-2 4 743,8 17-180,-10 3-3097,-8 32 0,21-13 3230,-15 18 0,27-15 0,0 1 0</inkml:trace>
  <inkml:trace contextRef="#ctx0" brushRef="#br0" timeOffset="93058">5338 4698 11221,'0'-10'1529,"-2"0"-180,1 5-809,-5 28-360,4 1-136,5 18 1,3 4-90,-1-16 1,2-2-1,4 12 0,4-1-45,3-12 0,2-5 90,5 1-90,11-15 0,3-7 90,1-19 0,-13-3 0,1-6 0,-5 0 45,-8-1 0,-6-3 15,-3-8 0,-4-4 0,-4 4-60,-7 7 0,-3 3-45,-2-5 0,0 5-225,-4 7-2249,2 23 1170,9 3-270,-3 7 799,8 0 1,1 2 0,0 5 0</inkml:trace>
  <inkml:trace contextRef="#ctx0" brushRef="#br0" timeOffset="93278">6037 4665 11131,'9'-1'2788,"1"1"-2968,-4 1-3097,-2 1 2949,-6 7 1,-4-3-1,-4 4 1</inkml:trace>
  <inkml:trace contextRef="#ctx0" brushRef="#br0" timeOffset="95211">1595 5813 7713,'-1'9'2608,"-1"0"-2158,0-4-270,-1 0 539,-16 17-449,0 2-180,0 3 0,-1 2 0,4-1 0,2 1 0,1-1 0,2 1-45,5 2 0,4-1-45,11 9-1639,8-15 1,5-3 1613,6 0-2244,17-4 2359,-21-17-90,3-5 0,0-3 0,7-4-507,3-7 1,-1-3 506,-10-8 45,-11-1 0,-6-1-45,-8 0-102,-16-13 102,-8 25 0,-2 3-90,-10-2-315,3 6 1,1 3 1626,5 11-1222,-9 21 0,25-3 0,-6 13 0</inkml:trace>
  <inkml:trace contextRef="#ctx0" brushRef="#br0" timeOffset="95449">1992 6110 10771,'3'-9'1169,"-2"-6"-989,-3 7-90,-1-4-90,1 7 0,3 10 0,1 2 0</inkml:trace>
  <inkml:trace contextRef="#ctx0" brushRef="#br0" timeOffset="96004">2287 5894 10141,'-1'-12'1080,"-3"-3"-901,2 9 361,-9-5-270,5 7 90,-17 3-270,11 5 0,-16 7 90,9 8-180,1-1-90,5 2 0,8-3-90,8-4 0,0-1 0,9-1-270,19-9 360,-11-2 0,18-8 0,-19-11 180,-6 7-90,0-9 90,-10 12-90,6 16 0,7 21 45,-3 1 0,1 5-45,-1 0 0,0-1 0,-1-3 0,-1 1 0,-1 7 0,-5-2 90,-9 1-90,2-8 0,-4-2 0,-23-6 0,4-12-539,-14-9 89,21-4-2827,-5-11 3129,21 6 0,4-11 1,6 3-1</inkml:trace>
  <inkml:trace contextRef="#ctx0" brushRef="#br0" timeOffset="96617">2808 5855 9961,'0'-11'1350,"0"-7"-1081,-2 7 451,-5-4-360,-15 24-270,6-2 0,-11 14 180,5 19-270,10-11-45,5-1 0,3 1-45,12 6 90,4-2-90,3-14 0,5 0-45,5 1 0,1-1 90,-6-3 0,0-1 45,3 1 0,-2-1-90,-5 1 0,-8-1 0,-4 15 90,-14-4 0,-15 11 0,-9-3 0,5-8-90,-3-2 90,19-16 0,-11 6-90,14-17 90,3-10-90,12-22-1549,6-1 1,1-1 1490,-3 10 1,-1 1 102,4-19 0,0 0-287,-6 17 0,-3 0 287,2-9 0,-4 0 0,-4 5 0,-3 1 45,-1 5 0,-3 3-54,-9 4 1,-3 5-36,-13 5-1383,6 10 1,1 4 752,1 4 684,-1 8-1224,24-9 1345,2 0 0,4 6 0,0 0 0</inkml:trace>
  <inkml:trace contextRef="#ctx0" brushRef="#br0" timeOffset="98028">1829 6744 8342,'7'-7'3276,"-13"7"-2954,2 2-52,-22 20-270,15-9 90,-8 20 0,1 7-90,12-14 0,1 0 45,-5 11 0,1 0-45,9-10 0,4-2 45,8 1 0,2-2-45,12 14-1639,-2-14 1,2-4 663,3-8 975,17-7 496,-23-9-451,10-8 0,2-7-45,-14 1 0,-1-3 45,10-8 0,-6-5-1119,-19-10 0,-9 1 1074,0 16 0,-3 1-293,-7-7 1,-5 2 292,-15 1 1768,-9 8-1948,-1 5 315,6 12-3284,-3 33 991,25-12 2445,-13 18 1,24-10 0,0 2-1</inkml:trace>
  <inkml:trace contextRef="#ctx0" brushRef="#br0" timeOffset="98275">2313 6879 11311,'-1'-11'1169,"1"0"-270,-1 3-899,1-4 0,-1 6 0,1 0 0</inkml:trace>
  <inkml:trace contextRef="#ctx0" brushRef="#br0" timeOffset="98872">2754 6685 10321,'-2'-12'360,"-3"1"-3637,-13 4 1523,6 3 1754,-8 1 1499,11 3-1319,-16 6 0,4 4-180,-6 4 0,10 5 0,11-4-1499,10 9 1499,1-13 0,5 3-90,2-8-90,3-2 90,5-3 0,-2-3 2359,-3-7-2179,-6 0 179,-2-3-179,-4 2 3186,-1 2-2890,0 1-296,3 19-90,1 6 45,1 8 0,1 3-45,5 17-1639,-3-8 1,-1-1 1613,1-1 25,-2 5 90,-12-14-90,-1-14-2178,-20 16 2178,12-23-1737,-29 6 1107,27-12 819,-12 1-189,18-6 0,2-3 0,-1-4 0</inkml:trace>
  <inkml:trace contextRef="#ctx0" brushRef="#br0" timeOffset="99276">3172 6651 11041,'-4'-11'1529,"-5"-2"-1259,-1 8-90,-2 0 179,-8 15 1,1 26-360,3-11 45,8 2 0,2 1-135,7 3-90,4 6-719,19 1-181,9-9 811,-2-6-451,-1 6 630,-26-18-180,-8 20 270,-6-18-180,-15 11-180,9-10-2338,-11 6 2698,13-10 0,-1-1 0,11-7 0</inkml:trace>
  <inkml:trace contextRef="#ctx0" brushRef="#br0" timeOffset="99506">3072 6628 9871,'-5'-10'2249,"6"-1"-1709,42-9-1170,-2 2-1009,1 1 1,0 1 1286,-1 0 0,-16 6 0,-1 2 0,-4 2 0</inkml:trace>
  <inkml:trace contextRef="#ctx0" brushRef="#br0" timeOffset="100186">1804 7935 9961,'1'-10'1170,"3"-1"-631,-3 4 181,4-4 539,-2 3-269,-1 0-721,-7 13-89,-4 18-90,-1 3 0,1 18 0,7-21-90,2 8-45,5-7 0,3 0-45,10 13 0,0-8 0,3-2 0,21-1 90,3-12-89,-9-12 89,6-19 0,-22-2 0,-2-2-2873,12-12 2873,-15 10 0,-5-2-1688,-12-13 1778,-1 6-90,-8-1 0,-2 0 0,-4 0 0,3 8 0,-2 3-180,-24 0-540,2 23-449,8 7 0,2 6-470,9 6 1,3 3 1650,2-1 0,4 0 0,6 19 0,8-15 0</inkml:trace>
  <inkml:trace contextRef="#ctx0" brushRef="#br0" timeOffset="100439">2219 8063 10951,'-1'-12'2248,"-3"-13"-1708,1 12-540,-2-9 0,2 14 0,2 4 0,0 3 0</inkml:trace>
  <inkml:trace contextRef="#ctx0" brushRef="#br0" timeOffset="101470">2608 7699 10411,'-1'-9'0,"0"0"630,-2 0-271,1 3-179,-2-2 90,1 4 90,-4-2-180,0 5-90,-3-1 90,-10 9-90,6-1-90,-10 7 90,2 5 0,-8 18 0,9-6-90,4 13 0,26-16-45,12-10 0,6-4 0,-3-3 0,3-2 0,11 0 0,1-4 0,-9-7 0,-1-2 45,15-8 90,-10-9 0,-16-2 0,-8-5 0,-9 2-90,-7 20-3277,0 40 3162,1 4 115,4-6 0,1 1-302,1-5 0,1 1 302,1 15 0,1-1 0,-2-12 0,1-1 0,0 7 0,-1-2 90,-2-5-90,-7 3 90,-12 6-360,-14-3-539,-3-11 89,4-11-2068,3-8 4262,14-4-1474,-3-2 0,4-5 0,-1-2 0</inkml:trace>
  <inkml:trace contextRef="#ctx0" brushRef="#br0" timeOffset="101700">3230 7613 11490,'6'3'2159,"-5"12"-1979,-3 3 90,-1 7 0,1 1-180,0 2 90,1 19-270,3-8 0,0 0-180,1 4-780,1-4 1,0 6 0,-2-3 1049,0-8 0,-2-2 0,2 12 0,-2-1 0,-3-14 0,0 1 0</inkml:trace>
  <inkml:trace contextRef="#ctx0" brushRef="#br0" timeOffset="102289">2479 8930 10771,'-26'-7'1079,"3"1"181,-2 2-1081,10 2 451,-22 0-270,12 9-90,-20 10-180,22-4 0,0 3 44,-6 7 1,1 1-90,7-5 0,1 0-327,0 3 1,0 3 416,0 12 0,3 0-135,-2 5-90,4 3 0,7 0-270,19-5 0,0-14 0,6-1 90,3-7 1,6-5-1370,19-11 1,2-6 1359,-18 3 0,-1-5-496,3-9 1,3-5-1,-8 1 775,-3-9 126,-5 0 0,-3-2-36,-9-14 45,-8 8 0,-3 0-45,-5-12 135,-13 6 0,-4 7-135,0 19-720,-3 6 1,1 8-1530,6 23 2159,3 19 0,20-12 0,6 2 0</inkml:trace>
  <inkml:trace contextRef="#ctx0" brushRef="#br0" timeOffset="102518">2670 9146 11221,'-1'-8'2518,"0"0"-2968,0 0 0,6 20 1,3 4-1</inkml:trace>
  <inkml:trace contextRef="#ctx0" brushRef="#br0" timeOffset="103126">2959 8920 10591,'1'-19'1799,"-1"5"-1079,-2-1 179,-6 2-449,3 9 179,-16 0-359,6 10 0,-13 12-270,9 5-90,5 3-360,17 10-629,24-1 539,3 2 225,-8-19 1,2 1-136,-1 4 0,-1 0 270,4 6-45,-7 1 1,-5 0 134,-10-9 179,-7 8 1,-4 0 90,-3-8-90,-12 14 360,1-19 270,-12-2-91,-1-14-539,5-3 0,13-17-90,20-24 0,3 14 0,2-3 0,-2 4 0,0-3-30,3 0 0,1-2 0,-3 3 75,-4 5 0,-2 1 0,5-5 0,-3 1 45,-22-17-90,-5 26 0,-3-5-270,-15 6 0,26 13 270,-12-3 0,23 7 0,-1 1 0</inkml:trace>
  <inkml:trace contextRef="#ctx0" brushRef="#br0" timeOffset="103714">3206 8738 10951,'-5'-8'1349,"-2"0"-539,1 4-271,-4 0-89,-7 9-270,3 3 180,-7 23-450,15 8-90,5 4-90,16-1-45,3-20 0,3-1 225,6 6-135,0-4 1,-1-2-1964,-5-4 2098,8 7-2787,-11 0 2787,-8-8 0,5 23 90,-14-21 90,-1 10 0,-18 14-90,7-19 90,-7 6 0,-2-1-90,2-8 1493,-11 9-1493,9-22-180,5-20 90,2 1 3366,8-18-3308,7 4 0,2-1-1760,2-11 1747,0-1 0,0-1 45,1-1-90,1-6 135,-5 21 0,-2-1 135,-4-20-180,1 1 90,-7 13 0,-7 14-270,-9 5-180,2-1 360,-20 5 0,22 5 0,-15-1 0</inkml:trace>
  <inkml:trace contextRef="#ctx0" brushRef="#br0" timeOffset="106091">2247 10026 10231,'-8'-7'450,"-1"1"269,2 3-449,-5 3 270,-5 6 0,-9 18-270,2 13-46,6 4 1,2 5-90,6 1 0,2 0-90,0 0 0,3 0 0,3-8 0,7-3 0,7-11 0,2-5-45,6 3 45,14-15 0,3-8-45,-5-10 90,-4-7 0,5-5 0,-6-1 0,-10-1 0,-3-1 45,10-15 0,-6-3 89,-17 2 1,-9 1-1786,-5 3 0,-5 2 1606,2 4 0,-3 3 45,-6 4 0,-1 7-180,-6 11-1439,-12 21-1748,24 26 0,1-2 3116,27 8 1,7-21-1,4 2 1</inkml:trace>
  <inkml:trace contextRef="#ctx0" brushRef="#br0" timeOffset="106288">2605 10285 11041,'-4'-10'899,"0"1"-449,0 1-180,2 0 0,-1 2-270,1-3 0,0 5 0,1-1 0</inkml:trace>
  <inkml:trace contextRef="#ctx0" brushRef="#br0" timeOffset="106886">2931 9989 10681,'1'-12'899,"-2"-4"-269,-5 2-360,0 0 270,-16 4-271,8 8-89,-12 5 0,0 22-90,11-7 0,-4 18-2056,16-12 1966,4-1-1065,14 15 885,-3-19-45,5 1 1,3-1 44,2-1-90,11 5-135,-11-9 0,0 2-224,14 17 539,1-2-90,-17-3 0,-18-11 180,-3-4-180,-11 17 180,0-14 0,-7 9-196,-12-4 376,12-8 546,-25 7-546,27-17 0,-6-6-90,17-7 90,17-34-180,-1 15 60,1 1 0,4-7 0,-2 6-60,4-8 135,0-3 0,-2 3-135,-8 16 2333,-4-10-2243,-12 15 0,-10-4 617,-8 6-932,1 7 0,-1 2-225,-2 1-2698,-19 4 3148,37 4 0,-1-1 0,9 0 0</inkml:trace>
  <inkml:trace contextRef="#ctx0" brushRef="#br0" timeOffset="107333">3247 9920 10321,'-2'-12'1709,"1"4"-809,-1-5-1,13-2-539,4-1-90,17-4-180,-5 10-571,-2 3 1,0 2 570,10 1-45,-4 6 0,-1 4-45,-2 12 0,-16 6 0,-8 5 0,-15 7 0,-9 2-1493,0 2 1,-2 0 1492,-1-4 0,0-1 0,0-2 0,2-1-124,0 9 124,3 1 0,19-14-90,33-20 90,-7-5 0,18-3-843,-15-4 1,0 0 662,9-2-585,5-1 1,0 0-406,-10 1-267,-6 1 1,-1 0 1436,-4 2 0,-3 0 0,-5 3 0</inkml:trace>
  <inkml:trace contextRef="#ctx0" brushRef="#br0" timeOffset="108407">2194 11024 9602,'8'-8'1709,"-10"5"-1350,-14 19-179,-3 9 0,-1 4-90,3-1 0,2 1-45,-3 15 0,4 2 45,14-9 0,5 0-1729,3-5 1,4-1 1195,1-5 1,4-3 559,10-3 1,6-7-118,6-9 0,1-4 0,-6 4 0,0-3 0,3-10 0,3-5 0,-7-2 45,-12 2 0,-2-3 0,10-9 0,-4 0-45,-12-5 90,-17 3 0,-5 1 0,-5-2 45,-18-9 0,-4 2 2947,1 11-3082,6 10 0,-6 0 0,3 6-180,5 9 0,2 4-1459,-13 2 1,2 3 569,-6 13-2208,8 13 2953,21-14 0,3 14 0,7-8 0</inkml:trace>
  <inkml:trace contextRef="#ctx0" brushRef="#br0" timeOffset="108696">2776 11204 11940,'1'-8'2249,"-1"-1"-1889,0 0-360,1 1 0,-1 2 0,0 4 0</inkml:trace>
  <inkml:trace contextRef="#ctx0" brushRef="#br0" timeOffset="111552">2997 10987 9422,'0'-11'1349,"1"3"-450,0-8-449,12 1-270,6-3-90,14 1 0,-7 7 0,-2 3 0,0-1-45,1 1 0,-1 1 0,0-2 0,0 1 45,23-4-90,-28 7 0,-3 3 90,-12 22-90,-8 5 0,-3 4 0,-1 8 0,-1 2 30,0-3 0,-1 2 0,1-3-30,1-1 0,1-3 0,0 2 0,2-3-270,4 14 90,3-21-990,4 21 451,-1-34-990,4 4 1709,2-12 0,5-5 0,5-2 0</inkml:trace>
  <inkml:trace contextRef="#ctx0" brushRef="#br0" timeOffset="112123">3853 10838 10321,'-2'-10'450,"1"1"1169,-4-4-450,-1 3-809,0-1 0,-1 4 0,-11 10-270,6 2-1607,-12 11 1,-1 4 1516,7-3-45,-3 4 0,3 3-674,13 10-91,18 4 630,-1-7 1,14-13-271,4-17 360,-7-7 90,7-2 90,-13-4 90,1-14 179,-4-4-179,1-2 3096,-8 7-2890,-5 11-296,1 8-90,1 2 90,-2 9-3367,4 30 3252,-3-6 25,1 4 0,0 7 0,0-2 45,-1-1 0,1 1-640,1 6 0,0 5 0,0-3 640,0-1 0,-2-3-154,-5 7 1,-5-4 108,1-16 0,-6-4-45,-15 0 0,-4-6-135,-7-7-1459,-7-5 1,2-3-1488,14-3 3388,-1-1 0,1 0 0,7-1 0,-6 0 0</inkml:trace>
  <inkml:trace contextRef="#ctx0" brushRef="#br0" timeOffset="112895">2378 12258 10141,'-2'-9'270,"0"0"630,0 0 89,-2-4-449,-2 1 179,-7-2-359,1 10-45,-9 15 0,0 6-225,-1 4 0,-4 15 0,3 4-1,9 6-1728,7-7 1,4 0 1613,6 0-65,10 2-864,22-13 954,-12-16-45,22-9 0,5-9 45,-26-4 0,0-4 30,8-7 0,2-6 0,-10-3-961,-17-13 0,-8-2 976,6 4 0,-7 2 89,-20 7 1,-10 0-1,2 7-134,-10 2-379,-1 7 1,1 6 198,10 14-810,-10 16-1168,14 6 2158,15 1 0,5 3 0,3 13 0,8-14 0,-1 0 0</inkml:trace>
  <inkml:trace contextRef="#ctx0" brushRef="#br0" timeOffset="113806">2923 12182 10411,'3'-7'1349,"1"-1"-359,-3 3 269,1 0-1169,3 6-180,-1 2 0,1 3-180,-2 5-180,-1-5 361,5-6-1,-4-2-3187,4-9 2589,-8 4 1,2 1-1,-3 4 1</inkml:trace>
  <inkml:trace contextRef="#ctx0" brushRef="#br0" timeOffset="114239">3215 11921 11311,'-3'-9'809,"3"-1"630,15-4-989,2 1-180,8-2 270,9 0-3817,-4 2 2662,9-4 705,-14 8 0,-2 0 859,8-2-949,4 1 0,0 1-90,-8 4 90,18-2-90,-40 45 90,-15 7-30,1-12 0,-2 4 0,-1-1 1668,-1-1 0,-1 1-1600,0-2 1,-1 3 0,2-1-84,3 12 0,2-3 45,0-12 0,1 0-630,6 16 1,4-6 89,4-20-2698,16 11 1799,-9-29-180,8-2 1619,-8-8 0,7-9 0,2-3 0</inkml:trace>
  <inkml:trace contextRef="#ctx0" brushRef="#br0" timeOffset="114609">3860 11933 10141,'6'-16'3276,"-1"3"-2414,-12 15-53,-9 13-719,0 1 0,-3 7 360,0 8-360,9-13-90,-9 25 0,17-27-90,-1 8-360,16 6 270,-5-14 90,9 14 0,-7-17-89,5 12-1,-6 0 180,-7 0 0,-4 1 0,-15 19 45,6-23 0,-2 1-45,-12 5 0,-1-2 0,-1 1-315,-3-1 0,0-3-225,10-8-179,-11 5-2558,21-20 3084,5-6 0,3-11 1,5-6-1</inkml:trace>
  <inkml:trace contextRef="#ctx0" brushRef="#br0" timeOffset="114808">3776 11942 10591,'-6'-8'1349,"-1"1"-719,4 4 809,0-1-1259,10 2-90,-1-1-630,19-2 0,6-3-1099,-5-1 1,2-1 1524,6 0 1,0-1 0,-7 2-1,-3 1 1,4 1 0</inkml:trace>
  <inkml:trace contextRef="#ctx0" brushRef="#br0" timeOffset="115431">2554 13032 10681,'-20'-1'2159,"3"0"-810,0 4-719,3 1-361,-5 5 361,-17 17-225,11 2 0,2 2-2044,3-9 1,1 1 1670,-3 9 0,7-1-32,17 10-1567,2-14 1477,9 11-270,20-9 90,-1-13 90,5-7 0,4-7 90,0-15 1,-2-5 44,-8 8 0,-1-2 1157,1-8 0,-8-2-1112,-15-9 0,-6 11 0,-3-12 2319,-23-7-2319,-6 8-2551,-4-3 2551,4 19-1756,3 19 1216,11 1-943,-12 11-1755,17 0 581,1 0 2657,7-1 0,6-1 0,1 2 0</inkml:trace>
  <inkml:trace contextRef="#ctx0" brushRef="#br0" timeOffset="115645">2818 13141 11940,'-4'-9'1889,"-1"1"-5166,1 4 2457,6 0 1,-1 1 0,6 0 0</inkml:trace>
  <inkml:trace contextRef="#ctx0" brushRef="#br0" timeOffset="116067">2960 12992 11311,'-3'-10'2428,"1"1"-1888,7-1-180,5 0-180,3-2 179,28-9-179,-15 9-135,-3 2 0,1 0-3322,21-6 2838,-16 4 234,-2 2 1,0 1-245,-5 2-91,8-2 270,-19 16 270,-18 27 180,-5 11-45,-4-4 0,-1 4-90,4 1 0,0-1 0,1-7 0,1 1 15,6-3 0,2 3 0,1-6-60,1 6-450,4 4 0,2-2-809,2-16-1709,5 10 1079,-3-26 1761,1-4 1,1-8-1,2 0 1</inkml:trace>
  <inkml:trace contextRef="#ctx0" brushRef="#br0" timeOffset="116324">3557 12832 11088,'-1'-10'3276,"6"35"-2620,-2 3 0,0 4-611,1-2 0,0 2-15,-2 3 0,1 3 0,-1-5-120,1 9 76,-1-10 1,0-1-347,1-5-2917,1 19 0,-1-11 2457,0 5 1,-3-13 0,-2-9 0</inkml:trace>
  <inkml:trace contextRef="#ctx0" brushRef="#br0" timeOffset="116913">2760 14042 11041,'-12'-1'1889,"1"1"-1080,3-1-449,-2 2 449,-5 4-359,-3 6-2089,-3 11 1,-1 4 1383,-2 7 680,5 1 0,-1 7 0,4-5-425,1 5-90,6-9 0,1 6 1,4-7-181,13-2 180,3 8-450,21-22 315,-4-19 0,1-5 46,19-1 134,-17-1 0,-1-6-45,-3-8 0,-3-4 90,-9 8 0,-1-1 45,7-16 0,-4-2 45,-14-9 44,-13 16 1,-9 3 1503,-7 12 0,-4 4-1499,6-2 1,-1 4-185,-3 9 0,1 6-1343,-6 13-950,12-2-534,-3 3 2872,15-7 0,13-1 0,2 0 0</inkml:trace>
  <inkml:trace contextRef="#ctx0" brushRef="#br0" timeOffset="117119">3085 14078 12120,'-4'-11'2249,"2"1"-5526,-3 2 2457,4 2 1,-2 1 0,3 2 0</inkml:trace>
  <inkml:trace contextRef="#ctx0" brushRef="#br0" timeOffset="117586">3369 13652 11580,'-2'-10'1709,"0"0"-1619,-5 13 90,2-1 90,-9 19-90,-4 11-1786,4-1 0,0 2 1651,3-8 0,0 0 0,-3 13 0,2 0-228,5-13 0,2 0 138,1 12 1,1-1-1779,2 9 1733,6 2-539,23-16 449,-10-18-225,10-1 0,2-4 315,-5-8-349,10-7 1,0-5 438,-9-10 2321,12-11-1872,-42 0-269,-12 13 180,-18 2-180,-13 20-1260,6 9-1078,4 5 2273,22-1 0,15-7 0,4-3 0</inkml:trace>
  <inkml:trace contextRef="#ctx0" brushRef="#br0" timeOffset="117993">3848 13684 10591,'1'-9'1259,"-1"2"180,1 2-179,-3-1-361,-15 19-539,3-2-90,-16 25-180,15-9-360,2 17-450,21-3 540,-2-8-180,9-10 1,2-3 89,-2-4 180,7 8-90,-11-5 90,-10 8 180,-10 8-1696,-11-2 0,-4 0 1606,-7 6 0,7-13 0,1-2-180,-1-4-1529,3-4-1568,5-4 2837,2-9 0,15-12 0,0-8 0</inkml:trace>
  <inkml:trace contextRef="#ctx0" brushRef="#br0" timeOffset="118207">3888 13522 11400,'-4'-9'1979,"2"-1"-1799,4 4 270,7-4-360,2 2 0,15-7 0,4-2-900,13-7-829,-5 4 1,-2 0 1423,0 3 0,-12 6 0,-18 10 0</inkml:trace>
  <inkml:trace contextRef="#ctx0" brushRef="#br0" timeOffset="118846">2837 14833 11580,'-2'-11'3149,"-7"11"-2880,3 4 1,-14 21-1909,1 3 1,-1 1-25,-7 13 1259,3 3 0,4-1 494,12-12 987,-2 16-1257,28-8 90,-5-20-89,16 13-181,10-29 2448,-12-5-2178,18-5 0,-18-4 1651,3-5 0,-1-5-1651,-8-1 1,-2-1 89,7 1 0,-4-3 0,-17-12 0,-8 1-3277,-6 12 3219,-1-1 1,-3 3 57,-19 11-1269,10 7 1179,-12 1-1529,-1 18 630,17-8 989,-12 15 0,27-14 0,1 3 0</inkml:trace>
  <inkml:trace contextRef="#ctx0" brushRef="#br0" timeOffset="119056">3178 15023 11940,'0'-13'2699,"1"3"-2070,-3 3-359,1 2-3547,-2 0 2457,8 0 1,1-2 0,7-1 0</inkml:trace>
  <inkml:trace contextRef="#ctx0" brushRef="#br0" timeOffset="119511">3529 14673 10771,'0'-9'1979,"1"-5"-810,-1 5 0,-6 1-899,0 9-90,-7 9 180,-6 18-180,6-1 0,1 3 0,-4 8 0,2 3-136,1-2 1,3 1-1684,7 11 1,3-5 1074,6-3-66,13-4 0,5-6 361,-3-17 89,21 9-2419,-5-26 2509,-13-2-180,8-5 0,-1-2 270,-7-1-426,0-7 0,-4-2 516,-13 4 2625,-23-25-2625,1 31 0,-21-8-1343,-4 28 1343,15-3-900,-5 8 1,2 2-630,9-2 1588,-15 19 1,28-24-1,-1 5 1</inkml:trace>
  <inkml:trace contextRef="#ctx0" brushRef="#br0" timeOffset="123428">4709 5671 9152,'-4'-8'3148,"0"1"-2428,1 3-91,-2 1-359,-2 2 0,-1 1 539,-21 14-629,10-1-1651,-11 13 0,-2 4 1561,7 0-45,3-2 0,1 0 45,9-2 0,6 0 0,4 1-180,11 17 45,-4-17 0,2-2 45,18 7-90,17-16 0,-4-10-1089,6-12 0,1-3 1179,2-7 0,-8-4 0,-4-2 0,-15-1-1032,1-15 1032,-16 15 0,-7-6 0,-5-1 0,-4-3 0,0 6 0,-2 0 0,-8-2 0,-1 4 878,3 8 1,-2 0-969,-2-1 1,-11-4-901,14 20-359,6 7 90,0 2 918,13 10 341,9 0 0,9 5 0,6 0 0</inkml:trace>
  <inkml:trace contextRef="#ctx0" brushRef="#br0" timeOffset="123666">5081 5690 11041,'-5'-7'1439,"0"1"-720,2 2 181,-1-1-360,0 0-540,1 0 0,1 3 0,0 0 0</inkml:trace>
  <inkml:trace contextRef="#ctx0" brushRef="#br0" timeOffset="124233">5426 5413 10321,'5'-10'1169,"0"2"-539,-4 2 539,-3-2-539,-2 0-180,-5-1 359,-16 8-719,7 2 90,-10 11 0,-1 5-450,2 10-800,5-10 1,3 1 889,7 7-1434,13-3 1434,3-9-90,10 9 0,6-15-90,25-8 360,-12-6 90,6-6 0,-20-4 0,-10 5 0,0-2 0,-5 3 1906,0-6-1816,-1 5 0,1-2 1038,3 15-1218,-1 6 90,6 10-90,-1 4 45,4 11 0,2 4-45,0 4 0,-3-9 0,1 6 0,-4-6-615,-1 1 660,-1-4 0,-3 1 135,-9-2 0,-5-1-45,-6-1 0,-2-1-135,-7 7 0,-4-4-855,0-9 1,0-6-2423,-11-11 2457,19-7 1,18-23 0,8 4 0</inkml:trace>
  <inkml:trace contextRef="#ctx0" brushRef="#br0" timeOffset="124666">5696 5434 11490,'15'-13'2069,"10"-4"-1799,-7 6-90,7-3 270,10-1-180,-1 3-181,-9 4 1,1 1 0,7 0 90,1 5-90,-2 17 0,-7 10-1696,-18 15 0,-7 4 1606,-2-17 0,-2 0-360,-7 16 1,-3 1 359,-5-3 0,0-2-152,7-14 1,1 0 151,-9 17 0,4-2 0,15-8 0,1-8 90,40-21-90,-18-7 0,22-6 0,-22 2-629,19-8-1721,-15 7 1810,12-7-2737,-6 1 3121,-15 6 1,6-3 0,-17 10 0</inkml:trace>
  <inkml:trace contextRef="#ctx0" brushRef="#br0" timeOffset="125465">5041 6626 10051,'-8'-6'90,"1"1"450,-3-1 269,3 2 1,-7-3-90,0 3-361,-5 3-179,4 2 0,-3 3 270,-15 17-3727,11-5 3342,-13 11 115,12 9-446,11 1 356,6 8-1196,16-20 1,5-3 1105,9 2-90,13-1-85,-14-18 130,6-6 0,2-3 45,4-3-45,4-3 0,-2-2 45,-7-5 0,-7 2 0,-1-4-135,3-19 135,-7-5 45,-19 8 0,-6 0-45,-4 10 0,-3 1 881,-1-4 0,-4 4-926,-10 6 0,-2 6 45,-1 5-1079,-1 8 0,1 4 719,6 10-315,5 0 1,2 4 746,5 23 1,6-3 0,15 7 0</inkml:trace>
  <inkml:trace contextRef="#ctx0" brushRef="#br0" timeOffset="125690">5344 6652 11760,'-10'-4'1080,"2"0"-1710,2 1 630,1 5 0,2-3 0,1 4 0</inkml:trace>
  <inkml:trace contextRef="#ctx0" brushRef="#br0" timeOffset="126281">5787 6335 10681,'-15'-12'989,"4"4"-359,-12 2-360,2 7-45,-2 7 0,-1 3-135,-3 3 44,2 8 1,3 2-135,12-5-1639,8 10 1,6-1-1285,11-8 2069,13 7 1,4-2 583,4-7 674,-8-5 0,2 2-809,-1-2 0,0 0 46,13 12 224,-16-12 0,-2 2-315,3 22 450,-21-19 90,-10 9 0,-7 1 90,-19 3 134,-2-2 1,-1-2-135,-5-2 45,10-10 0,3-4 2313,12-8-2448,0-17-180,15 1 0,8-20 1651,4 2 1,4-2-1607,-4 3 0,1-4 15,0-4 0,0-4 0,-6 2 164,-10-10 1,-5 3-90,7 7 0,-8 6 45,-27 8 0,-8 12 0,-5 25-405,9 1 1,1 4-2475,1 17 2789,16-3 0,23-4 0,9-9 0</inkml:trace>
  <inkml:trace contextRef="#ctx0" brushRef="#br0" timeOffset="126681">6224 6269 10681,'8'-10'899,"-2"1"181,-3 4-1,-8 1-809,0 5-90,-5 1 90,-5 13-90,5-1 44,-4 10 1,2 1-1121,1 1 941,2 1 0,2-1-45,5-6 90,4 12-360,19 3 90,-5-10 90,12 5-450,8-12 91,5 3-1106,-17-8 0,-1 0 1465,11 7 368,-15 9-278,-36 18-1153,8-22 0,-3-1 1153,-5 3 0,-3-1 0,-1-4 0,-1-1-209,2-5 0,1 0-1590,-21 14-161,11-9 1960,13-13 0,11-10 0,0-2 0</inkml:trace>
  <inkml:trace contextRef="#ctx0" brushRef="#br0" timeOffset="126881">6104 6290 10951,'-4'-10'270,"15"-11"-180,-1 11-1,31-17 1,-5 8 0,1 0-135,-10 5 0,1 0-45,11-5 1,-1-1 89,-9 6 0,-5 1 0,0 1 0,11-7 0</inkml:trace>
  <inkml:trace contextRef="#ctx0" brushRef="#br0" timeOffset="127790">4895 7531 9062,'-8'-7'989,"0"2"1350,3 3-1709,-3 2-91,2 1 91,-13 7-540,8-1 180,-20 17-90,13-6-91,1 0 1,0 5 45,-1 14 0,2 3-90,3-14 0,3 2-45,4 9 0,2 5 0,3-7 0,10 5 0,-1-8 0,6-2-135,14-9 0,2-6 135,3 0-45,13-5 0,2-6 0,-24-10 1,0-4-1049,7-6 1,2-3 0,-3 0 989,-6 3 1,-3-4-625,0-9 1,0-6 0,-6 4 816,-9-8-14,-14 1 1,-6-6 0,-3 7-32,-4 13 0,-3 3-268,2-4 0,-2-2 1,-1 6 267,-11 11 0,1 7 1557,-5 4-1917,-3 11 0,3 5 2417,11 1-3722,5 9 1,8 2-1658,24-2 3062,4 7 0,17-13 0,-2-8 0</inkml:trace>
  <inkml:trace contextRef="#ctx0" brushRef="#br0" timeOffset="128281">5458 7643 11221,'-1'-12'1529,"-1"-3"-1080,-1 7-628,-1 6-91,4 8 0,0 4 270,7-11-90,-3-8 90,2-3 0,-6-4-450,-2 7-2827,-1 0 2859,-1 9 1,2 2-1,0 7 1</inkml:trace>
  <inkml:trace contextRef="#ctx0" brushRef="#br0" timeOffset="129007">5868 7348 10861,'7'-10'1799,"-2"2"180,0 1-1799,-6 17-1,1-3 1,-3 19 0,-2 5-90,1 3-45,0-3 0,-1 2-1684,0 2 1,-1-2 754,-4 10 384,3-9 0,-3 5 1,2-7 409,-2 5-45,-2 5 0,1-4 45,6-20-450,-4 11 270,23-44 91,5-5 179,5-7-90,-3 5 90,-11 14 2178,12-6-2358,0 3 45,1-1 0,1-1 3411,10-4-3340,9-7 64,-17 5-90,-9 4-3187,2-18 3342,-12 17-65,2-14 270,-9 6-270,0 12 180,-1-9-180,-1 30 90,0 11-90,2 6 0,0 5 45,2 6 0,1 2-45,1 1 0,1 0 0,3 4 0,0-4-1780,2 3 1780,3-6-90,-6-24-180,0-2 1072,5-1-4079,3-10 2859,0-1 1,5-16-1,-6-2 1</inkml:trace>
  <inkml:trace contextRef="#ctx0" brushRef="#br0" timeOffset="129405">6528 7318 11400,'-10'-2'1710,"-9"13"-1081,-2 11-269,3 3 0,-1 3-999,5-2 1,1 2 863,-1 10 0,3 0 379,2 8-604,12-7 0,4-2-2096,4-9 2006,-2-3 0,4-2-2596,18-4 2507,-11-9-1,21-1 422,-19-11-422,11-18 1,1-11 179,-15-5 0,-4-6 0,1 10 0,2 0 0,-6-3-496,-12-5 1,-7-3 0,-2 5 495,-1 7 0,-4 4 45,-12-9 0,-2 7 914,-1 13-1094,-15 20 0,-2 8 1917,3 10-2682,10 2 1,-4 7-1,7 0-739,9 1 1,5 0 1524,-6 7 1,2 0-1,9-8 1,4-1 0,-3 14-1</inkml:trace>
  <inkml:trace contextRef="#ctx0" brushRef="#br0" timeOffset="130162">5188 8925 10681,'-7'-9'90,"2"0"629,-4-5 811,-3-7-721,-1 3-89,-5-1-271,-2 14-179,-2 15 0,-2 5-180,-3 3 0,1 8 0,3 3 0,12 2-225,8-2 0,6 0-135,12 4 45,-1-12 0,5-4-180,16-10 1,1-7-2873,12-1 3084,-12-4 1,1-4 57,-9-4 0,-1-4-638,7-8 0,0-5 773,1-4 0,-4-4-556,-13 4 1,-2-2 0,-4 2 600,-2 1 0,-8 0 90,-17-14 0,-7 6-135,-3 16 45,-5 6 0,-2 8-135,8 20 0,1 6-360,-2-1 1,3 4-1190,1 13 1,5 2 995,5 4 1,13 13-1,5-25 1</inkml:trace>
  <inkml:trace contextRef="#ctx0" brushRef="#br0" timeOffset="130373">5590 8789 11311,'-1'-14'2248,"-2"1"-2518,1 4-629,3 1 79,18 3 1,-2 1 0,15-2 0</inkml:trace>
  <inkml:trace contextRef="#ctx0" brushRef="#br0" timeOffset="130805">5821 8537 11221,'-8'-5'1529,"0"0"-360,4 3-899,11-5-90,2 3 90,37-13-180,-16 8-45,9-4 0,3-2-225,-13 4 0,-1 1-1459,2-2 1,-2 1 1010,12-5 1034,-21 8-1036,2-1 450,-6 14 270,-19 42-1311,-4-3 1,-3 2 1265,0-8 0,0 1-162,2-2 1,2 2-1,1-7 117,2-3-90,-2 20-989,8-11-450,3-15-1748,4 8 3219,1-23 0,6-8 0,-1-2 1</inkml:trace>
  <inkml:trace contextRef="#ctx0" brushRef="#br0" timeOffset="131364">6530 8299 11670,'-11'-2'2159,"-8"12"-1349,-7 25-541,4-1-179,0 4 180,13-8-2854,6-13 2674,0 7 0,7-3-180,1-5 689,17 20-778,-5-16-91,4 1 0,2-1-1369,0-2 1459,12 9-2460,-4-5 2550,-12-6-90,11 14-63,-20-15 243,-2 5-90,-16 15 180,-3-13 0,-16 11 0,-5-1 1272,0-6-1182,-7 1 0,0-4 0,11-12 2745,-8-2-2925,35-40-991,15-10 0,5-4 946,-7 10 0,1 0 45,1 2 0,3-2 0,-3 1-45,-2-4 0,-4 0 90,-3 4 0,-3 0-45,3-2 0,-5 2 90,-16 0 0,-4 6 0,-2 8-180,-13 8 0,-2 7-899,2 14-650,3 3 1,1 1 1400,1 8 0,1 4 1,14-7-1</inkml:trace>
  <inkml:trace contextRef="#ctx0" brushRef="#br0" timeOffset="132471">5010 9766 9512,'2'-11'90,"0"0"359,2 1-179,-1 1 360,1 1 89,-2 2-449,-6 3-90,-6 11 0,-8 22-135,4 8 0,2 5-255,3-5 0,2 1 210,-1 6 0,2-1-854,6-7 1,2-4 853,2 6-441,6 10 351,3-21 0,4-2 0,17 5 90,-10-9 0,3-7-1256,16-18 0,0-10 1256,-19 5 0,0-2-381,7-8 1,3-4-1,-7 1 471,1-11 604,-8-12 1,-5-3-515,-13 6-291,-2 5 0,-7 1 246,-13 7 0,-5 4-45,2 6 0,-2 2-45,-6-6 0,-1 3 949,-1 9 1,-1 5-1175,0 5 1,1 4 15,6-1 0,0 1-61,-3 2 0,3 5-1414,8 7 1,4 1-1639,-1 2 3381,-1 18 0,21-16 0,3 3 0</inkml:trace>
  <inkml:trace contextRef="#ctx0" brushRef="#br0" timeOffset="132823">5603 9923 10951,'-2'-12'1259,"1"3"270,-2-3-1079,1 5 180,-1-4-541,-2 7-268,-1 4-181,-3 3 90,2 1-540,0 0 631,2-6-1,3-1-990,-1-8 1170,1 3 0,2 1 0,-1 4 0</inkml:trace>
  <inkml:trace contextRef="#ctx0" brushRef="#br0" timeOffset="133640">5767 9750 11760,'2'-9'630,"0"1"-270,15-2 0,21-9-271,-8 4 1,4 1 0,0 1 0,2 2-90,8-2 0,-7 10 0,-16 23 0,-16 18 0,-8-11 0,-5 1-1639,-9 3 1,-2-2 1580,4-8 1,0-1 57,-3 5 0,2-2-90,1-3 90,0 14 0,15-25 0,11 4-90,5-7-89,24 5-1,-9 0 135,-7 0 0,-1 3-45,-2 8 90,-8 19 0,-19-4 0,-7 1 0,-4-13 0,-3-2 0,-1 0 0,-12 11-90,12-17-720,0 0 181,4-4-271,1-3 900,11-8 0,1-4 0,1-3 0</inkml:trace>
  <inkml:trace contextRef="#ctx0" brushRef="#br0" timeOffset="134043">6400 9714 10681,'6'-8'2788,"0"-1"-2473,-13 29 0,-5 7-135,5-8 0,-10 23 0,2 3 0,9-11-136,2-6 1,1-2-45,6 1-179,11 10-1,0-11 90,4 4 0,-1-9-180,6 7 270,-10-12-90,7 28 0,-22-20 90,-5 2 0,-5 2 0,-4-3 0,-4-1-945,-10 9 1,-1-2-695,8-9 1,0-2 982,2-3 1,2-3-1,2-8 1,9-6 0</inkml:trace>
  <inkml:trace contextRef="#ctx0" brushRef="#br0" timeOffset="134275">6286 9822 11041,'3'-12'629,"3"-3"-89,2 2 539,18-16-674,-2 10 0,3 0-270,-1 0 0,0 1-1774,2 0 1,-2 2 483,6-1-644,7-5 1481,-17 11 318,19-8 0,-30 18 0,3 2 0</inkml:trace>
  <inkml:trace contextRef="#ctx0" brushRef="#br0" timeOffset="135067">5559 10951 9602,'-13'-11'179,"-15"-9"1081,-5-2-990,4 3 539,-7-4-179,16 16-360,0-2-180,2 5 449,-20 19-359,11 8 0,0 4-942,1-7 1,1 2 820,3 7 1,0 5 0,6-5-60,1 9-250,5 1 1,5 2 249,12-13 0,4-1-186,0 1 1,4-1 185,14-2 0,6-8-1240,6-15 0,1-8 1240,-9 4 0,0-3 468,2-8 1,-4-4-469,-12-2 0,-4-3 0,2-23-815,-7 19 1,-3 0 814,-11-20 45,-11 17 0,-2 2 220,-7-5-310,-10 0 0,-1 5 433,7 14-478,3 2 0,2 6-1318,1 18 959,5 3-1190,4 8 1,3 3-1202,3 2 2840,3 20 0,16-21 0,4 0 0</inkml:trace>
  <inkml:trace contextRef="#ctx0" brushRef="#br0" timeOffset="135299">5770 11117 10591,'-2'-12'899,"-1"2"-179,1 4 629,-1-6-1079,1 3-3547,-1-3 2859,9 10 1,1 0-1,6 3 1</inkml:trace>
  <inkml:trace contextRef="#ctx0" brushRef="#br0" timeOffset="135883">6217 10679 10861,'-5'-10'809,"-5"-1"91,-18 11-810,8-1 90,-7 9 0,1 5-1,3 4-179,-7 9 90,17 2-359,23 9 179,-4-8-90,18 7-450,14-5 270,-15-14 0,1 0 270,0-1 1,-1 1-316,8 5 0,-4 0 135,-4 1 90,-7-1 0,-2 2 180,-11 3 0,-21 17 180,-6-18-90,4-9 0,-1-2 0,-6-1 360,-9 2 90,7-13-450,6 1-1,7-22-89,27-27 0,-4 16 0,1-1 0,2-1 0,0-1 0,1-10 0,-2 3-653,0 0 698,-4 7 0,-2 1-45,-5 9 90,-3-4 0,-28-1-90,6 22 0,-1 2-1518,2-4 0,0 1 1428,-4 9 0,2 4-661,-2 7 751,-1 15 0,11-7 0,6 8 0</inkml:trace>
  <inkml:trace contextRef="#ctx0" brushRef="#br0" timeOffset="136156">6392 10653 10591,'4'-11'2159,"0"2"-1620,8 25-179,6 26-3007,0 4 2692,-4-8 0,-2-1-2214,1 5 2079,-5-17 0,2 3-900,3 14 1,0 0-650,-3-12 1,-1 0 84,4 11 1,-1-1 1458,-1-1 0,-7-9 0,0 1 0</inkml:trace>
  <inkml:trace contextRef="#ctx0" brushRef="#br0" timeOffset="136824">5420 12016 9871,'-3'-26'2699,"-1"5"-2070,-1-4-269,-1 11-90,3 9 540,-11 2-720,5 6 179,-13 11-89,5 13 0,4 4 0,3 6-1819,9 6 1,3 0 1196,-4-4 0,4-1 397,16 7 0,7-6 324,8-12-369,-1-8 0,4-6-1053,5-20 0,0-6 1143,-12 7 0,0-3-204,12-20 0,-8-7 204,-24 11 0,-4-1 0,3-9 0,-5-3 0,-12-5 0,-5 2 974,4 13 1,-3 1-975,-7 0 0,-5 0 0,2 6-1372,-7-1 1327,3 5 1,1 5 1161,7 12-1387,1 4-3005,-18 30 3275,14 0 0,7-10 0,3 2 0,6 13 0</inkml:trace>
  <inkml:trace contextRef="#ctx0" brushRef="#br0" timeOffset="137200">6018 11890 10771,'2'-9'899,"-2"1"1260,-3-5-810,0 2-359,-1-1-990,-1 10-270,1 7-360,-2 8 1,4-2 179,-1 1-270,4-6 540,4-6 90,-2-2 1,5-6-1,-5 0 0,3-10 0,-4 8-900,0-7-2287,-12 23 2882,5-3 0,-9 16 0,10-6 0</inkml:trace>
  <inkml:trace contextRef="#ctx0" brushRef="#br0" timeOffset="138827">6225 11669 9961,'-10'-5'-270,"-1"0"450,5 2 360,-4-1 180,5 1 629,-4 0-270,4-1-629,-1 2-450,14-6 0,0 1 45,16-3 0,3-1-45,2 0 0,6-1 0,0 1 0,-13 4 0,15-2 0,-10 2 0,-12 5 90,16 0 0,-24 4 270,7 20-360,-13-7 90,-4 14 0,-2 3-1,-3-2-1728,-3 16 1,-1 1 1703,0-9-1199,2 8 0,1-2 1044,2-15-45,3-3 0,1-2-2743,4 1 1529,2-9-270,4-1-270,2-16 2456,0-2 0,8-6 0,0-3 0</inkml:trace>
  <inkml:trace contextRef="#ctx0" brushRef="#br0" timeOffset="139307">6606 11547 9691,'-6'-7'1350,"1"-1"-811,9-4-179,4-1 90,12-10-270,-6 9 0,11-6 0,-5 10 0,10 0-1,1 16-44,-16 13 0,-6 8-75,-9 3 0,-6 4 0,-2 3-729,-3 7 1,-2 2 0,-3-1 668,0 1 0,-2-1 0,0-3 0,-5 5 0,3-5 45,7-12 0,4-5-2743,7-1 2788,-2-2-90,14-9 0,36-20 0,-14 1-315,9-6 0,4-4-1324,-9-2 1,-3-1 848,-2 5 0,-1 0 790,2-6 0,-3 0 0,-6 2 0,5-6 0</inkml:trace>
  <inkml:trace contextRef="#ctx0" brushRef="#br0" timeOffset="140371">5591 12840 10141,'-13'-16'2159,"-2"5"-1889,-4 7-3547,-20 22 1433,17-2 1957,-6 14 0,2 5-23,10 1 0,3 1 0,4 0-90,14 3 218,5-15 0,3-2-218,16 1-809,7-17 1,1-6 808,6-6 104,-10-7 1,6-4-1,-6-2-104,-10 1 0,-1-3 0,12-11 0,-3-1 90,-8-5-90,-15-7 303,-15 14 0,-7 0-303,-6 1 0,-3 1-45,-3 0 0,-2 4 0,4 8 0,0 9-1169,-8 23 0,5 7-136,8-1-224,-3 5 0,4 1 1574,14-10 0,1 11 0,4-6 0</inkml:trace>
  <inkml:trace contextRef="#ctx0" brushRef="#br0" timeOffset="140623">6090 12791 10231,'0'-9'2699,"1"0"-1980,-2 1-359,1 2-360,-2 0 0,2 3 0,-1 0 0</inkml:trace>
  <inkml:trace contextRef="#ctx0" brushRef="#br0" timeOffset="141067">6292 12598 11311,'-8'-6'1169,"2"-1"-899,10-3 0,6-2-91,11-4 1,18-5-90,-15 11 0,1 1-45,-1 0 0,2 1-45,0 1 0,0 6-90,8 19 90,-26 9 0,-7 6 0,-3 0 0,-5 2-1639,-6 5 1,-4-1 1151,3-12 0,-2-1 487,0 5 0,0-2 271,-5 13-271,7-12 0,3-1 0,3 0 0,14-3 90,13-18-90,3-3-90,14-12-270,0-5-225,-7-1 1,2-2-1055,2-4 1,0-2 1359,-4 4 1,-2-2-1,1-1 1,-2-1 0,5-6-1</inkml:trace>
  <inkml:trace contextRef="#ctx0" brushRef="#br0" timeOffset="141479">6983 12430 11490,'-12'-8'1350,"-3"-1"-1080,8 6 449,-20 12-359,9 5-180,-15 19-90,14-6 90,-1 12 0,13-1-91,4 1-178,16 8 89,1-22-90,10-3-90,21-14 180,-18-7-90,21-3 90,-10-15 0,-12 4 0,-4-2 0,-1-2 0,5-20 90,-6 4-90,-8-4 90,-17 6 0,-5 1-90,-3-1 45,1 0 0,-5 2-1,-12 15 1,-5 8-270,-5 11 1,-3 6-406,4-1 0,-3 3 1,2 4 629,8 4 0,1 4 0,1 2 0,2-2 0,0 0 0,2-1 0,2 1 0,2 2 0,1 1 0,0-1 0</inkml:trace>
  <inkml:trace contextRef="#ctx0" brushRef="#br0" timeOffset="142584">5756 13595 10501,'-4'-8'450,"0"1"269,-4-4 1,-1 1-270,-2-2 89,-3 3-269,1 7 90,-17 15-180,4 8-135,6-1 0,1 2 45,4 5 0,3 1-45,3-1 0,2 0-45,2 0 0,4-1-180,15 20-90,9-17 45,2-16 0,1-4 135,7-2 0,13-9 0,-19-8 0,-3-3 0,3-1 135,2-11 0,-3-3-45,-15 6-1606,-8-13 0,-6-1 1696,-8 9-190,0 1 1,-5 1 279,-25 0-180,16 13 0,-17 0-899,2 32-1800,12 7-449,-6 8 3148,23-6 0,15-8 0,2-3 0</inkml:trace>
  <inkml:trace contextRef="#ctx0" brushRef="#br0" timeOffset="142817">6139 13637 11400,'-5'-11'2249,"1"1"-1529,1 5-2969,1 0-1028,4 1 2814,3 1 1,0 2-1,-1 0 1</inkml:trace>
  <inkml:trace contextRef="#ctx0" brushRef="#br0" timeOffset="143109">6420 13352 11490,'0'-11'1709,"0"1"-809,1 3-91,-1 0-359,5 19-360,-3-5 0,2 18 0,-1 12-720,0 9 91,0 1-1,1-2-2737,4-1 2882,1-15 0,4 14 0,0-19 0</inkml:trace>
  <inkml:trace contextRef="#ctx0" brushRef="#br0" timeOffset="143536">6795 13171 11400,'-7'1'2069,"0"6"-1619,-17 31-270,8-4-90,5-8 0,1-2 0,1 4-3367,3-4 1394,5-10 3086,4 9-1203,5-6-540,24 12 360,-11-16-135,7-2 0,1 0 46,-1 1-1,16 8 180,-25-7 830,-3 5-740,-14 4 0,-7 5 89,-16 1 1,-6 0-90,-6 4 0,2-7 0,-1-1 0,0-5-1037,-1 0 408,-6 0-91,12-7-1079,-2-1 1799,10-8 0,4-6 0,-4-2 0</inkml:trace>
  <inkml:trace contextRef="#ctx0" brushRef="#br0" timeOffset="143761">6678 13320 11221,'-1'-10'1619,"10"-4"-1349,2 5-91,10-5-1924,0 3 2105,16-8-315,-15 8 0,2-2-495,12-5 0,0 0-1189,-4 2 1,-2 1 308,-3 1 0,-2 2 996,6-1 0,-14 6 1,-1 1-1</inkml:trace>
  <inkml:trace contextRef="#ctx0" brushRef="#br1" timeOffset="146398">5760 14584 10051,'4'-14'900,"-1"2"-411,-1 2-386,-5-1-101,1 6 51,-10-1 144,-4 13 143,-6 7 93,-6 22-221,11 9-159,17-1 0,7 1-5,2-14 1,4-1 11,13 10 0,7-6-59,-4-19 1,1-7-29,4-2 0,1-6-62,4-7 0,-2-7-100,-5-4 1,-3-4 53,-2 1 1,-4-3 17,-8-5 1,-8-2 50,-7 6 1,-7-1 86,-12-9 0,-5 1-1660,-1 8 1,-2 2 1549,-2 1 1,-1 4 12,3 8 1,-1 6-593,1 6 1,1 4 373,1 1 1,0 4-16,-4 12 1,3 4-1,3 9 1,14-9-1,0-1 1</inkml:trace>
  <inkml:trace contextRef="#ctx0" brushRef="#br0" timeOffset="146666">6366 14520 10051,'-6'-9'1619,"0"1"-1349,3 4-270,0-1 0,1 3 0,1 0 0</inkml:trace>
  <inkml:trace contextRef="#ctx0" brushRef="#br0" timeOffset="147094">6762 14309 9781,'-4'-8'1170,"-1"0"-631,1 5-269,-2 1-180,-1 3 270,-9 15-90,-3 17-270,3-4 0,7 0 0,3-2 0,6-5-270,9 5 0,4 0-180,12-5 180,6-1 1,3-2-1,11-1 90,-13-7 0,-3 1 90,2 1 180,-13 19 0,-18-10-1651,-21 14 0,-7 0 1651,-1-5-90,1-2 0,-2 0-270,-6 1-450,13-10 720,-2 3 0,28-25 0,8-8 0</inkml:trace>
  <inkml:trace contextRef="#ctx0" brushRef="#br0" timeOffset="147339">6699 14324 8972,'-9'-7'1169,"2"1"-989,10-1-90,0 1 90,20-11-450,2-1-450,1 0 1,2-2 172,-1 2 1,-1 0 0,0 0 0,-1 1 0,17-9 0</inkml:trace>
  <inkml:trace contextRef="#ctx0" brushRef="#br0" timeOffset="147766">7209 14122 11760,'-1'20'900,"-4"23"-810,-4-5-1729,3 1 1,3 0-566,2-9 3448,4 19-1514,21-11 91,1-15 44,3-2 0,2-3 45,2-7 0,-1 0 0,-2-1 972,-11-1-882,8 27 90,-32-4 0,-7 0 0,-4 2-1156,0-7 1,-1-1 1110,-2 0 0,-1 0-90,-4 1 0,3-3 1984,0-2-3578,-1 0 1,2-2-212,8-10 1850,-5 4 0,15-13 0,2-1 0</inkml:trace>
  <inkml:trace contextRef="#ctx0" brushRef="#br0" timeOffset="147992">7114 14201 10591,'-15'-7'989,"6"2"-359,-2-1-360,18 0 45,15-4 0,7-3-226,-3 1 1,3-1-270,6-1 0,3-3 1,-2 1-496,2-2 0,-1-1-964,7-4 1,-3 2 982,2-3 1,-20 11-1,-2 1 1,3 0 0</inkml:trace>
  <inkml:trace contextRef="#ctx0" brushRef="#br0" timeOffset="148189">7992 14389 12030,'2'9'-2608,"-3"0"179,-3-5 2429,-6 1 0,-19 2 0,-7 3 0</inkml:trace>
  <inkml:trace contextRef="#ctx0" brushRef="#br0" timeOffset="168416">5646 373 7443,'-4'-8'1259,"1"0"-539,0 3-1,1-1-179,0 1-450,5 1 90,5 1-90,9 1 0,0 2 0,16-2-90,12-2-135,-18 1 0,0 0-135,19-1-1349,1-2 1619,-30 4 0,3-1 0,-15 2 0</inkml:trace>
  <inkml:trace contextRef="#ctx0" brushRef="#br0" timeOffset="168709">5708 388 9062,'-6'10'360,"2"0"-180,4 15-91,1-7 1,0 22 0,3-6 0,0 1-45,-2-10 0,0 1-105,1 7 0,1 4 0,0-6-30,-1 2 0,-1-6 1,0-2-1980,2 2 1529,0-14 540,0 5 0,1-16 0,0 0 0</inkml:trace>
  <inkml:trace contextRef="#ctx0" brushRef="#br0" timeOffset="169028">6005 425 8072,'6'-15'810,"0"1"-90,-1 3 179,1 0-719,-2 12 180,2 24-270,-2-2 0,2 19 89,1 7-179,-3-23 0,1 0-135,0 4 1,0 1-1505,0 0 1,-1-4-276,1 0 568,-1-2 1346,-1-17 0,-1-5 0,0 0 0</inkml:trace>
  <inkml:trace contextRef="#ctx0" brushRef="#br0" timeOffset="169382">6015 353 8612,'-7'-7'360,"8"0"-180,18 4-90,11-1-45,-5 4 0,2 0 0,0 2 0,-1 2 0,2 1 0,-3 4 0,-3 6 0,-4 2-45,0 6 0,-13 8 44,-18-11 1,-6 0-3322,-10 9 3219,9-9 1,-1 0 147,-11 2-1354,14-9 1174,1-1-1799,6-3 1889,18-5 0,6-1 0,13-2 0</inkml:trace>
  <inkml:trace contextRef="#ctx0" brushRef="#br0" timeOffset="169650">6603 770 9332,'-13'-2'1349,"3"1"-1169,2 3 180,-8 16-270,5-7-180,-5 12 0,0 2-90,2-4-1459,-4 8 1,1 0 1467,7-10 1,-9 16 0,14-21 0</inkml:trace>
  <inkml:trace contextRef="#ctx0" brushRef="#br0" timeOffset="170229">7001 370 9152,'-7'-5'270,"0"0"-1,2 2-179,2 6 90,0 6-90,2 4-1729,1 12 1,0 2-475,0 2 2464,0-3 1,0 3-308,0-2 1,-1-3 45,2 8-59,-2 11 0,1 0-2730,3-6 2423,-3-9 1,2-3 0,5-4 0,-1-11 0</inkml:trace>
  <inkml:trace contextRef="#ctx0" brushRef="#br0" timeOffset="170490">6910 458 8342,'6'-11'450,"1"-1"-270,11 0 0,9-2-90,2 1-450,12 0-989,-16 10 809,0 0 540,-12 6 0,-4 3 0,1 2 0</inkml:trace>
  <inkml:trace contextRef="#ctx0" brushRef="#br0" timeOffset="170708">7045 678 8252,'4'7'1350,"18"-4"-1171,-5-6 1,7-1 0,1-1-90,-2 0-90,20-6-3238,-9-2 3238,-9 4 0,5-7 0,-17 7 0</inkml:trace>
  <inkml:trace contextRef="#ctx0" brushRef="#br0" timeOffset="171011">7454 436 9512,'5'-9'809,"-1"1"-449,-1 3 180,-1 0-181,4 21-269,-4-6-90,2 19 270,-2 15-270,-1-3-225,1-7 0,-2 3-270,0-8 1,0-2-1485,1 23 1159,-1-14 1,3-15 0,1-4 0</inkml:trace>
  <inkml:trace contextRef="#ctx0" brushRef="#br0" timeOffset="171389">7364 375 9242,'-2'-9'90,"3"0"90,2 3 539,27-11-629,-12 9 90,17-2 0,3 1-90,-8 4 0,10 3 0,0 1 0,-15 4-90,2 5 0,-2 2 90,-13 1-90,-11 13 0,-6 3 0,-8-3-45,-16 11 0,-5-1 45,3-7-180,1-3 0,2-3-90,9-7 270,7 2 0,21-14 0,7-1 0</inkml:trace>
  <inkml:trace contextRef="#ctx0" brushRef="#br0" timeOffset="171634">7969 782 10231,'4'7'3276,"-4"2"-2954,-2-3-52,-14 15-270,5-7-90,-9 10-180,5-6-1169,-1 2 0,-1 1-360,-3 4 764,4-4 1,2-2 636,5-5 0,0 3 1,-1 1-1</inkml:trace>
  <inkml:trace contextRef="#ctx0" brushRef="#br0" timeOffset="172708">8334 370 9332,'2'-8'719,"1"-3"-359,-1 5-90,3 24-180,-1 7-90,1 20 45,-1-17 0,0 1-45,1 7 0,1 1-180,1 5 0,-1-1-1459,-1-7 1,0-2 893,1 15-1323,-1-19 1866,-2-10 1,2 4 0,-2-13 0</inkml:trace>
  <inkml:trace contextRef="#ctx0" brushRef="#br0" timeOffset="172978">8343 300 9242,'29'-10'180,"-4"2"-180,-12 5-1260,14-2 451,-13 2 809,14 1 0,-26-1 0,1 2 0</inkml:trace>
  <inkml:trace contextRef="#ctx0" brushRef="#br0" timeOffset="173198">8377 601 7713,'3'8'629,"4"0"-449,-2-5 270,12-1-90,5-5-1,23-5-1998,-17 2 1,-1-1-146,22-4 705,-7-1 921,-17 5 1,-3-1-1,3-2 1</inkml:trace>
  <inkml:trace contextRef="#ctx0" brushRef="#br0" timeOffset="173767">8761 522 9332,'1'-17'2518,"-1"5"-2428,4 10 0,-2 7 0,3 10 90,-1 9-90,-1-4-855,-1 5 0,1 1 585,0 14 90,-1-10 0,0 0-180,0-4 0,0-1-179,0 14-361,1 2 180,-2-23 450,-2-13 91,1-18-91,-4-31-751,2 9 0,-2 0 931,2 5 0,-1 0 45,-2-14 0,0 0-7,2 17 0,1 2 7,1-1 0,2 2-45,5-3 90,14 35 0,4 8-90,4 5 45,6 8 0,3 5-45,-5-9 0,-1-1-133,-7-4 1,0 0 87,6 2 0,-3-4 2940,-13-9-2895,14 2 0,-19-7 0,6 0 0</inkml:trace>
  <inkml:trace contextRef="#ctx0" brushRef="#br0" timeOffset="174023">9010 423 9242,'6'-2'1079,"-3"3"-629,16 39-450,-11-18 0,7 26-540,-12-22 0,-1 0-116,2 19 1,-2-15-1,0 0 1,1 13 0</inkml:trace>
  <inkml:trace contextRef="#ctx0" brushRef="#br0" timeOffset="174308">9417 686 9152,'9'4'-90,"-2"-1"90,-2-1 360,5 5-180,-1 2 89,8 10-89,-8-1-719,-3 22-451,-6-15 91,-7 11 899,-6-11 0,-3-4 0,-6 7 0</inkml:trace>
  <inkml:trace contextRef="#ctx0" brushRef="#br0" timeOffset="177168">9768 425 8342,'-9'-9'1170,"4"-1"-1080,6 4 89,8-4 1,6 2-90,16-4-45,-2 4 0,4 1-135,0 0 0,0 0-45,-2 1 0,1 0-1214,2 1 0,-4 0 1349,-12 3 0,12-2 0,-23 3 0</inkml:trace>
  <inkml:trace contextRef="#ctx0" brushRef="#br0" timeOffset="177421">9933 377 8162,'3'8'180,"-2"7"0,-10 32-90,3-13 0,-2 13 0,1 3-90,3-5-45,2-7 0,2 0-315,4 5-179,3-9-271,5-2 810,-3-16 0,8 3 0,-3-5 0</inkml:trace>
  <inkml:trace contextRef="#ctx0" brushRef="#br0" timeOffset="178041">10297 509 9512,'5'5'1349,"-2"-1"-1259,2 14 0,-3-4 90,5 21-90,0 10-90,0-1 0,-3-2-450,-4-4 0,-3-7-449,-2 18 269,0-19-90,-3 0-89,3-15 809,0-22 0,3-2 90,2-18 0,2-4 90,-1-17-1742,0 22 1,0 0 1651,-1-22 90,1 9-1794,-1 5 1614,1 10 269,5-4-269,3 23 0,2 0 90,6 14-90,3 7 90,15 13-90,-9-4 2414,5 3-2414,0 2-90,-14-15-629,18 14-181,-25-23 1638,6 2 0,-8-10 0,0-1 1</inkml:trace>
  <inkml:trace contextRef="#ctx0" brushRef="#br0" timeOffset="178294">10548 414 8162,'-5'-9'1889,"9"49"-1799,-2-6-1729,2-1 1,0 2-655,2 9 2248,-2-18 0,0-1 529,2 15-1564,0-11 1,-1-1 450,0 0 629,0-2 0,-2-11 0,1-1 0</inkml:trace>
  <inkml:trace contextRef="#ctx0" brushRef="#br0" timeOffset="179838">12706 1090 8162,'-9'4'1260,"2"0"-541,2-1-359,2 1-270,5 1 0,10 0-45,11-1 0,8-1-1138,7-2 1,5-1 0,0-1 1113,1 2 1,0-1 0,3 0-22,-4-1 0,2-1 0,1 1 0,-1-1-38,3-1 1,0 1 0,-2-1 0,-3 0 37,-5 1 0,-4 0 0,2 0-276,7-1 0,1 0 1,-8 0 275,9 1-180,-20-1-2249,2 2 2429,-37 4 0,-8 0 0,-19 3 0</inkml:trace>
  <inkml:trace contextRef="#ctx0" brushRef="#br0" timeOffset="181956">8374 964 10231,'-1'2'1529,"-3"23"-1529,0 1 45,1 1 0,0-2-45,1-10 0,-1 12 0,2-16 90,0-3-90,0 8 0,0-8 0,1 3 0,0-4 0,1-2 0,7 0 90,4-4-90,12-1 0,9-2-605,3 0 0,5-1 605,2 0 0,2 1-997,-3 0 0,3-1 0,0 1 997,0 0 0,0 1 0,0 0-94,3-1 0,0 2 1,4-1 93,-8 2 0,3-1 0,2 1 0,-2 0 0,-4 0-636,6 0 0,-4 0 1,3 1 635,-2-1 0,3 1 0,0 0 0,-5 0 30,-5 0 0,-2 0 0,-3 0-191,6 0 0,2 0 161,-2 0 0,6 1 0,-1-1 0,-5 0 0,-2 1 0,-2-1 0,10 0 0,3 1 0,-6-1 874,-14 0 0,-2 0-829,14-1 0,0 1-45,5 1 128,-19-2 1,-2 0-129,4 0 0,8 0 0,7 2 0,-8-2 2741,-8 2-2741,-2-2 0,2 1 1965,17 1-1965,-17-1 0,15 1 0,-29-2 0,21 1 0,-24-1 0,19 1 0,-14 0 0,1-1 90,-3 0-90,-8 0 0,1-1 0,-2 1 0,3-1 540,-3 2-360,1-4-1,-2-1 1,-1-7-90,-3-2-90,0-1 90,0-1 0,-2-7-45,0-7 0,1-2-45,-2-14 0,2 9 0,-1 0-3006,1-12 3006,-1 11 0,2-5-137,-2 7 137,2-8 0,-2 12 0,1 0-90,2 22 0,-2 0-1169,0-4 4118,-7 10-3759,-2 2 555,0 8-735,0 1-1618,6-3 2698,-4-3 0,6-1 0,-1-1 0</inkml:trace>
  <inkml:trace contextRef="#ctx0" brushRef="#br0" timeOffset="183607">5567 997 7443,'-11'0'989,"1"-1"-629,4 3 90,-1 1-1,2-1-359,5 5 180,13-3-90,31 1 0,10-1-135,-19-1 0,0-1-45,6 0 0,6 0 0,0 0-803,-7-1 0,1 0 0,0 0 0,-3 0 803,1 1 0,-3-1 0,7 0-90,-2 0 1,7 1 0,4-1 0,1 0 0,0 0 0,-3 0 104,-7 0 0,0 0 0,-1 0 0,0 0 0,0 0 0,2 0-140,5 0 1,0 0-1,1-1 1,1 1 0,-1 0-1,0 0 125,0 0 0,0 0 0,1 0 0,-1 0 0,-3 0 0,-2 0 0,0 0 0,-3 0 0,-1 1 0,0-1 45,1 0 0,1 0 0,-2 1 0,-4-1 90,3 0 0,-4 1 270,0-1 0,-5-1-226,-5-2-89,-2 0-719,-9-3 179,-8 2 450,9-3 0,-10 4 0,4-1 0</inkml:trace>
  <inkml:trace contextRef="#ctx0" brushRef="#br0" timeOffset="200990">7488 4385 7083,'-4'-11'540,"1"3"-181,-1-2-179,2 5 90,-2-3 0,1 1 0,1 0 90,-1-2 269,1 2 1,0 1 1169,0 1-1169,0 1-540,9 10 89,21 11-179,-2 3 45,13 4 0,2 0 0,-17-9 0,1 1-15,7 3 0,3 3 0,-3-2-30,-5-3 0,-3-1 0,7 4 0,-2 1 0,4 5-90,-13-9 90,9 7 0,-19-16 0,5 5 90,-8-9 0,-3 1-90,-9 3 0,-4 1 0,-8 3 0,-22 19 0,12-4 0,-1 1 0,4-6 0,-1 1-300,0 6 0,-1 3 1,5-4-511,-2 3 180,6-4 1,3 0 629,10-6 0,7-6 0,6-2 0</inkml:trace>
  <inkml:trace contextRef="#ctx0" brushRef="#br0" timeOffset="203592">8186 4544 10231,'4'-10'1080,"-1"1"-811,-3 2 1,2 1-1169,-2-1-2378,0 1 3106,-3 3 1,1 0 0,-1 3 0</inkml:trace>
  <inkml:trace contextRef="#ctx0" brushRef="#br0" timeOffset="204479">8265 4392 8882,'1'-9'1529,"1"1"-1439,-9 17 0,0 3-90,-8 17 90,7-5 0,2 0-90,-1 15 45,4-11 0,2-1-45,3 2 0,4-2 90,11 5-90,-7-14 90,21 15-90,-16-24 0,6 0 90,-5-10 0,5-23-90,-8 9 0,6-18 45,-15 9 0,-2-3-1684,-2-4 1,0 0 1670,1 0 0,-1-1-474,-5-5 0,-3 4 442,-7 3-928,-6 9 1,-2 3 927,-5 2 0,-18 7-593,8 15-217,-9 8-269,2 2-1440,6 5 2965,25-7 1,6 2 0,5-4-1</inkml:trace>
  <inkml:trace contextRef="#ctx0" brushRef="#br0" timeOffset="204775">8547 4547 9871,'7'-8'1619,"-1"2"-4896,-4 2 2972,-3-1 0,1 3 0,-4-1 0</inkml:trace>
  <inkml:trace contextRef="#ctx0" brushRef="#br0" timeOffset="205249">8834 4367 9691,'-1'-12'1080,"1"0"-181,-2 2-179,1 1-630,-7 9 90,3 11 0,-3 17-90,7-1-3367,8 9 2212,1-16 975,5 2 310,12 2-580,2 0 225,-8-7 0,1 1-45,7 9 0,-9-2 90,-22 5-2085,-2-11 2175,-13 6 0,-20 0 2175,14-10-2355,-6 1 1,0-1 99,9-5 80,-21 3 0,34-11 0,-5 0 0</inkml:trace>
  <inkml:trace contextRef="#ctx0" brushRef="#br0" timeOffset="205468">8790 4349 10051,'-12'-8'1170,"3"2"-811,0-1 1,4 2-90,12-3-135,20-3 0,6 0-3412,9-5 2904,-2 3 1,0 1-932,-15 3 0,-2 1-945,12-6 1682,5-3 0,-13 0 0,-1-1 0</inkml:trace>
  <inkml:trace contextRef="#ctx0" brushRef="#br0" timeOffset="208749">2135 4673 9332,'-3'6'180,"1"-6"-180,1 21 0,-2-4 0,2 3-90,-1-4 90,12-7 90,-2-11 0,10-2 44,5-11 1,1-6 0,-1 0 0,0-3-105,1 0 0,1-2 0,-1-1-1123,-1-1 1,-1 0 0,-2 2 245,-1-1 0,0 0 612,15-11 0,-1 5 0,-5 9 1,-1 2-1,0 1 0</inkml:trace>
  <inkml:trace contextRef="#ctx0" brushRef="#br0" timeOffset="209469">4461 4452 9062,'3'-9'2428,"-1"2"-2068,0 2-270,1 9-90,-2-2 90,1 8-90,-1-4 90,0 5-90,-1-4 90,3 10-180,-2-8 90,39-25-90,-13 0 90,0-4 0,4-4-300,-2-3 0,2-2 1,-2 0-1340,5-5 1,-1-2 610,-3 5 0,3-2 0,-2 1 1017,-7 6 0,-1 0 0,-1 2 0,4-7 0,1 0 1,-5 5-1,0 0 0,1 1 0</inkml:trace>
  <inkml:trace contextRef="#ctx0" brushRef="#br0" timeOffset="-154960.74">7815 5071 8432,'4'-9'360,"1"3"-90,11 2-270,-5 2 270,27-5-270,-22 5 180,31-5-90,-26 4-180,12 0-90,-16 2-540,7 0 720,-5 0 0,0 1 0,-3 0 0</inkml:trace>
  <inkml:trace contextRef="#ctx0" brushRef="#br0" timeOffset="-154622.74">7937 5101 9062,'-1'12'270,"2"-1"0,4 8-181,1 0-89,2 7 180,4 14-180,-5-19 0,4 15 90,-4-14-90,-3-5-270,5 20-89,-6-20-1260,3 14 1619,-3-16 0,0 2 0,2 1 0</inkml:trace>
  <inkml:trace contextRef="#ctx0" brushRef="#br0" timeOffset="-154344.74">8281 5207 8972,'5'-12'899,"1"-1"-719,-3 10-90,5 3 90,3 13-180,-3-2 0,3 9 90,-3-2-180,4 16-2339,0 12 1530,-3-9 899,-4-5 0,-5-18 0,0 1 0</inkml:trace>
  <inkml:trace contextRef="#ctx0" brushRef="#br0" timeOffset="-153981.74">8320 5098 8972,'-2'-10'270,"0"0"0,1 1-1,0 1 1,3-5 0,11 1-90,12-2-180,1 4 45,1 6 0,1 0 45,6 3-90,1 3 0,-1 2 0,-1 10 0,0 2 0,-33 19 0,-20-3 0,-2 5-630,-9-5 1,-1-2-631,5-6 1260,-1 1 0,2-1 0,8-6 0,-3 4 0</inkml:trace>
  <inkml:trace contextRef="#ctx0" brushRef="#br0" timeOffset="-152953.74">7830 5915 9512,'41'-8'179,"-4"2"-224,8 0 1,1 0-46,0 0-495,2 1 0,-3-1-314,-18 3 899,21-3 0,-35 5 0,2 1 0</inkml:trace>
  <inkml:trace contextRef="#ctx0" brushRef="#br0" timeOffset="-152632.74">8038 5963 8432,'13'-2'180,"-2"3"-90,-6 6-90,-3 3 90,3 24 0,-1 6-90,-2-12 0,1 1-1639,0 3 1,0 0 1613,1 8 25,0 4-1948,2 1 778,-2-16 891,2 16 1,-4-23 0,0-2 0</inkml:trace>
  <inkml:trace contextRef="#ctx0" brushRef="#br0" timeOffset="-152185.74">8430 6049 8522,'3'-9'1619,"4"10"-1529,-4 0 0,4 10 180,-3 19-90,2 7-180,-1 6 90,0 4-90,-1-14 0,-1-1 90,3 13-810,-1 0 270,-1-9 450,-1 6 0,-3-33 0,-1 6 0</inkml:trace>
  <inkml:trace contextRef="#ctx0" brushRef="#br0" timeOffset="-151808.74">8401 6142 9512,'-3'-15'629,"2"6"-449,-1-6 180,3 7 180,8-7-361,3 3 46,14-1 0,4 0-135,16 1-45,-10 3 0,0 3-3322,8 4 3252,-13 5 25,-5 8 0,-14 3 0,-4 6 0,-23-1 0,-7 0 0,-1 1-225,-8 0 0,-2-1-1484,1-3-1259,-4 2 2968,14-8 0,11-4 0,5-4 0</inkml:trace>
  <inkml:trace contextRef="#ctx0" brushRef="#br0" timeOffset="-147907.74">8100 7058 9242,'8'-7'90,"3"3"-90,-7 5 0,4 3 90,-4 1-90,5 13 0,2 15 0,-1-1 45,-4-6 0,-1 0-45,-1 13 0,-1-9 0,0 1 90,0 10-90,-1-5 0,0-1-90,-1-3-270,0-3 0,0-2 360,-1 2 0,-3-3 0,0-7 0</inkml:trace>
  <inkml:trace contextRef="#ctx0" brushRef="#br0" timeOffset="-147594.74">8013 7205 8972,'3'-10'360,"-1"2"-180,6 2 89,16-4-89,18-5-180,-6 3 0,7-2-180,-17 6 1,-6 3-811,16-5-629,-18 6 1619,4-1 0,-13 3 0,-3 2 0</inkml:trace>
  <inkml:trace contextRef="#ctx0" brushRef="#br0" timeOffset="-147351.74">8138 7300 8342,'-3'8'450,"3"1"-270,2-6 90,12 2-3547,3-4 2482,4 1 705,17-5 233,-13-3 0,0-1 1,20-4-1,-19 2 0,-1 0 1</inkml:trace>
  <inkml:trace contextRef="#ctx0" brushRef="#br0" timeOffset="-147013.74">8648 7125 9242,'-1'-10'2158,"-1"1"-2068,4 27 0,-2-7 0,3 36 0,-2 0-45,-1-4 0,0 1-45,-1-15 0,1 0-45,-2 17 0,0-4-3125,1-14 2810,-2 12-2092,2-12 2452,-1-8 0,0 3 0,0-11 0</inkml:trace>
  <inkml:trace contextRef="#ctx0" brushRef="#br0" timeOffset="-146640.74">8633 7160 9781,'3'-14'270,"2"3"-180,19-2 0,12 7-45,-9 5 0,2 1-45,19 5 0,-7 4 0,-11 7 0,-18-6 0,4 5 0,-13 2 90,-3-5-3367,-33 23 3072,10-18 250,2-3 0,-2 0-370,-9 1-2823,-5 1 2585,12-4 1,-1-1-1,20-8 1</inkml:trace>
  <inkml:trace contextRef="#ctx0" brushRef="#br0" timeOffset="-145127.74">8058 8168 9242,'8'-5'809,"1"-1"-719,-4 3 0,2-1 360,18-5-450,-6 3 90,10-1 0,1-1 0,4 1-45,-1 0 0,2 1-45,8-2-405,-11 3 0,0 0-1951,1 0 1906,2 0-809,-27 4 1259,-1 0 0,-3 1 0,-2 0 0</inkml:trace>
  <inkml:trace contextRef="#ctx0" brushRef="#br0" timeOffset="-144866.74">8306 8144 10141,'7'7'180,"-2"1"-180,-6 5 90,0 21 0,1 15-1729,0-16 1,0 0 491,0-5 1,1 0 1101,0 6 0,0-2 440,1 7-1475,1-8 1,1-1 1079,2 4 0,5-1 0,-1-12 0</inkml:trace>
  <inkml:trace contextRef="#ctx0" brushRef="#br0" timeOffset="-144544.74">8695 8260 10231,'6'3'720,"2"7"-675,1 12 0,1 5 45,7 18-45,-5-11 0,0 1-315,-3-8 0,-1-1-1369,2 4 1,-2-3 1535,3 5 0,-1-2 1,-5-19-1</inkml:trace>
  <inkml:trace contextRef="#ctx0" brushRef="#br0" timeOffset="-144196.74">8840 8218 9242,'0'-9'629,"0"-2"-89,0 0-360,1 0 360,9-6-450,-1 9 0,7-4-1,4 6 1,-4 3 0,9-1 90,23 4-180,-22 2 0,8 4 0,-2 3 90,-12 6-90,5 12 0,-33-3 0,-7 0 0,-4 5-45,-13 3 0,-2-3-135,8-11-540,-1 0 1,1-2-810,11-7 1529,-10 4 0,14-5 0,-3 1 0</inkml:trace>
  <inkml:trace contextRef="#ctx0" brushRef="#br0" timeOffset="-143705.74">8365 9209 10501,'11'-3'360,"-2"1"-270,1 15 0,1 13 0,1 11 0,0 6-1183,-4-7 1,-1 2 0,0 0 827,1 2 0,-1-1 0,0 1-415,-3 2 1,0-1-1,-2-5 455,0-8 1,-1-3-1415,-3 7 1,1-5 1338,0-8 0,-3 11 0,2-15 0</inkml:trace>
  <inkml:trace contextRef="#ctx0" brushRef="#br0" timeOffset="-143410.74">8509 9349 9512,'-4'-9'1169,"0"-3"-899,1 5 179,2-6-359,2 8 90,13-6 0,11 1-90,7-4-315,-7 5 0,-1 0-584,6-4 809,3 2 0,-23 7 0,-5 2 0</inkml:trace>
  <inkml:trace contextRef="#ctx0" brushRef="#br0" timeOffset="-143213.74">8430 9466 9422,'9'8'449,"-2"-2"91,26-2-360,-13-4-45,10-1 0,1-1-45,-2-2-90,0 1 0,1-1-990,9-4 990,-11 3 0,0 0 0,14-4 0,2 0 0</inkml:trace>
  <inkml:trace contextRef="#ctx0" brushRef="#br0" timeOffset="-142919.74">9108 9378 10501,'1'-10'1259,"1"1"-1169,1 10 90,0 9-90,2 5-90,-2 6-931,-2 21 931,-1-13-225,-4 17 1,-3 2-856,-3-1-559,1-6 1,0-3 1512,-2-8 1,-1-2 0,3-9 0</inkml:trace>
  <inkml:trace contextRef="#ctx0" brushRef="#br0" timeOffset="-142579.74">9030 9341 10681,'1'-10'270,"2"-2"0,2 2 89,13-4-179,5 6 0,3 1-90,11-3-90,-8 5 0,-2 1 90,2 3-1476,-4 0 1,0 1 1385,6 1 40,0 0 0,-1 4 50,-5 11-90,-1 7 45,-30 5 0,-12 3-180,-9 2 0,-4 0-270,-2 2 0,-2 0-688,8-12 1,-1-2 0,3-3 764,-10 6 1,-3 0-1,20-14 1</inkml:trace>
  <inkml:trace contextRef="#ctx0" brushRef="#br0" timeOffset="-141703.74">8430 10275 10321,'11'2'450,"23"1"-450,-14-3 45,12-1 0,1-1-225,-7 0 0,19-1-899,-21 0 1079,-8 2 0,0-1 0,-11 1 0</inkml:trace>
  <inkml:trace contextRef="#ctx0" brushRef="#br0" timeOffset="-141471.74">8548 10331 9602,'-2'10'899,"1"3"-449,5 14-226,-1 7 1,0 3-225,2 10 60,-3-14 0,0 4 0,-1-2-60,0-7 0,0-1-270,-1 8 1,1 0-1370,0-4 1,0-3 818,-1-1 1,3 4 0,-2-17 0</inkml:trace>
  <inkml:trace contextRef="#ctx0" brushRef="#br0" timeOffset="-141128.74">8839 10540 10051,'2'-10'810,"-1"2"-271,1 3-89,-1-1-360,4 10-90,-1-1 90,2 9 0,-3 0-90,0 2 180,1 28-495,-3-13 0,0 0 180,0-3 0,0 0-720,-1 6 1,-1-4-1844,0-9 2698,-1 1 0,1-11 0,0-4 0</inkml:trace>
  <inkml:trace contextRef="#ctx0" brushRef="#br0" timeOffset="-140799.74">8823 10419 9332,'0'-8'539,"1"-2"-89,1 0 90,4-3-450,0 4 449,23-9-359,4 10 0,15-4-135,-22 11 0,-1 2-45,4 3 45,-5 5 0,-3 5-45,-13 10 90,0 13-135,-25-11 0,-7-2-2815,-3 2 2770,4-7 0,1-2-450,-1-2-2737,-8 3 2736,9-4 1,-4 5 0,16-10-1</inkml:trace>
  <inkml:trace contextRef="#ctx0" brushRef="#br0" timeOffset="-140320.74">8440 11244 9691,'6'-8'180,"0"0"270,7-3-90,1 1-270,4-1 0,-1 2 360,23-4-316,-12 5 1,1 0-180,4-2 0,0 1-45,-4 2 1,-1 0-721,-1 0 0,-4 2-539,-4 0 1349,7 0 0,-22 4 0,-3 1 0</inkml:trace>
  <inkml:trace contextRef="#ctx0" brushRef="#br0" timeOffset="-140039.74">8593 11221 10051,'12'-5'900,"-3"1"-630,1 5 89,1 11-179,0 4 0,1 21-90,-6 5 0,-2 3-90,-3-8-3277,0 4 1673,0-22 1244,0 9-1497,4-8 1857,-1-6 0,4 4 0,1-7 0</inkml:trace>
  <inkml:trace contextRef="#ctx0" brushRef="#br0" timeOffset="-139751.74">9132 11166 10231,'2'-10'1349,"1"0"-359,-1 2-810,5 11 90,-2 18-180,-1 10-1,-4 2 1,-1 2-900,0-1 1,0 0-450,0-3 0,0-2-2018,1 18 3109,0-33 0,0-2 0,0 0 0</inkml:trace>
  <inkml:trace contextRef="#ctx0" brushRef="#br0" timeOffset="-139387.74">9112 11137 10501,'0'-13'720,"-1"4"-630,4-1 269,8 2-269,5 1 0,5 0 0,-1 2-90,-4 3 180,15-2-90,1 4-90,12 6 90,-18 4-90,-9 4 0,-17-1 0,-30 23 0,4-15 0,-3 1-180,2 3 0,-1 0-552,0-5 0,2-3-528,0 1 1260,11-5 0,3-4 0,3 0 0</inkml:trace>
  <inkml:trace contextRef="#ctx0" brushRef="#br0" timeOffset="-138600.74">8532 12018 10591,'3'-10'809,"4"7"-809,-3 5 90,3 5 90,0 17-90,-3 0-90,3 11 45,-4-5 0,1-1-45,-1 1 45,3 10 0,1-1-225,-2-7-449,5 16 89,-6-29-2737,1-4 3196,-2-9 1,-1 0 0,0-4 0</inkml:trace>
  <inkml:trace contextRef="#ctx0" brushRef="#br0" timeOffset="-138343.74">8572 11969 9602,'-2'-9'359,"4"-6"-179,1 9 90,14-11-90,12 4-90,9-3-90,-1 3-135,-12 6 0,0 1 135,15-5 0,-6 3 0,-10 3 0</inkml:trace>
  <inkml:trace contextRef="#ctx0" brushRef="#br0" timeOffset="-138127.74">8646 12089 9781,'2'8'1080,"2"-3"-630,4-1-1,12-3 91,25-4-630,1-1-45,-21 1 0,0-1-1504,6-3 1,-3-1 992,-2 1 1,-1-1 0,-1 0-1,-2 0 1</inkml:trace>
  <inkml:trace contextRef="#ctx0" brushRef="#br0" timeOffset="-137804.74">9289 11893 11311,'7'-8'1799,"-2"0"-1530,3 23-179,-4-8-90,3 17 180,-3 6-180,-1-11 0,1 23 0,-2-22-180,-1 7-1799,0 11 1979,-5-3 0,-1 5 0,-4-9 0</inkml:trace>
  <inkml:trace contextRef="#ctx0" brushRef="#br0" timeOffset="-137465.74">9265 11816 10591,'2'-10'270,"1"0"180,4 0-181,8-1-89,8-1-45,0 6 0,4 2-45,21 1-90,2 2 90,-7 9-90,-21 5 0,-6 8-3277,-32 19 3162,1-15-650,-13-1 1,-2-1-45,1-6-830,7-3 1,0-1-954,2-1 2592,3-4 0,3-2 0,-1-1 0</inkml:trace>
  <inkml:trace contextRef="#ctx0" brushRef="#br0" timeOffset="-136033.74">8751 12696 9152,'-1'-10'1169,"-1"1"-989,1 4-180,5 1 90,4 0 90,14 1-90,21-1-90,0-2 45,-16 3 0,0 1-225,22-4 90,-22 2 90,9 0 0,-30 3 0,4-1 0</inkml:trace>
  <inkml:trace contextRef="#ctx0" brushRef="#br0" timeOffset="-135718.74">8894 12730 10051,'9'28'360,"-6"-11"-360,9 13 90,-4 1-90,-2-9 45,2 10 0,0 2-45,2 5-90,-4-13 0,0-1-450,3 5-1169,-5-16 1709,2 2 0,0-3 0,0-1 0</inkml:trace>
  <inkml:trace contextRef="#ctx0" brushRef="#br0" timeOffset="-135363.74">9279 12825 9242,'-1'-15'1529,"1"6"-900,-1-5-89,2 8-450,4 5 0,0 3 0,2 6 180,3 12-270,-5-5 135,3 8 0,-1 2-45,0 7-90,-1-2 0,0-1-180,-1 0-270,3 8 0,-5-22-2827,2 11 2904,-4-16 1,2 3-1,-3-11 1</inkml:trace>
  <inkml:trace contextRef="#ctx0" brushRef="#br0" timeOffset="-134985.74">9270 12762 10231,'-3'-11'540,"1"1"-270,4 0-90,7-3-1,11-3-179,-2 5 90,20-2-90,-9 6 45,-1 3 0,0 1-45,10 4 0,0 2 0,-16 20 0,-17-8 0,-15 34 0,-14-17 0,1-5 0,-3-1-90,4-7 0,0-3-89,-15 10-2430,1-9 2609,24-12 0,-5-2 0,13-6 0</inkml:trace>
  <inkml:trace contextRef="#ctx0" brushRef="#br0" timeOffset="-133131.74">8868 12709 6543,'3'7'0,"1"-1"0</inkml:trace>
  <inkml:trace contextRef="#ctx0" brushRef="#br0" timeOffset="-132533.74">8850 12974 7803,'10'-6'359,"1"2"-359,-4 1 90,1 0 90,13-2-90,0-1-90,25-5-1437,-17 6 1257,15-6-90,-25 8-470,12-4 740,-12 4 0,6 1 0,-4 0 0</inkml:trace>
  <inkml:trace contextRef="#ctx0" brushRef="#br0" timeOffset="-130629.73">8989 13705 7353,'7'-7'3276,"-1"1"-3134,2 5 38,2-1-90,4 3 0,2-2 0,8 0 0,2-2-1,7 0-59,-2-1 0,5-1 0,-4 0-30,16-3-90,-6 1 1,-2 0 89,-3-2 0,-20 11 0,-18 5 0</inkml:trace>
  <inkml:trace contextRef="#ctx0" brushRef="#br0" timeOffset="-130304.73">9261 13789 8972,'-7'-5'2069,"2"1"-1979,7 12 0,-1-3 0,6 23-1,-2 2-44,-1-2 0,0 4 0,-1 3 0,1 1-45,0 2 0,0 2-1639,0 5 1,0-2 1613,2 4 25,-3-21 0,1-2-719,2 3-361,-2-8 1080,3 8 0,-4-15 0,1-2 0</inkml:trace>
  <inkml:trace contextRef="#ctx0" brushRef="#br0" timeOffset="-129956.73">9650 13859 9781,'4'-16'810,"-3"7"89,3-5-629,1 10-90,3 3 90,4 9 90,6 15-90,3 13-1831,-7 0 0,-1 1 1561,4 9-248,-7-7 0,0-2 68,-1-1-518,0 0-111,0-5-2070,-3-16 2879,-1-3 0,0-2 0,-4-7 0</inkml:trace>
  <inkml:trace contextRef="#ctx0" brushRef="#br0" timeOffset="-129576.73">9689 13838 10321,'-4'-12'630,"1"-4"-91,1 8 181,0-8 0,3 2-540,1 3-91,4-2 271,17 3-270,2 2 90,16-1-90,-1 6 0,2 4-90,-8 3 45,-9 4 0,-2 1-45,-1 2 0,-2 7 0,-3 2 0,-12 2 0,-5 16 0,-29-6-90,5-10 90,-13 1-3277,-7-3 0,22-11 3224,-16 6 1,33-13 0,1-1 0</inkml:trace>
  <inkml:trace contextRef="#ctx0" brushRef="#br0" timeOffset="-129329.73">10476 13854 12030,'5'-9'1619,"-1"-1"-4896,-2 6 0,-6-1 3251,1 3 1,-11 2-1,0 1 1</inkml:trace>
  <inkml:trace contextRef="#ctx0" brushRef="#br1" timeOffset="-113846.73">5235 14265 12500,'5'-8'630,"1"1"-263,0 5-144,0 0-141,4 0 48,-4 0-117,9-1-22,10-1 124,-5 0-1754,13 0 1,2-2 1390,1 0 190,-3 1 1,3 0 63,6-3 0,1 0 127,-2 0 1,3 0-680,-4 1 0,5-1 0,0 0 0,-4 1 597,6-2 1,1 0-20,-6 2 0,6-1 1,-1 0-1,-8 2 78,-10 1 1,0 1-80,7-1 1,7-2-1,-1 1 1,-6 1 1159,-8 1 1,-1 0-1156,9-1 0,4-1 1,-1 0-238,9-1 0,1-1-622,-10 2 0,0 0 1,0 0 721,10-2 0,0 1-23,-11 1 1,1-1 0,-7 2-240,0 1 183,12-3 1,0-1-166,-15 3 173,11-1 0,-1-1 5,-14 2 83,9-1 1,-1 0-82,-10 1 83,5 0 1,0-1-82,-12 3 2279,27-4-2299,-31 5 106,9-1 3275,-11 1-3360,-2 1-30,4-2 197,-4 2 87,2-2 112,-2-1-413,-2 1 169,0-2-249,-4 0 16,-3 0-77,-2-2-35,-1-2-1,1 1-24,-3-9 345,3 6 86,-3-12-81,3 9 38,-2-7 16,-3-19 17,1-1-4,0 1 0,0-4-1646,2 9 1,0 1 1591,0 1 0,0-1 51,0 3 0,1 2-2029,-3-19 2088,1 7 3,0-3-2,4 27 65,-1-4 2,-1 0-12,2 6 10,-1-3 2402,1 9-2393,1-1 2981,-1 2-3003,-1-5-67,1 4-51,-3-4-12,2 6-38,-1-3 9,0 1-86,1 3-121,-1-3 220,1 5-166,-3-6 90,2 3-8,-2-5 48,2 6 23,0 0-20,2 1 34,-1 1-127,0 0 217,-1 0-41,0 0 123,-1 0-31,0 1 228,0 1 42,0-1 78,-5 3 303,4 1-4,-8 2 66,7-2-12,-2 3 86,2-3-228,-15 5-78,9-3-133,-32 6-287,10-4-130,-2 1 0,-3 0-79,5-1 0,-3 0-1057,-8 2 1,-7 0 0,5-1 928,5 1 0,0-1 145,4-1 1,-3 1 0,1 0-903,3 0 0,0 0 0,3-1 749,3 0 1,-1 0-450,-12 2 0,-6 1 1,5 0 563,10-2 0,0 1-309,-7 2 0,-6 2 0,6-2 329,7-1 1,1 0-12,-9 3 0,-4 1 0,7-1 3,-5 1 178,8-1 0,1-1 140,6 0 933,-15 5-1157,20-7 1,0 0-57,-6 3 0,-2 0 35,0-2 1,3 0-3,-9 3-24,13-6 0,4-1-130,9-1 1384,-11 0-1727,6-1 2339,5-1-2275,-13 2 1,11-3 5,0 1 0,-2 0-19,10 0 3696,-9 1-3179,11-2-92,-7 2 36,6-1-1,0 0-37,1 0 84,1 1 614,0-1 23,4 4-510,-1-1 123,4 9-497,0 0 78,1 3-118,1 9 77,1 12-305,-2-4 0,1 1-1211,-2-8 1,1 0 1108,0 6 1,-1 0 351,0-2 0,-1-2-110,1 10 356,1 5 0,1 1 41,-1-3-88,-1-14 1,1 0 95,0 9-108,0-6-26,1-1-51,0 4-546,0-13 584,0-2 1,-2-6 0,1-4 0</inkml:trace>
  <inkml:trace contextRef="#ctx0" brushRef="#br0" timeOffset="-91878.73">29242 1200 7892,'3'-11'1799,"1"0"-1259,0 2 719,0 1-1169,-1 12-90,-1 1 135,-2 21 0,-1 10-75,-2-1 0,0 4 0,-1 1-30,1 3 0,0 1 0,-1 1-30,1-5 0,-1 1 0,0 0 0,1 0 22,-1-1 1,1-1-1,0 1 1,0-1-1,0-1 1,0 0-1,0 0 1,0-1-178,0 7 0,0 0 0,1-4 155,-1 6 0,1-8-90,2-13-539,0-14-900,2-5 1529,4-23 0,-2-7 0,2-23 0</inkml:trace>
  <inkml:trace contextRef="#ctx0" brushRef="#br0" timeOffset="-91190.73">29131 1140 9422,'-2'-18'90,"0"7"179,0-4-89,3 9 270,1-4 0,18-4-360,-4 5-447,16 2 0,7 1 447,-5 3 0,3 1-1082,3-1 0,3 1 0,-2 0 1037,7-1 0,1 1-105,-6 0 0,3 0 0,0 0 90,0 0 0,1 0 0,1-1-8,-5 0 1,1 1-1,0-1 1,-1 0 7,7 0 0,-1 0 0,-4 0-553,9 0 1,-9 0 612,-3 1 518,-24 2-608,7 0 90,-11 0 2582,1 2-2672,-7 3 367,1 7-277,4 10-90,1 16 0,0 5 903,-5-16 1,-1 3-882,0 3 1,1 8-1,-1 0 1,-2-3-117,-1-4 1,-1-2 0,0 3 115,0 8 1,-1 4-1,1 1 1,-1-5-974,0-6 0,-1-4 1,0 4 950,-1 5 0,0 5 0,0-1 0,-1-8 0,1-2 0,-1-2 30,-1 1 0,0 3 0,0-5-30,-1 12 0,0-3 0,0-7 0,0-1 0,-1 2 134,1-3 1,0-4 45,-1-15 0,-2 7-180,1-14 90,-4 0 290,-15-4-290,-16-6-30,7 1 0,-8-1 0,-1 0-175,0 0 0,-3-1 0,-1 0 0,1 1 137,2-1 1,1 1-1,0-1 1,0 1-140,-1 0 1,-1-1 0,0 1 0,-1 1 116,2-1 0,-1 1 0,0 0 0,0 1 0,3-1 0,-9 1 0,3-1 0,-4 1-54,6 0 0,-5 0 0,0 0 0,2 1 0,6-1-717,3 1 1,4 1-1,1 0 381,-2 0 0,0 0 1,3 1-1250,-1 0 1,3 0 1049,4 0 0,1-1 0,-16 0 0,25-3 1</inkml:trace>
  <inkml:trace contextRef="#ctx0" brushRef="#br0" timeOffset="-59995.73">29650 1594 8162,'3'-9'3238,"0"1"-3058,0 10 0,-1 1 0,0 8 0,-3 0 450,-7 35-450,-1-7-61,1-10 1,-1 6 0,-1-1-30,0 0 0,-2 0 0,1 0-1183,-1 1 1,1-1 0,-3 4 983,-1 6 0,-2 5 1,0 0-1,2-4 139,0-4 1,1-2-1,0 2 15,-1 2 0,0 4 0,-1-1 0,2-3-677,2-1 1,0-3 0,2-1 676,-3 8 0,2-2-709,3-6 1,1-3 753,-1 9 210,5-15 1,1-1-570,-3 10-3008,3 11 2867,2-52 1,0-10 0,2-30 0</inkml:trace>
  <inkml:trace contextRef="#ctx0" brushRef="#br0" timeOffset="-59223.73">29573 1560 9871,'0'-11'270,"5"-3"-90,-1 7 180,8-5 359,25 1-1812,-2 7 1,8 0 0,-2 0 1099,3-1 1,3 0 64,-10 3 0,7 0 0,2 1 0,0 0 0,-3 0 77,1 1 0,-1 0 0,-1 0 0,2 0-113,-4 1 0,1-1 0,0 0 0,2 1 0,0-1 9,0 0 0,2 1 0,1-1 0,0 1 0,-2-1 0,-2 1-1,5-1 1,-2 1 0,-2 0 0,0-1 0,0 1 0,1-1 0,-3 1 0,-2-1 180,12 1 0,-8 0 225,-9-1-360,-8 1 270,-3 1-270,-16 1 89,11 17 1,-11 7-180,-3 0 0,0 4 45,-3-6 0,-1 3-15,-2 12 0,-1 6 0,-1-4-897,0-3 0,0 0 897,0 0 0,-1 5 0,-1 1-387,0-5 0,-1 4 0,0-2 1,0-3 356,0 8 0,-2 4-155,3-13 1,-2 7 0,-1 4 0,1 1 0,-1-4 0,2-5 154,0 3 0,0-5 0,-1 3 83,1 0 0,-2 3 1,1 1-1,0-2-83,1-4 0,2 0 0,-1-3 0,1-4 567,0-1 1,1 0-538,0 1 0,-1 2 0,2-3-30,-2 15 1788,2-23-1698,-4 15-90,2-31 2538,-9 1-2538,-8-12 0,-5-3 0,-9-2 0,-1 0-181,0 0 0,-3-1 0,0 0 0,-1 1 181,1-1 0,0 0 0,-1 0 0,-4 0-341,1 1 0,-4-1 0,-3 0 1,1 1-1,1 0 0,4 1 341,-4-1 0,4 2 0,1 0 0,-2 0 0,4 0 0,-3 0 0,1 0 0,0 0 0,4 0 0,-8 0 0,4 1 0,-1 0-421,7 1 1,-2 1 0,2-1 0,3 1 375,-5 0 0,0 1-180,-1-2 0,-6 1 0,0-1 1,10 1-316,10 2 0,3-1-842,-16-3 0,3 0-57,13 0 1728,2-10 1,13-1-1,0-9 1</inkml:trace>
  <inkml:trace contextRef="#ctx0" brushRef="#br0" timeOffset="-57242.73">30030 728 9422,'5'-9'1079,"3"8"-719,-5 6-180,2 6 0,-3 4 359,1 27-314,-2-6 0,0 3-180,0-3 0,0 5 67,-1 2 1,0 7-1,1 1 1,-1-8-247,0 0 0,0 2 187,1-4 1,-1 9 0,1 3 0,-1-3 0,1-6 6,0-7 0,-1-5 0,1 3-38,0 7 1,0 5 0,1 0-1,-1-5 23,1 7 0,0-5 0,-1-6 0,1-3 90,-1-4 0,1-4 133,-1-9 452,0 15-540,-5-26 0,-12-9-90,4-4 0,-29-17-90,21 12 44,-16-3 1,-6 0-45,14 6 0,-1 0 0,-2 0 0,-4 0 0,-2-1 0,1 3 0,-1-1 0,-3 1 0,0 0-690,-6-1 1,-1 0-1,-1 1 1,0-1 689,2 1 0,0 0 0,0-1 0,0 1 0,-3 1 0,-1-1 0,3 0 0,6 2 0,1 0 0,4 0 0,-5 0 0,3 0-2389,-7 1 2389,14 0 0,-1 2 0,16 0 0,2 0-90,-5-1 90,-2 0 90,2-2-90,1 1 2115,2 0-2025,7 1 3186,0 1-2800,-2-3-296,-1-1-90,-2-2 90,0-1-180,6 0 180,-5-8-90,7 6-90,-5-10 89,1-20-89,5 8 30,3-5 0,0-10 0,2 2-164,2-4 1,1-1 133,0 12 0,-1-4 0,1-1 0,1-1-179,1-2 1,1-1-1,0 1 1,0 4 178,-1 4 0,0 3 0,0-2-805,1-6 1,1-4 0,-1 3 0,0 8 804,1-9-1090,-2 4 0,0 4 1090,-2 20 113,1-12-113,-1 14 155,-1-2-155,1-1 2179,-2 6-2179,0-1 3276,0 6-3160,5 5-116,13 4 0,7 3 0,6 1 0,7 2 0,7 0 0,-6-2 0,6 1 0,4 0 0,-1 0 0,-5 0-820,-6-2 1,-4 0 0,2 0 0,5 0 782,0 0 0,6 1 0,4 1 0,2-1 0,1 1 0,-3-1 1,-5 0-1,-6-2-102,9 2 0,-7-1 1,5 1 125,-9-2 0,6 1 0,3 0 0,1 0 1,-2 0-1,-4-1 0,-6 0 13,1-1 0,-5 0 0,0 0 0,5 0 0,-1 0 0,-1 0 90,4-1 0,-6-2 0,-11-5-180,8-1-1889,-18-2-1298,-6 6 3937,0 2 0,-3 0 0,-1 3 0</inkml:trace>
  <inkml:trace contextRef="#ctx0" brushRef="#br0" timeOffset="-19528.73">16658 5038 6813,'-7'5'630,"0"-1"89,2-1 721,1-1 358,0 1-1168,1 1-540,5-1-90,3-1 180,16-2-180,-3-1 90,12-1-90,12 2 0,-14 0 0,12 1 45,-13-2 0,-2 1-45,7 0 30,5-2 0,9 1 0,-5-1-30,-15 1 0,2 0 0,14-2 0,10-1 0,2 0 0,-6 0 30,-12 2 0,-3 1 0,3-1-30,11-2 0,3 0 0,0 0-1093,1 2 1,0 0 0,-6 1 1034,-13 1 1,-1-1-700,13 0 1,6 1 0,-9 0 756,-1 1 0,-7 0 0,-1-1 0,-4 1-206,0 0 296,-2 0 1517,-13 0-1607,4 0 3141,-1-1-3051,-1 0 0,-1 1-90,2 0 511,-8 0-511,2-1 877,-2 1-877,-1 0 90,3 0-90,-3-1 1889,2 2-1709,-9-10-90,0 3 180,-7-21-1734,4 12 1554,-2-13-349,2-14 304,2 10 0,0-2-45,0-6 0,-1-3 30,0 2 0,-1-1 0,0 2-30,1 3 0,-1 0 0,-3-8 0,-2-5 0,1 7-1411,3 16 0,-1 2 1411,-4-21 0,0 2 901,0 3-946,3 14 0,0 0 45,-2-9 0,2 7 0,0 3 201,4 11-201,-6-17 0,6 22 0,-2-8 0,3 11 0,-1-4 0,1 3 3276,-1-2-3186,0 3-13,0 1-77,-1 0 0,-5 1 0,-3 1 0,-1 1-90,-27 4-3187,-7 6 3219,19-4 1,-1 0 57,-9 3 0,-1 0-968,-1 0 0,-3-1 968,5 1 0,-2-1 0,1 1-390,-9 0 0,-3 0 390,8-1 0,-5 1 0,0-1 0,3 0-457,0 0 1,2-1 0,0 0 456,-7 1 0,-2 0 0,3 0 456,5-1 1,2 0-1,5-1-456,2 0 0,2 0 0,-13 0 0,0 1-140,5-1 1,3 0 139,9-1 0,1 0 30,-15 2-30,32-4 1923,-4 1-1923,3-1 0,0 0 0,-4 1 0,5 0 2786,0-1-2786,4 0 1558,1 0-1558,2 3 0,4 5 0,2 2 0,3 12 0,-1-6-1639,4 19 1,-1 2 1523,1 3 115,-1-3 0,1 5 0,0 3 0,-1-1-940,-3-16 1,0 2 939,1 6 0,1 5 0,0-6-362,-3-10 0,0 1 362,2 9 0,0 6 0,-1-5 1096,-1-12 0,0 0-1096,2 12 0,-1 5 0,0-6 0,2 5 0,-3-15 0,-1-1 0,1-2 0,1 6 0,-2-13-927,2 11-2350,6-31 2724,-5 2 1,8-19-1,-8 4 1</inkml:trace>
  <inkml:trace contextRef="#ctx0" brushRef="#br0" timeOffset="-15961.74">2055 4686 6723,'-9'-4'630,"-4"-2"-360,9 3-1,-4-1 811,4 1-450,-1 5-451,4 3 91,0 2-180,7 3 0,-3-5 90,2 3 0,-1 3-90,1 0 0,3 13 0,-4-10-3367,6 14 3252,-6-18 25,3 9 0,-1-11 90,0-1 0,13-7-90,-6-3-1090,15-13 1,4-4 1089,1-3-311,-3 1 0,3-3 340,-6 2 1,1-1 0,-1-1-30,4-2 0,1-3 0,-1 2 0,3-5 0,2 0 0,-4 3 0,-2 1 0,-1 3 0,-1-1 653,-1 1 1,-1 1-1,-2 2-608,0 0 0,-3 3-45,0 2 0,-11 8-449,11-10 3199,-15 14-5538,5-3 3136,-3 9 0,-2 0 0,0 6 0</inkml:trace>
  <inkml:trace contextRef="#ctx0" brushRef="#br0" timeOffset="-13177.74">3570 10003 8882,'-4'-46'-40,"-1"0"0,0-1 0,0 1 0,0 7 0,-1 0 0,0-1 0,-1-1 0,0-3 0,-1-1-110,1 3 0,-2-2 0,1-3 0,-2 0 0,1-1 0,-1-1 1,0 0-1,0 1 0,0 0 28,1 2 1,-1 0-1,0 0 1,-1 0 0,1 0-1,0 0 1,-1 0 0,1-1-1,-1 1 1,0-2 0,0-1-1,-1 0 1,1 0-1,0 0 1,-1 1 0,1 0-1,-1 1 1,1 1 0,1 3-1,-1 1 1,1-1 0,-1 0-1,0 0 1,1 1 0,-1-1-1,0 0 1</inkml:trace>
  <inkml:trace contextRef="#ctx0" brushRef="#br0" timeOffset="20563.27">12073 7743 10771,'-9'2'1979,"1"1"-1350,3 0-269,11 2-180,-2-1 0,10 1 90,9-3 0,7 0-151,7-1 1,5 0 0,-1-1-1213,-6 1 1,-2 0 0,2 0 1113,12-1 1,2 0 0,-3 0 8,-12 0 0,-2 0 0,3-1-50,2 1 1,4-1-1,0 1 1,-2-1 19,-2 1 0,-1-1 0,2 1 22,5-1 1,4 0-1,-2 0 1,-9 0-23,8-1 90,-1 1 0,-4-1-90,-18 0 0,6 0-1799,-16-3 1914,-17 2-1824,4-1 1709,-16 2 0,2 3 0,-5-1 0</inkml:trace>
  <inkml:trace contextRef="#ctx0" brushRef="#br0" timeOffset="20995.27">12954 7673 11041,'0'-8'989,"0"0"-539,0 1 90,1 1-1,0 1-269,10 4-180,-3 2 270,33 14-270,-10-4-45,-4 0 0,3 0 45,3 2 0,0-2-90,9 4 0,-6-2 0,-3-2-1889,-10-4 1889,10 2-2767,-10-4 3037,-12-3-180,-12 7 45,-23 5 0,-10 1-1015,10-3 0,-1 0 880,-14 8 0,-2 3-164,10-1 0,-1 4 0,3-3-16,-2 3 0,1 0 30,1-1 0,0 1 0,3-2-210,7-5 1,3 0-1280,0 4 1,1-1 1108,-1 5 0,-7 14 0,16-22 0</inkml:trace>
  <inkml:trace contextRef="#ctx0" brushRef="#br0" timeOffset="33232.26">30251 1226 8252,'42'-4'225,"-17"1"0,3-1-375,5-5 0,4-2 0,0 0-943,-3 0 1,-1-1 0,1 0 727,1-1 1,-1-1 0,1-1 0,-1-1 0,0-1 0,-1 0 0,9-6 0,0 1 0</inkml:trace>
  <inkml:trace contextRef="#ctx0" brushRef="#br0" timeOffset="33697.26">30612 1892 8612,'12'1'360,"3"-1"-180,24-6-360,-7 0-913,4-4 1,9-4 0,-5 2 727,-9 1 1,0-1 0,1-1 0,5-1 0,1-1 0,-4 0 0,10-6 0,0 0 0</inkml:trace>
  <inkml:trace contextRef="#ctx0" brushRef="#br0" timeOffset="34288.26">29281 749 8162,'7'-8'540,"3"-3"-90,0 2-270,6-5-90,2 1-90,20-6 0,4-2-135,-19 9 0,1-1-405,15-7 0,8-4 1,-3 0 241,-10 4 0,-1 0 0,1-2 0,6-4 0,1-1 0,0-1 0,-10 5 0,1 0 1,0 0-1,0 0 0</inkml:trace>
  <inkml:trace contextRef="#ctx0" brushRef="#br0" timeOffset="41265.26">14871 6657 9512,'7'-7'1439,"-2"1"-900,-1 3-179,0 0-270,0 5 0,0 0 360,2 24-90,-4 21-270,-2-18 0,0 2-1,-2 6 1,-1 2 0,-4 0 0,0-1-90,-3 10-45,0-12 0,1-4-134,2-14 179,-6 17 0,10-29 0,-3 2 0</inkml:trace>
  <inkml:trace contextRef="#ctx0" brushRef="#br0" timeOffset="41840.26">14693 6620 10411,'-2'-10'0,"0"2"180,3 1 270,17-9-180,12-1-181,0 2 1,3-1-45,2 4 0,0 0 0,3 0 0,1 2-1684,-1 6 1,-4 3 754,6 3 884,-5 9 859,-27 10-859,-15 15 90,-9 6-90,-5-12 0,-4-3 0,-6 5 45,1-10 0,1-3 45,6-5-90,-12 3 90,24-13-90,18-11 0,-2 3 0,25-6-90,-16 12 3366,9 8-3160,-4 20-116,-9-8 0,-1 6 0,-1 0 0,-2-6-45,2 6 0,1 0 135,1-5-270,10 11-809,8-16 539,-10-9 450,28-6 0,-23-7 0,15-4 0</inkml:trace>
  <inkml:trace contextRef="#ctx0" brushRef="#br0" timeOffset="42950.27">15365 6874 9781,'-5'-10'810,"2"2"-90,-3-1-1,0 0 720,-6-5-809,2 4-360,-7 5 90,-4 17-181,-6 18-89,4 1-180,9-2 1,2-1-91,2-3 0,4 2 0,4 0 0,7-11-90,10 8 180,11-24 0,1-8 45,-7-8 0,-2-5 0,-5-1 0,-2-1 45,10-18 0,-10-3 0,-8 28 0,9 17 0,-5 1-180,19 40 180,-16-25-90,17 19 1,-2-24 89,9-10 0,-5-2 0,-3-13 0,-9-9 0,-5-6 89,1-5-89,-8 7 180,-3 5-180,-5 21 0,2-3 0,-6 28 0,3 5 0,0 5 0,2-6 0,1-3 0,2-13 0,1 6 0,3-12 0,12-16 0,-4 2 0,7-16 0,0-5 0,-2-1 0,10-9-90,-4 13 90,-6 12 0,-2 9 0,0 14-90,-7-2 90,17 23 0,-13-11 0,10 13-89,0-8 89,-8-12 0,20-2 0,-20-13-90,7-10 0,1-6 0,2-17 45,-7 5 0,0-6-15,-7 0 0,-3-6 0,-1 1 60,-2 1 0,-3-1 0,1 1-1093,1 1 1,0 1 0,-2 2 1034,-3-7 1,-1 7-924,-3 9 981,3 14 0,-6 9 0,5 13 45,0 23 0,1 10-45,3 6 0,2 3 0,-2-14 0,0 1 0,1 0 0,2 5 0,0 1 0,2-5-90,0-2 0,0-4 0,-1-5 1,2-1-2447,12 17 2536,-11-34 0,5 6 0,-11-16 0</inkml:trace>
  <inkml:trace contextRef="#ctx0" brushRef="#br0" timeOffset="43417.27">16372 6555 13559,'-11'17'1260,"-19"20"-991,-2-2-1908,2-5 1,-2 1 581,13-14 1,0 0 1056,-10 7 0,2-2 1351,4-4-1800,-16 11 179,25-18 148,-5 3-58,23-20-90,5-4-90,28-17 270,-14 12 0,12-5 3366,-7 15-2824,-3 17-272,4 6 0,-9 20-46,-11-7 1,0 2-1704,5 2 0,0 1 1569,-3-6 0,2-1-528,11 4 0,3-7-102,3-15-135,-6-3 1,1-3-495,6-7 1259,-7-7 0,0-4 0,6-8 0,-8 3 0,-1 1 0</inkml:trace>
  <inkml:trace contextRef="#ctx0" brushRef="#br0" timeOffset="43597.27">16771 6769 11760,'11'0'2789,"7"7"-2519,-9-2-450,10 7-2609,-14-7-488,-8 7 2882,-3-8 0,-18 4 0,2-5 0</inkml:trace>
  <inkml:trace contextRef="#ctx0" brushRef="#br0" timeOffset="45638.27">17865 6204 10141,'4'-9'1080,"1"1"-901,2 1 91,13-1-180,13 1-90,-5 1-180,4 3-899,-6 0-2198,-3 0 3219,0 0 0,-7 1 1,-9 1-1</inkml:trace>
  <inkml:trace contextRef="#ctx0" brushRef="#br0" timeOffset="45898.27">18010 6193 10321,'-11'8'1619,"3"6"-1439,5 6 90,2 11 0,2 3-180,-2 5-1036,1-4 1,1 3 1124,-1 1 1,0-2 366,0 11-486,0-15 0,0 5 0,0-5-240,0 12-90,1-12 1,0-3-181,1-4-2788,3-1 1169,-2-16 2069,1 3 0,-2-10 0,0-2 0</inkml:trace>
  <inkml:trace contextRef="#ctx0" brushRef="#br0" timeOffset="46230.27">18444 6307 11580,'-5'-12'2879,"0"1"-2609,-2 21-180,4-2 179,-2 32-89,3 2-90,1 1 0,1 2-90,-1-18 0,0 1-315,1 24 1,0-5 44,0-18-450,1 0 1,-1-1 719,-1-8 0,2-1 0,-2-11 0</inkml:trace>
  <inkml:trace contextRef="#ctx0" brushRef="#br0" timeOffset="46565.27">18355 6306 10951,'-3'-9'449,"1"2"91,11-1-450,-3 5 180,30-2-90,8 3-90,-17 2 0,2 0-45,8 1 0,-2 3 45,11 14-90,-10-4 0,-28 15 45,-22-9 0,-9 0-1684,-1 1 1,-1-1 356,0 2 0,0-3 1102,-15 7-1059,22-16 1239,9-5 0,-3 1 0,11-5 0</inkml:trace>
  <inkml:trace contextRef="#ctx0" brushRef="#br0" timeOffset="46875.27">18933 6127 11131,'1'-13'3058,"0"2"-2833,-1 30 0,-1 13-45,-3 3-68,-3 2 0,-3 11 1,-1 3-1,1-7-395,-2 0 0,-2 3 343,1-11 0,-2 8 0,-2 3 0,0 1 0,0-3 0,2-6-30,-1 3 0,0-4 0,0 2-102,0-1 0,-1 4 0,-1 2 0,1-3 0,3-4-235,2-1 1,1-4 0,2-2 36,-5 10 0,5-4-3007,9 10 0,5-38 3206,6-1 1,2-17-1,1-4 1</inkml:trace>
  <inkml:trace contextRef="#ctx0" brushRef="#br0" timeOffset="47190.27">19070 6606 11311,'2'-14'3276,"-3"39"-2775,0-11-411,-2 16 0,-1 5 0,-5 11-90,1-6 0,0 2-585,2-8 1,0-1-1,0 0 1,1-3-2693,-1 10 2589,5-25 1,1-5-1,1-7 1</inkml:trace>
  <inkml:trace contextRef="#ctx0" brushRef="#br0" timeOffset="47507.27">19036 6657 10771,'-3'-10'1259,"0"1"-1079,3 2 180,2-1 90,12-6-91,14-4-449,4 1-629,11-1-1530,-17 9 2249,-5 4 0,-17 10 0,-10 5 0</inkml:trace>
  <inkml:trace contextRef="#ctx0" brushRef="#br0" timeOffset="47723.27">19036 6780 10141,'-2'10'1349,"8"-2"-1169,2-5 0,6-2 360,13-4-450,5-1-270,1-1-3097,11-9 2769,-31 9 1,13-11-1,-17 7 1</inkml:trace>
  <inkml:trace contextRef="#ctx0" brushRef="#br0" timeOffset="48059.27">19444 6626 11221,'4'-9'1619,"-1"-1"-270,-2 5-1169,2 14-90,-2-2 90,1 25 0,-2 3-91,0 8 1,-1 7-180,1-15 0,0 1 1,0-1-46,0 13 0,-1-2-450,2 2 0,0-7-2023,-2-16 2608,1 1 0,-3-13 0,0-10 0</inkml:trace>
  <inkml:trace contextRef="#ctx0" brushRef="#br0" timeOffset="48412.27">19396 6610 10501,'2'-9'899,"3"-4"-719,-2 8 0,3-5 270,8 0-360,-5 4 0,10-5 270,21 1-270,-6 5 0,14-2-90,-19 8 180,11 13-91,-18 7 1,4 6-90,-29 4-90,-14-12 1,-3-2-181,-3 4 0,-16 5-3007,10-11 3106,10-8 1,-6 3 0,14-7 0</inkml:trace>
  <inkml:trace contextRef="#ctx0" brushRef="#br0" timeOffset="48680.27">20425 6909 11760,'9'-6'1799,"-2"1"-629,-2 3-4447,-1 0 2457,-12 3 1,-4 2 0,-12 4 0</inkml:trace>
  <inkml:trace contextRef="#ctx0" brushRef="#br0" timeOffset="49571.27">15375 7309 11311,'5'7'1169,"-1"5"-1169,1 12 180,2 11-270,-1-2-990,-2-5 1,-1 1 1079,-3 0 0,-1-1 0,0 0 0,-1 0 0,-8 20 0</inkml:trace>
  <inkml:trace contextRef="#ctx0" brushRef="#br0" timeOffset="50106.27">15206 8538 10771,'1'-15'2608,"3"-1"-2158,3 3 0,13-6 0,12 1-2089,1 4 1,1 1 1113,8-5-26,-7 9 1,-4 2 461,-13 6-91,9 5 0,-18 8-270,-19 35-585,-12-8 1,-4 1 989,9-7 0,-2 0-45,-1-3 0,-2 1 0,5-6 0,4-2 1221,-1 11-1221,11-18-270,12 4-809,21-8 719,-7-3-1798,16-8 359,-24-3 2284,4 1 1,0-1 0,1 1 0</inkml:trace>
  <inkml:trace contextRef="#ctx0" brushRef="#br0" timeOffset="50714.27">15397 9439 10861,'7'-10'1259,"8"-7"-1079,-6 10 180,20-14-90,-4 9 89,15-5-359,-16 17 0,-10 5 0,-22 16 0,-5-4-90,-9 11 90,10-13 0,-10 27-89,23-14 89,0 10-90,16-9 90,-3-13 0,7 16 90,-16-9-46,-7 7 1,-8 2-1684,-14 4 1,-4-2 1401,8-6 0,-1 0-1016,-11 7 0,5-3 1253,13-6 0,-1 8 0,10-3 0</inkml:trace>
  <inkml:trace contextRef="#ctx0" brushRef="#br0" timeOffset="51384.27">15496 10460 11311,'1'-11'809,"1"-2"-539,-1 3 809,-1-9-719,0 10 630,-1-8-721,-9 31-269,4-9 0,-10 22 0,-2 9-135,7-13 1,-1 0-91,-7 12 0,1 0-45,5-10 0,2-3-180,-3 5-89,8-11 539,11-16-180,3-5 90,5-8 90,-4 4 0,-2 2-90,1 2 90,-2 3 0,4-1-270,8 2 90,-8 1-180,19 1 180,-15-2 1,12-1-1,-9-3 90,0-1 0,4-8 360,-4-6-180,-1 3-1,-3-1 451,-8 12-540,-4 12 90,1-1 0,-5 12 0,0 11 0,0 6-45,1 9 0,1 2-105,0-12 0,0 1 0,1-1-420,0 4 0,1-1 1,1-3 479,0-4 0,1-2 0,1 19 0,-2-13 0</inkml:trace>
  <inkml:trace contextRef="#ctx0" brushRef="#br0" timeOffset="51871.27">15495 11493 10861,'6'-10'3148,"-4"0"-2698,-8 10-180,-3 3-91,-7 9-89,-9 15-539,2 4 359,3-5-180,7-2 180,14-16-90,2 1-90,10 1 0,5 1 90,7 9 91,-6-1 89,-6 8-90,-11-10 180,-10 16-90,1-15 0,-5 11 89,-6-4-178,4-7-451,-7 4-2737,3-17 2702,9-5 0,-2-17 0,9-1 0</inkml:trace>
  <inkml:trace contextRef="#ctx0" brushRef="#br0" timeOffset="52089.27">15515 11468 11580,'-4'-11'1979,"1"2"-1439,3 2 90,9-5-540,-1 5 89,33-14-1258,-11 11-560,-3 0 1,1 3 1535,6 5 0,-7 6 1,-9 9-1</inkml:trace>
  <inkml:trace contextRef="#ctx0" brushRef="#br0" timeOffset="52676.27">15617 12375 10051,'1'-8'2069,"-1"0"-90,-5 0-1709,-3 4 809,-19 8-899,9 3-90,-11 8 270,1 8-270,8-4 45,-2 4 0,-1 4-1,3 5 1,2 1-225,0-2 1,1 1-181,2 6 0,6-1-540,14 7 540,2-13-539,25 0 629,-18-22-180,22-2 360,-25-12 90,5-4 90,-21-6-180,0 6-180,-28 4-90,16 8-2158,-25 17 629,26-7 1799,-8 16 0,12-5 0,-2 6 0</inkml:trace>
  <inkml:trace contextRef="#ctx0" brushRef="#br0" timeOffset="53305.27">15405 13338 10501,'-3'-9'899,"0"0"271,1 4-810,5-2-3637,28-4 2842,-11 3 856,4 3 1,2 0-332,15-1-180,-11 2-90,13 10 180,-35 2-45,-6 14 0,-6 7-135,-8-2 0,-2 3-913,-1 3 1,0 4 0,1-2 759,-2-2 1,0-1 1044,2 3 0,2-4-3989,6-1 3241,3-9 1,3 11 0,2-7 0</inkml:trace>
  <inkml:trace contextRef="#ctx0" brushRef="#br0" timeOffset="54006.27">15737 14118 10321,'-3'-13'1799,"-9"-2"-1619,3 9 180,-20 1-90,-5 13-90,-7 5-91,15 0 1,1 1-1691,-3 6 1691,-1 8-180,19-4 0,4-4-90,9 8 8,8-9 37,5-2 0,4 1-1307,6 4 0,1-1 1397,-6-5 0,1 0-118,5 5 0,-4-1 163,-10 1 509,-1 4-509,-14 1 0,-3-12 270,-22 11-180,15-18 360,-19 6-271,16-17-448,1-23 179,10 1 3256,9-18-3301,9 8 0,2 0 135,3-9 45,-3 8 0,-3 2 45,-9 1-719,-20 17-1890,-7 5 1772,-12 16 0,5 5 0,0 1 0</inkml:trace>
  <inkml:trace contextRef="#ctx0" brushRef="#br1" timeOffset="54998.27">15583 15099 30199,'5'-9'-2541,"-1"3"1973,-1 0 341,-1 2 75,0-1-329,-7 0-203,-1 3 1420,-14 8-925,6 5-369,-7 23-37,13-15-1050,5 25-31,18-21 652,1 1 383,3-11-559,-6-12 83,5-10 632,-7 3 527,6-8 649,-5-4-242,-6 7-3159,5-10 3131,-8 14-504,2-1-216,2 30-960,-3-6-380,-1 19 1,-1 3 628,-2 3 689,-2 0 0,0 2-716,1-15 0,0-1 840,-1-1 0,0 0 688,0 5 0,-1-2-767,0-3-382,-3 1 1,0-1 937,0-10 723,-14 14-688,10-24-565,-25 1 542,19-7 1,-20-1-1,14 1 1</inkml:trace>
  <inkml:trace contextRef="#ctx0" brushRef="#br0" timeOffset="55809.27">15404 15926 9961,'-2'-10'2609,"0"1"-2519,6 25 180,-2 3-136,2 8 1,0 2-135,0 13 45,-2-17 0,1 1-1684,0 2 1,0-1 1043,2 8 219,1 0 1,0 1-435,2-8-2467,10 15 3230,-5-31 1,6-7 0,-2-8 0</inkml:trace>
  <inkml:trace contextRef="#ctx0" brushRef="#br0" timeOffset="56205.27">15780 16008 10951,'1'-9'2608,"0"-1"-2428,-7 15 0,2-4 0,-5 11 270,-5 18-180,5 3-1909,3-3 1,1 0 663,2 3 1475,14 5-1040,7-30-2088,9-3 2448,-2-10-90,5-10 180,-13 2 90,2-12 0,-3-3 2359,-5 4-2315,-1-2 1,-3 0 135,-10 10 270,-21-20-270,1 16-225,3 4 0,-1 2-1304,-18 9 90,10 3 1862,-4 7-603,16 0 0,2 0 0,5-1 0</inkml:trace>
  <inkml:trace contextRef="#ctx0" brushRef="#br0" timeOffset="56464.27">16162 15898 12480,'8'-6'629,"1"1"1,-7 5 0,1-1-1</inkml:trace>
  <inkml:trace contextRef="#ctx0" brushRef="#br0" timeOffset="58149.27">17645 7224 12930,'12'-7'359,"8"0"-269,5 2-90,1 1 0,2-1-269,9-2-316,-7 2 0,-4 0 585,-7 2 0,-1-1 0,-16 4 0</inkml:trace>
  <inkml:trace contextRef="#ctx0" brushRef="#br0" timeOffset="58389.27">17749 7198 11670,'-6'7'810,"2"2"-720,3 1 0,0 4 90,-1 11-90,1-3 0,-2 21-1,2-12 1,0 1-450,1 2 1,1 1-46,-1-1 0,1-1-2872,5 16 2927,-1-32 0,5-3 0,0-9 0</inkml:trace>
  <inkml:trace contextRef="#ctx0" brushRef="#br0" timeOffset="58691.27">17942 7223 11490,'11'-3'1170,"-2"2"-541,0 14-359,-2 3 0,2 13-90,-4-6 0,-1 4-1819,0 5 1,-1 0 1105,0-6 1,-1-1 307,0 5 1,0-3-2475,0-9-539,1 1 3238,1-9 0,-3-8 0,2 0 0</inkml:trace>
  <inkml:trace contextRef="#ctx0" brushRef="#br0" timeOffset="59009.27">17961 7238 10681,'0'-8'1259,"6"-2"-629,22 0-450,2 1 0,16-2-90,-16 6 89,9 3-179,-20 2 90,16 10-90,-26-4 0,-4 19 90,-13-12-180,-20 16 180,7-12-225,-5 0 1,0 0-46,3-3-1080,-19 12 1260,33-21 0,2 4 0,11-3 0</inkml:trace>
  <inkml:trace contextRef="#ctx0" brushRef="#br0" timeOffset="59506.27">17560 8217 10051,'-8'7'1439,"1"-2"-539,3-1 359,0 0-449,8 3-630,-1-4 449,19 2-179,12-8-180,11-2-315,-6 0 0,1 0-900,-7 0 1,0 1-91,-1-1 1,-1 1 1034,6 0 0,-26 3 0,-7 1 0</inkml:trace>
  <inkml:trace contextRef="#ctx0" brushRef="#br0" timeOffset="59791.27">17693 8345 13469,'6'17'900,"-1"12"-900,-1-2 180,-4 19-90,-1-16-90,-1 8-135,0-8 0,1 2-765,1-6 1,1 1-181,-1 3 1,1-1-2198,5 10 3241,0-26 1,6-4 0,-1-3 0</inkml:trace>
  <inkml:trace contextRef="#ctx0" brushRef="#br0" timeOffset="60094.27">18149 8374 11580,'3'-7'2429,"3"8"-2249,-4 2 270,3 29-270,-4-14-91,-1 12 1,0 2-3256,-1-4 3256,-2 19-2024,2-3 1754,0-17-630,1 18-359,0-26 1169,1 2 0,-1-11 0,1-3 0</inkml:trace>
  <inkml:trace contextRef="#ctx0" brushRef="#br0" timeOffset="60407.27">18110 8339 10951,'2'-9'989,"0"1"-809,4 5 270,5-1 269,21-3-494,-7 4 0,1 0-135,1 1 0,0 1 0,7 2 0,-2 5 0,2 12-90,-8 6 45,-28 1 0,-10 1-1684,-12 1 1,-4-2 1580,6-1 1,-1-1-33,-5-3 0,1-3-720,0-2-1618,4-3 629,2 0 1799,6-3 0,10-5 0,0 2 0</inkml:trace>
  <inkml:trace contextRef="#ctx0" brushRef="#br0" timeOffset="60917.27">17708 9666 11041,'-3'-9'1349,"0"-1"-540,1 5-89,0-3 629,0 0-359,0 0-810,4 20 0,1 15-180,3 8 44,-4-11 1,0 2-314,0 10-361,0 9-1009,0-17 1,0-1-122,0 1 1760,2 7 0,-3-31 0,1-1 0</inkml:trace>
  <inkml:trace contextRef="#ctx0" brushRef="#br0" timeOffset="61164.27">17723 9568 10951,'4'-7'1349,"2"0"-719,1 4 539,24-6-989,-12 3-1819,7-1 1,-1 0 1113,-5 1 75,14-5 39,-20 7-129,2-1 540,-6 3 0,-5 0 0,-1 1 0</inkml:trace>
  <inkml:trace contextRef="#ctx0" brushRef="#br0" timeOffset="61360.27">17735 9724 11400,'-5'9'1170,"5"-1"-900,3-5-90,4-1 179,14-4-89,5 0-270,5-2-360,10-2-2917,6-5 0,-11 2 2493,4-2 1,-18 4-1,2-1 1</inkml:trace>
  <inkml:trace contextRef="#ctx0" brushRef="#br0" timeOffset="61663.27">18249 9615 12570,'3'-9'3276,"0"0"-3044,-1 14 38,-1 5 179,-1 35-539,0-4-405,0-2 1,0 1-585,0 7 224,0-19 1,-1-1-2423,-2 5 2612,1-16 0,-1-2 0,3-13 0</inkml:trace>
  <inkml:trace contextRef="#ctx0" brushRef="#br0" timeOffset="61967.27">18217 9562 10501,'3'-9'720,"0"2"-271,2 0 361,17-4-630,-5 4 45,16-1 0,2 1-136,-4 4 46,10 1 0,2 3-135,0 12-90,-17-3 0,-4 4 0,-7 22 90,-19-5-45,-16-6 1,-5-2-46,3-4-630,-4-1 0,-1-2-2557,11-9 2949,-6 2 1,16-8-1,3-1 1</inkml:trace>
  <inkml:trace contextRef="#ctx0" brushRef="#br0" timeOffset="62814.27">17540 10429 10951,'11'0'809,"4"0"-539,0-2-90,2 0 90,19-4-180,-16 2-450,5-1 0,0 0-90,-8 2 450,18-4 0,-27 7 0,4 0 0</inkml:trace>
  <inkml:trace contextRef="#ctx0" brushRef="#br0" timeOffset="63068.27">17682 10481 10501,'-1'8'899,"1"0"-719,3-1 90,0 1-90,1 3 450,4 33-540,-3-12 59,-1 1 1,-1 6 0,-1-5-239,0 11 44,-2-6 0,1-1-585,-2-4-2647,1 8 2747,1-12 0,1 5 0,3-19 0</inkml:trace>
  <inkml:trace contextRef="#ctx0" brushRef="#br0" timeOffset="63338.27">18098 10586 12210,'7'13'720,"-1"-1"-540,-4-2-1,1 3 361,2 30-450,-2-16 45,1 14 0,-2 0-45,0-10-585,-1 6 0,0-2-584,-1-11-990,1 12 2069,0-24 0,-1-6 0,0-4 0</inkml:trace>
  <inkml:trace contextRef="#ctx0" brushRef="#br0" timeOffset="63664.27">18060 10653 10231,'4'-22'1889,"16"-2"-1349,21 11-360,4 1-45,-15 7 0,0 2-46,15 7 1,-12 0-90,-6 6-90,-19 15 1,-23 18 89,-1 0 0,-2-16 0,-5-2-270,3-7 0,1-2-180,-9 7-2827,-4 2 2814,24-19 1,-1 2-1,7-7 1</inkml:trace>
  <inkml:trace contextRef="#ctx0" brushRef="#br0" timeOffset="65774.27">17703 11598 10951,'2'-10'2608,"0"1"-2518,1 14 90,-2 19-1819,-1 8 1,-1 3 933,0 12 772,-2-5 0,0-2-427,2-1-195,-2 4-1784,6-6 2339,2-22 0,-2-2 0,1-12 0</inkml:trace>
  <inkml:trace contextRef="#ctx0" brushRef="#br0" timeOffset="66025.27">17599 11570 10501,'1'-8'1169,"3"1"-809,6 4-180,0 0 270,26-7-360,-15 5-315,6-2 0,1 0-1304,3-1-1748,4 0 3151,-15 4 1,-13 3 0,-5 1 0</inkml:trace>
  <inkml:trace contextRef="#ctx0" brushRef="#br0" timeOffset="66273.27">17687 11689 10231,'-6'8'1080,"2"1"-901,4-4 91,2 0 360,9 1-180,9-5-91,20-2-494,-11-2 1,3-3-1505,10-5 1,0-1 1584,-8 2 1,-2 0-1,4-3 1,-4 0-1,6-3 1</inkml:trace>
  <inkml:trace contextRef="#ctx0" brushRef="#br0" timeOffset="66578.27">18270 11504 11490,'7'-1'1530,"-2"5"-1440,0 7 449,-2 25-3139,-2-15 2690,-2 19 668,-2-11-623,1-2 0,-1-1-2827,0 9 2602,-2 10-630,5-22 270,-1-10 450,1 8 0,0-16 0,0 1 0</inkml:trace>
  <inkml:trace contextRef="#ctx0" brushRef="#br0" timeOffset="66924.27">18239 11545 10501,'2'-10'1169,"2"-2"-719,0 5 180,12-9-181,19 0-449,-5 3 90,13 3 90,0 5-90,-16 3-45,-1 1 0,-1 1-45,-3 1 180,15 7-180,-24-2 360,-8 16-180,-26-4-90,-18 12-45,12-13 0,1-2-225,-6 4 0,-2 3-1619,19-10 1799,4-4 0,-4 2 0,8-6 0</inkml:trace>
  <inkml:trace contextRef="#ctx0" brushRef="#br0" timeOffset="68671.27">17682 12457 10141,'-7'-6'3276,"0"0"-2054,10 1-593,13-5-449,10-2-45,11-1 0,2 0-135,5-1-270,4-2 0,-2 2 0,-17 5-360,-3 1 1,-2 0 0,-12 4 629,3-1 0,-11 3 0</inkml:trace>
  <inkml:trace contextRef="#ctx0" brushRef="#br0" timeOffset="68917.27">17855 12389 12300,'1'9'450,"0"0"-1,-1 28-269,0-13-45,-2 20 0,-1 4-45,0 1-1729,0-7 1,1-2-655,2-1 1843,2 7 1499,1-24-4326,11 18 3129,-2-28 0,11 4 1,-4-12-1</inkml:trace>
  <inkml:trace contextRef="#ctx0" brushRef="#br0" timeOffset="69211.27">18350 12468 11221,'0'-11'1978,"0"2"-1888,4 28 180,-1 9-180,2 12 0,-2 10 90,1-3-315,-2-20 0,0 0-45,3 16-179,-1-12-2918,3-13 3151,-4-9 1,2 3 0,-4-12 0</inkml:trace>
  <inkml:trace contextRef="#ctx0" brushRef="#br0" timeOffset="69541.27">18388 12485 10951,'0'-9'629,"1"2"-89,6-3 0,5 0-450,2 0 449,32-6-449,-25 11 0,8 0 0,1 4 0,-4 6 0,12 6-90,-17 1 90,-4 12 90,-32 12-90,-5 1-45,-3-13 0,-4-2-135,5-7 0,0-3-180,-13 8-90,11-7-2917,13-7 2499,5 0 1,-1-2 0,6-3 0</inkml:trace>
  <inkml:trace contextRef="#ctx0" brushRef="#br0" timeOffset="70138.27">17706 13413 10501,'-1'-9'720,"-1"-1"899,0 2-90,1 1-990,-1-3-179,13 1 0,30-7-315,-16 8 0,2 0-1684,12-3 1,0 2 1355,-11 2 1,-2 1-78,4-1 1,-2 1-2126,8-2 1855,-5 2 630,-4 0 0,-19 4 0,2 0 0</inkml:trace>
  <inkml:trace contextRef="#ctx0" brushRef="#br0" timeOffset="70416.27">17879 13375 13289,'0'10'360,"0"0"-180,5 7 180,0 23-270,-1 0-180,-2-8 0,-2 1-1079,2 16-450,-2-7 1619,8-3 0,1-23 0,7 1 0</inkml:trace>
  <inkml:trace contextRef="#ctx0" brushRef="#br0" timeOffset="70707.27">18360 13301 11400,'3'-8'2519,"0"1"-2069,2 20-270,-3 3-1,1 9 1,-1 4-90,1 21-135,-2-25 0,0 0-494,2 19-451,-1-22-2287,-1 8 2499,0-13 1,0-4 0,-1-10 0</inkml:trace>
  <inkml:trace contextRef="#ctx0" brushRef="#br0" timeOffset="71042.27">18316 13286 9961,'0'-10'810,"1"2"-540,0 2 629,11-7-719,-2 5 0,9-6 270,23 0-360,-18 6 89,13 1 1,0 2-180,-11 4 90,20 2 0,-25 6-90,-6 1 90,1 12 90,-40 23-180,8-12 45,-9-4 0,-4-2-45,-5-4-360,-2 1-359,11-9 719,11-7 0,7-2 0,3-3 0</inkml:trace>
  <inkml:trace contextRef="#ctx0" brushRef="#br0" timeOffset="71813.27">17953 14108 9871,'0'-10'1529,"-1"-1"-809,2 5 1709,-1-4-2339,0 33 0,-1 10-90,1-12-450,0 27 0,-1 2 0,2-23-405,0 0 1,-1-2-1844,1-6 2698,0 3 0,-1-14 0,0-3 0</inkml:trace>
  <inkml:trace contextRef="#ctx0" brushRef="#br0" timeOffset="72066.27">17914 14139 10861,'0'-10'1439,"1"1"-1079,6 2-180,2 3 449,22-8-449,-2 3-90,9-4-270,-2 3-989,-5 1 1169,-1 2 0,-10 1 0,-11 4 0</inkml:trace>
  <inkml:trace contextRef="#ctx0" brushRef="#br0" timeOffset="72256.27">17949 14198 10141,'-3'8'1439,"9"-1"-1169,11-5-90,18-4-1259,6-5-1440,-1-1 1699,-2 0 1,-14 0 0,-1 0 0</inkml:trace>
  <inkml:trace contextRef="#ctx0" brushRef="#br0" timeOffset="72545.27">18465 14095 11131,'4'-8'3276,"1"1"-2954,-7 22-232,1-7-225,-3 20 0,0 3-45,1-6-990,1 11 1,0 0 1169,2-6 0,1 7 0,-1-20 0</inkml:trace>
  <inkml:trace contextRef="#ctx0" brushRef="#br0" timeOffset="72891.27">18404 14073 10681,'-2'-7'899,"2"-2"-539,-1 4-180,5-4 0,-1 4 0,4-2 180,13-1 89,24-2-359,2 1-90,-18 4 0,2 3-269,17 9 269,-20-1-270,-7 22 180,-24-13 45,-12 9 0,-6-1 45,-3-3 0,-3 0 0,0-1-90,4-5-1080,-19 10 451,27-16 719,-10 6 0,19-10 0,0 0 0</inkml:trace>
  <inkml:trace contextRef="#ctx0" brushRef="#br1" timeOffset="73404.27">17897 14957 25254,'4'-15'-1279,"-1"5"1600,1 2-133,2 19-2264,-2 6 875,4 30 4404,-5-13-3609,-1-9 0,0 1-2417,-1 14 303,-1 2 2319,1 0 1,-1-22-1,0-7 1</inkml:trace>
  <inkml:trace contextRef="#ctx0" brushRef="#br1" timeOffset="73627.27">17922 14884 24455,'1'-10'-2793,"4"0"3187,1 3 1135,15-3 279,9-2-1451,11-1-218,-10 3-388,-4 3 275,-9 4 0,-7 2 0,5 0 0</inkml:trace>
  <inkml:trace contextRef="#ctx0" brushRef="#br1" timeOffset="73832.27">17936 15014 23634,'1'9'-3277,"-1"-4"806,11-2 3703,0-4 166,10 0-874,15-4-2600,13-3 2230,-2 1 1,-2-3-1,-13 2 1</inkml:trace>
  <inkml:trace contextRef="#ctx0" brushRef="#br1" timeOffset="74162.27">18465 14924 15774,'-1'-10'-1355,"1"2"2297,-2-2-239,2 3-779,0 8 220,-1 4-35,1 18-453,-1 2 1,0 2-567,0 6-449,0 5 0,0-1-1918,0-9 2457,-1 10 1,0-15 0,-1-6 0</inkml:trace>
  <inkml:trace contextRef="#ctx0" brushRef="#br1" timeOffset="74492.27">18435 14765 15468,'6'-11'-183,"3"-3"-489,0 4 701,24-9-2751,-14 11 2608,17-6 582,-16 10-397,25 2-602,-20 2 299,5 5 1,-1 3 189,-15 0-138,6 16 90,-44 6 90,6-8-135,-13 2 0,-2-2-225,9-8-630,-3 1 1,0-1 989,7-4 0,-4 1 0,7-1 0</inkml:trace>
  <inkml:trace contextRef="#ctx0" brushRef="#br0" timeOffset="75111.27">17865 15858 10231,'10'-10'1889,"15"-3"-1709,-5 6 0,13-2 0,-7 3 0,2 1-225,5-2 0,3 0-1594,12-3 1,-1 1 1573,-14 3 1,-3 1 0,14-2 0,-37 9 0</inkml:trace>
  <inkml:trace contextRef="#ctx0" brushRef="#br0" timeOffset="75390.27">18100 15931 12210,'-4'5'810,"3"23"-810,3-3-1639,1 7 1,-2 0-476,1-1 2114,-1 18-539,0-20 1,0-2 268,0 4 628,0-5 1,1 0-1438,1-4-2198,4 0 2949,0-6 1,7-2-1,-2-9 1</inkml:trace>
  <inkml:trace contextRef="#ctx0" brushRef="#br0" timeOffset="75670.27">18516 15899 11131,'-1'-12'1529,"0"1"-1439,6 28 0,-2 1-3367,3 15 2482,-5-6 885,3 14 859,-3-15-1174,0 7 1,0 0-1327,0-10 1102,0 17-91,0-28 540,0 3 0,0-6 0,0 3 0</inkml:trace>
  <inkml:trace contextRef="#ctx0" brushRef="#br0" timeOffset="76046.27">18446 15860 10231,'-1'-10'1169,"2"-6"-629,7 3-180,7-7-90,19-2-90,-7 9-45,12 1 0,1 2-45,-8 5-90,8 1 0,0 3 0,-9 12 0,-1 0 89,-15 3 91,-22 8-90,-2-7 180,-11 6 0,-5 2-90,-6-2-135,9-5 0,0-1 45,-2-2 180,2-1-270,10-6-900,-10 5-359,14-8 1259,-2 1 0,6-3 0,1 0 0</inkml:trace>
  <inkml:trace contextRef="#ctx0" brushRef="#br0" timeOffset="76267.27">19081 15930 15268,'5'-11'3276,"-1"2"-1155,-2 4-2211,0 0-1889,-2-1-1298,-11 4 2769,-1 1 1,-14 4 0,5 0-1</inkml:trace>
  <inkml:trace contextRef="#ctx0" brushRef="#br0" timeOffset="80821.27">20884 6343 11490,'2'-9'450,"0"-3"180,-3 6-180,0-3-91,-3 4 181,-4-1-360,3 3-90,-6 0 270,-26 21-225,9 7 0,-1 4-91,-1-1 1,1 3-15,6 0 0,2 4 0,3-2 15,5 4 0,5 0-1684,7 13 1,5-1 1446,-1-21 0,4-3-958,13 9 1,3-6 879,-2-16-450,21 1-359,-11-14-59,1-2-501,-4-6 1,-1-3 1376,-1-1 0,-2-2 0,-1 0 0,-2-4 0</inkml:trace>
  <inkml:trace contextRef="#ctx0" brushRef="#br0" timeOffset="81823.27">21033 6601 13649,'1'20'270,"2"24"-360,-3-13-135,2-1 0,1-1-404,4 1 359,4 1 0,5-11 270,-5-14-180,11-19 180,-13 3-90,11-30 90,-15 23 0,2-16 90,-9 8 0,0 2-90,-2 0-90,1 0 0,2 14-90,4-9 90,4 8 0,9-3 90,-1 5-90,16-6 90,-8 3 0,14-5 0,-17 7 0,-2 1 90,-6 3-90,1 4 0,0 3 0,0 9 0,-2 22 0,-2-4 0,0 8 0,-2-9 90,-1-1-1208,-2-8 1118,0 2 450,-2-11-450,-1-19 0,1 7 89,1-39-89,0 22 0,4-30-179,-4 31 1117,2-6-1298,1 14-89,7 19 359,-3-7-180,7 17 90,-9-10 180,-1 1-90,0-5 90,-2-6-90,8-12 0,-5 2 0,14-23 90,-14 21 0,7-12-90,-3 15 0,5 14 0,2 12 90,4 23 0,-7 8-1639,-7-20 1,-2-2 1254,3 7 204,0-7-792,-4-16-17,-2-5 989,2 1 0,1-6 0,1 0 0</inkml:trace>
  <inkml:trace contextRef="#ctx0" brushRef="#br0" timeOffset="82493.27">21815 6552 10771,'-2'4'1619,"-1"-3"-1439,13 22-90,-4-6-90,1 4-180,2 13 180,-6-21-90,5 17 90,-7-23-90,3-13 90,-2-21 0,0-1 0,-1-10-90,0 6 0,0 3 0,1 0-360,4 10-89,13 33 359,-6-10-90,12 24 180,-14-16 90,0-1 0,3-10 0,-9-6 90,9-14 0,-7 3-90,2-3 0,-3 6 0,7-2 0,-2 10 0,9 9 0,-9 9 0,4 19 0,-6-11 0,9 25 90,-8-23-90,5 12-180,2-5-3097,-1-13 3196,6 1 1,0-20 0,-2-10 0</inkml:trace>
  <inkml:trace contextRef="#ctx0" brushRef="#br0" timeOffset="82774.27">22573 6148 9512,'-6'-11'2158,"2"2"-808,-1 0-811,10 42-449,-2-10 45,4 19 0,0 7-45,-1-10 0,-1-1-180,2 7 0,0 0-540,1 1 1,0-4-1010,-1-16 1,-1-3 1512,5 12 1,-5-21 0,-5-13 0</inkml:trace>
  <inkml:trace contextRef="#ctx0" brushRef="#br0" timeOffset="83095.27">22443 6117 10051,'-4'-8'450,"5"-3"0,8 3-90,14-3-91,23 3-89,-1 6-180,-18 3 0,0 3 45,-1 8 0,-4 2-45,4 4 0,-9 3 0,-4 0-1534,-10-4 1624,1 9-497,-19 3 407,3-10 90,-8 9-180,8-18 90,-2 0 0,9-6 0,-4 3 0</inkml:trace>
  <inkml:trace contextRef="#ctx0" brushRef="#br0" timeOffset="83701.27">22837 6670 12210,'2'9'450,"3"-5"-360,7-14 0,-2 0-90,7-21-90,-7-11 90,1 1 0,-6-6-3277,-6 0 1314,0 19 2344,-1-2 1,0 1-382,0 6 902,-1-9-1082,1 20 90,5 6 1,3 4 89,4 2-90,1 1 3010,8-2-2920,-8 0 654,6-1-654,1-1-90,-2 4 90,1 2 0,-2 19 0,-9-5 0,1 12 0,-4-12 0,7 29 0,-4-21 0,3 7 0,1-1 90,1-8-180,7 12-1709,3-18 1799,-1-11 0,4-3 0,-6-9 0</inkml:trace>
  <inkml:trace contextRef="#ctx0" brushRef="#br0" timeOffset="84149.27">23271 6474 10501,'1'8'2069,"6"-5"-1979,1-2 270,14-9-181,1-2-89,0-2-269,8-21 89,-20 17 90,5-16-270,-16-3 180,-1 14-90,-18-24 0,-14 40 90,-5 4 45,12 19 0,2 7-1128,2 9 1173,9-7 0,4 1-253,8 6 298,7-6 0,4 1-1460,6-5 0,2-1 1415,-4-1 0,2-3-90,22 4-1046,-8-20 1136,10-14 0,-2-2 0,-1-11 0</inkml:trace>
  <inkml:trace contextRef="#ctx0" brushRef="#br0" timeOffset="84464.27">23671 6362 11221,'-8'-1'2518,"3"2"-2428,-10 12 90,3 7 0,-1 4-90,2 1 0,1 3-135,-2 2 0,1 0-45,4-1 0,4-3 0,4-2-450,11 5-809,6-14-270,5-3 1619,11-16 0,-9-10 0,6-7 0</inkml:trace>
  <inkml:trace contextRef="#ctx0" brushRef="#br0" timeOffset="84689.27">23749 6378 11940,'0'16'630,"0"-1"-450,6 10-3457,5 24 803,-4-16 1452,0-2 0,0-2-777,-2-10 517,1 4 1282,-4-14 0,-1-1 0,1-1 0</inkml:trace>
  <inkml:trace contextRef="#ctx0" brushRef="#br0" timeOffset="84944.27">23716 5950 11580,'-2'-9'990,"1"0"-361,0 2-3906,2 1 2792,2 0 0,1 1 0,3 2 0</inkml:trace>
  <inkml:trace contextRef="#ctx0" brushRef="#br0" timeOffset="85416.27">23894 6285 9871,'11'-2'3149,"-2"0"-2880,-16 19-359,0-2-89,-11 17 89,7-13-270,2 10 270,7-14-90,6 18 90,1-20 0,16 13 0,-9-18 90,17 6-90,-10-6 90,0-1-90,4 6 180,-13 10 0,0-5 0,-16 19 0,-9-12-90,-5 5-360,-6 3 360,5-11 0,6-5 0,4-8 0</inkml:trace>
  <inkml:trace contextRef="#ctx0" brushRef="#br0" timeOffset="85672.27">24204 6451 10951,'-7'-9'2428,"1"2"-2158,4 16-90,2 14-630,2 9-2827,4 13 0,-1-19 0,1 5 3088,-2-18 0,0 4 0,-1-3 1</inkml:trace>
  <inkml:trace contextRef="#ctx0" brushRef="#br0" timeOffset="85916.27">24148 6034 10861,'-3'-14'2428,"1"4"-1888,1-2-180,2 3-3637,-1 1 2457,5 9 1,-3-1 0,4 10 0</inkml:trace>
  <inkml:trace contextRef="#ctx0" brushRef="#br0" timeOffset="86782.27">24476 6384 11311,'7'2'1799,"-7"3"-1620,-3 0 91,-11 10-90,4-5-90,-8 13-180,4 0-629,-2 23-1,11 0 360,4-3 180,12-12 0,-1-19 0,11-4 180,-7-7 180,21-15-90,-22 2 270,12-27-180,-21 20 90,-2-21 0,-8 15 90,-10-14-3573,0 10 3213,2 4-359,5 12 269,13 5-90,21-5 90,15-10 45,-17 13 0,0 0 45,14-9 0,-16 9 0,2-1 0,-7 5 0,6-3 0,-12 7 90,6 15-90,-7 17 0,4 7 0,-11-10 0,-1 0 90,0 11-90,0-9 0,-1-9 3276,1-10-2800,3-9-386,10-22-90,-3 2 89,9-19-89,-3 11 0,0 0 0,0 6 0,0 1-1171,1-5 1,1 1 1170,5 5 0,-7 23 0,-2 20 0,0-2 0,-7 11 0,-3 1 0,-1-3-45,0 7 0,1 0 135,-1-9-360,5 12-3007,6-22 618,-3-10 2659,9-6 0,4-9 0,4-3 0</inkml:trace>
  <inkml:trace contextRef="#ctx0" brushRef="#br0" timeOffset="86962.27">25658 6350 13110,'8'-2'-3277,"-1"-1"2567,-18 4 0,-8-3 0,-16 2 0</inkml:trace>
  <inkml:trace contextRef="#ctx0" brushRef="#br0" timeOffset="89981.27">20800 7228 10411,'7'3'1349,"1"9"-1169,-5-3 360,7 27-450,-6-18 45,2 6 0,0 3 135,-1 10-270,2 2 89,-4-6-2302,-2-4 2213,0-12 40,0 19-579,0-22 539,1 5 0,-1-13 0,0-4 0</inkml:trace>
  <inkml:trace contextRef="#ctx0" brushRef="#br0" timeOffset="90329.27">21197 7120 10501,'5'-9'1619,"2"7"-1439,-3 3 0,3 11 270,0 26-450,-2-10 89,-4 3 1,-2 8 0,0-5 0,-4 12-60,1-13 0,-1 5 0,0-6-328,-4 9 298,-1-3 0,0 2-225,2-13 0,1 1-360,-3 7 1,1 1 584,3-7 0,0-2 0,1 6 0,2-4 0</inkml:trace>
  <inkml:trace contextRef="#ctx0" brushRef="#br0" timeOffset="90653.27">21582 7402 10321,'3'-8'2519,"-1"1"-2429,1 11 90,-1 0-91,0 10 271,-3 34-360,0-21 45,1 5 0,-2 1-450,1-6 1,0-3-1036,-1 18-199,1-13 1,-1-3 908,0-6 1,-3 5 0,-1-12-1</inkml:trace>
  <inkml:trace contextRef="#ctx0" brushRef="#br0" timeOffset="94525.27">22910 5156 9242,'-1'-11'1529,"-1"-2"-1259,1 4 809,1-4 180,-2 2-629,3 0-360,3 58-225,-1-12 0,-1 3 0,2 2 0,-1 0-90,0 0 0,-1-3-765,1 13 361,0-24-586,-1 1 1,0-3 1034,0-10 0,-1 1 0,0-10 0</inkml:trace>
  <inkml:trace contextRef="#ctx0" brushRef="#br0" timeOffset="94881.27">22800 5193 10231,'-3'-10'180,"1"0"-90,4 5 0,8-4-90,3 3 90,12-5-90,-3 3 0,22-2 0,-18 6 0,13 0-2689,-1 10 2689,-14 0-459,1 5 1,-1 2 458,-8 5 90,4 11 0,-18-13 180,-12 8-270,3-12 90,-7 5 0,-8-1-180,11-9-90,-9 5 180,12-8 0,3-3 0,1 1 0</inkml:trace>
  <inkml:trace contextRef="#ctx0" brushRef="#br0" timeOffset="95163.27">23437 5281 10051,'-10'3'1979,"2"-1"-1889,34-9-180,-11 2-90,26-6-2968,-1-2 1439,-18 8 1709,14-5 0,-21 7 0,0 1 0</inkml:trace>
  <inkml:trace contextRef="#ctx0" brushRef="#br0" timeOffset="95354.27">23464 5460 10411,'0'8'1079,"1"-3"-4356,10-4 1254,2-3 2293,26-5-783,7-4-117,-13 3 1,1 0-756,14-6 1385,-24 6 0,-1-1 0,6-4 0,5-5 0</inkml:trace>
  <inkml:trace contextRef="#ctx0" brushRef="#br0" timeOffset="95704.27">24310 4936 10771,'-6'-8'1529,"1"0"-809,1 4-91,3-3-449,29-5-270,-9 2-405,10 0 1,2 1-586,3 0 91,5-2-2288,-10 1 3174,-17 5 0,2-1 1,-9 3-1</inkml:trace>
  <inkml:trace contextRef="#ctx0" brushRef="#br0" timeOffset="95972.27">24394 4924 11490,'5'8'360,"-1"-1"-180,0 3 180,6 23-180,1 12-1819,-5-4 1,-1 1 1195,-2-14 1,-1-2 352,0 5 0,-2-1-1799,2 20-449,1-16 719,1 10 1619,1-25 0,1-5 0,1-1 0</inkml:trace>
  <inkml:trace contextRef="#ctx0" brushRef="#br0" timeOffset="96245.27">24777 4978 11670,'10'26'315,"-4"-2"0,0 2-315,1 16-180,-2-7 0,0 0-899,-1 2-2198,-1-1 144,0-9 3133,-1-13 0,2-1 0,0 2 0</inkml:trace>
  <inkml:trace contextRef="#ctx0" brushRef="#br0" timeOffset="96609.27">24708 4993 10591,'5'-15'630,"1"3"-361,15-4 1,11 1-180,6 0-45,-11 6 0,1 3-135,12 6 90,-6 2 0,-17 13-90,-24 5 90,-2-4 0,-8 1 0,-5-2-360,-1-2-719,-6 3-990,10-7 2069,6-5 0,9-3 0,1 0 0</inkml:trace>
  <inkml:trace contextRef="#ctx0" brushRef="#br0" timeOffset="96922.27">25321 4913 9512,'-3'-9'1349,"-1"-1"-90,0 2-809,-5 33-3727,1-7 3273,2 6 0,0 3-782,-3 6 0,0 0 831,2-6 0,-2 1 15,-5 14 0,-3 5 0,2-3-671,1-9 0,-1 2 588,-2 5 1,-3 8 0,0-1-1,3-7-67,2-6 0,0 0-158,2-2 1,-3 5 0,2-1 0,2-7 577,0 9-1545,4-12 1,2-2 1636,6-9 0,2-2 0,2-7 0</inkml:trace>
  <inkml:trace contextRef="#ctx0" brushRef="#br0" timeOffset="97207.27">25388 5319 11131,'8'-8'1169,"-2"2"-90,21-7-629,13-2-2672,5-1 2312,-13 5 0,-1 1 11,11-4-731,-11 4 1,-1 1-1,1-2 630,3 1 0,-29 8 0,0 1 0</inkml:trace>
  <inkml:trace contextRef="#ctx0" brushRef="#br0" timeOffset="97477.27">25542 5310 13020,'3'10'539,"1"10"-449,-1-2 90,1 22-180,-1-9 90,-1 12-962,0-16 1,-1 1 601,1 15-45,-1-13 0,0-1-135,1 2-1888,1 5 2338,4-15 0,0 0 0,1-10 0</inkml:trace>
  <inkml:trace contextRef="#ctx0" brushRef="#br0" timeOffset="97759.27">25922 5391 10771,'2'-10'1619,"0"0"0,0 3-1259,-1 16-90,-2 12-180,1 7 0,-3 8-360,0-8 0,2 2-450,1 0 1,0 1 89,-1 3 0,1 0-1009,3-5 1,0-4 1310,0-6 1,2-3-1,-2-11 1</inkml:trace>
  <inkml:trace contextRef="#ctx0" brushRef="#br0" timeOffset="98097.27">25858 5293 10231,'-2'-9'540,"1"0"-360,2 3 0,2 1 269,9-2 91,20-3-450,2-1 90,13 1-90,-1 7 0,-17 3-90,9 16 90,-31-6-90,-4 20 0,-11-13 0,-6 4 0,-2 1 0,-2-1 0,-11 14-2473,5-12 2293,10-9-2911,-13 13-186,19-18 3239,-3 5 0,10-12 1,1 0-1</inkml:trace>
  <inkml:trace contextRef="#ctx0" brushRef="#br0" timeOffset="98363.27">26415 5530 11850,'8'-3'2249,"19"-3"-5526,7-1 1073,9 0 2114,-16 2 1,-1-1 1228,4 0-2579,3-2 1,-1-1-1838,-12 0 3107,6-2 0,-22 3 0,-3 3 0</inkml:trace>
  <inkml:trace contextRef="#ctx0" brushRef="#br0" timeOffset="98627.27">26567 5308 11400,'-10'-8'2429,"4"36"-2249,5 2 0,3 4-90,-1 5 0,1 3-1183,2-6 1,0 2 0,0-4-55,-1-6 0,1-2 922,0 6 1,2-1-3053,8 13 0,-5-16 3041,5 1 0,-8-26 0,0-2 0</inkml:trace>
  <inkml:trace contextRef="#ctx0" brushRef="#br0" timeOffset="98975.27">27040 5209 10951,'-1'-9'1259,"0"0"450,0 2-1439,2 25-90,0 4-90,1 15 0,0 9-1183,0-13 1,-1 1 0,1 0 469,0 8 1,0 0-186,0-5 1,1 2 0,-1-9 177,0-4-269,2 16 899,-1-25 0,-2-7 0,2 3 0</inkml:trace>
  <inkml:trace contextRef="#ctx0" brushRef="#br0" timeOffset="99367.27">27013 5199 10771,'0'-9'3276,"1"2"-3044,3 3 218,21-2-450,3 1-270,21-5-495,-18 5 1,-2 0 764,14-3 0,-5 1 0,-25 4 0</inkml:trace>
  <inkml:trace contextRef="#ctx0" brushRef="#br0" timeOffset="99570.27">27008 5480 10861,'14'1'539,"-1"0"-179,0-5-270,0 1 90,16-4-270,1-1-270,1-1-1169,-7 1 0,-1-1 1529,8-6 0,10-8 0,-10 3 0</inkml:trace>
  <inkml:trace contextRef="#ctx0" brushRef="#br0" timeOffset="99870.27">27437 5238 10681,'4'-9'2608,"0"-2"-1978,0 7-450,2 3 0,-1 6 0,3 7 0,-1 11 89,0 12-179,1 4-135,-3-2 0,-1 1-404,1 9-1190,-1-8 1,0-3-276,0-3-65,1 0 1979,-3-20 0,0-4 0,-1-4 0</inkml:trace>
  <inkml:trace contextRef="#ctx0" brushRef="#br0" timeOffset="100215.27">27465 5093 10501,'-3'-12'1709,"5"1"-1439,10 3-90,10 2 0,6 5 0,3 0-2040,6 2 1905,-3 0 0,1 3-1178,-2 7 0,-2 2 1133,8 2-37,-10 4 0,-10 5 217,-28 1 0,-7 1-91,-3 15 1,-7-10 0,-5-1 45,3-9 0,0-2 66,6-4 1,1 0-427,-3 0 1,3-1 1932,6-5-1708,8-5 0,1-1 0,5-3 0</inkml:trace>
  <inkml:trace contextRef="#ctx0" brushRef="#br0" timeOffset="100391.27">28214 5271 12210,'-6'9'-765,"-8"3"1,-5-3-1,-10 3 1</inkml:trace>
  <inkml:trace contextRef="#ctx0" brushRef="#br1" timeOffset="113097.27">18707 7253 17414,'-10'1'2098,"1"0"-1661,17 2-1730,-5 0 320,13 1 734,-3-1 235,17 5-108,-11-2-229,19 7-216,-28-6-332,8 8 647,-10 0-194,-3 25 315,-7-7 0,-2 2 105,1 0 1,-1 1-1624,-4 13 1,0-2 1572,4-21 1,0-2 105,0 8 1,0-2 12,2 6 204,2-9 0,2 3-1036,4-2 0,0 0 631,3 15-61,16-4-639,-5-28 664,0 0 57,0-6 487,-4-2-65,-3-2 2417,6-1-1981,-33 9 667,4 1-768,-13 14 1,-2 4 2645,5-1-2842,3 14 1,4 3-550,10-3-186,2-7 0,2 3-35,6-1 0,3-1-1303,2 4 1,-1-1 204,-1-7 0,-1-1 829,1 3 1,-4-1-393,-13 7 821,-2-8 0,-2 2 97,-6 0 0,-3-1-1267,-4 1 1,0-3 1305,7-9 1,0-3-415,-11 8 537,18-18 0,3-3 0,0 0 0</inkml:trace>
  <inkml:trace contextRef="#ctx0" brushRef="#br1" timeOffset="116008.27">20632 8217 13489,'1'-9'783,"-1"0"-1235,3 5 1137,1-1-144,5 0 12,4 0-314,-2-1-15,3 1 9,10-1 170,3 1-7,4 0-555,-6 7-107,-16 3-353,-2 14-117,-8-4 182,-1 12-1085,-7-2 1,-1 0 1024,-4 7 99,-4 6 0,-3 2 364,6-16 0,0 0 98,-2 3 0,0 0 202,-7 8 171,12-15-228,2-6-124,-1 4-143,2-3-23,1 0 3075,8-8-3035,5-2 1113,2-1-1262,21-2 179,-10-2-6,10-2 1,2 0-281,2-2 123,-6 2 1,-2-1-155,0 0 507,4-2 1,-10 0 0,7-3 0</inkml:trace>
  <inkml:trace contextRef="#ctx0" brushRef="#br1" timeOffset="116400.27">21101 8191 12489,'4'-7'370,"-1"0"440,-2 2-730,-5 26-102,-6 20 53,3-11 1,-1 3 7,-5 12 1,0 1 6,0-2 1,1-1-1686,1-7 1,1-1 1159,1-4 0,0-2 237,-1 14 886,4-17-1129,1 0 1,0 0 462,3 0 1,-1 1 0,5-13 0</inkml:trace>
  <inkml:trace contextRef="#ctx0" brushRef="#br1" timeOffset="116876.27">21278 8351 9276,'5'-10'835,"1"-1"-567,0 2-149,0 0-12,3 1 563,6-1-3384,21-2 2959,-11 3 35,18 2 111,-22 12-2475,-1 0 2216,-7 7-168,-12 8-1095,-5 1 863,-7 11 178,-7-4 1,-6 4 0,2-3-83,7-8 1,-1 0 76,-11 13 0,-5 6 0,7-9-345,5-6 316,-10 13 166,21-17-135,5-8 1593,6 7-1566,24-13-75,3-3-235,2-5 1,0-2-2,2-3 1073,11-4-695,-15 1 1,-7 0 0,10-3 0</inkml:trace>
  <inkml:trace contextRef="#ctx0" brushRef="#br1" timeOffset="117674.27">21893 7340 17398,'6'-7'1154,"1"1"-290,1 4-675,0-1-18,5 0-537,7-1-245,-3 0-616,7 1 1263,-13 1 1,0 1 0,-5 0 0</inkml:trace>
  <inkml:trace contextRef="#ctx0" brushRef="#br1" timeOffset="117889.27">21865 7509 16318,'11'8'-2262,"16"0"2325,-12-7-137,9 0 1,3-2-664,1-4 858,18-5 0,-17-2 1,-2-2-1</inkml:trace>
  <inkml:trace contextRef="#ctx0" brushRef="#br0" timeOffset="118190.27">22385 7080 7533,'2'-7'359,"2"8"-179,-2 8 11,3 15-97,-2-1-18,2 4 62,-2-3-28,3 10 1,0 5-159,-2-10 0,0 0-402,3 19 0,-1-2-370,-1 0 1,-1-7 0,-3-16 0</inkml:trace>
  <inkml:trace contextRef="#ctx0" brushRef="#br0" timeOffset="118868.27">21925 8383 8252,'-8'-5'1350,"1"0"-1261,10 0 271,14-2-540,13-3-899,11-1-720,-4 3 1799,-12 2 0,-5 2 0,-6 1 0</inkml:trace>
  <inkml:trace contextRef="#ctx0" brushRef="#br0" timeOffset="119074.27">21932 8573 8252,'7'7'360,"0"-2"-270,1-4 90,7-1-180,15-4-180,-3 1 180,10-7 0,2-1 0,-1-3 0,-4 1 0,1 0 0</inkml:trace>
  <inkml:trace contextRef="#ctx0" brushRef="#br0" timeOffset="119365.27">22570 8098 8432,'5'-8'900,"-1"0"-181,-2 4-629,5 7 0,-3 1 180,5 14-90,-3 15-90,-2-7 0,0 1 0,1 19-135,-1-1 0,0-2-225,-2-7-1369,1 8 1,-1-1 1378,-1-17 1,-2 23 0,-2-25 0</inkml:trace>
  <inkml:trace contextRef="#ctx0" brushRef="#br1" timeOffset="124782.27">20357 9299 13907,'9'-6'1489,"8"-6"-936,-1 5-506,8-4 80,10 1-244,6 6-83,-8 0 60,13 14 1,-31 5-638,4 22 434,-23-10 0,-3 1 64,-5 18 143,1-20 1,-2 0-1431,1-1 0,0-3 1342,-2 5-871,0 1 1,1 0 1053,7-9 327,-5 9-169,12-12-450,7-4-116,0 1-275,20-6 455,-12-6-1892,34-3 2157,-20-3 1,17-2 0,-13 1 0</inkml:trace>
  <inkml:trace contextRef="#ctx0" brushRef="#br1" timeOffset="125121.27">20984 9226 11179,'3'-11'3163,"0"1"-2804,-7 28-322,1-1 67,-5 15 0,-2 11 0,0 0-92,1-7 1,0 0 0,0 1-64,-2 9 1,-1 2 0,0-1-122,2-5 1,-1-1 0,2-6-591,2-8 1,1-3 295,-2 6 0,1-3-1070,1-6 1550,-1 6 0,1-11 0,0 3 0</inkml:trace>
  <inkml:trace contextRef="#ctx0" brushRef="#br1" timeOffset="127316.27">21157 9403 11179,'8'-3'928,"0"1"-693,-2 0 302,7-2-760,-2 0 216,7-2 41,8-4 48,5 0-183,1-1-27,4 4-303,-18 7-11,0 3 224,-9 3-205,-1 14 6,-10 9 180,1 5-81,-13 5-84,0-9 399,0-5-84,5-7 93,5-6 6,6-5-108,12 5-279,18 4 90,3 1 84,8 2-94,-6 8 180,-16 6 270,-7 3-76,-21-12 0,-6-1 56,-6-4 0,-2-2-135,-17 15 90,-1-9-900,1-5 810,9-7 0,-8 4 0,14-8 0</inkml:trace>
  <inkml:trace contextRef="#ctx0" brushRef="#br1" timeOffset="128206.27">21951 9494 8433,'11'1'890,"12"-3"-791,-7 1 86,26-7-269,-24 6-184,18-4-539,-17 3 807,6 0 1,-13 1-1,-1 1 1</inkml:trace>
  <inkml:trace contextRef="#ctx0" brushRef="#br0" timeOffset="128446.27">22003 9670 8612,'2'8'450,"1"-1"-360,2-6 90,6 0 0,12-1-270,-2 0-457,19-6 1,3-1 0,0-3 0,0 0 0,-1 0 0</inkml:trace>
  <inkml:trace contextRef="#ctx0" brushRef="#br0" timeOffset="129979.27">22627 9250 8702,'-2'-8'1439,"0"-6"-1079,-1 7 360,0-3-541,-7 16-89,4 1 0,-19 36-45,13-17 0,1 3 45,-4 17 0,1 2-90,4-11 0,2-1-90,4 7 0,6-3 0,14 5 0,7-6 0,2-25 1,1-5 89,6-4 0,-4-7 0,3-4-90,-2-13 0,-1-3 0,11-9 30,-20 4 0,-1-6 0,-5 3 60,-8-10 0,-7-6 0,-4 1-1283,-6 13 1238,-1 5 0,-2 4-45,-5 7-1169,-21 9-2018,14 8 1158,-10 11 2119,21-1 0,-7 6 0,0 2 0</inkml:trace>
  <inkml:trace contextRef="#ctx0" brushRef="#br0" timeOffset="130222.27">22883 9381 10321,'7'-8'-809,"0"2"809,-4 7 0,-1 2 0,0 5 0</inkml:trace>
  <inkml:trace contextRef="#ctx0" brushRef="#br0" timeOffset="130708.27">23259 9138 9332,'2'-10'809,"-1"0"-539,-1 2 180,-1 2 0,0-2-361,-6 9 1,3 1 45,-10 24 0,0 8-135,0-1 30,4-1 0,-2 6 0,2-5-1468,2 6 1438,1-5 0,4 1-1639,6-2 1,3-3 1310,0 9 106,6-7 0,4-4-48,10-11 90,5 0 0,6-12 1172,-18-7-1082,5-13 90,-20 6 3276,-8-15-3171,-15 9-105,-6-2-450,-13 10 306,16 7 144,-11 9 0,17-2 0,-6 6 0</inkml:trace>
  <inkml:trace contextRef="#ctx0" brushRef="#br0" timeOffset="131175.27">23551 9162 9422,'2'-13'989,"0"0"-809,1 4 180,5-6-270,-2 8 0,4-4 90,9 3-91,7-1-178,20-2-1,-13 4 0,2 1-180,-14 5 90,-8 0 0,6 2 90,-12 4-180,-10 28 225,-7 4 0,-4 4 45,1-1 0,0 3-30,-1-4 0,0 3 0,2-3 30,1 2 0,3-3-45,0-6 0,2-2-360,3 1 1,2-3-136,2-9 540,5 15 0,-2-25 0,4 1 0</inkml:trace>
  <inkml:trace contextRef="#ctx0" brushRef="#br1" timeOffset="135038.27">20414 10412 20062,'-3'-11'-2407,"2"2"1925,6 2 3359,4 1-684,-1 1-810,2 0-475,13-3-757,-7 2 397,11-4 840,12 0-362,-18 5-1548,25-5-280,-26 10-336,0 12-631,-11-3-30,-17 23 1163,-11-2 501,-3 4 144,8-12 0,1-1-40,-2 12-181,4-3-12,12-6 312,6-8-94,2 1-1254,-1 8-159,-15 9 534,-8 3 683,-1-13 0,-3 0 160,2-6 0,-1-1 528,-11 10-1238,0 0 1125,21-19 1,-4 6 0,10-10 0</inkml:trace>
  <inkml:trace contextRef="#ctx0" brushRef="#br1" timeOffset="135407.27">20939 10341 12082,'6'-17'1712,"-2"8"-542,3-10-508,-5 13-525,0 10-788,-4 17 673,-3 21 19,-3 0 1,-4 6-1110,1-12 1,-1 2 0,0-1 1026,1-1 0,-1 1 1,0-1-479,-2-1 0,-1 1 0,1-3-89,-3 4 1,0-3 24,-3 7 716,7-14 1,1-2 0,3-8 0,-3 6 0</inkml:trace>
  <inkml:trace contextRef="#ctx0" brushRef="#br1" timeOffset="136079.27">21175 10543 14389,'7'-10'1405,"1"-1"889,-4 6-1075,-3 23-2032,-2-7 868,-6 16 1,-3 5 87,-7 10-166,2-5 0,0 0 297,-4 8-148,1-4-649,11-22-9,6-9 801,4-5-1164,4-6 1049,10-9 324,0 1-18,0 0-294,11-1-585,-4 6 141,6-1 198,3 1 825,-6-1-970,-2 0-329,9-11 227,-19 7 333,17-17 211,-22 13 124,9-10 5,-7 6 20,0 2-219,-1 13-159,-6 5-934,-4 15-42,-7 21 384,0-9 339,2 0 1,-1 2-244,0 10-756,1 0 975,4-17 1,1 1-2989,8 22 2627,-4-9 1,7 0 0,-6-26 0</inkml:trace>
  <inkml:trace contextRef="#ctx0" brushRef="#br1" timeOffset="139114.27">20407 11484 15987,'-8'-9'-2198,"3"-1"1372,6 3 1761,0 1-101,2 2 140,2-1 69,-1 2-309,3 0-122,6-3 772,-4 3-236,14-3-751,-12 4-254,9 0-483,-7 4-443,2 7-475,-7-1-22,-11 23 584,-4-16 496,-10 8 1,-1 0 82,-2-1 119,-11 12 16,17-15 199,22-5-461,-1-5 114,15-4-7,3-2-335,2 2-79,5 4-94,-11 0-160,-12 11-834,-20 3 1,-6 0 1795,0 10 12,-9-1 1,-3-1-504,0-3-786,-3 3 1188,11-12 0,14-10 1,2-2-1</inkml:trace>
  <inkml:trace contextRef="#ctx0" brushRef="#br1" timeOffset="139424.27">20975 11375 9725,'4'-12'1303,"-1"3"-412,0 2-750,-12 28 1,-4 10-140,2-5 58,-3 8 1,-5 10 0,2-4-105,5-10 0,-1-1-1049,0 3 1,-1 1 0,1-2 718,2-5 1,0-1-388,-2 7 1,1-1-495,1-3 1253,-8 17 0,13-24 0,-2 5 0</inkml:trace>
  <inkml:trace contextRef="#ctx0" brushRef="#br1" timeOffset="139850.27">21143 11597 10881,'3'-8'1416,"1"-2"-34,-2 6-745,0 11-726,-11 14 405,-4 13-193,-3-5 31,-1 7 119,13-23-168,-1 9-442,16-7-287,-4-7 168,22 9 110,-15-12-182,15 6 226,-16-6-261,10 13 206,-15-8-157,-8 24 673,-9-19 289,-13 16-196,-9-7-272,8-7 0,-2 1 71,-11 7-250,-5 2-171,22-17 1,3-4 0,-5 3 0</inkml:trace>
  <inkml:trace contextRef="#ctx0" brushRef="#br1" timeOffset="140106.27">21081 11538 12350,'-4'-7'-750,"2"-1"768,7 2 840,2 1-80,14-3-423,11-2-454,7-1 0,3-2-1540,-8 3 1,1-1 1206,4 0 0,-2 0 1,9-6-1,-21 6 1</inkml:trace>
  <inkml:trace contextRef="#ctx0" brushRef="#br1" timeOffset="141606.27">20398 12320 17075,'6'-10'1499,"0"2"-616,-3 2-333,1 2-114,-1 15-1590,-1 3 934,-2 11 1,-2 4 18,-2 8 161,-5 8 1,-1 0-281,1-9 14,-4 3 0,1-1-47,3-14-203,-5 11 1127,10-20-465,14-11-286,-5-2-280,19-11 611,-8-1-300,3 0-425,4-2-206,-1 2 189,1 0 76,3-1 612,-5-1 334,-1-1-449,0-6 77,-10 7 145,5-11-171,-9 13-46,3-5-41,-5 19-628,-4 25 268,0-2 151,-3 12 0,-2 3-156,0 2 281,1-8 1,0-1-159,2-2-184,1 3-1269,6-9 1751,0-3 0,3-9 0,0-13 0</inkml:trace>
  <inkml:trace contextRef="#ctx0" brushRef="#br1" timeOffset="141950.27">21000 12295 13007,'1'-10'822,"1"1"-351,-2 3-339,-1 25-242,-1-6 191,-1 10 0,-1 6-26,-4 11 1,-1 0 9,2-12 1,1 2-57,-4 13 1,-1 4 0,1-6 40,-1 6-155,4-13 1,-1 4 0,2-7-1036,0 2 901,2-6 0,0 0-2637,2 3 2860,-1-5 0,2 6 1,-1-13-1</inkml:trace>
  <inkml:trace contextRef="#ctx0" brushRef="#br1" timeOffset="144048.27">21396 12419 11887,'-10'4'-840,"0"2"633,-14 18 52,-2 7-1484,6-7 1,0 1 410,5-5 1,0 1 1202,-5 12 1,1-1 990,1 4-1086,-1 4 1,3-1 1037,6-9-926,3 2 1,3-1-9,6-8 87,6 10-91,0-18-6,16 0 9,-9-10-7,25 2 1395,-20-6-1391,11-3 72,-2-6-63,-3-4 2,4-6 7,-10-12 83,-20-3-81,-3 5 0,-12 4 0,-7 15 0,3 3 1530,-29 3-2159,11 8 629,5 1 0,-1 3 0,-6 4 0,-5 7 0</inkml:trace>
  <inkml:trace contextRef="#ctx0" brushRef="#br1" timeOffset="145586.27">20468 13271 19882,'2'-11'215,"0"2"-239,-1 2 549,0 1-620,-5 11 1188,0 3-630,-9 21-285,5-5-150,1 9 57,5-16-195,6 7-510,1-13-302,27 20-1108,3-11 736,8 4 273,-8-6 250,-21-9-64,-2 8-406,-9-7 1095,-17 27 1225,-12-6 124,-6 7-1097,2-9 224,15-17 1,4-3 0,5-5 0</inkml:trace>
  <inkml:trace contextRef="#ctx0" brushRef="#br1" timeOffset="145806.27">20455 13342 18266,'20'-21'2649,"0"4"-1466,6 0-858,19-3-1395,-17 8 1062,10-3 1,-14 5 0,-5 4 0</inkml:trace>
  <inkml:trace contextRef="#ctx0" brushRef="#br1" timeOffset="146090.27">20892 13236 18895,'3'4'-3277,"-4"21"3510,-2 7-1872,-2 0 1,-1 1 215,-3 8 1586,-1 1 0,0 6-1637,2-2 1,0 0 1128,1-7 1,0-2 336,2 1 1,1-4-1,6-10 1,-1 2 0</inkml:trace>
  <inkml:trace contextRef="#ctx0" brushRef="#br1" timeOffset="146498.27">21194 13358 12440,'4'-8'511,"1"0"-152,0 4 218,14-2-395,-6 2-342,27-5 53,1 3-147,1-1-45,-2 3-25,-16 8 12,-11 0-268,-2 18-50,-12-8 467,-3 12 113,-4-1 0,-2-1-89,-2 9 114,-1 1 0,0 1 6,4-11 0,0-1-190,-3 11 0,0 2-338,3-6 1,1-1 0,0-2 0,2-2 0,-1 12 0</inkml:trace>
  <inkml:trace contextRef="#ctx0" brushRef="#br1" timeOffset="150007.27">20527 14118 18490,'-4'16'-458,"-5"4"1111,0-6-82,-3 5 59,0 0-377,5-8-411,-3 9-109,12-10-642,5 2-226,6-4 153,13 1 71,5 5-153,-7-3-12,4 11 65,-22-12-332,1 8 1132,-7-4 960,-11 12-82,-12 1-194,5-5-38,-7-3-218,13-13 0,0-2 1,0-1-1</inkml:trace>
  <inkml:trace contextRef="#ctx0" brushRef="#br0" timeOffset="150262.27">20551 14188 7892,'2'-12'450,"1"1"-3727,15-3 1344,-6 6 3058,28-9-2565,-7 7 1118,9-1 0,-3 2 0,-9 3 0</inkml:trace>
  <inkml:trace contextRef="#ctx0" brushRef="#br0" timeOffset="150596.27">20952 14088 8972,'3'-9'1799,"0"-4"-1384,-6 32-189,-1 5-137,-3 11 1,-2 4-59,4-14 1,-1 1-16,-2 9 1,-1 4-1,0-4-87,2-6 1,0-1-1569,-3 10 1,2-1 1495,-1 1-1029,2 3 1166,6-12 1,0 11 0,5-18-1</inkml:trace>
  <inkml:trace contextRef="#ctx0" brushRef="#br1" timeOffset="151198.27">21332 14236 10124,'-3'-10'699,"-4"6"-469,1 4 160,-3 6 22,-7 10-256,8-6 28,-9 10-22,6 3-18,5-9-235,-1 25-67,10-19-222,8 18-185,7-8 122,-2-5-343,13 15 362,-17-23-224,13 24 510,-17-26-78,3 12 17,-10-12 187,-16 11 101,-20-6 88,-3-3-90,11-13 1,1-4 92,-7-12-180,7 0 90,16-32-76,14 18 6,8-10 0,3-3 49,1 9 1,1 1-1709,0-1 1,-1 1 1679,-1 6 1,-2 1 463,2-11-1379,-28 4 828,8 2-1593,-18 17 1,-5 6 1069,3 7 702,-16 2 1,13 5-1,-1 1 1</inkml:trace>
  <inkml:trace contextRef="#ctx0" brushRef="#br1" timeOffset="153588.27">20453 14940 23177,'10'-13'669,"-3"4"-955,-10 9 1646,-24 31-1548,4-1 42,5-6 0,0 0-56,5 1-265,7-1-635,5-12-193,22 8-10,-10-12-374,19 7 565,-3-1 386,-8-5 21,7 13-145,-19-12 68,0 7-74,-9 3 944,-2-7 13,-9 14-8,4-15-11,-20 18 477,16-19-492,-13 10 519,19-17 0,-3-1 1,4-3-1</inkml:trace>
  <inkml:trace contextRef="#ctx0" brushRef="#br1" timeOffset="153827.27">20452 15008 23152,'6'-8'-1435,"11"-8"2202,0 5 400,23-11-387,-14 10-1460,4 0 0,1 1 787,-7 2 1,1 1 0,-1 1 0,-4-1 0</inkml:trace>
  <inkml:trace contextRef="#ctx0" brushRef="#br1" timeOffset="154137.27">20878 14894 23416,'-5'15'-2950,"0"1"2205,-1 10 0,0 7 125,-1 8 1,-1 2 205,-1 5 0,0 2 154,2-13 0,0 1 1,1-4-257,-1 2 1,2-4-8,0-6 1,0-1 238,-2 15 1,4-18 0,-1 3 0</inkml:trace>
  <inkml:trace contextRef="#ctx0" brushRef="#br1" timeOffset="154745.27">21346 15014 23242,'-2'-10'-3277,"1"2"0,-2 2 0,-4-1 2469,-2 2 1644,-1 0-70,-10 3 614,2 5-1124,-13 4 2022,12-1 162,-12 15-171,18-7-1218,-5 9-1216,17-1-576,4-9-1169,6 3-823,9-9 1545,-4-3-334,25-3 990,-22-2 742,11-3 299,-13-1 1993,6-9-149,-7 6 282,1-5-1818,-10 10 117,-1 10-2819,0 18-139,-2-1 1036,-2 7 0,-1 3-61,-2-7 0,-1 1 272,-2 8 0,-1-1-96,3-10 0,-5-1 629,-12 6 0,-3-5-334,2-6 1534,-1-1 0,0-2 963,4-7-948,-6 0-468,1-3 0,-6-1 0,2-2 0</inkml:trace>
  <inkml:trace contextRef="#ctx0" brushRef="#br0" timeOffset="156808.27">20458 15923 8252,'5'-9'1529,"-11"13"-1529,3-1 0,-13 17 0,0 6 0,-3 9 0,-1 4 0,6-7 0,2 3 0,2-1 0,1 0-1639,-1 1 1,1-1 1580,2-3 1,3-1 57,3 0 0,4 0-1134,5-2 0,2-1 1134,-3 2 0,1-1 90,21 10-90,5-22 0,11-10-759,-4-9 1,1-3 758,-15 1 0,-1-1 0,5-4 0,-4-4 1357,-2-14-1267,-14-4 2100,-9-13-2190,-26 9 0,-12 10 0,1 12 0,8 10-360,-4 7 90,13 1-1439,-21 10 2527,20-3 1,-6 6-1,9-3 1</inkml:trace>
  <inkml:trace contextRef="#ctx0" brushRef="#br0" timeOffset="157260.27">21146 15914 8702,'3'-9'1079,"0"1"-179,-2 2-855,-8 25 0,-4 12-2905,2-4 2890,0 4 0,-3 7 0,1-5-191,4-8 1,1 2 182,-3 8 1,0 7-1,-1 2 1,1-3-83,1 1 0,0-2 0,0 2-75,0 1 0,-1 2 0,1 1 0,0-4-958,1 1 1,0-2 0,2-4 302,0-4 0,1-4 71,-1 15 532,5-29 1,-1 1 0,1 1-1</inkml:trace>
  <inkml:trace contextRef="#ctx0" brushRef="#br0" timeOffset="158142.27">21580 16185 8342,'-4'-8'1260,"0"12"-1260,3 0 0,0 11 89,1-4-89,0 19 0,-1-9 45,0 13 0,0 0-45,1-5-45,-1 11 0,1 1-2602,0-14 2467,0 20-488,1-22-1221,0 3 1889,2-5 0,1 3 0,-1-12 0</inkml:trace>
  <inkml:trace contextRef="#ctx0" brushRef="#br0" timeOffset="158604.27">21924 16305 8702,'0'-11'1169,"0"0"-719,-1 4 90,-1 1-270,-8 12-180,2 0 89,-13 29 1,9-5-135,3-2 0,0 0-135,0 5 90,2 4-269,5-8 179,1-12-180,3 12-90,7-13 180,-1-4-360,20-4 271,0-19 179,1 0 0,-2-9 90,-16 4 0,-1-1-3123,0-31 3213,-6 22-167,-2-1 1,-3-2 256,-15-2-90,-5 2 90,-17 4-810,-4 23-1438,1 8 1348,10 6 541,15 1 0,8-4 1,1 1-1</inkml:trace>
  <inkml:trace contextRef="#ctx0" brushRef="#br0" timeOffset="158836.27">22458 16351 9512,'-9'-8'629,"0"0"-1079,-1 5-1349,0 3 1799,0 2 0,1 3 0,3 1 0</inkml:trace>
  <inkml:trace contextRef="#ctx0" brushRef="#br0" timeOffset="180790.27">26956 6009 8252,'7'-9'2519,"-1"1"-2339,-1 11 0,-2 0-90,-1 6 359,-5 13-359,1-5 90,-3 25-90,2-17 0,0 6 0,-1 1 0,1 5 0,1 8 0,-1 0-90,2-10 45,0 4 0,0-1-45,1-11-270,0 14 270,-2-21 0,2-9 0,-2-4 0</inkml:trace>
  <inkml:trace contextRef="#ctx0" brushRef="#br0" timeOffset="181338.27">26862 6140 9691,'-4'-11'90,"1"-2"90,4-3-180,1 3 90,8-7 0,0 7 0,13-3 0,4-1-90,5 1 45,5 1 0,0 3-45,-3 8 0,11 9 0,-28 9 90,-4 2-90,-24 20-45,-14-7 0,-4 1 45,11-7 0,-1-1 0,-15 11 0,1-5 0,13-12-180,-5 8 180,16-15-90,7 8 90,8-14 0,24-1-90,-8-4-3187,16 0 3162,-20 1 115,1 5 0,-13 2-90,1 26 90,-5 1 0,2-6 0,1 1 0,9 19 0,-1-25 0,5-3-1449,13-2 0,1-4 1000,10 1 196,-3-10 0,-1-6 0,-6-6 0,-7 1 0,0 1 1</inkml:trace>
  <inkml:trace contextRef="#ctx0" brushRef="#br0" timeOffset="181781.27">27468 6354 10591,'15'-5'630,"7"-3"-451,-1-2 1,8-7-180,-12 5 90,5-21-180,-17 17 90,3-13-90,-22-4 90,4 16-3277,-25-16 3072,16 27 205,-21 4-1509,20 8 1509,-11 8-86,12 8 1,3 3 85,-3 3 0,5 3 0,4 1 0,10-7 0,5 7 0,18 12 0,9-9-901,-6-11 0,2-2 721,12 0-539,8-12-322,-15-11 1041,6-6 0,-2-6 0,-2-4 0</inkml:trace>
  <inkml:trace contextRef="#ctx0" brushRef="#br0" timeOffset="182137.27">28029 6217 10411,'4'-12'1349,"-2"2"-899,-7 2-90,-3 2-180,-2 1 90,-7 3-1,-3 5 1,-16 10-180,6 1 0,-8 14 0,10 10 0,8-1-90,6 0-180,23 11 90,0-28-360,5 2 1,4-3-2828,19-12 797,-5 0 1941,3-10 1,-13-7 0,1-1 0</inkml:trace>
  <inkml:trace contextRef="#ctx0" brushRef="#br0" timeOffset="183088.27">28206 6251 11221,'-10'-8'1259,"1"2"-1079,-4 7 0,-2 4 90,-8 10-181,2 4-89,-6 13 0,10 0-89,5 0-91,11-1 0,8-14 90,1-3-90,10-8 90,-5-7 90,5-1-180,-2-8 90,0-9 90,-2-2 0,-1 0 0,-3-4-90,-6 15 90,2-6 0,-4 20 0,5 11 0,-1-1-90,13 16 90,-10-19-270,27 5 180,-19-14 0,13-3-89,-7-11-505,-2-1 504,-1-8 0,0-2-2920,1-8 3055,-6 6 0,-2-2-45,-5 2 0,-2-3-733,-3-9 0,-1-4 1,-1 1 777,2-1 0,0-2 22,-4 1 1,-1-5-1,0 0 1,0 9-713,0 9 0,0 3 735,-3-18 0,2 5 183,2 19-183,0 26 0,3 20 30,-1 5 0,-1 9 0,1-1 0,0-1 0,1-1 0,-1 3-8,1 2 1,-1 3-1,0-1 1,1-5 361,0 7 0,0-3-384,2 8 0,3-7 90,7-17-90,-1 1 1761,21-32-1850,-15-10-46,2-8 0,0-5 2947,0-12-2925,-10 5 1,1-9 0,-1-1 0,-2 5 67,0 1 0,-1 1-416,-1 2 0,0-5 0,0 1 0,-2 3 506,1-5 0,-3 5 1121,1-5-986,0 1 0,1 13 0,-3 31-1,2 8-952,-1 19 1,-1 15-1,0-3 818,-1-10 0,1 1-230,0 2 1,-1 7 0,1 0 0,0-9 274,1 16-177,0-13 1,1 5 0,1-5 86,6 11-197,-5-13 0,4-2-2321,18 0 2518,-7-23 0,13 0 0,-8-16 0</inkml:trace>
  <inkml:trace contextRef="#ctx0" brushRef="#br0" timeOffset="183274.27">29206 6015 10321,'2'9'900,"0"-1"-451,1-2-359,1 1-3328,2 1 3238,-1-1 0,-5 0 0,-2-2 0</inkml:trace>
  <inkml:trace contextRef="#ctx0" brushRef="#br0" timeOffset="187599.27">16014 3459 8612,'-11'-2'1889,"0"-1"90,2 1-1889,11 0 180,29-2-180,3 1-30,8 0 0,11 0 0,-4 1-154,-11 0 1,2 1 111,-2-1 0,8 1 0,3-1 0,1 1 0,-3 0-323,-2 0 0,-1 0 0,0 0 0,0 0 0,2 0 320,-2 0 0,1 1 0,1-1 0,0 0 0,-1 0 0,0 1-574,5-1 0,-2 0 0,0 0 0,1 0 0,2 0 559,-9 0 0,1 0 0,1 0 0,1 0 0,0 0 0,0 0 0,0 0 0,2 0 0,1-1 0,1 1 0,-1-1 0,1 1 0,0-1 0,-1 0-136,2 1 0,-1-1 1,0 1-1,0-1 1,0 0-1,1 1 1,-1-1 135,2 0 0,2 0 0,0 0 0,-1 0 0,-1 0 0,-4 1 0,-4-1-367,2 0 0,-5 0 0,-1 0 0,2 0 367,9-1 0,2 0 0,-1 1 0,-7-1 0,2 0 0,-1 1-170,-1-1 0,8 1 1,-2 0-1,-8 0 170,-11 0 0,0 1 0,14-1 0,7 0 0,-11 1 0,-5 0 200,0 0 0,0 0-200,2 0 1461,-10 1-1461,14 0 0,-30 0 2183,13 0-2183,-15-1 3265,3 1-4254,-3 0 1084,-2 1 1,-2-1 0,-3 0 0</inkml:trace>
  <inkml:trace contextRef="#ctx0" brushRef="#br0" timeOffset="190123.27">26706 6846 10321,'-2'-11'720,"0"1"-271,1 3-179,1 0 90,0 2 360,0-1-540,7 14-90,-4-4 89,8 29-179,-7-18 180,5 34-180,-5-29 45,0 5 0,0 0-45,-2-8 0,2 11 90,-1-10-90,-1-2 0,0 0 0,-1-1 0,-1-9 0,-7-7 0,-4-29-90,-2 7 90,4-9 0,1 0 0,3 10 0,-4-19 0,4 14-180,1 5 0,-1-1 1,2 9-1620,2 4 1799,0 3 0,1 0 0,0 4 0</inkml:trace>
  <inkml:trace contextRef="#ctx0" brushRef="#br0" timeOffset="190511.27">26966 6829 10321,'4'-10'1349,"0"3"-1259,0 8 0,-4 3 90,0 10-45,-6 9 0,-3 3-45,0 3 0,-2 1-30,2 1 0,-2 2 0,1-1-60,-3 6 0,1 0-225,-1 4 0,2-1-1414,2-8 1,1-3-1639,-3 17 2858,3-12 0,9-28 1,0 0-1</inkml:trace>
  <inkml:trace contextRef="#ctx0" brushRef="#br0" timeOffset="190973.27">27217 7038 9961,'2'-12'450,"0"3"450,-1-5-451,-1 7 1,1-3 0,-2 4-180,-7 13-270,3-4 180,-9 18-180,8-3 0,0 4-180,10 10-540,21 7 540,-7-10-90,1-8 0,0-1-89,-4 3 269,0 1 0,-8-3 0,-24 11 180,-4-13 0,-3 1-90,7-2 0,-2 1-45,-20 6 0,1-4-135,17-8-630,-3-1 1,2-3-1350,13-5 2159,-5-3 0,10-4 0,0-2 0</inkml:trace>
  <inkml:trace contextRef="#ctx0" brushRef="#br0" timeOffset="191221.27">27194 7017 9602,'1'-19'1439,"9"-1"-1259,10 5-1,12 3 1,6 1-495,0 2 1,0 0-856,4-1 1,-1 1 1169,-8 2 0,-4 1 0,-1-2 0,-3 2 0</inkml:trace>
  <inkml:trace contextRef="#ctx0" brushRef="#br0" timeOffset="193286.27">28006 7008 10051,'0'-9'810,"0"1"-720,5 4 0,2 1 90,16-4-180,-8 4 0,28-5-90,-27 6-3187,22-3 3061,-27 4 1,3-1 0,-11 1 0</inkml:trace>
  <inkml:trace contextRef="#ctx0" brushRef="#br0" timeOffset="193500.27">28021 7154 9422,'1'8'90,"5"-2"0,7-3-90,2-2-270,20-2-270,-11-2 540,9-3 0,3-1 0,2-4 0,-7 3 0,1-1 0</inkml:trace>
  <inkml:trace contextRef="#ctx0" brushRef="#br0" timeOffset="196239.27">28735 6753 9062,'-2'-12'1169,"0"2"-719,0 4 449,-3-2-539,-11 14-180,0 3-45,-4 14 0,-1 3-45,-7 15-45,10-12 0,1 2 45,5-2 0,3-2-90,1 4 45,5-4 0,4-2-1265,3-9 1220,6 8-90,13-8 90,2-9 0,3-3 0,2-3 0,1-2 0,1 0 0,-3-3-45,-1-9 0,-6-7 45,-10-5 0,-6-4 0,-1 0 0,-2 0-45,-2-1 0,-4 2-90,-13 0 0,-3 5-135,4 8-719,-22-9-2288,20 24 3389,1 0 0,3 4 1,8-1-1</inkml:trace>
  <inkml:trace contextRef="#ctx0" brushRef="#br0" timeOffset="196497.27">29082 6831 11041,'4'-9'90,"-1"1"-3367,0 5 3061,2 0 1,-3 2 0,2 0 0</inkml:trace>
  <inkml:trace contextRef="#ctx0" brushRef="#br0" timeOffset="196941.27">29260 6638 10141,'0'-13'720,"1"3"-360,2-2-270,-2 7 269,14-9-179,12 6-90,3-1 0,15 5-90,-22 3 90,15 10 0,-24 3-90,1 22 0,-21-7 0,-5 2-1639,1-3 1,0 0 1580,-6 6 1,-1-1 57,-7 7 0,10-14 0,1 0-514,-8 11 514,6-5 0,2 0-47,2-4 2,5 2 1,2-1 44,5-10 0,14 18-90,-3-25 0,29 6 3114,-17-13-3204,15 1-90,-15-5-3007,26-4 828,-15-1 2449,-4 0 0,0-1 0,7-3 0,5-4 0</inkml:trace>
  <inkml:trace contextRef="#ctx0" brushRef="#br0" timeOffset="197172.27">29950 6955 12480,'8'-8'-3277,"-1"1"2724,-14 5 1,-4-3-1,-12 1 1</inkml:trace>
  <inkml:trace contextRef="#ctx0" brushRef="#br0" timeOffset="199349.27">26451 7705 8522,'8'-9'630,"6"-1"-450,4 4 0,11-2-180,-6 3 179,17 1-179,-24 2 90,22 2-90,-27 2 0,9 4 90,-11 4 90,-9 19 0,-9 3-180,-5 7 90,-7-1 0,5-9 0,5-7 0,0 1 90,-4 24-180,4-11 90,16 0 0,18-20-90,-3-2-90,11-4-630,12-10 270,-18-1 450,5-3 0,1-1 0,-7-3 0,13-5 0</inkml:trace>
  <inkml:trace contextRef="#ctx0" brushRef="#br0" timeOffset="199682.27">27078 7664 9332,'2'-10'2698,"0"-1"-2518,-4 15-45,-7 22 0,-3 8-45,-4 10-68,3-10 1,-4 10-1,-1 1 1,4-9-113,2-7 0,0 0-248,-2 4 1,-2 7 0,0 0 0,3-9-1912,-2 10 1593,3-9 1,2-2-1,4-5 1,2-4 0</inkml:trace>
  <inkml:trace contextRef="#ctx0" brushRef="#br0" timeOffset="200145.27">27250 7848 10141,'3'-7'540,"1"0"-90,0 2 89,-1 1-539,-13 18 180,0 6-180,-8 11 0,8-7 90,11 8-180,9-9 90,0 5 0,12-5-180,5-3 180,-5 0-3277,2 17 3072,-18-19 0,-19 21 295,-20-12-90,14-11 0,-3 0-45,-6 2 0,-2-1-1594,6-6 1,1-1-1639,-11 7 3088,8-11 0,21-13 1,-2-2-1</inkml:trace>
  <inkml:trace contextRef="#ctx0" brushRef="#br0" timeOffset="200373.27">27203 7882 9781,'3'-7'540,"4"-5"-360,-2 6 180,19-14-270,-10 12-1729,11-6 1,2 0 753,-5 4 705,20-9-1283,-16 8 24,-6 2 997,15-8 0,-8 6 1,8-5-1</inkml:trace>
  <inkml:trace contextRef="#ctx0" brushRef="#br0" timeOffset="201242.27">27982 7783 11670,'-1'-6'1170,"-1"2"-1080,19 1 0,-7 2-90,21-4-90,-16 3-180,12-3-1079,-9 2 1349,-3 0 0,-1 0 0,-7 1 0</inkml:trace>
  <inkml:trace contextRef="#ctx0" brushRef="#br0" timeOffset="201504.27">28009 7952 9422,'5'8'539,"14"1"-449,-7-5 180,29-3-180,-18-1-270,19-5-3058,3-8 3238,-17 4 0,11-10 0,-22 6 0</inkml:trace>
  <inkml:trace contextRef="#ctx0" brushRef="#br0" timeOffset="202366.27">28874 7623 9961,'-2'-9'1529,"-2"2"-1259,-1 4-180,-2 4 0,0 0 0,-1 3 90,-5 4-90,1 1 90,-16 15-180,9-4-1561,-8 9 0,1 2 1561,2 1 45,1 0 0,3 0-45,9-7 45,5 0 0,2 0-45,2-1 0,6 2 0,2-1-316,3-9 226,16 11 90,-9-20 0,8 2-90,26-11 90,-18-3 1618,-4 1 0,1-3-1708,10-15 90,-18 2 0,-2-3-45,0 1 0,-5-4-1594,-4-18 1,-7 0 1589,-6-6-41,-11 9 0,-8 3-458,-1 21 0,-2 4-262,-1-1 1,-1 5-1956,-21 8 2765,24 15 0,11 5 0,6-2 0</inkml:trace>
  <inkml:trace contextRef="#ctx0" brushRef="#br0" timeOffset="202617.27">29236 7825 10861,'3'-12'1619,"-1"-3"-4896,-1 6 3129,-1-1 0,0 6 1,-1 1-1</inkml:trace>
  <inkml:trace contextRef="#ctx0" brushRef="#br0" timeOffset="203278.27">29579 7627 9961,'-1'-14'900,"0"-1"-630,0 4-90,-1 0 89,0 5-179,-2 7 90,-11 25-180,4-6 90,-6 19 0,-2 4-90,8-19 0,1 1 0,-6 12 0,1-1 0,-2 4-180,-1 6 90,10-23-180,-7 22-1261,11-33 1441,-1 5-180,7-9 91,5-5 89,2-2-270,25-19 180,-3 0 90,9-5-180,-2 7 0,-15 8 0,9 0-269,-1 2 1890,-8 2-1531,3-3 0,-6-6 180,-6 3 90,5-8-90,-12 8 360,11-14-180,-8 8 270,8-9-360,-14 27 0,-2 3-1,-8 20 91,-6 8 0,-2 6-1819,-1 6 1,0 2 1445,-1-1 1,1-1 102,3-3 1,2-4-1531,3 0-758,3-12 2378,-1 4 0,1-3 0,-1 0 0</inkml:trace>
  <inkml:trace contextRef="#ctx0" brushRef="#br0" timeOffset="206912.27">26490 8798 9332,'1'-7'539,"0"0"-449,5 4-90,-1 0 0,-1 1 180,1-1 270,-1 0 180,0 0-630,0 0 0,0 1 0,1-1 0,1 1 0,0 0 0,0 1 0,1 0 0,-1 0 0,0 0 0,1 0 0,2 3 0,-2-1 0,2 2 0,-5-1 0,4 6 0,-3 6 0,-2 5 0,-7 12-90,-11 3-1549,-1-6 1,-1 0 1613,-6 6-861,4-9 1,2-4 885,5-8 0,-10 9 0,8-8 0,-3 4 0,11-4 0,4-7 0,10-1 0,17-5 0,-6-1 0,13-2 0,9 0 1771,-13 0-1861,8-1 0,1 1-270,0 0 90,-10 0 0,-1 0-90,-3 1 360,0-1 0,-11 2 0,4-2 0</inkml:trace>
  <inkml:trace contextRef="#ctx0" brushRef="#br0" timeOffset="207311.27">27046 8668 8972,'6'-11'1169,"3"-4"-719,-3 7-180,-9 43-180,-5-5-60,-2 5 0,-3 8 0,0-2 15,-3 0 0,-1 2-23,4-8 1,-2 3-1,-1 0 1,2-2 7,0 0 0,1-1 0,0-2-1229,-5 14 1,0-1 1198,2-1 0,2-3-135,6-15 0,0-2 360,-1 3 1,0-1-1036,1-1 1,1-4 809,4-8 0,-4 7 0,7-19 0</inkml:trace>
  <inkml:trace contextRef="#ctx0" brushRef="#br0" timeOffset="208301.27">27259 8987 8702,'2'-10'810,"1"2"-451,-2 0 1,0 2 180,0-1 269,-2 1-719,-7 12 0,3-3 90,-10 27-180,8-13 90,-2 14-90,5-2-90,4-10 0,14 16 90,-5-23-180,24 16 180,-17-18-180,14 8 1,-11-8-1,8 8 0,-12 2 180,-3-4-90,-14 1 90,-8-6 90,-24 9-90,10-6 0,-14 6-90,1-7-720,8-4 361,-4 2-2160,11-9 2609,15-3 0,-4-7 0,3-2 0</inkml:trace>
  <inkml:trace contextRef="#ctx0" brushRef="#br0" timeOffset="208538.27">27240 9009 9512,'0'-13'359,"2"-5"-269,1 9 180,19-17-90,3 10-180,0 2 0,1 0 90,10 0-270,-5 3 0,3 0 180,2 1 0,0 0 0,-4 1 0,0 0 0,4 0 0,-1-1 0</inkml:trace>
  <inkml:trace contextRef="#ctx0" brushRef="#br0" timeOffset="208828.27">27944 9010 10141,'2'8'1170,"4"-3"-991,-1-4-89,5-2 180,18-4-180,3-1-180,6-2-629,-3 1-2558,-13 1 2945,-6 2 0,-3 1 1,-10 2-1</inkml:trace>
  <inkml:trace contextRef="#ctx0" brushRef="#br0" timeOffset="209041.27">27969 9182 9602,'10'5'269,"19"-3"-179,-14-3-90,18-3-989,13-5 333,0-2 1,-16 3-1,-1 0 1,17-9 0</inkml:trace>
  <inkml:trace contextRef="#ctx0" brushRef="#br0" timeOffset="210064.27">28665 8725 8612,'3'-8'1439,"-1"1"-809,-1 1 269,-2 1-359,-3-1-180,-1 3 180,-14 8-361,-2 5 91,-16 13-135,8 2 0,1 2-45,-8 7-30,15-9 0,-1 4 0,5-2-60,2 20-90,9-8 0,4 0-90,14 8 90,9-6-45,1-25 0,0-5 135,1-1-90,9-3 1,2-4-1,0-8 90,-7-1 0,-2-2 0,3-7 0,0-22 0,-15 6 89,-10-7 1,-6-5 0,-10 6 0,-5 1-45,3-2 0,-4 3-90,-6 6 0,-2 7-764,-8 12 269,6 7-1439,3 13-1079,14 3 2826,2 1 0,6 5 0,4-2 0</inkml:trace>
  <inkml:trace contextRef="#ctx0" brushRef="#br0" timeOffset="210318.27">29054 8935 10771,'-6'-12'337,"0"1"0,2 3 1,1 3-1</inkml:trace>
  <inkml:trace contextRef="#ctx0" brushRef="#br0" timeOffset="210975.27">29394 8808 10321,'5'-11'720,"-1"2"-91,1-1 181,-3 4 539,3-5-359,-3 5-541,-9 18-359,-9 20 0,-2 6-802,6-13 0,0 1 622,-9 17 0,1 0-1549,7-11 1,1-2 1365,-4 8 93,4-4 1,0-2-1136,5-7 1135,-1 3-450,4-2 270,9-8 1039,1 1-769,10-16 2649,13-17-2739,5-5 180,-2 0 1972,-3 2-2512,3 4 270,-6 3 90,9-2 1,-13 4-181,3 0 270,-11 2-180,19-12 270,-20 7 0,8-9 90,-13 10 360,-1-2-1,-3 6 1,-4 30-180,-6 4-135,0 2 0,-1 4 90,-3 7 0,-1-2-180,5-14 0,0 1 89,-3 19 1,1-3-135,6-15-270,0 1 1,2-1-361,3-9-2338,1 10 2968,2-15 0,-2-1 0,0-4 0</inkml:trace>
  <inkml:trace contextRef="#ctx0" brushRef="#br0" timeOffset="-214621.46">26270 10070 9781,'4'-9'1440,"-2"3"-1440,3-1 90,9 1-1,1 0-44,11 0 0,1 0-45,-1-1 45,8 1 0,-1 1-45,-8 2 0,19 2 0,-22 6 0,-1 4 0,-4 14 0,-27 24 0,4-11 0,-9-4 0,-4-1 0,-5 1 0,-3 5-180,10-9 91,19-7-91,9-8-90,19 3 180,-10-7-180,8 8 180,-17-5-360,4 24 360,-27 4 180,6 0-90,-17-4 90,1-15-90,6-6 90,-14 11-180,17-15 90,-6 5-539,8-8 539,5-2 0,9-5 0,8-4 0</inkml:trace>
  <inkml:trace contextRef="#ctx0" brushRef="#br0" timeOffset="-214290.46">27044 9900 8972,'2'-11'270,"0"-3"90,1 0 89,1 4-359,2 9 360,-4 42-360,-2-13 0,-2 2-30,-2 1 0,0 2 0,-3 3-58,-2-2 0,-1 3 1,-2 0-1,0 1-25,-3 1 1,0 2 0,-1-1-1,1-2-571,-2 6 1,1-1 0,-1-2-277,-2 3 1,-1-1-1,5-11-389,5-8 1259,-2 10 0,12-22 0,1-1 0</inkml:trace>
  <inkml:trace contextRef="#ctx0" brushRef="#br0" timeOffset="-213843.46">27360 10178 9422,'8'-8'1169,"-2"1"-989,-7 12 90,-9 8 0,-10 19-270,4-10 89,-3 15 1,15-19-90,1 4 0,8 0 0,12 8 0,9 10-90,-3-7 90,-2-3 0,-12-3 90,-9-5 0,0 6 180,-15-7 0,-5-3-180,1-1 0,-9 4 0,0-1-2170,8-9 1990,-12 5-3187,6-5 163,12-7 3114,-8 1 0,17-10 0,2-2 0</inkml:trace>
  <inkml:trace contextRef="#ctx0" brushRef="#br0" timeOffset="-213607.46">27434 10171 9781,'-3'-9'720,"-1"-4"0,5-5-630,1 3 179,25-15-179,-4 16 0,3 0-135,3-2 0,3 0-375,-2 3 1,2-1-1,-1 3-127,-2 1 1,0 2 0,3-1 0,-1 1 0,2 5 0</inkml:trace>
  <inkml:trace contextRef="#ctx0" brushRef="#br0" timeOffset="-213326.46">27948 10175 11041,'-8'4'1169,"1"0"-1079,11 0 180,18 1-180,6-1 0,6-1-180,-8-3-1170,13-2 1260,-7-1 0,4 0 0,-16 1 0</inkml:trace>
  <inkml:trace contextRef="#ctx0" brushRef="#br0" timeOffset="-213092.46">27934 10484 10051,'1'9'540,"0"-4"-270,13-2 0,13-5-90,15-3-180,-4-1-135,-9-2 0,0 0-945,9-11-404,-14 8 0,0-2 1484,9-7 0,-7 0 0,-8 5 0</inkml:trace>
  <inkml:trace contextRef="#ctx0" brushRef="#br0" timeOffset="-212595.46">28919 10226 9871,'-1'-8'1260,"0"-2"-1,-6-6-899,2 5-180,-5-3 89,3 8-89,-2 2 450,-27 10-450,5 14 0,-1 6-90,0-3 0,-1 2-1729,0 8 1,4 1 1625,12-10 1,3 0 102,-1 8-1169,6-8 1,1 0 988,-2 10 45,5-9 0,2 0-135,4 7-179,21 11 269,-7-22 90,15 2-180,1-22 45,4-9 0,3-5 135,-14 6 0,0-1-45,15-8 0,-4-4 0,-15-1 0,-4-1 96,7-13-96,-9 11 0,-2-3-556,-7-8 1,-5-1 600,-3-9-647,-9-2 1,-5 2 646,-7 12 0,6 9 0,-2 3 0,-1 8 952,1 7-1132,2 4-1529,-13 14 1709,9 12 0,-3 6 0,13 6 0</inkml:trace>
  <inkml:trace contextRef="#ctx0" brushRef="#br0" timeOffset="-212331.46">29228 10317 11311,'0'-8'1619,"0"-5"-1260,1 7-718,-1-8 359,0 7 0,0 0 0,0 4 0</inkml:trace>
  <inkml:trace contextRef="#ctx0" brushRef="#br0" timeOffset="-211932.46">29553 10027 10231,'3'-24'3058,"0"-2"-2968,-9 25 180,-9 17 0,-2 9-1909,-6 12 1,0 5 1375,-1 0 1,0 2 292,6-7 0,0 2 0,3-3-780,1 0 1,2-2 749,0 0 0,1 1-225,0 4 1,5-1-136,8-6 0,3-3 270,-2 21-90,11-25 0,3-6 90,-1-13 2179,18-1-2179,-7-13 0,-5-5 0,-2-5 90,-14-9 0,-4-1-90,7-17 45,-29 16 0,-10 7-630,0 18 1,-2 7-965,-6-1 1,1 3 1569,5 4 1,2 2-1,5 3 1,1 0-1,-11 9 1</inkml:trace>
  <inkml:trace contextRef="#ctx0" brushRef="#br0" timeOffset="-209112.46">26371 11090 10051,'0'13'180,"0"0"-90,-5 6 0,0-1-45,-4 7 0,-1 3 45,-2 3-45,-7 10 0,0 1-45,5-11 45,-2 4 0,1-2-135,5-11 90,-5 11 0,11-20 0,3-2 0,9-9 0,-1 0 0,11-6-90,-9 1 90,8-2 0,-6 1 0,13-3-90,5-1-90,2-1 0,1 1 90,-10 1 0,0-1-180,9-10 270,-14 7 0,12-14 90,-17 8 0,2-3-90,-4 3 360,-4 8-270,-1 14 90,-7 20-90,-1 1 0,-2 4-90,1-5 0,-1-1 45,0 4 0,-1-1-2721,-2 21 2676,2-20-275,2 2 0,0 1 275,0-7-90,1 14-90,3-25-2518,3-2 2698,4-14 0,0-2 0,3-9 0</inkml:trace>
  <inkml:trace contextRef="#ctx0" brushRef="#br0" timeOffset="-208462.46">26973 11065 8522,'5'-8'1259,"-1"-1"-539,-1 4-540,-15 33-3457,-3 11 2879,3-9 1,-1 2 457,0 3 0,0 2 0,0-3 370,2-4 0,-1 0-400,-1 6 0,-1 4 0,0-1 0,1-3 0,0 0 0,1 0-30,0 1 0,0 0 0,1-1-60,0-1 0,0 0 0,2-3-300,0 5 0,2-5-2917,5-3 3264,2-9 0,1-11 1,0-7-1</inkml:trace>
  <inkml:trace contextRef="#ctx0" brushRef="#br0" timeOffset="-207957.46">27362 11275 9602,'5'-9'1169,"-1"3"720,-3 0-1350,-28 38-2178,7-4 1,0 3 1331,-2-1 0,0 1 781,0 6 1,2-1-430,8-12 0,2-2 45,-4 13-90,3-2 0,1 0 0,4-3-90,5 6 0,6-1-90,22-3 90,-12-12 0,1-1 90,20-5-135,-8-20 1,-1-5 134,-3 0-90,2-9 0,-6-4 3366,-14 6-3250,-18-26-26,-19 24 0,-8-1-450,12 16 0,-1 5-2827,-10 9 2882,6-1 0,14 3 0,16-6 0</inkml:trace>
  <inkml:trace contextRef="#ctx0" brushRef="#br0" timeOffset="-207646.46">27776 11462 10411,'-7'-7'1079,"1"1"-719,3 1-270,7 1 90,6 0 0,13 0-90,1 1 0,4 0-1729,-1 0 1,1 0 1244,-2 0 0,0 0-235,9-2 490,-20 2 1,-9 1 0,3 0 0</inkml:trace>
  <inkml:trace contextRef="#ctx0" brushRef="#br0" timeOffset="-207429.46">27815 11581 10141,'-7'7'630,"8"-2"-450,8-2 90,35-5-450,-18 0-1170,6-1 1,-1-1 0,-8-1 529,10-3 1,-15 0 0,0-2 0</inkml:trace>
  <inkml:trace contextRef="#ctx0" brushRef="#br0" timeOffset="-198489.46">26103 11214 8882,'-8'-9'90,"4"-4"-90,4 7 360,13-8-270,-5 8 359,27-11-269,-10 8-45,1-1 0,3 1 0,-2 1 0,-1 0-135,20-4 135,-9 3 0,-2 2-135,-5 2 45,7 1 0,0 3 45,-7 7-90,13 8 0,-26 1 90,-17 28-90,-17-5 0,-5 1 45,3-2 0,-2 1-45,0-8 0,-1 2 0,-1-3 0,-8 5 0,2-3 0,10-12 0,1-1 0,-5 5 0,4-2 0,9-8 0,14-2 0,10-10 0,25-4 0,3 6 0,-8-2 0,-4 27 0,-32-3 45,-3-1 0,-3 2-45,-11 6 0,-3-2 0,6-7 0,-1 1 29,-8 3 1,-5 2 0,4-4-1158,-7 4 1173,4-5 0,0-1 45,1-4-90,8-5 90,-15 5-180,15-9 0,-4 1-2788,5-5 2878,9-6 0,0 2 0,6-4 0</inkml:trace>
  <inkml:trace contextRef="#ctx0" brushRef="#br0" timeOffset="-197690.46">27367 11321 9332,'7'-13'90,"-2"3"539,1-1-269,-4 5 0,1-3 629,-1 4-629,-9 17-225,-8 14 0,-3 4-90,2-3 0,-1 3 15,-2 3 0,-1 3 0,0-1-15,0 5 0,2-2-45,2-7 0,1 1 0,2 6 0,2-3 90,7-12-90,4 4 0,4-3 0,11-8 0,11 6 0,-5-15 0,14-1 0,-15-3 0,8 2 0,-1 2 0,-12-1 0,12 9 0,-18-5 0,5 18 0,-10-12 0,-3 10 0,-3 2 0,-2-5 0,-10 15 0,-3-1 0,1-12 45,-2 1 0,-3 0-315,-14-3-3007,-8-8 2679,9-4 1,3-22-1,20-5 1</inkml:trace>
  <inkml:trace contextRef="#ctx0" brushRef="#br0" timeOffset="-197433.46">27260 11412 10771,'2'-12'-90,"4"-2"180,0 3 270,17-9-1999,4 4 1,3 0 1203,12-9 626,-3 4 1,4 0-192,-13 5 0,0 1 0,-1 1-1086,4-2 1,1 0 995,-3 1 0,1-1 0,0 1-1259,11-1 0,-3 2 494,-14 5 1,0 0 854,13-3 0,-1 2 0,4 3 0,1 1 0</inkml:trace>
  <inkml:trace contextRef="#ctx0" brushRef="#br0" timeOffset="-196768.46">28744 11232 9602,'-10'-18'1709,"-4"-1"-1530,5 10 271,-13 2-180,-12 26-135,7 1 0,-1 7-1228,2 7 1,1 5 0,1-2 739,-1 0 1,2 1-88,6-2 1,2 2-1,5-7 440,5-1 90,5 20-90,8-24 0,15 13 0,-5-23 0,8-10 0,3-6 0,13-13 0,-15 6 0,-1-3 0,13-16 0,-16-5 0,-4-4 1231,2-4-1231,-11 7 0,0-6 0,-4 6-1696,-9-8 1696,-1 10 0,-3 2-325,-17-6-125,-2 18 1921,-2 1-1471,-11 43 0,26-6 0,-9 23 0</inkml:trace>
  <inkml:trace contextRef="#ctx0" brushRef="#br0" timeOffset="-196524.46">29110 11463 10141,'-3'-11'990,"1"2"-361,-2-3-449,2 4 180,-1-1-1529,0 3-2108,0 8 3061,1 0 1,-1 4 0,4-3 0</inkml:trace>
  <inkml:trace contextRef="#ctx0" brushRef="#br0" timeOffset="-196083.46">29430 11113 10141,'4'-9'360,"-1"2"539,1 0 541,-1-1-1081,-4 11-179,-10 18 0,-3 8-90,0-1 0,-1 4-30,-3 7 0,-2 4 0,2-3-105,2-4 0,1-1-45,1 2 0,1 3 0,2-6-3187,0 5 2995,3-10 0,2 1-1345,8 17 1177,5-18 135,6-3 1,3-3 134,12-7-3,8-3 48,-7-19 0,-2-4 135,-1-2 90,5-13 0,-3-2 1091,-14 5-1091,5-19 852,-23 20-582,-23 1-3637,-21 14 0,8 1 2853,-3 17 1,29-2-1,1 1 1</inkml:trace>
  <inkml:trace contextRef="#ctx0" brushRef="#br0" timeOffset="-195901.46">29817 11478 11670,'8'-9'3059,"2"-2"-5668,-6 6-449,-11 8 989,-2 0 1611,-12 8 1,-4-6-1,-3 0 1</inkml:trace>
  <inkml:trace contextRef="#ctx0" brushRef="#br0" timeOffset="-190997.46">26218 12348 9961,'-6'5'180,"0"2"-90,3 2 0,-1-1 90,-10 17-180,6-11 45,-7 10 0,0 2-45,-3 4 45,4-8 0,1 0-45,-4 6 45,3-6 0,0 0-45,-2 2 0,-3 4 0,0-1 0,8-11 90,-13 17-90,16-20 0,-1 0 0,3-4 0,8-5 90,7-1-180,8-3 90,3 0 0,7-3-90,0 2 90,-6-2-180,26-6 90,-12-7 0,9-3 90,-12-4 0,-14 2-90,-6 8 90,4-5 0,-7 21 90,-1-3-90,-7 36 0,-6-9 45,-3 17 0,0 3-45,-1-6 45,-1 7 0,0 0-45,5-15 0,-2 15-810,6-21-989,2-13 1799,4-2 0,8-17 0,4-2 0</inkml:trace>
  <inkml:trace contextRef="#ctx0" brushRef="#br0" timeOffset="-190667.46">26667 12437 8972,'3'-15'270,"0"-3"-90,1 4 269,1-4-89,-1 9-270,1 8 90,-2 7-90,-2 9 90,-5 14 0,-3 6-90,0-6 0,0 0-1729,-3 12 1,0 1 1670,1-12 1,-1 1 56,-3 10 1,0 2-1314,2-4 0,0 0 1134,-1 2 0,0-2-45,5-12 0,1-4-1484,2 1-8,3-11 637,0 6 1486,4-13 1,4-1 0,2 0 0</inkml:trace>
  <inkml:trace contextRef="#ctx0" brushRef="#br0" timeOffset="-190257.46">26997 12637 9062,'10'-15'540,"0"2"-1,0 0 361,-2 3-181,-2 4-629,-10 9 180,-9 11 0,-13 15-270,5-4 90,-1 6-90,15-7 90,5 5-3367,25 9 3072,-8-15-816,6-6 1,0-1 931,-7-5-1,12 11 90,-16-11-90,2 3 0,-6 1 0,-26 20 135,0-17 0,-3-1 972,0 3 1,-2-2-1108,-15 1 0,-1-5 1772,-5 1-2177,21-7 0,1 0 495,-5-1 0,21-8 0,0-1 0</inkml:trace>
  <inkml:trace contextRef="#ctx0" brushRef="#br0" timeOffset="-190005.46">27005 12511 9512,'-4'-16'629,"1"1"-449,5 8 0,2 1 360,34-13-405,-12 9 0,2-1-1175,2 0 1,1-1 1039,8-2 0,-1 0-562,-12 5 1,0 0-1078,13-6 1,-1-1 1011,7-1 1,-17 5 0,-1 1 0,-2 1 0</inkml:trace>
  <inkml:trace contextRef="#ctx0" brushRef="#br0" timeOffset="-189749.46">27612 12496 10141,'10'8'1529,"3"1"-1259,-3-3 90,22 2-540,-14-4-476,7-3 1,0-1-1,-4-3 1,14-2 0</inkml:trace>
  <inkml:trace contextRef="#ctx0" brushRef="#br0" timeOffset="-189532.46">27571 12754 10051,'-4'8'1260,"11"1"-901,13-5-629,24-2-2068,3-6 2338,-20-1 0,0 0 0,13-9 0,-2-1 0</inkml:trace>
  <inkml:trace contextRef="#ctx0" brushRef="#br0" timeOffset="-187720.46">28229 12396 9332,'7'-9'809,"-1"1"181,-3 3-1,-2 0-719,-3 1 90,-32 28-1921,8 4 0,-2 4 1606,1-5 0,0 2-130,-2 7 1,5 1 174,8-7 0,4 0-1197,4 1 1,2 0 1106,-3-1 0,4-1-650,18 6 0,5-7 650,2-14 0,16-3 0,1-6 0,-6-10 0,13-12 0,0-4 1235,-13-1-1235,-8-1 0,1-6 0,-6 3 113,-7-5-113,-8-12 0,-7 0 0,-9 12 0,-14-4 0,-5 5 2010,-12 14-2460,13 6 1,0 3-361,-6 14-857,8 7 1667,16-4 0,0 8 0,6-4 0</inkml:trace>
  <inkml:trace contextRef="#ctx0" brushRef="#br0" timeOffset="-187473.46">28605 12517 11490,'6'-9'810,"0"1"179,-3 0-449,0 2-1979,0-4 1439,-8 14 0,5-7 0,-5 10 0</inkml:trace>
  <inkml:trace contextRef="#ctx0" brushRef="#br0" timeOffset="-186906.46">29054 12311 10231,'7'-10'1979,"0"0"-1259,-7 4-91,-18 8-179,-16 19-360,-1 1 0,-2 11 0,14 0-954,11-12 864,-3 18-342,14-11 117,6-3 0,4 3-1414,4 2 1,2 0 1405,-3-3 1,1-2 187,1-2 0,0-1-456,-1 8 231,-5 1 728,-1 0-727,-23 13 449,4-25-225,-11 3 0,-2-2 45,-3-5 0,-16 6 90,22-13 0,-2-3-582,10-12 492,2 1 90,10-10-90,26-24 0,-6 16 0,3-4 0,0 0 30,-1-2 0,1-1 0,-1-1 30,5-4 0,-1-2 0,-3 4-15,-2 1 0,-8 2 45,-9 2 0,-9 5-630,-34 8 90,4 0-1189,4 21 1,2 4 1265,10 1 1,-16 8-1,18-6 1</inkml:trace>
  <inkml:trace contextRef="#ctx0" brushRef="#br0" timeOffset="-185608.46">26250 13492 9961,'-3'-8'90,"1"0"180,0 3 90,1-1 539,-2-2 1,-1 1-810,-3 4 0,-2 5 90,-6 13-90,-3 7 0,-4 13 0,6-6-90,4 6 0,15-10 0,3-5-90,27 6 0,-14-16 45,8 1 0,0 0-45,-3-2 0,10 5 90,-21-6-90,-11 6 90,-6-5-45,-15 7 0,-4 0 45,-3-2 0,-13 6 0,-1-2-180,6-4-90,8-4 0,2 0-3007,4-4 2904,8-5 1,7-8-1,6-5 1</inkml:trace>
  <inkml:trace contextRef="#ctx0" brushRef="#br0" timeOffset="-185392.46">26205 13539 10051,'3'-20'900,"11"-1"-630,15-1-91,1 7 1,2 1-90,11-3-90,0 2 0,-3 0-3277,-10 4 2589,15-4-2589,-24 5 2929,-10 5 0,8-5 0,-9 4 0</inkml:trace>
  <inkml:trace contextRef="#ctx0" brushRef="#br0" timeOffset="-185075.46">26839 13367 10051,'2'-10'1529,"1"-1"-1439,-10 32 0,-3 7-30,-6 6 0,-3 8 0,0-3-15,4-7 0,-1 0-45,-1 1 0,-3 4 0,2-2-90,-6 11 0,2-3-1549,7-13 1,1 0 996,-6 11 0,2-2 192,5-6 450,10-14 0,2-8 0,1 4 0</inkml:trace>
  <inkml:trace contextRef="#ctx0" brushRef="#br0" timeOffset="-184571.46">27015 13586 9422,'7'-7'1439,"2"-1"-630,-5 5-539,-6 10-90,-11 10 0,-3 6-180,-2-2 90,2 1-90,8-3-90,5 10 90,5-11 0,9 2-180,9-5 0,2 3 90,5 5-90,-4 8 90,-19-2 90,-4-1-479,-29 9 479,5-20 0,-2-2-797,-3 3 1,0-1 751,3-3 0,0-1-1754,-19 3 1799,32-13 0,-4-6 0,17-7 0</inkml:trace>
  <inkml:trace contextRef="#ctx0" brushRef="#br0" timeOffset="-184369.46">27075 13596 9512,'-3'-9'809,"1"1"-629,5-1 0,2 3-90,2-2 270,10-1-181,6-1 1,4-2-1819,10-3 1,2-1 836,-8 3 0,1 0-837,8-3 1,-6 2 1543,-16 6 0,13-6 0,-14 5 0</inkml:trace>
  <inkml:trace contextRef="#ctx0" brushRef="#br0" timeOffset="-184095.46">27549 13592 11850,'23'-1'180,"-4"-1"-720,16-1-2338,-6 0 2878,4-2 0,-13 1 0,-11 1 0</inkml:trace>
  <inkml:trace contextRef="#ctx0" brushRef="#br0" timeOffset="-183885.46">27536 13734 10231,'5'5'540,"4"-2"-360,0-3 180,32-5-1999,-5-1 1,1-1-1,-7 2 1,0 0 1207,15-5 1,-4-2-1,-6-3 1,11-5 0</inkml:trace>
  <inkml:trace contextRef="#ctx0" brushRef="#br0" timeOffset="-183525.46">28671 13227 9961,'6'-3'1260,"-2"3"-991,-3 21-179,-2-1-1729,-1 17 1,-1 4-295,0 1 2682,0-1 1,0-1-750,1-4-90,0 5 0,1 1-1589,0 0 1409,-1-3 0,3-2-2338,5-6 2385,4 1 0,2 1 1,1-2-1</inkml:trace>
  <inkml:trace contextRef="#ctx0" brushRef="#br0" timeOffset="-173937.46">26180 14126 7982,'-6'-2'2249,"-13"21"-2159,5-2-45,-3 7 0,2 1-45,6-6 0,0 6 0,0-1 0,5-6 0,0 11 0,5-14-180,13 7 0,10 8 90,-3-7 0,1 0 0,-13-7-89,-5 14 179,-5 0-90,-8-4 0,-6 0 90,-15 11-90,-2-2-180,3-10-630,14-16 900,3 0 0,5-5 0,5-4 0</inkml:trace>
  <inkml:trace contextRef="#ctx0" brushRef="#br0" timeOffset="-173696.46">26133 14212 8162,'-2'-9'90,"0"-1"90,5 1 90,16-7-90,13-4-180,2 3 0,1 2-450,-9 7 0,-8 1 450,18-5 0,-15 2 0,11-4 0</inkml:trace>
  <inkml:trace contextRef="#ctx0" brushRef="#br0" timeOffset="-173430.46">26568 14027 8072,'8'-2'990,"-1"0"-810,-2 4-90,-3 3 269,-7 19-269,-1-1 90,-4 18 0,-1 4-135,6-14 0,-1 0-15,0 3 0,-1 5 0,2-4-210,1 0 0,2-2-899,2 3 0,2-3 1079,3 7 0,8-10 0,-1-17 0</inkml:trace>
  <inkml:trace contextRef="#ctx0" brushRef="#br0" timeOffset="-173025.46">26909 14286 8792,'3'-10'1439,"0"-1"-1169,-5 6-180,-2 3 270,-14 15-180,2 3-90,-9 16-90,12-9 90,1 8-90,15-8-90,10 0-90,12-3-90,15 6 270,-14-10-90,3 13 0,-26-12 90,-13 21 0,-13-3 0,-2-1 0,1-9-180,9-12-360,2 0 540,0-2 0,6-5 0,3-4 0</inkml:trace>
  <inkml:trace contextRef="#ctx0" brushRef="#br0" timeOffset="-172800.46">26973 14283 9512,'-4'-10'809,"1"1"-719,4 2 180,24-9 0,9 0-405,-7 4 0,1 0-705,6-3 1,4-1-1,-4 2-799,-4 4 1,-3 1 1193,19-7 1,-22 8 0,-1 0 0</inkml:trace>
  <inkml:trace contextRef="#ctx0" brushRef="#br0" timeOffset="-172556.46">27618 14239 10141,'-3'8'810,"5"-4"-720,10-1-630,7-2-2737,-3 1 3219,-1 0 0,-9-1 1,-2 0-1</inkml:trace>
  <inkml:trace contextRef="#ctx0" brushRef="#br0" timeOffset="-172366.46">27650 14388 9422,'0'10'0,"1"-2"0,5-4 90,5-1-90,2-2-90,13-4 0,3-3-180,3-2 270,1-1 0,7-4 0,-6 2 0,-9 1 0,-2 0 0,18-8 0,0 1 0</inkml:trace>
  <inkml:trace contextRef="#ctx0" brushRef="#br0" timeOffset="-172123.46">28390 14121 9422,'9'-5'1439,"-1"3"-1169,-3 4-90,-1 4 269,-1 8-269,0-1 135,-2 12 0,-1 4-225,0 17-240,-1-13 0,-1 5 0,0-1-1489,-2 6 1,1-2 1091,-1 0 1,1-3 0,1-7 0,0-3 0,1-1 0</inkml:trace>
  <inkml:trace contextRef="#ctx0" brushRef="#br0" timeOffset="-171100.46">26034 15095 10141,'1'-7'-629,"1"-2"719,-1 3-90,0-3 269,1 2 361,2-6-270,-2 4 269,1-2-430,-11 23-166,4-6 235,-11 31-153,11-15-38,2 14-21,22-1-1695,2-14 1,2-2 1614,13 12-976,-8-12 0,-3-2 1102,-11-6-160,6 10 37,-14-6-31,-4 0 2,-9 10-16,-26 12 126,13-10-43,-5-5 1,1-3-126,10-9-875,-13 6 1056,14-11 1,-2-3 0,4-3 0</inkml:trace>
  <inkml:trace contextRef="#ctx0" brushRef="#br0" timeOffset="-170873.46">26073 15181 9512,'-9'-8'269,"2"1"-89,8-1-180,3 2 0,8-3 180,23-7-180,5-1-1639,-7 4 1,0 0-236,10-5 615,-2 2 1394,-15 4 0,0 0 0,6-5 0</inkml:trace>
  <inkml:trace contextRef="#ctx0" brushRef="#br1" timeOffset="-170583.46">26668 14994 10682,'12'-6'1880,"5"-4"-1333,-10 6 1038,8-6-453,-8 5-4409,-10 38 2566,0-12 685,-3 9 1,-3 10-1,0 0-207,-2 9 0,0-1-1059,1 1 1,0 0 943,1-8 0,1-4-1611,3 2-1318,4-12 2649,1 4 0,6-12 0,1-6 0</inkml:trace>
  <inkml:trace contextRef="#ctx0" brushRef="#br0" timeOffset="-170174.46">27012 15149 10231,'3'-12'180,"0"0"0,-1 3 180,0 1 809,-1 0-1079,-9 13-3367,-2 2 2572,-4 8 705,3 2 120,1 3-30,6-6-180,0 20 90,6-20-90,6 10 0,4-9-180,18 11 0,4 7 270,-2-3-952,-9 12 952,-22-25-90,-2 11 90,-26 5 0,0-8 0,-9 9 0,8-15-630,-5-3 630,12-6 0,-7-1 0,16-10 0</inkml:trace>
  <inkml:trace contextRef="#ctx0" brushRef="#br0" timeOffset="-169923.46">27036 15105 9871,'-6'-6'-90,"-1"-1"180,10-1-90,0 2 90,15-6-90,0 6 0,8-2 45,1 0 0,0 1-3322,8-3 2940,-7 2 0,1 0-697,-2 0 0,-2 0 224,6-1 810,12-6 0,-19 6 0,-1 1 0</inkml:trace>
  <inkml:trace contextRef="#ctx0" brushRef="#br0" timeOffset="-169689.46">27706 15157 9512,'-9'4'719,"1"-1"-269,4 0-360,8-1-360,13-1-90,-2 0-449,6-2 809,-10 0 0,-1 0 0,1 0 0</inkml:trace>
  <inkml:trace contextRef="#ctx0" brushRef="#br0" timeOffset="-169483.46">27690 15354 9242,'-2'7'449,"2"1"-359,4-5 90,15-3-1819,8-6 1,4-3 214,13-3 1254,-10 1 0,2-1 170,5-5 0,-2 0 0,-13 5 0,0 0 0,18-9 0,-1 1 0</inkml:trace>
  <inkml:trace contextRef="#ctx0" brushRef="#br0" timeOffset="-169233.46">28491 14939 9961,'1'12'270,"0"-1"270,5 23-450,-4-13-756,2 23 846,-5 2-135,2-21 0,0 1-329,-1 2 0,0 0 149,3 4 0,1-2-135,-1 5-269,4 7 539,3 4 0,-3-13 0,5 13 0</inkml:trace>
  <inkml:trace contextRef="#ctx0" brushRef="#br0" timeOffset="-160503.46">26145 16062 8882,'0'-10'1529,"-1"1"-1439,-4 13-90,1-1 90,-9 18-90,5-9 90,-9 22 0,9-14-90,-1 11 0,7-16-90,9 7 90,-1-11 0,27 14-90,-16-15 90,8 2 0,1 1-90,-3 0 90,8 4 0,-14 11 0,-13-13 0,-7 10 0,-3 3 0,-12 5 0,4-8 0,0 1 0,-8 3-90,-5 6-450,6-12 181,0 2 359,4-8 0,13-13 0,-2 1 0</inkml:trace>
  <inkml:trace contextRef="#ctx0" brushRef="#br0" timeOffset="-160242.46">26139 16104 8702,'-5'-9'270,"4"-1"-180,8 0 90,8-3-180,3 2-90,4 0 0,3 1-1979,20-8 1413,-21 8 1,-1 0-1,18-7 1,-22 8 0</inkml:trace>
  <inkml:trace contextRef="#ctx0" brushRef="#br0" timeOffset="-159909.46">26668 15906 8522,'3'-8'2069,"-1"0"-1889,-9 25-90,0-1 0,-7 24 0,-1 6-45,6-20 0,0 3 0,-3 10 0,-1 8 0,-1 1 0,2-7-45,1-2 0,1 0 35,0 1 1,-2 9 0,-1 2 0,1-3 0,3-8-36,0-3 0,1-2-23,0 1 1,-2 5 0,1-1-1,1-4-337,0 0 1,1-4 359,0 1 0,-1-2 0,-2 17 0,6-27 0</inkml:trace>
  <inkml:trace contextRef="#ctx0" brushRef="#br0" timeOffset="-159424.46">26830 16316 9512,'9'-11'179,"3"0"451,-7 6-450,-1 10 0,-10 16 0,-7 18-90,-1-4 0,0 8-90,14-24 0,1 1 0,6-10 0,3-5 0,-1-1 0,11 5 0,-9-4 0,15 15 0,-16-10 90,6 19-90,-19 11-1639,-5-13 1,-1 1 1523,-5 17 111,-9-7-266,13-23 0,2-5 270,-6 3 0,7-14 0,-4-2 0</inkml:trace>
  <inkml:trace contextRef="#ctx0" brushRef="#br0" timeOffset="-159189.46">26964 16334 9332,'-15'-18'719,"6"6"-89,-6-7-270,11 13-180,-3-4 89,5 4-89,6-5-90,7 0 0,6-2-90,3 2 0,6-1-1639,14-9 1,1-1 1374,-9 6 1,1 0 0,11-7 0,-2 1-1,-7 3 1</inkml:trace>
  <inkml:trace contextRef="#ctx0" brushRef="#br0" timeOffset="-158937.46">27734 16257 11041,'-8'3'719,"26"-4"-989,-7-1-179,20-3-2828,-5-3 3084,-11 3 0,10-4 1,-14 3-1</inkml:trace>
  <inkml:trace contextRef="#ctx0" brushRef="#br0" timeOffset="-158726.46">27726 16428 11311,'8'6'269,"12"-5"-179,6-7 0,4-5-720,12-3 1,4-4 219,-10 4 0,1-1 1,-1-1-1,9-5 1,-3-1-1,-8 3 0,0-1 1</inkml:trace>
  <inkml:trace contextRef="#ctx0" brushRef="#br0" timeOffset="-158450.46">28676 15981 10771,'-8'-13'899,"2"4"-629,0-1 0,2 6 0,-1 25-1909,3 11 1,0 5 1285,0-8 1,1 2 827,0 13 0,2 1-610,3-5 0,3-1-1484,4-1 0,1-1-20,-1 2 1,1-2 1372,1-10 0,1-3 0,7-4 0,-1-2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35:41.54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  <inkml:brush xml:id="br3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22453 6983 7533,'-8'-3'1979,"0"0"-1620,3 0 91,-3-2-270,3 2 90,-12-3-270,7 3 180,-14-1-180,10 3 180,-31 4-180,20 0 90,-18 3-90,12 4 90,9-2-90,-7 5-653,-5 19 698,18-9 0,2 4-15,0 5 0,1 4 0,1 0-30,1 11 0,3-1-1543,1 3 0,3-2 1543,3-16 0,2-1 0,2 7 0,2-1 0,2 11-30,2-13 0,2 4 0,2-5 30,-1-8 0,3-3 0,7 15 0,5-4 0,6-14 0,2-6 0,10 4 0,-8-15 0,6-5 0,-5-1 0,-13-1 0,0-3-23,8-6 1,6-4-1,0-3 1,-5 0 67,0-10 0,-4-3-68,-5 7 1,1-2-1,0-1 1,-5 1-285,1-9 1,-5-3 216,-6-3 0,-3-5 0,-3 4 45,-2 8 0,-6-1-27,-5 3 0,-5-6 0,-3-3 0,0 3 0,0 7 27,-4-3 0,-6 3-27,-2 4 0,-8-3 0,-3-1 0,0 3 0,6 9-18,-2 3 1,-3 7-397,2 5 0,-7 1 0,-2 2 1,1 3-1,7 3 773,-10 13 0,3 6 0,9-6 0,-3 2 1,1 2-1,4 1 0,6 6 0,-1 0 1,0 0-1</inkml:trace>
  <inkml:trace contextRef="#ctx0" brushRef="#br0" timeOffset="4668">29409 5643 9062,'4'-3'3148,"5"5"-2878,15 21-180,4 1-45,-7-6 0,2 1 0,6 6 0,2 0 0,-3-2 0,0 0 0,0 0 0,-2-1-45,11 10 0,-21-17 0,-5-4 90,-13 4-180,-18 1 90,0 0 0,-9 2 0,-1 3 0,-4 6-90,2-1-90,6-1-1619,8-2 1799,8-5 0,-3 3 0,9-8 0</inkml:trace>
  <inkml:trace contextRef="#ctx0" brushRef="#br0" timeOffset="5444">30146 5645 8882,'-11'-1'-90,"2"1"90,-5 7 90,1 4-90,-6 11 90,5 1-90,2-1 0,8 4 0,9 5 90,6 1-45,6-7 0,3-2-45,4 1-1606,9-7 0,2-4 1606,-9-9-810,9-6 1,-1-4 809,-11-5 90,18-16-90,-21-5 0,-10 9 0,-3-2 90,-1-24-90,-10 15 0,-5 2-90,-12-5-90,-1 1-90,4 26 2366,10 9-2096,-7 6 0,4 2 0,-5 6 0</inkml:trace>
  <inkml:trace contextRef="#ctx0" brushRef="#br0" timeOffset="5700">30535 5702 8792,'4'-8'989,"-2"1"-1708,1 3 719,-2-2 0,-2 1 0,-1-1 0</inkml:trace>
  <inkml:trace contextRef="#ctx0" brushRef="#br0" timeOffset="5992">30759 5533 8342,'4'-8'630,"0"11"-540,-2 1-90,-1 7-450,-2 9-90,1-8 540,0 15 0,0-11 0,0 5 0</inkml:trace>
  <inkml:trace contextRef="#ctx0" brushRef="#br0" timeOffset="10385">21898 10514 9332,'7'-5'1799,"-3"0"-1619,24 5-270,-15 0 0,13-1-1350,-4 1-1258,-10-1 1878,8 1 1,-15 3 0,-1-1 0</inkml:trace>
  <inkml:trace contextRef="#ctx0" brushRef="#br0" timeOffset="10602">21850 10846 9332,'11'6'359,"-1"-1"-89,18-8-270,-12 1-990,11-5 1,2 0 0,-10 2 989,18-7 0,-30 10 0,0-1 0</inkml:trace>
  <inkml:trace contextRef="#ctx0" brushRef="#br0" timeOffset="11018">21580 11608 9781,'4'-11'2429,"1"3"-2159,5 1-180,-2 5 0,5-1-90,10-1-180,-6 0-3097,27-2 3264,-22 6 0,11 0 0,-16 4 1</inkml:trace>
  <inkml:trace contextRef="#ctx0" brushRef="#br0" timeOffset="11278">21633 12008 11041,'7'-10'719,"-1"3"-359,4-3-360,-3 7-270,21-9-629,-7 5-1530,13-3 900,-12 3 1529,-2 2 0,-3 0 0,1 2 0</inkml:trace>
  <inkml:trace contextRef="#ctx0" brushRef="#br0" timeOffset="11869">21802 12465 11311,'-1'-9'1799,"2"2"-1710,7 4 1,0 2 0,4-1-180,12 0-899,6-1-2288,11 0 2457,-15 2 1,-5 2 0,-15 1 0</inkml:trace>
  <inkml:trace contextRef="#ctx0" brushRef="#br0" timeOffset="12078">21861 12646 12390,'15'0'270,"-1"0"-1350,16-5 91,-13 2 169,20-3 1,-25 5 0,5-1 0</inkml:trace>
  <inkml:trace contextRef="#ctx0" brushRef="#br0" timeOffset="12634">21748 13318 10861,'-9'2'1799,"2"1"-1709,12 0 0,-2-2 0,22-2-180,-12 0-1350,19-3-1837,-13 2 2994,0 0 1,-5 2-1,-7 1 1</inkml:trace>
  <inkml:trace contextRef="#ctx0" brushRef="#br0" timeOffset="12861">21744 13578 11580,'15'2'630,"-2"-1"-360,15-10-540,-6 2-719,14-6 989,-9 4 0,-7 1 0,0 2 0</inkml:trace>
  <inkml:trace contextRef="#ctx0" brushRef="#br0" timeOffset="13444">21616 14437 11760,'-1'-11'1260,"9"-1"-901,26-5-359,-8 7-90,10-4-629,-8 6-1350,-4 2 2069,4 2 0,-12 5 0,-9 3 0</inkml:trace>
  <inkml:trace contextRef="#ctx0" brushRef="#br0" timeOffset="13662">21688 14554 10681,'-8'4'989,"8"0"-899,3-1-90,8-1-180,4-3-269,-3 0-271,6-2-899,-7 1 799,4-3 1,1 1 0,4-1 0</inkml:trace>
  <inkml:trace contextRef="#ctx0" brushRef="#br0" timeOffset="14333">21820 15054 9781,'7'-3'360,"1"-1"180,1 1-270,-3 1-90,4 0 359,5 0-449,-4-1 360,29-4-450,-13 0-450,18-2 90,-21 4-2428,4 0 2788,-17 3 0,4 2 0,-11 2 0</inkml:trace>
  <inkml:trace contextRef="#ctx0" brushRef="#br0" timeOffset="14527">21967 15191 11311,'14'4'449,"-1"0"-269,-2-5-3457,10-1 984,-2 1 494,25-4 2009,-8 2 0,7 2 1,-8 2-1</inkml:trace>
  <inkml:trace contextRef="#ctx0" brushRef="#br0" timeOffset="15154">22347 16337 10501,'-10'2'2519,"20"-3"-2429,-3 0 89,27-5-988,-6 0 269,-3 1-359,-2 2-2378,-17 3 3084,0 2 0,-3-1 1,0 1-1</inkml:trace>
  <inkml:trace contextRef="#ctx0" brushRef="#br0" timeOffset="15354">22405 16450 11940,'-4'12'1170,"5"-2"-721,17 0-404,11-8 0,3-4-1031,-6 1 0,1 0 671,13-4 0,3-3-778,-10-2 1,0-1 0,-2-1 682,0 2 0,-1-1 1,1-1-1,3-2 1,-4 2-1,-6 1 0,-1 0 1</inkml:trace>
  <inkml:trace contextRef="#ctx0" brushRef="#br1" timeOffset="29063">11732 12530 24575,'0'0'0</inkml:trace>
  <inkml:trace contextRef="#ctx0" brushRef="#br2" timeOffset="42924">22632 8822 18208,'-8'-7'-3277,"-4"-4"0,5 4 1724,-2-2 934,5 3-48,1 1 204,-2-5 265,3 5-1538,-3-4 1480,1 1 14,1 2 176,-3-3-252,2 4 717,-4-4-111,3 4 258,-1 0 80,1 2 228,0-1 311,1 1-509,8 0 2317,23-4-757,9 1-1207,5 1 1,2 0-165,-16 2 0,-1 0-21,16-1 1,0 0 453,3 2-928,-16 0 1,-1 1-1703,1 1 717,-14 2 0,-26 2 0,-12 2 1</inkml:trace>
  <inkml:trace contextRef="#ctx0" brushRef="#br2" timeOffset="45324">28444 7187 19963,'23'2'-342,"2"0"370,7 1 1,12 0-1,3 0 1,-5-1-24,-6 0 0,-2-1 0,5 0-379,-3 1 1,6 0 0,3-1 0,0 1 0,0-1 0,-2 0 327,1-2 1,-1 0 0,-1-1-1,0 0 1,-1 1-516,6-1 0,-1 0 0,0 0 1,1 0 479,-2 0 0,3-1 0,0 0 0,-3 0 0,-5 0-442,-3 1 0,-4 0 1,-1 0 342,18-1 1,-4 0-887,2 0 993,-27 2 0,7 0 0,-27 1 1</inkml:trace>
  <inkml:trace contextRef="#ctx0" brushRef="#br2" timeOffset="46286">22206 7625 21744,'13'-5'2756,"24"-5"-2174,1 3-621,-3 1 0,2 0-208,-1 1-1,1 1-247,3 0 0,0 0 468,-10 1 1,-1 0-1,2 0 1,-1 0-1,12-2 1</inkml:trace>
  <inkml:trace contextRef="#ctx0" brushRef="#br0" timeOffset="67751">30638 5539 6723,'-10'-2'810,"0"0"-720,2 1 179,2-1-269,8-1 90,2 2-90,22-2 90,2 2-90,16 0 0,-11 2 0,-1 1 0,-11 6 0,-11 7 90,-5 3-180,-14 7 180,-3-6-180,-13 13 180,12-13-135,-2 4 0,0 0 135,4-5-90,0 7 0,3 0 0,9 0 0,1 10 0,8-18 0,1-7 0,17 5 0,-13-7 0,24 14 0,-27-10 0,4 9 0,-14-7 0,-12 16 0,-2-11 0,-8 5 0,-3 0-250,-4-2 250,-6 3 0,0-2-471,7-6 471,0-1 0,2-2 0,5-4-90,-5 3 90,-8 3 0,12-7 0,-14 5 0</inkml:trace>
  <inkml:trace contextRef="#ctx0" brushRef="#br2" timeOffset="70761">22700 7954 18838,'-12'-1'-300,"-1"0"3492,8 0-3775,-6-2 137,1 1 38,-1 0 282,-7 0 140,9 1-3291,-28 3 2528,19 0 1045,-14 3 1,-2 3 571,-4 6-258,9-3 1,-1 4 155,3 12 0,3 2 111,-2 5-741,12 2 1,2 8 0,4-2-396,7-2 0,4 1-96,0 2 1,0 5-1,3-5-339,1-4 1,4-3-18,7-1 1,4 0-1,-1-5-1909,10 7 1814,-1-10 1,6 3 0,1-6 102,3-9 1,1-5 367,0 7 1,1-4 413,1-8 1,-1-5 726,-16-3 1,-1-2 610,23-6-351,-12-1 0,-3-5 1031,4-12-983,-6-9 0,-3-4-525,-15 18 0,-3-2-379,4-21 0,-5-1-212,-8 3-270,-5 11 1,-5-8-1,-1-1 1,0 5-575,-5-7 1,-3 1 307,0 2 0,-3-5 1,-2 0-1,-1 7-461,-3 8 0,-2 4 0,-2 3 271,-4-1 0,-1 2 1,-2 5 57,1 5 1,-1 5 0,2 3 712,-4 1 1,2 6 0,-7 10 0,3 6 0,13 0 0,-1-1 0</inkml:trace>
  <inkml:trace contextRef="#ctx0" brushRef="#br2" timeOffset="83947">22335 8717 19025,'-9'-3'-961,"21"2"1521,19 0 1,9-1-295,6 0 1,4 0-156,-15 0 1,2 0-1,1-1-34,2 0 1,4 0 0,-2 0 0,-5 1 27,-1-1 0,0 1-53,8-1 0,6 0 0,-4 0 60,-4 1 0,-3 1 426,0-2 1,-1 0-494,-7 2 0,-2 0 312,5-2-147,-24 3-17,6-1-105,-8 0 103,4 1-387,-4 2-2263,1 3 2210,-7 1 0,-7 2 0,-6-1 0</inkml:trace>
  <inkml:trace contextRef="#ctx0" brushRef="#br2" timeOffset="85792">28477 8306 21325,'-5'-10'-3277,"1"0"0,7 4 515,6-1 5287,24 0-688,0 3-1256,-6 2 1,1 1-239,-3 0 1,3 1-317,12 1 0,6-1 1,-3 0 1020,3 1 1,0-1-318,-1 1 1,5 0-1,3-1-549,-15 0 0,4 0 0,-1 0 1,1 0-1,-4 0-258,12 1 0,-2-1 0,3 0 4,-4 0 1,5 0 0,0 0 0,-1 0 0,-5 0 11,2 0 1,-4 0-1,-3 0-1579,12-1 1,-8 0 1111,-6-3 642,-33 1 1,-34 8-1,-4 4 1</inkml:trace>
  <inkml:trace contextRef="#ctx0" brushRef="#br2" timeOffset="86978">22286 8773 19707,'-3'-8'-3277,"6"-1"967,1 4 4416,14-4 205,8 0-1666,4 0 1,5 0-307,-2 0 1,2 1-169,2 0 0,2 0 0,1 0-48,-2 3 0,0 0 0,1 1 522,-1-1 0,0 1 1,2 0-443,-1 2 0,1-1 0,0 1 0,-5 0-267,1 0 0,-2 1-121,4-1 0,1 0 0,-9 0-263,-10 1 200,21-3 104,-29 2 287,15-3 116,-14 3-119,2-1-214,-1 2-329,-9 4 396,-9 7 1,-8 1 0,-9 5-1</inkml:trace>
  <inkml:trace contextRef="#ctx0" brushRef="#br2" timeOffset="112964">22679 10393 19167,'0'-12'-776,"-1"1"447,0 3-42,-1-1-2906,-1 1 2109,-9 2 1102,4 5 769,-23 15 571,13 2-298,-3 3 0,0 2-74,3-1 0,1 2-303,-1 4 1,-1 3 0,2 0 55,0 14 1,4-1 5,-3-3 0,5-2-222,8-8 0,7-2-970,22 8-2081,8-13 337,3 3 210,0-18 1667,-12-12 1,1-4 666,6-3-3,-5 1 0,1-3 804,9-18-135,-21 13 0,0-1 312,-1-1 0,-2 0 596,4-20-390,-13 12-1616,-11-15-666,-7 16 0,-4-1-402,4 6 0,-1 1-408,-9-1 1,0 6-1639,2 11 3152,0 11 1,11 6 0,-1 5-1</inkml:trace>
  <inkml:trace contextRef="#ctx0" brushRef="#br0" timeOffset="113238">23029 10493 8972,'2'-11'569,"0"2"-131,1 1-257,-2 2-171,1-2 0,-1 5 1,-1 0-1</inkml:trace>
  <inkml:trace contextRef="#ctx0" brushRef="#br2" timeOffset="113681">23135 10298 17127,'-2'-11'-2181,"1"0"1893,2 6 1316,3 1 579,2 2-96,1 0-462,20-5-253,4 0-234,-6 1 1,0 0 1067,16-3-190,-9 2-1719,-12 2 563,-7 2-372,-3 1 63,8-2-56,-7 3-167,3 0-81,-10 15-1177,-5 5 627,-6 17-753,-2 1 1,0 1 1072,-3 10 712,3-12 1,1 0-729,0 2 351,5-12 0,0 3-289,2-1 0,1 0 481,0 22-720,6-19 405,1-20 1,4-2-1,2 0 1</inkml:trace>
  <inkml:trace contextRef="#ctx0" brushRef="#br2" timeOffset="114122">23760 10199 15743,'-1'-11'-17,"1"-1"1334,1 5-1248,-7 12 1845,3-2-407,-6 17-1173,2 7-480,3-2 212,1 5-862,7-9 393,1-8-631,15 17-1015,-3-11-116,11 12 842,0 4 160,-13 8 508,-1-5 59,-16 0 815,-16-1 734,-2-2 1588,-5 7-1325,3-13 127,6-12-2388,-14 9 780,14-12 1,-16 9-1,16-13 1</inkml:trace>
  <inkml:trace contextRef="#ctx0" brushRef="#br2" timeOffset="114347">23764 10167 14299,'-1'-13'-1084,"1"1"1037,4-4 499,13-5 293,2 1-176,17-5-72,-10 13-3155,13-3 2826,-15 7 811,7-2-903,-7 3 1,0 0 0,5 0 0,-5 0-1,1 0 1</inkml:trace>
  <inkml:trace contextRef="#ctx0" brushRef="#br2" timeOffset="115227">22484 11454 21932,'-1'-9'-1995,"0"-1"1710,-6-3-1507,0 6 459,-18 6-1641,11 6 4566,-12 10 24,-5 21-462,11-12-442,0 8 1,2 0 654,4-3-487,5-4 1,2 0 851,5 6-1907,3-3-932,5-1-714,21 9-836,-2-15 1592,-1-3 1,3-4-503,23-12 1082,-10-2 533,-13-7 0,-2-3 1020,6-10 405,0-3-1593,-12-7 1,-5-2 2154,-5 2-2129,-13-4 0,-8-8 1,0 8-55,-8 2-610,-9-6 1,-2 7-1055,11 23-89,-17 3 1758,6 16 1,0 0-1,4 7 1</inkml:trace>
  <inkml:trace contextRef="#ctx0" brushRef="#br0" timeOffset="115493">22919 11564 8882,'1'-12'1496,"0"2"-951,1 0-552,0 5 1,-7 7-1,-1 5 1</inkml:trace>
  <inkml:trace contextRef="#ctx0" brushRef="#br2" timeOffset="119889">23395 11300 18951,'8'-8'3108,"1"-1"-910,-4 1-1815,0 1 265,-3-1-827,-3 1-1075,-6 9 1583,-22 28 763,7-4-1857,4-3 0,-1 2 643,6-3 0,1 0-686,-8 14 754,8-7 1,-1 6 0,2-4 86,-3 14 106,6-9 0,1 4 1,3-4-951,9 8-828,2-10 1,2-2-1100,9-3 711,13-2-90,-5-13 914,2-4 661,4-5 142,2-9 611,-7-1 657,9-12 526,-24 0 309,-1-2-107,-17-3-1690,-12 8-245,-2 0-379,-19 3 148,16 8-479,-7 7 0,0 3 1118,5 1 21,-17 12 1,25-3 0,1 1 0</inkml:trace>
  <inkml:trace contextRef="#ctx0" brushRef="#br2" timeOffset="124380">22667 12418 15917,'-6'-6'-3277,"-3"4"4525,3 4 1193,-3 3-390,-6 6-378,5-3-4671,-7 6 3922,6-5 697,-22 25 1173,13-12-1938,2-2 1,-1 1-117,-3 14-576,6-9-256,4 3 0,1 1-399,3-2-160,-2 18-92,14-6-892,0-15 145,10 20-376,-3-26-234,16 16-86,6-14 665,-4 0 61,2-10 555,-8-12 1294,-8-2 299,18-12 746,-19 2 845,10-17-75,-14 10-1597,-2-3 1,-2-4-164,-3 2 0,-1 0 696,1 0 0,-2-1-1285,-6-16 0,-3 3-2070,0 7 1565,0 4 0,-1 1-1540,-5 1 407,1 9 429,0-2-542,-7 19 1603,13 3 513,-6 12 0,16-4 0,3 4 0</inkml:trace>
  <inkml:trace contextRef="#ctx0" brushRef="#br2" timeOffset="124622">23118 12556 11269,'-13'-1'1389,"2"0"-1472,4 1-1152,3 2 1328,0 3 0,3 1 0,-1-1 0</inkml:trace>
  <inkml:trace contextRef="#ctx0" brushRef="#br2" timeOffset="125126">23405 12438 12478,'5'-21'1892,"-2"11"-1432,2-10 334,-4 11-649,-6 8-328,0 2-1164,-10 26 0,-2 9 1513,4 0-1131,-4 10 1,2 2 1092,8-7-305,2 2 0,3 1 100,2-13 1,2-1 27,-1 6 0,2 1-10,4-6 1,1-2-393,2-5 1,1-2 1849,9 17-1822,-2-16 0,2-3 2427,-3-6-2555,16 4 259,-2-23 338,-12 1 616,10-23-3,-25-1-3571,-4-10 3185,-6 7-18,-14 2-360,5 13-58,-7-1-730,7 8 488,-1 2-391,3 3 770,1 2-517,-9 5 641,11 0-746,-6 4 845,13-3 1,2-1-1,1-1 1</inkml:trace>
  <inkml:trace contextRef="#ctx0" brushRef="#br0" timeOffset="125558">23805 12461 9152,'-12'-24'822,"3"6"-549,5 10 179,2 0-299,3 1 113,1-1-48,8 1 110,5-1-3262,15-5 3192,-7 4 83,15-4-143,-7 5-21,-5 1-98,4 0-12,-18 5-151,4 2-6,-5 4 27,0 16-171,-14 29-952,-6-7 1,-2 3 1153,1-7 1,-1 1 12,-1-3 0,-1 2 1,2-1 514,-1 1 0,1 1-571,0 0 0,1 3 0,1 0-1018,3-6 1,1 0 0,0-2 317,-2 10 0,3-3 791,4-10 0,3-5 0,3-9 0,1 3 0</inkml:trace>
  <inkml:trace contextRef="#ctx0" brushRef="#br0" timeOffset="135485">22407 13261 6813,'-9'4'180,"-5"7"-180,-2 10 90,-5 8-135,7-1 0,1 1 45,-1 6-90,4 1 0,3-2 0,4-10 0,1 21 270,15-20-90,-2-7 180,13 0-90,-11-15 90,6-1 719,19-12-719,-16 1 224,9-11 1,-1-6-45,-7-4-360,-6 7 0,-2 0 180,-7-3 359,-11-13-89,-19 2-450,9 15 0,-1 2 0,-10 2 0,-3 5 0,0 9 0,1 2-90,-12-1-360,7 13 0,3 3 90,11-1-989,-16 23 1259,32-9 0,3 2 0,9 1 0</inkml:trace>
  <inkml:trace contextRef="#ctx0" brushRef="#br0" timeOffset="135820">22784 13430 10501,'-1'-12'1169,"-1"2"-899,2 3 180,-1 1 0,0-2-180,0 2-91,1-1-3456,0 1 3039,-2 1 1,1 2-1,-2 2 1</inkml:trace>
  <inkml:trace contextRef="#ctx0" brushRef="#br0" timeOffset="136262">23083 13228 10501,'0'-9'989,"2"1"-539,-1 3 270,2-3-630,1 2 0,2 0 269,9 0-179,8 1-180,-1 0 90,3 1-90,5-1-270,-3 6 270,1-1-89,-13 6 89,-13 5-90,-16 35 0,3-13 60,0-1 0,-3 6 0,1-5 30,-2 9-60,5-10 0,-2 4 0,4-6-307,0 3 187,4-4 0,0-1-180,4-2-1079,6 14 619,6-16 1,0-3 0,2-14 0</inkml:trace>
  <inkml:trace contextRef="#ctx0" brushRef="#br0" timeOffset="136535">23515 13324 9961,'1'-8'1080,"0"-1"269,0 4-1259,-2 19 135,-1 8 0,-1 6-135,-1 8 0,1 2-1729,-1-2 1,1-2 1445,0-3 1,2-3-1968,2 12 2160,3 0 0,-2 5 0,1-6 0</inkml:trace>
  <inkml:trace contextRef="#ctx0" brushRef="#br0" timeOffset="139445">22533 14239 10231,'-2'-12'90,"0"1"360,1-1 449,-4-3-719,2 7 450,-13-4-540,7 10 180,-21 4 0,-6 19-226,14-7 1,-1 3-45,3-1 0,0 2 90,-2 11 0,2 1-45,8-6 0,2-1-45,-2 2 0,2 0 45,8 5 0,6-2-135,15 4 0,-3-9 0,4-3 45,3-9 0,2-4-44,21-2 44,-14-15 0,-1-5-811,3-5 856,-7-7 0,-5-2 0,-11 3-45,-6-8 0,-3 0 45,-7 9 0,-8-19 0,-9 20-90,8 11-270,-13-3-360,12 15-1572,-6 6 2292,9 5 0,2 6 0,8 0 0</inkml:trace>
  <inkml:trace contextRef="#ctx0" brushRef="#br0" timeOffset="139694">22965 14317 10681,'-2'-10'1799,"0"-6"-1439,-1 8-90,0-4-270,0 8 0,3 8 0,-1 5 0</inkml:trace>
  <inkml:trace contextRef="#ctx0" brushRef="#br0" timeOffset="140161">23329 14108 11041,'0'-18'1889,"-5"6"-1709,-7 9-1,-8 13-89,-2 9 0,0 5 0,3 7 0,1 3-1137,-2 5 1092,2 5 0,3 2-467,12-19 1,4 0 196,3 8 0,3 0-309,7 10 129,8-17 0,3-6 315,-3-8-119,19 8-61,-5-20 180,-13-2 45,4-6 0,0-2 45,-8-2 1097,12-11-917,-24-4-90,-19-4 0,-7-3 0,-10 7 711,-9 11-801,6 10-675,5 5 1,0 2-64,-10 7 0,-3 3 1,20 1-1</inkml:trace>
  <inkml:trace contextRef="#ctx0" brushRef="#br0" timeOffset="140769">23750 14045 10321,'-7'-11'1169,"-5"-5"-539,6 7-270,-2-3 0,4 6-1,7-3-89,31-1-270,-12 1 45,9 4 0,0 2-45,-7 2-180,18 2 90,-19 0-179,5 10 89,-17 6 180,-5 5-90,-21 11 0,1-3 90,2-3-90,6-4 0,10 1 0,1-8 45,6 5 0,2 2-45,6 4 45,-5-5 0,-1 0 45,0 4 0,-8 14 0,-7-19 45,-12 13 0,-5-1-45,-3-5 45,-10 8 0,-2-1-315,7-11-180,5-6 1,2 0 449,6-2 0,6-8 0,5-2 0</inkml:trace>
  <inkml:trace contextRef="#ctx0" brushRef="#br0" timeOffset="140962">24354 14317 10501,'6'-12'2429,"2"-4"-1800,-3 7-89,1-4 1169,-1 4-4986,0-1 2457,-17 8 1,-5-1 0,-21 12 0</inkml:trace>
  <inkml:trace contextRef="#ctx0" brushRef="#br2" timeOffset="142858">22638 15087 23110,'5'-8'-467,"0"1"454,-2 2 231,-1 0 108,2 1 342,-31 39-650,17-6 1,2 3-184,-9 4 1,3 3-288,7 10 1,7 0-165,7-16 0,2-2-223,-2-2 0,1-3-833,13 14-82,16-14 508,8-15 1098,1 3 516,-8-30 1,-4-8 997,-12 1-653,1-12 0,-5-5-242,-19 8 0,-5 1-361,0-4 0,-2 1-96,-10-5 1,-2 5-903,-6 1-14,2 19 1,2 5-340,5 9 64,-10 5-1316,14 9 2624,4-1 0,-2 11 0,4-3 0</inkml:trace>
  <inkml:trace contextRef="#ctx0" brushRef="#br2" timeOffset="143125">23145 15289 25583,'5'-8'-2059,"-1"1"1823,-1 3 1,0 0-1</inkml:trace>
  <inkml:trace contextRef="#ctx0" brushRef="#br2" timeOffset="143599">23504 15129 25134,'1'-11'-3277,"-1"2"0,1 3 2267,-1 0 343,-1 0-249,-7 7 2939,-1 8-963,-3 11-1757,6-4 1314,3 3-415,7-2-942,0-3 439,13 9 0,3 1 554,-2-4-1328,8 7 1,2 1-660,5 9 736,-3-5 380,-3 4 94,-18-14 478,-4-5-492,-2 10 166,-5-11 253,-14 24 531,4-22 113,-4 3 0,-2-1 647,2-8 712,-10 5 563,14-11-1447,-10 0-331,11-5-630,-5-4 1,13-9-1,2-6 1</inkml:trace>
  <inkml:trace contextRef="#ctx0" brushRef="#br2" timeOffset="143827">23550 15089 24876,'-10'-10'-3277,"2"0"0,4 5 980,9-5 3043,8 2 1245,15-5-365,-2 4-505,15-3-962,-12 3 769,15-4-1081,-10 1 777,-4 3 0,2-2 1,-8 3-1</inkml:trace>
  <inkml:trace contextRef="#ctx0" brushRef="#br2" timeOffset="144261">24153 14944 25403,'3'-8'-3267,"-1"0"1990,-1 2 151,-5 9 2858,-5 10-1291,-4 9-355,-3 11 1,-1 3-167,7-14 1,0 3-209,-4 16 1,-2 8 0,3-5 281,5-16 0,3 0-130,1 7 0,2 6 1,1 1-1,2-10-328,7 11-754,3 3 0,8-4 363,2-26 0,3-6 874,5-1 1,2-2 261,-4-2 1,-2-2 763,21-12 811,-21-10-226,-12 5-117,1-15-203,-17 14-1494,-5-4-199,-15 5 0,-8 5-173,-1 5 0,-2 2-378,-2-5 1,0 2-447,4 8 1,4 2 1526,6 2 0,-5 5 0,-1 0 0</inkml:trace>
  <inkml:trace contextRef="#ctx0" brushRef="#br0" timeOffset="150349">23355 16222 8702,'-9'-11'720,"3"2"449,-3 2-989,3 3 360,-5-2-91,-4 3-179,0 2-90,-2 2 0,-3 8 0,-13 20-90,5-3-60,9-1 0,-2 6 0,4-3-3307,-4 13 3264,3-5 1,1 2-2051,6 7 1973,5-13-1018,5 1 1,2-1 928,3-6-271,11 21 270,-3-35-270,21 1 1038,-14-9-678,16-3-351,5-17 351,-12 2 45,-1-10 0,-1-3 2016,-7-1-1926,-6-1 0,-4-1 135,-8-2-90,-6-9 180,-13-4-180,0 12 90,-3 6 0,-3 1-1,-6 1 991,-7-1-1619,6 23 2237,17 6-2777,-7 8 989,13 8 0,6 0 0,2 8 0</inkml:trace>
  <inkml:trace contextRef="#ctx0" brushRef="#br0" timeOffset="150575">23621 16329 9781,'3'-10'-179,"0"-1"179,-1 7 0,-1 1 0,-1 1 0</inkml:trace>
  <inkml:trace contextRef="#ctx0" brushRef="#br0" timeOffset="151026">24025 16040 8972,'0'-13'899,"-2"-3"-539,1 6 540,-3-4 89,0 6-629,-6 6 0,-5 19-225,0 8 0,0 3-1774,3-3 1,0 2 1625,-2 7 0,1 0 13,3-2 0,2-3 0,-4 18-90,6-20 1,2 2-1261,2 8 1,4 0 1079,1-11 0,2 1-109,1 10 0,4-1 64,5-14 0,1-4 135,6 3-179,14-6 89,-14-13 180,3-3 90,-4-3 180,5-19 2528,-22 5-2169,-23-17 2252,-7 19-2701,-2 9 0,0 3 0,4 6-900,-19 8-719,23-2 1529,-8 8 0,19-4 0,0 3 0</inkml:trace>
  <inkml:trace contextRef="#ctx0" brushRef="#br0" timeOffset="151399">22784 17315 10681,'-10'-2'1079,"11"-4"-899,4 0-45,18-2 0,17-4 0,5 1 0,-6 1-811,2-1 1,6 1 675,-13 2 0,9-2 0,5 0 0,3-1 0,1 0 0,-2 1 0,-4 0 0,-6 2-717,3 0 0,-6 1 1,0 1-1,4-1 672,2-1 0,5 0 0,1-1 0,2 0 0,-2 0 0,-2 2-585,2 0 0,-2 0 1,0 1-1,-1 0 1,-2 0 578,2 0 1,-3 0 0,1 0-1,2 1 1,1-1 0,3 0 0,2 0-1,-2 1 1,-4 0 0,-6 1-1,0 0 1,0 0 0,0 0 0</inkml:trace>
  <inkml:trace contextRef="#ctx0" brushRef="#br0" timeOffset="154648">28194 9474 7443,'-10'3'719,"0"1"-269,3-2 180,0 1-540,10 1 180,5-1 89,22 1-179,18-4-1251,-13-1 1,6 0-1,2-1 1116,-6 0 0,3 0 0,0 0 0,1 0-372,4 0 1,1-1 0,0 1 0,1-1 326,-1 0 0,1 1 0,0 0 0,2-1-326,-2 0 1,2 0 0,1-1 0,-2 1-1,-5 0 326,2 0 0,-6 1 0,3-1 0,2 0 0,3-1 0,-3 1 0,-10 0 0,0 1 450,12-2-360,-24 2 180,11-2 181,-26 2 1,-3 0-1,-2 1 1</inkml:trace>
  <inkml:trace contextRef="#ctx0" brushRef="#br0" timeOffset="156132">30739 5595 9152,'-7'-9'3148,"0"1"-3058,3 11 0,2-1 180,-3 14-270,2-6 135,-4 11 0,-2 5-46,1-1 1,1 1-90,-3 5 0,1 0 0,2-5 0,1-1 45,2 3 0,1-3-45,1-3 90,8 27-90,-1-38-3277,22 9 3162,-11-15 205,20-1-1120,-15-2 1030,7-2 90,17 0 0,-5 2-90,5-2 0,-13 5 90,-12 4 0,-6 2 1351,-16 12 0,-7 4-1397,-4-3 1,-3 1-45,-10 13 0,-3 0-926,4-9 1,1-4 925,5-5 0,0-2 0,-7 3 0,4-5 0,5-6-2268,-25 7 2178,21-10-308,-15 1-232,14-9 180,6-2-2827,-11-7 2702,6-10 0,3-5 0,3-8 0</inkml:trace>
  <inkml:trace contextRef="#ctx0" brushRef="#br0" timeOffset="156442">30686 5677 10411,'-3'-14'2339,"1"-2"-1800,5 8 181,11-7-270,24-4-315,-12 7 0,4-1 14,7-5 1,6-3 0,1-1-970,-6 3 1,2-2 0,-1 0 0,-1 1-76,4-2 1,-2 1 0,0 0-199,2-2 1,0-1 0,-12 7-1627,-13 6 2719,-5 2 0,-23 7 0,-5 0 0</inkml:trace>
  <inkml:trace contextRef="#ctx0" brushRef="#br0" timeOffset="163796">15738 10233 7353,'-9'-7'719,"1"1"-539,4 3 90,6-7-180,1 5 0,13-9 0,4 8 0,-1-2-90,2 3 90,6 2 0,-8 0 0,14 1 0,4 0-45,-12 1 0,3 0-15,6 0 0,4 0 0,0 1 0,-3 0 0,-1 1 0,-1-1-1669,12 1 1,-1-1 1580,-5 1 1,2 1 87,-6-1 0,3 0 0,0 1-787,4-1 1,1 0 0,1-1 756,1 2 0,2-1 0,0 0-35,-8-1 0,1 1 1,-1-1-1,-2 0 35,-1 0 0,-3-1 0,4 1 22,9-1 1,5 0-1,1 0 1,-5 0-426,-6 1 1,-4-1 0,5 0 402,3-1 0,6 0 0,2 0 0,-3 0 0,-8 1 0,1-1 0,-1 1 0,2-1 0,8-1 0,0 0 0,-9 1 0,-9 1 0,-1 0 0,4-1 0,4 0 0,1 0 0,6 0 0,2 0 0,-4 0 0,2 0 0,2 0 18,-9 0 0,7 0 0,1 0 0,-2 0 0,-8 1-18,2-1 0,-1 0-30,5 0 0,3 0 0,-2 0-472,1-1 1,-5 0 546,-9 1 0,1 0 217,9-1 0,4 0 0,-5 0-262,-9 0 0,-1 1 397,15-1 1,3-1-398,-13 2 0,2-1 0,0 1 0,3 0 0,2 0 0,-1-1 0,1 1 0,-1 0 0,0 0 0,-5 0 0,0 1 0,-3 0 0,-2 0 0,-3 1 0,19-1 29,-1 0 0,1 0-29,-23 0 0,-1 1 6,13-1 1,3 0-7,1-1 0,-3 0 961,-13 0 1,2 0-962,16-1 0,7-2 0,-4 1 1438,-8 0 0,0 0-1438,3-1 0,2 0 0,0 0 0,-5 0 0,0 0 0,-3 1 0,2-1 0,1 1 0,9-2 0,6 0 0,-7 1-51,-16 2 1,-2 0 50,5 0 0,2-1 0,0 1 0,-1-1 0,0 1 0,1-1 0,3 1 0,1-1 0,1 0 0,-4 0 0,0 0 0,2-1 0,1 1-18,-1 0 0,1 0 0,1 0 0,0 0 0,-1 0 18,3 1 0,0-1 0,-1 0 0,1 1 0,2-1 0,0-1 0,1 1 0,-2 1 0,-6 0 0,0 1 0,-1 0 0,2 0 0,3 0 0,0-1 0,2 1 0,1-1 0,-2 0 0,1 0 0,2 1 0,-1-1 0,-1 0 0,-1 0 0,-1 1 0,-1-1 0,1 1 0,-1-1 0,8 0 0,1-1 0,-3 1 0,-4 0-913,7-1 1,-1 1 912,-13 1 0,3-1 0,1 0 0,1 0 0,1 0 0,2 1 0,0-1 0,0 0-519,0 0 0,0 0 1,0 0-1,-1 0 519,9 0 0,-2-1 0,-3 2 45,-1-1 0,-5 1-45,-7 0 0,2 1 0,10-2 0,7 1 0,-6 0-514,-9 0 0,3 1 514,4-1 0,9 0 0,0 0 0,-9 0 0,-6 1 0,0 0 0,2 0 0,8-1 0,0 1 0,-10 0 0,-9-1 0,-1 1 0,5 0 0,4 0 0,-4-1-369,-5 1 1,-3 0 368,0 0 0,1 0 0,2-1 0,1 0-175,1 1 1,0-1 264,18-2-89,-8 1 1,-3-1-2,-10 1 381,-2 0 1,2-1-292,10-2 0,-7 3 0,3-2-45,0 1 0,1 0 0,-5 0 0,-1 0-45,-4 1 0,0 0 479,17-1-479,-16 2 855,-1 0 0,2 0-855,12-1 44,-4 1 1,2 1-45,-11 0 0,3-1 0,16 1 0,8-1 0,-7 1 1278,-16 0 1,1 0-1279,12-1 0,7 0 0,-9 1 1611,1 0-1611,2 0 0,0 1 0,2 0 30,-3 0 0,8 0 0,-1 0-60,-12 0 0,-1 1 0,1-1-1000,5 0 0,0 0 0,-1 0 1030,8 0 0,-4 0-1034,-12 0 1,-3 1 1033,19-2 0,-17 2 0,5-1 0,-4 1 0,-7-1 0,1 0 0,16 0 0,7 1 0,-7-1 203,-16 0 1,2 0-204,16 1 0,9-1 0,-7 0 0,-14 0 0,-1 0 0,2 0 0,3 0 0,0-1 0,-1 1 0,0 0 0,1 0 0,10 0 0,2-1 0,-2 1 756,-9-1 0,-1 1 1,1 0-757,10 0 0,1-1 0,-9 0 1500,0 0-1500,-3-1 0,1 1-1009,10 0 1009,-15 0 0,5-1 0,1 1-811,2-1 1,0 1 0,0 0 810,-3-1 0,-1 1 0,0-1 0,-2 1 0,-1 0 0,-1-1 0,8 1 0,0 0 0,4 0 0,1 0 0,-12 0 0,1 1 0,0 0 0,5-1 0,-1-1 0,-3 2 556,-7 0 0,-1 0-556,6-1 0,3 0 0,-6 0 278,8 1-278,-8-1 0,3 0 0,-3 0 0,-1 0 45,3-1 0,1 0-45,2 1 0,-1 0 0,-5-1 0,-1 1 0,-1 0 0,-3 1 0,6-1 0,5 0 0,0 0 180,-6 0-90,13-1 90,-8 0-90,-20 1 0,12-1 0,-2-1 0,-11 2 459,19-3-459,-14 2 3186,0 0-2890,2-1-206,-4 1-90,-3 0 90,4 0-90,-12 1 539,6 0-89,-7 0-270,1-3-90,-3 1-90,-3-3 0,-4-3-90,0 3 90,-5-8-90,-1 4 90,-8-12-90,4 5 0,-3-2 0,7 7 0,-2-6 0,-3-10 0,3 6 0,-5-17 0,11 24 0,-4-17 0,5 9-45,2 0 0,0-4-1594,4-16 1,0-1 1535,-1 11 1,1 0-685,1-2 1,2-2 0,-1 4 786,3-10-15,-1 9 1,0-4 0,0 3-31,-1 5 0,0 1-333,3-18 1,1-4 377,-3 11 0,0-2 0,0 0-30,-1 4 0,-2 1 0,1-4 30,1-1 0,0-4 0,0 0 0,-2 3 0,0 0 0,0 2 0,-1 0 0,0-5 0,0 0 0,-1 3 891,1 6 1,-1-1-892,1-7 0,1-4 0,0 6 0,-1 15 0,0 0 0,1-19 0,0-1-420,1 12 1,-1 2 374,0 1 0,-1 0-431,1-2 0,0 1 476,-2 9 0,0 0 0,1-5 0,0-1-468,1-5 0,0-1 468,1-3 0,0 0 0,0 0 0,1 4 0,0-3 0,-1 11 0,0 0 371,1-3-416,0-9 0,-1 0 1678,-1 6-1633,-1-5 0,0 1 956,-3 11-956,0-20 2717,-2 18-2717,-3-18-90,-3 1 90,2 9 0,-2 3 0,6 26 0,-3-8 0,3 10 0,-1-1 357,-7-1-357,-14 5 0,5-2-89,-25 10 89,-1 3 0,17-3 0,-4 1 0,-5 0 0,-5 0 0,-3 0-715,6-2 1,-2 0-1,-1 0 1,-1 0 714,0 0 0,1 1 0,-3-1 0,-1 0 0,5-2 0,-1 1 0,-1 0 0,-2 0 0,1-1 0,1 0 0,1 0 0,0 0 0,1 0 0,-1-1 0,1 1 0,1-1 0,-4 1 0,1-1 0,0 1 0,1-1 0,-1 0-323,0 1 0,1-1 0,-1-1 1,1 1-1,-1 0 323,2 0 0,-1-1 0,0 1 0,2-1 0,2 1-79,-8-1 1,3 0 0,-6 0 78,12 1 0,-5-1 0,-3 0 0,-2 0 0,1 1 0,0-1 0,3 0-100,0-1 1,1 1-1,1-1 1,0 1-1,0-1 1,0 0 99,0 1 0,2 0 0,-1-1 0,-1 1 0,-1-1 0,-3 1 0,3-1 1,-2 0-1,-3 0 1,-1 0 0,0 0-1,1 0 1,2 0-1,3 0 1,4 0-1,-8 0 0,6 0 0,1 0 0,-5 0 0,6 0 0,-3-1 0,-2 1 0,-1 0 0,-1 0 0,1 0 0,0 1 0,-2-1 0,0 1 0,-1 1 0,0-1 0,2 0 0,2 1 0,3-1 0,-6 0 0,5 0 0,-1 0 0,-6 1-128,8-1 0,-3 1 1,-4-1-1,-1 1 1,-1 0-1,0-1 1,1 1-1,2 0 128,-2 1 0,1-1 0,0 1 0,1-1 0,0 1 0,2-1 0,1 1-119,-5-1 0,2 1 1,1-1-1,-1 1 0,-2 0 119,6-1 0,-2 1 0,-1 0 0,0-1 0,-1 1 0,2 0 0,1 0-15,-1 0 0,0 0 0,0 0 0,2 0 0,2 0 1,1 0 14,-3 0 0,4 0 0,-1 0 0,-7 1 0,7-1 0,-5 0 0,-4 1 0,-3-1 0,-1 1 0,1 0 0,1 0 0,4-1 0,3 1 0,-5-1 0,5 1 0,1-1 0,-1 0 0,-5 1 0,7-1 0,-2 1 0,-3 0 0,-1-1 0,-2 1 0,1 0 0,1 0 0,1 0 0,3-1 0,-9 1 0,2 0 0,1 0 0,1 0 0,1 0 0,0-1 0,-1 1 0,1 0 0,1 0 0,-1 0 0,-3 0 0,6 0 0,-4 0 0,-2 0 0,1 1 0,2-1 0,3 0 0,6-1 273,-7 1 0,7 0 1,-5 0-259,1 0 0,-7 0 0,-3 0 0,0 1 0,4-1 0,8-1-15,3 1 0,7-2 0,-5 1 0,-10 1 0,-5 0 0,-1 0 0,5-1 0,6 0 0,3-1 0,-4 0 0,2 0 0,-4 0 0,-2 0 0,2 0 0,4 0 0,-4 0 0,4-1 0,-3 1 0,-5 0 0,-4-1 0,2 1 0,7-1 0,5 0 0,1 1 6,2-1 1,-5 1 0,-3 0 0,0 0-7,2 0 0,-1 1 0,-2 0 0,1 0 0,2 0 22,0-1 1,2 1-1,-1-1 1,-4 1-23,4 0 0,-4 1 0,-2 0 0,-1-1 0,1 1 0,3 0 0,4 0 0,-11 1 0,6-1 0,-3 1 0,0 0 0,-4 0 0,0 0 0,5-1 16,4 1 0,3-1 1,-3 1-17,3-1 0,-3 0 0,0 0 0,3 0 0,4-1 0,3 0 0,-5 1 0,-5-1 0,-6 2 0,-3-1 0,4 0 0,6-1 0,-8 2 0,1-2 0,6 0 0,-4 0 0,-1 0 0,5 0 0,3-1 0,4 1 0,-1-1 0,0-1 0,1 1 0,-3 0 8,1-1 0,-2 0 0,-1 1 0,-1-1 0,-6 0 0,-2-1 0,0 0 0,2 1 0,8-1 0,3 1 0,-1 0 0,-3-1-156,-4 0 0,-5 0 0,0 0 0,4 0 0,7 0 118,1 0 1,3-1 356,-8 1 0,-3-1 0,3 0-312,1 1 1,3-1 259,-1 1 1,-3-1-277,1 1 1,-4 0 0,5 0 0,7 1 0,0-1 0,-3 0 0,-5 1 0,0-1 0,5 1 0,4 1 0,0-1 880,-16 0 1,-3 0-880,0 3 0,4 1-457,17-2 1,-1 0 456,-9 2 1,-5 0-1,4 1 1,3 0 0,1 0-1,-2 1 1,-2 0 0,3 1 693,1-2 0,1 2-636,-3 1 0,-4 0 1,8 0 120,-8 0-91,8 0 1,0-1-251,-11 3 250,17-4 0,0 0-486,2 0 0,0 0 484,0-1 1,-3 0 2,-8 3 0,-3 0-676,-4 1 1,-2 0 613,13-3 0,0 1 0,0-1 364,1 1 0,-1 0 0,3-1-306,1 0 1,2-1 207,-19 4-208,15-3 0,3-1 83,4-1-175,0 0 1,1-1-8,3 1 5,-24 3-3,13-2 93,1 0 0,-1 0 81,-12 2 87,3-1 102,14-1 0,13-3 21,2 1 2028,-2 0-1988,6 0 72,-1 1 49,-1 0-92,5 0 57,-11 7-26,9-6 2731,-9 8-2811,5-4 971,-10 11-1678,-3 8-94,6-6 468,-4 10-468,12-7-121,-1 0 68,1 2-56,-1 21-1122,6-15 1,0 2 1191,0-1 1,0 0 351,2 3 0,2-1-142,1-5 1,1-2-1151,2 19 1286,-1-11 0,1 5 0,0-3-33,0-7 0,1 0-413,-1 1 0,1 4 0,0-1 434,0 2 0,1 1 0,0-4-39,0 0 1,0 3 81,1 5 0,1 9 0,0 1 0,-1-6 27,-1-10 1,0-3 0,0 3-31,1 5 1,0 5 0,1-1 0,-2-5-107,1 7 1,0-1 94,-2-1 1,1 3-1,0 2-2,-2-11 1,0 0-1,-1 1 1,1-2 183,0 8 0,1-1 0,-1 0-167,0 3 0,1 1 1,-1-5-35,0-1 0,1-5 0,-2-8 0,0 1 42,2 11 1,0 6 0,0-2-495,-1 0 0,1 0 551,-1-5 0,1 3 1,0-5 204,0-2 1,0-3-247,-1-5 0,1-3-45,3 9 90,-3-9 1291,0-8-1381,-2-12 1687,0 3-1687,0-2 2109,0 0-2109,0-3 604,2 2-604,-2-2 90,4 3-90,-1 0 90,1-1 0,-1 1 0,-1-4 0,-1 0 0,2 1 0,-1-1-90,2 2 0,-1 1 90,-2 0 0,1 3-90,-2-2 90,0 0 0,1-1-90,0-4 90,6-2 0,23-7 0,-1-1 0,-6 1 0,4-1-90,4-2 0,6-1 0,2 0 0,-1 0-301,8-1 1,0 1 0,2 0 282,-12 1 0,3-1 0,0 1 0,0 0 0,-2 1-712,-1 1 1,-2 1 0,1 0 0,1 1 746,7 0 1,2 2-1,1-1 1,-2 1-1,-6 1 1,-1 0-1,0 0 1,2 0 0,5 1-1,0-1 1,0 1-1,0-1 1,0 0-1</inkml:trace>
  <inkml:trace contextRef="#ctx0" brushRef="#br0" timeOffset="166117">29682 10696 7443,'26'-18'539,"-3"-2"1,1-2-495,-6 5 0,0-2 45,5-5 0,2-3 0,-4 3-3357,8-8 3357,-3 3 0,2 0-106,-10 10 0,0 3-794,2-1 1,0 2 809,11-4 0,-14 14 0,-10 8 0</inkml:trace>
  <inkml:trace contextRef="#ctx0" brushRef="#br0" timeOffset="166777">29820 11699 8432,'2'-10'1080,"0"1"-541,-1 2-89,-1 1 90,0-1-540,-2 10 180,0 2-180,4 16 0,0-10-3277,17 0 3162,-7-14 115,12-6-1386,-3-2 1386,2-4-6,14-13 0,2-4 6,-18 14 0,0-1-322,5-3 0,1-3 1,-1 0 231,2-9 0,-5 1 1155,-7 13 1,-2 0-1606,12-20 1,-4 1 539,-7 5 0,-3 0 0,-10 17 0</inkml:trace>
  <inkml:trace contextRef="#ctx0" brushRef="#br0" timeOffset="168002">29561 12523 9871,'0'11'360,"-1"4"-270,-1 0-90,1-1 0,0 2 90,1-8-90,0 2 0,1 3 0,6-6 90,22-16-90,7-18 0,-8 0 0,4-6 0,0-1-30,-3 2 0,0 0 0,0 0-1063,-2 1 1,0 0 0,-2 2 899,5-5 1,-5 7 192,-10 8 0,-18 19 0,-2 1 0</inkml:trace>
  <inkml:trace contextRef="#ctx0" brushRef="#br0" timeOffset="168769">29206 13535 9062,'-8'-8'809,"1"1"-719,4 12 0,0-2 0,1 18 0,0-9 0,0 19 0,1-8-90,1 2 0,1-7 90,6-7-90,24-23 45,4-11 0,3-6-777,-1-1 1,1-2 731,-6 4 0,0-3 0,-3 4-210,-3 3 1,-3 2-331,3-3 1,-3 4-810,-5 6 1349,4-4 0,-20 26 0,-4 4 0</inkml:trace>
  <inkml:trace contextRef="#ctx0" brushRef="#br0" timeOffset="169304">28963 14339 9062,'3'-7'450,"0"0"269,0 0-269,-1 1-90,2-1 629,0 0-899,-10 32-270,5-9 0,-6 22-90,9-17 180,3-12-89,31-17 89,3-17-1549,-12 9 1,0-1 1535,-3-1 1,0-1 12,0-2 0,2-3 0,-1 1-1549,7-6 1,0 0 883,3-3 0,-2 1 554,-10 9 1,-5 6 0,-10 9 0,-1 1 0</inkml:trace>
  <inkml:trace contextRef="#ctx0" brushRef="#br0" timeOffset="169878">29063 15149 9422,'1'-9'1439,"-1"1"-630,1 2-719,-5 25-90,2-12 0,-8 39 0,7-30-90,-2 11 0,3-16 0,2-2 0,3 3 1,4-6-1,3-1 90,11-14-45,10-15 0,4-7 45,-5 3 0,2-1-1093,1-2 1,3-3 0,-3 2 989,-2 1 1,-2 1-123,4-4 0,0 1-1221,-7 8 0,-3 2 1446,-2 3 0,-1 2 0,10-9 0,-19 22 0</inkml:trace>
  <inkml:trace contextRef="#ctx0" brushRef="#br0" timeOffset="170412">29114 16106 10501,'6'4'1259,"-2"4"-1259,-5 2 0,-1 10-270,-1 2 180,2-2-269,3 1 89,2-12-90,4 3-90,13-10 360,-6-2-90,14-13 1,3-7-1,-9 2 0,2-3-60,6-6 0,6-5 0,-3 1-241,-6 5 1,-1 0 0,0 0 480,5-6 0,1 0 0,-2 0 0,-6 6 0,0 1 0,-1 0 0,-2 1 0,1-1 0,0 1 0</inkml:trace>
  <inkml:trace contextRef="#ctx0" brushRef="#br2" timeOffset="174624">22335 11036 18395,'14'-3'1850,"13"-1"-1544,16-3 1,4-2-205,-17 4 1,3-1-53,5 0 0,7-2 0,1 0 1,-1 0 11,4 0 1,-1 0 0,2 0-55,-12 2 1,1 0 0,1 0-1,2 0 1,0-1 10,1 1 0,1-1 1,1 0-1,0 0 1,0 1-1,-2-1 61,3 1 1,-2-1-1,0 1 1,-1 0-1,-1 0-100,3-1 1,0 0-1,-3 1 1,-2 0 16,1 0 0,-2 0 0,-11 2-18,-13 2 27,4-3 165,-12 2-500,-2-2-140,1 4 526,-1-2 0,0 3 0,-1 0 1</inkml:trace>
  <inkml:trace contextRef="#ctx0" brushRef="#br2" timeOffset="175564">22344 12078 12709,'30'-8'511,"1"0"1,4 1-452,-3 2 0,3-1-23,0 0 1,2 0 0,2 0-43,8-1 1,1 1-1,-2 0-247,-10 1 1,-1 1 0,1-1 277,10-1 1,2-1 0,2 1-683,-11 1 1,3 1-1,0-1 1,-1 1 0,-4 0 315,3-1 1,-3 1 0,4-1 140,-2 1 0,7-1 0,2 0 0,-1 1 0,-3-1 0,-8 1-748,9 0 0,-5 0 917,2 0 1,1 0 0,-4 0 0,-9 1 0,-2 1 0,-1-1 0,0 1 0</inkml:trace>
  <inkml:trace contextRef="#ctx0" brushRef="#br0" timeOffset="177246">22105 13846 6903,'20'-4'-90,"1"1"180,1-2-90,7 0-56,0 0 0,7-1 0,1 0 116,4-2 0,1 1 0,2-1-1153,3 0 1,0 0 0,1 0 915,-3 1 1,1-1 0,-4 1 176,-1 0 0,5 1-208,-6 0 0,8 0 1,6 0-1,1-1 1,-4 1-1,-6 0 178,3 0 0,-6 1 0,9-1-69,-10 1 0,8-1 0,6 0 0,1 0 0,0-1 0,-4 2 0,-6 0 0,-8 0 0,10 1 1,-5 0-1,-2-1 0,1 1 0,-1 0 0,0 0 0</inkml:trace>
  <inkml:trace contextRef="#ctx0" brushRef="#br0" timeOffset="178018">22499 14909 6903,'11'-9'90,"22"-6"-1729,7 3 1,7 0 963,-14 2 1,2 1-1,4-1 729,3 0 0,4-1 0,4 0 0,1 0 0,-1 0 13,-8 3 1,0-1-1,1 1 1,1 0 0,-1 1-1,1-1-52,3 0 0,0 0 0,0 0 0,1 0 0,0 1 0,2-1-92,-3 2 0,2 0 0,1 0 0,-1 0 0,0 0 0,-2 1 0,-4 1 77,1 0 0,-3 0 0,-2 1 0,0 1 0,0-1 0,9 0 0,0 0 0,-2 0 0,-5 2 0,1 1 0,0 0 0</inkml:trace>
  <inkml:trace contextRef="#ctx0" brushRef="#br0" timeOffset="178677">22728 15932 8342,'36'-16'315,"-11"7"0,4 0-225,0 0 0,3 0 0,5 0 17,2 1 1,5-1 0,3 0 0,0 0 0,-2 0-471,3 1 1,-2-1 0,1 1-1,6 0 396,-9 2 1,3 0 0,4 0 0,2 0 0,0 0-1,-2 1 1,-2 0 0,-4 0-70,3 1 0,-3 1 0,-2 0 0,1 0 0,2 0-39,2 1 0,3-1 0,2 1 0,-2 0 0,-3 0 0,-5 1-576,3 1 0,-6 0 0,1 1-99,6 1 1,0 0-1,-6 1 440,-13 0 0,-2 0 0,11 1 1,-4 0-1,-7 2 0</inkml:trace>
  <inkml:trace contextRef="#ctx0" brushRef="#br0" timeOffset="179382">22823 17269 8162,'13'2'90,"-1"0"-90,3-5 90,16-4 0,4-1 0,11-3-45,-7 1 0,10-1 0,2-1 0,-7 1-1684,-2 1 1,3-1 1502,-10 3 1,6-1 0,5-1 0,2-1 0,0 0 0,-2 2 0,-5 0 157,5 0 1,-4 0-1,0 1 1,3-1-310,-6 1 0,3 0 1,1-1-1,0 1 1,0-1-1,-2 2 269,1 0 0,-1 0 0,0 1 0,-2 0 0,-2 0-132,10 0 0,-3 0 0,3 0 226,-1 0 1,4 1 0,-1 0-1,-5 0 1,-8 1 0,-4 1-1,1 0 1,16-1 0,0 1-1</inkml:trace>
  <inkml:trace contextRef="#ctx0" brushRef="#br0" timeOffset="197359">29091 10664 6273,'-12'-6'180,"-7"-1"-3457,10 4 1074,-7-1 3792,3 1-1409,-11-3-91,6 2 91,-23-4-180,24 6 45,-8 0 0,-2 0-1364,-4 2 1319,-10 0 0,3 1-208,4 1 163,-4 1 0,-1-1 45,-9 2-45,12-1 0,-1 0 45,-2 0 0,3 0-361,11 0 1,-2-1 337,-7 0 1,-7 1-1,-3 0 1,3 0 22,-3 0 0,1 0 0,-3 0 0,3 0 0,-2 0 0,-1 0 0,-1 0 0,-2 0 0,-2-1 0,2 1 0,2 0 24,-1-1 1,2 1 0,-3 0-25,7 0 0,-4-1 0,-1 1 0,3-1 0,3 1 0,1-1 0,3 1 0,-1-1 0,-10 1 0,-3 0 0,4 0 0,1 1 0,1-1 227,6 0 0,-3 0 0,-1 0-227,5 0 0,-2-1 0,1 1 0,1 0 0,-6 1 0,0-1 0,2 1 0,5-2 0,0 1 0,0 0 0,-2 0 0,1 1 0,1 0-633,1-1 1,0 1 632,0-1 0,-1 0 0,-3 1 22,0 0 1,-2 0-1,1 0 1,4 0-23,-5-1 0,0 1-41,1 0 0,-5 0 0,-1 0 1,6 0 40,-9-1 0,2 0 0,2-1 0,-2-1 0,2 1 0,12-1 0,1 1 0,-1-1 0,-16 1 0,-3-1 0,9 0 0,16 1 0,2-1 0,-17 0 0,2 1 507,-3 0-507,-4 1 0,-2 0-132,14-2 1,1 1 176,-15 0 0,0 1-45,15-1 0,3-1 1417,-6 1-1388,5 0 1,-6 0 0,4 0-30,-13 1 0,2 0 0,-1 0 0,19 0 0,3-1 302,-17 2-302,18-2 0,-2 0 0,-14 1 0,0 0 1179,11-2 0,-2 0-1149,-2 1 0,-4 0 0,4-1-1911,-15 1 1881,1 0 1578,11 1-1578,4-1 0,-5 0 90,2 1-90,-1 0-2168,8 0 2168,-3-1 0,16-1 1433,4 0-1343,-2 0-90,-8 0 90,10 0 692,-8-1-602,-6 0-90,5 0 0,-10 0 180,11-2-90,-3 1-90,7-1 3186,-7-1-3107,8 1 304,-4-1-473,6 2 90,0-1-180,4 1 0,3 0-540,-2 2-1079,3 2 1709,1 2 0,1-2 0,2 0 0</inkml:trace>
  <inkml:trace contextRef="#ctx0" brushRef="#br0" timeOffset="208497">31981 5020 7263,'0'-14'1079,"-2"-1"-989,0 6 180,-1 0-90,-12 4-90,6 3-90,-11 0 180,-24 25-135,24-4 0,0 3-45,-6-1 0,2 3 45,3 16 0,8 2 0,11-9 0,5 1-1138,2-1 1,3 3 0,2-2 1079,5 2 1,4-2-287,7 3 0,4-7 299,14-9-2041,0-12 2041,-12-14 90,-1-17-90,-13 1 0,-4-14 0,-4-6 0,-9 9 0,-4 0 0,3-12 0,-3 1 0,-5 12 0,-5 2-45,-10-6 0,-2 3 270,-2-1-315,-4 6 0,0 6-180,12 16 270,-12 16 0,26 5 0,0 11 0</inkml:trace>
  <inkml:trace contextRef="#ctx0" brushRef="#br0" timeOffset="208776">32237 5130 8522,'2'-11'540,"-1"2"-360,0 3-90,0 0-90,0 1 90,2 1-720,4 0-90,1 2-89,1 0 809,3 0 0,-2-2 0,4-2 0</inkml:trace>
  <inkml:trace contextRef="#ctx0" brushRef="#br0" timeOffset="209161">32537 4840 7982,'-2'-12'990,"1"1"-810,0-2 180,6-2-91,21-2-89,6 1-135,5 4 0,3 2 45,8 1-60,-14 2 0,6 0 0,-7 1-3172,7 0 3142,-6 0 0,-2 1 0,-3 1 0,-8 8 0,-6 7-2351,-20 25 2351,-12 2 0,2-3 0,-2 5 0,3-3 45,2-9 0,2 0-45,0 8 0,0 6 0,0 2 0,4-7 864,4-1 0,2-1-1014,0 6 0,1 4 1,2-3-158,3 2 1,1-3-1,-2-5 1,1-2 0,-1-6-1,0 0 1</inkml:trace>
  <inkml:trace contextRef="#ctx0" brushRef="#br0" timeOffset="213343">24144 12728 7803,'8'0'0,"-1"1"0,-5 4 0,0 2 0,-1-2 89,3 7-89,0-6 0,1 6 0,0-5 0,0 1 90,7-9-90,-4 0 90,21-20-90,-15 8 0,16-16 0,-12 9 0,5-4 0,10-9 0,3-2 0,-12 13 0,0 0-90,2-2 0,2-3 1,-3 4-811,13-9 900,-13 8 0,-8 6 0,-4 3 0</inkml:trace>
  <inkml:trace contextRef="#ctx0" brushRef="#br0" timeOffset="214078">24038 13603 7623,'-4'-8'539,"0"1"-449,13 18-90,-2-12 0,7 12 0,10-33 0,-7 4 0,12-17 0,-4 3 0,3-3 0,2-2 0,1 0 0,0-1 0,0 1-463,-3 4 0,-2 3 13,9-3-180,-15 14 630,10-5 0,-21 19 0,1 0 0</inkml:trace>
  <inkml:trace contextRef="#ctx0" brushRef="#br0" timeOffset="-214667.73">24311 14305 8612,'7'-1'360,"-3"-1"-360,1 9 0,-3-2 90,-1 0-90,1 12 0,0-7 0,0 8 0,0-8 0,3-1 0,3-2-1639,15-20 1,3-8 1523,5-5-642,-2-1 1,6-8 0,-5 4 711,-8 8 1,0 0 44,8-9 0,4-5 0,-3 3-90,-2 3 0,-2 2-450,-3 4 0,0-1 1,-3 4 449,-2 2 0,-3 3 90,4-2 0,-18 17 0,-1 1 0</inkml:trace>
  <inkml:trace contextRef="#ctx0" brushRef="#br2" timeOffset="-213776.73">24632 15347 13001,'-6'0'180,"0"0"-414,5 12-185,0 0 120,0 8 87,1-1 114,1 4-83,1-11-233,2-1-112,8-11 480,-1-3 315,9-6 140,-4-6-1888,6-6 1,0-2 1912,9-10-937,-7 7 0,2-4 0,-2 3 707,-3 3 1,-2 1-985,9-12 1,-1 2 258,-2 3 425,-8 7 88,-13 19 1,-3 1-1,0 2 1</inkml:trace>
  <inkml:trace contextRef="#ctx0" brushRef="#br0" timeOffset="-213107.73">24363 16506 7803,'-5'-7'1439,"0"1"-1169,2 2-270,2 9 90,2 2-90,1 7 0,1-1 89,3 12-89,1-2 90,5 19-90,-1-10 0,-3-6-3277,1-9 3162,-4-12 115,1-1 0,31-24 0,-11 0-90,4-6 0,8-9 1,-3 1-907,-9 6 0,-2 1 0,2-2 546,-1 1 0,2-2 0,-1 1 1,-2 1 449,8-10 0,-4 4 0,-7 8 0,-3 3 0,6-8 0</inkml:trace>
  <inkml:trace contextRef="#ctx0" brushRef="#br3" timeOffset="-25515.73">9709 3723 11288,'-9'-5'-955,"1"0"766,-5-3 596,2 1 203,-9-5-445,9 5 71,-1 0-109,6 3 291,-4-2-18,4 2 628,-7-2-653,46 13 305,-9-7-304,7 4 1,7 1-174,0-4 1,6-1 0,0 0 0,-3-1-161,-7 1 0,-3 1 0,7-1 93,2 1 1,8-1 0,5 1 0,3-1 0,-2 1-1,-3 0 1,-8 0-197,5 0 1,-6 0-1,8 0 137,-11 0 1,6 0-1,3 1 1,3-1-1,1 0 1,-2 1 0,-2-1-1,-5 0-386,3 1 0,-4-1 0,-1 1 0,0-1 0,1 0 347,4 1 0,1-1 1,0 0-1,-1 0 0,-3 0 10,10 1 0,-3-1 1,-9-1 392,-12 0 1,-6-2-127,-6-3 442,-6 2-990,-21 4 156,4 10 1,-1 4 0,1 2-1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49:25.815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  <inkml:brush xml:id="br4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9278 13988 9747,'-4'10'2831,"0"-1"-3433,14-11 345,-6 2 140,21-8 248,11-3-140,3-1 25,7 0-248,-20 5-55,-11 5 377,-9 0-900,1 1 810,-2 0 0,-3-5 0,-3-2 0</inkml:trace>
  <inkml:trace contextRef="#ctx0" brushRef="#br1" timeOffset="1667">9984 13494 8522,'-6'-4'90,"0"0"0,-1-2 0,1 1 450,-6-5-181,1 1 181,-7-4 180,-18-8-630,5 8-1607,-4-1 1,-2 3 1606,1 1-89,-1 5 0,-7 0 0,-2 3 59,-3 5 0,-1 3 0,0-1-60,5-3 0,1-1 0,-3 3-59,7 2 0,-2 1 0,-2 1 0,2 2 0,2 1 81,-2 4 1,2 2-1,2 1 1,0-2-23,-6 0 0,1-1 0,-1 4 18,10 1 0,-2 3 0,0 2 0,4 3 0,6 1-18,7 3 0,7 4 0,2 0 0,-2 0 0,-2-1 0,0 0 0,1 0 0,2 1-521,2 1 1,2 2-1,2-1 1,4-2 550,2-1 0,4-2 0,4 3-8,7 6 1,5 4-1,2 0 1,-3-5 33,-5-5 0,-1-2 0,4 2-56,1-3 0,4 4 0,2 1 0,1 1 0,2-4 0,0-5-27,7-2 1,1-5-1,2-3 1,-1 2 48,0 2 1,0 1-1,0-1 1,1-2-326,0-4 0,1-1 0,0-3 0,-2-3 333,-1-4 0,-2-4 0,3-2 15,1-5 0,3-2 0,2-2 0,-2-2-23,1-1 0,0-1 1,0-2-1,1 0-22,-6 2 0,1 0 0,0 0 0,0-3 0,0-3 167,-3-3 0,1-4 1,0-3-1,-1 0 0,-2 0 1,-3 1-168,2-5 0,-4 2 0,-1-1 0,1-1-273,6-5 0,1-1 1,-1 1-1,-5 1 273,-5 3 0,-4 2 0,-2-3 22,-2 0 1,-1-2-1,-2-2 1,-3 2 97,-3-6 0,-5 2 0,0-3-75,4 1 0,1-1 0,-3-1 0,-12 4 233,-10 6 0,-10 2 1,-5 1-1,-2 4 0,1 2-233,-5 2 0,-1 4 0,-2 2 0,-3 0-30,4 2 0,-2-1 0,-2 0 0,-1 2 0,-1 0 0,1 3-15,1 2 0,-1 1 0,0 2 0,0 1 0,1 0 0,-1 1 15,1 0 0,0 1 0,0 0 0,0 1 0,2 0 0,0 0-181,1 0 0,1 0 1,0 0-1,2 2 1,-1 1-173,-8 2 1,-2 1 0,4 3 0,6 4-756,9 6 1,4 3 0,2 0-110,-12 4 1,4 2 1201,9 7 0,4-1 0,-1 4 0,-1 2 0</inkml:trace>
  <inkml:trace contextRef="#ctx0" brushRef="#br0" timeOffset="4151">9454 15117 22163,'10'-10'2685,"-3"1"-2471,-7-8-2533,8 25 398,4 28 230,3 6 1242,-5 0 0,1 6 415,-4-3 0,0 4 0,0 5-65,-2-13 0,-1 4 0,1 2 1,-1 2-1,1-1 0,-1-2-150,0-3 0,-1 0 1,1 0-1,-1-1 1,0 1-1,0-1 4,1 9 0,-1 2 1,0-2-1,0-3 0,-1-5 212,0-1 0,-1-5 1,0-2 333,0 8 0,0-4 81,0-12 0,1 0-690,0 14 1,-2-9-1484,-3-28 1463,-1-3 209,-9-48 0,-4 6 1,5 14-1,0 0 0</inkml:trace>
  <inkml:trace contextRef="#ctx0" brushRef="#br0" timeOffset="4850">9490 15053 22209,'-10'-23'-3277,"2"3"0,0 23 4138,-16 32 664,1 5-1151,4-5 0,-2 2-115,3-4 1,2-2-63,2-5 1,1-2-269,0 1 0,2-2 1814,0-2-103,14-22-1379,20-27-150,-8 9 0,1-2 37,4-4 0,2 0 65,-2 6 1,0 3 579,7-1 234,8 11-1024,-14 19 0,-1 7-620,2 1 0,0 1-577,-1 0 0,0 2 139,7 9 1,0-2-1457,3-6 872,-8-4 1,0-2 1233,7-5 0,-8-7 1,0 0-1</inkml:trace>
  <inkml:trace contextRef="#ctx0" brushRef="#br1" timeOffset="5800">9482 16850 8522,'-1'-11'540,"-3"-6"-90,0 6 179,-5-8 91,-10 7-450,-4 6-683,-2 5 593,-6 12-90,5 8 0,1 3 0,-8 10-46,6-3 1,6 2-45,23 17-179,13-9 134,0-18 0,3-3 45,23 1-90,-16-9 90,-5-1 502,-35 12-502,-3 5 0,-11 11 0,12-8-45,12-3 1,4 1 44,9 10 0,-4-9 0,4-1-45,10-4 0,4-4-495,16-1 270,2-1-90,-10-17-2698,5-14 3058,-16 6 0,20-14 0,-21 7 0</inkml:trace>
  <inkml:trace contextRef="#ctx0" brushRef="#br1" timeOffset="6200">9640 17171 8882,'-7'-12'2339,"0"1"-2249,12 12 89,1 5-89,6 9 90,7 20-1819,-6-9 1,-1-1 844,10 17 1148,-11-18 1,0-2-265,7 8-90,3-9 0,6-7 0,0-28-45,-14-11 0,-4-5-45,0 5 0,-2 0 0,-1-2 0,-1 1 2508,-1-13-2418,-2 17 0,1 0 0,-1 10 0</inkml:trace>
  <inkml:trace contextRef="#ctx0" brushRef="#br1" timeOffset="7050">10115 17208 11940,'3'-8'630,"2"2"-630,4 6 180,18-10-180,-14 5-90,13-9-90,-17-1-180,-14-9 90,-8 5 180,-15 2 0,2 21 0,-1 10 0,9 7 0,3 3 90,-4-5 0,4 2-45,13 22 1,11-1 44,16-3-45,-9-10 0,4-3 45,6-10 0,4-9 0,-1-10 0,0-6-1307,-2 4 0,-1-2 1262,-2-8 0,-2-4-90,-1-16 0,-3-2 90,-8 12 0,1 1 45,4-12 0,-1 3-90,-7 3 0,-15 39 90,5-4 0,-7 26 0,5 13-45,4-19 0,0 0 45,-1 21 2524,3-5-2524,7-39 0,-2 5-90,6-21 45,0-15 0,1-4-1594,0 9 1,0-1 1490,0-9 1,3 3 57,16 0 90,-13 47 90,1-4-90,-1 25 0,-4 5 90,4 4-90,-3-8 0,-1-12-719,8-24 394,0-13 1,2-6 0,-3 6 0,0-3 0,7-11 0,0 0 0</inkml:trace>
  <inkml:trace contextRef="#ctx0" brushRef="#br1" timeOffset="7367">11114 16645 9062,'3'16'1979,"-3"6"-1800,3 15 1,0 8-60,-3-10 0,-1 3 0,0-2-30,0 11 0,1-2-1729,-2 1 1,2-4 882,5 5-2521,7-22 3211,-4-8 1,4-4-1,-10-13 1</inkml:trace>
  <inkml:trace contextRef="#ctx0" brushRef="#br1" timeOffset="7599">11149 16916 9602,'6'-20'0,"-3"8"-405,21-8 0,6-2 405,4-3 0,-8 4 0,0 0 0,4-8 0</inkml:trace>
  <inkml:trace contextRef="#ctx0" brushRef="#br1" timeOffset="8099">11322 16591 9332,'-8'-9'1799,"15"28"-1665,-3 16 1,-1 7-75,1-9 0,0 2 0,-1 1-1153,-2 6 1,-1 1 0,-2-4 695,0 1 0,-1-4 826,-3-2 1,3-7-1149,6-20 89,17-27 495,-6 1 0,0-3-1089,3-6 0,-1 2 1224,6-5 2088,-7 22-2088,9 31 90,2 20 0,-9-10 0,-2 1-1224,-6-6 0,-1-3 1134,4 13 1908,-6-22-1908,10-11 0,-1-4 0,7-12 0</inkml:trace>
  <inkml:trace contextRef="#ctx0" brushRef="#br1" timeOffset="8500">11832 16898 8882,'-7'-8'1169,"-5"-1"1,-5 5-991,4 0 1,-6 5 90,-1 12-45,4 6 0,0 2-3502,-10 13 3309,12-11 1,2-1 57,6 4-180,17 1 0,-5-12-270,25-5 90,-1-45 90,-4-7 180,-14 15 0,-5-3 45,-15-3 0,-7 3 45,-2 4 2870,-15-8-3140,11 38-3058,-3 16 3238,9-6 0,-1 8 0,15-14 0</inkml:trace>
  <inkml:trace contextRef="#ctx0" brushRef="#br1" timeOffset="8917">12020 16777 9961,'-4'-8'1529,"0"1"-629,2 2-540,-7 15-270,5-3 180,-8 37-181,11-22-1728,-1 6 1,2 0 844,3-6 884,4 18 769,10-6-859,-1-13-180,30-13 180,-23-23-45,-2-11 0,-4-4 45,-7-11-45,-10 2 1,-3 1-46,-2 9-2789,-9-9 3698,8 37 0,3 3 0,1 6 0</inkml:trace>
  <inkml:trace contextRef="#ctx0" brushRef="#br1" timeOffset="10001">12546 16748 10051,'-26'-12'1260,"11"5"-631,-22-1-179,2 20-3727,-4 7 2482,6 3 795,14 0 860,13 10-1310,10-8 180,2 6-180,26-26 271,-6-17-1156,3-5 1335,-10-2 2506,1-12-2596,-4 13 90,6-4 135,-13 45 0,-3 13 0,-2 10 0,-1 4-216,1-6 1,-1 3-1,0-2 111,-1-6 0,0-3 0,0 2 619,2 6 0,2 2 0,-1-4-514,0 4 0,1-2-90,1 3 0,-1-2-45,0-13 0,-7-11-90,-16-26 90,4 0-90,-13-15 180,-4-6-90,4 1 0,-2-1 515,17 1-515,32 1 0,-2 2 0,14-8 0,-4 1 0,1-8-279,-11 7 1,1-4-1,-1-1 1,0-1 255,3-3 1,0-1-1,-1 0 1,0-2-1,-1-1 1,-1-2-1,-1 0 1,-3 0 67,-4 3 0,-1-1 0,-3 3 0,0 4-1616,0 0 0,-1 2 1616,-2-9 0,0 8-45,-2 24 90,2 26-90,2 16 0,-3-5 0,1 6 0,-2 8 0,0 6 0,-1-5 0,0-8 0,0-1-215,0 2 0,0 4 1,-1-6 304,0 11 363,1 1-543,2-4 2508,25-42-2777,2-25 269,-12 8 0,-1 0 90,9-10-270,-10 27 360,-4 26-90,3-5 564,-8 17 1,-1 5-475,7 5-90,-7-17 0,1-2 0,6 1-2519,20-33 2519,-3-11 0,-6 3 0,-1-2 0,-5-2 0,0-1 0</inkml:trace>
  <inkml:trace contextRef="#ctx0" brushRef="#br1" timeOffset="11599">13620 16712 8882,'12'-18'2429,"-6"6"-2070,-5-3-89,-10 10-180,0 1 0,-2 5 90,-13 15-180,6 16-90,-4 1-270,28 15 90,18-25 270,-1-3-90,2-13 0,0-16 90,-1-15 0,2 1 0,-9-10-89,-8 25 89,-3 6 0,2 27 0,-1 16 0,-1 1 0,0 5 0,0 0-1093,1 0 1,0 0 0,0 1 1063,-1-9 0,0 1 0,-1-2 1,1-2 117,3 14 1,-1-8-90,0-6 90,-4-1-180,-35-57 0,-3-4 90,10 7 0,-1-2-45,0-1 1,3 0-46,5-10 90,1 3 1638,28 0 0,7-2-1625,-2 5 0,2-2-43,-1 1 0,1-2 0,0-3-83,0 1 1,0-4-1,0 0 1,-3 1-8,1-4 0,-3 1 0,1 0 120,2 1 0,0 0 0,-4 2-90,-4-6 0,-8 9-180,-8 18-179,-6-2-91,10 17 270,24 0 90,12 1 180,2-6 0,-8 3-90,-8 8 90,-4 16 0,1-3 0,-9 18 90,-6 9-90,2 1 45,-1-18 0,0-1-45,3 3-90,4-2 90,8-18 0,0-3 0,8-7 0</inkml:trace>
  <inkml:trace contextRef="#ctx0" brushRef="#br1" timeOffset="12001">14346 16771 9332,'6'1'2518,"3"-24"-5795,1 1 804,-2-13 3702,-24 2-1319,-7 22 859,-23 22-769,12 24-45,16-5 1,6 3-1091,11 3 1,5-3 1044,4 5 680,7-12 1,4-6-2660,3-12 2069,15 0 0,-10-13 0,2-4 0</inkml:trace>
  <inkml:trace contextRef="#ctx0" brushRef="#br1" timeOffset="12733">14630 16772 10411,'-17'-6'1529,"-14"9"-1259,-1 19-180,3-2 0,12 5 0,6 2-270,8 8 90,-4 5 0,12-15-989,17-15 179,5-13 720,2 4-135,-7-15 1,-2-3 224,1-5 0,5-6 90,-12 11-90,-5 12 90,4 5 0,-3 1 0,12 8 0,3-11 0,1 2-360,7-21 135,-22-3 0,-3-2 135,7-12 90,-10-7 0,-3-3 180,-2 13 0,-1 2-135,0-2 0,0 2 225,0-15-90,-6 68-180,5-4 90,-3 26 0,-1 10 0,3-5 0,0-1-45,1 2 0,1 0-45,1 2 0,3-5-2519,13 0 2519,-5-16 0,2-9 0,-11-19 0</inkml:trace>
  <inkml:trace contextRef="#ctx0" brushRef="#br1" timeOffset="12966">14759 16774 9152,'-9'-2'1889,"0"0"-1619,18-4-360,20-5-450,7-3 540,-3 3 0,-1 0 0,2 0 0,9-2 0</inkml:trace>
  <inkml:trace contextRef="#ctx0" brushRef="#br1" timeOffset="13767">14954 16950 9332,'10'12'899,"-3"-4"-449,15-2-180,1-11-180,-1 1-180,8-26-270,-25-13-2917,6 4 3072,-15-4 25,-10 24 0,-6 17 180,1-2-45,3 21 0,3 8-45,5 18-2178,-4 4 2268,14-11-90,7-18 2268,23-6-2178,-11 0-180,7-12 1,3-8-91,-8-8 0,-2-3 180,2 3 0,-2-1-208,-1-3 1,-5 0 207,-7-6 3141,-10-4-3141,0 12 90,-6-4 0,2 21 0,7 6-90,3-2 90,27 0-90,6-9 90,4 0 936,0 1-576,-27 12-180,-1 1 0,-13 8 224,0 9 1,2 5-90,6 1 0,1 1-180,-2 5 0,3 0 90,13 3 0,4-7-1755,10-9 181,-13-10 0,1-3 1349,4-9 0,-3-8 0,-7-1 0</inkml:trace>
  <inkml:trace contextRef="#ctx0" brushRef="#br1" timeOffset="14666">8969 17768 8972,'-3'-10'719,"-3"12"-359,3 22-270,-2 1 0,2 14 60,4-4 0,2 6 0,0-3-105,1-5 0,1 2-23,-1-1 1,2 6-1,0 1 1,2-6-608,7 6 0,2-5-764,-1-6 0,0-3 1349,13 11 0,-13-32 0,-9-7 0</inkml:trace>
  <inkml:trace contextRef="#ctx0" brushRef="#br1" timeOffset="14900">8971 18123 8702,'24'-16'-855,"-1"-1"1,5-6 854,3 4 0,1-1 0,-3-3 0,-1 0 0</inkml:trace>
  <inkml:trace contextRef="#ctx0" brushRef="#br1" timeOffset="15400">9221 17807 7713,'-7'-13'899,"2"3"720,0-3-1079,23 44-360,-8-3-90,6 12 0,-1 7-1,-7-14 1,-1 2 0,-1-1-45,2 9 0,-1 0 0,0 3 0,-2-4 135,0 4-270,3-27-90,17-33 90,5-15 0,-11 5 1,3 2-1,17-2 0,-14 16 90,-1 24 0,-16 6 0,-2 5 0,6 21 0,-6-19 0,2-1-1439,15 12-1170,-8-24 2609,8-3 0,-6-21 0,-1-1 0</inkml:trace>
  <inkml:trace contextRef="#ctx0" brushRef="#br1" timeOffset="16300">9824 18160 9422,'-34'-8'2158,"-7"4"-1618,8 20-270,-2 12-360,9 13-180,21-9-180,22-6-269,22-25 359,-1-15 450,-15-1 0,-2-2 180,2-12 0,-9-1-180,-10 19 89,8 17-179,-5 2 90,14 28-180,-9-17 0,9 8-809,1-24 269,0-8 91,5-15 89,-4-17 450,-9 10 90,-1-8 0,-9 21 0,-1 17-90,-5 16 90,1 8 0,0 4 0,0 14-45,3-14 0,0-1 314,6 1-269,5-16-90,1-21-45,4-25 0,0-8 0,-3 11 0,1 0 15,1-3 0,2-3 0,2 7-60,3 5 1,2 8 89,21 3-90,-7 26 135,-17 20 0,-3 6-45,4 2 45,-6-4 0,2-5-2654,5-16 2609,-8-7 0,5-19 0,-9-4 0</inkml:trace>
  <inkml:trace contextRef="#ctx0" brushRef="#br1" timeOffset="16649">10912 17849 8612,'-8'-3'810,"-2"0"179,4 0-539,29-4-270,2 0-135,4 1 0,3 0-855,-2 1 1,-1 1 809,16-1 0,-8 2 0,-25 5 0</inkml:trace>
  <inkml:trace contextRef="#ctx0" brushRef="#br1" timeOffset="16900">11038 17929 9332,'-9'11'899,"3"3"-449,2 15-225,5 0 0,0 2-1864,0 5 1,0-1 1330,1-1 1,-1-1 700,0-7 1,0-2-934,-3 11 540,-6-6 0,0 3 0,-6-13 0</inkml:trace>
  <inkml:trace contextRef="#ctx0" brushRef="#br1" timeOffset="17116">10829 18434 9332,'1'10'719,"1"-4"-629,7-4 540,36-16-720,-9-1 0,3-1-1080,5-2 1,1-2 622,-2 0 1,-4 0 0,-14 6 0,-4 0 0,7-6 0</inkml:trace>
  <inkml:trace contextRef="#ctx0" brushRef="#br1" timeOffset="17567">11463 18060 9871,'-7'-6'720,"0"0"179,-2-1 1,-12 4-630,1 3-90,-3 5 90,0 19-1,8 13-179,0 2 0,9 1 0,13-6 0,18-3-90,6-8-90,10-9-45,-8-28 0,-3-6 135,-1 0 0,-4-1 0,-5-3-90,-13-15 45,-16 0 0,-5-1 0,3 7 1,-2 2-1,-6-9 0,-5 9-900,-4 22 1,0 8-46,4 2 990,-18 20 0,32-7 0,-3 6 0</inkml:trace>
  <inkml:trace contextRef="#ctx0" brushRef="#br1" timeOffset="18000">11716 17879 9871,'-15'-30'3276,"1"22"-3134,8 12 38,1 18 0,4 12 0,4 5-135,1-6 0,2 1-1684,-3 9 1,2-1 1196,2-12 0,2-2 871,3-2 1,2-3-610,20 6 180,0 7-90,7-33 45,-18-14 0,-1-8 45,3-9 0,-2-4-45,0 2 0,-4-3 45,-7-14 0,-8-1-90,-11 17 0,-3 3-135,3 1 1,-3 5 18,-24 4 206,15 25 0,-4 10 0,9-1 0</inkml:trace>
  <inkml:trace contextRef="#ctx0" brushRef="#br1" timeOffset="19000">12334 17938 10321,'2'-26'0,"-1"11"810,2-19-1,-1 15-539,0 0-180,3 15 180,7 45-270,-3-8 45,1 11 0,1 5 0,-4-15 0,-1-1-45,2 1 0,-1-1 0,-2-2 0,3-7 0,7-14 0,-4-2-90,18-34 0,-10 2 0,0-1 0,2 1 0,2 0 90,-1-1 0,0 3-90,3 5 0,8 32 90,-19 3 0,10 24 0,-27-16 0,-6 1 0,-12 17 0,7-21 0,-5-4-675,-5-12 1,-1-6-1395,0-8 2069,-6-13 0,28-3 0,5-2 0</inkml:trace>
  <inkml:trace contextRef="#ctx0" brushRef="#br1" timeOffset="20100">12883 18023 9871,'-2'-11'1350,"0"-4"-991,4 40-269,3 1-90,1 16 90,2-10-90,2-8-449,9-10 269,-4 2-360,24-27 180,-15-10 360,5-3 0,-12 4-90,-9 7 0,1 4 90,0-1 0,4 5 0,12-5 0,-8 4 0,9-8 0,-3-9 0,-6-5 0,-2-5 0,0 2 0,-2-2 0,0-10 0,-3-1 0,-9 9 0,-2 3 0,-3-9 0,-1 6-90,2 25 90,1 16 0,2-1 0,2 13 45,4 10 0,3 3 45,2 4-90,-2-3 0,1-1 0,3 0 0,7 1 90,6-8-90,-1-1 45,2-24 0,2-5 45,-3-4-90,20-9 0,-25 5 0,-2-8 0,-4-2 0,-1 2-180,-9-11 0,-6 4 90,1 0-90,-5-5 1,3 18 89,-1-5 90,3 7 0,-2 3 0,1 6-450,-4 14-1259,0-1 1709,-3 11 0,2-6 0,-1-1 0</inkml:trace>
  <inkml:trace contextRef="#ctx0" brushRef="#br1" timeOffset="20433">12982 17764 9242,'7'-8'629,"16"-5"-449,11 0-840,2 2 1,9-2-1,-4 0 660,-1 2 0,0-1 0,1 1 0,3-2 0,-6 3 0,-11 3 0,0-1 0</inkml:trace>
  <inkml:trace contextRef="#ctx0" brushRef="#br1" timeOffset="21666">13170 17495 7623,'-2'21'0,"2"0"0,12 26 0,4-5 0,1 2-45,-8-18 0,1 1-375,3 5 0,1 3 0,-2-8 420,-4-7 0,9 16 0,-8-19 0</inkml:trace>
  <inkml:trace contextRef="#ctx0" brushRef="#br1" timeOffset="22966">14153 17835 7803,'7'-1'1619,"1"18"-1439,0 12-180,-1 3 89,5 14-3366,8-6 2483,-3-3 345,7-17 0,1-7 449,-7-9 0,11-6 0,0-5 90,-12-3-90,13-3 0,-24 11 0,0 8 0,11 10 0,-1-7 1239,8 0 0,4-5-1194,-1-17 0,-2-6 2716,17-4-2761,-22 2 0,-8-4 0,-18-2 0,-8 1 0,-7-8-90,8 10 0,-3 3-2068,-14 9 2158,15 14 0,-4 9 0,10 0 0</inkml:trace>
  <inkml:trace contextRef="#ctx0" brushRef="#br1" timeOffset="23599">14813 17954 9242,'-7'5'1169,"0"1"-1079,9-3 0,3-2-90,3 0 270,18-10-270,3-15 0,-1 5-45,-15-6 0,-7-3-45,-21-6 90,3-5 0,-12 15-90,-10 26-1549,13 19 1,0 4 1523,-15 1 115,20 19 0,13 5 0,16-23 0,4-2 0,-5 5 0,2-2 0,4-8 0,2-6 0,22-7-45,-6-16 0,1-6-90,0-1 0,-1-4 15,-6-2 0,-1-3 0,-5-3-60,-2-15 1,-6-1 134,-4 13 0,-3 2-38,-4 1 0,-3 1-97,-3-4-89,-1 6 269,-1-2 0,1 13 0,1 12 0</inkml:trace>
  <inkml:trace contextRef="#ctx0" brushRef="#br1" timeOffset="24599">15443 17424 8882,'-6'2'989,"5"6"-719,14 33-225,-4-12 0,1 2 45,2 12 0,0 4 0,-3-3 0,-1 3 0,0-2-90,-3-8 0,-1-2 0,0 0-60,0 5 0,0 0 0,-1-6-30,-2 13-270,-1-22 270,-1-31 0,-1-6 90,1-5-90,0-7 0,5-8 1,2 5 89,3-6-90,15 16 90,-1 14 0,2 1 0,-1 14 0,2 23 0,-5 0 0,-8-10 0,1 0-90,-2 4 0,2-3-1709,13 11 979,4-1 1,1-21 0,-7-11 0</inkml:trace>
  <inkml:trace contextRef="#ctx0" brushRef="#br1" timeOffset="25100">16170 17892 8522,'-12'-6'1709,"-24"-4"-1349,12 8-270,-12-2-3367,2 26 1253,22-10 2863,-2 14 1,4 3-840,12-2 160,8 1 0,5-3-790,25-14 360,5-7 180,-9-22 180,-16-20 270,-11 7 2916,-1-5-2890,3 23-386,-1 17 90,10 12-90,15 16-315,-11-16 0,1-1-134,14 11 449,-13-15 0,-2-4 0,-4-7 0,9 0 0</inkml:trace>
  <inkml:trace contextRef="#ctx0" brushRef="#br1" timeOffset="25533">16530 17756 9871,'-7'-9'1529,"0"1"-1439,8 13 90,11 17-45,1 3 0,1 2-90,0 0 0,0 0-45,2 4 0,-1-2-360,5 10 1,-8-21 269,2-8-360,-2-40 315,-3 1 0,-1-4 90,0 3 0,-1-2-270,1-13 0,-2 3 315,0 9 0,-2 1 0,-3 27 0</inkml:trace>
  <inkml:trace contextRef="#ctx0" brushRef="#br1" timeOffset="25933">16961 17793 10231,'1'-4'1349,"-1"0"-1079,20-2-180,-7 1-90,13-11-90,-11-16-90,-13-5 180,-8 1-45,-18 26 0,-4 10 90,5 15 0,1 7 0,-8 1 0,5 7 45,12 4 0,7 6 0,5-3 0,10 4 0,6-2-45,-1 4 0,6-6-1684,17-16 1,3-9 1555,0-13 1,-14-3 0,-3-4 0,-4-11 0</inkml:trace>
  <inkml:trace contextRef="#ctx0" brushRef="#br1" timeOffset="27716">11423 18778 9512,'-16'-9'989,"-13"-1"-809,-4 3-90,-6 3 0,13 8 0,-6 9 0,1 19-90,6-8 0,4 10 90,23-2-90,12-5-90,2 3-90,28-21-90,-10-28 180,4-4 90,-15-4-180,-13 11 180,0 21-90,7 17 90,13 14 0,-6-7-180,10-13 180,-18-18-225,5-14 1,1-4 44,2-12-1459,-3 0 1,-2-1 1253,-4-5 385,-4-4-90,-10 5 0,-2 0 180,2-2-90,-3 3 0,1 2-90,-1 11 180,1 13-90,3 19 90,0 1-90,2 18 90,0 7 0,0 8 0,1-3-45,0-7 0,0 0 1047,0 7 0,-1 4 0,3-5-1259,3-8 0,0-7-103,-1-9 270,13 8 0,-9-27 0,5-2 0</inkml:trace>
  <inkml:trace contextRef="#ctx0" brushRef="#br1" timeOffset="28433">11924 18962 9332,'5'-10'449,"1"-11"-449,6-12-1639,-10 1 1,-3 0-745,0-1 3792,-8-16-1499,-8 15 90,7 15-90,-8-10 90,9 20 680,3 6-770,20 4 0,-3-1-90,29 3 180,-16-3-90,16 18 90,-23 2 45,-3 8 0,-3 4 45,-3 15 1002,-1-14 0,0 6 0,0-6-886,3 12-476,3-2 0,2-7-1439,0-27 1709,-10-5 0</inkml:trace>
  <inkml:trace contextRef="#ctx0" brushRef="#br1" timeOffset="28433">12160 19049 6993,'3'-3'0,"5"-11"0</inkml:trace>
  <inkml:trace contextRef="#ctx0" brushRef="#br1" timeOffset="28816">12277 18891 8252,'-7'3'2969,"20"-12"-2790,7-4-179,16-17-89,-22 3-91,-3-2 90,-18 5 0,-4 1 0,-1 4 0,-30-5 0,23 51 0,-2 3 90,21 1 0,6 7 0,1-4 0,4 11-120,2-13 0,5 3 0,0-10-1859,9-14 720,10 6 872,-12-22 0,-6-12 0,1-3 0</inkml:trace>
  <inkml:trace contextRef="#ctx0" brushRef="#br1" timeOffset="30000">12735 18803 9242,'-4'-17'2069,"-8"1"-1980,1 7 271,-18 4-90,-1 20-180,2-4-90,11 10 0,5 4-90,11-2-180,11 26 180,2-33-225,13-9 1,2-6 224,-7-8 0,21-10-90,-29-10 0,-3 20 180,1 4 0,-2 17 0,11 25-90,-4-19 90,5-2 0,1-2 0,1-8-135,7-11 0,1-8-45,-10-7 0,-2-3 90,7-1 1,-1-2-46,0-9 0,-3 1 45,-3 6-90,10-9 180,-14 35 0,10 8 0,-9 2 90,9 14 0,-18-16 90,6 4-90,-8-16-90,-4 0 0,-2-11 0,-17-11 90,8 10-90,-11-8 0,-7 21 0,13 4 0,-11 15 0,-1 8 0,16-1 0,3 2 44,-9 6 1,4 2-45,15 6 0,6-4 90,3-7-135,9-9 0,5-8-134,13-33 89,2 0-45,-16 1 0,-3-6-75,-6-4 0,-1-5 0,-3 1 210,-1 3 0,-2-1 0,-1-1 135,0-3 0,0-2 0,-2-1 0,-2 6-45,-2-4 0,-3 5 0,-7-10 0,11 81-90,2 0 0,1 3 0,0 0 0,1 2 30,1 0 0,2 2 0,-2-6-30,-1-13 0,0-1-1080,5 21 1,2-6 1079,-1-22 0,2 6 0,-6-20 0</inkml:trace>
  <inkml:trace contextRef="#ctx0" brushRef="#br1" timeOffset="30469">13487 18697 8072,'-14'-4'630,"3"2"-540,5 9-90,4-1 0,3 7 180,7 21-180,-3-20 0,5 21 0,-1-21-180,18-3-180,9-14 270,-13-7 0,-1-2 0,8-11 90,-12-4 0,-11 15 180,4 6-180,-3 3 180,8 34-1741,-8 7 0,-2 4 1561,1-12 0,-1 2-324,1 12 0,-1 4 0,0-8 0,-3-25 189</inkml:trace>
  <inkml:trace contextRef="#ctx0" brushRef="#br1" timeOffset="31500">14405 18706 8522,'-13'-5'1619,"-17"-2"-1259,6 8-360,-4-1-3277,-9 25 1163,25-13 2863,-3 11 1,3 1-750,10 0 680,10 21-1130,11-26-90,22-9 451,-11-18-91,8-16 1786,-22 4 0,-3-4-1696,-1-8 0,-2-2 90,0-3 0,-3-4 0,-6 3 0,-3-4 0,-1 4 45,-1 1 0,-2 1 45,-2-14 0,-2 4-90,1 13 90,-1 6-90,5 26 0,1 20 0,1-2 0,2 14 0,2 6-360,3-3 0,1-1-315,0 4 1,1 0 674,3-1 0,2-5 0,6 0 0,2-2 0</inkml:trace>
  <inkml:trace contextRef="#ctx0" brushRef="#br1" timeOffset="32250">14595 18736 8252,'-13'-3'2339,"9"-3"-2249,7 2 0,10-4 0,-3 4 0,10-5 0,4-11-90,-5 5 0,1-8 0,-25-16-90,-6 16 90,-2-14 0,-14 30 0,11 15-45,-2 18 0,4 5 45,3 7 0,6 1 0,4 0 0,16 2 0,3-18 0,3-3-180,12 1-180,7-19 0,3-9 180,-19-2 1,0-3-136,17-10 0,-2-8 75,-22 1 0,-3-3 0,-2 2 195,3 2 0,-2 0 105,-6-5 0,-3-4 0,-3 6 30,-7-3 0,1-2-90,2 31 90,3 26 0,2 10 0,0 5 0,-1 12 0,0 2-45,-2-18 0,1-1-90,0 6 0,0-2-450,1-8 0,1-3 495,6-5 0,6-15 0,2-5 0</inkml:trace>
  <inkml:trace contextRef="#ctx0" brushRef="#br1" timeOffset="32499">14962 18597 8792,'12'-4'270,"1"0"-360,17-6-1889,-6 1 1979,6-1 0,-16 5 0,-12 5 0</inkml:trace>
  <inkml:trace contextRef="#ctx0" brushRef="#br1" timeOffset="32900">15102 18703 8612,'1'10'900,"2"-1"-631,7-8 181,18-5-360,-9 0 180,26-14-270,-27-1 0,4-1-180,-21-11 90,-16 22 0,-4-1 180,-7 27 0,14 12 0,3 4 0,-3 4 45,11 10 0,8-2-45,24-11-270,-13-10 0,4-4-289,22-13 1,3-11 0,-21 0 0,0-2 0,16-6 0,0-1 0</inkml:trace>
  <inkml:trace contextRef="#ctx0" brushRef="#br1" timeOffset="33233">15684 18681 10141,'-5'-11'1170,"-2"3"-811,-1 5-89,-5 3-180,2 2 360,-25 23-450,20-10-1639,-7 19 1,4 2 933,10-11 750,0 1 0,3 1-120,15 0-465,2-11-2737,34-1 2943,-22-15 0,2-6 0,-2-3 0,-1-6 0</inkml:trace>
  <inkml:trace contextRef="#ctx0" brushRef="#br1" timeOffset="33533">15772 18416 9512,'-5'-12'719,"2"15"-269,1 33-360,2 7 0,0 0 0,0 6 30,2-12 0,0 2 0,1-1-330,2-1 0,2-1 0,0 0-1005,3 14 1,4-6 1214,-1-18 0,2-10 0,10-17 0,-3-7 0</inkml:trace>
  <inkml:trace contextRef="#ctx0" brushRef="#br1" timeOffset="33800">15867 18656 9691,'-8'-3'990,"19"-6"-900,20-7-1439,12-2 89,-7 4 91,-12 5 1169,-18 7 0,0 0 0,-2 0 0</inkml:trace>
  <inkml:trace contextRef="#ctx0" brushRef="#br1" timeOffset="34200">16046 18712 8972,'1'13'1259,"4"1"-809,10-4-360,-2-4 90,10-6-90,-4-6-450,7-12 0,-9-2 0,-8-8 90,-22 5 181,-1 11 89,-13 10 89,1 30 1,4 4 0,2 13 90,17-3-450,8-17-1529,19 2 1799,5-20 0,16-3 0,-1-5 0</inkml:trace>
  <inkml:trace contextRef="#ctx0" brushRef="#br1" timeOffset="34766">16531 18771 9422,'-18'-3'2068,"7"3"-1258,-21-5-540,10 9-180,-6 0 180,-6 18-180,21-11 0,-15 29-360,28-14 90,-5 2-900,43-18 900,-21-14-180,15-12 1,-1-6 89,-10-6 225,-1 2 0,-2-4 0,-11-1 0,-3 0 0,-1-2 0,-1-1 135,-2-3 0,-1 0 0,0 0 0,-3 14 0,-4 29 0,4 15-45,1 13 0,2 8-1684,4 1 1,0-1 1625,-1-16 1,1 0-708,8 16 1,4-5-1710,1-18 2429,11 12 0,-5-29 0,-3-3 0</inkml:trace>
  <inkml:trace contextRef="#ctx0" brushRef="#br1" timeOffset="35034">17038 18718 10321,'2'35'810,"4"8"-810,-1-3-3277,5 9 3061,-9-38 1,2 7 0,-3-15 0</inkml:trace>
  <inkml:trace contextRef="#ctx0" brushRef="#br1" timeOffset="35300">16990 18404 9961,'-4'-23'1170,"1"10"-1980,-3-7 270,3 14-1438,0 0 1978,-2 1 0,2 1 0,-2 0 0</inkml:trace>
  <inkml:trace contextRef="#ctx0" brushRef="#br1" timeOffset="35634">17287 18339 8792,'-9'-13'2429,"3"5"-2160,-5 10 181,2 43-360,2 5 0,3-17 0,1 5 0,0-1-45,1 5 0,1-1 0,-2 1 0,2-1-900,1-2 1,4-5 854,4-8 0,6 0 0,2-28 0</inkml:trace>
  <inkml:trace contextRef="#ctx0" brushRef="#br1" timeOffset="35850">17230 18633 10591,'-2'-9'1439,"27"-5"-2114,3 5 1,2 2-965,-3-1 1,1 1 982,1-1 1,-3 1-1,-5-2 1,-8 0 0</inkml:trace>
  <inkml:trace contextRef="#ctx0" brushRef="#br1" timeOffset="38833">17845 18414 9062,'-1'-8'1079,"-1"-2"-719,1 3-360,7 9 180,3 33-180,-1-7 0,0 3 45,-1 6 0,-1 3-15,-1 1 0,1 2 0,-2-4 15,-1-5 0,1-2 0,1 19 0,0-4 135,-1-19-810,20-43 270,-8-3 90,4-14 0,3-3-3007,9-1 2713,-3 4 339,-2 28 0,-2 6 225,-6 8 0,18 13 450,-33 2 179,-24 1-359,-8-5-360,-12-7 0,12-11-2878,-7-10 2968,21 4 0,-9-7 0,20 5 0</inkml:trace>
  <inkml:trace contextRef="#ctx0" brushRef="#br1" timeOffset="39699">18473 18599 8792,'-18'-8'1169,"-6"0"-989,8 8-90,-2-1 180,-6 13 0,-5 25-225,17-10 0,3 2-45,-3-1 0,4-1-45,8 5 0,9-5-405,16-13 270,0-5-90,10-32 90,-15-9 270,0-7-180,-11 11 90,-3 11 90,1 23-90,0 3 90,14 32-90,-12-21 45,5 1 0,3-3-135,8-18 90,6 0 0,-7-20 0,-4-6 90,-2 2 135,-3-11 0,-4-1 135,-8 9-270,0-11 90,-5 19 0,3 11-90,3 5-90,13 18-90,6 7-360,10 12 135,-14-15 0,-1 2 225,3 21 315,-18-13 0,-4-1-135,-7 6-90,-11-7 0,0-9 0,14-19 0,-9 4 0</inkml:trace>
  <inkml:trace contextRef="#ctx0" brushRef="#br1" timeOffset="40134">18953 18699 12480,'16'-5'630,"19"-13"-630,-7-12-90,-2-3-90,-26-3 90,-40 29 90,14 5 0,-6 28 0,4 9 0,16 1 0,-2-3 0,4 0 0,21 10 90,14-6-1619,12-7 629,-6-9 900,7-29 0,-21-6 0,7-7 0</inkml:trace>
  <inkml:trace contextRef="#ctx0" brushRef="#br1" timeOffset="40717">19426 18671 10141,'-14'-3'900,"-2"0"-91,-4-2-269,-6 3-360,-4 1 45,0 11 0,1 3-225,1 1 89,-5 14 1,5 7-90,18 9-90,1-14 1,5-2-271,17-1 0,9-10 90,9-20 0,3-10 180,-3 8 0,-1-7 30,-1-16 0,-1-11 0,-7 0 15,-8-6 1,-5-2 44,-2 4 0,0-3 0,-6 0 89,-5 2 1,-4 2 0,0 2-45,0 0 0,-1 4 0,-1 5 0,2 14-45,7 21 0,4 22 0,4 12-1093,1-4 1,2 2 0,-1-1 1079,1 6 1,0 2 34,1-5 1,2 6 0,0-1-1,-2-9-202,6 11 180,6 3 0,3-8 0,-2-28 0,15-5 0</inkml:trace>
  <inkml:trace contextRef="#ctx0" brushRef="#br1" timeOffset="41600">20175 18611 10231,'-17'-3'1259,"3"1"-629,-6-1 90,-2 5-361,-1 14-269,3-3 45,6 10 0,3 3-135,7-1-180,0 23-719,33-28 89,9-13 720,-1-6-180,-14-15 1,-7-4 359,-13-5 0,4-14 89,-28 7-89,6 11 0,0 2-90,14 1 90,25-2-90,9-6 0,-10 12 0,1 2 0,4-2 0,1 15 0,-10 33 0,-10-10 0,-2 2 0,1 9 0,-2 0 0,-4-9 0,-1-2 90,-2 15 0,1-28-180,4-10-270,7-19 0,5-11 1,3-4 269,-6 9 0,1 1-45,10-14 0,1 3-135,9 5 270,-7 16 90,-5 20 0,-17 37 0,-4-11-45,-2-7 0,3-2-675,16 0 630,23-18 0,1-8 0,-14-10 0,0 0 0</inkml:trace>
  <inkml:trace contextRef="#ctx0" brushRef="#br1" timeOffset="42050">21481 18244 9602,'-8'-9'1978,"-3"-3"-1438,4 6-360,-2-1 0,1 2 539,-25 14-2358,7 10 1,0 3 1376,1-6 0,1 1 452,-5 10 1,3 6-56,6 12 0,6 2-1130,5-10 0,2 0 1040,-6 12 0,3-2-45,9-20 0,5-2 45,5 3 0,5-2 1765,18 6-2305,-9-9 1,3-4-721,0-16 1,0-6 1214,18-19 0,-8-6 0,-6-5 0</inkml:trace>
  <inkml:trace contextRef="#ctx0" brushRef="#br1" timeOffset="42567">21693 18275 9961,'11'-17'2249,"-4"5"-450,0 1-1439,-7 3 0,-10 7 179,-22 10-359,0 9-90,-6 9 90,15 13-180,26-2-90,7 3-180,15-15 0,5-3 90,-7-7 1,1-1 89,4 2 0,0 2-45,-4-1 0,-7 2 45,-19 22 180,5-7-45,-26-6 0,-7-3-3322,-7-1 3084,15-9 1,0-1-3085,-16 2 2724,23-19 1,-4-1-1,9-8 1</inkml:trace>
  <inkml:trace contextRef="#ctx0" brushRef="#br1" timeOffset="48117">20379 15949 9602,'5'-1'3276,"-3"9"-3044,-3 12-53,-3 7 1,-2 6-1819,-2 11 1,0 2 581,2-10 1,-1 1 1585,2 2 1,-1 3 0,3-9-530,0-6 0,2-1 0,0-1 949,3-6-769,8-7-180,2 2 180,34-12-180,-23-2 0,22-2 90,-5 10-90,-16 0 0,1 1 0,1 0 0,0 2 1638,2 12 0,-4 3-1522,-10-2-71,-17 15 0,-11 2-1684,-4-20 1,-3-1 1580,-3 10 1,-3-1 57,2-7 0,-3-4-450,-4-2 0,0-2 90,-9 7 360,-3-9 0,1-4 0,14-11 0,3 0 0,-1 1 0</inkml:trace>
  <inkml:trace contextRef="#ctx0" brushRef="#br1" timeOffset="48501">20230 15863 10141,'36'-10'869,"1"0"1,-4 0 0,3 0-631,4 0 1,5-1 0,-1 0-120,-6 0 0,1 1 0,-1-1-420,0 1 0,0 0 1,-1 1-1051,9-3 1,-5 3 1349,4 1 0,-9 5 0,-3 1 0</inkml:trace>
  <inkml:trace contextRef="#ctx0" brushRef="#br1" timeOffset="50233">23931 16157 9152,'-7'-8'989,"0"-1"540,4 4-1169,3 40-270,1-3-30,0-2 0,1 7 0,-1-1-1699,-2 15 1,-1-3 1240,2-7 1,-1 0 872,-3 11 0,-2-7-385,3-21 0,-1 21 0,16-37-90,-3-1 0,10-8 90,20-7 3186,-16 6-3173,12 5 0,0 5-103,-4 9 0,-4 2 0,-3 1 90,-2 10-90,-11-5 0,-4 5 44,-6 9 1,-5 3 0,-3-1 0,-3 1 15,0-9 0,-3 0 0,-1-4 30,-6 3 0,-5-6-1696,-3-3 0,-1-4 1606,-5 0-765,-2-13 1,-1-6-2384,2-11 3148,7 3 0,1-3 0,-2-14 0,11-2 0</inkml:trace>
  <inkml:trace contextRef="#ctx0" brushRef="#br1" timeOffset="50617">23895 16122 9602,'-5'-8'1079,"7"-1"-180,8 4-359,8-1 270,13 0-406,-1-1 1,2 0-225,10-2-270,-7 1 0,6-3 0,-7 3-360,0 0-1189,10-4 1,-2 2 1423,-22 6 0,10-2 0,-18 4 0</inkml:trace>
  <inkml:trace contextRef="#ctx0" brushRef="#br2" timeOffset="85750">8167 16633 8252,'-8'-7'3276,"11"4"-2144,27 13-952,8 5 0,7 4-121,-11-3 1,1 1 0,0 0-60,5 3 0,1 1 0,-3-2 45,1 2 0,-3-1-45,1 2 0,-4-2-179,6 3-1460,-15-9 1,-2-2 1355,6-1 0,-26-25 1,-11-12-1</inkml:trace>
  <inkml:trace contextRef="#ctx0" brushRef="#br2" timeOffset="86118">8555 16581 9062,'-13'-12'1349,"-1"-1"-809,11 10-1,-4-1-89,-3 17-180,-2 10 0,-2 5-180,3-1 0,-1 3 0,-4 8 0,0 5 0,0 0-1,4-3 1,1 0 0,1-1-90,-1-6 0,1-1 0,1-1-437,-2 13 1,3-5 166,4-5-1079,-1 2 1349,1-3 0,-1-14 0,2-17 0</inkml:trace>
  <inkml:trace contextRef="#ctx0" brushRef="#br2" timeOffset="86536">8220 16510 9242,'-3'-5'180,"0"0"989,1-3-809,11 14 539,21 34-764,-15-18 0,2 3 15,0 4 0,1 5 0,0 1 0,0 3 0,-1 2 0,0-1-1191,0 1 0,-1 0 0,0-1 1041,-1-4 0,-1-1 0,-2-3 45,1 1 0,-2-4 45,5 10-180,-8-18-3187,7 15 2949,-19-39 1,-7-7-1,-13-19 1</inkml:trace>
  <inkml:trace contextRef="#ctx0" brushRef="#br2" timeOffset="86967">8211 16961 9602,'-8'1'629,"0"0"630,-2 0 361,2 0-1171,45-22-359,-14 9-45,6-2 0,5-3 75,-3 1 0,2 0 0,1 0-60,1-1 0,1 1 0,-1-1-60,2 0 0,0-1 0,0 0 30,4-1 0,-1 1 0,-6 4-480,7-2-1619,5 2-1208,-35 18 2882,-14 5 0,-9 4 0,3-4 0</inkml:trace>
  <inkml:trace contextRef="#ctx0" brushRef="#br2" timeOffset="88101">7913 17110 9512,'7'7'359,"3"8"1,-6-5 180,3 12 629,-11 21-989,0-15 30,-6-1 0,-5 6 0,-3-1-1,-9 0 1,-5-2 0,0 2-968,5-3 0,-1 0 0,0 1 0,-2-1 803,-1-1 0,-1 0 0,-1-1 0,0 0 180,-2-2 0,-2 0 0,2-2 0,3-3-695,-4 2 1,1-3 589,3-2 0,-3 0 0,2-8 59,-11-18 1,2-9-90,0-2 0,0-4-60,7 5 0,0-3 0,0-4-30,7 2 0,0-3 0,1-2 0,2 0-613,-2-6 1,3 0-1,0 0 613,0 4 0,0 2 0,4-3 433,4-5 0,2-3 0,6 6-838,7 8 0,2 1 45,-3-12 1,3 0-791,8 1 0,3 4 1150,3-7 0,6-6 0,-9 22 0</inkml:trace>
  <inkml:trace contextRef="#ctx0" brushRef="#br2" timeOffset="89001">6709 17033 9152,'5'-10'1889,"-2"0"-1170,-5 5-269,-3 1-360,-2 3 180,-6 6 90,-18 16-315,7-5 0,0 1 0,1 0 0,-2 2-1,-9 6 1,1 0 45,-4 3-90,1 0 0,16-13 90,29-23-90,-5 2 0,17-12 0,4-8 0,3-1 0,-6 6 0,-1-1 0,12-10 0,-1-1 0,-7 8 0,-3 3 0,5-6 0,-2 5 0,-12 12 0,-8 8 0,10 3-90,2 2 90,7 2 0,16 9-90,-5-3 1,0 1-2430,8-10 1699,-22-8 1,11-6 0,-12-4 0</inkml:trace>
  <inkml:trace contextRef="#ctx0" brushRef="#br2" timeOffset="89668">5926 16543 9871,'-11'-5'1440,"-1"3"-1036,-9 13 1,-1 7-180,-3 13 0,2 3-1864,-4 3 1,3 1 581,5 0 0,5-1 2556,12 13-1364,16-14 0,8-1 339,0-11 1,2-1-475,5 12 0,2-6-225,7-17 1,0-11-1415,-3-15 1,-1-5 1524,-6 6 1,-2-2-1,2-9 1,-6 0-1,-7-5 1</inkml:trace>
  <inkml:trace contextRef="#ctx0" brushRef="#br2" timeOffset="90234">6271 16599 9871,'-22'-30'2249,"-3"12"-1889,-4 22-180,3 18-180,9 2 90,6 7 90,14 13-180,2-12 0,3 9 0,7-18-180,4-12-90,5-3 0,2-14-90,-3-27 270,-10 7 90,-4-9-90,-7 11-180,2 7 270,10 14-89,19 25 89,-2 9 0,-13-11 0,0-2-1495,2 2 1495,-6-7 0,0-2-810,19 9-269,-13-13-181,11 6 1260,-17-17 0,-4-4 0,1-3 0</inkml:trace>
  <inkml:trace contextRef="#ctx0" brushRef="#br2" timeOffset="90667">6440 16495 9422,'-8'-5'1978,"14"5"-1798,-1 0-90,11 4 450,19 15-450,-10-2 0,15 8-2417,-20-8 2327,-7-5 724,16 19-724,-4-5 0,3 5-360,-7-10 270,-14-23 1,1 2 89,-4-10-270,-7-37-760,0 11 1,-1-1 894,1 6 0,0-2-630,-1-11 1,1 7 764,5 20 0,-2-6 0,2 19 0</inkml:trace>
  <inkml:trace contextRef="#ctx0" brushRef="#br2" timeOffset="91203">6870 16446 9152,'14'10'1889,"7"-1"-1440,4-9-359,-2-1 0,-3-6 0,-11 2 90,5-10 0,-5-24-90,-1 11-45,-10-7 0,-7 2-135,-15 10 90,-1-8 0,0 29 0,6 35 0,10-5 0,3 2 0,-2 0 0,3 2 0,1-2 0,3 1 0,8 2 0,5 0 45,6-7 0,0 0-45,-3 2 0,0-2-166,4-7 0,0-4 166,14-9-1639,-1-11 1,2-3 466,-9 4 0,0-1 806,18-15 0,-3-4 0,-11-4 1,-8 6-1,0 0 0</inkml:trace>
  <inkml:trace contextRef="#ctx0" brushRef="#br2" timeOffset="92000">7379 16303 9871,'-8'-12'1889,"-5"1"-1529,1 7 180,-13 6-270,-2 17-180,4-2-90,4 9 90,14-11-1,-2 13-268,12 17-1,1-7 90,6 1-90,4-22-810,15-7 810,-12-4 91,12-5-361,-16-11 90,-1-20 270,-1 6 90,-6-7-90,-6 15-90,-1 8 180,7 6 0,7 13 0,16 11 0,-6-2 0,1-3 0,-9-13 0,6-14-1639,-12-11 1,-2-6 1523,8-12 7,-16 4 0,-6-11 0,-2-1 0,1 6 63,-3-6 0,-1 2-674,0-3 1,-1-5 0,1 8 718,2 11 0,1 6 0,-1-2 180,-4-7-180,9 33 90,-2-6 90,13 50-91,0-5 1,2 6 0,-1-2 0,3 5 0,0 1 56,-2-4 0,1 3 0,1-4-11,0-3 0,3-3 213,4 4 1,3-1-259,0-6 0,3-3-675,1 1 1,1-11 1196,9-30 0,-19-19 1,-10-18-1</inkml:trace>
  <inkml:trace contextRef="#ctx0" brushRef="#br2" timeOffset="92203">7602 16166 9691,'-12'-11'1709,"22"-16"-3348,9 1 1,3-1 671,-4 6 1,2 1 726,18-13 0,-1 4 240,-10 11 0,8-5 0,-21 18 0</inkml:trace>
  <inkml:trace contextRef="#ctx0" brushRef="#br2" timeOffset="92435">8051 16089 10321,'10'-6'2609,"1"0"-2160,-5 2 1,1-1-3727,-3 2 2457,-11 3 1,-4 2 0,-10 2 0</inkml:trace>
  <inkml:trace contextRef="#ctx0" brushRef="#br2" timeOffset="94452">5586 17186 9242,'-13'11'899,"4"-5"-539,1 1 270,4-3-181,9 3 181,22-5-450,16-4-120,-14-3 0,5-2 0,5-2-196,-2 0 1,6-2 0,3-2-1,1 0 1,-2 1 0,-4 1 157,3-1 1,-4 2-1,1-1 1,3 0-529,-2-1 0,4 0 1,1-1-1,1-1 1,-1 1-1,-2 1 524,-2 0 0,-1 1 0,-1 0 0,1 0 0,4-1-7,-6 1 0,3 0 0,1-1 1,2-1-1,0 1 0,-1-1 1,1 1-1,-2 0-301,2 0 0,0-1 0,-1 1 1,0 0-1,0 0 0,0 0 0,1-1 290,2 0 0,2 0 0,0 0 0,-1 0 0,-1 0 0,-2 1 0,-4 0-15,6-1 1,-4 1 0,-2 1-1,0-1 82,1-1 1,-1 1 0,0-1-1,-4 1 53,0 1 0,-3 1 0,1-1 60,7-2 0,1-1 0,-9 3 1185,-4 2-1185,-10 2 0,-4 2 2187,-7 2-2008,-3 1 2911,-9 0-3270,-4-5 0,-6 1 370,-14-27-370,7-4 0,1-4-45,1 8 0,1-2 45,3 5 0,0-3 0,0-1-150,0-10 0,2-3 0,-1-2-189,1 3 0,-1-3 0,1-1 0,-1 1 294,1 2 0,-1-1 0,-1 1 1,1-1 8,2 6 0,0-1 0,-1 1 0,1 2 0,1 6-54,-3-8 0,1 7 90,1 5 0,1 4-90,1 2 90,5 17-180,-1 1 180,-2 5 0,1 1-90,-3 7 1402,3-2-242,-19 9-340,-3-3 0,-7 2 0,0 0-29,2-1 1,0 0-1,-1 1-976,-12 3 1,-2 1 0,0 0 909,12-4 1,0-1 0,-2 0 0,-4 2-294,2-1 0,-5 1 0,-4 0 1,0 1-1,0 0 0,2-1 0,5-1-263,-9 3 0,6-1 1,-1-1-1,-4 2 204,8-3 0,-3 0 0,-2 1 1,-1 1-1,0-1 0,3 0 0,4-1-31,-6 2 1,4 0 0,0 0 0,-2 1-188,5-2 0,-2 1 0,-1 1 1,0 1-1,0-1 0,2-1 29,-5 2 0,2-1 1,0-1-1,0 2 0,-2 0-87,3-1 1,-2 2-1,0-1 1,0 1 0,3-1-1,2-1 15,-2 1 0,2-2 0,2 0 0,3 0-425,0-1 1,2 0-1,1-1 480,-17 7 0,5-3 59,0-4 1179,19-6-1389,-23 4-139,24-7 1883,4-2-2180,0 0 633,6-1-673,4 1 3569,-2 1-3108,6 1 123,0 1-280,8 5-1630,12 25 849,-1-6 0,3 7 490,-2-4 1,2 4 0,1 3-1,0 0 46,1 3 0,2 2 1,-1 0-1,0-1-329,-1-5 1,-2 1 0,1-2 0,-1 0-274,3 5 1,0 0 0,0-1-1,1 2 1,0 1 0,-1-3-1,-4-8 1,-1-2 0,0 1 352,5 8 0,0 1 0,-2-4 526,-3-6 1,-3-5-1713,2 2 1919,-3-8 1,0 2 0,-6-13 0</inkml:trace>
  <inkml:trace contextRef="#ctx0" brushRef="#br2" timeOffset="100067">13591 3731 8432,'-1'-6'1002,"7"0"-64,27-3-696,0 3 0,9 0 0,2 0-138,-3 0 0,2 1 0,1-1 1,-1 0-179,-3 1 1,0 0 0,1 0-1,4 1 124,0-1 0,6 0 1,2 0-1,-1 0 0,-5 1 1,-7 1 71,9-1 0,-1 0-49,-11 2 0,7-2 0,4 1 1,0 0-1,-6 0 0,-9 1 121,-3 0 0,-2 1-103,8-1 0,4-1 0,-8 1 308,-6 0-263,-1 0-3413,-11 0 3188,-14 5 0,-4-3 0,-9 4 0</inkml:trace>
  <inkml:trace contextRef="#ctx0" brushRef="#br2" timeOffset="101368">21050 2380 8702,'2'-15'630,"1"-2"-450,-1 8 89,3-5-179,0 18-90,-1-1 45,2 20 0,-3 12-15,-2 0 0,-2 4 0,0 1 0,2-1 0,0 0 0,-1 3-84,0 0 0,-2 2 0,1 1 0,0-2 84,0 5 0,1-2 0,-1-3 15,1 7 0,0-3 89,0 2 1,0-9 315,2-21-360,1-18 0,6-21 0,1-9-45,0 4 0,1-3-15,5-6 0,5-4 0,-2 5-30,0 6 0,1 2-45,7-6 0,2 6 45,7 14-3277,9 32 3294,-20-5-13,0 21 0,-3 1-2,-10-11-2,3 10 0,0 0-36,1-4-773,3 1-387,-3-12 705,-4-18 1003,4-10 0,-1-3 0,10-7 0</inkml:trace>
  <inkml:trace contextRef="#ctx0" brushRef="#br2" timeOffset="102250">21724 2913 9062,'-6'-11'540,"-5"-5"-451,3 7 1,-4-3 360,-20 1-315,8 12 0,-2 3-90,-1-1 0,-1 4 0,-2 9 0,4 6-45,12 6 0,5 1 90,-3 10-135,18-4 0,6-4 45,6-12-90,18 12-3187,7-45 3072,-19 2 160,3-19 0,-3-4 45,-10 5-45,1-3 0,-1 3-45,-9 14 0,4 7 90,4 39 0,3 0 90,4 13-90,5-11 0,3-18 0,-6-4 0,9-22 0,-20 0 1638,1-22 0,-1-5-1522,-5 5-355,0-1 0,-2-3 239,-4-9-90,-2 13 90,2-7-90,-2 23 90,14 33 0,4 11 0,9 13-1617,-1-1 1,1-2 1616,-3-4-172,1 2 1,-2-2 171,-12-16 0,3 7 0,-11 1 0,-6-7 303,-27 18-303,-9-22 0,3 2 0,7-16 0</inkml:trace>
  <inkml:trace contextRef="#ctx0" brushRef="#br2" timeOffset="102936">21011 3430 8252,'-10'2'270,"21"-6"-270,12-1 0,4 0 0,5-2 0,0 1 0,2 0 0,5-1-234,-2 0 1,5 0-1,2-1 1,0 1-1,-2-1 234,2 1 0,0-1 0,-1 0 0,4 0-131,-5 1 1,3-1-1,2 1 1,-2-1-1,-2 1 1,-5 1 130,3-1 0,-5 1 0,3 0 45,5-1 0,5-1 0,-2 1 0,-8 2 45,-10 0 0,-3 2-247,21-4 1,-5 1 515,-22 3-1982,-6 0 1623,-9 5 0,-5-2 0,-11 5 0</inkml:trace>
  <inkml:trace contextRef="#ctx0" brushRef="#br2" timeOffset="105100">21001 2628 8252,'-2'-12'630,"-8"-11"-3907,-1 2 1343,-3-2 3281,-4-4-1122,-6 0 0,-3-1-135,6 6 0,-3-1-60,-5-5 0,-5-3 0,-3 0 15,4 7 0,-3 1 0,-1 1 0,-1 0-372,-1 0 0,-1 1 1,-1 0-1,-1 1 327,4 2 0,-1-1 0,0 1 0,0 1 0,2 3 0,-10-3 0,2 2 0,-6 1-90,11 3 1,-3 1 0,-4-1 0,0 0 0,1 1 0,2 0 89,-2 1 0,2 1 0,0 0 0,-1-1 0,-2 1 142,4-1 1,-1 1 0,-1-2 0,-2 1-1,0 0 1,-1 1 0,0 0-143,0 1 0,0 0 0,-2 1 0,0 0 0,0 0 0,0 0 0,1 1 0,1 0-218,-1 0 1,0 0 0,0 1-1,1 0 1,1 1 0,-1-1 0,1 0 217,0 0 0,0 0 0,1-1 0,0 1 0,0 0 0,2 1 0,1 0 17,-7-1 1,3 2 0,0 0 0,2 0 0,0 1 316,-1 0 0,1 0 0,1 2 0,-4 0-316,2 2 0,-3 0 0,-1 2 0,-1 0 0,-1 0-6,10-1 1,-2 1 0,-1 0 0,0 0 0,-1 1 0,1 0 0,1 1-172,1 1 1,-2 0 0,1 0-1,0 1 1,2 1 0,1-1-1,3 0 159,-9 2 0,3 1 0,3-1 0,3 1 0,-2 2 0,3 0 0,7-2 208,-5 5-163,7-3 0,-3 6 548,4 4 1,-2 4-1,2-1-593,-4-1 0,0 3 22,8-2 1,0 4-1,0 2 1,3-1 7,1 1 0,2 0 0,1-1-30,-1-2 0,1-1 0,-1 1-165,1 0 1,0 1-1,1-2 165,-2 1 0,1 1 820,1-1 1,1 2 0,0 1-821,-3 5 0,1 0 0,0 1 336,0-3 0,2 1 0,-1 0-336,1 1 0,-1 1 0,2-4 45,2-3 0,0-3-45,-1 4 0,0-1 101,-4 9-101,2 4-180,4-2-90,0 0 964,10-13-1143,2-19 487,2 2 0,-3-11 0,1 1 0</inkml:trace>
  <inkml:trace contextRef="#ctx0" brushRef="#br2" timeOffset="105650">15756 3028 8162,'-9'-9'450,"3"3"-270,2-2-180,9 11 141,15 25-143,-5-8-387,9 20 386,-9-13 0,-1 0 3,-1-4 1,1-1 1,3 8 0,-1-1 3,9 9 12,-2-8-6,-10-12 297,11 9 54,-10-32 353,9-9-442,-3-14 0,1-11 0,-2 3-37,-3 10 1,-1-2-302,3-6 1,3-7 0,0 1 0,-4 8-1645,7-11 1474,-7 11 1,-1 3 0,-3 6 0,-8 12 0</inkml:trace>
  <inkml:trace contextRef="#ctx0" brushRef="#br3" timeOffset="110051">8556 4876 9562,'-1'-11'-333,"0"1"372,-8-3-134,-8-2 37,-4 1 179,-4 4 335,-6 11 161,5 1-284,-2 1 1,-4 1 125,5 1 0,-1-1 113,-8 1 1,-2 2-46,-1 1 0,-2 2 0,0 2-9,1 3 0,0 2 1,1-1-92,2-3 1,1 0 0,0 3-73,3 5 0,-1 4 0,2 1 0,6-1 144,2 7 0,3 1-208,-10 2 0,4 3 35,11 3 1,11-1-472,14-12 1,5-1-343,-1 5 1,1 0-784,6-6 0,4-3 795,7-3 0,4-4-1164,-1-1 1,1-2 1079,0 0 0,0 0 320,-2-1 0,1-3 120,0-1 1,3-2 0,1-2 378,5-1 1,1-3 0,1 1 80,-7 0 0,2 1 0,0-1 1,-3-1 216,6-2 1,-2-1 0,-1-2 0,-2-3 1,0-1 0,-2-3-1111,-3-1 1,-2-3 0,0 1 1196,15-4 1,-2-2 487,-5-1 1,-6-5-737,-11-3 0,-6-6-589,-8 5 0,-3-3 0,-1 0-33,3 0 1,-1 0-1,-3 1 590,-1-16 0,-10 1-1064,-15 14 0,-10 1 0,1 6 1146,3 6 0,-2 3-1076,-1-6 0,-2-1 0,-4 7 205,-10 11 1,-3 9 0,1 2-425,10 2 0,1 2 1,-2 0 946,4-3 0,-2 1 1,0-1-1,3 3 146,0 2 1,2 1-1,4 0 255,6-1 1,1 1-256,-8 7 1,-4 4 0,3-1 0,8-4 0,1 1-1,-5 4 1,-1-1 0,1 1 0</inkml:trace>
  <inkml:trace contextRef="#ctx0" brushRef="#br2" timeOffset="111334">8581 5882 7263,'-6'-11'-180,"1"0"270,-7-6 90,-16-15-52,9 15 0,-4-1 145,-8 0 1,-4-1-1,1 3 49,-2 0 0,-3 3 53,-6 3 0,-5 1 0,6 3-1079,11 3 1,1 3 1229,-2 1 0,-2 1 0,0 3-721,-1 6 1,-1 2-1,2 1 861,5-3 0,1 1 0,-2 3-115,-6 6 1,-4 5 0,1 1 0,7-1-454,7 0 1,5-1 0,0 1 411,-4 2 1,0 2 0,5-1-152,3 6 1,7 3-427,7 1 1,4 4 0,2-1-173,2 1 0,3 1 0,4 3-31,2-6 0,3 5 1,2 1-1,1-2 0,-1-5-423,2 1 1,-1-4 0,4-1-52,6 4 1,3 0 0,2-9 164,-3-12 1,2-7-1,1-2 285,10-3 1,3-4-1,-1 0 60,-4 6 1,-1 0 0,7-7 376,-10-7 0,7-5 1,2-3-1,2-3 0,-1-1 1,-4 1-1,-5 0 103,0-4 0,-7 1 0,0-2 0,4-1-25,1 4 0,4 0 1,2-1-1,-1-1 1,-2-2-1,-6-2 64,2-13 1,-4-4 0,-5 0-1,-5 7 267,-3 4 1,-5-1-497,-2-8 0,1-9 1,-6 0-1,-11 5-386,-18 6 0,-11 5 0,-4-1 402,10 5 0,-1-1 0,-2 0 1,-2 1-1,-2 3-256,-8 0 1,-3 3-1,-2 2 1,1 2-1,4 2-115,3 1 1,2 1 0,1 3 0,-2 2 97,-7 2 1,-2 2 0,1 3 0,8 2 76,8 3 1,-1 5 30,-5 6 0,-10 7 0,-2 2 0,1 1 0,8-4 167,6-3 1,6-1 0,-4 3 70,-6 4 1,-5 5 0,-2 1 0,2 0 0,8-3 0,5-2 0,4-1 0,0 1 0,-6 6 0,-1 0 0,0 0 0</inkml:trace>
  <inkml:trace contextRef="#ctx0" brushRef="#br2" timeOffset="112401">8707 7832 7443,'-17'-13'90,"-22"1"-1729,15 6 1,-1 2 491,-1 1 0,0 1 1147,-3 1 0,-3 3-299,-2 1 0,-4 2 0,4 0 299,-1-1 0,0 1 30,-5 1 0,-4 1 0,3 2 365,-5 6 0,2 2-395,10-1 0,-1 1 0,2 0 0,-12 3 0,2 6 22,15 1 1,0 6-1,3 3 1,7 1-23,8 8 0,8 2 1,-1 1 48,-4-8 0,-3 0 1,1 1-1,7 1 487,8 7 1,6 1 0,4-1 0,4-5-505,0-10 0,4-3 1,2-1-1,-2-1-25,2 7 1,0 0 0,2-4-7,0-3 1,2-3-1,5-3 41,3-6 1,4-2 0,4-3 0,-1-3 7,-6-3 0,1-2 1,1-1-1,1-2 1,3-1-50,1 0 1,2 0-1,3 0 1,1-2-1,-1-1 1,0-3 0,-2-3-5,-4-2 1,0-3 0,-1-2 0,-1-1 0,-1-2 0,-1 1 0,-2 0-375,8-4 0,-3 0 0,-1 0 0,-3-2 0,-3-1 382,-2-3 1,-2-1-1,-4-1 1,-7 0 143,-2-13 1,-13-4-176,-16 4 0,-11-4 1,-6 1-27,2 15 1,-5 1-1,-2 0 1,-2 0-1,2 0 23,2 0 1,0 0 0,0 0-1,-2 2 1,-1 3 32,-11-1 1,-3 3 0,0 4-1,1 2-74,-3 2 1,1 4 0,-1 2 40,12 3 0,0 0 0,-2 2 0,-3 1-130,0 1 1,-4 2 0,-3 0 0,1 1-1,1 0 1,4 0 176,-2-1 1,4-1 0,1 2 0,-4 3 41,1 4 1,-4 3 0,-2 2 0,2 1 0,5 1-1,8-2 387,-2 3 1,5 6-301,1 0 1,-4 5 0,-2 4-1,3 1 1,5-1-80,1 12 1,6 2 0,0 0 0,1-11 0,0 0 0,0 1 0,4-1 0,4 9 0,-1-1 0,1 1 0</inkml:trace>
  <inkml:trace contextRef="#ctx0" brushRef="#br3" timeOffset="114101">8956 10210 10901,'-7'-10'-1389,"-7"0"1636,-20-3-21,9 4-27,-8 1 1,-4 0-67,7 5 0,0 1-7,-1-2 1,-1 2-56,2 1 0,-2 3 48,-7 4 1,-5 4 151,3 6 1,-4 3-1,0 1-1062,2-1 0,0-1 1,1 3 1103,-1 1 1,0 2 0,4 3 55,7 0 1,4 3 0,2 1-177,1 2 1,2 3-1,0-1 60,1 0 1,0-1 0,2 1-376,2-3 0,1 1 1,4-1 236,4 6 1,7 1-273,10 8 0,5 0-261,-3-6 1,6-1 48,9-3 1,8 1 0,4-9 118,-3-15 1,4-6-1,1-3 1,-2 1-20,3 4 1,0 0-1,0-3 57,8-5 0,0-3 1,-1-3 18,-8-3 1,-2-2 0,3-1 16,0-2 0,3-1 0,1-1 0,-2 0 133,-4 2 1,0 0-1,-1 0 1,1-2 57,7-3 1,2 0-1,-2-3 1,-4-2-31,-1-9 0,-5-2 0,-3 0-331,-8 9 1,-2-1 0,-1 0 354,1-5 1,0-1 0,-8 1-179,-7 0 0,-9-1 30,-9-6 0,-7-3 0,-1 1 66,-1 5 0,-2 1 0,-1-1 530,2 1 1,0-1 0,-3 0 0,-5 5-530,-5 8 0,-5 3 0,-2 3 0,1 2 0,5 1-775,-7-3 0,0 4 773,4 3 1,-4 1 0,1 2-1,8 4 2161,-11 13-2192,5 4 1,-7 5 0,4 1 205,10-4 0,3 1 0,-2 1 0,-12 6 0,-2 0 0,6 1 0,9 2 0,-1 0 0</inkml:trace>
  <inkml:trace contextRef="#ctx0" brushRef="#br2" timeOffset="115035">9337 10921 7623,'-18'-23'90,"-7"8"0,-2 3-1,2 6-89,-2-1 0,-5 1 90,-4 3 0,-5 4-30,3 1 0,-3 2 0,-2 2-49,3 0 1,-2 2 0,-1 1-1,0 3-163,5 2 1,-1 1-1,0 2 1,2 1 0,2 0 389,-10 6 0,2 1 1,4 5-44,7 0 0,0 4 1,5 2-1,4-1 86,7 3 1,6 1-1,0-1-55,-2-4 1,1-1 0,5 0-55,4 2 1,5 1 0,7-2-89,18 3 0,10-1 0,-1-4 23,-12-9 0,0-2 1,3 1-126,6 1 1,5 2-1,-1-2 1,-3-6-1445,1-7 1,-1-6 1291,11-1 1,5-4 108,-15-4 1,5-3-1,1-1 1,-1-1 0,-4 2-825,3 1 0,-4-1 1,4-1 828,6-2 1,6-1 0,-2-2 0,-6-2 144,-9 1 1,-5-3 0,1-2 56,0-3 0,1-4 0,0-1 0,-1 0-89,-1 1 1,0-1 0,-1 0 0,-1-3-2,2-3 0,0-2 1,-4-2-1,-8-2-112,-10-1 1,-6-4-1,-7 1 1,-5 3-1,-8 4 0,-6 3 1,-4 1-1,-3 1-10,0 2 0,-4 0 0,-3 2 0,1 1 0,0 4-66,-3 2 0,1 4 0,-1 2 1,0 3 92,1 5 0,-1 2 0,1 2 1,6 1 361,5 1 1,-1 2-514,-11 4 0,-8 4 1,-1 2-1,4 0-308,7 1 1,3 2 0,-2 0 512,-6-1 1,-5 0 0,2 1 0,7 1 0,0 9-1,7 0 1,-4 5 0</inkml:trace>
  <inkml:trace contextRef="#ctx0" brushRef="#br4" timeOffset="125034">14080 14147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33:24.80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791 363 8432,'-10'1'-540,"0"1"540,4-1-89,-5 3 178,2-1 91,-1 1 270,-2 1 180,4-1-270,0 0 539,0 0-539,14 2 0,4-3 89,25 2-269,-1-5-90,3-1 0,1 0-270,12-1-45,-17 1 1,0-1-856,6 1 1080,-11 2 0,-9 1 0,-10 3 0</inkml:trace>
  <inkml:trace contextRef="#ctx0" brushRef="#br0" timeOffset="301">939 474 9422,'-11'-3'1709,"1"3"-1440,5 12-179,1-2 0,3 21 0,2-12-1729,2 18 1,2 4-655,-1 0 2061,-1-8 0,2 5 1,-1-5 51,-1 4-389,0-1 0,0 1 569,0 4 0,0 6 0,-1-11 0</inkml:trace>
  <inkml:trace contextRef="#ctx0" brushRef="#br0" timeOffset="528">780 1108 9422,'-10'5'719,"8"1"-3996,17-4 1254,1 0 1806,16-6 1,3-2-1493,10-4 1709,-8 1 0,-1 0 0,8-4 0,-8 1 0</inkml:trace>
  <inkml:trace contextRef="#ctx0" brushRef="#br0" timeOffset="1233">1256 880 9691,'-12'-14'2249,"1"4"-810,0-1-989,4 22-360,4 0 0,1 18-3367,3 6 2802,-1-13 295,0 6-179,0-16-91,1-2 0,1 0 270,4-14 90,-1 0 0,6-19 0,-4 7-45,6-16 0,2-3 135,-3 8 1229,1-3 1,1 3-1320,-3 12 0,9 7 90,-4 3 0,3 7 0,-3 16-179,1 6 44,-2-2 0,1-1-45,5 8-90,18-3 270,-17-27 0,11-11-90,-16-4 90,0-10 0,-5 3 421,-4-13 1,0-3-422,-1-3 90,-2-5 0,-3 1 0,-3 18 90,-2-16-90,3 52-90,2 10 0,1 7 0,1 5 45,0 11 0,1 2-45,2-1 0,0 0 45,3 5 0,0-3-45,-2-15 0,0-3-225,6 2 0,2-6-1934,3-10 2159,6 2 0,-6-21 0,-4-6 0</inkml:trace>
  <inkml:trace contextRef="#ctx0" brushRef="#br0" timeOffset="1443">1678 717 10861,'20'-13'809,"-5"3"-899,27-5-719,-16 5-2468,14-5 3151,-21 7 1,-4 2 0,-10 4 0</inkml:trace>
  <inkml:trace contextRef="#ctx0" brushRef="#br0" timeOffset="2210">1924 901 12840,'14'2'899,"2"0"-449,3-6-360,-4 1 0,22-9-270,-20 2 90,9-6 0,-17 5 0,-6 1-180,-5-16 180,0 11-90,-13-21 90,4 24 0,-14 0 90,9 13-89,-6 10 89,11 1-90,-4 31 0,19-19 0,5 1 45,4 5 0,3-1 45,-1-7 0,2-3-90,27-1-3187,-5-24 2802,-13 1-150,16-19 535,-32 11-90,0-35 90,-12 20 45,-2 2 0,0 1 45,-4-1-90,-4 2 0,13 20 3262,3-1-3172,11 9 0,-3-4-90,17-4 90,-14 2-2727,15 9 2727,-22-1-1134,-4 19 0,-4 5 1134,-3-5 0,0 6 0,1 1 0,2 3-90,4 0-762,0-6 672,3-11 329,11-2-779,-8-10 630,20 3 0,-11-11 0,9-1 0</inkml:trace>
  <inkml:trace contextRef="#ctx0" brushRef="#br0" timeOffset="2511">2621 882 9512,'-12'-9'1439,"3"3"-450,2 1-809,1 7-90,3 1 90,0 5 90,4 18-90,1 22-3457,1 0 3264,-2-18 1,1 1-472,-2 0 0,0 2 529,0 9 0,0 3-1104,1-8 0,0 2 0,-1-2 834,1 4 0,0-4-544,0 0 1,1-8-941,-1-17 2053,0-1 0,0-4 1,1 1-1</inkml:trace>
  <inkml:trace contextRef="#ctx0" brushRef="#br0" timeOffset="2861">2543 921 10411,'-7'-16'540,"3"6"-91,1-2-359,3 5 270,4 0 90,25-9-3727,-11 8 3252,21-5 205,-2 8-180,-14 3-45,3 1 0,-1 3 45,-8 1-90,16 12 90,-28-7 0,-18 25-270,-25-5 0,5 1 270,9-14 0,4-3 0,13-8 0,-3 3 0</inkml:trace>
  <inkml:trace contextRef="#ctx0" brushRef="#br0" timeOffset="3477">2914 930 10591,'-9'-13'1799,"2"3"-1709,-3 6 0,4 5 180,-2 7-180,1 4-3367,0 10 3162,3-6-155,2 6 0,4-11-989,19 10 270,-10-14 719,15 5 0,-9-15 1,-1-3 3170,5-8-2631,-9-5 0,-9-7-90,-9 3 1299,-16-2-1389,6 8-90,-1 4-90,9 3 0,16-1 0,-2 3 0,23-17 90,-5 0 0,-8 2 0,0-2 90,-4 1 0,-3-1-90,2-18 269,-8 10 1,-3 0-90,-1 0 90,-2-11-180,3 52-90,2 6 0,2 25 90,2-7-45,3 9 0,2 3-45,-5-20 0,1 1 0,4 10 0,1 6 0,-1-6-90,7 8-450,-2-7 1,0-3-1,-2-6-180,3 0 720,-5-18 0,-3-5 0,3 1 0</inkml:trace>
  <inkml:trace contextRef="#ctx0" brushRef="#br0" timeOffset="4162">3341 908 9871,'6'-9'3059,"-3"1"-2340,-2 1-359,-5 3-90,-4 6-180,-2 7-900,-5 21 271,8-8-361,2 13 630,8-21 0,2-2-359,4-7 449,-2-3 0,4 0-270,6-14 450,-2-6 270,4-12 0,-10 6-90,-3 3 0,-4 9-90,1 5 0,3 7-90,1 3 0,3 5-3277,7 3 2982,-7-4 115,11 4 180,-11-8-180,24-8 180,-10-11 0,8-3-90,-10-20 90,-13 9 0,-3-3 0,-1-9 0,-2-4-285,0-1 0,-3 0 330,-1 7 0,-3 4 3155,-4-10-2840,-2 6-360,6 33-3020,2 9 3020,6 31 45,3 8 0,2 9-649,0-5 1,2 4 0,-1-3 603,-3-10 0,-1-1 0,2 1 47,3 11 0,1 2 0,0-6 43,1-11 0,-1-5-794,0-4 0,-1 0 614,13 16-1439,-9-29 1529,-5-21 0,-4-6 0,-2-14 0</inkml:trace>
  <inkml:trace contextRef="#ctx0" brushRef="#br0" timeOffset="4361">3690 702 11670,'5'-7'540,"1"0"-360,1 6 180,16-5-450,3-1-540,-1 0 0,0-1-2158,14-5 2788,3-1 0,-16 6 0,-3 2 0</inkml:trace>
  <inkml:trace contextRef="#ctx0" brushRef="#br0" timeOffset="4761">4111 841 14549,'31'-2'1079,"-11"0"-989,9-3 0,1-2-270,-1-5 0,11-3 90,-22 2-449,-9-13 449,-7 12-180,-10-20 0,-20 28 270,5-1-90,-4 31 0,4 8 90,8-2 0,0 2 0,4 3-1639,15-6 1,3-3 1523,1 7-759,10 6 1,5-2 333,4-10 270,-7-8 0,0-2-449,2-8-2558,10-7 2719,-11-3 0,20-4 1,-13-2-1</inkml:trace>
  <inkml:trace contextRef="#ctx0" brushRef="#br0" timeOffset="5243">4892 844 13020,'-9'-6'1529,"0"0"-360,-5 3-539,-1 2-360,-3 1 449,-22 25-899,16 9-315,6 0 1,3 3 314,5 5-90,13-12 0,4-5 180,2-13-449,32-5-1100,-20-20 1,0-4 1445,3 3 1,-1-4 147,5-15 0,-3-8-742,-10 10 1,-2-2 0,-1-2 786,2-8 0,-1-2 0,0 1-336,-2 3 0,-1 1 1,-2 1 380,1-14 0,-4 7-45,-3 5 90,-2 17 1635,-5 30-1725,2 7 0,-2 23 0,1 9 29,2-8 1,1 1 0,0 3 571,1-1 0,1 2 0,0 1 1,0-2-572,1 10 0,1-2 0,1-2 192,0-10 1,-1-1-1,4-2-222,7 10 0,3-8-2922,0-4 2562,13 8-2518,0-35 1619,-9-7 1259,5-12 0,2-7 0,-9 0 0,0-4 0,10-12 0,-1-1 0</inkml:trace>
  <inkml:trace contextRef="#ctx0" brushRef="#br0" timeOffset="6178">7241 379 9602,'-6'-8'2788,"1"2"-2608,0 10 0,2 1 180,-2 45-271,3-17-1728,1-1 1,-1 1 844,1 7 884,0-2 0,-1 2 339,1-16 1,0 2-520,-1 19 0,1-1-1036,0-7 676,1-12 1,1 0-2828,0 9 3208,0-3 1,0-7 0,-1-11 0</inkml:trace>
  <inkml:trace contextRef="#ctx0" brushRef="#br0" timeOffset="6505">7114 532 10141,'-1'-14'450,"0"-7"-270,1 9 90,0-4 359,3 5 1,7-2-540,0 0 180,14-1-3547,23 5 2752,-13 3 730,13 11 0,-1 4-385,-15 3 135,1-1 0,-4 4-135,-18 12 0,-23 13 180,-2-13 0,-4-2-1134,-11 3 0,-1-3 1089,8-7 0,1-3-2634,-21 7 2679,46-23 0,3 0 0,17-7 0</inkml:trace>
  <inkml:trace contextRef="#ctx0" brushRef="#br0" timeOffset="7063">7527 1022 11041,'0'10'1979,"5"-3"-1889,2-5 179,10-6-179,-5-3-90,6-4-180,3-12 1,-1-12 44,-8 5 0,-2-2 90,-3-3 0,-4-1-1594,-3-5 1,-3 3 1343,-2-10 295,-5 9-783,2 26 693,4 6 90,4 5-90,4 4 90,8 6 0,-1-7-90,24 2 90,-15-2-45,7 0 0,0 1 45,-7-1 3049,16 3-3049,-17 2 1126,9 18-1036,-15-8-45,-2 9 0,-4 2-45,-4-6 45,2 9 0,-1 0-45,0-6 0,8 21-360,0-18-1799,14 11 1339,5-14 1,4-2 0,-1-13 0</inkml:trace>
  <inkml:trace contextRef="#ctx0" brushRef="#br0" timeOffset="7454">8186 862 12390,'11'-5'540,"1"1"-450,-3 2 179,7-2-89,3-5-3457,9-7 2483,-10 1 794,0-3 769,-14-11-949,-18 0 90,5 0 90,-21 10-90,12 20 90,-5 4-45,-2 14 1,1 5-2225,1 3 2269,0-1 0,4 4 0,13-6 0,5 1 1930,7 22-1930,10-9 0,4-2-90,-3-14 0,1-2-225,11 2 0,1-4-135,1-10-200,1-5 650,11-9 0,-8-3 0,-9 2 0,1 0 0</inkml:trace>
  <inkml:trace contextRef="#ctx0" brushRef="#br0" timeOffset="7770">8702 774 12210,'-5'1'2878,"-4"6"-2698,-7 9 45,-3 11 0,1 4-225,8-6 0,2 1-45,-7 8 0,3 0-3232,12 13 1673,8-27 615,17 0 1308,-9-13-1758,9-6 0,2-2-270,-4-4 1709,2-4 0,-1-1 0,-3-7 0,5-5 0</inkml:trace>
  <inkml:trace contextRef="#ctx0" brushRef="#br0" timeOffset="7996">8899 688 11940,'6'12'990,"0"5"-721,-4 8 1,2 7-360,-1-3 0,0-1-269,2 6-631,0-3 1,0-2-2288,0-12 861,1 9 2517,-3-16 0,1 1 0,0 1 0</inkml:trace>
  <inkml:trace contextRef="#ctx0" brushRef="#br0" timeOffset="8236">8870 384 11580,'1'-11'1530,"0"-1"-271,-1 7-2249,0-3-809,2 11-719,-2-1 2518,4 7 0,-1-5 0,3-1 0</inkml:trace>
  <inkml:trace contextRef="#ctx0" brushRef="#br0" timeOffset="8686">9118 680 11131,'8'-4'2698,"3"-3"-899,-7 3-1709,-5 6-450,-13 16 270,1-3-539,-4 17 449,14-20 0,1 6-630,11 3 540,2-5 1,9 11 179,-6-14-180,4 3 90,-3 0 180,-4 1 180,-7 9-180,-7-10-3212,-18 17 3302,7-18-1100,-9 10 1010,11-13-375,1-2 285,1 1-3187,-6 5 1266,7-7 2456,-3 3 0,10-10 0,1 0 0</inkml:trace>
  <inkml:trace contextRef="#ctx0" brushRef="#br0" timeOffset="8921">9420 841 11221,'2'-10'2518,"1"-2"-1079,-2 6-1079,9 26-540,-6-10-1259,9 38-1838,-3-19 0,-1-1 2457,1-6 1,-6-16 0,0-1 0</inkml:trace>
  <inkml:trace contextRef="#ctx0" brushRef="#br0" timeOffset="9162">9530 456 10591,'-4'-14'2429,"0"-7"-1440,-1 8-449,-1-2-900,3 16-1169,2 5-180,1 4 1709,2-1 0,0-6 0,1 1 0</inkml:trace>
  <inkml:trace contextRef="#ctx0" brushRef="#br0" timeOffset="10004">9805 790 11131,'-24'2'1889,"5"1"-1080,-17 11-719,18-3 360,-11 26-360,21-21-315,1 9 0,4 0-135,8-2-90,4 14-539,18-15-2288,11-16 1903,-6-2-18,4-25 1392,-29 8 180,-1-17 90,-12 7 360,-13-15-450,5 14 359,-16-13-359,20 25 2926,-4-4-3016,25 4-90,-1 6 0,13-5-90,10-1 1768,-8 2-1723,7-4 0,-1 0 45,2-1 45,-9 3 0,-2 0 45,3 1 0,-5 17-90,-6-1-3277,-1 22 3162,-10-10 204,5 26-978,0-5 889,0 8-74,0-7 344,-4-16 89,6-10-359,-3-10 180,22-33-90,-2-3-45,-6 6 0,2-3-15,-2 5 0,2-3 0,0 4-30,8-4 0,2 3 0,-2 0 0,0 8-1919,10 20 1919,-27 21 0,-3 24 1829,-3-17-1874,2 3 0,1-1 793,0-7-1423,5 0 0,2-6-1303,5-15-1299,22-2 2737,-13-15 1,-9 1 0,0 0 0,15-13 0</inkml:trace>
  <inkml:trace contextRef="#ctx0" brushRef="#br0" timeOffset="17562">12239 581 11041,'-3'-11'719,"-1"2"-629,0 4 270,-3-1 360,-13-3-540,7 4-1,-17 1 1,3 15 0,-12 15-135,18-7 0,1 4-1684,2 8 1,2 1 124,-1 9 1648,13-14 0,4-2-493,11-4 89,3 0 0,11-11 180,-10-9-2282,18-19 2282,-19 5 180,8-12 1309,-11 8-1309,-4 4 200,4-7-200,-3 8-90,3 5-90,8 19 1591,-6 2-1591,8 10 880,-1-7-1329,19 5 314,-13-15 0,1-3 135,1 0 0,0-4-1332,7-14 0,-3-6 1422,1-8 45,-9-3 0,-5-3-391,-4-4 555,-8-1 1,0-8 0,-1 7 355,-3 13 1,-1 2-536,1-9 0,0-5 0,-2 10 132,-1 6 288,1 0-361,6 44 1,-2-8 1522,1 13 0,-1 8-1612,0 4 0,0 4 0,0-2 344,1 1 1,1 2-480,-1-3 0,1 6 0,-1-1 0,1-7 0,-2-7 1,2-3-451,2 15 0,2-7 585,0-24 0,3-2 0,1-12 0</inkml:trace>
  <inkml:trace contextRef="#ctx0" brushRef="#br0" timeOffset="17769">12668 494 9871,'-9'1'450,"2"0"-270,9 2-90,1 0 0,8-1 270,22-4-540,13-4-495,-9-2 1,4-1 674,4-3 0,0-1 0,-6 1 0,-2 0 0,0-2 0,1 1 0</inkml:trace>
  <inkml:trace contextRef="#ctx0" brushRef="#br0" timeOffset="18360">14314 436 9871,'-6'-11'1440,"-5"-4"-811,0 5 181,-11-8-540,7 8 359,-21-1-449,9 13 0,-19 9-225,21 4 0,2 4-1594,1 7 1,3 0 656,3-6 0,3 0-1236,10 29 2128,12-38-90,8 4 90,-6-13-270,25-14 450,-9-4 0,11-5 2358,-17-1-2358,-9 9 3186,0 5-3070,-2 6-116,-1 11-90,3 16 0,-1 7-90,1 1 0,0 1-1200,3 6 0,-1 0 1245,0 3 0,-1-3-2612,1 8 2567,-2-2 90,-6 0-1447,-24-13 1537,6-7-86,-10-12 1,-3-5 85,-13-9-743,-6-2 293,11-3-899,10-4 1172,14 3 87,0-2 0,13-6 0,4-1 0</inkml:trace>
  <inkml:trace contextRef="#ctx0" brushRef="#br0" timeOffset="19034">14996 908 10861,'1'9'1799,"2"-2"-1709,3-6-90,-1-2 90,7-7 45,-1-14 0,-2-5-91,-2-1 1,-3-2-15,2-2 0,-1-3 0,-2 2-1636,-5-8 0,-1 3 1606,0 9 0,0 2 90,-5-12 0,4 20-90,13 16 0,0-1 0,11 17 0,9-1 90,15 0-90,-10-1 0,12 1 0,-32-8 0,10 8-90,-11 1 180,-1 15 3186,-10-6-3218,-5 5 0,0 1-2277,0-3 2219,-2 20-131,8-18-318,14 12-2435,-4-12 2614,12 4-629,-3-23-394,-5-4 393,8-2 767,24-13 1,-13-1 0,-5 1 0,-1 0-1</inkml:trace>
  <inkml:trace contextRef="#ctx0" brushRef="#br0" timeOffset="19411">15636 728 10411,'2'9'989,"1"-1"-539,3-3-270,1-2 360,17-1-360,-5-4 0,14-4 89,-3-12-269,-13 4 0,-5-20 0,-18 15 0,-19-8 0,-2 21-1639,-6 24 1,1 7 1434,4 3-120,4 10 1,9 3 143,23 0-1964,9 3 2054,4-12-360,8-14 180,-9-12 270,6-4 0,2-3 0,3-5 0,-4 0 0,0 0 0</inkml:trace>
  <inkml:trace contextRef="#ctx0" brushRef="#br0" timeOffset="19745">16215 779 11580,'-2'-11'2159,"-7"-2"-1709,0 8 0,-12 1-270,7 6-1122,-6 4 1122,7 1 157,-1 2-247,-15 24-539,13-1 179,-7 8-450,22-7-1079,14-9-1478,10 1 2837,1-5 0,9-7 0,-9-7 0</inkml:trace>
  <inkml:trace contextRef="#ctx0" brushRef="#br0" timeOffset="20651">16444 797 12210,'2'-9'3276,"0"-1"-1875,-6 2-951,-1 3-270,-6 2 180,-2 10-3637,-5 5 3072,3 2-425,-5 15-2647,9 14 2127,2-12 430,9 11-179,12-26 269,7-3-1426,18-15 1966,-14-2 998,14-22-818,-28 15 1788,6-8-1788,-10 12 89,-1 2-358,10 13 89,-7-3-360,17 15 0,-4-13 270,11-1 90,-7-6-90,6-9-410,-12-10 1,-1-4 499,8-8-669,-2-9 1,-3-3 669,-3-3 148,-7 12 1,0-5 0,-1 2 75,-2 2 0,-2 0 15,1 2 0,-2-2 0,0 3 698,-2 5 1,-1 3-489,0-13-180,-4 82-180,2-19 1179,-2 11 0,0 4-1179,2-12 0,0-1 0,1 17 0,2 0-1179,-1-12 0,1 0 1134,2 8 0,2-3-45,6-3-744,-1-11 744,4 2 1191,18-10-1191,-6-11-51,21-9 96,-20-18 0,-3-11 45,-8-1 0,-3-7 0,1 3 45,6-7 0,-2 0 311,-10 8 0,-2-3 0,-2 5-266,-2 2 0,-1 5 245,0-7-245,0-13 180,-2 37-270,-3 33 45,-1 15 0,1 7 0,-1-2 0,0 3-45,2-2 0,-1 2 0,2-2 45,1-2 0,1-3-45,-2-6 0,4-1-540,8 0 0,2-6 90,0-12-1189,11-1 1,3-5 1494,4-13 1,6-5 0,4-2-1,-6-1 1,1 0 0</inkml:trace>
  <inkml:trace contextRef="#ctx0" brushRef="#br0" timeOffset="21085">18344 265 10771,'-1'-12'1709,"1"-1"-1439,14 15-90,7 2-90,10 11-45,-8 0 0,-3 5-1684,-7 10 1,-2 1 1105,1-8 1,-2 2 330,-9 22 1,-6 1-24,0-18 1,-1-2-273,0 9 1,1-1 46,2-4 0,1-2 90,5-1 360,12-7 0,5-5 0,2-13 0,25 7 0</inkml:trace>
  <inkml:trace contextRef="#ctx0" brushRef="#br0" timeOffset="21495">18911 578 9961,'-9'4'2159,"1"0"-1709,16-1-360,-2-2 180,25-5-1,-1-12-179,-2-7-90,-6-7 0,-17 5 0,-18-2 0,-3 16 0,-6-2 0,-16 26-90,6 23-45,13-7 1,4 3-1,7 2 0,4-1-490,4-6 0,4-3 355,15 17-726,0-25-1883,15 1 2879,-1-11 0,7-8 0,-4-4 0</inkml:trace>
  <inkml:trace contextRef="#ctx0" brushRef="#br0" timeOffset="21877">19202 479 11041,'-10'-3'1349,"1"6"-1169,5 0 719,6 31-539,4 4-270,1-6 0,0 1-90,-1-6 0,1-2-225,1 3 0,0-4 135,1 3-449,10 3 359,-9-22 180,6 1 0,-7-12 90,17-26 0,-11-1 0,-1-3-45,3 1 0,-1-1-1684,1-12 1,-3 3 533,-5 8 1105,0 4 0,-10 42 0,-1 5 0</inkml:trace>
  <inkml:trace contextRef="#ctx0" brushRef="#br0" timeOffset="22502">19590 625 11221,'0'-9'2608,"2"-2"-2158,5 6 0,13 0-450,-6 5-180,14-1 0,-19-1 0,11-4-90,-9-4-90,1-13 180,-6 3 90,-8-8-89,-9 19-3098,-5 9 3072,-2 9 115,-8 27-1090,17-11 1,1 0 1089,-10 19 0,11 1-179,13-19-271,14 4 360,1-6 0,3-13 0,4-7 90,4-19 0,0-9 45,1 0 0,-1-6 15,-5-5 0,0-7 0,-3 0 150,-4 0 0,-4 0 0,0-2 15,-3 7 0,-1 0 0,-1 0 0,0 1-45,0-2 0,-1 2 0,-1 2 1269,1-12 0,-5 19-1089,-14 46 331,3-1-601,-3 12 0,-1 4-640,0 9 490,3-7 0,-1 6 0,2-2-30,0 4 0,0-1 120,1-4 0,-1 2 0,2-6-30,2-6 0,3-4-539,9 8 359,-2-14-180,6 5-2827,9-15 2964,-6-5 1,18-5 0,-8-4 0</inkml:trace>
  <inkml:trace contextRef="#ctx0" brushRef="#br0" timeOffset="22901">20506 385 11940,'-7'-6'1259,"-2"2"-539,-21 16-630,12-4 0,-4 4 0,1 1 0,6-1-90,-10 10 0,14-5-90,2-2-90,4 4 90,4-7-360,12 18-1455,-4-15 1725,10 13-89,-4-8-91,5 15-2551,-7-4 3001,-2 5 90,-24-3-562,-3-15 0,-2-1 472,-17 15 328,13-15 0,-1-2-2846,-7-1 2428,13-5 0,4-4 0,12-5 0</inkml:trace>
  <inkml:trace contextRef="#ctx0" brushRef="#br0" timeOffset="23085">20831 640 12750,'9'1'-820,"-21"-10"1,-8-5 0,-21-11 0</inkml:trace>
  <inkml:trace contextRef="#ctx0" brushRef="#br0" timeOffset="27932">3157 1658 9691,'1'14'270,"3"4"-90,0 12-90,4 11 0,-2 5-1729,0-12 1,1 0 754,-2 2 903,1-2 1,0-2-20,-3-7 90,1 14-90,-2-22-270,-1-1-1079,-1-6-630,-3 2 1487,0-5 0,-3-1 1,2-4-1</inkml:trace>
  <inkml:trace contextRef="#ctx0" brushRef="#br0" timeOffset="28456">3134 1642 8432,'-1'-10'900,"1"0"-720,2 4 179,5-2 91,22-4-450,-7 4 90,14-2 0,8 4 90,2 4-135,-12 2 0,1 3 0,-5 4 0,-2 1 45,8 5-90,-13 6 90,-23 5-90,-6-3 90,-8 10-90,-1-13 0,-4 0-630,-2-2 270,6-5 360,-2 1 0,13-10 0,0-1 0</inkml:trace>
  <inkml:trace contextRef="#ctx0" brushRef="#br0" timeOffset="29479">3755 2039 9152,'-9'-3'1619,"0"1"-1349,4 12-180,1 0 0,2 19 0,2 7-1,0-2-89,1 0-809,1-1 359,-2-19-269,2 9 719,-1-15 0,1-1 0,1 0 0</inkml:trace>
  <inkml:trace contextRef="#ctx0" brushRef="#br0" timeOffset="29729">3820 1671 9242,'8'-7'1439,"-1"1"-1439,-2 4 0,-2 0 0,-1 2 0</inkml:trace>
  <inkml:trace contextRef="#ctx0" brushRef="#br0" timeOffset="30464">4110 2148 9512,'-9'-1'1439,"-4"-1"-1169,3 1-91,-4 2 181,1 10-360,-2 17-90,6-7 90,1 8-180,5-13 1,2-5-181,-2 4 270,12-36 90,-3 3 0,9-26 0,-6 20 0,0-1 0,0 5-90,-1 3 180,-1 5-90,3 11 0,-5 5 0,13 23 0,-6-1-90,8 15 0,-9-16-90,3 2 0,2-7 0,1-3 90,12-10 0,-14-9-1549,4-15 1,-3-4 1433,-2-6-86,-2 4 0,-1-5 336,-3-12 0,-3-1 45,1-2 0,-2-5 0,-1 3-1260,-2 20 1170,-2-6 2659,1 21-2659,2 18 438,1 28 0,0 9-438,-1-20 0,0 1 22,1 9 1,1 7-1,0 0 1,-1-7-23,0-9 0,1-2 30,2 12 0,3 4 0,0-8 2029,2-3-2464,4-6 0,2-6-44,-3-14-901,9-5 1350,-6-16 0,-2-5 0,3-10 0</inkml:trace>
  <inkml:trace contextRef="#ctx0" brushRef="#br0" timeOffset="30687">4353 2132 9961,'8'2'1619,"-3"0"-1259,30-16-270,-15 7-720,9-5 1,2 0-2648,-3 1 3151,12-4 1,-21 9 0,-7 2 0</inkml:trace>
  <inkml:trace contextRef="#ctx0" brushRef="#br0" timeOffset="31429">4672 2287 11580,'4'9'990,"8"-1"-900,-3-6 0,7 1 0,-8-3-90,11-1-90,-7-1 0,7-2-360,0-9 90,-6-1 270,2-5-180,-10-10 91,-20-11 89,6 11 90,-29 2-90,23 29 90,-13 6 0,10 24 0,9 0-45,4-2 0,4 1 90,7 0 0,5-2-90,3 0 0,2-3 135,13 14-135,-2-27 0,0-5 45,-3-6 0,19-4-180,-6-20 0,-4-13-1459,-15 17 1,-2-1 1408,6-21-38,-13-3 358,-7 3-90,-1-5 0,-4 16 0,-1 10 0,1 10 0,8 4-90,10 3 90,0 5 3276,4-2-3358,7-2 82,-13 1 90,15-1 0,-18 2 221,4 3-41,-6 12-180,-3-2 0,-2 8 90,-3 19-180,1-18 90,1 19-270,13-9 0,-4-17-1080,20 11-89,-15-24 0,9-3 1349,-3-6 0,10-5 0,7-3 0</inkml:trace>
  <inkml:trace contextRef="#ctx0" brushRef="#br0" timeOffset="31805">6514 1753 10501,'-12'1'2609,"22"1"-2430,-2-2 91,29 1-540,7-5-1529,-1-1 1799,2 0 0,-26 1 0,-10 2 0</inkml:trace>
  <inkml:trace contextRef="#ctx0" brushRef="#br0" timeOffset="31979">6447 2017 9691,'-11'13'1350,"15"0"-901,14-5-359,29-5-1729,1-10 1,0-3 1419,-19 5 1,0 0 0,15-5 0,-3-1-1,-17 3 1</inkml:trace>
  <inkml:trace contextRef="#ctx0" brushRef="#br0" timeOffset="34529">7936 1893 8522,'-9'-8'2339,"-1"-3"-630,5 3-540,-3-1-899,0 15-90,1 7 0,0 11 0,1 2-180,-1 6 45,3-7 0,-1 1 45,-1 1 0,1-1-1,-2 9-89,1-6 0,-1-1 0,2-2 90,0-5-90,2-24 0,2-2 0,-1-15 0,4-30-90,-1 23 90,0 0 0,1 0-89,3-10-1,1 11-180,10-11 180,-7 23-270,20 8 180,-12 13-131,8 4 221,-6 2-90,-7-3 180,1 0-90,-2 0 0,-4-5 90,3-3-90,8-14 90,2-6-3277,16-17 3146,-9 9 131,-7 9 0,0 1-513,13-6 513,-2 6 0,7 27 0,-22 2 0,0 23 0,-3 5 0,-8-17 0,0 1 0,5 20 0,0 0-45,-4-19 0,1-2-225,2 1 1,1-3-541,6 2 290,15-13 0,-7-15 0,10-10 1</inkml:trace>
  <inkml:trace contextRef="#ctx0" brushRef="#br0" timeOffset="35085">8833 1908 10771,'-11'-8'899,"-6"-1"-719,8 7 90,-11-2 0,-4 4-90,-14 6-90,7 1 0,3 6 0,3 3-1299,5 0 1254,1 2 0,3 2 243,6 3-378,3 9-450,17 6 1,12-9 359,1-4-270,19-18 360,-19-14-2381,11-7 2471,-18 0 180,0-15-90,-10 14 89,3-15-89,-7 18 90,0-6-180,1 11 180,-2-3-180,6 12 0,-2 1 3276,12 23-2980,8 13-296,-4-4 45,-4-12 0,1-2-45,13 2 0,-6-6-180,18-3 0,-26-12-449,18-6-1,-10-8-569,-1-1-690,5-11 1889,-9-1 0,3-6 0,-2-3 0</inkml:trace>
  <inkml:trace contextRef="#ctx0" brushRef="#br0" timeOffset="35436">9215 1874 10141,'4'-3'1259,"11"9"-1034,8 9 0,5 5-1864,2 2 1,0 1 1499,-1-1 1,1 2 183,7 7 0,-4-3 1056,-5-1-2045,4 3 0,0 0-55,-13-11 999,16 14 0,-27-27 0,0 0 0</inkml:trace>
  <inkml:trace contextRef="#ctx0" brushRef="#br0" timeOffset="35652">9530 1834 10411,'-9'-10'90,"1"3"360,-11 11-270,6 7-1819,-5 7 1,0 5 1113,-4 12 856,1 4 0,-5 9 1,4-6-377,6-12 0,1 0-460,-3 7 1,-3 3 0,3-3-936,1-4 1,2-3 1076,-6 13 1,7-14 0,1 0 0,-3 5 0</inkml:trace>
  <inkml:trace contextRef="#ctx0" brushRef="#br0" timeOffset="36418">10339 1704 9871,'-6'-10'1799,"0"-1"-1529,2 3 270,0-1 269,1 4-719,3 12-3367,3 6 3342,2 10 25,1 6 0,-1 7-48,-2-2 0,0 2 1,0-1-88,1 4 0,0 2-165,-3 1 0,0 4 0,-1-11-60,0-8-855,-2 3 1,0-4-2153,0-13 3174,-2 6 0,3-16 1,0-2-1</inkml:trace>
  <inkml:trace contextRef="#ctx0" brushRef="#br0" timeOffset="36760">10214 1667 10321,'0'-11'180,"0"1"180,4-3 90,8-4-181,14-4 1,4 0-180,6-2-1154,3 3 1,0 3 1153,-9 9-1160,6 6 0,0 4 1070,-8 4-45,2 4 0,-4 5 45,-12 9 0,-5 13 0,-10-4 0,-15 10 0,1-19 0,-2-2-613,-10 13 613,-7 0 1940,9-17-2569,8-7-2648,-2 0 2971,13-14 1,9-4 0,5-7 0</inkml:trace>
  <inkml:trace contextRef="#ctx0" brushRef="#br0" timeOffset="38312">11383 1261 9512,'4'-7'3276,"-16"27"-2954,-3 15-233,0 0 1,0 6-30,2 1 0,0 6 0,2 1-880,3-7 1,1 0 0,2 3 0,0 0 465,2-2 0,0 1 0,2 0 0,0 0 0,3-1 354,1 5 0,3 0 0,2-2 0,2-2 334,3-5 1,3-1 0,1-2-1,1-4-394,3-1 0,1-5 0,3-2-450,4-3 1,3-3-1,-3-4-450,17 2-435,-14-11 1,-3-5 1394,-4-11 0,3-8 0,-6-5 0</inkml:trace>
  <inkml:trace contextRef="#ctx0" brushRef="#br0" timeOffset="38771">11657 1823 10141,'-2'-14'1170,"1"1"-181,4-7-269,12 1-541,3 2 181,19 7-180,7 21-90,-13 9 0,0 3-45,-7-3 0,-2 2-90,3 16 0,-6 1-45,-8 2 90,-3 2 0,-9-23-90,-6 1 180,-4-9 90,-5-1-90,2-18 0,3-36-90,9 9 30,5-1 0,3-8 0,3 3-1669,7-3 1,2 2 1569,-8 9 1,1-2 0,1 3-1015,9-6 1,1 8-447,-4 15 1529,9-2 0,-15 15 0,0 3 0</inkml:trace>
  <inkml:trace contextRef="#ctx0" brushRef="#br0" timeOffset="39379">12299 1320 10861,'7'-3'1439,"0"6"-1259,-5 4 90,-1 16-180,-2-5 90,-2 16-90,0-7-90,-6 20-720,1-5-2557,1-4 2747,5-23 0,5-20 0,2-13 0</inkml:trace>
  <inkml:trace contextRef="#ctx0" brushRef="#br0" timeOffset="39754">12671 1184 10501,'7'6'1439,"7"8"-1349,7 12 90,4 4 0,2 9 0,-8-3 0,0 4 0,-3 4-836,-4-7 1,-1 3-1,-1 2 1,-1 1 0,-2 1 377,-2-4 1,-1 1 0,-1 0-1,-1 1 1,-2 1 0,-3 0 232,-2 5 0,-4 1 0,-1 0 0,-2 0 0,-1-2 0,1-2 134,-1-3 1,0-3 0,-1-1 0,-1-1-1,-1 0-359,-6 8 0,-3-1 1,0-2-1,1-5 270,2-6 0,0-4 0,2-4 0,1 0 0,2-3 0,-10 16 0</inkml:trace>
  <inkml:trace contextRef="#ctx0" brushRef="#br0" timeOffset="40405">14163 1447 10501,'-2'-9'1079,"0"0"361,-2 1-991,-16 36-2088,5 2 1,-1 5 1286,0-3 0,1 2 826,-2 10 1,4 1-430,3 0 0,5 2-15,2-12 0,2 2 0,0 0-756,1 7 0,0 1 0,1-1 726,1-8 0,0-1 0,3 0 30,2 4 0,3 1 0,1-2-664,3 9 0,2-2 634,-2 2 0,0-2 785,0-9 0,-6-4-1055,-17 4 180,0-18-405,-16-6 1,-3-4 44,0-6-1189,-11-6 1,2-3 1196,11-2 0,2-1 0,2-3 0,5-4 0</inkml:trace>
  <inkml:trace contextRef="#ctx0" brushRef="#br0" timeOffset="40654">13964 2052 11221,'-5'-11'989,"10"-6"-809,8 6-180,12-4 0,5 0-315,-7 4 0,1-1-778,6-1 1,3-3 0,-4 3 794,14-8 0,-13 7 0,-2 1 0,-6 2 0</inkml:trace>
  <inkml:trace contextRef="#ctx0" brushRef="#br0" timeOffset="41355">14450 1855 14369,'-19'13'989,"5"-3"-764,2 14 0,2 3-225,1-2-270,3 11 0,2-1 0,5-10 91,3 16-361,5-22-90,12 0 180,8-9 361,-4-4 89,-3-14 0,-12-15 89,-14-16 1,-4 13 0,-3-1-45,1 4 0,-2 1-45,-18-12-270,15 20-179,15 1 359,0 4-180,17-2 180,-6 6-270,15-11 360,-12 7-270,19-24 270,-22 18-3277,9-25 3162,-15 24 115,1-13 90,-5 13-90,4-8 0,8 6 0,7 3-2358,19 4 2358,-14 7 0,14 0-715,-21 4 625,3-1 2094,6 4-1734,-7 9-270,2-2 90,-12 8 0,-6 11 0,0 13 0,2-1-45,2-6 0,0-1 2817,2-8-2907,6 6 0,3-3-494,5-8-856,-1-6 1,2-1 1394,14-6 0,10-6 0,-2-5 0</inkml:trace>
  <inkml:trace contextRef="#ctx0" brushRef="#br0" timeOffset="43038">17492 1603 11131,'-8'-8'3148,"8"14"-2878,8 15-135,1 5 0,0 3-135,4 9 0,-6-13 0,-1 0-90,3 15-270,-3-4 270,2 2-180,-4-4 180,-4-25 0,0-7 90,0-10-45,8-29 0,8-13-1048,-3 15 1,2 0 0,0 0 1023,-1-2 1,0 1 0,0 0 68,2 2 0,-1 1 0,1 5-180,-2 4 0,1 5-899,9-11-1889,3 0 2968,-6 25 0,-11 13 0,0 6 0</inkml:trace>
  <inkml:trace contextRef="#ctx0" brushRef="#br0" timeOffset="43388">18080 1161 10321,'7'-5'720,"1"1"-630,-3 5 269,-1 7-269,-2 0 270,-6 25-270,-1-15-450,-4 11 1,-1 2-811,0 0-404,1-6 0,2-2 1574,1-2 0,5 0 0,1-6 0</inkml:trace>
  <inkml:trace contextRef="#ctx0" brushRef="#br0" timeOffset="44978">18887 1207 9242,'8'-4'1799,"4"1"-450,-6 2-1169,-3 7 180,-22 16-180,1 2-91,-16 11 31,12-11 0,-3 3 0,1-1-1726,-7 9 0,0 0 1606,6-7 0,-1 0 0,3-2 45,-1 1 0,4-4 45,3-1-90,4-6 90,-4 8-90,18-6 0,0-6 0,13-1 0,12-2 90,11 7 2045,0-2-2225,8 6-270,-21-8 1,-3-1-1,9 4-765,-6-2 1,-4 0-585,-11-8 1709,4 4 0,-10-5 0,0 0 0</inkml:trace>
  <inkml:trace contextRef="#ctx0" brushRef="#br0" timeOffset="45297">18307 2162 10411,'6'9'630,"0"-2"-181,2-2 271,14 0-360,18-2 0,5-1-360,-18-1 0,3 0-390,14-2 0,7-1 0,-7 0-1249,-16 0 1,-2-1 231,16-1 1,0-1 1253,-11 0 0,-1 1 0,-4-1 0,0 1 0,7-2 0,1 0 1</inkml:trace>
  <inkml:trace contextRef="#ctx0" brushRef="#br0" timeOffset="47515">18990 1259 9152,'-3'-6'3148,"-2"1"-2968,-5 7-90,-7 1-90,3 1 90,-2 0-90,0 2 0,-11 4 90,-4 5-1729,-5 7 1,-1 2 1580,17-10 1,-1 0-300,-11 11 1,-1 2 356,5 7 0,4-1 0,9-13 0,1 2 45,-13 20 0,4-1-961,10-6 916,5-9 0,3 1 0,5 22 0,2-10 0,8 5 1014,4-19 0,4-1-1014,5-5 0,1-1 0,-1 4 0,1-2 0,3-8 0,2-6-919,7-6 0,0-3 919,-11 1 0,1 0-411,10-3 0,6-2 1,-6 1 410,11-5 163,-8 2 0,-2 0-252,-2 0 89,-7 0 0,-11 4 352,-6 1-442,-1 3 2541,-2-2-2451,2 2 1979,-5-1-2069,1 1 1224,0-1-1134,-15 7 0,6-3 0,-16 5 0,10-3 0,-1-1 0,1 2 0,4-2 0,-2 0 0,3 0-180,-1-1-1349,1 1-1350,-2-2 2879,-1-1 0,2-1 0,-2-2 0</inkml:trace>
  <inkml:trace contextRef="#ctx0" brushRef="#br0" timeOffset="49161">18892 1480 9062,'1'-20'270,"1"0"-3547,-4-10 2063,0 13 2360,-4-10-1056,0 19 1121,-9 2-987,-15 27 1,-4 10-2224,-3 1 2029,13-9 0,-3 3 0,3 2 15,-4 12 0,5-2 0,9-14 0,0 0-45,-8 13 0,3 1 226,9-6 0,3-2-136,2 17-236,1-19 0,4-1 146,27 10 1049,18-35 1,7-8-1095,-20 8 0,1-3 497,4-5 1,2-4 0,-3-4-318,2-12 0,-6-2-457,-12 12 0,-3-4 502,1-13 0,-3-9 0,-11 4-989,-25 1 0,-9 2 854,8-9 0,-6 3-56,-8 20 0,-7 6 1,-5 8 54,9 8 1,-3 5 0,-4 5 0,0 1 0,1 1 0,3-2-27,2-1 0,2-1 0,0 1 0,0 1 0,-2 1-172,-3 1 1,-4 1 0,0 1 0,1 0 0,3 1 0,5 1 63,-8 7 0,7 2 0,6-1-180,4 0 0,9 3-83,5 6 1,13-1-188,25-9 1,11-4 404,-3-4 0,3-4 45,15-6 0,-1-6-272,-18-3 0,0-4 541,17-9 1,-1-4 45,-16 2 0,-3-2 45,9-10 0,-7-3-90,-19-15 45,-22 14 0,-11 2-106,0 10 1,-6 2 0,-4 2-8,-3 1 1,-5 2-1,-2 1 1,-3 3-271,-1 4 1,-3 4 0,-2 1 0,2 2 0,2-1 179,1-1 1,3 0-1,0 2 1,0 3-1,-3 3 1,-1 2-1,3 2 1,10 1-23,-8 9 185,15 15-545,41 1 90,13-17 0,12-2 0,3-2 135,-6-5 0,2-1 0,2-2 1,4-1 44,-1-1 0,4-1 0,3-2 0,0 0 0,-1 0 0,-3-2 340,0 0 0,-3-1 0,0-1 0,0-1 0,1-1 37,5-3 1,3-3 0,0 0 0,-5-1 0,-6 2-108,13-2 0,-17-6 224,-25-13 1,-13 2 658,-18 18 1,-10 4-974,-1-2 0,-6-1 0,3 3-277,-4 3 0,-3 3 295,6 2 0,-6 2 0,-2 1 0,-1 1 0,5 1-86,0 3 1,2 1-1,1 1 1,-1-1 546,-10 0 0,-3-2 1,5 3-1,14 5-1019,13 14 1,16-1-951,20-17 1,9-3 1264,17 3 0,4-4-104,-13-6 1,3-4 202,0-3 0,8-2 0,3-1 0,-2-2 0,-6 0 306,-5-1 0,-4-1 0,2-3 212,9-1 1,7-4-1,-9 1 1,-24 0-124,-44-7 1,-25 3-225,15 12 0,-5 3 0,-3 2 0,0 3-508,1 4 1,-1 2 0,-2 2 0,2 1 0,4 0 342,-11 1 0,4 1 0,4 4 680,2 2 1,3 2-1,17 3-1279,38 20 21,11-23 1,13-3 0,6 0 0,-1-2-49,-6-2 1,1-1-1,1 0 1,1-2 0,0 2 507,5 0 1,1 0-1,1 0 1,-1-1-1,-1-2-1,4-2 0,0-3 1,-3-1-1,-4 0 14,7-2 1,-6-1 387,-5 0 1,1-2-434,-5 0 0,3-2 1,-3-1-1179,4-4 0,-3-1 908,5 1 0,-5-1 1817,-2-11-1367,-24 11 0,9-7 0,1-3 0</inkml:trace>
  <inkml:trace contextRef="#ctx0" brushRef="#br0" timeOffset="49667">20124 1484 9062,'-18'-14'2338,"8"5"-1708,-3-3 539,6 4 361,1 1-811,0-2 720,23 4-1214,7 10 0,3 3-1225,-2-2 1,2 1 1089,14 11 0,0 4-1336,-16-4 1,-2 0 1245,0 0 0,-2 2 0,0 5 0,-4 0-90,-2 4-90,-6 3 1,-3 3-181,-10 11 180,-1-11 0,0-2-818,-8 1 818,2-10 552,13-32-372,2-1 0,9-16 0,5-5-45,-1 2 0,3-2-23,3-6 1,4-6-1,3-2 1,-2 3-263,2 1 0,0 2 0,0-1 217,-5 6 1,0-3 0,0 3 0,-2 3 999,8-4 0,-5 8-1516,-6 10-2648,2 2 2904,-11 15 0,-2 6 1,-11 11-1</inkml:trace>
  <inkml:trace contextRef="#ctx0" brushRef="#br0" timeOffset="49969">21101 1027 9961,'8'2'810,"-2"-1"-450,-4 10 179,-6 13-449,0-5-180,-5 5 0,-3 2-1619,-7 6 270,-4 7 1439,5-9 0,9-15 0,0 4 0</inkml:trace>
  <inkml:trace contextRef="#ctx0" brushRef="#br0" timeOffset="50654">21953 1222 9422,'-18'-28'629,"2"5"-539,10 19 0,0 0 0,0 1 270,-17 9-270,8 0 0,-11 17 0,0 6-45,13-8 0,1 3 0,-10 15 0,2 5 15,11-10 0,3 2 0,2 1-31,1 9 1,3 2 0,0-3-60,-1-8 0,0-1 1,2 1 6,4 0 1,2 3-1,1-1 1,1-5-68,4 7 0,2-4 90,0 9 0,-1 1 0,-3-2 0,-6-4 0,-7-13 0,-3-3 0,-8 19-90,-11-12-3187,-3-14 1633,4-4-785,-10-2 2183,18-10 1,-7-4 0,6-2 0</inkml:trace>
  <inkml:trace contextRef="#ctx0" brushRef="#br0" timeOffset="50880">21740 1797 10411,'-10'-1'2069,"18"-2"-1979,0 2 90,20-3-315,9-3 0,2-1-315,3-2-643,-6 1 1,6-2 0,-8 1 740,0-2 0,-3 0 0,-2 0 0,-3-2 0</inkml:trace>
  <inkml:trace contextRef="#ctx0" brushRef="#br0" timeOffset="51727">22360 1700 12480,'-17'4'3238,"-11"13"-3148,11-7-45,-3 15 0,2 6-1394,3 13 1124,3-17 0,3 1-1574,13 22 1439,5-35 0,7 6 91,-3-16-361,13-6 540,-9-2 270,5-14 0,-1-3 0,-7 0 89,-2-10 1,-4-1-180,-10 9 180,-9-6 0,-3-1-3547,-2 7 3162,-9-11-695,14 24 361,27 6 449,-2-1-90,14 0-180,14-11 270,-7-4 797,4-3-797,-11 3-132,-12 1 43,2-5-2520,8-11 2609,-10 10 0,0 2-90,-8 15 1737,1 2-1647,0 6 116,-1 2-26,-3 15-90,-2-5 0,1 4-329,-2-3 419,0-6-2160,2 20 2070,-2-13-206,5 26 206,-1-17 1096,2 4 1,2 1-917,7 12-180,-6-16 0,1-1 397,4 4-308,18 4 1,-14-17-90,15 9 3252,-19-18-3252,-2-2 516,7-5-876,-7-2 90,6 0-450,-10-4 91,-4 3 629,4-6 0,-4 6 0,1-4 0</inkml:trace>
  <inkml:trace contextRef="#ctx0" brushRef="#br0" timeOffset="52778">23769 1678 11311,'5'-6'3058,"-3"0"-2519,-5 1-89,-11 0-90,0 4-90,-12 4-90,-5 8-180,-3 5-585,11 2 0,1 4-314,-1 11 359,1 8-449,44-12 629,8-23 360,9-3-3212,-4-23 3302,-19 7 90,1-6-525,-8 8 525,-2 2-180,6 11 0,-7 3-450,10 17 91,-2-6-271,19 14 360,-7-15-1002,4-9 0,3-4 1182,0-7 45,-1-5 0,1-5 1027,-11 0 1,0-4-1028,6-5 0,0-6 112,-9 0 1,0-6-1,-1-2 1,-2 3 52,1 2 0,-2 2 0,-1-4-53,0-1 1,-1-5-1,0 2 1,-3 5 22,-3 3 0,-1 2 179,2-7 1,-2 4 3006,-2 11-3079,-5 48-1785,-2 4 1588,-3 15 0,0 7 45,3-4 0,1-2-776,-1-13 1,1 1 730,2-1 0,0 4 0,1-7 0,3 2 45,2-3 0,3 1-132,5 0 132,2-9 0,3-2-45,8-6 0,17-14 0,-13-27 0,-15 1 0,-1-7 0,-1-1 0,-2-3 0,0-1 0,-2 0 42,1 0 1,-1 0-1,0-2-72,1-9 0,0-1 0,0 7 1027,-4 10 1,1 8-998,8 7 0,-16 42 0,-4 19 0,-1-2 0,-1 5 0,-1 1 0,2-5 0,0 2 0,0 0 0,2-2-237,0 0 1,3-2 0,1 0 56,0-3 0,1-1 1,4-5-271,17 13-90,1-27 540,9-17 0,5-6 0,-5-2 0,3-2 0,2-1 0,1 0 0,-1 0 0</inkml:trace>
  <inkml:trace contextRef="#ctx0" brushRef="#br0" timeOffset="53433">25889 1717 10591,'-1'13'1349,"0"-3"-359,4 2-271,10-9-449,0-2 90,13-18-180,-2-20-90,-12 13 0,-2-3-90,0 1 0,-2 0 45,-3 0 0,-1 1-45,0-14 134,-3-2 1,-1-1-45,-1-6 0,-3 7 0,-1 4-90,-2 19 90,-9 14-180,12 14 0,-2 11-180,24 5 181,21-4-1,-9-3 45,-4-11 0,0-2-45,-10-1 90,10 8-90,-15 16 90,-6-3 0,-2 2 0,2 14 0,0-2 0,2-3-270,4-8-315,0-5 1,2-2-2693,11-2 527,-4-9 2750,2-6 0,2-8 0,4 0 0</inkml:trace>
  <inkml:trace contextRef="#ctx0" brushRef="#br0" timeOffset="53619">26803 1471 13469,'-1'-10'3276,"0"0"-435,6 13-3471,-2-1-2248,4 6-399,-12 2 0,-10-7 2644,-6-1 0,-19-11 1,1-4-1</inkml:trace>
  <inkml:trace contextRef="#ctx0" brushRef="#br0" timeOffset="59916">1945 3452 8612,'1'-9'1799,"0"0"-1349,-2 2 269,-3-2-359,-1 2-90,-2 1-90,-1 2-180,-1 3 180,-10 6-90,4 0 0,-17 18-90,17-9 0,-7 10 90,9 9-90,8-9-90,8 22 0,11-21 0,3-1 0,13-5 0,-13-11 0,21 3 90,-22-8 0,9-3-90,-1-9 90,-6-9 0,2-6 0,-16-9 0,-6 8 0,-10-10 0,-3 14 0,-1 1 0,-5-7-90,2 9 0,-1 4-450,-6 16-2737,0 7 284,4 3 1374,8 5 1484,10-7 0,1 4 0,1 2 0</inkml:trace>
  <inkml:trace contextRef="#ctx0" brushRef="#br0" timeOffset="60177">2105 3506 10321,'8'-4'1979,"-2"0"-2339,-2 1-2698,0 0 3058,0 0 0,-2 1 0,-1 0 0</inkml:trace>
  <inkml:trace contextRef="#ctx0" brushRef="#br0" timeOffset="60488">2327 3417 10051,'-1'-11'1170,"1"0"-181,-1 4-989,1 27 90,-1-11 0,2 30-810,-1 2 271,-1-12 449,2 2 0,0-2 0,1-2 0,1 14 0</inkml:trace>
  <inkml:trace contextRef="#ctx0" brushRef="#br0" timeOffset="61239">1777 4094 9602,'0'-11'1079,"0"2"-629,-2 3-181,-12 13-269,6-3 90,-15 23-90,16-9-90,-2 17-179,12-10-1,9 0 180,1-9-180,16-4 270,-14-10-180,16-1 90,-4-8 90,1-3 0,-3-2 90,-6-4 180,-9-5-90,-4-4 180,-16-22-270,0 24 0,-17-13-360,1 27-270,-2 4 90,1 4-1529,4 12 1979,6 2 0,-1 4 0,2 1 0</inkml:trace>
  <inkml:trace contextRef="#ctx0" brushRef="#br0" timeOffset="61506">2108 4112 9961,'-5'-10'0,"0"1"0,4 6 0,0 1 0</inkml:trace>
  <inkml:trace contextRef="#ctx0" brushRef="#br0" timeOffset="61962">2186 3996 8882,'-3'-9'720,"3"1"-541,4 3-89,3 0 90,11 0 0,11 0-180,-5 2 90,10 3-90,-20 4 90,1 16-90,-9-4-1639,-13 14 1,-7 3 1433,2-8-217,-6 7 0,0 0 422,6-10 0,-5 15-90,12-20 90,13 11 0,0-20 0,10 6-90,7-11-180,-1-2-2608,22-1 2878,-21-2 0,9 2 0,-17-1 0</inkml:trace>
  <inkml:trace contextRef="#ctx0" brushRef="#br0" timeOffset="62572">1829 4746 9152,'2'-8'1709,"0"-1"-540,-1 4-539,-3-1-1,-16 11-449,2 2 0,-16 19-180,11 4-450,6 10 271,10-10-721,28 9 540,3-25 135,0-4 1,1-2-46,15-8 225,-14-5 0,-1-3 45,12-12 270,-7-17-270,-17 10 90,-16-4-90,-7 17 89,-27-15-89,15 16-89,-20-9-1351,-6 25 1,20 0 0,-20 8 937,30-1 1,-2 6 0,1 2-1</inkml:trace>
  <inkml:trace contextRef="#ctx0" brushRef="#br0" timeOffset="62817">2130 4794 10411,'-8'-8'45,"0"0"0,4 5 0,-2 1 0</inkml:trace>
  <inkml:trace contextRef="#ctx0" brushRef="#br0" timeOffset="63361">2259 4702 10231,'0'-10'1080,"0"1"-811,3 5-89,5-3 0,10 0 0,5 1-270,12-1-180,-4 3 90,-2 3 0,-8 6 91,-13 4-91,-14 18 180,-1-12-90,-10 14 90,9-12-90,4 5 90,3-4 0,13 7 0,-3-14-90,7 7 0,-6-8 0,6 3-180,1 5 180,-4-1 0,-5 4 0,-20 6 0,-14 6 45,0-7 0,-3 1-135,4-6 1,-1 0-1460,-8 6 1,1-1 957,2-1 0,-2 5 0,22-16 0</inkml:trace>
  <inkml:trace contextRef="#ctx0" brushRef="#br0" timeOffset="64022">1678 5726 8702,'3'-11'900,"0"3"719,1-5-630,-2 6 1440,1-5-2339,-8 14 0,1 1 89,-7 11-89,3 7-359,5 8-91,3 2-540,19 3 181,6-12 179,-2-12 0,2-2 91,20-2 179,-2-6-90,6-10 90,-10-8 450,2-10-90,-16 4 90,-15 0 180,-19-7-181,-10 0 1,1 8 0,-2 1-90,-18-6-180,3 9-270,2 16-1279,8 12 1,0 3 1412,-6 2 0,4 3 0,2 1 0,5 1 0</inkml:trace>
  <inkml:trace contextRef="#ctx0" brushRef="#br0" timeOffset="64266">2142 5688 11760,'-2'-11'-820,"3"3"1,0 5 0,1 2 0</inkml:trace>
  <inkml:trace contextRef="#ctx0" brushRef="#br0" timeOffset="64928">2350 5589 10591,'-1'-9'1529,"1"1"-270,-1 1-1259,-2 33-180,-2-5-90,0 9 1,-1 3-91,-1-7 0,-1 0-135,0 4 1,-1-2 224,-3 13-90,2-13-1449,4-12 1629,3-6-867,-3 6 777,12-18 180,-3 5 90,8-13-90,2 0 90,-4 3 0,4-2 968,0 4-968,-6 1 0,4 1-90,2-1 90,-1 0 0,9-3 0,-1-4 179,0-1 721,2-10-720,-13 10 0,2-4 180,-9 10 449,0 1-629,-6 21-180,2-6 180,-4 28-630,5-9 0,2 1 1,0 7-181,0-7 0,1-3-449,1-9 748,-1 0 1,1 4 0,-1 2-1</inkml:trace>
  <inkml:trace contextRef="#ctx0" brushRef="#br0" timeOffset="65495">1854 6439 10051,'1'-9'3059,"-1"1"-2610,-3 4-269,-3 3 0,-1 4 0,-1 3 180,-9 11-270,6-4 90,-11 19-46,15-7 1,2 1-314,-1 16 44,6-12 0,5-1-225,12 1-180,18-4 360,-8-13-269,20-6-492,-26-10 761,13-6 90,-18 0 0,0-5 1,-6-12 89,-10-3-681,-1-5 681,-11 7 0,-4 1-89,-11-7 89,10 10 0,-2 4-1639,-10 7 1,0 6 950,3 5-482,-2 5 1,2 3 1231,6 12 1,0 8 0,6 1 0</inkml:trace>
  <inkml:trace contextRef="#ctx0" brushRef="#br0" timeOffset="65730">2116 6509 13110,'-5'-9'-270,"2"2"0,2 5 0</inkml:trace>
  <inkml:trace contextRef="#ctx0" brushRef="#br0" timeOffset="66166">2330 6418 11131,'3'-8'2788,"0"0"-2698,-9 16-90,2-3-450,-14 27 360,11-19-90,-4 13 1,9-15-271,1 3 0,3 0-449,8 8 269,5-6-90,8 3-89,8-3-2468,3 7 3072,-11-5-1974,-5 3 2359,-17-11-165,-3 2 165,-3 0-1,-2 2 181,-14 9 0,-5 1-1259,-1 2-451,1-3 1,1-2 1349,10-11 0,10-7 0,3-3 0</inkml:trace>
  <inkml:trace contextRef="#ctx0" brushRef="#br0" timeOffset="66367">2350 6353 10501,'2'-10'1349,"17"-4"-2024,5 1 1,5 0 674,-2 1 0,1 0 0,2-2 0,-1 1 0,7-3 0</inkml:trace>
  <inkml:trace contextRef="#ctx0" brushRef="#br0" timeOffset="66996">1829 7364 11131,'-4'-10'2338,"-2"0"-1888,-9 19-180,-1 7-270,-2 7 180,4 10-180,10-8-90,0-1-270,11 14-90,6-13-269,21 11 449,-8-18-180,8-10 0,3-7 270,-12-8 1,-1-4 224,8 2 0,-3-4 44,4-24 91,-32 6 0,-9-2 45,-6 0 0,-5 1-45,-7-5 0,-2 4-1687,6 9 0,-1 5 1418,-17 4-2725,15 19 2364,5 1-2827,-18 15 2643,21-7 0,-12 12 1,15-7-1</inkml:trace>
  <inkml:trace contextRef="#ctx0" brushRef="#br0" timeOffset="67238">2090 7371 11311,'0'0'0</inkml:trace>
  <inkml:trace contextRef="#ctx0" brushRef="#br0" timeOffset="67678">2389 7210 10411,'5'-13'3276,"-6"5"-2144,-5 10-773,-8 9 91,-6 25-270,5 1-180,5 0 0,3 1-180,5-13 0,1 1-180,2 12 1,1-1 89,4-1-585,7-5 1,2-4 584,-1-10 0,13 14 0,-16-27-449,12-1 539,-7-8 360,2 1-2943,-25-15 2853,-2 12 180,-18-6-1204,-5 16-2343,-2 3 2904,2 2 0,6 3 1,10-3-1</inkml:trace>
  <inkml:trace contextRef="#ctx0" brushRef="#br0" timeOffset="68673">1990 8015 13649,'-9'8'540,"-5"10"-450,5-2 90,-3 16 0,2 4-90,1-1-120,4-4 0,0 7 0,2-7-60,4 4-180,5 4 0,1-1 180,0-15 0,9 11-180,0-24 90,6-11 180,-1 0-90,-3-16 0,-3-7 45,-10-4 1,-3-2 88,3-7 1,-2-2 0,-8 0 0,-5 2 45,-4 5 0,-1 4-90,-5-4-359,-17 13-91,23 23-2827,-16 23 3084,22-6 0,1 14 1,10-9-1</inkml:trace>
  <inkml:trace contextRef="#ctx0" brushRef="#br0" timeOffset="68932">2270 8199 10501,'-3'-9'0</inkml:trace>
  <inkml:trace contextRef="#ctx0" brushRef="#br0" timeOffset="69319">2378 8078 10771,'-11'-2'1529,"20"-5"-1439,-1 3 0,19-4 0,5 1-270,7-2-135,-3 2 0,2 1-404,9-2 539,-11 5-180,-14 8 360,-21 4 90,-8 12-45,-9 5 0,-3 1-45,-3 9-45,-1 8 0,2 1-45,9-13-1035,3 9 1,2-2-2153,5-13 3206,0 17 1,2-21-1,1 0 1</inkml:trace>
  <inkml:trace contextRef="#ctx0" brushRef="#br0" timeOffset="69932">2122 8914 10681,'-10'-4'2159,"-4"4"-1889,5 3-1,-8 5-179,6 0 180,-9 13 90,-2 20-360,6-10-135,8 1 0,6 0-135,9-6-90,10 13-359,16-16 359,11-16 270,-6-2 0,-2-14-90,-14-9 270,-9-10 0,-1-7-90,-12 1 90,-9 11 0,-4 1 90,-17-13-90,1 1-90,1 14-90,13 18-180,4 2-1709,-10 9 450,12-3 709,-5 9 1,9-3 0,1 3 0</inkml:trace>
  <inkml:trace contextRef="#ctx0" brushRef="#br0" timeOffset="70167">2331 9027 10681,'1'-9'1709,"-1"0"-1169,-1 2-540,0 0 0,1 3 0,0 1 0</inkml:trace>
  <inkml:trace contextRef="#ctx0" brushRef="#br0" timeOffset="70779">2588 8827 10951,'-6'-8'1079,"-3"-1"-449,0 3-180,-7 0-181,0 6 91,-11 10-270,13-3-90,-9 14-360,16-5 180,0 0 1,7 1-541,12-1 90,3 0-359,21 12 449,-4-5 180,-9-7 1,0 1-91,11 13 360,-7-3 0,-9 3 90,-15-15 360,-12 24-270,1-20 180,-17 21 89,3-20 91,-11 5-90,1-10-270,8-5 0,7-10-180,8-20-45,11-3 0,4-6 45,4-12 0,2-2-1549,-1 6 1,1 2 1580,3 0 1,-1 3 327,0-11-1408,-11 10 1138,0-1 90,-11 15 90,-18 12-360,10 3-1349,-26 3 180,25 2 0,-7 3 1349,13-1 0,-3 1 0,1 0 0</inkml:trace>
  <inkml:trace contextRef="#ctx0" brushRef="#br0" timeOffset="71457">2143 9736 10771,'-10'-4'1889,"0"3"-1350,-5 7-359,5 1 180,-14 13-90,5 8-270,0 0 135,8-1 0,4 0-135,2-2-180,6 6 0,4 0-180,9-4 0,14 13 45,-4-29 1,4-6 44,8-8 0,2-5 225,-10 6 0,-1-3 0,9-14 0,-7-6 135,-17-10 90,-4-11 90,-16 15 0,-4 3-180,-5-4 90,-7 9 0,0 4-1505,5 12 1235,-14-2-1979,-1 19 270,18-3-270,-14 6 2069,24-6 0,0 3 0,0 1 0</inkml:trace>
  <inkml:trace contextRef="#ctx0" brushRef="#br0" timeOffset="71679">2390 9872 13199,'7'-5'-383,"0"1"1,-6-1 0,1 1 0</inkml:trace>
  <inkml:trace contextRef="#ctx0" brushRef="#br0" timeOffset="72277">2702 9699 10681,'2'-8'2159,"-8"-3"-1889,1 7 359,-15-2-449,9 6 90,-11 3-90,4 3-90,-1 0 180,-8 8-270,14-5 179,-15 17-268,19-15-361,-6 22 90,16-19-270,6 10 271,6-15-91,9-4 180,-1-10 180,-3 0 180,2-16 0,-14 11 270,4-14-180,-8 15 0,0-5-1,0 9-179,2 6 90,0 4 0,7 23 0,-4 6-45,0 11 0,-1 3 0,-4-15 0,0-1-45,1 9 0,-2 0-1555,-4-11 1,-2-4 1554,-3-1-90,-7 12-2812,-5-18 2452,2-8-2827,-25 2 3266,7-14 1,11-1 0,-1-3 0,-18-8 0</inkml:trace>
  <inkml:trace contextRef="#ctx0" brushRef="#br0" timeOffset="93394">2372 10613 6273,'-12'-27'0,"2"-1"-269,1-12 269,1-6 0,0-3 0,4 22 0,0 0 0</inkml:trace>
  <inkml:trace contextRef="#ctx0" brushRef="#br0" timeOffset="97543">894 2779 8792,'-12'4'630,"1"-1"-91,-1 5-89,-4 3-90,-10 8-180,7 3 0,1 0-90,-7 6-1,9 1 1,3 0 0,6-7-90,0 21 90,11-4 0,9 8 0,7-1-45,1-22 0,3-3 45,9 1-90,-9-10 0,2-3 90,14-4-90,-6-5 0,8-10 90,-11-10-90,-4-9 0,-17 2 0,-5-3 45,-5 4 0,-4-2 0,-8-15 0,-5 2 0,-1 10 0,-3 3-45,-5-2 0,-4 4 45,2 8 0,-4 7-360,-11 10 0,0 5 135,17-4 0,0 4-1349,-13 13 0,6 5 90,19-4 1439,-5 12 0,13-6 0,1 1 0</inkml:trace>
  <inkml:trace contextRef="#ctx0" brushRef="#br0" timeOffset="99482">2204 10551 8972,'10'0'719,"-1"0"-629,-4 2 0,-1 0 0,0 1 0,0 1-90,3 0 90,-1-1-90,4 1 0,-1-2 0,9-2 0,-8-1 0,3-2 180,-5-6-90,-5 3 0,1-5 180,-9 0-90,-3-1-90,-3 0 269,-12-6-179,8 10-90,-8-1-90,14 9 90,1 4-90,7 6-270,10 4 180,3 0 1,3-1-91,7-6 90,-11-4 90,9-3 90,-13-2-90,2-3 359,-9-9-269,-3 5 0,-5-8 90,-14 2-90,-6 4 0,-5 1-90,5 9 0,6 12-180,5 10-270,5 8-809,8 13 899,6-16 360,6 3 0,-6-21 0,0 3 0</inkml:trace>
  <inkml:trace contextRef="#ctx0" brushRef="#br0" timeOffset="100329">959 10831 8522,'7'-8'90,"3"-1"90,-5 0 540,6-6-181,-5 3 1,1-4-180,-4 7 0,-1-1 449,-2-1-539,1 2 360,-3-5-271,1 7-89,0-2 90,-1 3-180,5 17-90,-2-3-3367,5 35 3342,-3-19-20,1 5 0,-1 2-238,3 11 238,-1-5 0,2 2-66,-3-9 0,1 0 21,0 1 0,1-2 180,0 6-180,-4-37 3186,-5-27-3096,-1-9-90,-3-4 0,-1 1 415,1 4-460,-3-4 0,-1 2-315,3 14-2917,-4-9 2457,11 33 1,1 6 0,4 13 0</inkml:trace>
  <inkml:trace contextRef="#ctx0" brushRef="#br0" timeOffset="109562">4089 3086 10321,'-5'20'360,"2"-1"-270,0 10 0,0 4 0,0 5-30,1-2 0,0 8 0,0-4-15,0-10 0,1-2-1516,-1 14 0,0-1 1471,0 4 813,2-10-993,0 0-2229,1-8-470,0-12 2879,4-24 0,-1-7 0,3-15 0</inkml:trace>
  <inkml:trace contextRef="#ctx0" brushRef="#br0" timeOffset="110161">4029 3194 8702,'-1'-11'-90,"4"-5"90,-1 10 90,3-6 0,0 6-90,0 2 90,5-2 0,4 1 0,10 3 0,-1 3-90,10 22 0,-20-3-281,2 8 371,-20-3-90,-6-1 90,-13 13-3269,-7 1 3179,6-11-178,5-7 88,14-13 0,17-5 90,-2 1 0,15-4 0,-9 0 151,2 3-151,2 14 3276,-6-4-3342,4 26 66,-9-5 0,3 8 0,-3-8-1064,1-12 1064,-1-8 0,5 4-180,11-3-3097,19-5 1627,-11-5 1297,7-10 1,-15-3 0,3-3 0</inkml:trace>
  <inkml:trace contextRef="#ctx0" brushRef="#br0" timeOffset="110578">4526 3452 8972,'-9'-4'1529,"9"0"-1349,6 1-90,9-2 180,7-3-180,-4 0 0,6-9-90,-12-5-1092,-4 4 1092,-8-3 0,-5 11-90,-17-10 90,4 9 0,-25 2 0,10 23-45,10 4 0,4 6 45,8 4 0,6 3 0,0-2 0,4-1 0,14 20 0,5-27 0,5-4-360,13 1-45,-11-6 1,1-2-1575,17-7 1079,-17-7 504,-1-2 1,-3-2 0,0-2 0</inkml:trace>
  <inkml:trace contextRef="#ctx0" brushRef="#br0" timeOffset="110898">5024 3328 9422,'-1'-12'1529,"-2"4"-1169,-1 3-181,-6 4 91,-3 3-180,-2 1 270,-26 19-270,17-8-90,-17 13 90,23-11 0,-5 16-540,16-2 270,-2 2-3097,43-4 2882,-16-23 0,28 3 0,-21-10 0</inkml:trace>
  <inkml:trace contextRef="#ctx0" brushRef="#br0" timeOffset="111976">5237 3348 9422,'-1'-8'1259,"-2"2"-1079,-4 3 0,-6 4 90,-4 3-270,1 0-3277,-11 11 2482,14-6 795,-8 9-418,3 12 328,10-13-90,4 10 0,4 0 90,5-10-90,7 16-179,7-19-1,4-6 0,9-2 270,-10-6 0,-3-5 0,-7-3 2715,-4 2-2625,2-4 1955,-1-8-1955,-6 9-90,5-13 0,-6 16 90,4 4 0,1 13 0,1 2-90,15 14 90,-11-19 0,12 8 0,0-15 0,0-5 0,3-1 0,4-11 0,-11-2 0,-1-4 0,11-17 0,-13 14 0,-2 0 0,-7-9 0,-7 9 0,-2-3 90,-2-5 0,-2-1 0,0-6 0,0 2-90,0 8 0,-1 3 180,-1-5-180,5 33 89,3 21-89,0 4 0,2 9 0,1 2 90,2 9-90,-3-16 0,1 2 0,0-1 0,1-1 90,8 15-90,0 0 0,8-18 0,-10-25-180,16-21 180,-16 4-89,12-19 44,-12 8 0,-3 0 45,4-13 0,-3 10 0,-1-3 0,-3-12 0,-2 0 89,-1 13 1,0-1 0,1-16 0,-1 3 180,-2 4-180,-2 29 0,0 23 0,-3 38-1696,4-8 0,0 1 1606,0-8 0,1 1-327,0 4 1,1-2 326,1-10 0,1-3 0,1 7-1191,9 1 0,3-3 1011,-1-12-1019,6-1 0,3-5 1199,4-17 0,10-7 0,-5-6 0</inkml:trace>
  <inkml:trace contextRef="#ctx0" brushRef="#br0" timeOffset="112456">6239 2824 9512,'-9'-7'1439,"-2"-1"-360,7 4-809,8 13-180,1-2 0,9 15-1606,5 3 0,0 1 1606,2 4-787,2-2 1,4 6 0,-4-5 786,5 4-90,-3-4 0,1-1 90,10 6 0,-15-15-90,8 7 90,-9-10-90,-10-7 2358,9 6-2358,-14-11 3276,-4 6-3160,-3-4-116,-16 12 0,-3 4 0,-2 1 0,-7 9-90,-1 4 0,2-1-90,12-10-89,-9 14-2070,12-9-938,7-11 3196,-3 6 1,8-15 0,2-4 0</inkml:trace>
  <inkml:trace contextRef="#ctx0" brushRef="#br0" timeOffset="112846">6151 3723 9691,'-11'2'1170,"2"0"-361,3-1 181,1 2-810,11 0-90,1-2-3302,12 1 3301,-1-3 91,27-4-694,-18 2 1,3 0 468,17-3 0,4-1-1048,-16 1 1,1-1 0,-3 1 537,6 0 0,-3-1-345,-2 0 1,-7 0-1260,-13 3 2159,-2 0 0,2-2 0,-1 0 0</inkml:trace>
  <inkml:trace contextRef="#ctx0" brushRef="#br0" timeOffset="113438">7023 3051 10231,'0'-13'720,"0"2"-181,-1 4-269,-1 1 180,-1 2 90,-13 4-270,-3 8-1,-20 21-134,19-6 0,3 3-45,-1 11 0,3 2-90,4-11 0,3 0-45,6 5 0,5-2-135,11 4 0,1-2-45,4-13 1,2-3 134,-1-3 0,24 3-180,-2-30-2402,-13 3 2672,11-13-90,-23-1 90,-4-8-1254,-8 3 1,-3-1 1343,-2-14-90,-6 11 0,-4 0-421,-5 7 0,-2 3 466,2 2 0,-1 1 530,-5 2 1,-1 6-1205,-3 8-2430,1 16 3059,15 4 0,9 7 0,8-1 0</inkml:trace>
  <inkml:trace contextRef="#ctx0" brushRef="#br0" timeOffset="113678">7319 3177 9242,'5'2'0,"0"0"0</inkml:trace>
  <inkml:trace contextRef="#ctx0" brushRef="#br0" timeOffset="113993">7510 2995 9422,'1'-10'2338,"0"1"-2248,0 24 0,-1-7 0,1 20 90,0 7 0,3 13-135,0-13 0,1 3-720,4 10 1,0 1-965,0-14 1,0-1 982,0 0 1,0-4-1,4-2 1,-3-13 0</inkml:trace>
  <inkml:trace contextRef="#ctx0" brushRef="#br0" timeOffset="115030">10180 2815 10321,'1'14'450,"1"3"-270,0 9 0,0 3-90,1 6-31,-1-2 1,0 7 0,-1-6-3004,0 7 2899,-1 1 0,0-2-405,-1-3-157,-1 5 67,0-14 540,1 1 0,1-17 0,0 4 0</inkml:trace>
  <inkml:trace contextRef="#ctx0" brushRef="#br0" timeOffset="115411">10109 2871 9062,'0'-11'0,"2"0"0,1 6 270,14-10-180,18-1 0,-1 4 0,2 0-90,-8 4 0,0 2 44,9 0 1,0 3-45,-10 3 0,-3 4 45,6 7 0,-5 5 135,-8 21-180,-21 8-1639,-18-24 1,-4-3 1613,-12 2 25,-3-3 0,21-10 0,-15 6 0,24-9 0,-7 2 0</inkml:trace>
  <inkml:trace contextRef="#ctx0" brushRef="#br0" timeOffset="116376">10548 3417 7892,'-10'-1'630,"3"-3"270,4-1-181,0 0-719,6-2 0,-1 2 0,3 0 90,8-7-90,-5 5 0,9-11 90,1-9-90,-7 8 0,6-22 90,-13 12-90,-2-4 0,-4-1 0,-2 14 0,-1 2 0,0 7-90,-2 4 0,2 6 90,14 1-90,-3 5 90,20-4 0,1-1-3277,-8-1 3162,6 0-217,-14 1 332,-2 0-2248,3 6 2248,-7-1 89,1 9-89,-5-3 0,-2 6 0,-1 23 0,1-9 0,2 2 0,1 0 0,3-3 0,1 7 43,2-21-3011,14-2 3535,-8-4 0,14-6 0,-13-9 0</inkml:trace>
  <inkml:trace contextRef="#ctx0" brushRef="#br0" timeOffset="116911">10992 3284 10231,'9'1'270,"6"-6"-90,-1-6-90,3-8 0,-5-5-90,-12-8 0,-7 7 0,-10 2 0,3 15 0,-14 11 0,13 3-390,-10 8 390,10 7 0,3 6 0,8-1 0,4 2 0,8 16 0,1-16 0,4-3-135,9-4 0,3-4-3142,12 2 2302,7-4-1634,-10-15 2609,-15-3 0,12-4 0,-8 0 0</inkml:trace>
  <inkml:trace contextRef="#ctx0" brushRef="#br0" timeOffset="117260">11484 3161 9781,'8'-6'1889,"-7"0"-1439,-27 13-270,-8 9-90,9-1 0,1 3-1729,4 3 1,3 0 843,-6 12 795,12 2 320,34 4-1309,7-16-406,-3-7 1,2-5 1394,15-11 0,-1-9 0,-10-1 0</inkml:trace>
  <inkml:trace contextRef="#ctx0" brushRef="#br0" timeOffset="117488">11652 3200 9781,'-1'-12'1350,"0"20"-1170,2 15-180,0 9-180,0-1-90,0-13-3007,2 4 3129,-2-10 0,2 6 1,-2-14-1</inkml:trace>
  <inkml:trace contextRef="#ctx0" brushRef="#br0" timeOffset="117733">11640 2912 9781,'1'-10'-697,"3"4"0,-2 4 0,1 3 0</inkml:trace>
  <inkml:trace contextRef="#ctx0" brushRef="#br0" timeOffset="118172">11848 3108 9691,'6'-5'3059,"-7"-2"-2610,-13 8-269,-4 0-180,-14 18-90,14-4-89,-1 5-361,13 4 360,6-12-3097,11 15 1673,-3-17 1244,13 9 1040,-3-7-1040,9 8 180,-9-4 0,-3 10 270,-19-6-90,-9 4 3276,-4-6-4239,-8 0 963,11-8 0,2-2 0,8-5 0</inkml:trace>
  <inkml:trace contextRef="#ctx0" brushRef="#br0" timeOffset="118435">12077 3251 9512,'-7'-7'989,"0"0"0,1 2 1,2 1-810,-1 6-90,4 4 0,1 9-180,2-2-3187,4 19 797,-4-18 2480,6 13 0,-5-16 0,1 1 0</inkml:trace>
  <inkml:trace contextRef="#ctx0" brushRef="#br0" timeOffset="118707">12031 2939 10861,'2'-10'1349,"-1"1"-629,0 3-720,-1 0-3277,-1 1 2612,8 5 0,-5 1 0,8 4 0</inkml:trace>
  <inkml:trace contextRef="#ctx0" brushRef="#br0" timeOffset="119512">12404 3179 10951,'-12'0'1259,"-5"2"-809,-4 6-180,-12 13-180,7-3 0,-1 8-180,6 13-540,13-1 450,-4 3 0,16-13-180,11-16 1,10-8 269,1-2 0,3-13 90,-15-2 359,-3-19-269,-7 16 180,-7-28-180,-2 27 0,-6-13 0,6 19-90,3 0 0,3 7-90,14-1 0,-3 2-3187,35-8 2213,-23 5 1064,18-4 769,-17 3-769,10-3 0,-11 2 0,3 0-90,-16 5 90,-2 4 0,-2 0 3276,1 20-3160,-5 16-116,0 4 45,-3-14 0,0-1-45,-2 7 0,1-6 180,1-8-90,1-12-90,5-9 90,3-7-90,4-7 45,3-7 0,1-1-45,1 2 0,-2 1 0,1-1 0,13-2 0,-13 12-90,19-2 90,-17 26 0,-1 4 0,-4 13 0,-10 8-3277,0-1 1273,-3-6 2004,6-9 0,3-21 0,5-2 0</inkml:trace>
  <inkml:trace contextRef="#ctx0" brushRef="#br0" timeOffset="119684">13353 3279 11400,'9'3'2429,"-1"0"-2429,-2-2 0,-24-9 0,-5-2 0</inkml:trace>
  <inkml:trace contextRef="#ctx0" brushRef="#br0" timeOffset="169045">14605 2946 8882,'4'-3'1709,"0"-2"-720,-1-4-629,0 0 1259,2-4-270,-1 4-449,-1-1-720,-4 25-90,-1-5 0,-4 20 0,-4 10-45,5-14 0,-1 1-1684,1-2 1,1 0 1625,-1 0 1,0 0 102,1 21-603,0-10 603,1 14-90,2-26 0,1-9 180,0-6-180,-2-19-2099,1-16 2099,-2-7 0,3 1 0,0 0 1937,0-6-1937,0 6 0,-1-6 0,0 3-978,0 7 0,-1 1 888,1-13 0,0 2-630,-2 6-2557,2 19 2457,-3 9 1,-2 7 0,-3 11 0</inkml:trace>
  <inkml:trace contextRef="#ctx0" brushRef="#br0" timeOffset="170398">4128 3898 9602,'-7'4'3276,"2"-1"-2595,-2 11-501,4-5 90,-2 28-180,2-4-1729,-1 7 1,0 2-476,0 5 2599,0-13 1,1-1-755,1 17-1,2-24 0,-2 16-899,1-19-1151,0-9 2320,-1 3 0,-4-19 0,-2-5 0</inkml:trace>
  <inkml:trace contextRef="#ctx0" brushRef="#br0" timeOffset="170921">3951 3951 10411,'5'-2'540,"-1"-1"-270,2-5-180,0 1-90,5 0 89,0 3 91,18-2-90,-6 3-90,23 6 90,-21 14 0,-4-1-90,-20 27 0,-7-23 90,-6 15-90,-12-1-3277,11-15 3072,-9 11 25,11-13 90,11-7 90,-2 1 0,12-8-90,8-5 90,-5 1 0,8-2-90,1 4 1,-7 3 89,4 2 0,-10 16-90,-3 21 90,0-8-90,-1 10-279,0-23-81,10 13 3323,3-8-3773,16 9-2377,-5-21 969,-1-7 2308,-9-9 0,-3-13 0,1-6 0</inkml:trace>
  <inkml:trace contextRef="#ctx0" brushRef="#br0" timeOffset="171365">4445 4250 12030,'25'-9'1080,"-9"2"-541,19-5-359,-12-4-270,2-3-180,-11-20 90,-14 17 90,-7-9 1,-2 23-1,-6 6-90,-12 15 135,8 4 0,0 3 0,1-1 0,2 0 45,1 2 0,3 1-90,9 23 90,14-17 0,6 8-270,10-16-989,9-13 439,9-9 1,-4-5 0,1-6 0</inkml:trace>
  <inkml:trace contextRef="#ctx0" brushRef="#br0" timeOffset="171705">5050 4216 10231,'-4'-12'1080,"0"2"89,-8 0-719,1 4 89,-15 1-269,2 8-180,-2 5 90,-3 8 0,-5 17-180,8-3-90,1 6 90,19-15-450,11 4-89,5-6-721,17 9-89,1-15-270,3-5 1619,0-9 0,-6-3 0,7-4 0</inkml:trace>
  <inkml:trace contextRef="#ctx0" brushRef="#br0" timeOffset="172669">5161 4280 10681,'7'-8'3058,"-2"-1"-2788,-9 6-180,-8 8-180,-1 5-630,-9 24 451,14-16-181,-1 14-270,12-16 270,5 1 181,3-4-91,7-8 270,-1-8-90,15-19 180,-16 8 0,7-14 180,-11-3 90,-5 10 0,5-17 179,-7 18-449,5 12 0,5 11 0,-2 6-90,15 3 90,-16-11 0,22-9 0,-23 0 0,8-20 0,-2-5 0,-7 1-30,-2-4 0,1-8 0,-3 6 120,-3-5-45,-1-7 0,-2 2 45,-3 15 0,-3-15-90,9 63 0,-1 9 0,3 18 0,0 6 0,-1-11 0,0 1-30,0-4 0,1 2 0,0-3-150,3 4 0,1-2 135,-3-7 1,1-2-316,18 3 90,-13-35-180,13-18 270,-9-19 90,-7 1 0,-3-5 270,-2 2 0,-2 1-135,-1 5 0,0 2 225,-3 1 0,2 15 0,5 33-90,0 2-180,4 21 179,0 11-89,-2-17 0,0 0-2990,4 15 2944,-3-17 1,0-3-1134,4 1 1089,-3-8-270,7 5-989,0-11-1979,3-4 3238,0-7 0,3-11 0,-1-1 0</inkml:trace>
  <inkml:trace contextRef="#ctx0" brushRef="#br0" timeOffset="173084">6134 3862 10681,'-6'-10'2159,"-2"-2"-990,5 7-809,18 26-180,10 9-135,-5-6 0,2 1-45,-1-3 0,-1-2 0,8 7-270,8 2 180,-21-18-360,15 12 270,-22-16 90,-2 5-90,-23 5 180,-12 9-1351,0-1 1261,-4 8-1439,2 6-1440,7-6 2857,-1 4 0,13-20 1,5-6-1</inkml:trace>
  <inkml:trace contextRef="#ctx0" brushRef="#br0" timeOffset="173365">5963 4613 10321,'6'4'1709,"-1"-2"-1529,26-3 90,2-2-180,-8 0 0,3-1-360,12-1 0,4-2-823,-8 0 1,3-1 0,-2 1 545,7-2 1,-2 0 0,6-3 0,-4 1 0,-5-2 0</inkml:trace>
  <inkml:trace contextRef="#ctx0" brushRef="#br0" timeOffset="174029">6952 4011 9961,'-3'-8'1799,"-2"-1"-809,2 4-271,-2 0-269,-2 2 0,-14 15-270,6-3-90,-12 14 0,13-7 44,-1 4 1,1 3-90,4 0 0,1 1-45,-2 2 0,2 1-180,6 19-269,23-12 359,-6-14 0,13 1-270,8-18 270,-11-2 0,9-6 0,1-2-377,-3-3 422,-1-3 0,-1-2-45,-4-4 45,-8-6 0,-3-2 45,-4 1-45,-11-11 0,-7 0 45,-15 5-45,4 7 0,-1 3 45,-7 3-720,-9 11 181,17 7 539,-26 13 0,26-2 0,-13 10 0</inkml:trace>
  <inkml:trace contextRef="#ctx0" brushRef="#br0" timeOffset="174311">7335 4081 12120,'1'-10'1169,"0"0"-1169,0 5 0,3 2 0,2 1 0</inkml:trace>
  <inkml:trace contextRef="#ctx0" brushRef="#br0" timeOffset="174751">7552 3809 11311,'5'-7'989,"1"0"-719,3 3-90,3 2-3457,9-2 2572,-3 2 975,20-2-1679,8 7 1409,-10-1-153,3 17 63,-45 16 45,-6-6 0,-4 3 0,-3 2 0,-1-1 45,-2-3 0,1 1-45,-2 9 0,3-3 2282,7-7-2237,1 1 0,6-3 0,9-14 3276,22 12-3206,2-14-160,1-4 0,2-1 51,8-4-1600,6-6 1,-1-2 1196,-11 0 0,2-1 0,-3 0 0,-9-1 0</inkml:trace>
  <inkml:trace contextRef="#ctx0" brushRef="#br0" timeOffset="185647">14191 4303 6094,'8'-10'179,"1"-2"-89,-1-1-90,1-1 90,7-13-270,-1-2 180,-1 4-90,-3 1-179,-5 5 269,-2 7 0,4-13 0,-1 7 0</inkml:trace>
  <inkml:trace contextRef="#ctx0" brushRef="#br0" timeOffset="186435">14547 3626 7443,'-1'-10'1889,"-2"2"-1260,-1 4-89,-1 2-360,0 5-90,4 4 90,2 14-90,2-4-90,-1 7 90,0-7 90,3 32-136,-2-20 1,-1 1 0,1 4 0,0 0 0,0 2 0,0-3-3322,0 9 3432,1-12-65,-1-8 90,-3-15 630,1 1-720,-3-12 89,-2-17-134,0-3 0,1-3-45,-5-22-90,5 20 1,0 1-811,0-10-645,0 13 916,2 2-880,-2 14 1509,-2 3 0,-5 3 0,-3 2 0</inkml:trace>
  <inkml:trace contextRef="#ctx0" brushRef="#br1" timeOffset="189095">6824 4663 13221,'-1'21'-960,"-1"13"767,-3-8-1446,2 2 1,1-1-907,2-5 3924,1 17-1483,8-5 820,-3-15-1208,19 19 162,-2-28 403,13-2-2265,2-26 2714,-15 3 2355,-4-13-2414,-25-13-389,-3 14-59,-8-18 83,-11 13-626,-11 8-126,0 3 6,-8 16 1,27 11 0,0 4 0</inkml:trace>
  <inkml:trace contextRef="#ctx0" brushRef="#br0" timeOffset="189427">7267 4785 8072,'-1'-10'1080,"0"0"-580,-1 4-1007,0 0 505,0 2 0,0 1 0,1 1 0</inkml:trace>
  <inkml:trace contextRef="#ctx0" brushRef="#br0" timeOffset="189910">7456 4615 7892,'6'-11'270,"-2"3"-90,1-3-19,1 4-108,1-2-18,2 4 99,11 0-70,8 2-105,7 1-1,1 3-5,-15 1-39,0 4-192,-8 6 253,-6 0-120,-10 7 168,-7-5-121,-5 6-582,8-8 674,2 1-373,8-2 354,1-1 10,8 10 18,13 13-17,-8-10-19,6 11 121,-18-18-121,-3 6-801,-3-4 846,-5 7-1466,-8-5 1,-4 0 1492,-6 5-20,4-4 0,-3-1-1030,-2-3 1,2-3 431,-4 3 453,-12 7 136,27-17 1,-1 3-1,1-1 1</inkml:trace>
  <inkml:trace contextRef="#ctx0" brushRef="#br0" timeOffset="211335">14503 4193 8162,'9'4'180,"-2"6"-90,-5 7-90,1 9 45,-1 0 0,0 1-45,2 18 0,-2-14 0,0 1 90,1 16-90,-2-22 0,1-1 0,3 23-1561,-3-22 0,1-2 1651,1 5 270,-1-7-1,-2-16-179,-5-24-180,1 8 90,-2-19-90,2 12-2178,-3-19 2178,2 13-90,1-1 0,-2-2-899,-1-5-900,0-4 1889,1 12 0,0 5 0,-1 4 0</inkml:trace>
  <inkml:trace contextRef="#ctx0" brushRef="#br1" timeOffset="212594">6829 5422 10542,'-3'-16'215,"-4"-10"-317,0 8 280,-4-10-187,3 13 25,-5 2-30,-6 9 147,-4 10-216,-1 8 289,6 6 1,1 2-3036,-1 3 3149,-5 17 34,16-12-32,10 10-166,5 2-122,4-16 0,4-1-1364,6-7 0,2-3 1011,12 7-442,-3-17 1,-3-5 806,-8-4 1165,14-8-886,-19-6 206,-4-14-1034,-14 0 0,-3-2 751,-3-13-285,-15 8 0,-4 4-201,4 17 939,-19-8-1449,11 26 332,11 3-162,-10 4-3,17 1 649,-5 11 0,8-1 1,-3 8-1</inkml:trace>
  <inkml:trace contextRef="#ctx0" brushRef="#br1" timeOffset="212878">7171 5487 8926,'3'-9'432,"1"-5"-299,-2 8-100,1-5 0,-2 8 0,0 1 0</inkml:trace>
  <inkml:trace contextRef="#ctx0" brushRef="#br0" timeOffset="213529">7480 5335 7263,'2'-16'360,"0"6"-91,-1-5-89,-1 7 0,0 0 0,-6 27-180,-2 7 45,-2 7 0,-1 2-45,-3 10 0,1-8 0,0-1-2510,2-6 2510,-6 12 0,6-6 0,6-16 0,-3 9 90,10-15-90,11-11 0,-4 2-2531,22-19 2531,-18 6-857,23-13 857,-22 14 723,9-2 1,2 2-814,5 2 90,14-2 0,-7 3 0,-6-2 0,-2-2-90,2-11 90,-14 5 0,2-5 2913,-4-2-2913,-5 7 1115,3-4-1025,-6 11-90,-4 24 90,-8 31-90,1 0 0,0-9 0,-2 7 0,2-7-90,1-11 0,1-1-328,-2 21 0,3 1-527,3-14 1,2-5 944,0 7 0,1-6 0,0-1 0,0-1 0</inkml:trace>
  <inkml:trace contextRef="#ctx0" brushRef="#br1" timeOffset="-202181.73">14475 4957 15574,'6'-13'-1007,"-2"3"767,2-3 193,0 2 266,1-3 97,1 2 245,1-1 526,0-2-718,0 2 548,1-1-32,-7 9-417,-3 16-893,0-3-38,-7 25 168,-1 9-150,0 0 256,3-9 1,0-1-346,1 2 243,3-2 1,0-2-2279,1-6 2528,3 17 34,0-25-2627,9 20-643,-6-18 2880,5 14 1,-10-17-1,-1-1 1</inkml:trace>
  <inkml:trace contextRef="#ctx0" brushRef="#br1" timeOffset="-200811.73">6553 6003 11323,'-17'14'723,"0"2"344,-4 14-951,8-7 1,2 1-3394,-5 19 825,3 4 2445,12-7 129,13 0-317,3-1-480,1-15 1,1-3-89,5 0 233,11-2 127,-9-16 508,13-11 339,-5-9 368,-3-5 189,-7-11-305,-12-13-443,-7 20 1,-4-3 378,-8-4 1,-4-3 0,-2 4-752,-2 2 0,-3 2-162,-14-10 1,-1 6-400,0 17-57,8 14 0,2 5 2544,6 3-1619,-11 9-86,23-5 1,-1 6 0,1 1 0</inkml:trace>
  <inkml:trace contextRef="#ctx0" brushRef="#br1" timeOffset="-200519.73">7099 6241 16138,'2'-11'-488,"-1"-3"431,0 8 56,-1-6-211,0 5 335,0-1-191,-1 1 39,2 1 1,-2 2 0,2 0 0</inkml:trace>
  <inkml:trace contextRef="#ctx0" brushRef="#br0" timeOffset="-200036.73">7452 6008 7713,'8'-6'-90,"-10"12"90,1-2 0,-6 9 0,2 6 0,4-3 0,0 6 90,16 11-90,-5-16 0,17 18 0,-11-20 0,19 19 0,-18-19 0,10 18 0,-34 6 105,-17 3-1709,4-14 1,-2-2 1714,3-8 0,-1-3 142,-17 10-2350,22-16 2187,-2 2-904,3-2 883,6-4 0,-1 0 1,7-5-1</inkml:trace>
  <inkml:trace contextRef="#ctx0" brushRef="#br0" timeOffset="-199818.73">7442 6104 7083,'-3'-11'90,"2"0"0,1 2 0,5-2 45,16-4 0,5 2-135,4-1-315,2 2 0,10-1 0,1-1 0,-6 3 315,-5 2 0,1-1 0,2 0 0,5-3 0,1 0 0,-6 0 0,3-3 0,-1 0 0</inkml:trace>
  <inkml:trace contextRef="#ctx0" brushRef="#br0" timeOffset="-102870.73">14318 5592 7713,'-2'-14'1349,"0"1"-720,-3 1-269,1 3 0,-5 2-270,1 4 180,-8 2-270,3 4 180,-24 16-3457,14-3 3252,-15 12 70,18-6 0,2 0 45,-5 7-45,3 10 0,5 2 44,9 3-44,5-8 0,6 1 0,15-4 0,5-4-45,6 9 0,2-14 0,2-5 90,1-13-45,-1-6 0,1-3-45,-11-2 0,-1-4 0,7-3 0,-2-5 45,-8-8 0,-5-1-45,2-11-45,-15-3 0,-8-2 45,-5 18 0,-4 1 0,-5-5 0,-5-2 0,0 3 0,-1 5 0,0 2 1638,-5-2 0,0 5-1940,2 13 1,4 5-59,5 1-2917,-18 15 2907,31-8 1,2 10-1,5-7 1</inkml:trace>
  <inkml:trace contextRef="#ctx0" brushRef="#br0" timeOffset="-102574.73">14666 5704 10051,'-7'-9'540,"1"2"-180,-3 3-540,4 1 180,-1-1 0,4-1 0,1-2 0</inkml:trace>
  <inkml:trace contextRef="#ctx0" brushRef="#br0" timeOffset="-102135.73">14773 5478 8792,'-2'-9'360,"1"2"-180,0 0-90,4 1 0,17-3 0,-4 3-90,28-3 89,-23 4-89,20-4 0,-13 3 90,19-3-90,-20 3 0,4 1 0,-16 9 0,-9 12 0,-3 23-1639,-7-13 1,-2 1 1580,0-1 1,-1 2 57,-1 11 0,0 3-1089,1 4 0,2 0 1089,0-10 0,1 0-759,0 6 1,2-7 668,3-15-938,2 10-548,1-9 1576,1 3 0,3-12 0,0-5 0</inkml:trace>
  <inkml:trace contextRef="#ctx0" brushRef="#br0" timeOffset="-101664.73">15326 5405 9062,'0'-9'2249,"-1"0"-2249,-3 17 179,-4 10-89,-2 10-3367,0 14 2483,7-19 794,1 5 213,5-15-213,2-1 90,21 19-45,-3-16 0,1 1-45,0 3 0,1-1 0,4-1 0,-2-2 0,4 5 90,-9 0-90,-22 25-45,-11-24 0,-6 0 45,-9 11 0,-5 0 0,-4-8 0,-1-2-135,4-4 0,0-2 749,5-7 0,3-4 1,3-8-1,6-13 1</inkml:trace>
  <inkml:trace contextRef="#ctx0" brushRef="#br0" timeOffset="-101452.73">15302 5404 10321,'0'-11'1169,"18"-15"-1079,-5 15 90,18-16-180,10 6 0,1 2-3277,2-2 1638,-1 1 1,-1 2-1639,-13 5 3211,-12 5 1,1-5 0,-8 3-1</inkml:trace>
  <inkml:trace contextRef="#ctx0" brushRef="#br0" timeOffset="-92598.73">14011 6313 8072,'3'-17'1260,"0"-2"-811,-2 5-89,-3-4 270,-9 9-360,-4 4-135,-8 14 0,-2 9-1742,1 14 1,3 4 1651,-3-6 0,3 2-45,3 4 0,8 3 45,11-6 0,7 0 45,5 0 0,5 2-816,2-5 0,3 2 0,0-3 726,2 1 0,2-4 0,14-3 0,0-7-90,-3-11 90,-10-6 0,0-2 0,6-7 1655,-2-6-1745,-10-8-173,-9 4 218,-9-15 0,-5-4 45,-7-4 0,-5 9 0,-4-6 0,1 6-45,2 12 0,-2 2 45,-14-15 0,-2 5-1024,-6 9 1024,1 5-405,8 17 1,2 4-316,3 3 720,0 7 0,1 2 0,11 6 0,-3 10 0</inkml:trace>
  <inkml:trace contextRef="#ctx0" brushRef="#br0" timeOffset="-92332.73">14463 6471 10231,'-2'-7'1619,"0"-1"-1259,2 2-1799,0-1 1439,3-1 0,-1 3 0,4-1 0</inkml:trace>
  <inkml:trace contextRef="#ctx0" brushRef="#br0" timeOffset="-91934.73">14936 6229 10501,'7'-11'899,"0"2"-809,-4 3 450,12-7-450,-4 6 90,29-11-90,-18 11-45,2 0 0,1 0 45,12 0-576,-1-1 576,9 2 0,-25 4-90,14 7 0,-27 1 0,-8 33 45,-12-6 0,-3 2-45,-2 5 0,-1 4 0,2-1 0,-1 2 0,2 1-150,4-4 0,2 0 0,1-2 15,-5 9 0,4-3-450,4 3 1,7-8-2693,10-18 2457,-1 1 1,10-14 0,-3-8 0</inkml:trace>
  <inkml:trace contextRef="#ctx0" brushRef="#br0" timeOffset="-91511.73">15621 6232 9961,'-4'-8'990,"0"1"-900,-3 9 0,2-1 90,-10 16-91,-8 18 1,5-6-90,-5 12 90,14-6 0,4 2-90,0 0 45,7-11 0,3-1-45,8 2 45,2 0 0,4 1-1684,2-5 1,-1-2 1523,13 14-1078,-6-3 1193,-26-22 0,-20 11 0,-14-4-45,3-4 0,-2-1-135,-13 3-1459,7-5 1,3-3 2010,14-4 1,-17 1 0,30-5 0</inkml:trace>
  <inkml:trace contextRef="#ctx0" brushRef="#br0" timeOffset="-91303.73">15598 6125 10141,'-2'-11'1349,"0"-1"-1079,2 2 450,7-5-1134,2 5 773,24-7-179,-4 7-810,3 1 1,10-1-1,3-1 1,-3 0 629,2-1 0,-1-2 0,2 0 0,-7 3 0,2-1 0,2-1 0,-2 0 0,-2 0 0,8-5 0,0-1 0,0 0 0</inkml:trace>
  <inkml:trace contextRef="#ctx0" brushRef="#br1" timeOffset="-71217.73">14141 7253 8916,'-4'-11'-602,"1"2"462,1 1 249,1 0 209,0-6 103,2 1-171,0 2 185,0-1-271,-4 2 16,-1 1-90,-7 1 0,-7 13 131,-3 7-100,3 9 0,1 2 6,-4 11-127,6 9 0,3 4 45,10-19 0,3 0-45,2 20 0,6 1 45,7-13 0,5-4-45,-1 0 0,5-4-66,9-2 1,4-5 34,-6-11 0,0-3-33,1-2 1,-1-3 63,-5-6 0,-2-6 0,-3-11 0,-4-3 90,4-8-120,-16 0 0,-4-6 0,-3 3 30,-9-13 0,-7 6 0,-7-8 0,1 8-1639,5 18 1,-2 3 1580,-12-17 1,-3 4-107,12 22 1,-1 5 118,-6 3 0,-1 5-1594,1 7 1,1 3 397,3-2 1,4 3 1240,-3 24 0,24-8 0,2 1 0</inkml:trace>
  <inkml:trace contextRef="#ctx0" brushRef="#br0" timeOffset="-70925.73">14698 7333 9152,'9'-7'415,"-1"2"-7,-2 1 65,0-1 457,0-2-411,-1 1-2718,-2 0 2257,2 3 0,-1 0 0,1 1 1</inkml:trace>
  <inkml:trace contextRef="#ctx0" brushRef="#br0" timeOffset="-70475.73">15030 7191 9512,'4'-8'359,"0"0"-179,13-1-90,7 0 0,18-4-45,-7 5 0,2 0-45,6-1 45,-3 2 0,-4 1-45,-16 4 0,15-1 0,-27 4 90,-2 8-90,-27 29 0,8-10 0,-7 8 0,0 4 0,11-12 0,1 1 0,-2 11 0,2 0 45,4-1 0,4 0-1684,4 0 1,1-2 893,4 11 386,2-5 40,1-22 0,-3-8 1,5 6-1</inkml:trace>
  <inkml:trace contextRef="#ctx0" brushRef="#br0" timeOffset="-70216.73">15641 7095 9062,'7'-8'450,"-1"1"-91,4 23-179,-4 3-90,0 6 0,-1 4 0,-2 5 0,-2-1-1729,0-2 1,1-1 491,-1 0 1,0 1 1219,0 2 0,1 0-1294,0-2 0,0 0 1230,0 4 0,0-1 0,0-5 0,-1-4 0,0 6 0</inkml:trace>
  <inkml:trace contextRef="#ctx0" brushRef="#br0" timeOffset="-65683.73">14130 7732 8882,'-12'-3'450,"3"1"-360,-1 5 90,-9 7-180,6-2 179,-25 21-89,7 7-90,0-1 0,7 3 90,18-14 0,4 1-90,7 1 0,3 0 45,0 6 0,4-2-45,10-3 0,4-6 45,0-8 0,1-5-45,16 2 0,-1-9-3277,2-15 2721,-17 3 651,3-8 0,-4-4-5,-11-8-90,-4 3 0,-7-3 45,-20-6 0,-7 2-1123,9 12 1,-2 1 1077,-10-7 0,-3 5 0,0 16 0,1 5 0,-8 3-720,-7 13 0,0 7-1348,6 13 2033,11-10 1,3 2 0,6 12 0,9-8 0</inkml:trace>
  <inkml:trace contextRef="#ctx0" brushRef="#br0" timeOffset="-65250.73">14567 8044 8972,'-1'-27'2159,"-1"7"-1890,-1 1-179,1 9-90,-1 13 0,3-4 0,-2 8 0</inkml:trace>
  <inkml:trace contextRef="#ctx0" brushRef="#br0" timeOffset="-64816.73">14874 7874 11041,'11'-8'359,"6"0"-269,-5 3 0,26-8-1729,-9 5 1,1 0-475,14-5 2636,-11 5 1,-2 3-524,-8 6 920,0 4-830,-11 21-1160,-19 10 1,-5 3 1069,6-13 0,0 1 391,-5 8 1,-3 4-1,3-3-391,4-6 0,1-2-70,-2 6 0,2 1 25,3-2 0,2-4-45,2 3-1260,10 12 2012,2-29 1,3 4 0,-2-16 0</inkml:trace>
  <inkml:trace contextRef="#ctx0" brushRef="#br0" timeOffset="-64557.73">15581 7879 10681,'6'12'450,"-2"1"-181,0 7-44,1 6 0,0 2-3502,3 12 2175,-2-9 1,0 1 1191,1 0 0,-1-2 1319,2 7-1679,1 5 0,1 0-2159,-4-8 2429,-1-8 0,-1 0 0,-4 0 0,-2-2 0</inkml:trace>
  <inkml:trace contextRef="#ctx0" brushRef="#br1" timeOffset="-38666.73">14226 8937 10012,'-4'-10'-837,"-1"-1"710,-15-8-19,8 7 462,-16-11-273,20 17 122,-8-7 90,8 7-100,-5-4-53,4 4 103,-4 4 48,6 5 370,-15 29-386,10-6 1,0 1-79,-1-1 1,1 3-48,2 10 1,1 7 0,6-3 18,9 3 0,4-1-42,-6-7 0,0 2 1,6-3-131,9-6 0,6-4 0,0-5 32,-1-7 0,2-5-1630,15 0 1,-1-7 1578,4-10 264,-5-9 1,-3-3-252,0-5 332,-11-1 1,1-7-1,-5 3 479,-2-13-524,-11 6 0,-2-5 1,-5 4-1026,-15-10 695,-8 3 0,-7 3-207,-1 17 1,-5 5 164,-2 2 0,-5 2 0,0 3 15,4 7 1,0 4 0,1 0-124,-12-2 1,4 4 364,14 7 1,7 5-1340,11 13 1289,7-10 1,4 16 0,5-11 0</inkml:trace>
  <inkml:trace contextRef="#ctx0" brushRef="#br1" timeOffset="-38367.73">14629 9066 13817,'-16'-7'-1045</inkml:trace>
  <inkml:trace contextRef="#ctx0" brushRef="#br1" timeOffset="-37857.73">14926 8868 13759,'-8'-3'-750,"1"-2"393,5 1-334,3-1 1331,8-2 661,3 2-552,3 0-304,-2 2-22,9-1 137,-6 1-175,9-2 0,2 0 618,4-1-840,-5 1 1,-1 1-530,0 0 271,5 2-138,-16 4-91,1 20-674,-16 15 551,-1 2 255,-3-8 0,-1 1 118,4-7 0,0 2-8,0 5 0,1 4 0,0-3-55,1-3 1,0 1 43,2 6 1,3 4-1,-1-6-62,6 5 313,-2-7 0,1-2-1444,7 0-93,-5-13 1211,2-3 1,-7-12-1,1 0 1</inkml:trace>
  <inkml:trace contextRef="#ctx0" brushRef="#br1" timeOffset="-37575.73">15565 8892 10628,'1'-14'772,"1"2"-417,-1 5-40,19 39-364,-9 0 1,1 3 56,4 7 1,1 2-1102,-6-8 1,-1 2 0,0-4 637,-2-3 0,0 0-226,5 15 1,-1-2-1021,0-1 1700,-1-6 0,-2-1 0,-3 1 0,1 7 0</inkml:trace>
  <inkml:trace contextRef="#ctx0" brushRef="#br2" timeOffset="-21865.73">5514 12360 10411,'-1'-13'-90,"0"2"450,-1-9 90,-1 2 359,-5-16-539,2 15 90,-8-9 269,-5 9-269,-5 5-270,-1 2-90,3 13 135,2 17 0,3 5-135,-3 4-1071,6 4 0,1 8 1,4-5 1070,3 8-296,6 2 1,6 0 250,8-20 1,5-3 44,1-2 0,2-3 0,3-2 0,1-5-187,11-11 187,-10-16 0,-2-2 0,-5-1 0,3-11 0,-5-1 0,-11 11 0,1-16 0,-7 19 0,0 35-45,5 26 0,1 9 45,-3-15 0,0 1 0,1 5 0,0 4 0,0-6 0,-2-12 0,0-1 0,1 10 0,-1 0-858,-1-10 0,0 0 858,1 6 0,0 0 22,-2-2 1,-1-2 67,-1 21 0,-4-20 0,-2-1 0,-5 4-1,-13-16 1,-4-5-90,-12-5 45,12-1 0,-1-3-135,2-4 1,1-3-541,-10-5 90,-2-3 830,12-8-290,27-13 0,9-2 0,4 12 0,0 1 0</inkml:trace>
  <inkml:trace contextRef="#ctx0" brushRef="#br2" timeOffset="-21539.73">6058 12678 11400,'5'-13'2159,"0"-1"-1439,-2 9-630,2 6 0,-1 4 270,4 37-226,-4-8 1,-2 3-90,2 7 0,-1 2 0,0 1 0,-2-2-45,0-10 0,0 0-120,0 1 0,0 2 0,1-4-15,-2-6 1,1-1-556,1 10 0,1 5 1,-1-8 689,1-3 0,3-6 0,-2-27 0</inkml:trace>
  <inkml:trace contextRef="#ctx0" brushRef="#br2" timeOffset="-21218.73">5987 12564 10681,'-8'-9'2249,"25"-10"-1845,16 6 1,6 2-360,-13 1 0,1 0 45,6 1 0,5 1 0,-8 3 0,0 2-90,16 2 90,-22 15-90,-9 11 0,-17 0 0,-5 1 0,-11 12 0,-9-1 0,-4-3-90,2-6-450,4-4 1,1-3-2738,7-9 2567,11-12 0,11-13 0,9-10 0</inkml:trace>
  <inkml:trace contextRef="#ctx0" brushRef="#br2" timeOffset="-20910.73">6479 12095 10051,'-7'-17'1439,"-2"-5"-809,4 6 180,-2-4-181,4 10-269,10 16 0,-1 7-315,4 7 0,0 7 134,-3 7 1,-1 5 0,1 2-60,0 6 0,1 1 0,-1 0-1213,-1-3 1,-1 0 0,1-1 1108,-1-1 1,0-1-1,2-4-1396,4 1 1,1-6 1019,3 14-180,-2-18 1,1-7-62,-3-18-2368,5-7 2969,-2-12 0,-3-12 0,-1-8 0</inkml:trace>
  <inkml:trace contextRef="#ctx0" brushRef="#br2" timeOffset="-20727.73">6549 12380 10321,'-11'-4'900,"0"-2"-1,10 0-539,10-1-894,5 0 804,24-5-495,-1-1 0,5-2-810,-2 0 1,3-2-59,-4 2 1,2 0 0,-3 0 562,-2 0 0,-3 1 0,2-1 0,-2 2 0,9-6 0</inkml:trace>
  <inkml:trace contextRef="#ctx0" brushRef="#br2" timeOffset="-20134.73">7999 12085 10861,'-4'-23'1979,"2"10"-540,-1-10-1349,1 30-3367,-5 31 2752,0 7 570,-1 1 0,0 3 429,0-10 1,0 1-445,1-5 0,0 3 0,-1 0-60,0 0 0,0 1 0,0-3 30,0 1 0,1-2 0,-2 5 0,3-15 0,13-57 0,0-10 0,1-10 0,-2 14 0,0-5 0,1-1 0,-1 1-23,1 4 1,-1 0 0,0 1-1,0 0 23,0-7 0,0 1 0,2 5-45,2 5 1,1 7 3320,1 8-3250,24 19-26,-20 21 0,3 10 0,0 4 0,0 11 0,-6-9 0,2 6 0,-2-5-554,-5-10 0,1-1 554,3 9 0,1 5 0,0-6-45,-3-10 0,0-3-45,9 23-1619,2-17-630,-11-30 720,1-1-270,-4-10 1889,-6-1 0,-4-11 0,-1-3 0</inkml:trace>
  <inkml:trace contextRef="#ctx0" brushRef="#br2" timeOffset="-19926.73">7878 12335 10501,'-1'-5'1889,"2"2"-1529,16-9 0,11-1-316,5 0 1,3-1-3322,7-3 2385,-11 6 0,-2 0-2385,1-3 3047,-10 3 0,6-6 1,-11 5-1</inkml:trace>
  <inkml:trace contextRef="#ctx0" brushRef="#br2" timeOffset="-17702.73">7264 12374 8972,'0'-10'1349,"0"3"-809,4 1-360,1 5-90,1 3 0,-1 3 89,5 16-89,-2 0 90,4 22-90,-2 1-90,-2 1 0,-2 1 0,-3-18 180,0-1-180,-1-29 0,0-24 0,-1-3 0,0-13 0,1 7 0,-1 14-90,6-26 90,-2 33-90,5-8 90,3 21-180,5 8 180,-3 0-90,5 8 90,-13-10 0,6 4-90,-5-14 90,-1 2 0,7-18 0,7-14-89,-3 7 89,10-8-90,-17 27 90,13 17 0,-8 20 0,-4-5 0,-1 4 0,0 10 0,-1 2-90,0-5 0,0-2-45,-3-5 0,1-3-315,5 3-2827,-1-24 3264,-3-3 0,10-5 1,-5-3-1</inkml:trace>
  <inkml:trace contextRef="#ctx0" brushRef="#br2" timeOffset="-17163.73">8632 11979 9332,'-9'-8'989,"1"1"-539,4 1 449,0-1 181,1 2-900,0 12 89,3 21-179,1 20 0,-1-3 0,0 1-90,-1-15 0,0 2 30,1 4 0,-1 5 0,1-3 60,0 2 0,0-2-90,0 0 0,0 0-45,3 6 0,0-5-3232,-1-9 2949,5-8 1,-6-32-1,-1-27 1</inkml:trace>
  <inkml:trace contextRef="#ctx0" brushRef="#br2" timeOffset="-16801.73">8437 12062 9871,'1'-12'630,"3"-9"90,14-2-361,7-4-179,2 12 0,4 1-45,4 4 0,1 1-90,-6 1 0,2 3 15,5 3 0,5 4 0,-6 3-15,-9 6 0,-2 1-45,16-3 0,-9 5 180,-31 17 0,-11 2-90,-10-8-1,-1-3 1,-6 3 0,2-3 0,1-6 0,1-2-1729,-3 2 1,2 0 1433,-7 2-1811,15-8 936,6-5 1080,-2 2 0,9-5 0,2-2 0</inkml:trace>
  <inkml:trace contextRef="#ctx0" brushRef="#br2" timeOffset="-16167.74">10481 12106 10951,'-6'-11'1799,"5"-4"-1619,4 7 179,9-7 91,15-2-1557,-5 4 1287,21-7 83,-20 11-533,2-1 0,-1 0-180,-3 2 450,13-7 0,-48 16 0,-5 1 0</inkml:trace>
  <inkml:trace contextRef="#ctx0" brushRef="#br2" timeOffset="-15966.74">10439 12263 10321,'8'4'720,"1"-1"-540,1-1 539,21-4-539,-8 1-90,22-4 90,-13 1-1353,9-1 678,2-2 0,1-1-809,-15 2 0,0 0 1304,16-3 0,-2-1 0,-4-3 0,-5 0 0</inkml:trace>
  <inkml:trace contextRef="#ctx0" brushRef="#br2" timeOffset="-12582.74">7574 12326 9422,'-15'-5'0,"2"2"269,-10 9 91,-11 17-270,8-6 0,3 4 0,3 1-90,6-3 90,-8 16-90,15-18 90,4 21 0,17-16 0,17 2 0,2-20-90,6-16 90,-9-18 90,-15-10 0,-8-1-90,-20 4-1,-21 24-89,10 9 0,1 16 0,1 6 90,8 8-135,3-2 0,4 0-44,18 16 89,1-15-90,20 4 90,-5-24 0,0 0 90,-6-9 89,-8-14 181,-22-8-270,4 2 0,-20 0 0,-12 15 0,-3 10-90,-1 0 0,8 11-90,12 13-540,23 0 271,2 3 179,27-10 0,-6-14 180,11-7 90,-18-1 449,8-13-449,-22 9 360,-12-11-180,-17 13-180,-2 0-90,-2 7-537,12 3 627,-2 6-90,6-1 0,6 18-90,10-16 0,18 13 0,-5-21 90,20 0 180,-14-5 0,2-3 179,-12-3-179,-10 2 360,-10-9 90,-26 1-630,2 2-180,-5 5-1799,22 17 540,15-3 1595,21 8 1,8-12 0,17 1 0</inkml:trace>
  <inkml:trace contextRef="#ctx0" brushRef="#br2" timeOffset="-11632.74">11983 11524 10501,'7'-9'450,"-1"1"359,3-4 91,-4 3-720,4-2 269,-5 5 1,1 2 90,11 26-450,-8-8 90,12 29-90,-14-14 0,-2 0 0,3 11-135,0 6 0,0-1-135,-2-15-360,2 3 0,-1-2-2248,0-8 2788,0 5 0,-7-11 0,-3-3 0</inkml:trace>
  <inkml:trace contextRef="#ctx0" brushRef="#br2" timeOffset="-11364.74">11842 12319 13110,'23'-6'1079,"-2"1"-764,21-7 0,4-1-226,-21 6 1,2 0-68,11-3 1,9-2 0,1-1-1,-5 2-382,6 0 1,-1-1-46,-13 4 0,3-2 0,0 1 1,-2 1-6,1 0 0,-2 2 1,-4 0-1,-1 1 1,-3 0-1,2 2 0,0 0 1</inkml:trace>
  <inkml:trace contextRef="#ctx0" brushRef="#br2" timeOffset="-10753.74">12518 12462 9548,'-12'-2'1619,"-14"-5"-119,7 4-1051,-16-3-269,11 4 614,-21 9-704,16 0 0,-17 8-1471,20-1 0,2 1 1381,-6 6-860,2 5 0,2 0 770,9-2-1247,-3 11 1248,15-18-181,4 6-360,17 8 90,26-7 450,-8-4 0,0-20 1,1-9-1,5-11 893,-17 8 0,0-1-713,15-17 270,-10 2-180,-4 5-90,-5 10-1,-10 31-89,-4 21 2403,-2 10-2358,-2-19 0,0 1 432,-1-4 1,1 1-478,-1 9 0,0 5 0,0-3 0,0-2 0,0 2 22,-1 1 1,0 7-1,-1 0 1,1-8-1383,-1-6 1,0-3 1359,-1 21 0,-1-3-1296,-3-11 1386,1-14 926,-11 12-926,-16-15 0,-4-1-90,0-14 0,-4-3-90,2-3 0,0-1 0,5 0 0,1 0-810,-2-1 1,5 0-450,14-1 1349,-2-11 0,20-5 0,3-10 0</inkml:trace>
  <inkml:trace contextRef="#ctx0" brushRef="#br2" timeOffset="-9798.74">14122 11296 7809,'10'-5'629,"0"-1"2112,-1 0-402,0 0-2160,-10 9 91,-2 0-90,-21 18-90,5-5 45,-10 7 0,-4 5-45,-1 0 0,0 1 113,7-6 1,-1 0 0,2-1-204,-8 7 0,3-2-274,10-8 1,2-1 318,1 1 0,2 0 45,-3 4-90,-5 9 791,18-19-701,17 16-90,-2-15 0,14 10 0,26-17 0,-7-2 0,-8-1 0,1 0-90,14 2-45,-17 7 0,-3 2 135,2 2-90,3 18 90,-33-17 403,-13 17 0,-8 6-403,0-9 0,-3 0 0,0 0-1093,3 1 1,0 1 0,-1-2 1053,-3-1 1,-1-1 0,0-2 38,-4 6 0,2-3 0,10-10 0,0 0-81,-8 9 0,4 0 81,8 7 0,9-16 0,8 3 0,5-16 89,14 2-89,-1-4-678,13-4 0,11-2 0,-5-1 678,-10 0 0,1-1 0,4 0 0,5-2 0,2 1 0,-2-2 20,1-1 1,-1-2-1,-2 1-110,-5 1 0,0 0 0,0 0-150,4-2 0,0 1 1,-6 0-391,8-3-449,-14 2 1106,-10-1 0,-20 0 0,-4-4 0</inkml:trace>
  <inkml:trace contextRef="#ctx0" brushRef="#br2" timeOffset="-7325.73">14933 11465 10411,'-1'-11'1169,"1"2"-809,1 2 0,1 2-180,7 12 0,0 5 0,7 19-180,-5 1 135,-3 4 0,-1 2-135,1 8 59,-2-7 1,0 7 0,-1-7 30,0 9-60,-1-13 0,2 6 0,-2-8-30,0 2-45,1-10 0,-2-1-1754,0-5-629,-1-23 2428,-6-14 0,-3-20 0,-5-5 0</inkml:trace>
  <inkml:trace contextRef="#ctx0" brushRef="#br2" timeOffset="-7014.73">14762 11453 10141,'-18'-14'1439,"21"1"-899,29-11-405,-7 15 0,3 2 0,19-3 0,0 1-135,-19 4 0,-1 2 0,9 0 0,-2 3-90,4 5 0,-10 4 0,-4 5-90,-4 28 180,-5-3 0,-31 7 0,-13-10 0,5-10 0,-1-2 0,1-1 0,1-3-315,3 0 0,1-2-764,11-8 1079,6 9 0,15-14 0,9 1 0</inkml:trace>
  <inkml:trace contextRef="#ctx0" brushRef="#br2" timeOffset="-6697.73">15453 12098 10951,'-7'-3'1799,"-7"-1"-1529,7 2 89,-6 6-89,11 23-180,-2-3 0,4 14 0,-1 8-180,1-17 0,0-1 0,0-1-180,0-4-179,1 4-2828,2-1 3084,0-14 0,6-1 1,1-16-1</inkml:trace>
  <inkml:trace contextRef="#ctx0" brushRef="#br2" timeOffset="-6435.73">15424 11722 10886,'-2'-11'2338,"-1"-5"-1676,2 9-662,-2-5 0,7 13 0,2 2 0</inkml:trace>
  <inkml:trace contextRef="#ctx0" brushRef="#br2" timeOffset="-5741.73">15680 12135 12930,'-1'11'449,"1"15"-449,1-1 0,1 23-180,-3-3 180,2-8-89,-2-9-91,2-10 0,-1-9 90,8-9 90,-3-6-90,19-33 0,-4 4 0,3-3 90,-6 8-90,-6 14 90,-5 7-90,7 3 90,-6 15-90,8 18 0,-5-5-90,9 15 180,-7-18-135,6-1 0,1-1 135,1-3-90,5-5 0,1-3 90,-4-9 0,24-15-89,-12-12 89,-15 3 0,1-5 0,-3 1 0,-1 4 0,-2-3-820,-4-4 1,-2-7 0,0 0 0,-4 7 806,-3 7 0,-2 0-683,-2-10 0,-1-5 0,0 7 786,-4 4 0,-7-9 0,10 32 0,-5 38-45,12 10 0,2 5-45,-2 0 0,2 3 0,1-11 0,2 2 0,1 0 0,0-4 1179,2 6 0,1-3-1179,1 3 0,0-5 3276,3-3-3520,6-10-3033,3-18 2904,-2 3 1,-1-26-1,-11-1 1</inkml:trace>
  <inkml:trace contextRef="#ctx0" brushRef="#br2" timeOffset="-5519.73">16204 12097 7642,'-9'1'1799,"0"-1"-17,17-6-1243,18-6-539,-1 2-449,17-7-2404,-19 7 1504,0 0 1307,3-1 1,-14 7 0,4-1 0</inkml:trace>
  <inkml:trace contextRef="#ctx0" brushRef="#br2" timeOffset="-4769.73">16492 12213 12750,'5'9'1259,"12"-4"-1079,-5-7 90,16-5-784,-15 2 694,10-8-270,3-16 0,-6 3 197,-1-7-466,-22-6 269,-2 25 0,-12-13 100,-4 34-100,-10 18 45,14-4 0,2 4 0,3 18 0,5 2 0,7-12 0,4-1 0,6 6 0,6-6-3041,28-10 2996,-10-14 90,2-14-90,-12-4-135,4-10 1,0-5 89,-7 4 0,0-1-1089,11-14 0,-3-1 1179,-14 14 0,-4 0 0,0-6 0,-3 0-1382,-6-6 1427,-2-2 926,-11 11-926,2 13 0,-13-1 0,10 10 1841,-4 2-2291,16 10 270,7-4 90,3 3-90,12-7 90,-8-1-89,33-7 89,-28 4 2887,24-4-2707,-26 10 0,-5 4 0,-1 10 408,-9 2-498,-2 4 180,3 27-90,3-11-45,-2-12 0,0 0-45,5 3 180,10 2-720,3-12-899,2 2 1439,-1-20 0,-12-11 0,1-4 0</inkml:trace>
  <inkml:trace contextRef="#ctx0" brushRef="#br2" timeOffset="-3037.73">17687 11026 9512,'-6'-8'449,"2"2"-179,-1 2 0,-5 5-90,-2 7 0,-4 4-1613,-1 10 1612,-5 22-89,5-1 30,5-1 0,0 10 0,1-6-75,4-10 0,0 2 0,1 4 0,0 8 0,1 2 0,2-6 15,3-6 0,2-3 0,0 0-60,0 3 0,-1 0 0,2-2 0,2 8 0,5-3 45,7-5 0,6-5-450,0-11 0,2-3-315,3 8 1,3-5-720,-1-17 0,-1-7 1439,5-9 0,4-10 0,-10 1 0</inkml:trace>
  <inkml:trace contextRef="#ctx0" brushRef="#br2" timeOffset="-2586.73">17822 11512 10141,'-4'-14'1799,"1"1"-1259,1 4 359,7-2-449,16 7-270,6 2-90,7 10 0,2 4-90,-12-1 0,-1 0 0,6 2 0,-1 3-90,-6 8 0,-5 0-3187,-5-4 3162,6 19 115,-19-26 0,-3 0 0,-4 6 0,-13 4 90,4-6 90,-6-14-90,27-31-90,0-4 0,11-1 0,4-3 0,0-4 0,1 0 442,-3 7 0,0 0-487,4-10 0,1 1-1260,-6 15 1,-2 4-1973,7-9 2927,1 5 0,-19 31 0,0 4 0</inkml:trace>
  <inkml:trace contextRef="#ctx0" brushRef="#br2" timeOffset="-2237.73">18393 10775 10681,'-5'-21'719,"1"6"-3996,10-6 1794,2 15 1760,23 3-187,-5 11 551,10 8 0,4 8-521,-7 10 0,1 6 0,-2-2-178,-5-12 1,-1-1 0,-2 6 101,-7 3 1,-1 8 0,-2 4 0,-1 0 0,-3-3 0,-3-7-45,-4 8 0,-4 0 18,-2-4 0,-1 7 0,-1 3 0,-2-1 0,-1-8-198,-6 0 0,-1-6 1,-1 0 29,2 3 0,0-1 0,0-2-255,-7 9 0,3-7-944,4-6-1928,1 1 3519,6-12 1,4 2 0,4-9-1</inkml:trace>
  <inkml:trace contextRef="#ctx0" brushRef="#br2" timeOffset="-2050.73">19230 11469 10231,'3'11'-1080,"-8"1"1,-8-1 0</inkml:trace>
  <inkml:trace contextRef="#ctx0" brushRef="#br3" timeOffset="-1116.73">11084 15439 24700,'-4'-10'-3277,"1"2"0,1 2 1802,-1 1 773,5 1 2021,1 0 256,3 0 752,24-3-1625,5-1-38,4 0 0,1-1 1251,5 0-1919,-12 3 1,-3 1-3274,-12 3 3454,3 0 1,-10 4 0,-1 1 0</inkml:trace>
  <inkml:trace contextRef="#ctx0" brushRef="#br3" timeOffset="-920.73">11229 15621 23297,'0'7'-3277,"2"0"0,8-4 1750,31-4 1927,1-7 1,3-2-53,-10 4 1,0-1-156,0-2 0,3-1 0,-6 0 0,11-6 0,-16 6 0,0 0 0</inkml:trace>
  <inkml:trace contextRef="#ctx0" brushRef="#br2" timeOffset="-584.73">12421 14580 8972,'-3'-14'2069,"0"4"-1799,4 11-91,4 23-3456,6 21 2925,-7-21 0,1 2 397,2 8 0,0 2 138,-1 3 1,-1 1-364,1 5 0,-1-1 0,-1-7 1,0 0-1460,1 2 1,-1-5 1424,0-11 0,4 18 0,-3-23 1</inkml:trace>
  <inkml:trace contextRef="#ctx0" brushRef="#br3" timeOffset="-331.73">12254 15527 29637,'35'-5'2391,"-3"0"-3484,3-4 1,9-3 0,-5 0 948,-8 4 1,1-1-457,4-1 0,8-2 1,4 0-1,-4 0 0,-7 3-587,-3 0 1,-1 0 1195,14-2 0,6-2 0,-9 4 0,-3 1 0,-15 3 1,-1 1-1</inkml:trace>
  <inkml:trace contextRef="#ctx0" brushRef="#br2" timeOffset="280.27">12942 15717 11041,'-21'-5'2069,"-12"-1"-1890,10 2 361,-26 6-360,24 7-90,-12 5 0,15 1-3367,-11 22 804,19-18 2181,2 6 0,4-1 112,9-12 906,8 8-816,-1-17-269,18-5 179,6-13 180,0 2 2651,-5-7-2382,-10-2-179,-7 7 1765,4-4-1766,-2 22-44,-1 16 0,-2 8-45,10 14 191,-7-7 1,1 7-162,-1-1 0,1 4 0,-1-2-30,3 5 0,-1 1 0,-2-4 0,2 2 0,-2-4-239,-1-7 1,-2-3 283,0 2 0,-3-3-45,1 0 45,-3-3 0,-4-3-45,-10-13 90,-10 3-90,-13-12 0,7-4 0,0 0 0,-20-3-405,-3-1 1,-1-1-766,24 3 1,1-1-470,-13-2 1,4-1 1602,12-2 1,17-10 0,5-2 0</inkml:trace>
  <inkml:trace contextRef="#ctx0" brushRef="#br2" timeOffset="1426.27">13313 14790 9961,'4'-7'540,"0"1"-270,12 12 0,6 4-180,5 4 89,2 2 1,1 2-90,6 3 0,-6-1 0,6 4 0,-5-3 0,10 7-60,-12-7 0,5 3 0,-6-4-1324,2 0 1159,-4-2 0,-1-1-626,-1-2 775,11 4 1,-12-8-1,3-1 1</inkml:trace>
  <inkml:trace contextRef="#ctx0" brushRef="#br3" timeOffset="1665.27">13807 14844 30199,'-11'-15'-3277,"3"5"0,-6 4 0,-22 41 3189,14-7 0,1 3 257,-3 0 1,0 4-220,3 0 0,0 3 1,2-4 250,6-9 0,0-1-1294,-3 9 1,-2 4 0,2-5-1045,-2 9 1778,6-13 0,0 0 0,2 4 0,0 0 0</inkml:trace>
  <inkml:trace contextRef="#ctx0" brushRef="#br2" timeOffset="3768.27">14951 13896 10051,'9'-4'450,"-3"3"-360,-1 8 0,-1 2 90,3 12 0,0 13-1819,1 10 1,2 4 581,-2-7 0,0 0 1422,1 6 1,1 2-306,1-9 0,2 2 0,-2-6-60,-3-12 0,0-1 0,3 9 0,2 3 0,-3-7-180,1-7-360,3 7-2737,-1-11 1651,-4-4 1626,3-4 0,-7-8 0,2-2 0</inkml:trace>
  <inkml:trace contextRef="#ctx0" brushRef="#br2" timeOffset="4049.27">15551 14112 10321,'9'-2'900,"2"0"-361,14 0-314,2-1 0,3 0-135,3-2 0,2-1-120,4-1 0,3-2 0,-1 1-465,3-3 1,-1-1-1145,7-3 1,-5 1 818,-3-2 1,-20 3 0,-20 9 0</inkml:trace>
  <inkml:trace contextRef="#ctx0" brushRef="#br2" timeOffset="4329.26">15735 13829 9781,'-10'-13'990,"3"3"-1,3 2-899,10 9 450,17 38-450,-5-10-1183,-6 4 1,1 8 0,-2-4 567,-1 11 1000,-2-4 0,-1 0-430,-3-15 0,-2-2-656,3 15 476,1-5 0,0-1-224,2-3-226,-1-7 0,2-3-2113,7-5 1079,0-3 1619,2-9 0,4-10 0,3-3 0</inkml:trace>
  <inkml:trace contextRef="#ctx0" brushRef="#br2" timeOffset="4612.26">16554 13617 10591,'5'-7'1709,"8"22"-1529,-7-3 0,3 15 0,0 7-90,-5-9 0,0 2-1,1 14 1,1 2 0,-2-4 0,1 0-45,-1 0 0,2 2-405,1-2 0,2 4 1,-1-5 89,-1-6 0,1-2-1369,8 21 1,1-9 1243,-6-26 0,13 3 0,-8-13 0</inkml:trace>
  <inkml:trace contextRef="#ctx0" brushRef="#br2" timeOffset="4881.26">16982 13908 11221,'23'-9'1169,"-6"2"-809,9 0 0,1-1-181,2-1 46,16-5 0,1 0-3502,-12 2 2814,-4 2 1,0 0-864,2-3-203,-13 3 1529,5-4 0,-23 6 0,-6 3 0</inkml:trace>
  <inkml:trace contextRef="#ctx0" brushRef="#br2" timeOffset="5167.26">17055 13699 10771,'-6'-9'2608,"0"-5"-2518,12 15 90,-3-1 90,10 24 0,2 14-135,-5 0 0,-1 0-1774,3 4 1,0-1 1625,-5-5 1,-1-2-542,0 8-795,2-4 629,-1 0-539,0-12 1259,3-13 0,-3-7 0,5 0 0</inkml:trace>
  <inkml:trace contextRef="#ctx0" brushRef="#br2" timeOffset="5504.27">17657 13330 11131,'1'-17'989,"0"8"-449,0-5 269,-1 8-359,13 42-270,-6 7 0,1 3-135,1-8 0,0 2-15,-3-1 0,-1 4 0,1-2 60,2 9 0,0-2-1443,0-2 1,1 0 1352,0 1 0,0-4-45,-2-16 0,0-4-405,1 0-1978,6 0 2428,6-9 0,-1-10 0,2-15 0</inkml:trace>
  <inkml:trace contextRef="#ctx0" brushRef="#br2" timeOffset="5784.27">18311 13652 11850,'15'-5'1170,"-2"1"-541,32-10-449,-17 6-1819,14-4 1,2-1-296,-3 1 1979,-1 0 0,0 0 889,7-3-1474,-13 4 1,-1-2-1100,-7 2 1,-3 0 883,12-6 0,-18 5 0,-17 10 0</inkml:trace>
  <inkml:trace contextRef="#ctx0" brushRef="#br2" timeOffset="6080.27">18525 13393 10591,'-14'-9'540,"2"1"269,5 4-359,1-1 270,-1 2-541,5 11 1,2 0 90,6 22-90,1-5 0,1 2-90,3 17 30,-1-5 0,2 7 0,-1-7-75,-5-14 0,0 0-15,3 9 0,1 5 0,-2-5 15,0-6 0,-1-3-1684,2 3 1,0-2-1639,6 14 3010,0-19 1,-3-26-1,3-3 1</inkml:trace>
  <inkml:trace contextRef="#ctx0" brushRef="#br2" timeOffset="6414.27">19336 13133 11400,'3'-9'1530,"0"1"-811,-1 4 630,0-1-629,11 25-450,-3 9 0,-1 4-1909,1-6 1,-1 0 1670,2 13 1,-2 0-330,-3-13 1,-1 1 431,5 17 0,0 0-1112,-3-12 1,1-1 976,2 11 0,1-3-180,-2-14 1,-1-3-181,3 7-1214,1-4 0,2-3-1215,1-8-449,9 1 3238,-7-16 0,6-11 0,0-2 0</inkml:trace>
  <inkml:trace contextRef="#ctx0" brushRef="#br2" timeOffset="6692.27">20122 13393 12030,'-6'-9'2519,"9"0"-1800,31-5-449,11-1-150,-15 5 0,4-1 0,-1 0-1759,6-1 1,-1-1 971,0 1 0,-2-1 217,-9 4 0,-5 0-489,0-1-2338,-1-5 2634,-12 4 1,-11-2-1,-9 4 1</inkml:trace>
  <inkml:trace contextRef="#ctx0" brushRef="#br2" timeOffset="6962.27">20242 13173 10231,'-10'-6'2699,"-2"-1"-1350,5 2-1169,1 8-90,6 3 224,6 23 1,2 11-135,0 1 0,0 2-150,0-8 0,-1 1 0,1 1-60,0 0 0,-1 1 0,1-3-645,1-3 1,0-3 269,-1-3 0,0-3-2293,8 5 2698,0-19 0,4-6 0,4-4 0</inkml:trace>
  <inkml:trace contextRef="#ctx0" brushRef="#br2" timeOffset="7373.27">21130 12852 9555,'-18'-27'1979,"6"12"-1349,-18 5-91,-1 30-449,0-2 0,-4 17-1729,17-5 1,3 1 550,-4 10 939,7-5 0,1 7 0,2-5 239,6-9 0,1 0-279,0 21 1,2-3 188,8-6 45,2-17 0,2-2 145,1-5-100,33 2-90,-20-21 0,16-18 0,0-9 45,-20 6 0,-2-4-45,2 0 0,1-3 0,-7-3 0,-9-7 0,-9-3 0,0 3 0,1 3 0,-4 1 0,-10-6 0,-6-3 0,2 9-90,-8 5-203,-5 9 0,0 8-157,12 18 355,-22 20-1344,26-5-663,-4 11 2102,15-3 0,5 1 0,4 8 0</inkml:trace>
  <inkml:trace contextRef="#ctx0" brushRef="#br2" timeOffset="7619.27">21542 13025 12210,'4'-9'2069,"0"0"-1529,-2 4-1,1 1-719,0-1-1259,0 1-1838,5 1 2859,4-2 1,5 1-1,0-3 1</inkml:trace>
  <inkml:trace contextRef="#ctx0" brushRef="#br2" timeOffset="8042.27">21888 12635 10681,'-15'-5'1529,"5"3"90,-1-1-1259,25-3-90,25-6-270,0 2 0,-15 4 0,2-1-90,4-1 0,-2-1 90,1 1 0,-1 0 0,-3 1-90,-6 1 0,0 2 90,-6 5 0,-15 30 0,-6-5-30,-2 4 0,-3 8 0,2-2 30,2-4 0,0 1-1639,-4 14 1,1 0 1580,7-20 1,1-1 57,3 8 0,0-2-202,1 4-338,4 1 1,2-2-1,0-18-2737,20 9 2747,-13-24 0,14-9 0,-9-5 0</inkml:trace>
  <inkml:trace contextRef="#ctx0" brushRef="#br2" timeOffset="8463.27">22597 12542 10771,'1'-9'2698,"-6"9"-2518,1 2 90,-11 15-180,8-6 90,-8 13-90,7-10 0,-2 26-270,8-22-180,3 23-180,15-15-2737,2 4 2713,3-1 204,4 7-730,-13-11 1,-3 0 1179,8 14 0,-8 7 360,-32-12 0,-7-4-270,3-2-120,4-6 0,-4 4 0,1-6-60,-13 1-1080,-4 0-2197,4-8 3129,15-11 0,9-12 1,8-6-1</inkml:trace>
  <inkml:trace contextRef="#ctx0" brushRef="#br2" timeOffset="8688.27">22404 12498 11221,'-5'-9'1529,"1"0"-1349,3 2 359,4-1-179,8-3-180,2 1 45,14-4 0,6-1-315,-9 3 0,2 0-180,4-1 0,3-2 0,1 1-823,2-1 1,2 0 0,-3 2-508,1-1 1,0 0 943,9-2 1,-2 2-1,-3 4 1,2 2 0</inkml:trace>
  <inkml:trace contextRef="#ctx0" brushRef="#br2" timeOffset="8966.27">23361 12597 13110,'13'-1'1529,"26"-6"-4806,-17 1 2683,23-4 996,-18 3 1,0-1-763,-1 1 0,-1-1 369,5-1 0,1-2-1648,7-9 1,-4-2 982,-8 3 1,-1-3-1,-2 0 1,-9 2 0</inkml:trace>
  <inkml:trace contextRef="#ctx0" brushRef="#br2" timeOffset="9236.27">23635 12213 11311,'-9'-5'1709,"2"6"-1530,6 5 541,4 44-585,-1-21 0,0 3-75,-1 0 0,2 4 0,-2-3-1699,1 0 1,-1-1 1195,0 0 1,2 0 307,4 0 0,3-2-1043,3-1 0,3 0-352,1 4 1,3-3 1529,1-9 0,3-6 0,16-6 0,2-5 0</inkml:trace>
  <inkml:trace contextRef="#ctx0" brushRef="#br2" timeOffset="9664.27">24299 12130 11221,'-4'-20'3148,"0"8"-2249,1-2-539,-7 16 360,-16 30-451,3 9 1,0 3-225,5-12 0,2 2 15,1 3 0,2 3 0,5-4-60,7-8 0,3-2 45,-1 4 0,3-1-45,16 16 0,-4-25 0,27-9-2465,-22-13 2465,21-9-469,-10-13 424,-11-8 0,-1-4-1165,-5 12 0,-2-2 1210,3-12 0,-6-2 0,-12 3 0,-4 1 0,-4-9-60,-3 14 0,-3-4 0,0 7-265,-6 0 190,2 5 0,-1 6-1315,-4 18 730,5 3-244,-2 7 1,1 3 963,-5 17 0,-3 8 0,17-2 0</inkml:trace>
  <inkml:trace contextRef="#ctx0" brushRef="#br2" timeOffset="9883.27">24753 12214 12390,'-2'-10'3238,"0"0"-3238,1 4-3058,0-1 3058,6 1 0,-2 0 0,5 1 0</inkml:trace>
  <inkml:trace contextRef="#ctx0" brushRef="#br2" timeOffset="10330.27">24871 11883 12300,'6'-16'989,"8"-1"-719,14 3-90,9 0-90,-9 4 0,0 1 0,9-1-45,-11 3 0,1 0 45,11-1-90,-7 1 0,6 2 90,-24 5-90,7 9 0,-15 16 90,-1 0-90,-6 0 0,-3 3 0,-2 3 0,-1 3 0,0 11 0,-1 3-1093,2-6 1,0 4 0,0-5 1034,1-1 1,1-2-229,0 13 1,3-6-255,2-12-501,3 3-2236,7-11 617,-3-15 2660,6-4 0,2-7 0,3-1 0</inkml:trace>
  <inkml:trace contextRef="#ctx0" brushRef="#br2" timeOffset="10759.27">25662 11679 10771,'0'-11'1079,"0"1"270,0 2-1259,-2 11 270,-4 10-90,-9 27-270,4-10 90,-3 9 90,6 3-90,5-20-90,-1 16 0,6-26 0,16 11 0,17 0 0,5 6 0,-11-13 0,-1 0 0,9 15 0,-7-5 90,-19-2 0,-5 0-90,-7-2 90,-11 11 0,-5 1-924,-5-8 834,3-2 0,-3-1-567,-16 3-332,3-7 269,0 0-2647,2-18 2544,23-5 1,-4-15 0,12 1 0</inkml:trace>
  <inkml:trace contextRef="#ctx0" brushRef="#br2" timeOffset="10981.27">25556 11727 11041,'-10'-9'1799,"3"-6"-1350,20 2 1,27-12-450,-8 11 0,4-1-585,9-4 1,1 0-509,-14 5 1,0-1 0,-1 1 545,6-3 1,-2 1 0,-4 1 0,-3 1 0,8-3 0</inkml:trace>
  <inkml:trace contextRef="#ctx0" brushRef="#br2" timeOffset="11307.27">26459 11906 11760,'4'-5'2969,"8"-1"-4608,11-1 1,4 0-206,13-3 1934,-5 2 0,3-1-719,9-4 1,-1 0 493,-12 3 0,-1 0 493,11-3 1,-2-3-1349,-13 1 1,-4-1-2288,13-16 2621,-16 16 1,-4-1-1,-3-14 1,-14 12 0</inkml:trace>
  <inkml:trace contextRef="#ctx0" brushRef="#br2" timeOffset="11565.27">26731 11496 10771,'-9'-3'989,"1"0"-809,2 5 180,3 5-3637,-2 40 3112,3-18 242,1 13 1,-1 4 57,2-15 0,0-2-1063,0 9 0,0 0 928,0-11 0,0-1-719,2 24-2558,11-10 2457,-6-8 1,11-3 0,-7-20 0</inkml:trace>
  <inkml:trace contextRef="#ctx0" brushRef="#br2" timeOffset="12900.27">27390 11281 10141,'-3'-9'1349,"-1"0"-89,-4 2-900,-8 8-91,-13 15-89,-2 19-90,11 5 0,6 8-1131,12-9 1,4 1-1,1 0 1041,-6 7 0,6 0-362,9-7 1,6 0 0,1-7 361,1-14 0,1-3-40,-1 3 0,3-3-5,12-9 1,0-11-898,-9-15 1,-1-4 941,3 7 0,-2-2 941,-5-8 1,-8-4-898,-11-5 1,-8-1-45,-6-5 0,-6-1 30,-2 5 0,-3-2 0,-1 4-30,-6-6 0,-3 8-450,-11 8 1,1 13-720,6 17-1710,-1 17 2879,29 6 0,11 0 0,7 2 0</inkml:trace>
  <inkml:trace contextRef="#ctx0" brushRef="#br2" timeOffset="13172.27">27692 11396 11311,'8'-7'2248,"-1"1"-2158,-4 2-90,1 1 0,0-1 0,-1 1 0</inkml:trace>
  <inkml:trace contextRef="#ctx0" brushRef="#br2" timeOffset="13612.27">27858 11104 10771,'4'-5'1709,"-2"1"-1349,33-6-180,0 0-91,-3-1 1,3-1-90,-6 3 0,-2-1-369,0 0 0,-2 0 369,18-9 0,-22 9 0,4-1 180,-15 10-180,-14 17 0,-13 27-90,-1-3 90,5-6 0,1 2-1604,5-8 1,1-1 1603,-1 0 0,1 2 30,2 7 0,1 4 0,1-5-30,1-8 0,1-1-150,0 7 0,1 4 0,0-7-2644,3 1 2164,0-6 630,-2-17 0,-1-5 0,0-2 0</inkml:trace>
  <inkml:trace contextRef="#ctx0" brushRef="#br2" timeOffset="13916.27">28348 10964 10951,'-1'-12'1619,"15"29"-1529,-8-6 135,5 24 0,0 10-91,-4-1 1,-3 2-75,0-12 0,1 0 0,-1 2 0,0 7 0,1 3 0,0-5-1699,4 1 1,0-3-1,-2-4 1,1-3-526,10 9 2495,-5-28 0,-6-6 1,5 0-1</inkml:trace>
  <inkml:trace contextRef="#ctx0" brushRef="#br2" timeOffset="14315.27">28598 11291 10141,'8'-9'1349,"2"-2"-1079,-6 7 0,1-1 0,-1 2-90,0-1 629,13-6-449,2 1-3637,25-11 2752,-14 9 615,-3 2 0,0-1 813,7-3-1263,-4 1 0,-1 0-90,1-1-719,5-7-1619,-29 15 2788,-5-7 0,-8 4 0,-6-4 0</inkml:trace>
  <inkml:trace contextRef="#ctx0" brushRef="#br2" timeOffset="14585.27">28730 10964 10681,'-4'-8'1529,"6"18"-1349,0-2 180,8 32-180,-6-13 0,1 0-2079,3 18 1944,-1-5 0,0 1-540,-1-12 1,0-1-316,1 2 1,0-1 809,3 0 0,1-5 0,5-3 0,4-2 0</inkml:trace>
  <inkml:trace contextRef="#ctx0" brushRef="#br2" timeOffset="15072.27">29142 10919 10591,'9'-14'1079,"-3"5"630,0-2-180,-4 6-989,-14 10-360,4 2 45,-7 15 0,0 3-135,4 0-45,2 10 0,2 0-135,6-6 0,1-2 0,3 1-180,7 5-168,0-2 78,13 4-2917,-11-21 3098,8 4 89,-9-14-192,1-2 192,1-2-90,17-13 180,-14 3-45,2-9 0,-2-1-418,-8-4 418,-2-2 0,-2-2 2204,-6-5-2159,-10-11 0,-3-1 357,-3 3-402,-4 0 0,-4 3-315,-3 19-449,-9 3-2468,-5 36 2971,18 3 1,-3 15 0,19-9 0</inkml:trace>
  <inkml:trace contextRef="#ctx0" brushRef="#br2" timeOffset="15292.27">29321 10982 10771,'9'-9'1709,"-2"3"-1079,-4 1-630,0 3 0,-1 0 0,0 1 0</inkml:trace>
  <inkml:trace contextRef="#ctx0" brushRef="#br2" timeOffset="15767.27">29449 10723 10771,'3'-7'1169,"10"0"-1079,-6 3 180,22-5-180,-11 3-90,9-3 180,6-4-180,-12 5 0,8 1 0,-17 6 0,-6 9 0,-6-1 0,-3 28 0,1-13-1639,-1 11 1,-1 3 1523,0 0 115,0-2 0,0 0-264,-1 9 264,1-8 0,0-1-90,-1 3 1,-1 8-1081,4-17-2107,1-12 3017,0 6 0,1-16 0,1-3 0</inkml:trace>
  <inkml:trace contextRef="#ctx0" brushRef="#br2" timeOffset="16047.27">29767 10652 10501,'6'-6'630,"1"1"-361,1 8 451,11 26-630,-8-9 45,1 11 0,-1 5-45,-6-10 0,-1 0-135,1 8 0,-1 2-405,0-1 0,-2-2-179,-1 6 629,-1-10 0,-1-2 0,-1 2 0,-2 13 0</inkml:trace>
  <inkml:trace contextRef="#ctx0" brushRef="#br2" timeOffset="16559.27">27983 12505 10951,'8'-5'719,"0"1"900,1-5-1259,-3 6-90,3-5 450,4 1-451,-4 2-89,10-3 90,4 1 0,5-1-495,7-3 0,4-1-495,-5 1 1,1-1 0,-1 0 75,5-1 0,-3-1-885,-4 0 0,-7 1-540,-13 3 2069,-2 0 0,-11 0 0,-2-1 0</inkml:trace>
  <inkml:trace contextRef="#ctx0" brushRef="#br2" timeOffset="16830.27">28122 12264 12030,'4'-10'2159,"3"8"-1889,0 12-180,0 6 0,-2 5 44,0 6 1,-1 3-90,1-5 0,0 1-667,4 22 1,2 1-1018,5-7 1,2-3-1,-4-8 1,2-4 1419,-1-3 1,2-6 0,8-10 0,-5-5 0</inkml:trace>
  <inkml:trace contextRef="#ctx0" brushRef="#br2" timeOffset="17284.27">28709 12206 10501,'2'-18'3276,"0"8"-1065,0-5-1761,-12 22-270,3 2 134,-11 24 1,0 5-225,6-4 0,-2 5 0,3 1-90,9-7-90,3 7 90,2-12-270,15 8 180,-8-23 0,27 5 0,-18-20 0,28-14 90,-10-11-45,-5-8 0,-2-7-1594,-10-2 1,-4-2 1580,3 3 1,-5 1 102,-10 4 0,-7 4-341,-18-5 386,-13 13-270,-9 5-495,10 23 1,-1 6-271,9 1 1,0 3-695,-4 9 1,3 0 818,3 3 1,12 8 0,14-18 0</inkml:trace>
  <inkml:trace contextRef="#ctx0" brushRef="#br2" timeOffset="17532.27">29102 12227 11580,'8'-8'1619,"-1"1"-449,-4 3-1,-1-1-269,0-1 359,0 1-4227,0-2-309,-6 4 2657,2-3 0,-2 1 0,3-4 0</inkml:trace>
  <inkml:trace contextRef="#ctx0" brushRef="#br2" timeOffset="17964.27">29318 11958 11760,'5'-10'1439,"0"1"-1079,1 2 0,6-2 0,14-4-270,-4 1 135,10-2 0,1-1-136,-4 4-89,2-3 0,-1 1 90,-11 6 0,8-4-90,-13 6 0,0 3 0,-15 19 0,-9 15 0,3-9 0,-2 2 0,-2 12 0,0 3 0,3-3 0,1 0-90,0-2 0,1 0-585,1 0 1,2-4-495,2-2 1169,3 5 0,0-25 0,2-1 0</inkml:trace>
  <inkml:trace contextRef="#ctx0" brushRef="#br2" timeOffset="18284.27">29817 11824 11131,'5'-7'359,"-1"-1"721,2-1-271,-2 4-269,8 8-360,-7 3 360,8 36-450,-10-18-1,-1 7 1,-1 1 0,-1 3 45,-1 6 0,0 3-90,0-12 0,0 2 15,1 3 0,0 5 0,-1-5-105,1-7 0,0-1-225,1 10 0,1-4-3007,1-7 2080,1-2-2041,1-5 3238,-2-10 0,1-3 0,-3-3 0</inkml:trace>
  <inkml:trace contextRef="#ctx0" brushRef="#br2" timeOffset="21219.27">13529 17432 11490,'11'-11'675,"11"-2"0,2-1-495,6 0-91,-3 1 1,3-2 0,7-1 0,-3 0-3367,4-1 2430,-5 3 0,0 0-1761,-2 4-669,-11 7 2979,2 0 1,-16 14-1,-6 2 1</inkml:trace>
  <inkml:trace contextRef="#ctx0" brushRef="#br2" timeOffset="21409.27">13788 17628 12030,'17'-14'270,"7"-1"0,1 0-450,5-3-913,1 3 1,7-4 0,-5 4-1028,11-4 2120,-4 2 0,-1 2 0,-3 5 0,-1 0 0</inkml:trace>
  <inkml:trace contextRef="#ctx0" brushRef="#br2" timeOffset="64562.27">14890 16545 8972,'-11'-6'1169,"2"2"-449,1-1 449,-1 1-179,-2-1-361,2 1 361,1 1-631,14-8-269,3 5 90,30-16 0,-10 7-90,3-1 0,5-1 0,-3 1 0,1 0-45,0 0 0,-1 1 0,1 0 0,-3 2-45,-6 4 90,-3 13-90,-19 6 90,-7 27-90,-7-3 30,-1 2 0,-3 8 0,1-4-30,2-8 0,1 2 22,-1 5 1,-1 8-1,0-1 1,3-7-23,3-10 0,2 0-30,0 11 0,1 6 0,2-9-60,2-2-45,2-8 0,2-1-1664,9 2-360,-2-12 2159,16 3 0,-9-18 0,6-6 0</inkml:trace>
  <inkml:trace contextRef="#ctx0" brushRef="#br2" timeOffset="64779.27">15515 16796 11311,'-4'-9'1349,"1"0"-899,0 3 809,0-1-899,0-1 539,-1-2-989,2 3-1169,0-1-810,1 2-1079,-1 0 3148,4-5 0,2 0 0,3-5 0</inkml:trace>
  <inkml:trace contextRef="#ctx0" brushRef="#br2" timeOffset="65223.27">15949 16184 9154,'-1'-17'1079,"1"-2"1386,-1 3-2105,0 0 1054,-3 4-1234,0 11 0,-3 5 134,-6 21 1,1 7-53,-1 4-172,2-2 0,-1 8 0,3-3-45,3-5 0,4 0-45,3 10 0,1 5 0,2-6 222,-1-9 1,6-1-463,9 7 0,8 2 0,0-9 15,-2-17 0,1-4 180,10 12 0,0-6-45,7-18 0,-19-6 0,-1-3-89,8-14 89,-13 1 90,-8-23 0,-16 22 0,-25-7 0,10 25 0,-27 4-45,25 8 0,0 1-675,-23 10-919,25-2 1,4 1 818,7-1 1,13 2 0,10-15 0</inkml:trace>
  <inkml:trace contextRef="#ctx0" brushRef="#br2" timeOffset="65715.27">16471 16074 11041,'-11'-7'1529,"-3"-2"-900,7 4 451,-4-4-720,21-3-180,-5 2-1,19-6 1,7 0-90,12-5-1729,-2 3 1,-1-1 754,1 1 794,2 0 52,-30 13 38,1-1-90,-6 7 90,-20 27 0,7-10 0,-17 21 0,12-2-270,11 5 180,3 2-360,25-7 1,9-2 179,-8-12 0,0-1 225,7 5 0,-2-1 493,-10-11 1,-6-1-449,-15 11 90,-16-1 0,-8 3-786,-3 1 0,-5 3 0,-1-1 636,3-2 0,0-2 0,-2 1-840,-8 6 1,-2 0-1,6-5-285,10-8 0,3-2 1185,-2 3 0,3-2 0,6-2 0,-1 4 0</inkml:trace>
  <inkml:trace contextRef="#ctx0" brushRef="#br2" timeOffset="66010.27">14969 17536 11221,'-19'3'3276,"27"-21"-6553,24-9 2920,-6 7 1,7-2 491,4 2 0,8-2 0,2 0 0,-1 1-405,-6 3 1,-1 2 0,2-2 0,5-1 122,-8 3 1,4-1 0,3-1 0,1-1 0,1 0 0,0 0 0,-1 0-1,-3 2-212,-1 0 1,0 1 0,-2 0 0,0 0-1,0 0 1,0 1 0,0-1 163,5-2 0,1 0 0,0 0 0,-1 1 0,0-1 1,-1 1 135,-2 1 0,2-1 0,-2 1 0,-1 0 0,-4 2 0,-5 1 0,10-3 0,-4 1 0,1 0 0,0 1 0,0-1 0</inkml:trace>
  <inkml:trace contextRef="#ctx0" brushRef="#br2" timeOffset="66646.27">16365 17331 12480,'-9'-13'1979,"1"2"-1440,2 4 271,-3 1 449,-10 2-449,-16 13-720,6 0 90,-8 15 179,6 9-359,4 4-90,12-15 1,2-1-91,0 9-1429,12-6 1430,5-12-1468,27 8 1287,0-14 180,14 2-90,-10-12 0,-9-3 0,0-2 1,16-11 314,-14 9 0,-3-1-311,2-6 266,-15 10 0,-5 8 90,-3 2-90,2 13 0,-4-2 45,6 13 0,0 2-45,2 1 560,0-2 0,1 2-515,6 4 0,-1-1-520,3 3 475,-3-4 0,-1-2 142,-6-12-52,2 3 90,-2-3-90,-1 1 269,-9 2-269,-13-4-90,-22 8 45,-3-7 0,-4 0-990,1 0 1,1-1 224,2 0 1,3-3-2558,-9-4 528,42-16 2327,4-15 1,8-2 0,4-3 0,1-6 0,1 1 0</inkml:trace>
  <inkml:trace contextRef="#ctx0" brushRef="#br2" timeOffset="67469.27">17854 16323 10411,'-3'-9'540,"0"0"-360,2 2 899,3-14-449,6-4-271,5-10-179,2 7 45,1 4 0,1 2-135,3-3 90,9-13 0,2-2-90,-5 8 0,6-6 0,1 1-90,-9 12 90,12-8-90,-22 24 0,0 8 90,-2 15-90,0 13 0,-3-1 45,-2-1 0,-2-1-45,1-5-90,17 20 90,-4-32-90,17-2-135,-4-16 0,1-8-900,1-4 1,0 0 584,-3 3 1,-1 0-420,-6 0 0,-7 3 959,-13 12 0,-2 3 0,-1 1 0</inkml:trace>
  <inkml:trace contextRef="#ctx0" brushRef="#br2" timeOffset="67966.27">17850 16558 10591,'16'-17'1529,"-2"3"-1349,1 2 360,2-3-1,1-4-449,-1 3 90,1-4 90,11-14-180,-5 4-90,-8 10 0,2-1 90,5-5 0,-2 3-2260,-3 4 2170,15-14 0,-24 26-2583,3 1 2583,-3 4 0,9 5 0,3 17-915,-4-4 915,4 8 399,-7-8-399,-4-5 2328,16 6-2418,-12-11 0,11 2-1597,20-16 877,1-6-90,-11 2 1,3-4 899,5-9 0,-2-3 0,-12 8 0,-1-1 0,6-8 0,0 1 0</inkml:trace>
  <inkml:trace contextRef="#ctx0" brushRef="#br3" timeOffset="71737.27">20154 15089 24774,'-2'-9'-3277,"-1"1"0,2 3 0,-2 0 0,1 0 2206,-2 2 1778,-3 4 1474,-3 5-1790,-16 26 455,6 5 0,1 2-13,4-12 0,0 0-186,-3 19 0,6 0 238,14-7-670,0-2-901,8-8-2016,13-11 1251,-7-9 1494,12-4 0,2-4 904,13-12 691,-15 4 0,-1-2 1638,12-13-1638,-17 1 0,-3-5-970,-8-5 1,-3-1-596,5 1 0,-4 0-237,-8 0 1,-8 1-544,-8 3 1,-4 2 8,-5 4 1,-1 1-258,-2-3 0,-3 3 151,-12 11 1,1 10-836,10 13 1,4 5 1172,-1-1 0,5 3 0,7 6 1,7 2-1,12 12 0</inkml:trace>
  <inkml:trace contextRef="#ctx0" brushRef="#br3" timeOffset="71962.27">20639 15224 10321,'-5'-13'3276,"3"4"-2457,-3-1 0,1 11 0,-2 4 0</inkml:trace>
  <inkml:trace contextRef="#ctx0" brushRef="#br3" timeOffset="72644.27">21196 14794 25161,'-1'-9'-3277,"-2"-7"0,-2 3 0,1-2 603,-4 5 2699,4 7 1272,-9 0-20,6 4-1250,-7 1 2493,-3 7 98,5-2-107,-8 12-221,12-8-1075,0 6-1078,13 16-1092,9-10 0,5 0-79,-2 2 0,3 0 62,16 6 1,3-2 97,-6-7 0,0-1 255,-5-4 1,-1 1 2023,10 10 0,-6 2-2481,-9 14 540,-6-17 0,-4 2 519,-13-2 1,-8-1 258,-5-5 1,-4-3 627,-10 14-408,-11-13 1,-3-6 804,6-5-419,-7-2 1,-1-4 825,7-16-286,-4-7-865,33-8 0,10-7-1616,8 3 1,6-2 0,0-1 854,-1 1 0,0-1 0,2 0 49,4-4 1,3 0 0,-4 2-431,0-6 1,-4 4-887,0-7 469,-31 15 1,-9 6-288,-8 16 230,-7 7 1,-8 2 0,4 3 733,14 3 0,0 2 0,-5 1 1,-3 1-1,5 1 0,-14 8 0</inkml:trace>
  <inkml:trace contextRef="#ctx0" brushRef="#br2" timeOffset="73057.27">19854 16328 11940,'7'-7'900,"7"0"-810,13-3 0,13-3 0,4-1-746,-2 1 1,4-1-1,3-1 1,1 0 0,-1-1 108,-8 3 1,0 0 0,0 0 0,1-1 0,2-1 0,2 0 218,-6 1 0,3 0 0,1-1 1,2-1-1,1 0 0,0 0 1,-1 0-1,-2 1 0,-1 0 1,-4 1 175,5-1 1,-2 0 0,-3 0 0,0 1 0,0-1 0,4 0-1,-3 0 1,2-1 0,2-1 0,1 1 0,-1-1 0,-1 1-1,-2 0 1,-2 2 0,3-2 0,0 0 0,0 0 0,0 1-1,0-1 1</inkml:trace>
  <inkml:trace contextRef="#ctx0" brushRef="#br2" timeOffset="82409.27">9144 12809 8072,'0'-12'1350,"0"0"-451,-1-2-269,0 1-91,-3-1 361,-10 0-720,4 9 360,-39 9-451,23 6 31,-4 7 0,-5 7 0,4 1-75,5 0 0,2 5-848,2-2 0,-1 5 0,0 1 0,5-3 848,1 7 0,6 0-45,-2 9 0,7-2-90,10-17 0,4-3-180,7 0 0,3-3-90,-1-3 1,3-3-721,9-3 1,1-5-2198,18-6 3264,-4-6 0,-4-7 1,-11 0-1</inkml:trace>
  <inkml:trace contextRef="#ctx0" brushRef="#br2" timeOffset="83242.27">9397 12983 10051,'3'-11'810,"-2"0"-540,-1 2 179,-4-1-269,0 5 270,-8-3-360,0 9 180,-21 13-180,8 6-45,5 0 0,2 3-135,0 18 90,6-5-450,21 10 360,0-30-90,14 12 90,-11-22-90,14-3 180,-12-4-90,20-18 90,-21 7 0,13-27 90,-20 19 90,3-14-180,-4 36 0,-1-4 0,10 28-273,-6-14 183,9 9 90,-3-12-90,14-3 90,10-26 0,-10 5-1639,-7-12 1,-5-4 1614,-7 4 24,-3 0 0,-1-3-1104,-8 1 0,-2 1 1104,1-10-447,-3 9 0,0 5 447,3 14-90,1 7-90,20 11 1480,-6 2-1300,11-1 2319,-5-6-2319,1 0-90,0 1 90,-4 0 0,-5 8 90,-4-2 1984,1 10-2074,-4-5 0,-2 3 0,2 20-3096,3 9 3096,1-1 428,4-4-653,3-18 0,1-3-225,1 2-584,2-1 0,0-2 1034,0-10 0,5 0 0,-2-4 0</inkml:trace>
  <inkml:trace contextRef="#ctx0" brushRef="#br2" timeOffset="83406.27">10131 13057 11131,'2'-9'269,"1"0"1,-9 21 0,-1 4 0</inkml:trace>
  <inkml:trace contextRef="#ctx0" brushRef="#br2" timeOffset="87991.27">23642 5031 8342,'-9'-3'270,"-1"1"0,3 0 180,-5-2-270,3 2-1,0-1 1,3 1 180,5-4-180,5 2-90,7-2-1071,15 0 0,11 0 1,2 1 1070,2-1 0,1 1 0,5 0-55,-2 0 1,4 0 0,3-1 0,0 1 0,-3 1-472,-8 0 1,-3 1-1,0 0 1,3 0-1,4 1 463,-5 0 0,4 0 0,3 1 0,2-1 0,2 1 0,0 0 0,-1 0 0,-1 0 0,-3 0 0,-4 0-265,6 1 0,-4-1 0,-2 1 0,0 0 1,2 0-1,4 0 238,-6 0 0,3 0 0,2 0 0,3-1 0,-1 1 0,1 0 0,-1 0 0,-2 0 0,-2 0 0,-3 1-69,5 0 1,-4 0 0,-2 0 0,-1 1-1,2 0 1,3-1 79,-2 1 0,0 0 1,2 0-1,1 0 0,1 0 1,1 0-1,1 0 0,2 1 22,-8-1 0,1 0 0,1 0 0,1 1 0,1-1 0,1 1 1,0 0-1,1-1 0,0 1 0,0 0 0,1-1 0,-1 1 5,-3-1 1,0 0-1,1 1 1,1-1 0,-1 0-1,1 0 1,0 1-1,1-1 1,-1 0 0,0 0-1,-1 1 1,1-1-1,-1 0 1,-1 0 13,5 1 1,0-1-1,1 0 1,-1 1-1,0-1 1,0 0-1,-1 1 1,0-1-1,-2 0 1,0 0-1,-1 0 1,-1 0 16,3 0 1,1 0 0,-1 0 0,0 0 0,-2 0 0,-2-1 0,-3 1 0,-3-1 0,-3 0 50,18-1 0,-8 0 0,-6-1 285,-3-1 0,-6-2 904,8-8-1219,-7 3 1497,-7-2-1947,-18 9 357,2 0-1616,-1 3-636,-3 1 2255,-8 5 0,-9-2 0,-11 2 0</inkml:trace>
  <inkml:trace contextRef="#ctx0" brushRef="#br2" timeOffset="89151.27">20608 4718 9871,'-11'-12'180,"-2"-3"-90,6 5 180,-1-1-270,9 16 90,1 15-90,0 26 0,-1-7 90,-3 7-90,0-7 0,-2-1 0,1-1 90,-2 5-90,4-29 0,2 1 90,1-18-90,4-10 0,4-12 0,2-6-1639,6-11 1,2-1 1535,-4 3 1,2 0 102,1-3 0,1 3 0,-3 11 0,-1 5-2358,7-3 2358,6-9 0,-10 49 0,-9 9 0,0 4 0,1 3 0,2 14 0,0-1 0,-4-14 0,-4-15 90,9-5 2178,-5-7-2268,10-15 0,1-6 0,0-3-1179,8-11 0,-1 0 1179,-4 8 0,-4 4 0,-1 2 2268,0 8-2268,8 24-1127,-14 15 0,-3 7 1132,0-7 1,-2 0 2,0 13 0,-2 1 36,-2-7 0,-1 0 1,1-3 0,1-1-137,-1 5 0,1-1-723,4 15 2441,-4-28-1608,3-4 0,4-21 0,3-2 1</inkml:trace>
  <inkml:trace contextRef="#ctx0" brushRef="#br2" timeOffset="89699.27">21559 4381 8702,'9'-17'1619,"-2"1"-1259,-2 9 0,-8 46-223,1-12-75,-1 4 0,-1 5 47,-3 3 1,0 3-1,-1-3-6,2-6 1,-1 2-82,-1 4 1,-1 7 0,-1 0-1,1-7 23,0-1 0,0-1 13,0 3 1,-1 3-1,0-4 29,3-6 0,0-4-15,-1 4 1,4-14-22,9-36-77,1-5 1,0-5-1304,2-7 1,2-4 1348,-3 5 1,1-4 0,0-3 0,0 1-1,1-6 0,0-2 0,0 0 0,0 1-654,-1 6 0,0 1 0,-1-1 0,1 0 632,0-5 1,0-4 0,1 4-1,-1 8-43,0 6 1,1 6 57,6-7 5,-1 58 0,-2 17-150,-4-15 0,-1 4 118,0 13 1,1 8 0,-1-4-28,1-3 1,0 0 13,-1-3 0,1 1 1,0-1 554,-2-9 1,0-2 0,0 1-678,2 1 1,0 0 0,-1-5 841,3 14-1177,0-11-2793,-3-21 2936,-3-10 0,0-11 1,-4-9-1</inkml:trace>
  <inkml:trace contextRef="#ctx0" brushRef="#br2" timeOffset="89892.27">21422 4814 8702,'7'12'0,"-1"-4"90,22-6 0,10-10-225,-2-3 0,3-2-540,-5-1 1,-1-1 205,6-5 1,-3-2 0,-14 5 0,-2-1 0,-2 0 0,-1 0 0</inkml:trace>
  <inkml:trace contextRef="#ctx0" brushRef="#br2" timeOffset="90164.27">22099 4285 8342,'5'-11'900,"1"1"-630,3 27-180,-2 11-1729,0 16 1,-1 5 581,-3-20 0,-1 1 518,1 14 1,0-4 538,-1-9-103,1 15 13,-1-17 0,0 12-2159,0 1 3349,0-21-1100,0 13 0,-2-25 0,1 0 0</inkml:trace>
  <inkml:trace contextRef="#ctx0" brushRef="#br2" timeOffset="90463.27">22024 4212 8612,'-8'-22'540,"-3"-7"-180,4 9-270,4-1 179,26 11-179,6 7-45,-3 3 0,5 1 15,13 2 0,7 1 0,-4 0-597,-6 0 1,1 1 536,6 0 0,6 0 0,-9 1-551,-19-2 0,-2 1 596,11 5 0,-2 0 560,1 2-561,-11 6 1,-8 2-45,-22-1-938,-16 5 1,-12 3 0,3-4 937,4-5 0,0-2 30,-7 4 0,-4 2 0,2-1-124,-6 4 1,6-2-357,-3 3-491,9-5 1,5-2-410,17-8 1350,4-1 0,5 1 0,1 1 0</inkml:trace>
  <inkml:trace contextRef="#ctx0" brushRef="#br2" timeOffset="90694.27">22610 4675 9871,'9'-18'630,"-3"6"-1260,-2 1-2248,0 8 2878,1 3 0,1 2 0,-1 2 0</inkml:trace>
  <inkml:trace contextRef="#ctx0" brushRef="#br2" timeOffset="91210.27">22779 4796 8702,'-11'-4'270,"-2"-1"-90,4 1 90,0 0 269,3 1-359,13-4 90,23 0-180,5 1 0,3 1-180,-10 1 0,0 1-225,11 0 0,-3 1-584,-14 2 899,6 3 0,-19 1 0,0 2 0</inkml:trace>
  <inkml:trace contextRef="#ctx0" brushRef="#br2" timeOffset="91416.27">22787 5150 10321,'23'3'450,"12"-3"0,2-2-900,7-3 450,-9 2 0,5-1 0,-6-1 0,6-3 0,-8 2 0,0-1 0</inkml:trace>
  <inkml:trace contextRef="#ctx0" brushRef="#br2" timeOffset="93009.27">25330 5680 9068,'-2'-9'-180,"-2"-2"626,2 0-86,1 0 389,2-2 150,0 5-794,-3 7-15,-1 6 90,-5 18 0,-1 9-91,1 1 1,0 3-45,-2 11 0,0 3-15,5-9 0,1 3 0,1-5-1669,1-6 1,1-2 1377,1 8 1,2-2-1629,6 5 450,-3-19 1439,7 15 0,-3-24 0,3 4 0</inkml:trace>
  <inkml:trace contextRef="#ctx0" brushRef="#br2" timeOffset="93426.27">25809 5819 9781,'-15'-12'270,"5"4"270,-25 2-270,10 7-180,-10 2 90,3 13 0,2 7-1819,13-1 1,2 2 1285,-12 2 1,5 1 397,18 9 0,11-2 552,17 4-552,12-5 0,5-4-45,-18-13 0,2-5 30,12-2 0,7-3 0,-8-5-30,6-8 0,-9-7 0,5-6 0,-8-2 45,-12-3 0,-5-2-45,11-16 0,-9-5 0,-21 11 0,-10-2 0,-4 4 30,-2 8 0,-3 3 0,0 0-556,0-3 0,0 0 1,-3 7 480,-16 4 0,1 14-540,16 11 1,2 5-496,-13 5-314,18 3 0,7 2 1112,12 5 1,7 16 0,6-5 0</inkml:trace>
  <inkml:trace contextRef="#ctx0" brushRef="#br2" timeOffset="93858.27">26670 5916 9691,'-2'-35'540,"0"13"-360,-6-10 90,1 16 539,-27-14-449,-1 20-225,3 6 0,-2 7-1774,5 14 1,2 6 1285,4-3 1,3 1-97,2 4 0,5 1 539,5 2-157,2-1 157,11 10 0,6 0 0,11 7-60,-1-16 0,4 1 0,1-6-269,3-9 0,3-7 239,2-4 0,2-3 0,-2-4 0,2-6 0,-2-7 30,-4-8 0,-1-5 0,-5 0-30,-3 4 0,-5-3 0,1-12 0,-8-1 0,-13 13 0,-5 2 784,-3 1 1,-5 1-785,-17-8 0,-4 5-90,10 12 1,-1 5-181,-12 2 0,2 12-1369,13 20 1,5 4 982,-7 9 1,17-5-1,6 2 1,9 0 0</inkml:trace>
  <inkml:trace contextRef="#ctx0" brushRef="#br2" timeOffset="94266.27">27390 5881 10591,'-5'-23'360,"-1"7"269,-5-8-359,4 15 0,-22 10-180,10 8-1729,-12 15 1,-1 5 933,4 1 795,0 9 0,4 1 770,14-9-815,7 5 0,3-1 45,9-3-90,3-4 0,4 0 45,6-8 0,4-4-45,3 0 0,5-5-727,4-12 1,3-5 0,-3-1 726,-5 1 0,-3-6 327,3-10 1,0-9-1,-11-1-327,-18-9 0,-11-3 0,4 11 0,-2-1 0,-7 2-68,-9 2 1,-7 1 0,-4 3-1,-2 7 68,-3 8 0,-4 8 0,-1 3 0,2-1 0,-11-2 0,2 1 0,0 7 0,12 11 0,0-1 0,1 1 0,-1-1 0</inkml:trace>
  <inkml:trace contextRef="#ctx0" brushRef="#br2" timeOffset="96793.27">24171 4367 7083,'6'-11'450,"-1"0"89,1-5 91,-2-4-270,1-1-180,-3 2 449,-3 4-359,-2 3-180,0 0 360,-22 8-270,-15 33-135,17-13 0,1 2 0,-5 10 0,5 5 0,9 8 0,4 0-45,0 8 45,20 0 0,6-5-2974,1-20 2929,1-1 0,3-3-298,15-11 298,5-11-147,0-1 192,-12-19 0,-7-9-45,-17 3 0,-5-2 0,0-17 0,-7 0 0,-14 8 0,-8 5-270,-4 9 0,-2 7-90,5 10 1,2 5-361,-15 13 720,17 25 0,15-6 0,-2 13 0</inkml:trace>
  <inkml:trace contextRef="#ctx0" brushRef="#br2" timeOffset="97026.27">24362 4533 9062,'-4'-12'90,"0"1"0,-1 1 90,0-1 89,-1-4-538,7 4-541,1 3-179,7 6 989,-2 3 0,1 2 0,-3-2 0</inkml:trace>
  <inkml:trace contextRef="#ctx0" brushRef="#br2" timeOffset="97634.27">24755 4203 8612,'-13'-15'630,"-12"-2"-450,0 6-90,-4 2-90,9 12 90,5 5-1,-4 15 1,13 6-90,9 12-1639,18-9 1,6-2 1625,-10-10 1,1-2 12,13 9 0,2-1 0,-3-7 0,-2-1-1142,12 6 1187,-8-4 0,-2 0-317,1 5 272,-6 0 0,-21 3 0,-41-1 0,3-6 0,0-9 0,-6-1 0,4-2 2601,-11 1-2571,14-3 0,-4 0 0,5-1-30,-1-3 0,-2 1 0,41-23-535,15-3 1,9-4-1,-1 1 535,-3 0 0,1-3-222,0 1 0,4-5 0,-1 0 0,-9 1 222,-7-10 0,-6 1 0,6 2 0,-6 0 0,-14 0 0,-13 3 0,-18 13 0,-6 6-90,12 1 0,-1 2-694,-18 0 0,3 7 784,6 13 0,12 7 0,17 5 0</inkml:trace>
  <inkml:trace contextRef="#ctx0" brushRef="#br2" timeOffset="97927.27">25288 4401 8882,'-9'3'899,"12"0"-629,10-1 0,17 2-1178,0-4 998,-1 0 0,4-1-1406,3-2 1,0 1 1225,-5 0 0,-1-1 0,1 1 0,-2-3-1079,-2-4-1170,-10-1 2339,2-2 0,-15-4 0,-4 2 0</inkml:trace>
  <inkml:trace contextRef="#ctx0" brushRef="#br2" timeOffset="98185.27">25539 4176 8972,'-9'-9'809,"0"2"-719,5 8 180,-2 15-933,3-1 753,-1 26 0,2-10 0,1 2-45,0 1 0,1 1-1511,-1 10 1,0-1 1465,1-17 0,1-1-360,-1 8 1,0-2-1620,1 6 1979,0-13 0,0 0 0,2 7 0,1-4 0</inkml:trace>
  <inkml:trace contextRef="#ctx0" brushRef="#br2" timeOffset="98911.27">26363 4162 8612,'-7'-18'-90,"3"7"540,-17-21-180,2 13-180,-3-7 0,-2 12 90,0 10-1183,0 4 1093,-21 18-1575,25-2 0,0 2 1485,-1 0 0,1 2 30,0 5 0,0 3 0,2 3-284,4 2 1,2 2 0,1 0 253,-1-1 0,0 0 0,4 1-114,2 2 1,4 1 0,5-5 113,9-4 0,4-4 397,12 9-397,7-23 0,1-6 2578,-1-6-2548,-5-7 0,5-5 0,-6-2-30,-9-4 0,-2-4 0,12-11 0,-7-5 30,-19 5 0,-7-1 0,-1 2-30,3 2 0,-5 0 0,-9-5 0,-6-2 0,1 8 1241,-5 6-1286,-4 6 0,1 6 410,12 15-1084,-10 19-990,15 6 1709,2 14 0,7 2 0,5 2 0</inkml:trace>
  <inkml:trace contextRef="#ctx0" brushRef="#br2" timeOffset="99169.27">26556 4445 8612,'3'-11'720,"-1"3"-361,0-3-2247,8 12 1888,-5-4 0,9 8 0,-7-4 0</inkml:trace>
  <inkml:trace contextRef="#ctx0" brushRef="#br2" timeOffset="99786.27">26990 4167 8792,'-8'-32'540,"-1"8"-450,-1 4 90,-5 6-91,7 8 1,-23 4 0,15 6-90,-14 6 90,-4 20-3367,16-10 3162,-14 16 205,21 1-1506,7-5 1416,1 7 0,11-7 0,16-4 0,0-8 0,5-4 90,14-27-90,-18-5 90,1-5 0,-1-3 2691,0-11-2781,-12 12 0,-1 1 2297,2-8-2207,-8 28-3367,-6 46 3162,-3-1-196,0 1 1,0 1 355,2-13 0,0 0-261,1 4 0,0 1 261,-1 4 0,-1-3-45,-3-11 0,0-3 0,-5 14-180,-24-21 0,18-12-3097,-28-2 3219,31-5 0,-11-6 1,16 0-1</inkml:trace>
  <inkml:trace contextRef="#ctx0" brushRef="#br2" timeOffset="100104.27">27490 4510 9871,'7'-4'1799,"17"1"-1619,9 3 0,4 1-1819,-9-1 1,1 0 536,7-1 1,-2 1 1191,-1-2-646,6-2 466,-12 0 514,11-3-3701,-16-9 2971,-7 5 1,-10-12 0,-12 7 0</inkml:trace>
  <inkml:trace contextRef="#ctx0" brushRef="#br2" timeOffset="100360.27">27688 4266 9422,'1'-12'809,"-1"2"1,0 2-720,-1 26 44,1 6 1,1 4-90,0 4 0,0 3 15,1-1 0,0 3 0,1-2-60,2 8 0,0-3-270,0-1 1,1-2-586,2-2 1,1-3-406,3-1 91,3-2 1169,-4-19 0,6 2 0,2-1 0</inkml:trace>
  <inkml:trace contextRef="#ctx0" brushRef="#br2" timeOffset="100809.27">28458 4223 9242,'-6'-10'449,"-5"-4"1,4 4-360,-11 5-1729,-2 21 1,1 6 1023,-6 6-44,0 7 0,3 2 659,7-2 44,4 0 1,2 0-45,2 1-110,3-11 1,3 2 109,10 16 2114,-1-17-2069,11 3 0,4-3 841,-1-10-886,-1-1 0,1-4 0,8-11 0,-4-12 0,1-6-1028,-4-6 0,-2-4 1028,4 1 0,-4-3 0,-10-9 0,-8-1-459,-10 5 0,-5 2 459,-5-3 0,-4 2 672,-3 3 1,-3 5-898,3 9 0,0 7-3052,-21 21 3219,25 1 0,-1 20 1,15-10-1</inkml:trace>
  <inkml:trace contextRef="#ctx0" brushRef="#br2" timeOffset="101069.27">28761 4377 9062,'2'-9'1079,"-1"1"-809,-2 1-1349,2 2-1260,3 2 2339,4 2 0,1 1 0,-1-1 0</inkml:trace>
  <inkml:trace contextRef="#ctx0" brushRef="#br2" timeOffset="101610.27">29072 4152 8882,'-2'-9'450,"5"18"-360,-1 0 0,3 17-1729,1 9 1,-1 2-476,1 5 2160,-2-12 0,1 6 0,-1-3-1,2 3 0,-1-2-562,1-1 1,-1-1 381,0-2 0,0-1-2383,2 13 2386,-4-25 0,1 13 0,-2-14 0</inkml:trace>
  <inkml:trace contextRef="#ctx0" brushRef="#br2" timeOffset="105103.27">23523 7534 8792,'0'-9'360,"1"2"-180,30-3-225,11 7 0,3 0-281,-13 0 0,1-1-364,7 2 0,5 1 1,-8 0 689,0 1 0,-7 0 0,0 0 0,-1 0 0</inkml:trace>
  <inkml:trace contextRef="#ctx0" brushRef="#br2" timeOffset="105337.27">23573 7743 8522,'-6'8'720,"5"2"-630,4-7 0,11 3-90,20-1-270,-5-1 270,9-1 0,2-2 0,2-1 0,-6 0 0,-1-1 0</inkml:trace>
  <inkml:trace contextRef="#ctx0" brushRef="#br3" timeOffset="107167.27">21506 4244 17946,'6'3'-1498,"0"1"670,4 15-819,1 1 8,5 5 1,1 2-1639,9 11 2908,-1-2 1,7 6 208,-8-14 1,3 3-1,3 1 1,-1-1-1,-2-1-91,4 5 1,-1-2 0,7 7 195,-12-14 1,5 5 0,4 3 0,1 2 0,2 2 0,0-1 0,-1 0 0,-1-2 0,-2-2 0,-5-5 5,5 5 0,-5-5 0,-1-1 1,1 1-1,3 4-29,0-2 0,2 3 1,1 1-1,2 2 1,0 1-1,1 0 1,0 0-1,0 1 125,-5-5 1,2 2 0,0 0 0,0 1 0,1 1 0,-1-2 0,-1 1 0,-1-2 0,-1-2 0,-1-1 14,3 4 1,-2-3 0,-2-1-1,0 0 1,1 1 0,4 3-55,-4-3 0,1 1 0,2 2 0,1 2 0,1 0 0,0 0 0,0 0 0,0 0 0,-1-2 0,-2-1 18,3 2 0,-1-1 1,0 0-1,0 0 0,-1-2 1,0 1-1,-1-2 0,1 1-58,1 1 1,-1-1 0,0-1-1,0 0 1,0 0 0,0 1 0,2 0-16,-1 0 0,0 2 1,2 0-1,0 0 0,-1 0 1,0-1-1,-1-1 0,-1-2-33,0 0 1,0-1 0,-2-2 0,0-1-1,1 1 1,1 0 34,0 0 1,0-1-1,0 1 1,2 0 0,-1-1-1,1 0 1,1-1-135,-1-1 1,1-1 0,1-1 0,-1 0-1,1 0 1,-1 0 0,0 0 18,2 3 0,0 2 1,0-1-1,0-1 1,-1-1-1,1-2 104,6 0 0,3-1 0,-2-2 0,-4-5 0,-7-6 0,-6-7 0,-2-5 0,11-1 0,0-1 0</inkml:trace>
  <inkml:trace contextRef="#ctx0" brushRef="#br2" timeOffset="107552.27">26118 4084 8792,'40'-14'450,"-1"9"-390,-10 15 0,5 9 0,5 6-529,-8-4 1,5 4 0,2 4 0,2 1 0,-1 1 0,0-2 0,-3-2 63,5 2 0,-4-2 0,0 0 1,3 2-1,3 4 420,-13-8 0,2 2 0,3 1 0,0 2 0,2 2 0,1 0 0,-1 1 0,0 0 0,0 0 0,-1-1 0,-2 0 0,-2-2-80,3 5 0,-2-1 1,-1-1-1,-1 0 1,-1 1-1,1 0 1,-1 0-1,2 0 0,0 2 81,-2-3 0,0-1 1,0 2-1,1-1 1,-1 1-1,1 0 1,0 1-1,0 0 0,1 1 1,0 1-1,-1 0-45,-1-2 0,0 2 0,1 0 1,0 2-1,1 0 0,-1 1 0,1 0 1,-1 0-1,0-1 0,-1 0 0,0-2 1,-2 0-1,-1-3 0,-1-1 29,4 6 0,-3-3 0,-1-2 0,-1-1 0,0 0 0,0 0 0,2 3 0,2 2-182,-3-4 0,1 2 1,2 3-1,2 1 1,0 1-1,0 0 1,0 0-1,0 0 1,-1-2-1,-2-2 1,-1-2-1,-3-3 1,-2-3-103,11 13 0,-6-7 0,-1-1 0,4 4 284,-3-3 0,4 3 0,1 3 0,0 0 0,0-1 0,-3-4 0,-3-4 0,5 3 0,-4-5 0,1 2 0,-2-3 0,1 1 0,0-1 0,0 1 0</inkml:trace>
  <inkml:trace contextRef="#ctx0" brushRef="#br2" timeOffset="116295.27">5340 14117 7083,'16'-9'180,"-1"1"-180,0 0 45,16-5 0,9-1 15,-7 3 0,3 1 0,2 0-800,0-2 0,1 0 1,4 0-1,5 0 780,-11 3 0,4 0 0,4 0 0,2-1 0,0 1 0,1 0 0,-2 0 0,-2 1 0,-4 0-532,7-1 0,-5 1 0,0 0 0,2 0 0,8-2 505,-13 4 1,5-1 0,3-1 0,3 0 0,3 0 0,0 0 0,2-1-1,-1 1 1,0 0 0,-3 0 0,-1 1 0,-4 1 0,-4 0-2,6-1 1,-4 1 0,-3 1 0,-2 1 0,2-1 0,2 0 0,4-1-80,-4 1 0,3-1 0,3 0 0,2 0 0,2-1 0,-1 1 0,1-1 0,-1 1 0,-1 0 0,-3 0 0,-3 0 0,-3 1 67,9 0 0,-6-1 0,-3 2 0,0-1 0,2 0 0,5-1-110,-6 1 1,4-1 0,3 0 0,1 0 0,1-1 0,0 1 0,-2 0 0,-2 0 0,-5 0 0,-4 1 131,10-1 1,-8 1-1,0 0 1,6-2 51,-8 1 1,6 0 0,3-2 0,3 1-1,-1-1 1,-1 1 0,-3-1 0,-5 2-1,-7 1-14,4-2 0,-7 2 0,3-1 48,5-1 0,6-2 0,0 1 0,-4-1 0,-10 3-18,7-2 781,1-1 0,1 0-691,-5 6-90,5-3-90,-15 6 0,-14 2 1933,10 2-2113,-1 3-629,18 3-990,-6-1 809,-2-2 990,-7-3 0,-1-1 0,1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45748" y="632116"/>
            <a:ext cx="6750038" cy="661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4197" y="689038"/>
            <a:ext cx="780360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63398" y="1805670"/>
            <a:ext cx="6569075" cy="343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14112" y="6481622"/>
            <a:ext cx="205251" cy="139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ithunkumar.sr@wilp.bits-pilani.ac.in" TargetMode="Externa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jreddie.com/media/files/papers/yolo_1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5.jpg"/><Relationship Id="rId4" Type="http://schemas.openxmlformats.org/officeDocument/2006/relationships/image" Target="../media/image13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://cocodataset.org/%23hom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45.jpg"/><Relationship Id="rId7" Type="http://schemas.openxmlformats.org/officeDocument/2006/relationships/image" Target="../media/image49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image" Target="../media/image46.jpg"/><Relationship Id="rId9" Type="http://schemas.openxmlformats.org/officeDocument/2006/relationships/image" Target="../media/image51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hyperlink" Target="http://openaccess.thecvf.com/content_cvpr_2017/papers/Huang_SpeedAccuracy_Trade-Offs_for_CVPR_2017_paper.pdf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7.05511.pdf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aculty.utrgv.edu/weidong.kuang/book/ch10_object.pdf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7.05511.pdf" TargetMode="External"/><Relationship Id="rId7" Type="http://schemas.openxmlformats.org/officeDocument/2006/relationships/hyperlink" Target="https://arxiv.org/pdf/1506.01497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504.08083" TargetMode="External"/><Relationship Id="rId5" Type="http://schemas.openxmlformats.org/officeDocument/2006/relationships/hyperlink" Target="https://arxiv.org/pdf/1311.2524" TargetMode="External"/><Relationship Id="rId4" Type="http://schemas.openxmlformats.org/officeDocument/2006/relationships/hyperlink" Target="https://faculty.utrgv.edu/weidong.kuang/book/ch10_object.pdf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7" Type="http://schemas.openxmlformats.org/officeDocument/2006/relationships/image" Target="../media/image19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89.png"/><Relationship Id="rId4" Type="http://schemas.openxmlformats.org/officeDocument/2006/relationships/customXml" Target="../ink/ink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2778" y="262802"/>
            <a:ext cx="2672656" cy="8659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581651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7940" y="1034392"/>
            <a:ext cx="3378835" cy="657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9665">
              <a:lnSpc>
                <a:spcPts val="3025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Computer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Vision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1945"/>
              </a:lnSpc>
            </a:pPr>
            <a:r>
              <a:rPr sz="1700" spc="-20" dirty="0">
                <a:latin typeface="Calibri"/>
                <a:cs typeface="Calibri"/>
              </a:rPr>
              <a:t>2024-</a:t>
            </a:r>
            <a:r>
              <a:rPr sz="1700" dirty="0">
                <a:latin typeface="Calibri"/>
                <a:cs typeface="Calibri"/>
              </a:rPr>
              <a:t>25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First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30" dirty="0">
                <a:latin typeface="Calibri"/>
                <a:cs typeface="Calibri"/>
              </a:rPr>
              <a:t>Semester,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5" dirty="0">
                <a:latin typeface="Calibri"/>
                <a:cs typeface="Calibri"/>
              </a:rPr>
              <a:t>M.Tech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(AIML)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54427" y="1556192"/>
            <a:ext cx="4216616" cy="24958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66851" y="3763233"/>
            <a:ext cx="7215505" cy="16785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60"/>
              </a:lnSpc>
              <a:spcBef>
                <a:spcPts val="100"/>
              </a:spcBef>
            </a:pPr>
            <a:r>
              <a:rPr sz="2800" b="1" u="heavy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Session</a:t>
            </a:r>
            <a:r>
              <a:rPr sz="2800" b="1" u="heavy" spc="-10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25" dirty="0">
                <a:solidFill>
                  <a:srgbClr val="1B4587"/>
                </a:solidFill>
                <a:uFill>
                  <a:solidFill>
                    <a:srgbClr val="1B4587"/>
                  </a:solidFill>
                </a:uFill>
                <a:latin typeface="Calibri"/>
                <a:cs typeface="Calibri"/>
              </a:rPr>
              <a:t>#13-14: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2965"/>
              </a:lnSpc>
            </a:pP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Object</a:t>
            </a:r>
            <a:r>
              <a:rPr sz="2600" b="1" spc="-80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980000"/>
                </a:solidFill>
                <a:latin typeface="Calibri"/>
                <a:cs typeface="Calibri"/>
              </a:rPr>
              <a:t>Detection</a:t>
            </a:r>
            <a:r>
              <a:rPr sz="2600" b="1" spc="-75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(</a:t>
            </a:r>
            <a:r>
              <a:rPr sz="2600" b="1" spc="-75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with</a:t>
            </a:r>
            <a:r>
              <a:rPr sz="2600" b="1" spc="-80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980000"/>
                </a:solidFill>
                <a:latin typeface="Calibri"/>
                <a:cs typeface="Calibri"/>
              </a:rPr>
              <a:t>introduction</a:t>
            </a:r>
            <a:r>
              <a:rPr sz="2600" b="1" spc="-75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to</a:t>
            </a:r>
            <a:r>
              <a:rPr sz="2600" b="1" spc="-75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980000"/>
                </a:solidFill>
                <a:latin typeface="Calibri"/>
                <a:cs typeface="Calibri"/>
              </a:rPr>
              <a:t>RCNN,</a:t>
            </a:r>
            <a:r>
              <a:rPr sz="2600" b="1" spc="-80" dirty="0">
                <a:solidFill>
                  <a:srgbClr val="98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980000"/>
                </a:solidFill>
                <a:latin typeface="Calibri"/>
                <a:cs typeface="Calibri"/>
              </a:rPr>
              <a:t>YOLO)</a:t>
            </a:r>
            <a:endParaRPr sz="2600" dirty="0">
              <a:latin typeface="Calibri"/>
              <a:cs typeface="Calibri"/>
            </a:endParaRPr>
          </a:p>
          <a:p>
            <a:pPr marL="205104" marR="1517650">
              <a:lnSpc>
                <a:spcPts val="3360"/>
              </a:lnSpc>
              <a:spcBef>
                <a:spcPts val="45"/>
              </a:spcBef>
            </a:pPr>
            <a:r>
              <a:rPr lang="en-US" sz="2800" dirty="0">
                <a:latin typeface="Calibri"/>
                <a:cs typeface="Calibri"/>
              </a:rPr>
              <a:t>Dhruba Adhikary</a:t>
            </a:r>
          </a:p>
          <a:p>
            <a:pPr marL="205104" marR="1517650">
              <a:lnSpc>
                <a:spcPts val="3360"/>
              </a:lnSpc>
              <a:spcBef>
                <a:spcPts val="45"/>
              </a:spcBef>
            </a:pPr>
            <a:r>
              <a:rPr lang="en-US" sz="2800" u="heavy" spc="-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5"/>
              </a:rPr>
              <a:t>Dhruba.a</a:t>
            </a:r>
            <a:r>
              <a:rPr sz="2800" u="heavy" spc="-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5"/>
              </a:rPr>
              <a:t>@wilp.bits-</a:t>
            </a:r>
            <a:r>
              <a:rPr sz="28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5"/>
              </a:rPr>
              <a:t>pilani.ac.in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16333" y="6466776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75" y="288928"/>
            <a:ext cx="2672656" cy="86590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4174" y="1779756"/>
            <a:ext cx="101409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200" u="heavy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Topics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3299" y="6191044"/>
            <a:ext cx="1452245" cy="213360"/>
          </a:xfrm>
          <a:custGeom>
            <a:avLst/>
            <a:gdLst/>
            <a:ahLst/>
            <a:cxnLst/>
            <a:rect l="l" t="t" r="r" b="b"/>
            <a:pathLst>
              <a:path w="1452245" h="213360">
                <a:moveTo>
                  <a:pt x="1452061" y="213359"/>
                </a:moveTo>
                <a:lnTo>
                  <a:pt x="0" y="213359"/>
                </a:lnTo>
                <a:lnTo>
                  <a:pt x="0" y="0"/>
                </a:lnTo>
                <a:lnTo>
                  <a:pt x="1452061" y="0"/>
                </a:lnTo>
                <a:lnTo>
                  <a:pt x="1452061" y="2133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0599" y="6171232"/>
            <a:ext cx="8315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Acknowledgement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: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Slide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Materials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adopted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from</a:t>
            </a:r>
            <a:r>
              <a:rPr sz="1400" spc="33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-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Intro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Computer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Vision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(Cornell</a:t>
            </a:r>
            <a:r>
              <a:rPr sz="1400" spc="-5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Tech);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Noah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Snavely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1371600" y="2244058"/>
            <a:ext cx="4384675" cy="199643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532765" indent="-532765">
              <a:lnSpc>
                <a:spcPct val="100000"/>
              </a:lnSpc>
              <a:spcBef>
                <a:spcPts val="1100"/>
              </a:spcBef>
              <a:buFont typeface="MS PGothic"/>
              <a:buChar char="➔"/>
              <a:tabLst>
                <a:tab pos="532765" algn="l"/>
                <a:tab pos="2764155" algn="l"/>
              </a:tabLst>
            </a:pP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</a:t>
            </a:r>
            <a:r>
              <a:rPr sz="2400" dirty="0">
                <a:latin typeface="Calibri"/>
                <a:cs typeface="Calibri"/>
              </a:rPr>
              <a:t>	&amp;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Challenges</a:t>
            </a:r>
            <a:endParaRPr sz="2400">
              <a:latin typeface="Calibri"/>
              <a:cs typeface="Calibri"/>
            </a:endParaRPr>
          </a:p>
          <a:p>
            <a:pPr marL="532765" indent="-532765">
              <a:lnSpc>
                <a:spcPct val="100000"/>
              </a:lnSpc>
              <a:spcBef>
                <a:spcPts val="1000"/>
              </a:spcBef>
              <a:buFont typeface="MS PGothic"/>
              <a:buChar char="➔"/>
              <a:tabLst>
                <a:tab pos="532765" algn="l"/>
              </a:tabLst>
            </a:pPr>
            <a:r>
              <a:rPr sz="2400" dirty="0">
                <a:latin typeface="Calibri"/>
                <a:cs typeface="Calibri"/>
              </a:rPr>
              <a:t>RCNN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Faster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RCNN</a:t>
            </a:r>
            <a:endParaRPr sz="2400">
              <a:latin typeface="Calibri"/>
              <a:cs typeface="Calibri"/>
            </a:endParaRPr>
          </a:p>
          <a:p>
            <a:pPr marL="532765" indent="-532765">
              <a:lnSpc>
                <a:spcPct val="100000"/>
              </a:lnSpc>
              <a:spcBef>
                <a:spcPts val="1000"/>
              </a:spcBef>
              <a:buFont typeface="MS PGothic"/>
              <a:buChar char="➔"/>
              <a:tabLst>
                <a:tab pos="532765" algn="l"/>
              </a:tabLst>
            </a:pPr>
            <a:r>
              <a:rPr sz="2400" spc="-25" dirty="0">
                <a:latin typeface="Calibri"/>
                <a:cs typeface="Calibri"/>
              </a:rPr>
              <a:t>Yolo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Variants</a:t>
            </a:r>
            <a:endParaRPr sz="2400">
              <a:latin typeface="Calibri"/>
              <a:cs typeface="Calibri"/>
            </a:endParaRPr>
          </a:p>
          <a:p>
            <a:pPr marL="532765" indent="-532765">
              <a:lnSpc>
                <a:spcPct val="100000"/>
              </a:lnSpc>
              <a:spcBef>
                <a:spcPts val="1000"/>
              </a:spcBef>
              <a:buFont typeface="MS PGothic"/>
              <a:buChar char="➔"/>
              <a:tabLst>
                <a:tab pos="532765" algn="l"/>
              </a:tabLst>
            </a:pPr>
            <a:r>
              <a:rPr sz="2400" spc="-10" dirty="0">
                <a:latin typeface="Calibri"/>
                <a:cs typeface="Calibri"/>
              </a:rPr>
              <a:t>Demonstration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85859" y="6428665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48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8692" y="173946"/>
            <a:ext cx="6781921" cy="6441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9205">
              <a:lnSpc>
                <a:spcPct val="100000"/>
              </a:lnSpc>
              <a:spcBef>
                <a:spcPts val="100"/>
              </a:spcBef>
            </a:pPr>
            <a:r>
              <a:rPr dirty="0"/>
              <a:t>Extending</a:t>
            </a:r>
            <a:r>
              <a:rPr spc="-50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spc="-10" dirty="0"/>
              <a:t>Detection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9451" y="2416276"/>
            <a:ext cx="4495800" cy="2867660"/>
            <a:chOff x="529451" y="2416276"/>
            <a:chExt cx="4495800" cy="2867660"/>
          </a:xfrm>
        </p:grpSpPr>
        <p:sp>
          <p:nvSpPr>
            <p:cNvPr id="13" name="object 13"/>
            <p:cNvSpPr/>
            <p:nvPr/>
          </p:nvSpPr>
          <p:spPr>
            <a:xfrm>
              <a:off x="2333936" y="4697434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5801" y="2620923"/>
              <a:ext cx="3398520" cy="1898014"/>
            </a:xfrm>
            <a:custGeom>
              <a:avLst/>
              <a:gdLst/>
              <a:ahLst/>
              <a:cxnLst/>
              <a:rect l="l" t="t" r="r" b="b"/>
              <a:pathLst>
                <a:path w="3398520" h="1898014">
                  <a:moveTo>
                    <a:pt x="3397973" y="1897866"/>
                  </a:moveTo>
                  <a:lnTo>
                    <a:pt x="0" y="1897866"/>
                  </a:lnTo>
                  <a:lnTo>
                    <a:pt x="0" y="0"/>
                  </a:lnTo>
                  <a:lnTo>
                    <a:pt x="3397973" y="0"/>
                  </a:lnTo>
                  <a:lnTo>
                    <a:pt x="3397973" y="189786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33775" y="2422626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5801" y="2422626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6"/>
                  </a:moveTo>
                  <a:lnTo>
                    <a:pt x="0" y="198296"/>
                  </a:lnTo>
                  <a:lnTo>
                    <a:pt x="198297" y="0"/>
                  </a:lnTo>
                  <a:lnTo>
                    <a:pt x="3596270" y="0"/>
                  </a:lnTo>
                  <a:lnTo>
                    <a:pt x="3397973" y="19829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5801" y="2422626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6"/>
                  </a:moveTo>
                  <a:lnTo>
                    <a:pt x="198297" y="0"/>
                  </a:lnTo>
                  <a:lnTo>
                    <a:pt x="3596270" y="0"/>
                  </a:lnTo>
                  <a:lnTo>
                    <a:pt x="3596270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6"/>
                  </a:lnTo>
                  <a:close/>
                </a:path>
                <a:path w="3596640" h="2096770">
                  <a:moveTo>
                    <a:pt x="0" y="198296"/>
                  </a:moveTo>
                  <a:lnTo>
                    <a:pt x="3397973" y="198296"/>
                  </a:lnTo>
                  <a:lnTo>
                    <a:pt x="3596270" y="0"/>
                  </a:lnTo>
                </a:path>
                <a:path w="3596640" h="2096770">
                  <a:moveTo>
                    <a:pt x="3397973" y="198296"/>
                  </a:moveTo>
                  <a:lnTo>
                    <a:pt x="3397973" y="20961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80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580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580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580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580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5067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067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067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067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5067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067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5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65545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65545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65545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65545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65545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65545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80417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80417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80417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80417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780417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80417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95289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5289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95289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95289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195289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95289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10161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0161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10161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10161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610161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10161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025033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025033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25033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025033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025033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25033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439904" y="2609742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39904" y="2927830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69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439904" y="3245917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439904" y="3564004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439904" y="3882091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424782" y="318577"/>
                  </a:moveTo>
                  <a:lnTo>
                    <a:pt x="0" y="318577"/>
                  </a:lnTo>
                  <a:lnTo>
                    <a:pt x="0" y="0"/>
                  </a:lnTo>
                  <a:lnTo>
                    <a:pt x="424782" y="0"/>
                  </a:lnTo>
                  <a:lnTo>
                    <a:pt x="424782" y="318577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439904" y="4200178"/>
              <a:ext cx="424815" cy="318770"/>
            </a:xfrm>
            <a:custGeom>
              <a:avLst/>
              <a:gdLst/>
              <a:ahLst/>
              <a:cxnLst/>
              <a:rect l="l" t="t" r="r" b="b"/>
              <a:pathLst>
                <a:path w="424814" h="318770">
                  <a:moveTo>
                    <a:pt x="0" y="0"/>
                  </a:moveTo>
                  <a:lnTo>
                    <a:pt x="424782" y="0"/>
                  </a:lnTo>
                  <a:lnTo>
                    <a:pt x="424782" y="318577"/>
                  </a:lnTo>
                  <a:lnTo>
                    <a:pt x="0" y="31857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23028" y="3104270"/>
              <a:ext cx="1052195" cy="1096010"/>
            </a:xfrm>
            <a:custGeom>
              <a:avLst/>
              <a:gdLst/>
              <a:ahLst/>
              <a:cxnLst/>
              <a:rect l="l" t="t" r="r" b="b"/>
              <a:pathLst>
                <a:path w="1052195" h="1096010">
                  <a:moveTo>
                    <a:pt x="0" y="0"/>
                  </a:moveTo>
                  <a:lnTo>
                    <a:pt x="1051873" y="0"/>
                  </a:lnTo>
                  <a:lnTo>
                    <a:pt x="1051873" y="1095806"/>
                  </a:lnTo>
                  <a:lnTo>
                    <a:pt x="0" y="1095806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365580" y="2931719"/>
              <a:ext cx="3284220" cy="1297940"/>
            </a:xfrm>
            <a:custGeom>
              <a:avLst/>
              <a:gdLst/>
              <a:ahLst/>
              <a:cxnLst/>
              <a:rect l="l" t="t" r="r" b="b"/>
              <a:pathLst>
                <a:path w="3284220" h="1297939">
                  <a:moveTo>
                    <a:pt x="0" y="0"/>
                  </a:moveTo>
                  <a:lnTo>
                    <a:pt x="2048399" y="0"/>
                  </a:lnTo>
                  <a:lnTo>
                    <a:pt x="2048399" y="950699"/>
                  </a:lnTo>
                  <a:lnTo>
                    <a:pt x="0" y="950699"/>
                  </a:lnTo>
                  <a:lnTo>
                    <a:pt x="0" y="0"/>
                  </a:lnTo>
                  <a:close/>
                </a:path>
                <a:path w="3284220" h="1297939">
                  <a:moveTo>
                    <a:pt x="2048399" y="475349"/>
                  </a:moveTo>
                  <a:lnTo>
                    <a:pt x="2106952" y="476913"/>
                  </a:lnTo>
                  <a:lnTo>
                    <a:pt x="2162785" y="481503"/>
                  </a:lnTo>
                  <a:lnTo>
                    <a:pt x="2216035" y="488968"/>
                  </a:lnTo>
                  <a:lnTo>
                    <a:pt x="2266837" y="499156"/>
                  </a:lnTo>
                  <a:lnTo>
                    <a:pt x="2315329" y="511917"/>
                  </a:lnTo>
                  <a:lnTo>
                    <a:pt x="2361645" y="527098"/>
                  </a:lnTo>
                  <a:lnTo>
                    <a:pt x="2405922" y="544549"/>
                  </a:lnTo>
                  <a:lnTo>
                    <a:pt x="2448295" y="564119"/>
                  </a:lnTo>
                  <a:lnTo>
                    <a:pt x="2488901" y="585656"/>
                  </a:lnTo>
                  <a:lnTo>
                    <a:pt x="2527875" y="609008"/>
                  </a:lnTo>
                  <a:lnTo>
                    <a:pt x="2565354" y="634025"/>
                  </a:lnTo>
                  <a:lnTo>
                    <a:pt x="2601474" y="660555"/>
                  </a:lnTo>
                  <a:lnTo>
                    <a:pt x="2636369" y="688447"/>
                  </a:lnTo>
                  <a:lnTo>
                    <a:pt x="2670177" y="717549"/>
                  </a:lnTo>
                  <a:lnTo>
                    <a:pt x="2703034" y="747711"/>
                  </a:lnTo>
                  <a:lnTo>
                    <a:pt x="2735074" y="778780"/>
                  </a:lnTo>
                  <a:lnTo>
                    <a:pt x="2766435" y="810606"/>
                  </a:lnTo>
                  <a:lnTo>
                    <a:pt x="2797252" y="843038"/>
                  </a:lnTo>
                  <a:lnTo>
                    <a:pt x="2827661" y="875923"/>
                  </a:lnTo>
                  <a:lnTo>
                    <a:pt x="2857798" y="909110"/>
                  </a:lnTo>
                  <a:lnTo>
                    <a:pt x="2887799" y="942449"/>
                  </a:lnTo>
                  <a:lnTo>
                    <a:pt x="2922810" y="981334"/>
                  </a:lnTo>
                  <a:lnTo>
                    <a:pt x="2958037" y="1019979"/>
                  </a:lnTo>
                  <a:lnTo>
                    <a:pt x="2993696" y="1058143"/>
                  </a:lnTo>
                  <a:lnTo>
                    <a:pt x="3030002" y="1095587"/>
                  </a:lnTo>
                  <a:lnTo>
                    <a:pt x="3067172" y="1132069"/>
                  </a:lnTo>
                  <a:lnTo>
                    <a:pt x="3105422" y="1167349"/>
                  </a:lnTo>
                  <a:lnTo>
                    <a:pt x="3144966" y="1201189"/>
                  </a:lnTo>
                  <a:lnTo>
                    <a:pt x="3186023" y="1233346"/>
                  </a:lnTo>
                  <a:lnTo>
                    <a:pt x="3228806" y="1263581"/>
                  </a:lnTo>
                  <a:lnTo>
                    <a:pt x="3266407" y="1287419"/>
                  </a:lnTo>
                  <a:lnTo>
                    <a:pt x="3279270" y="1294998"/>
                  </a:lnTo>
                  <a:lnTo>
                    <a:pt x="3283904" y="1297650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618680" y="4107336"/>
              <a:ext cx="366395" cy="244475"/>
            </a:xfrm>
            <a:custGeom>
              <a:avLst/>
              <a:gdLst/>
              <a:ahLst/>
              <a:cxnLst/>
              <a:rect l="l" t="t" r="r" b="b"/>
              <a:pathLst>
                <a:path w="366395" h="244475">
                  <a:moveTo>
                    <a:pt x="0" y="244068"/>
                  </a:moveTo>
                  <a:lnTo>
                    <a:pt x="61609" y="0"/>
                  </a:lnTo>
                  <a:lnTo>
                    <a:pt x="366090" y="206668"/>
                  </a:lnTo>
                  <a:lnTo>
                    <a:pt x="0" y="244068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618680" y="4107336"/>
              <a:ext cx="366395" cy="244475"/>
            </a:xfrm>
            <a:custGeom>
              <a:avLst/>
              <a:gdLst/>
              <a:ahLst/>
              <a:cxnLst/>
              <a:rect l="l" t="t" r="r" b="b"/>
              <a:pathLst>
                <a:path w="366395" h="244475">
                  <a:moveTo>
                    <a:pt x="0" y="244068"/>
                  </a:moveTo>
                  <a:lnTo>
                    <a:pt x="366090" y="206668"/>
                  </a:lnTo>
                  <a:lnTo>
                    <a:pt x="61609" y="0"/>
                  </a:lnTo>
                  <a:lnTo>
                    <a:pt x="0" y="244068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774901" y="3652174"/>
              <a:ext cx="2867660" cy="1468120"/>
            </a:xfrm>
            <a:custGeom>
              <a:avLst/>
              <a:gdLst/>
              <a:ahLst/>
              <a:cxnLst/>
              <a:rect l="l" t="t" r="r" b="b"/>
              <a:pathLst>
                <a:path w="2867660" h="1468120">
                  <a:moveTo>
                    <a:pt x="0" y="0"/>
                  </a:moveTo>
                  <a:lnTo>
                    <a:pt x="64726" y="777"/>
                  </a:lnTo>
                  <a:lnTo>
                    <a:pt x="127772" y="3083"/>
                  </a:lnTo>
                  <a:lnTo>
                    <a:pt x="189182" y="6876"/>
                  </a:lnTo>
                  <a:lnTo>
                    <a:pt x="249004" y="12114"/>
                  </a:lnTo>
                  <a:lnTo>
                    <a:pt x="307281" y="18756"/>
                  </a:lnTo>
                  <a:lnTo>
                    <a:pt x="364059" y="26762"/>
                  </a:lnTo>
                  <a:lnTo>
                    <a:pt x="419384" y="36089"/>
                  </a:lnTo>
                  <a:lnTo>
                    <a:pt x="473301" y="46696"/>
                  </a:lnTo>
                  <a:lnTo>
                    <a:pt x="525856" y="58542"/>
                  </a:lnTo>
                  <a:lnTo>
                    <a:pt x="577093" y="71586"/>
                  </a:lnTo>
                  <a:lnTo>
                    <a:pt x="627059" y="85786"/>
                  </a:lnTo>
                  <a:lnTo>
                    <a:pt x="675799" y="101101"/>
                  </a:lnTo>
                  <a:lnTo>
                    <a:pt x="723357" y="117490"/>
                  </a:lnTo>
                  <a:lnTo>
                    <a:pt x="769781" y="134912"/>
                  </a:lnTo>
                  <a:lnTo>
                    <a:pt x="815114" y="153325"/>
                  </a:lnTo>
                  <a:lnTo>
                    <a:pt x="859403" y="172688"/>
                  </a:lnTo>
                  <a:lnTo>
                    <a:pt x="902692" y="192959"/>
                  </a:lnTo>
                  <a:lnTo>
                    <a:pt x="945028" y="214097"/>
                  </a:lnTo>
                  <a:lnTo>
                    <a:pt x="986456" y="236062"/>
                  </a:lnTo>
                  <a:lnTo>
                    <a:pt x="1027020" y="258811"/>
                  </a:lnTo>
                  <a:lnTo>
                    <a:pt x="1066767" y="282304"/>
                  </a:lnTo>
                  <a:lnTo>
                    <a:pt x="1105743" y="306499"/>
                  </a:lnTo>
                  <a:lnTo>
                    <a:pt x="1143991" y="331354"/>
                  </a:lnTo>
                  <a:lnTo>
                    <a:pt x="1181558" y="356829"/>
                  </a:lnTo>
                  <a:lnTo>
                    <a:pt x="1218489" y="382883"/>
                  </a:lnTo>
                  <a:lnTo>
                    <a:pt x="1254830" y="409473"/>
                  </a:lnTo>
                  <a:lnTo>
                    <a:pt x="1290626" y="436559"/>
                  </a:lnTo>
                  <a:lnTo>
                    <a:pt x="1325922" y="464099"/>
                  </a:lnTo>
                  <a:lnTo>
                    <a:pt x="1360764" y="492052"/>
                  </a:lnTo>
                  <a:lnTo>
                    <a:pt x="1395198" y="520376"/>
                  </a:lnTo>
                  <a:lnTo>
                    <a:pt x="1429268" y="549032"/>
                  </a:lnTo>
                  <a:lnTo>
                    <a:pt x="1463020" y="577976"/>
                  </a:lnTo>
                  <a:lnTo>
                    <a:pt x="1496500" y="607168"/>
                  </a:lnTo>
                  <a:lnTo>
                    <a:pt x="1529752" y="636566"/>
                  </a:lnTo>
                  <a:lnTo>
                    <a:pt x="1562823" y="666130"/>
                  </a:lnTo>
                  <a:lnTo>
                    <a:pt x="1595758" y="695818"/>
                  </a:lnTo>
                  <a:lnTo>
                    <a:pt x="1628601" y="725588"/>
                  </a:lnTo>
                  <a:lnTo>
                    <a:pt x="1661400" y="755399"/>
                  </a:lnTo>
                  <a:lnTo>
                    <a:pt x="1698059" y="788716"/>
                  </a:lnTo>
                  <a:lnTo>
                    <a:pt x="1734781" y="821976"/>
                  </a:lnTo>
                  <a:lnTo>
                    <a:pt x="1771631" y="855119"/>
                  </a:lnTo>
                  <a:lnTo>
                    <a:pt x="1808670" y="888090"/>
                  </a:lnTo>
                  <a:lnTo>
                    <a:pt x="1845963" y="920831"/>
                  </a:lnTo>
                  <a:lnTo>
                    <a:pt x="1883574" y="953283"/>
                  </a:lnTo>
                  <a:lnTo>
                    <a:pt x="1921564" y="985389"/>
                  </a:lnTo>
                  <a:lnTo>
                    <a:pt x="1959999" y="1017091"/>
                  </a:lnTo>
                  <a:lnTo>
                    <a:pt x="1998940" y="1048332"/>
                  </a:lnTo>
                  <a:lnTo>
                    <a:pt x="2038453" y="1079054"/>
                  </a:lnTo>
                  <a:lnTo>
                    <a:pt x="2078599" y="1109200"/>
                  </a:lnTo>
                  <a:lnTo>
                    <a:pt x="2119443" y="1138712"/>
                  </a:lnTo>
                  <a:lnTo>
                    <a:pt x="2161048" y="1167531"/>
                  </a:lnTo>
                  <a:lnTo>
                    <a:pt x="2203477" y="1195601"/>
                  </a:lnTo>
                  <a:lnTo>
                    <a:pt x="2246793" y="1222864"/>
                  </a:lnTo>
                  <a:lnTo>
                    <a:pt x="2291061" y="1249262"/>
                  </a:lnTo>
                  <a:lnTo>
                    <a:pt x="2336343" y="1274737"/>
                  </a:lnTo>
                  <a:lnTo>
                    <a:pt x="2380099" y="1297898"/>
                  </a:lnTo>
                  <a:lnTo>
                    <a:pt x="2424869" y="1320136"/>
                  </a:lnTo>
                  <a:lnTo>
                    <a:pt x="2470707" y="1341403"/>
                  </a:lnTo>
                  <a:lnTo>
                    <a:pt x="2517667" y="1361649"/>
                  </a:lnTo>
                  <a:lnTo>
                    <a:pt x="2565803" y="1380827"/>
                  </a:lnTo>
                  <a:lnTo>
                    <a:pt x="2615166" y="1398888"/>
                  </a:lnTo>
                  <a:lnTo>
                    <a:pt x="2665812" y="1415783"/>
                  </a:lnTo>
                  <a:lnTo>
                    <a:pt x="2717793" y="1431464"/>
                  </a:lnTo>
                  <a:lnTo>
                    <a:pt x="2771163" y="1445882"/>
                  </a:lnTo>
                  <a:lnTo>
                    <a:pt x="2817313" y="1457029"/>
                  </a:lnTo>
                  <a:lnTo>
                    <a:pt x="2856580" y="1465584"/>
                  </a:lnTo>
                  <a:lnTo>
                    <a:pt x="2864523" y="1467213"/>
                  </a:lnTo>
                  <a:lnTo>
                    <a:pt x="2867623" y="1467830"/>
                  </a:lnTo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630696" y="4994699"/>
              <a:ext cx="356235" cy="250825"/>
            </a:xfrm>
            <a:custGeom>
              <a:avLst/>
              <a:gdLst/>
              <a:ahLst/>
              <a:cxnLst/>
              <a:rect l="l" t="t" r="r" b="b"/>
              <a:pathLst>
                <a:path w="356235" h="250825">
                  <a:moveTo>
                    <a:pt x="0" y="250609"/>
                  </a:moveTo>
                  <a:lnTo>
                    <a:pt x="23658" y="0"/>
                  </a:lnTo>
                  <a:lnTo>
                    <a:pt x="356101" y="157805"/>
                  </a:lnTo>
                  <a:lnTo>
                    <a:pt x="0" y="25060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630696" y="4994699"/>
              <a:ext cx="356235" cy="250825"/>
            </a:xfrm>
            <a:custGeom>
              <a:avLst/>
              <a:gdLst/>
              <a:ahLst/>
              <a:cxnLst/>
              <a:rect l="l" t="t" r="r" b="b"/>
              <a:pathLst>
                <a:path w="356235" h="250825">
                  <a:moveTo>
                    <a:pt x="0" y="250609"/>
                  </a:moveTo>
                  <a:lnTo>
                    <a:pt x="356101" y="157805"/>
                  </a:lnTo>
                  <a:lnTo>
                    <a:pt x="23658" y="0"/>
                  </a:lnTo>
                  <a:lnTo>
                    <a:pt x="0" y="250609"/>
                  </a:lnTo>
                  <a:close/>
                </a:path>
              </a:pathLst>
            </a:custGeom>
            <a:ln w="761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1135347" y="1497464"/>
            <a:ext cx="23958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Map </a:t>
            </a:r>
            <a:r>
              <a:rPr sz="2800" dirty="0">
                <a:latin typeface="Arial MT"/>
                <a:cs typeface="Arial MT"/>
              </a:rPr>
              <a:t>(e.g.,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6x8x256)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124" name="object 124"/>
          <p:cNvGraphicFramePr>
            <a:graphicFrameLocks noGrp="1"/>
          </p:cNvGraphicFramePr>
          <p:nvPr/>
        </p:nvGraphicFramePr>
        <p:xfrm>
          <a:off x="5054646" y="3985121"/>
          <a:ext cx="83502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504D"/>
                      </a:solidFill>
                      <a:prstDash val="solid"/>
                    </a:lnR>
                    <a:lnT w="7620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5" name="object 125"/>
          <p:cNvGraphicFramePr>
            <a:graphicFrameLocks noGrp="1"/>
          </p:cNvGraphicFramePr>
          <p:nvPr/>
        </p:nvGraphicFramePr>
        <p:xfrm>
          <a:off x="5059591" y="4806734"/>
          <a:ext cx="83502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4F81BD"/>
                      </a:solidFill>
                      <a:prstDash val="solid"/>
                    </a:lnR>
                    <a:lnT w="7620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6" name="object 126"/>
          <p:cNvGrpSpPr/>
          <p:nvPr/>
        </p:nvGrpSpPr>
        <p:grpSpPr>
          <a:xfrm>
            <a:off x="6338070" y="4223868"/>
            <a:ext cx="1441450" cy="1104265"/>
            <a:chOff x="6338070" y="4223868"/>
            <a:chExt cx="1441450" cy="1104265"/>
          </a:xfrm>
        </p:grpSpPr>
        <p:sp>
          <p:nvSpPr>
            <p:cNvPr id="127" name="object 127"/>
            <p:cNvSpPr/>
            <p:nvPr/>
          </p:nvSpPr>
          <p:spPr>
            <a:xfrm>
              <a:off x="6344420" y="4728823"/>
              <a:ext cx="243204" cy="593090"/>
            </a:xfrm>
            <a:custGeom>
              <a:avLst/>
              <a:gdLst/>
              <a:ahLst/>
              <a:cxnLst/>
              <a:rect l="l" t="t" r="r" b="b"/>
              <a:pathLst>
                <a:path w="243204" h="593089">
                  <a:moveTo>
                    <a:pt x="242693" y="592794"/>
                  </a:moveTo>
                  <a:lnTo>
                    <a:pt x="0" y="592794"/>
                  </a:lnTo>
                  <a:lnTo>
                    <a:pt x="0" y="0"/>
                  </a:lnTo>
                  <a:lnTo>
                    <a:pt x="242693" y="0"/>
                  </a:lnTo>
                  <a:lnTo>
                    <a:pt x="242693" y="59279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587114" y="4230218"/>
              <a:ext cx="499109" cy="1091565"/>
            </a:xfrm>
            <a:custGeom>
              <a:avLst/>
              <a:gdLst/>
              <a:ahLst/>
              <a:cxnLst/>
              <a:rect l="l" t="t" r="r" b="b"/>
              <a:pathLst>
                <a:path w="499109" h="1091564">
                  <a:moveTo>
                    <a:pt x="0" y="1091399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498605" y="592793"/>
                  </a:lnTo>
                  <a:lnTo>
                    <a:pt x="0" y="10913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344420" y="4230218"/>
              <a:ext cx="741680" cy="499109"/>
            </a:xfrm>
            <a:custGeom>
              <a:avLst/>
              <a:gdLst/>
              <a:ahLst/>
              <a:cxnLst/>
              <a:rect l="l" t="t" r="r" b="b"/>
              <a:pathLst>
                <a:path w="741679" h="499110">
                  <a:moveTo>
                    <a:pt x="242693" y="498605"/>
                  </a:moveTo>
                  <a:lnTo>
                    <a:pt x="0" y="498605"/>
                  </a:lnTo>
                  <a:lnTo>
                    <a:pt x="498605" y="0"/>
                  </a:lnTo>
                  <a:lnTo>
                    <a:pt x="741299" y="0"/>
                  </a:lnTo>
                  <a:lnTo>
                    <a:pt x="242693" y="49860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344420" y="4230218"/>
              <a:ext cx="741680" cy="1091565"/>
            </a:xfrm>
            <a:custGeom>
              <a:avLst/>
              <a:gdLst/>
              <a:ahLst/>
              <a:cxnLst/>
              <a:rect l="l" t="t" r="r" b="b"/>
              <a:pathLst>
                <a:path w="741679" h="1091564">
                  <a:moveTo>
                    <a:pt x="0" y="498605"/>
                  </a:moveTo>
                  <a:lnTo>
                    <a:pt x="498605" y="0"/>
                  </a:lnTo>
                  <a:lnTo>
                    <a:pt x="741299" y="0"/>
                  </a:lnTo>
                  <a:lnTo>
                    <a:pt x="741299" y="592793"/>
                  </a:lnTo>
                  <a:lnTo>
                    <a:pt x="242693" y="1091399"/>
                  </a:lnTo>
                  <a:lnTo>
                    <a:pt x="0" y="1091399"/>
                  </a:lnTo>
                  <a:lnTo>
                    <a:pt x="0" y="498605"/>
                  </a:lnTo>
                  <a:close/>
                </a:path>
                <a:path w="741679" h="1091564">
                  <a:moveTo>
                    <a:pt x="0" y="498605"/>
                  </a:moveTo>
                  <a:lnTo>
                    <a:pt x="242693" y="498605"/>
                  </a:lnTo>
                  <a:lnTo>
                    <a:pt x="741299" y="0"/>
                  </a:lnTo>
                </a:path>
                <a:path w="741679" h="1091564">
                  <a:moveTo>
                    <a:pt x="242693" y="498605"/>
                  </a:moveTo>
                  <a:lnTo>
                    <a:pt x="242693" y="10913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707120" y="4763684"/>
              <a:ext cx="200660" cy="490855"/>
            </a:xfrm>
            <a:custGeom>
              <a:avLst/>
              <a:gdLst/>
              <a:ahLst/>
              <a:cxnLst/>
              <a:rect l="l" t="t" r="r" b="b"/>
              <a:pathLst>
                <a:path w="200659" h="490854">
                  <a:moveTo>
                    <a:pt x="200460" y="490260"/>
                  </a:moveTo>
                  <a:lnTo>
                    <a:pt x="0" y="490260"/>
                  </a:lnTo>
                  <a:lnTo>
                    <a:pt x="0" y="0"/>
                  </a:lnTo>
                  <a:lnTo>
                    <a:pt x="200460" y="0"/>
                  </a:lnTo>
                  <a:lnTo>
                    <a:pt x="200460" y="49026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907581" y="4351845"/>
              <a:ext cx="412115" cy="902335"/>
            </a:xfrm>
            <a:custGeom>
              <a:avLst/>
              <a:gdLst/>
              <a:ahLst/>
              <a:cxnLst/>
              <a:rect l="l" t="t" r="r" b="b"/>
              <a:pathLst>
                <a:path w="412115" h="902335">
                  <a:moveTo>
                    <a:pt x="0" y="902099"/>
                  </a:moveTo>
                  <a:lnTo>
                    <a:pt x="0" y="411838"/>
                  </a:lnTo>
                  <a:lnTo>
                    <a:pt x="411838" y="0"/>
                  </a:lnTo>
                  <a:lnTo>
                    <a:pt x="411838" y="490260"/>
                  </a:lnTo>
                  <a:lnTo>
                    <a:pt x="0" y="9020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707120" y="4351845"/>
              <a:ext cx="612775" cy="412115"/>
            </a:xfrm>
            <a:custGeom>
              <a:avLst/>
              <a:gdLst/>
              <a:ahLst/>
              <a:cxnLst/>
              <a:rect l="l" t="t" r="r" b="b"/>
              <a:pathLst>
                <a:path w="612775" h="412114">
                  <a:moveTo>
                    <a:pt x="200460" y="411838"/>
                  </a:moveTo>
                  <a:lnTo>
                    <a:pt x="0" y="411838"/>
                  </a:lnTo>
                  <a:lnTo>
                    <a:pt x="411838" y="0"/>
                  </a:lnTo>
                  <a:lnTo>
                    <a:pt x="612299" y="0"/>
                  </a:lnTo>
                  <a:lnTo>
                    <a:pt x="200460" y="41183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707120" y="4351845"/>
              <a:ext cx="612775" cy="902335"/>
            </a:xfrm>
            <a:custGeom>
              <a:avLst/>
              <a:gdLst/>
              <a:ahLst/>
              <a:cxnLst/>
              <a:rect l="l" t="t" r="r" b="b"/>
              <a:pathLst>
                <a:path w="612775" h="902335">
                  <a:moveTo>
                    <a:pt x="0" y="411838"/>
                  </a:moveTo>
                  <a:lnTo>
                    <a:pt x="411838" y="0"/>
                  </a:lnTo>
                  <a:lnTo>
                    <a:pt x="612299" y="0"/>
                  </a:lnTo>
                  <a:lnTo>
                    <a:pt x="612299" y="490260"/>
                  </a:lnTo>
                  <a:lnTo>
                    <a:pt x="200460" y="902099"/>
                  </a:lnTo>
                  <a:lnTo>
                    <a:pt x="0" y="902099"/>
                  </a:lnTo>
                  <a:lnTo>
                    <a:pt x="0" y="411838"/>
                  </a:lnTo>
                  <a:close/>
                </a:path>
                <a:path w="612775" h="902335">
                  <a:moveTo>
                    <a:pt x="0" y="411838"/>
                  </a:moveTo>
                  <a:lnTo>
                    <a:pt x="200460" y="411838"/>
                  </a:lnTo>
                  <a:lnTo>
                    <a:pt x="612299" y="0"/>
                  </a:lnTo>
                </a:path>
                <a:path w="612775" h="902335">
                  <a:moveTo>
                    <a:pt x="200460" y="411838"/>
                  </a:moveTo>
                  <a:lnTo>
                    <a:pt x="200460" y="9020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228729" y="4508730"/>
              <a:ext cx="267335" cy="509270"/>
            </a:xfrm>
            <a:custGeom>
              <a:avLst/>
              <a:gdLst/>
              <a:ahLst/>
              <a:cxnLst/>
              <a:rect l="l" t="t" r="r" b="b"/>
              <a:pathLst>
                <a:path w="267334" h="509270">
                  <a:moveTo>
                    <a:pt x="0" y="509099"/>
                  </a:moveTo>
                  <a:lnTo>
                    <a:pt x="0" y="267335"/>
                  </a:lnTo>
                  <a:lnTo>
                    <a:pt x="267334" y="0"/>
                  </a:lnTo>
                  <a:lnTo>
                    <a:pt x="267334" y="241764"/>
                  </a:lnTo>
                  <a:lnTo>
                    <a:pt x="0" y="5090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036164" y="4508730"/>
              <a:ext cx="460375" cy="267335"/>
            </a:xfrm>
            <a:custGeom>
              <a:avLst/>
              <a:gdLst/>
              <a:ahLst/>
              <a:cxnLst/>
              <a:rect l="l" t="t" r="r" b="b"/>
              <a:pathLst>
                <a:path w="460375" h="267335">
                  <a:moveTo>
                    <a:pt x="192564" y="267335"/>
                  </a:moveTo>
                  <a:lnTo>
                    <a:pt x="0" y="267335"/>
                  </a:lnTo>
                  <a:lnTo>
                    <a:pt x="267334" y="0"/>
                  </a:lnTo>
                  <a:lnTo>
                    <a:pt x="459899" y="0"/>
                  </a:lnTo>
                  <a:lnTo>
                    <a:pt x="192564" y="26733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36164" y="4508730"/>
              <a:ext cx="460375" cy="509270"/>
            </a:xfrm>
            <a:custGeom>
              <a:avLst/>
              <a:gdLst/>
              <a:ahLst/>
              <a:cxnLst/>
              <a:rect l="l" t="t" r="r" b="b"/>
              <a:pathLst>
                <a:path w="460375" h="509270">
                  <a:moveTo>
                    <a:pt x="0" y="267335"/>
                  </a:moveTo>
                  <a:lnTo>
                    <a:pt x="267334" y="0"/>
                  </a:lnTo>
                  <a:lnTo>
                    <a:pt x="459899" y="0"/>
                  </a:lnTo>
                  <a:lnTo>
                    <a:pt x="459899" y="241764"/>
                  </a:lnTo>
                  <a:lnTo>
                    <a:pt x="192564" y="509099"/>
                  </a:lnTo>
                  <a:lnTo>
                    <a:pt x="0" y="509099"/>
                  </a:lnTo>
                  <a:lnTo>
                    <a:pt x="0" y="267335"/>
                  </a:lnTo>
                  <a:close/>
                </a:path>
                <a:path w="460375" h="509270">
                  <a:moveTo>
                    <a:pt x="0" y="267335"/>
                  </a:moveTo>
                  <a:lnTo>
                    <a:pt x="192564" y="267335"/>
                  </a:lnTo>
                  <a:lnTo>
                    <a:pt x="459899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367550" y="4752128"/>
              <a:ext cx="339725" cy="155575"/>
            </a:xfrm>
            <a:custGeom>
              <a:avLst/>
              <a:gdLst/>
              <a:ahLst/>
              <a:cxnLst/>
              <a:rect l="l" t="t" r="r" b="b"/>
              <a:pathLst>
                <a:path w="339725" h="155575">
                  <a:moveTo>
                    <a:pt x="339456" y="155555"/>
                  </a:moveTo>
                  <a:lnTo>
                    <a:pt x="0" y="155555"/>
                  </a:lnTo>
                  <a:lnTo>
                    <a:pt x="0" y="0"/>
                  </a:lnTo>
                  <a:lnTo>
                    <a:pt x="339456" y="0"/>
                  </a:lnTo>
                  <a:lnTo>
                    <a:pt x="339456" y="155555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707006" y="4685984"/>
              <a:ext cx="66675" cy="222250"/>
            </a:xfrm>
            <a:custGeom>
              <a:avLst/>
              <a:gdLst/>
              <a:ahLst/>
              <a:cxnLst/>
              <a:rect l="l" t="t" r="r" b="b"/>
              <a:pathLst>
                <a:path w="66675" h="222250">
                  <a:moveTo>
                    <a:pt x="0" y="221699"/>
                  </a:moveTo>
                  <a:lnTo>
                    <a:pt x="0" y="66143"/>
                  </a:lnTo>
                  <a:lnTo>
                    <a:pt x="66143" y="0"/>
                  </a:lnTo>
                  <a:lnTo>
                    <a:pt x="66143" y="155555"/>
                  </a:lnTo>
                  <a:lnTo>
                    <a:pt x="0" y="22169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367550" y="4685984"/>
              <a:ext cx="405765" cy="66675"/>
            </a:xfrm>
            <a:custGeom>
              <a:avLst/>
              <a:gdLst/>
              <a:ahLst/>
              <a:cxnLst/>
              <a:rect l="l" t="t" r="r" b="b"/>
              <a:pathLst>
                <a:path w="405765" h="66675">
                  <a:moveTo>
                    <a:pt x="339456" y="66143"/>
                  </a:moveTo>
                  <a:lnTo>
                    <a:pt x="0" y="66143"/>
                  </a:lnTo>
                  <a:lnTo>
                    <a:pt x="66144" y="0"/>
                  </a:lnTo>
                  <a:lnTo>
                    <a:pt x="405599" y="0"/>
                  </a:lnTo>
                  <a:lnTo>
                    <a:pt x="339456" y="66143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367550" y="4685984"/>
              <a:ext cx="405765" cy="222250"/>
            </a:xfrm>
            <a:custGeom>
              <a:avLst/>
              <a:gdLst/>
              <a:ahLst/>
              <a:cxnLst/>
              <a:rect l="l" t="t" r="r" b="b"/>
              <a:pathLst>
                <a:path w="405765" h="222250">
                  <a:moveTo>
                    <a:pt x="0" y="66143"/>
                  </a:moveTo>
                  <a:lnTo>
                    <a:pt x="66144" y="0"/>
                  </a:lnTo>
                  <a:lnTo>
                    <a:pt x="405599" y="0"/>
                  </a:lnTo>
                  <a:lnTo>
                    <a:pt x="405599" y="155555"/>
                  </a:lnTo>
                  <a:lnTo>
                    <a:pt x="339456" y="221699"/>
                  </a:lnTo>
                  <a:lnTo>
                    <a:pt x="0" y="221699"/>
                  </a:lnTo>
                  <a:lnTo>
                    <a:pt x="0" y="66143"/>
                  </a:lnTo>
                  <a:close/>
                </a:path>
                <a:path w="405765" h="222250">
                  <a:moveTo>
                    <a:pt x="0" y="66143"/>
                  </a:moveTo>
                  <a:lnTo>
                    <a:pt x="339456" y="66143"/>
                  </a:lnTo>
                  <a:lnTo>
                    <a:pt x="405599" y="0"/>
                  </a:lnTo>
                </a:path>
                <a:path w="405765" h="222250">
                  <a:moveTo>
                    <a:pt x="339456" y="66143"/>
                  </a:moveTo>
                  <a:lnTo>
                    <a:pt x="339456" y="22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object 142"/>
          <p:cNvGrpSpPr/>
          <p:nvPr/>
        </p:nvGrpSpPr>
        <p:grpSpPr>
          <a:xfrm>
            <a:off x="7036165" y="4776065"/>
            <a:ext cx="199390" cy="241935"/>
            <a:chOff x="7036165" y="4776065"/>
            <a:chExt cx="199390" cy="241935"/>
          </a:xfrm>
        </p:grpSpPr>
        <p:sp>
          <p:nvSpPr>
            <p:cNvPr id="143" name="object 143"/>
            <p:cNvSpPr/>
            <p:nvPr/>
          </p:nvSpPr>
          <p:spPr>
            <a:xfrm>
              <a:off x="7036165" y="4776065"/>
              <a:ext cx="193040" cy="241935"/>
            </a:xfrm>
            <a:custGeom>
              <a:avLst/>
              <a:gdLst/>
              <a:ahLst/>
              <a:cxnLst/>
              <a:rect l="l" t="t" r="r" b="b"/>
              <a:pathLst>
                <a:path w="193040" h="241935">
                  <a:moveTo>
                    <a:pt x="192564" y="241764"/>
                  </a:moveTo>
                  <a:lnTo>
                    <a:pt x="0" y="241764"/>
                  </a:lnTo>
                  <a:lnTo>
                    <a:pt x="0" y="0"/>
                  </a:lnTo>
                  <a:lnTo>
                    <a:pt x="192564" y="0"/>
                  </a:lnTo>
                  <a:lnTo>
                    <a:pt x="192564" y="24176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228730" y="4776065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0"/>
                  </a:moveTo>
                  <a:lnTo>
                    <a:pt x="0" y="24176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7920948" y="4546444"/>
            <a:ext cx="619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Arial MT"/>
                <a:cs typeface="Arial MT"/>
              </a:rPr>
              <a:t>???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6003486" y="4436243"/>
            <a:ext cx="240665" cy="359410"/>
            <a:chOff x="6003486" y="4436243"/>
            <a:chExt cx="240665" cy="359410"/>
          </a:xfrm>
        </p:grpSpPr>
        <p:sp>
          <p:nvSpPr>
            <p:cNvPr id="147" name="object 147"/>
            <p:cNvSpPr/>
            <p:nvPr/>
          </p:nvSpPr>
          <p:spPr>
            <a:xfrm>
              <a:off x="6095999" y="4464818"/>
              <a:ext cx="24130" cy="60960"/>
            </a:xfrm>
            <a:custGeom>
              <a:avLst/>
              <a:gdLst/>
              <a:ahLst/>
              <a:cxnLst/>
              <a:rect l="l" t="t" r="r" b="b"/>
              <a:pathLst>
                <a:path w="24129" h="60960">
                  <a:moveTo>
                    <a:pt x="0" y="0"/>
                  </a:moveTo>
                  <a:lnTo>
                    <a:pt x="23872" y="6052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032061" y="4490699"/>
              <a:ext cx="183515" cy="276225"/>
            </a:xfrm>
            <a:custGeom>
              <a:avLst/>
              <a:gdLst/>
              <a:ahLst/>
              <a:cxnLst/>
              <a:rect l="l" t="t" r="r" b="b"/>
              <a:pathLst>
                <a:path w="183514" h="276225">
                  <a:moveTo>
                    <a:pt x="182980" y="275898"/>
                  </a:moveTo>
                  <a:lnTo>
                    <a:pt x="0" y="69277"/>
                  </a:lnTo>
                  <a:lnTo>
                    <a:pt x="175622" y="0"/>
                  </a:lnTo>
                  <a:lnTo>
                    <a:pt x="182980" y="2758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032061" y="4490699"/>
              <a:ext cx="183515" cy="276225"/>
            </a:xfrm>
            <a:custGeom>
              <a:avLst/>
              <a:gdLst/>
              <a:ahLst/>
              <a:cxnLst/>
              <a:rect l="l" t="t" r="r" b="b"/>
              <a:pathLst>
                <a:path w="183514" h="276225">
                  <a:moveTo>
                    <a:pt x="0" y="69277"/>
                  </a:moveTo>
                  <a:lnTo>
                    <a:pt x="182980" y="275898"/>
                  </a:lnTo>
                  <a:lnTo>
                    <a:pt x="175622" y="0"/>
                  </a:lnTo>
                  <a:lnTo>
                    <a:pt x="0" y="69277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4633982" y="1496857"/>
            <a:ext cx="7106284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  <a:tab pos="5415915" algn="l"/>
              </a:tabLst>
            </a:pP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ask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network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predict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i="1" spc="-10" dirty="0">
                <a:latin typeface="Arial"/>
                <a:cs typeface="Arial"/>
              </a:rPr>
              <a:t>nearly</a:t>
            </a:r>
            <a:endParaRPr sz="2800">
              <a:latin typeface="Arial"/>
              <a:cs typeface="Arial"/>
            </a:endParaRPr>
          </a:p>
          <a:p>
            <a:pPr marL="416559">
              <a:lnSpc>
                <a:spcPct val="100000"/>
              </a:lnSpc>
            </a:pPr>
            <a:r>
              <a:rPr sz="2800" spc="-10" dirty="0">
                <a:latin typeface="Arial MT"/>
                <a:cs typeface="Arial MT"/>
              </a:rPr>
              <a:t>anything.</a:t>
            </a:r>
            <a:endParaRPr sz="2800">
              <a:latin typeface="Arial MT"/>
              <a:cs typeface="Arial MT"/>
            </a:endParaRPr>
          </a:p>
          <a:p>
            <a:pPr marL="416559" marR="508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associate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bounding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box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spc="-10" dirty="0">
                <a:latin typeface="Arial MT"/>
                <a:cs typeface="Arial MT"/>
              </a:rPr>
              <a:t>model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549564" y="6448843"/>
            <a:ext cx="6564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Liu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PlaneRCNN: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3D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Plane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Detection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and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Reconstruction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from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Single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Image.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20" dirty="0">
                <a:latin typeface="Arial MT"/>
                <a:cs typeface="Arial MT"/>
              </a:rPr>
              <a:t> 2019.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100"/>
              </a:spcBef>
            </a:pPr>
            <a:r>
              <a:rPr dirty="0"/>
              <a:t>Extending</a:t>
            </a:r>
            <a:r>
              <a:rPr spc="-50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spc="-10" dirty="0"/>
              <a:t>Detection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93459" y="2537494"/>
            <a:ext cx="7703184" cy="2621915"/>
            <a:chOff x="293459" y="2537494"/>
            <a:chExt cx="7703184" cy="2621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459" y="2537494"/>
              <a:ext cx="3457837" cy="26216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3011" y="2680447"/>
              <a:ext cx="3717925" cy="1847214"/>
            </a:xfrm>
            <a:custGeom>
              <a:avLst/>
              <a:gdLst/>
              <a:ahLst/>
              <a:cxnLst/>
              <a:rect l="l" t="t" r="r" b="b"/>
              <a:pathLst>
                <a:path w="3717925" h="1847214">
                  <a:moveTo>
                    <a:pt x="0" y="0"/>
                  </a:moveTo>
                  <a:lnTo>
                    <a:pt x="2570099" y="0"/>
                  </a:lnTo>
                  <a:lnTo>
                    <a:pt x="2570099" y="1846799"/>
                  </a:lnTo>
                  <a:lnTo>
                    <a:pt x="0" y="1846799"/>
                  </a:lnTo>
                  <a:lnTo>
                    <a:pt x="0" y="0"/>
                  </a:lnTo>
                  <a:close/>
                </a:path>
                <a:path w="3717925" h="1847214">
                  <a:moveTo>
                    <a:pt x="1242968" y="887476"/>
                  </a:moveTo>
                  <a:lnTo>
                    <a:pt x="1312734" y="886809"/>
                  </a:lnTo>
                  <a:lnTo>
                    <a:pt x="1380286" y="884838"/>
                  </a:lnTo>
                  <a:lnTo>
                    <a:pt x="1445699" y="881605"/>
                  </a:lnTo>
                  <a:lnTo>
                    <a:pt x="1509046" y="877155"/>
                  </a:lnTo>
                  <a:lnTo>
                    <a:pt x="1570402" y="871531"/>
                  </a:lnTo>
                  <a:lnTo>
                    <a:pt x="1629839" y="864776"/>
                  </a:lnTo>
                  <a:lnTo>
                    <a:pt x="1687432" y="856933"/>
                  </a:lnTo>
                  <a:lnTo>
                    <a:pt x="1743254" y="848047"/>
                  </a:lnTo>
                  <a:lnTo>
                    <a:pt x="1797380" y="838161"/>
                  </a:lnTo>
                  <a:lnTo>
                    <a:pt x="1849882" y="827318"/>
                  </a:lnTo>
                  <a:lnTo>
                    <a:pt x="1900835" y="815562"/>
                  </a:lnTo>
                  <a:lnTo>
                    <a:pt x="1950313" y="802936"/>
                  </a:lnTo>
                  <a:lnTo>
                    <a:pt x="1998389" y="789483"/>
                  </a:lnTo>
                  <a:lnTo>
                    <a:pt x="2045137" y="775248"/>
                  </a:lnTo>
                  <a:lnTo>
                    <a:pt x="2090631" y="760274"/>
                  </a:lnTo>
                  <a:lnTo>
                    <a:pt x="2134945" y="744604"/>
                  </a:lnTo>
                  <a:lnTo>
                    <a:pt x="2178152" y="728281"/>
                  </a:lnTo>
                  <a:lnTo>
                    <a:pt x="2220326" y="711350"/>
                  </a:lnTo>
                  <a:lnTo>
                    <a:pt x="2261541" y="693853"/>
                  </a:lnTo>
                  <a:lnTo>
                    <a:pt x="2301870" y="675835"/>
                  </a:lnTo>
                  <a:lnTo>
                    <a:pt x="2341389" y="657338"/>
                  </a:lnTo>
                  <a:lnTo>
                    <a:pt x="2380169" y="638406"/>
                  </a:lnTo>
                  <a:lnTo>
                    <a:pt x="2418286" y="619083"/>
                  </a:lnTo>
                  <a:lnTo>
                    <a:pt x="2455812" y="599412"/>
                  </a:lnTo>
                  <a:lnTo>
                    <a:pt x="2492822" y="579437"/>
                  </a:lnTo>
                  <a:lnTo>
                    <a:pt x="2529389" y="559200"/>
                  </a:lnTo>
                  <a:lnTo>
                    <a:pt x="2565588" y="538746"/>
                  </a:lnTo>
                  <a:lnTo>
                    <a:pt x="2601491" y="518119"/>
                  </a:lnTo>
                  <a:lnTo>
                    <a:pt x="2637173" y="497360"/>
                  </a:lnTo>
                  <a:lnTo>
                    <a:pt x="2672708" y="476515"/>
                  </a:lnTo>
                  <a:lnTo>
                    <a:pt x="2708168" y="455626"/>
                  </a:lnTo>
                  <a:lnTo>
                    <a:pt x="2750454" y="430724"/>
                  </a:lnTo>
                  <a:lnTo>
                    <a:pt x="2792866" y="405896"/>
                  </a:lnTo>
                  <a:lnTo>
                    <a:pt x="2835527" y="381215"/>
                  </a:lnTo>
                  <a:lnTo>
                    <a:pt x="2878564" y="356755"/>
                  </a:lnTo>
                  <a:lnTo>
                    <a:pt x="2922100" y="332590"/>
                  </a:lnTo>
                  <a:lnTo>
                    <a:pt x="2966262" y="308794"/>
                  </a:lnTo>
                  <a:lnTo>
                    <a:pt x="3011174" y="285439"/>
                  </a:lnTo>
                  <a:lnTo>
                    <a:pt x="3056962" y="262601"/>
                  </a:lnTo>
                  <a:lnTo>
                    <a:pt x="3103750" y="240353"/>
                  </a:lnTo>
                  <a:lnTo>
                    <a:pt x="3151663" y="218767"/>
                  </a:lnTo>
                  <a:lnTo>
                    <a:pt x="3200827" y="197919"/>
                  </a:lnTo>
                  <a:lnTo>
                    <a:pt x="3251366" y="177882"/>
                  </a:lnTo>
                  <a:lnTo>
                    <a:pt x="3303406" y="158730"/>
                  </a:lnTo>
                  <a:lnTo>
                    <a:pt x="3346879" y="143870"/>
                  </a:lnTo>
                  <a:lnTo>
                    <a:pt x="3391493" y="129683"/>
                  </a:lnTo>
                  <a:lnTo>
                    <a:pt x="3437314" y="116208"/>
                  </a:lnTo>
                  <a:lnTo>
                    <a:pt x="3484410" y="103483"/>
                  </a:lnTo>
                  <a:lnTo>
                    <a:pt x="3532846" y="91550"/>
                  </a:lnTo>
                  <a:lnTo>
                    <a:pt x="3582692" y="80446"/>
                  </a:lnTo>
                  <a:lnTo>
                    <a:pt x="3634013" y="70213"/>
                  </a:lnTo>
                  <a:lnTo>
                    <a:pt x="3686876" y="60889"/>
                  </a:lnTo>
                  <a:lnTo>
                    <a:pt x="3713907" y="56580"/>
                  </a:lnTo>
                  <a:lnTo>
                    <a:pt x="3717310" y="56066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91433" y="2610966"/>
              <a:ext cx="354330" cy="251460"/>
            </a:xfrm>
            <a:custGeom>
              <a:avLst/>
              <a:gdLst/>
              <a:ahLst/>
              <a:cxnLst/>
              <a:rect l="l" t="t" r="r" b="b"/>
              <a:pathLst>
                <a:path w="354329" h="251460">
                  <a:moveTo>
                    <a:pt x="17777" y="251095"/>
                  </a:moveTo>
                  <a:lnTo>
                    <a:pt x="0" y="0"/>
                  </a:lnTo>
                  <a:lnTo>
                    <a:pt x="353828" y="101125"/>
                  </a:lnTo>
                  <a:lnTo>
                    <a:pt x="17777" y="25109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1433" y="2610966"/>
              <a:ext cx="354330" cy="251460"/>
            </a:xfrm>
            <a:custGeom>
              <a:avLst/>
              <a:gdLst/>
              <a:ahLst/>
              <a:cxnLst/>
              <a:rect l="l" t="t" r="r" b="b"/>
              <a:pathLst>
                <a:path w="354329" h="251460">
                  <a:moveTo>
                    <a:pt x="17777" y="251095"/>
                  </a:moveTo>
                  <a:lnTo>
                    <a:pt x="353828" y="101125"/>
                  </a:lnTo>
                  <a:lnTo>
                    <a:pt x="0" y="0"/>
                  </a:lnTo>
                  <a:lnTo>
                    <a:pt x="17777" y="251095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07151" y="3116166"/>
              <a:ext cx="1450975" cy="1042669"/>
            </a:xfrm>
            <a:custGeom>
              <a:avLst/>
              <a:gdLst/>
              <a:ahLst/>
              <a:cxnLst/>
              <a:rect l="l" t="t" r="r" b="b"/>
              <a:pathLst>
                <a:path w="1450975" h="1042670">
                  <a:moveTo>
                    <a:pt x="1450828" y="1042518"/>
                  </a:moveTo>
                  <a:lnTo>
                    <a:pt x="0" y="1042518"/>
                  </a:lnTo>
                  <a:lnTo>
                    <a:pt x="0" y="0"/>
                  </a:lnTo>
                  <a:lnTo>
                    <a:pt x="1450828" y="0"/>
                  </a:lnTo>
                  <a:lnTo>
                    <a:pt x="1450828" y="10425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07151" y="3116166"/>
              <a:ext cx="1450975" cy="1042669"/>
            </a:xfrm>
            <a:custGeom>
              <a:avLst/>
              <a:gdLst/>
              <a:ahLst/>
              <a:cxnLst/>
              <a:rect l="l" t="t" r="r" b="b"/>
              <a:pathLst>
                <a:path w="1450975" h="1042670">
                  <a:moveTo>
                    <a:pt x="0" y="0"/>
                  </a:moveTo>
                  <a:lnTo>
                    <a:pt x="1450828" y="0"/>
                  </a:lnTo>
                  <a:lnTo>
                    <a:pt x="1450828" y="1042518"/>
                  </a:lnTo>
                  <a:lnTo>
                    <a:pt x="0" y="1042518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95773" y="3132619"/>
              <a:ext cx="1478280" cy="1012190"/>
            </a:xfrm>
            <a:custGeom>
              <a:avLst/>
              <a:gdLst/>
              <a:ahLst/>
              <a:cxnLst/>
              <a:rect l="l" t="t" r="r" b="b"/>
              <a:pathLst>
                <a:path w="1478279" h="1012189">
                  <a:moveTo>
                    <a:pt x="1477754" y="1012115"/>
                  </a:moveTo>
                  <a:lnTo>
                    <a:pt x="6747" y="860298"/>
                  </a:lnTo>
                  <a:lnTo>
                    <a:pt x="0" y="80969"/>
                  </a:lnTo>
                  <a:lnTo>
                    <a:pt x="1457510" y="0"/>
                  </a:lnTo>
                  <a:lnTo>
                    <a:pt x="1477754" y="10121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95773" y="3132619"/>
              <a:ext cx="1478280" cy="1012190"/>
            </a:xfrm>
            <a:custGeom>
              <a:avLst/>
              <a:gdLst/>
              <a:ahLst/>
              <a:cxnLst/>
              <a:rect l="l" t="t" r="r" b="b"/>
              <a:pathLst>
                <a:path w="1478279" h="1012189">
                  <a:moveTo>
                    <a:pt x="1457510" y="0"/>
                  </a:moveTo>
                  <a:lnTo>
                    <a:pt x="0" y="80969"/>
                  </a:lnTo>
                  <a:lnTo>
                    <a:pt x="449" y="132924"/>
                  </a:lnTo>
                  <a:lnTo>
                    <a:pt x="899" y="184880"/>
                  </a:lnTo>
                  <a:lnTo>
                    <a:pt x="1349" y="236835"/>
                  </a:lnTo>
                  <a:lnTo>
                    <a:pt x="1799" y="288790"/>
                  </a:lnTo>
                  <a:lnTo>
                    <a:pt x="2249" y="340745"/>
                  </a:lnTo>
                  <a:lnTo>
                    <a:pt x="2699" y="392701"/>
                  </a:lnTo>
                  <a:lnTo>
                    <a:pt x="3149" y="444656"/>
                  </a:lnTo>
                  <a:lnTo>
                    <a:pt x="3598" y="496611"/>
                  </a:lnTo>
                  <a:lnTo>
                    <a:pt x="4048" y="548566"/>
                  </a:lnTo>
                  <a:lnTo>
                    <a:pt x="4498" y="600522"/>
                  </a:lnTo>
                  <a:lnTo>
                    <a:pt x="4948" y="652477"/>
                  </a:lnTo>
                  <a:lnTo>
                    <a:pt x="5398" y="704432"/>
                  </a:lnTo>
                  <a:lnTo>
                    <a:pt x="5848" y="756387"/>
                  </a:lnTo>
                  <a:lnTo>
                    <a:pt x="6298" y="808343"/>
                  </a:lnTo>
                  <a:lnTo>
                    <a:pt x="6747" y="860298"/>
                  </a:lnTo>
                  <a:lnTo>
                    <a:pt x="1477754" y="1012115"/>
                  </a:lnTo>
                  <a:lnTo>
                    <a:pt x="145751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68351" y="3568125"/>
              <a:ext cx="2482215" cy="67310"/>
            </a:xfrm>
            <a:custGeom>
              <a:avLst/>
              <a:gdLst/>
              <a:ahLst/>
              <a:cxnLst/>
              <a:rect l="l" t="t" r="r" b="b"/>
              <a:pathLst>
                <a:path w="2482215" h="67310">
                  <a:moveTo>
                    <a:pt x="0" y="0"/>
                  </a:moveTo>
                  <a:lnTo>
                    <a:pt x="74708" y="61"/>
                  </a:lnTo>
                  <a:lnTo>
                    <a:pt x="146885" y="241"/>
                  </a:lnTo>
                  <a:lnTo>
                    <a:pt x="216623" y="537"/>
                  </a:lnTo>
                  <a:lnTo>
                    <a:pt x="284011" y="943"/>
                  </a:lnTo>
                  <a:lnTo>
                    <a:pt x="349139" y="1456"/>
                  </a:lnTo>
                  <a:lnTo>
                    <a:pt x="412099" y="2071"/>
                  </a:lnTo>
                  <a:lnTo>
                    <a:pt x="472980" y="2784"/>
                  </a:lnTo>
                  <a:lnTo>
                    <a:pt x="531873" y="3591"/>
                  </a:lnTo>
                  <a:lnTo>
                    <a:pt x="588868" y="4488"/>
                  </a:lnTo>
                  <a:lnTo>
                    <a:pt x="644056" y="5469"/>
                  </a:lnTo>
                  <a:lnTo>
                    <a:pt x="697526" y="6532"/>
                  </a:lnTo>
                  <a:lnTo>
                    <a:pt x="749370" y="7671"/>
                  </a:lnTo>
                  <a:lnTo>
                    <a:pt x="799677" y="8883"/>
                  </a:lnTo>
                  <a:lnTo>
                    <a:pt x="848539" y="10163"/>
                  </a:lnTo>
                  <a:lnTo>
                    <a:pt x="896045" y="11507"/>
                  </a:lnTo>
                  <a:lnTo>
                    <a:pt x="942286" y="12911"/>
                  </a:lnTo>
                  <a:lnTo>
                    <a:pt x="987351" y="14370"/>
                  </a:lnTo>
                  <a:lnTo>
                    <a:pt x="1031333" y="15880"/>
                  </a:lnTo>
                  <a:lnTo>
                    <a:pt x="1074320" y="17437"/>
                  </a:lnTo>
                  <a:lnTo>
                    <a:pt x="1116404" y="19037"/>
                  </a:lnTo>
                  <a:lnTo>
                    <a:pt x="1157674" y="20675"/>
                  </a:lnTo>
                  <a:lnTo>
                    <a:pt x="1198221" y="22347"/>
                  </a:lnTo>
                  <a:lnTo>
                    <a:pt x="1238136" y="24049"/>
                  </a:lnTo>
                  <a:lnTo>
                    <a:pt x="1277508" y="25777"/>
                  </a:lnTo>
                  <a:lnTo>
                    <a:pt x="1316429" y="27526"/>
                  </a:lnTo>
                  <a:lnTo>
                    <a:pt x="1354988" y="29292"/>
                  </a:lnTo>
                  <a:lnTo>
                    <a:pt x="1393276" y="31071"/>
                  </a:lnTo>
                  <a:lnTo>
                    <a:pt x="1431383" y="32858"/>
                  </a:lnTo>
                  <a:lnTo>
                    <a:pt x="1469399" y="34649"/>
                  </a:lnTo>
                  <a:lnTo>
                    <a:pt x="1515345" y="36814"/>
                  </a:lnTo>
                  <a:lnTo>
                    <a:pt x="1561450" y="38971"/>
                  </a:lnTo>
                  <a:lnTo>
                    <a:pt x="1607873" y="41113"/>
                  </a:lnTo>
                  <a:lnTo>
                    <a:pt x="1654775" y="43232"/>
                  </a:lnTo>
                  <a:lnTo>
                    <a:pt x="1702315" y="45321"/>
                  </a:lnTo>
                  <a:lnTo>
                    <a:pt x="1750652" y="47373"/>
                  </a:lnTo>
                  <a:lnTo>
                    <a:pt x="1799945" y="49379"/>
                  </a:lnTo>
                  <a:lnTo>
                    <a:pt x="1850355" y="51333"/>
                  </a:lnTo>
                  <a:lnTo>
                    <a:pt x="1902040" y="53226"/>
                  </a:lnTo>
                  <a:lnTo>
                    <a:pt x="1955160" y="55052"/>
                  </a:lnTo>
                  <a:lnTo>
                    <a:pt x="2009875" y="56803"/>
                  </a:lnTo>
                  <a:lnTo>
                    <a:pt x="2066343" y="58471"/>
                  </a:lnTo>
                  <a:lnTo>
                    <a:pt x="2109941" y="59664"/>
                  </a:lnTo>
                  <a:lnTo>
                    <a:pt x="2154683" y="60802"/>
                  </a:lnTo>
                  <a:lnTo>
                    <a:pt x="2200635" y="61883"/>
                  </a:lnTo>
                  <a:lnTo>
                    <a:pt x="2247866" y="62904"/>
                  </a:lnTo>
                  <a:lnTo>
                    <a:pt x="2296442" y="63862"/>
                  </a:lnTo>
                  <a:lnTo>
                    <a:pt x="2346430" y="64752"/>
                  </a:lnTo>
                  <a:lnTo>
                    <a:pt x="2397898" y="65573"/>
                  </a:lnTo>
                  <a:lnTo>
                    <a:pt x="2450913" y="66321"/>
                  </a:lnTo>
                  <a:lnTo>
                    <a:pt x="2481607" y="66699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49243" y="3508965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0" y="251719"/>
                  </a:moveTo>
                  <a:lnTo>
                    <a:pt x="1431" y="0"/>
                  </a:lnTo>
                  <a:lnTo>
                    <a:pt x="346512" y="127826"/>
                  </a:lnTo>
                  <a:lnTo>
                    <a:pt x="0" y="251719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49243" y="3508965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0" y="251719"/>
                  </a:moveTo>
                  <a:lnTo>
                    <a:pt x="346512" y="127826"/>
                  </a:lnTo>
                  <a:lnTo>
                    <a:pt x="1431" y="0"/>
                  </a:lnTo>
                  <a:lnTo>
                    <a:pt x="0" y="251719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9564" y="6448843"/>
            <a:ext cx="6564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Liu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PlaneRCNN: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3D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Plane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Detection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and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Reconstruction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from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Single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Image.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20" dirty="0">
                <a:latin typeface="Arial MT"/>
                <a:cs typeface="Arial MT"/>
              </a:rPr>
              <a:t> 2019.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82234" y="1497464"/>
            <a:ext cx="8001634" cy="3634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Example: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RGB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image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input,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detect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planar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surfaces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800">
              <a:latin typeface="Arial MT"/>
              <a:cs typeface="Arial MT"/>
            </a:endParaRPr>
          </a:p>
          <a:p>
            <a:pPr marL="455930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Plane/No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Plane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800">
              <a:latin typeface="Arial MT"/>
              <a:cs typeface="Arial MT"/>
            </a:endParaRPr>
          </a:p>
          <a:p>
            <a:pPr marL="6158865">
              <a:lnSpc>
                <a:spcPct val="100000"/>
              </a:lnSpc>
              <a:spcBef>
                <a:spcPts val="5"/>
              </a:spcBef>
            </a:pPr>
            <a:r>
              <a:rPr sz="2800" spc="-20" dirty="0">
                <a:latin typeface="Arial MT"/>
                <a:cs typeface="Arial MT"/>
              </a:rPr>
              <a:t>Mask</a:t>
            </a:r>
            <a:endParaRPr sz="2800">
              <a:latin typeface="Arial MT"/>
              <a:cs typeface="Arial MT"/>
            </a:endParaRPr>
          </a:p>
          <a:p>
            <a:pPr marL="4428490" marR="1108075" indent="-12700">
              <a:lnSpc>
                <a:spcPct val="108700"/>
              </a:lnSpc>
              <a:spcBef>
                <a:spcPts val="3075"/>
              </a:spcBef>
            </a:pPr>
            <a:r>
              <a:rPr sz="2800" dirty="0">
                <a:latin typeface="Arial MT"/>
                <a:cs typeface="Arial MT"/>
              </a:rPr>
              <a:t>Surface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Normal Offset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30146" y="3517694"/>
            <a:ext cx="2723515" cy="1516380"/>
            <a:chOff x="3530146" y="3517694"/>
            <a:chExt cx="2723515" cy="1516380"/>
          </a:xfrm>
        </p:grpSpPr>
        <p:sp>
          <p:nvSpPr>
            <p:cNvPr id="19" name="object 19"/>
            <p:cNvSpPr/>
            <p:nvPr/>
          </p:nvSpPr>
          <p:spPr>
            <a:xfrm>
              <a:off x="3568246" y="3555794"/>
              <a:ext cx="2289175" cy="870585"/>
            </a:xfrm>
            <a:custGeom>
              <a:avLst/>
              <a:gdLst/>
              <a:ahLst/>
              <a:cxnLst/>
              <a:rect l="l" t="t" r="r" b="b"/>
              <a:pathLst>
                <a:path w="2289175" h="870585">
                  <a:moveTo>
                    <a:pt x="0" y="0"/>
                  </a:moveTo>
                  <a:lnTo>
                    <a:pt x="67486" y="749"/>
                  </a:lnTo>
                  <a:lnTo>
                    <a:pt x="132762" y="2964"/>
                  </a:lnTo>
                  <a:lnTo>
                    <a:pt x="195902" y="6594"/>
                  </a:lnTo>
                  <a:lnTo>
                    <a:pt x="256985" y="11588"/>
                  </a:lnTo>
                  <a:lnTo>
                    <a:pt x="316085" y="17897"/>
                  </a:lnTo>
                  <a:lnTo>
                    <a:pt x="373279" y="25468"/>
                  </a:lnTo>
                  <a:lnTo>
                    <a:pt x="428643" y="34253"/>
                  </a:lnTo>
                  <a:lnTo>
                    <a:pt x="482253" y="44199"/>
                  </a:lnTo>
                  <a:lnTo>
                    <a:pt x="534187" y="55258"/>
                  </a:lnTo>
                  <a:lnTo>
                    <a:pt x="584519" y="67377"/>
                  </a:lnTo>
                  <a:lnTo>
                    <a:pt x="633326" y="80508"/>
                  </a:lnTo>
                  <a:lnTo>
                    <a:pt x="680685" y="94598"/>
                  </a:lnTo>
                  <a:lnTo>
                    <a:pt x="726672" y="109598"/>
                  </a:lnTo>
                  <a:lnTo>
                    <a:pt x="771362" y="125457"/>
                  </a:lnTo>
                  <a:lnTo>
                    <a:pt x="814832" y="142124"/>
                  </a:lnTo>
                  <a:lnTo>
                    <a:pt x="857159" y="159550"/>
                  </a:lnTo>
                  <a:lnTo>
                    <a:pt x="898419" y="177683"/>
                  </a:lnTo>
                  <a:lnTo>
                    <a:pt x="938687" y="196473"/>
                  </a:lnTo>
                  <a:lnTo>
                    <a:pt x="978040" y="215869"/>
                  </a:lnTo>
                  <a:lnTo>
                    <a:pt x="1016555" y="235822"/>
                  </a:lnTo>
                  <a:lnTo>
                    <a:pt x="1054307" y="256279"/>
                  </a:lnTo>
                  <a:lnTo>
                    <a:pt x="1091374" y="277192"/>
                  </a:lnTo>
                  <a:lnTo>
                    <a:pt x="1127830" y="298508"/>
                  </a:lnTo>
                  <a:lnTo>
                    <a:pt x="1163752" y="320179"/>
                  </a:lnTo>
                  <a:lnTo>
                    <a:pt x="1199217" y="342152"/>
                  </a:lnTo>
                  <a:lnTo>
                    <a:pt x="1234301" y="364379"/>
                  </a:lnTo>
                  <a:lnTo>
                    <a:pt x="1269080" y="386807"/>
                  </a:lnTo>
                  <a:lnTo>
                    <a:pt x="1303630" y="409387"/>
                  </a:lnTo>
                  <a:lnTo>
                    <a:pt x="1338028" y="432068"/>
                  </a:lnTo>
                  <a:lnTo>
                    <a:pt x="1372349" y="454799"/>
                  </a:lnTo>
                  <a:lnTo>
                    <a:pt x="1411956" y="481025"/>
                  </a:lnTo>
                  <a:lnTo>
                    <a:pt x="1451680" y="507173"/>
                  </a:lnTo>
                  <a:lnTo>
                    <a:pt x="1491637" y="533166"/>
                  </a:lnTo>
                  <a:lnTo>
                    <a:pt x="1531947" y="558925"/>
                  </a:lnTo>
                  <a:lnTo>
                    <a:pt x="1572724" y="584375"/>
                  </a:lnTo>
                  <a:lnTo>
                    <a:pt x="1614088" y="609436"/>
                  </a:lnTo>
                  <a:lnTo>
                    <a:pt x="1656154" y="634031"/>
                  </a:lnTo>
                  <a:lnTo>
                    <a:pt x="1699040" y="658083"/>
                  </a:lnTo>
                  <a:lnTo>
                    <a:pt x="1742863" y="681514"/>
                  </a:lnTo>
                  <a:lnTo>
                    <a:pt x="1787740" y="704246"/>
                  </a:lnTo>
                  <a:lnTo>
                    <a:pt x="1833788" y="726202"/>
                  </a:lnTo>
                  <a:lnTo>
                    <a:pt x="1881125" y="747304"/>
                  </a:lnTo>
                  <a:lnTo>
                    <a:pt x="1929866" y="767474"/>
                  </a:lnTo>
                  <a:lnTo>
                    <a:pt x="1976488" y="785302"/>
                  </a:lnTo>
                  <a:lnTo>
                    <a:pt x="2024516" y="802198"/>
                  </a:lnTo>
                  <a:lnTo>
                    <a:pt x="2074044" y="818099"/>
                  </a:lnTo>
                  <a:lnTo>
                    <a:pt x="2125166" y="832943"/>
                  </a:lnTo>
                  <a:lnTo>
                    <a:pt x="2177977" y="846669"/>
                  </a:lnTo>
                  <a:lnTo>
                    <a:pt x="2232569" y="859213"/>
                  </a:lnTo>
                  <a:lnTo>
                    <a:pt x="2289036" y="870515"/>
                  </a:lnTo>
                  <a:lnTo>
                    <a:pt x="2289171" y="870539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46665" y="4300933"/>
              <a:ext cx="355600" cy="250825"/>
            </a:xfrm>
            <a:custGeom>
              <a:avLst/>
              <a:gdLst/>
              <a:ahLst/>
              <a:cxnLst/>
              <a:rect l="l" t="t" r="r" b="b"/>
              <a:pathLst>
                <a:path w="355600" h="250825">
                  <a:moveTo>
                    <a:pt x="0" y="250803"/>
                  </a:moveTo>
                  <a:lnTo>
                    <a:pt x="21505" y="0"/>
                  </a:lnTo>
                  <a:lnTo>
                    <a:pt x="355291" y="154944"/>
                  </a:lnTo>
                  <a:lnTo>
                    <a:pt x="0" y="25080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46665" y="4300933"/>
              <a:ext cx="355600" cy="250825"/>
            </a:xfrm>
            <a:custGeom>
              <a:avLst/>
              <a:gdLst/>
              <a:ahLst/>
              <a:cxnLst/>
              <a:rect l="l" t="t" r="r" b="b"/>
              <a:pathLst>
                <a:path w="355600" h="250825">
                  <a:moveTo>
                    <a:pt x="0" y="250803"/>
                  </a:moveTo>
                  <a:lnTo>
                    <a:pt x="355291" y="154944"/>
                  </a:lnTo>
                  <a:lnTo>
                    <a:pt x="21505" y="0"/>
                  </a:lnTo>
                  <a:lnTo>
                    <a:pt x="0" y="250803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77486" y="3555963"/>
              <a:ext cx="2294890" cy="1315720"/>
            </a:xfrm>
            <a:custGeom>
              <a:avLst/>
              <a:gdLst/>
              <a:ahLst/>
              <a:cxnLst/>
              <a:rect l="l" t="t" r="r" b="b"/>
              <a:pathLst>
                <a:path w="2294890" h="1315720">
                  <a:moveTo>
                    <a:pt x="0" y="0"/>
                  </a:moveTo>
                  <a:lnTo>
                    <a:pt x="61517" y="936"/>
                  </a:lnTo>
                  <a:lnTo>
                    <a:pt x="121200" y="3707"/>
                  </a:lnTo>
                  <a:lnTo>
                    <a:pt x="179105" y="8254"/>
                  </a:lnTo>
                  <a:lnTo>
                    <a:pt x="235289" y="14522"/>
                  </a:lnTo>
                  <a:lnTo>
                    <a:pt x="289810" y="22452"/>
                  </a:lnTo>
                  <a:lnTo>
                    <a:pt x="342725" y="31987"/>
                  </a:lnTo>
                  <a:lnTo>
                    <a:pt x="394092" y="43070"/>
                  </a:lnTo>
                  <a:lnTo>
                    <a:pt x="443968" y="55643"/>
                  </a:lnTo>
                  <a:lnTo>
                    <a:pt x="492410" y="69650"/>
                  </a:lnTo>
                  <a:lnTo>
                    <a:pt x="539475" y="85032"/>
                  </a:lnTo>
                  <a:lnTo>
                    <a:pt x="585222" y="101733"/>
                  </a:lnTo>
                  <a:lnTo>
                    <a:pt x="629706" y="119695"/>
                  </a:lnTo>
                  <a:lnTo>
                    <a:pt x="672987" y="138861"/>
                  </a:lnTo>
                  <a:lnTo>
                    <a:pt x="715120" y="159173"/>
                  </a:lnTo>
                  <a:lnTo>
                    <a:pt x="756164" y="180574"/>
                  </a:lnTo>
                  <a:lnTo>
                    <a:pt x="796175" y="203008"/>
                  </a:lnTo>
                  <a:lnTo>
                    <a:pt x="835212" y="226415"/>
                  </a:lnTo>
                  <a:lnTo>
                    <a:pt x="873331" y="250740"/>
                  </a:lnTo>
                  <a:lnTo>
                    <a:pt x="910589" y="275925"/>
                  </a:lnTo>
                  <a:lnTo>
                    <a:pt x="947045" y="301913"/>
                  </a:lnTo>
                  <a:lnTo>
                    <a:pt x="982755" y="328646"/>
                  </a:lnTo>
                  <a:lnTo>
                    <a:pt x="1017777" y="356066"/>
                  </a:lnTo>
                  <a:lnTo>
                    <a:pt x="1052168" y="384117"/>
                  </a:lnTo>
                  <a:lnTo>
                    <a:pt x="1085986" y="412742"/>
                  </a:lnTo>
                  <a:lnTo>
                    <a:pt x="1119287" y="441882"/>
                  </a:lnTo>
                  <a:lnTo>
                    <a:pt x="1152130" y="471481"/>
                  </a:lnTo>
                  <a:lnTo>
                    <a:pt x="1184571" y="501481"/>
                  </a:lnTo>
                  <a:lnTo>
                    <a:pt x="1216668" y="531826"/>
                  </a:lnTo>
                  <a:lnTo>
                    <a:pt x="1248479" y="562456"/>
                  </a:lnTo>
                  <a:lnTo>
                    <a:pt x="1280060" y="593317"/>
                  </a:lnTo>
                  <a:lnTo>
                    <a:pt x="1311468" y="624349"/>
                  </a:lnTo>
                  <a:lnTo>
                    <a:pt x="1342763" y="655495"/>
                  </a:lnTo>
                  <a:lnTo>
                    <a:pt x="1373999" y="686699"/>
                  </a:lnTo>
                  <a:lnTo>
                    <a:pt x="1410819" y="723471"/>
                  </a:lnTo>
                  <a:lnTo>
                    <a:pt x="1447732" y="760149"/>
                  </a:lnTo>
                  <a:lnTo>
                    <a:pt x="1484833" y="796640"/>
                  </a:lnTo>
                  <a:lnTo>
                    <a:pt x="1522215" y="832848"/>
                  </a:lnTo>
                  <a:lnTo>
                    <a:pt x="1559973" y="868682"/>
                  </a:lnTo>
                  <a:lnTo>
                    <a:pt x="1598201" y="904046"/>
                  </a:lnTo>
                  <a:lnTo>
                    <a:pt x="1636992" y="938847"/>
                  </a:lnTo>
                  <a:lnTo>
                    <a:pt x="1676440" y="972991"/>
                  </a:lnTo>
                  <a:lnTo>
                    <a:pt x="1716639" y="1006385"/>
                  </a:lnTo>
                  <a:lnTo>
                    <a:pt x="1757683" y="1038934"/>
                  </a:lnTo>
                  <a:lnTo>
                    <a:pt x="1799666" y="1070544"/>
                  </a:lnTo>
                  <a:lnTo>
                    <a:pt x="1842682" y="1101122"/>
                  </a:lnTo>
                  <a:lnTo>
                    <a:pt x="1886824" y="1130574"/>
                  </a:lnTo>
                  <a:lnTo>
                    <a:pt x="1932187" y="1158806"/>
                  </a:lnTo>
                  <a:lnTo>
                    <a:pt x="1972955" y="1182434"/>
                  </a:lnTo>
                  <a:lnTo>
                    <a:pt x="2014791" y="1204994"/>
                  </a:lnTo>
                  <a:lnTo>
                    <a:pt x="2057760" y="1226422"/>
                  </a:lnTo>
                  <a:lnTo>
                    <a:pt x="2101924" y="1246655"/>
                  </a:lnTo>
                  <a:lnTo>
                    <a:pt x="2147346" y="1265631"/>
                  </a:lnTo>
                  <a:lnTo>
                    <a:pt x="2194089" y="1283287"/>
                  </a:lnTo>
                  <a:lnTo>
                    <a:pt x="2242216" y="1299560"/>
                  </a:lnTo>
                  <a:lnTo>
                    <a:pt x="2291789" y="1314386"/>
                  </a:lnTo>
                  <a:lnTo>
                    <a:pt x="2294527" y="1315139"/>
                  </a:lnTo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55975" y="4746267"/>
              <a:ext cx="359410" cy="250190"/>
            </a:xfrm>
            <a:custGeom>
              <a:avLst/>
              <a:gdLst/>
              <a:ahLst/>
              <a:cxnLst/>
              <a:rect l="l" t="t" r="r" b="b"/>
              <a:pathLst>
                <a:path w="359410" h="250189">
                  <a:moveTo>
                    <a:pt x="0" y="249671"/>
                  </a:moveTo>
                  <a:lnTo>
                    <a:pt x="32076" y="0"/>
                  </a:lnTo>
                  <a:lnTo>
                    <a:pt x="359022" y="168901"/>
                  </a:lnTo>
                  <a:lnTo>
                    <a:pt x="0" y="249671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975" y="4746267"/>
              <a:ext cx="359410" cy="250190"/>
            </a:xfrm>
            <a:custGeom>
              <a:avLst/>
              <a:gdLst/>
              <a:ahLst/>
              <a:cxnLst/>
              <a:rect l="l" t="t" r="r" b="b"/>
              <a:pathLst>
                <a:path w="359410" h="250189">
                  <a:moveTo>
                    <a:pt x="0" y="249671"/>
                  </a:moveTo>
                  <a:lnTo>
                    <a:pt x="359022" y="168901"/>
                  </a:lnTo>
                  <a:lnTo>
                    <a:pt x="32076" y="0"/>
                  </a:lnTo>
                  <a:lnTo>
                    <a:pt x="0" y="249671"/>
                  </a:lnTo>
                  <a:close/>
                </a:path>
              </a:pathLst>
            </a:custGeom>
            <a:ln w="761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1580">
              <a:lnSpc>
                <a:spcPct val="100000"/>
              </a:lnSpc>
              <a:spcBef>
                <a:spcPts val="100"/>
              </a:spcBef>
            </a:pPr>
            <a:r>
              <a:rPr dirty="0"/>
              <a:t>Extending</a:t>
            </a:r>
            <a:r>
              <a:rPr spc="-50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spc="-10" dirty="0"/>
              <a:t>Detection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51551"/>
            <a:ext cx="9102082" cy="2209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25" y="6448843"/>
            <a:ext cx="8132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S.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Agarwala,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Jin,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Rockwell,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Fouhey.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PlaneFormers: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Sparse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View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Planes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3D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Reconstruction.???,</a:t>
            </a:r>
            <a:r>
              <a:rPr sz="1200" spc="-20" dirty="0">
                <a:latin typeface="Arial MT"/>
                <a:cs typeface="Arial MT"/>
              </a:rPr>
              <a:t> 2022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2309" y="3835979"/>
            <a:ext cx="8327093" cy="22937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5318" y="4397973"/>
            <a:ext cx="29216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Core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building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detecting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spc="-10" dirty="0">
                <a:latin typeface="Arial MT"/>
                <a:cs typeface="Arial MT"/>
              </a:rPr>
              <a:t>image.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1111" y="689037"/>
            <a:ext cx="13652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YOLO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7825" y="6509473"/>
            <a:ext cx="8314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J.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Redmon,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Divvala,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Girshick,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Farhadi,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You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Only</a:t>
            </a:r>
            <a:r>
              <a:rPr sz="12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Look</a:t>
            </a:r>
            <a:r>
              <a:rPr sz="12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Once:</a:t>
            </a:r>
            <a:r>
              <a:rPr sz="12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Unified,</a:t>
            </a:r>
            <a:r>
              <a:rPr sz="12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Real-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Time</a:t>
            </a:r>
            <a:r>
              <a:rPr sz="12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Object</a:t>
            </a:r>
            <a:r>
              <a:rPr sz="12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Detection</a:t>
            </a:r>
            <a:r>
              <a:rPr sz="1200" dirty="0">
                <a:latin typeface="Arial MT"/>
                <a:cs typeface="Arial MT"/>
              </a:rPr>
              <a:t>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2016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3398" y="1805670"/>
            <a:ext cx="6569075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No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proposals</a:t>
            </a:r>
            <a:endParaRPr sz="2800">
              <a:latin typeface="Arial MT"/>
              <a:cs typeface="Arial MT"/>
            </a:endParaRPr>
          </a:p>
          <a:p>
            <a:pPr marL="416559" marR="200025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Predict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location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7x7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feature </a:t>
            </a:r>
            <a:r>
              <a:rPr sz="2800" dirty="0">
                <a:latin typeface="Arial MT"/>
                <a:cs typeface="Arial MT"/>
              </a:rPr>
              <a:t>map,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score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bboxes</a:t>
            </a:r>
            <a:endParaRPr sz="2800">
              <a:latin typeface="Arial MT"/>
              <a:cs typeface="Arial MT"/>
            </a:endParaRPr>
          </a:p>
          <a:p>
            <a:pPr marL="416559" marR="508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7x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faster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Faster-</a:t>
            </a:r>
            <a:r>
              <a:rPr sz="2800" dirty="0">
                <a:latin typeface="Arial MT"/>
                <a:cs typeface="Arial MT"/>
              </a:rPr>
              <a:t>RCNN,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worse </a:t>
            </a:r>
            <a:r>
              <a:rPr sz="2800" spc="-20" dirty="0">
                <a:latin typeface="Arial MT"/>
                <a:cs typeface="Arial MT"/>
              </a:rPr>
              <a:t>accuracy,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precision</a:t>
            </a:r>
            <a:endParaRPr sz="28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Immensely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popular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robotics</a:t>
            </a:r>
            <a:endParaRPr sz="2800">
              <a:latin typeface="Arial MT"/>
              <a:cs typeface="Arial MT"/>
            </a:endParaRPr>
          </a:p>
          <a:p>
            <a:pPr marL="416559" marR="51689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Loads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similar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methods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(YOLOv2, YOLOv3)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05361" y="4574463"/>
            <a:ext cx="316865" cy="445770"/>
            <a:chOff x="2305361" y="4574463"/>
            <a:chExt cx="316865" cy="445770"/>
          </a:xfrm>
        </p:grpSpPr>
        <p:sp>
          <p:nvSpPr>
            <p:cNvPr id="15" name="object 15"/>
            <p:cNvSpPr/>
            <p:nvPr/>
          </p:nvSpPr>
          <p:spPr>
            <a:xfrm>
              <a:off x="2333936" y="4697435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29454" y="2603405"/>
          <a:ext cx="3396612" cy="1906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2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529454" y="1763189"/>
            <a:ext cx="3609340" cy="2762250"/>
            <a:chOff x="529454" y="1763189"/>
            <a:chExt cx="3609340" cy="2762250"/>
          </a:xfrm>
        </p:grpSpPr>
        <p:sp>
          <p:nvSpPr>
            <p:cNvPr id="20" name="object 20"/>
            <p:cNvSpPr/>
            <p:nvPr/>
          </p:nvSpPr>
          <p:spPr>
            <a:xfrm>
              <a:off x="3933778" y="2422638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7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4" y="2422638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7"/>
                  </a:moveTo>
                  <a:lnTo>
                    <a:pt x="0" y="198297"/>
                  </a:lnTo>
                  <a:lnTo>
                    <a:pt x="198297" y="0"/>
                  </a:lnTo>
                  <a:lnTo>
                    <a:pt x="3596271" y="0"/>
                  </a:lnTo>
                  <a:lnTo>
                    <a:pt x="3397973" y="198297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4" y="2422638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7"/>
                  </a:moveTo>
                  <a:lnTo>
                    <a:pt x="198297" y="0"/>
                  </a:lnTo>
                  <a:lnTo>
                    <a:pt x="3596271" y="0"/>
                  </a:lnTo>
                  <a:lnTo>
                    <a:pt x="3596271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7"/>
                  </a:lnTo>
                  <a:close/>
                </a:path>
                <a:path w="3596640" h="2096770">
                  <a:moveTo>
                    <a:pt x="0" y="198297"/>
                  </a:moveTo>
                  <a:lnTo>
                    <a:pt x="3397973" y="198297"/>
                  </a:lnTo>
                  <a:lnTo>
                    <a:pt x="3596271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12477" y="2049092"/>
              <a:ext cx="270510" cy="876300"/>
            </a:xfrm>
            <a:custGeom>
              <a:avLst/>
              <a:gdLst/>
              <a:ahLst/>
              <a:cxnLst/>
              <a:rect l="l" t="t" r="r" b="b"/>
              <a:pathLst>
                <a:path w="270509" h="876300">
                  <a:moveTo>
                    <a:pt x="270443" y="875976"/>
                  </a:moveTo>
                  <a:lnTo>
                    <a:pt x="269089" y="808441"/>
                  </a:lnTo>
                  <a:lnTo>
                    <a:pt x="265169" y="745889"/>
                  </a:lnTo>
                  <a:lnTo>
                    <a:pt x="258896" y="687903"/>
                  </a:lnTo>
                  <a:lnTo>
                    <a:pt x="250485" y="634070"/>
                  </a:lnTo>
                  <a:lnTo>
                    <a:pt x="240150" y="583973"/>
                  </a:lnTo>
                  <a:lnTo>
                    <a:pt x="228104" y="537197"/>
                  </a:lnTo>
                  <a:lnTo>
                    <a:pt x="214560" y="493327"/>
                  </a:lnTo>
                  <a:lnTo>
                    <a:pt x="199734" y="451949"/>
                  </a:lnTo>
                  <a:lnTo>
                    <a:pt x="183839" y="412646"/>
                  </a:lnTo>
                  <a:lnTo>
                    <a:pt x="167089" y="375003"/>
                  </a:lnTo>
                  <a:lnTo>
                    <a:pt x="149697" y="338607"/>
                  </a:lnTo>
                  <a:lnTo>
                    <a:pt x="131877" y="303040"/>
                  </a:lnTo>
                  <a:lnTo>
                    <a:pt x="113843" y="267888"/>
                  </a:lnTo>
                  <a:lnTo>
                    <a:pt x="90432" y="222128"/>
                  </a:lnTo>
                  <a:lnTo>
                    <a:pt x="67490" y="175456"/>
                  </a:lnTo>
                  <a:lnTo>
                    <a:pt x="45487" y="126959"/>
                  </a:lnTo>
                  <a:lnTo>
                    <a:pt x="24894" y="75726"/>
                  </a:lnTo>
                  <a:lnTo>
                    <a:pt x="6181" y="20843"/>
                  </a:lnTo>
                  <a:lnTo>
                    <a:pt x="792" y="2800"/>
                  </a:lnTo>
                  <a:lnTo>
                    <a:pt x="0" y="0"/>
                  </a:lnTo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18817" y="1791764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0" y="269098"/>
                  </a:moveTo>
                  <a:lnTo>
                    <a:pt x="61321" y="0"/>
                  </a:lnTo>
                  <a:lnTo>
                    <a:pt x="187319" y="245557"/>
                  </a:lnTo>
                  <a:lnTo>
                    <a:pt x="0" y="269098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18817" y="1791764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187319" y="245557"/>
                  </a:moveTo>
                  <a:lnTo>
                    <a:pt x="61321" y="0"/>
                  </a:lnTo>
                  <a:lnTo>
                    <a:pt x="0" y="269098"/>
                  </a:lnTo>
                  <a:lnTo>
                    <a:pt x="187319" y="245557"/>
                  </a:lnTo>
                  <a:close/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41412" y="2139688"/>
              <a:ext cx="179705" cy="276225"/>
            </a:xfrm>
            <a:custGeom>
              <a:avLst/>
              <a:gdLst/>
              <a:ahLst/>
              <a:cxnLst/>
              <a:rect l="l" t="t" r="r" b="b"/>
              <a:pathLst>
                <a:path w="179705" h="276225">
                  <a:moveTo>
                    <a:pt x="179449" y="275845"/>
                  </a:moveTo>
                  <a:lnTo>
                    <a:pt x="0" y="217186"/>
                  </a:lnTo>
                  <a:lnTo>
                    <a:pt x="170306" y="0"/>
                  </a:lnTo>
                  <a:lnTo>
                    <a:pt x="179449" y="27584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41412" y="2139688"/>
              <a:ext cx="179705" cy="276225"/>
            </a:xfrm>
            <a:custGeom>
              <a:avLst/>
              <a:gdLst/>
              <a:ahLst/>
              <a:cxnLst/>
              <a:rect l="l" t="t" r="r" b="b"/>
              <a:pathLst>
                <a:path w="179705" h="276225">
                  <a:moveTo>
                    <a:pt x="179449" y="275845"/>
                  </a:moveTo>
                  <a:lnTo>
                    <a:pt x="170306" y="0"/>
                  </a:lnTo>
                  <a:lnTo>
                    <a:pt x="0" y="217186"/>
                  </a:lnTo>
                  <a:lnTo>
                    <a:pt x="179449" y="275845"/>
                  </a:lnTo>
                  <a:close/>
                </a:path>
              </a:pathLst>
            </a:custGeom>
            <a:ln w="5714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535800" y="3245941"/>
            <a:ext cx="3329304" cy="1273175"/>
          </a:xfrm>
          <a:custGeom>
            <a:avLst/>
            <a:gdLst/>
            <a:ahLst/>
            <a:cxnLst/>
            <a:rect l="l" t="t" r="r" b="b"/>
            <a:pathLst>
              <a:path w="3329304" h="1273175">
                <a:moveTo>
                  <a:pt x="3328886" y="0"/>
                </a:moveTo>
                <a:lnTo>
                  <a:pt x="3328886" y="0"/>
                </a:lnTo>
                <a:lnTo>
                  <a:pt x="0" y="0"/>
                </a:lnTo>
                <a:lnTo>
                  <a:pt x="0" y="318084"/>
                </a:lnTo>
                <a:lnTo>
                  <a:pt x="0" y="1272832"/>
                </a:lnTo>
                <a:lnTo>
                  <a:pt x="414870" y="1272832"/>
                </a:lnTo>
                <a:lnTo>
                  <a:pt x="3328886" y="1272832"/>
                </a:lnTo>
                <a:lnTo>
                  <a:pt x="3328886" y="954747"/>
                </a:lnTo>
                <a:lnTo>
                  <a:pt x="3328886" y="318084"/>
                </a:lnTo>
                <a:lnTo>
                  <a:pt x="332888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4207" y="939463"/>
            <a:ext cx="1871345" cy="769620"/>
          </a:xfrm>
          <a:prstGeom prst="rect">
            <a:avLst/>
          </a:prstGeom>
          <a:ln w="9524">
            <a:solidFill>
              <a:srgbClr val="4F81B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70840" indent="-243840">
              <a:lnSpc>
                <a:spcPct val="100000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sz="2200" spc="-10" dirty="0">
                <a:latin typeface="Arial MT"/>
                <a:cs typeface="Arial MT"/>
              </a:rPr>
              <a:t>Score</a:t>
            </a:r>
            <a:endParaRPr sz="2200">
              <a:latin typeface="Arial MT"/>
              <a:cs typeface="Arial MT"/>
            </a:endParaRPr>
          </a:p>
          <a:p>
            <a:pPr marL="370840" indent="-243840">
              <a:lnSpc>
                <a:spcPct val="100000"/>
              </a:lnSpc>
              <a:buChar char="•"/>
              <a:tabLst>
                <a:tab pos="370840" algn="l"/>
              </a:tabLst>
            </a:pPr>
            <a:r>
              <a:rPr sz="2200" spc="-20" dirty="0">
                <a:latin typeface="Arial MT"/>
                <a:cs typeface="Arial MT"/>
              </a:rPr>
              <a:t>Bbox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1982" y="1290709"/>
            <a:ext cx="1871345" cy="769620"/>
          </a:xfrm>
          <a:prstGeom prst="rect">
            <a:avLst/>
          </a:prstGeom>
          <a:ln w="9524">
            <a:solidFill>
              <a:srgbClr val="C0504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70840" indent="-243840">
              <a:lnSpc>
                <a:spcPct val="100000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sz="2200" spc="-10" dirty="0">
                <a:latin typeface="Arial MT"/>
                <a:cs typeface="Arial MT"/>
              </a:rPr>
              <a:t>Score</a:t>
            </a:r>
            <a:endParaRPr sz="2200">
              <a:latin typeface="Arial MT"/>
              <a:cs typeface="Arial MT"/>
            </a:endParaRPr>
          </a:p>
          <a:p>
            <a:pPr marL="370840" indent="-243840">
              <a:lnSpc>
                <a:spcPct val="100000"/>
              </a:lnSpc>
              <a:buChar char="•"/>
              <a:tabLst>
                <a:tab pos="370840" algn="l"/>
              </a:tabLst>
            </a:pPr>
            <a:r>
              <a:rPr sz="2200" spc="-20" dirty="0">
                <a:latin typeface="Arial MT"/>
                <a:cs typeface="Arial MT"/>
              </a:rPr>
              <a:t>Bbox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817678" y="2386204"/>
            <a:ext cx="313690" cy="563245"/>
          </a:xfrm>
          <a:custGeom>
            <a:avLst/>
            <a:gdLst/>
            <a:ahLst/>
            <a:cxnLst/>
            <a:rect l="l" t="t" r="r" b="b"/>
            <a:pathLst>
              <a:path w="313689" h="563244">
                <a:moveTo>
                  <a:pt x="0" y="562671"/>
                </a:moveTo>
                <a:lnTo>
                  <a:pt x="3044" y="499238"/>
                </a:lnTo>
                <a:lnTo>
                  <a:pt x="11759" y="441803"/>
                </a:lnTo>
                <a:lnTo>
                  <a:pt x="25514" y="389700"/>
                </a:lnTo>
                <a:lnTo>
                  <a:pt x="43679" y="342263"/>
                </a:lnTo>
                <a:lnTo>
                  <a:pt x="65624" y="298825"/>
                </a:lnTo>
                <a:lnTo>
                  <a:pt x="90719" y="258720"/>
                </a:lnTo>
                <a:lnTo>
                  <a:pt x="118334" y="221283"/>
                </a:lnTo>
                <a:lnTo>
                  <a:pt x="147839" y="185846"/>
                </a:lnTo>
                <a:lnTo>
                  <a:pt x="178604" y="151743"/>
                </a:lnTo>
                <a:lnTo>
                  <a:pt x="209999" y="118309"/>
                </a:lnTo>
                <a:lnTo>
                  <a:pt x="229661" y="97455"/>
                </a:lnTo>
                <a:lnTo>
                  <a:pt x="249169" y="76440"/>
                </a:lnTo>
                <a:lnTo>
                  <a:pt x="287109" y="33272"/>
                </a:lnTo>
                <a:lnTo>
                  <a:pt x="309649" y="5054"/>
                </a:lnTo>
                <a:lnTo>
                  <a:pt x="313459" y="0"/>
                </a:lnTo>
              </a:path>
            </a:pathLst>
          </a:custGeom>
          <a:ln w="57149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3261" y="689037"/>
            <a:ext cx="13652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YOLO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7825" y="6509473"/>
            <a:ext cx="4328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J.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Redmon,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Farhadi, </a:t>
            </a:r>
            <a:r>
              <a:rPr sz="1200" i="1" spc="-10" dirty="0">
                <a:latin typeface="Arial"/>
                <a:cs typeface="Arial"/>
              </a:rPr>
              <a:t>YOLOv3:</a:t>
            </a:r>
            <a:r>
              <a:rPr sz="1200" i="1" spc="-6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Incremental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Improvement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3398" y="1805670"/>
            <a:ext cx="6569075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100"/>
              </a:spcBef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No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proposals</a:t>
            </a:r>
            <a:endParaRPr sz="2800">
              <a:latin typeface="Arial MT"/>
              <a:cs typeface="Arial MT"/>
            </a:endParaRPr>
          </a:p>
          <a:p>
            <a:pPr marL="416559" marR="200025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Predict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location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7x7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feature </a:t>
            </a:r>
            <a:r>
              <a:rPr sz="2800" dirty="0">
                <a:latin typeface="Arial MT"/>
                <a:cs typeface="Arial MT"/>
              </a:rPr>
              <a:t>map,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score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bboxes</a:t>
            </a:r>
            <a:endParaRPr sz="2800">
              <a:latin typeface="Arial MT"/>
              <a:cs typeface="Arial MT"/>
            </a:endParaRPr>
          </a:p>
          <a:p>
            <a:pPr marL="416559" marR="508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7x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faster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Faster-</a:t>
            </a:r>
            <a:r>
              <a:rPr sz="2800" dirty="0">
                <a:latin typeface="Arial MT"/>
                <a:cs typeface="Arial MT"/>
              </a:rPr>
              <a:t>RCNN,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worse </a:t>
            </a:r>
            <a:r>
              <a:rPr sz="2800" spc="-20" dirty="0">
                <a:latin typeface="Arial MT"/>
                <a:cs typeface="Arial MT"/>
              </a:rPr>
              <a:t>accuracy,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precision</a:t>
            </a:r>
            <a:endParaRPr sz="28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Immensely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popular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robotics</a:t>
            </a:r>
            <a:endParaRPr sz="2800">
              <a:latin typeface="Arial MT"/>
              <a:cs typeface="Arial MT"/>
            </a:endParaRPr>
          </a:p>
          <a:p>
            <a:pPr marL="416559" marR="516890" indent="-404495">
              <a:lnSpc>
                <a:spcPct val="100000"/>
              </a:lnSpc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Loads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similar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methods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(YOLOv2, YOLOv3)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0246" y="4882703"/>
            <a:ext cx="3942079" cy="1476375"/>
            <a:chOff x="310246" y="4882703"/>
            <a:chExt cx="3942079" cy="14763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6" y="5377335"/>
              <a:ext cx="3928799" cy="974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6596" y="5377335"/>
              <a:ext cx="3929379" cy="975360"/>
            </a:xfrm>
            <a:custGeom>
              <a:avLst/>
              <a:gdLst/>
              <a:ahLst/>
              <a:cxnLst/>
              <a:rect l="l" t="t" r="r" b="b"/>
              <a:pathLst>
                <a:path w="3929379" h="975360">
                  <a:moveTo>
                    <a:pt x="0" y="974999"/>
                  </a:moveTo>
                  <a:lnTo>
                    <a:pt x="901182" y="0"/>
                  </a:lnTo>
                  <a:lnTo>
                    <a:pt x="3928799" y="0"/>
                  </a:lnTo>
                  <a:lnTo>
                    <a:pt x="3027617" y="974999"/>
                  </a:lnTo>
                  <a:lnTo>
                    <a:pt x="0" y="974999"/>
                  </a:lnTo>
                  <a:close/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8532" y="5183578"/>
              <a:ext cx="1991995" cy="883919"/>
            </a:xfrm>
            <a:custGeom>
              <a:avLst/>
              <a:gdLst/>
              <a:ahLst/>
              <a:cxnLst/>
              <a:rect l="l" t="t" r="r" b="b"/>
              <a:pathLst>
                <a:path w="1991995" h="883920">
                  <a:moveTo>
                    <a:pt x="1991774" y="883574"/>
                  </a:moveTo>
                  <a:lnTo>
                    <a:pt x="0" y="883574"/>
                  </a:lnTo>
                  <a:lnTo>
                    <a:pt x="0" y="0"/>
                  </a:lnTo>
                  <a:lnTo>
                    <a:pt x="1991774" y="0"/>
                  </a:lnTo>
                  <a:lnTo>
                    <a:pt x="1991774" y="883574"/>
                  </a:lnTo>
                  <a:close/>
                </a:path>
              </a:pathLst>
            </a:custGeom>
            <a:solidFill>
              <a:srgbClr val="FFFFFF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90307" y="4889053"/>
              <a:ext cx="294640" cy="1178560"/>
            </a:xfrm>
            <a:custGeom>
              <a:avLst/>
              <a:gdLst/>
              <a:ahLst/>
              <a:cxnLst/>
              <a:rect l="l" t="t" r="r" b="b"/>
              <a:pathLst>
                <a:path w="294639" h="1178560">
                  <a:moveTo>
                    <a:pt x="0" y="1178099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94524" y="883574"/>
                  </a:lnTo>
                  <a:lnTo>
                    <a:pt x="0" y="1178099"/>
                  </a:lnTo>
                  <a:close/>
                </a:path>
              </a:pathLst>
            </a:custGeom>
            <a:solidFill>
              <a:srgbClr val="CBCBCB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98532" y="4889053"/>
              <a:ext cx="2286635" cy="294640"/>
            </a:xfrm>
            <a:custGeom>
              <a:avLst/>
              <a:gdLst/>
              <a:ahLst/>
              <a:cxnLst/>
              <a:rect l="l" t="t" r="r" b="b"/>
              <a:pathLst>
                <a:path w="2286635" h="294639">
                  <a:moveTo>
                    <a:pt x="1991774" y="294524"/>
                  </a:moveTo>
                  <a:lnTo>
                    <a:pt x="0" y="294524"/>
                  </a:lnTo>
                  <a:lnTo>
                    <a:pt x="294524" y="0"/>
                  </a:lnTo>
                  <a:lnTo>
                    <a:pt x="2286299" y="0"/>
                  </a:lnTo>
                  <a:lnTo>
                    <a:pt x="1991774" y="294524"/>
                  </a:lnTo>
                  <a:close/>
                </a:path>
              </a:pathLst>
            </a:custGeom>
            <a:solidFill>
              <a:srgbClr val="FFFFFF">
                <a:alpha val="9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98532" y="4889053"/>
              <a:ext cx="2286635" cy="1178560"/>
            </a:xfrm>
            <a:custGeom>
              <a:avLst/>
              <a:gdLst/>
              <a:ahLst/>
              <a:cxnLst/>
              <a:rect l="l" t="t" r="r" b="b"/>
              <a:pathLst>
                <a:path w="2286635" h="1178560">
                  <a:moveTo>
                    <a:pt x="0" y="294524"/>
                  </a:moveTo>
                  <a:lnTo>
                    <a:pt x="294524" y="0"/>
                  </a:lnTo>
                  <a:lnTo>
                    <a:pt x="2286299" y="0"/>
                  </a:lnTo>
                  <a:lnTo>
                    <a:pt x="2286299" y="883574"/>
                  </a:lnTo>
                  <a:lnTo>
                    <a:pt x="1991774" y="1178099"/>
                  </a:lnTo>
                  <a:lnTo>
                    <a:pt x="0" y="1178099"/>
                  </a:lnTo>
                  <a:lnTo>
                    <a:pt x="0" y="294524"/>
                  </a:lnTo>
                  <a:close/>
                </a:path>
                <a:path w="2286635" h="1178560">
                  <a:moveTo>
                    <a:pt x="0" y="294524"/>
                  </a:moveTo>
                  <a:lnTo>
                    <a:pt x="1991774" y="294524"/>
                  </a:lnTo>
                  <a:lnTo>
                    <a:pt x="2286299" y="0"/>
                  </a:lnTo>
                </a:path>
                <a:path w="2286635" h="1178560">
                  <a:moveTo>
                    <a:pt x="1991774" y="294524"/>
                  </a:moveTo>
                  <a:lnTo>
                    <a:pt x="1991774" y="1178099"/>
                  </a:lnTo>
                </a:path>
              </a:pathLst>
            </a:custGeom>
            <a:ln w="12699">
              <a:solidFill>
                <a:srgbClr val="3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86528" y="5482617"/>
            <a:ext cx="815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ConvNet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05361" y="4574463"/>
            <a:ext cx="316865" cy="445770"/>
            <a:chOff x="2305361" y="4574463"/>
            <a:chExt cx="316865" cy="445770"/>
          </a:xfrm>
        </p:grpSpPr>
        <p:sp>
          <p:nvSpPr>
            <p:cNvPr id="15" name="object 15"/>
            <p:cNvSpPr/>
            <p:nvPr/>
          </p:nvSpPr>
          <p:spPr>
            <a:xfrm>
              <a:off x="2333936" y="4697435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322799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0" y="0"/>
                  </a:lnTo>
                  <a:lnTo>
                    <a:pt x="259352" y="94396"/>
                  </a:lnTo>
                  <a:lnTo>
                    <a:pt x="0" y="18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33936" y="4603038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4" h="189229">
                  <a:moveTo>
                    <a:pt x="0" y="188792"/>
                  </a:moveTo>
                  <a:lnTo>
                    <a:pt x="259352" y="94396"/>
                  </a:lnTo>
                  <a:lnTo>
                    <a:pt x="0" y="0"/>
                  </a:lnTo>
                  <a:lnTo>
                    <a:pt x="0" y="18879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29454" y="2603405"/>
          <a:ext cx="3396612" cy="1906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48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2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905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4F81B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905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C0504D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4F81B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504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529454" y="1763189"/>
            <a:ext cx="3609340" cy="2762250"/>
            <a:chOff x="529454" y="1763189"/>
            <a:chExt cx="3609340" cy="2762250"/>
          </a:xfrm>
        </p:grpSpPr>
        <p:sp>
          <p:nvSpPr>
            <p:cNvPr id="20" name="object 20"/>
            <p:cNvSpPr/>
            <p:nvPr/>
          </p:nvSpPr>
          <p:spPr>
            <a:xfrm>
              <a:off x="3933778" y="2422638"/>
              <a:ext cx="198755" cy="2096770"/>
            </a:xfrm>
            <a:custGeom>
              <a:avLst/>
              <a:gdLst/>
              <a:ahLst/>
              <a:cxnLst/>
              <a:rect l="l" t="t" r="r" b="b"/>
              <a:pathLst>
                <a:path w="198754" h="2096770">
                  <a:moveTo>
                    <a:pt x="0" y="2096163"/>
                  </a:moveTo>
                  <a:lnTo>
                    <a:pt x="0" y="198297"/>
                  </a:lnTo>
                  <a:lnTo>
                    <a:pt x="198297" y="0"/>
                  </a:lnTo>
                  <a:lnTo>
                    <a:pt x="198297" y="1897866"/>
                  </a:lnTo>
                  <a:lnTo>
                    <a:pt x="0" y="2096163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804" y="2422638"/>
              <a:ext cx="3596640" cy="198755"/>
            </a:xfrm>
            <a:custGeom>
              <a:avLst/>
              <a:gdLst/>
              <a:ahLst/>
              <a:cxnLst/>
              <a:rect l="l" t="t" r="r" b="b"/>
              <a:pathLst>
                <a:path w="3596640" h="198755">
                  <a:moveTo>
                    <a:pt x="3397973" y="198297"/>
                  </a:moveTo>
                  <a:lnTo>
                    <a:pt x="0" y="198297"/>
                  </a:lnTo>
                  <a:lnTo>
                    <a:pt x="198297" y="0"/>
                  </a:lnTo>
                  <a:lnTo>
                    <a:pt x="3596271" y="0"/>
                  </a:lnTo>
                  <a:lnTo>
                    <a:pt x="3397973" y="198297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5804" y="2422638"/>
              <a:ext cx="3596640" cy="2096770"/>
            </a:xfrm>
            <a:custGeom>
              <a:avLst/>
              <a:gdLst/>
              <a:ahLst/>
              <a:cxnLst/>
              <a:rect l="l" t="t" r="r" b="b"/>
              <a:pathLst>
                <a:path w="3596640" h="2096770">
                  <a:moveTo>
                    <a:pt x="0" y="198297"/>
                  </a:moveTo>
                  <a:lnTo>
                    <a:pt x="198297" y="0"/>
                  </a:lnTo>
                  <a:lnTo>
                    <a:pt x="3596271" y="0"/>
                  </a:lnTo>
                  <a:lnTo>
                    <a:pt x="3596271" y="1897866"/>
                  </a:lnTo>
                  <a:lnTo>
                    <a:pt x="3397973" y="2096163"/>
                  </a:lnTo>
                  <a:lnTo>
                    <a:pt x="0" y="2096163"/>
                  </a:lnTo>
                  <a:lnTo>
                    <a:pt x="0" y="198297"/>
                  </a:lnTo>
                  <a:close/>
                </a:path>
                <a:path w="3596640" h="2096770">
                  <a:moveTo>
                    <a:pt x="0" y="198297"/>
                  </a:moveTo>
                  <a:lnTo>
                    <a:pt x="3397973" y="198297"/>
                  </a:lnTo>
                  <a:lnTo>
                    <a:pt x="3596271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12477" y="2049092"/>
              <a:ext cx="270510" cy="876300"/>
            </a:xfrm>
            <a:custGeom>
              <a:avLst/>
              <a:gdLst/>
              <a:ahLst/>
              <a:cxnLst/>
              <a:rect l="l" t="t" r="r" b="b"/>
              <a:pathLst>
                <a:path w="270509" h="876300">
                  <a:moveTo>
                    <a:pt x="270443" y="875976"/>
                  </a:moveTo>
                  <a:lnTo>
                    <a:pt x="269089" y="808441"/>
                  </a:lnTo>
                  <a:lnTo>
                    <a:pt x="265169" y="745889"/>
                  </a:lnTo>
                  <a:lnTo>
                    <a:pt x="258896" y="687903"/>
                  </a:lnTo>
                  <a:lnTo>
                    <a:pt x="250485" y="634070"/>
                  </a:lnTo>
                  <a:lnTo>
                    <a:pt x="240150" y="583973"/>
                  </a:lnTo>
                  <a:lnTo>
                    <a:pt x="228104" y="537197"/>
                  </a:lnTo>
                  <a:lnTo>
                    <a:pt x="214560" y="493327"/>
                  </a:lnTo>
                  <a:lnTo>
                    <a:pt x="199734" y="451949"/>
                  </a:lnTo>
                  <a:lnTo>
                    <a:pt x="183839" y="412646"/>
                  </a:lnTo>
                  <a:lnTo>
                    <a:pt x="167089" y="375003"/>
                  </a:lnTo>
                  <a:lnTo>
                    <a:pt x="149697" y="338607"/>
                  </a:lnTo>
                  <a:lnTo>
                    <a:pt x="131877" y="303040"/>
                  </a:lnTo>
                  <a:lnTo>
                    <a:pt x="113843" y="267888"/>
                  </a:lnTo>
                  <a:lnTo>
                    <a:pt x="90432" y="222128"/>
                  </a:lnTo>
                  <a:lnTo>
                    <a:pt x="67490" y="175456"/>
                  </a:lnTo>
                  <a:lnTo>
                    <a:pt x="45487" y="126959"/>
                  </a:lnTo>
                  <a:lnTo>
                    <a:pt x="24894" y="75726"/>
                  </a:lnTo>
                  <a:lnTo>
                    <a:pt x="6181" y="20843"/>
                  </a:lnTo>
                  <a:lnTo>
                    <a:pt x="792" y="2800"/>
                  </a:lnTo>
                  <a:lnTo>
                    <a:pt x="0" y="0"/>
                  </a:lnTo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18817" y="1791764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0" y="269098"/>
                  </a:moveTo>
                  <a:lnTo>
                    <a:pt x="61321" y="0"/>
                  </a:lnTo>
                  <a:lnTo>
                    <a:pt x="187319" y="245557"/>
                  </a:lnTo>
                  <a:lnTo>
                    <a:pt x="0" y="269098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18817" y="1791764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187319" y="245557"/>
                  </a:moveTo>
                  <a:lnTo>
                    <a:pt x="61321" y="0"/>
                  </a:lnTo>
                  <a:lnTo>
                    <a:pt x="0" y="269098"/>
                  </a:lnTo>
                  <a:lnTo>
                    <a:pt x="187319" y="245557"/>
                  </a:lnTo>
                  <a:close/>
                </a:path>
              </a:pathLst>
            </a:custGeom>
            <a:ln w="5714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41412" y="2139688"/>
              <a:ext cx="179705" cy="276225"/>
            </a:xfrm>
            <a:custGeom>
              <a:avLst/>
              <a:gdLst/>
              <a:ahLst/>
              <a:cxnLst/>
              <a:rect l="l" t="t" r="r" b="b"/>
              <a:pathLst>
                <a:path w="179705" h="276225">
                  <a:moveTo>
                    <a:pt x="179449" y="275845"/>
                  </a:moveTo>
                  <a:lnTo>
                    <a:pt x="0" y="217186"/>
                  </a:lnTo>
                  <a:lnTo>
                    <a:pt x="170306" y="0"/>
                  </a:lnTo>
                  <a:lnTo>
                    <a:pt x="179449" y="27584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41412" y="2139688"/>
              <a:ext cx="179705" cy="276225"/>
            </a:xfrm>
            <a:custGeom>
              <a:avLst/>
              <a:gdLst/>
              <a:ahLst/>
              <a:cxnLst/>
              <a:rect l="l" t="t" r="r" b="b"/>
              <a:pathLst>
                <a:path w="179705" h="276225">
                  <a:moveTo>
                    <a:pt x="179449" y="275845"/>
                  </a:moveTo>
                  <a:lnTo>
                    <a:pt x="170306" y="0"/>
                  </a:lnTo>
                  <a:lnTo>
                    <a:pt x="0" y="217186"/>
                  </a:lnTo>
                  <a:lnTo>
                    <a:pt x="179449" y="275845"/>
                  </a:lnTo>
                  <a:close/>
                </a:path>
              </a:pathLst>
            </a:custGeom>
            <a:ln w="5714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535800" y="3245941"/>
            <a:ext cx="3329304" cy="1273175"/>
          </a:xfrm>
          <a:custGeom>
            <a:avLst/>
            <a:gdLst/>
            <a:ahLst/>
            <a:cxnLst/>
            <a:rect l="l" t="t" r="r" b="b"/>
            <a:pathLst>
              <a:path w="3329304" h="1273175">
                <a:moveTo>
                  <a:pt x="3328886" y="0"/>
                </a:moveTo>
                <a:lnTo>
                  <a:pt x="3328886" y="0"/>
                </a:lnTo>
                <a:lnTo>
                  <a:pt x="0" y="0"/>
                </a:lnTo>
                <a:lnTo>
                  <a:pt x="0" y="318084"/>
                </a:lnTo>
                <a:lnTo>
                  <a:pt x="0" y="1272832"/>
                </a:lnTo>
                <a:lnTo>
                  <a:pt x="414870" y="1272832"/>
                </a:lnTo>
                <a:lnTo>
                  <a:pt x="3328886" y="1272832"/>
                </a:lnTo>
                <a:lnTo>
                  <a:pt x="3328886" y="954747"/>
                </a:lnTo>
                <a:lnTo>
                  <a:pt x="3328886" y="318084"/>
                </a:lnTo>
                <a:lnTo>
                  <a:pt x="332888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4207" y="939463"/>
            <a:ext cx="1871345" cy="769620"/>
          </a:xfrm>
          <a:prstGeom prst="rect">
            <a:avLst/>
          </a:prstGeom>
          <a:ln w="9524">
            <a:solidFill>
              <a:srgbClr val="4F81B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70840" indent="-243840">
              <a:lnSpc>
                <a:spcPct val="100000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sz="2200" spc="-10" dirty="0">
                <a:latin typeface="Arial MT"/>
                <a:cs typeface="Arial MT"/>
              </a:rPr>
              <a:t>Score</a:t>
            </a:r>
            <a:endParaRPr sz="2200">
              <a:latin typeface="Arial MT"/>
              <a:cs typeface="Arial MT"/>
            </a:endParaRPr>
          </a:p>
          <a:p>
            <a:pPr marL="370840" indent="-243840">
              <a:lnSpc>
                <a:spcPct val="100000"/>
              </a:lnSpc>
              <a:buChar char="•"/>
              <a:tabLst>
                <a:tab pos="370840" algn="l"/>
              </a:tabLst>
            </a:pPr>
            <a:r>
              <a:rPr sz="2200" spc="-20" dirty="0">
                <a:latin typeface="Arial MT"/>
                <a:cs typeface="Arial MT"/>
              </a:rPr>
              <a:t>Bbox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1982" y="1290709"/>
            <a:ext cx="1871345" cy="769620"/>
          </a:xfrm>
          <a:prstGeom prst="rect">
            <a:avLst/>
          </a:prstGeom>
          <a:ln w="9524">
            <a:solidFill>
              <a:srgbClr val="C0504D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70840" indent="-243840">
              <a:lnSpc>
                <a:spcPct val="100000"/>
              </a:lnSpc>
              <a:spcBef>
                <a:spcPts val="210"/>
              </a:spcBef>
              <a:buChar char="•"/>
              <a:tabLst>
                <a:tab pos="370840" algn="l"/>
              </a:tabLst>
            </a:pPr>
            <a:r>
              <a:rPr sz="2200" spc="-10" dirty="0">
                <a:latin typeface="Arial MT"/>
                <a:cs typeface="Arial MT"/>
              </a:rPr>
              <a:t>Score</a:t>
            </a:r>
            <a:endParaRPr sz="2200">
              <a:latin typeface="Arial MT"/>
              <a:cs typeface="Arial MT"/>
            </a:endParaRPr>
          </a:p>
          <a:p>
            <a:pPr marL="370840" indent="-243840">
              <a:lnSpc>
                <a:spcPct val="100000"/>
              </a:lnSpc>
              <a:buChar char="•"/>
              <a:tabLst>
                <a:tab pos="370840" algn="l"/>
              </a:tabLst>
            </a:pPr>
            <a:r>
              <a:rPr sz="2200" spc="-20" dirty="0">
                <a:latin typeface="Arial MT"/>
                <a:cs typeface="Arial MT"/>
              </a:rPr>
              <a:t>Bbox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817678" y="2386204"/>
            <a:ext cx="313690" cy="563245"/>
          </a:xfrm>
          <a:custGeom>
            <a:avLst/>
            <a:gdLst/>
            <a:ahLst/>
            <a:cxnLst/>
            <a:rect l="l" t="t" r="r" b="b"/>
            <a:pathLst>
              <a:path w="313689" h="563244">
                <a:moveTo>
                  <a:pt x="0" y="562671"/>
                </a:moveTo>
                <a:lnTo>
                  <a:pt x="3044" y="499238"/>
                </a:lnTo>
                <a:lnTo>
                  <a:pt x="11759" y="441803"/>
                </a:lnTo>
                <a:lnTo>
                  <a:pt x="25514" y="389700"/>
                </a:lnTo>
                <a:lnTo>
                  <a:pt x="43679" y="342263"/>
                </a:lnTo>
                <a:lnTo>
                  <a:pt x="65624" y="298825"/>
                </a:lnTo>
                <a:lnTo>
                  <a:pt x="90719" y="258720"/>
                </a:lnTo>
                <a:lnTo>
                  <a:pt x="118334" y="221283"/>
                </a:lnTo>
                <a:lnTo>
                  <a:pt x="147839" y="185846"/>
                </a:lnTo>
                <a:lnTo>
                  <a:pt x="178604" y="151743"/>
                </a:lnTo>
                <a:lnTo>
                  <a:pt x="209999" y="118309"/>
                </a:lnTo>
                <a:lnTo>
                  <a:pt x="229661" y="97455"/>
                </a:lnTo>
                <a:lnTo>
                  <a:pt x="249169" y="76440"/>
                </a:lnTo>
                <a:lnTo>
                  <a:pt x="287109" y="33272"/>
                </a:lnTo>
                <a:lnTo>
                  <a:pt x="309649" y="5054"/>
                </a:lnTo>
                <a:lnTo>
                  <a:pt x="313459" y="0"/>
                </a:lnTo>
              </a:path>
            </a:pathLst>
          </a:custGeom>
          <a:ln w="57149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19675" y="5580313"/>
            <a:ext cx="28511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https://docs.google.com/presentatio n/d/1kAa7NOamBt4calBU9iHgT8a8 6RRHz9Yz2oh4-GTdX6M/edit#slid e=id.g151008b386_0_57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79"/>
            <a:ext cx="9143998" cy="68532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Accurate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95" dirty="0">
                <a:latin typeface="Microsoft Sans Serif"/>
                <a:cs typeface="Microsoft Sans Serif"/>
              </a:rPr>
              <a:t>object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detection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is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slow!</a:t>
            </a:r>
            <a:endParaRPr sz="3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5249" y="1958437"/>
          <a:ext cx="9660889" cy="1007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80" dirty="0">
                          <a:latin typeface="Arial"/>
                          <a:cs typeface="Arial"/>
                        </a:rPr>
                        <a:t>Pascal</a:t>
                      </a:r>
                      <a:r>
                        <a:rPr sz="2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2007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Speed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DPM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v5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33.7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.07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Accurate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95" dirty="0">
                <a:latin typeface="Microsoft Sans Serif"/>
                <a:cs typeface="Microsoft Sans Serif"/>
              </a:rPr>
              <a:t>object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detection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is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slow!</a:t>
            </a:r>
            <a:endParaRPr sz="3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5249" y="1958437"/>
          <a:ext cx="9660889" cy="1466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80" dirty="0">
                          <a:latin typeface="Arial"/>
                          <a:cs typeface="Arial"/>
                        </a:rPr>
                        <a:t>Pascal</a:t>
                      </a:r>
                      <a:r>
                        <a:rPr sz="2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2007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Speed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DPM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v5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33.7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.07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66.0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.05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Accurate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95" dirty="0">
                <a:latin typeface="Microsoft Sans Serif"/>
                <a:cs typeface="Microsoft Sans Serif"/>
              </a:rPr>
              <a:t>object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detection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is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slow!</a:t>
            </a:r>
            <a:endParaRPr sz="3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5249" y="1958437"/>
          <a:ext cx="9660889" cy="1466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80" dirty="0">
                          <a:latin typeface="Arial"/>
                          <a:cs typeface="Arial"/>
                        </a:rPr>
                        <a:t>Pascal</a:t>
                      </a:r>
                      <a:r>
                        <a:rPr sz="2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2007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Speed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DPM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v5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33.7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.07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66.0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.05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028058" y="5451937"/>
            <a:ext cx="3651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20" dirty="0">
                <a:latin typeface="Microsoft Sans Serif"/>
                <a:cs typeface="Microsoft Sans Serif"/>
              </a:rPr>
              <a:t>⅓</a:t>
            </a:r>
            <a:r>
              <a:rPr sz="3600" spc="-2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Mile,</a:t>
            </a:r>
            <a:r>
              <a:rPr sz="3600" spc="-2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1760</a:t>
            </a:r>
            <a:r>
              <a:rPr sz="3600" spc="-25" dirty="0">
                <a:latin typeface="Microsoft Sans Serif"/>
                <a:cs typeface="Microsoft Sans Serif"/>
              </a:rPr>
              <a:t> </a:t>
            </a:r>
            <a:r>
              <a:rPr sz="3600" spc="190" dirty="0">
                <a:latin typeface="Microsoft Sans Serif"/>
                <a:cs typeface="Microsoft Sans Serif"/>
              </a:rPr>
              <a:t>feet</a:t>
            </a:r>
            <a:endParaRPr sz="36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962" y="5280524"/>
            <a:ext cx="11209020" cy="1560830"/>
            <a:chOff x="16962" y="5280524"/>
            <a:chExt cx="11209020" cy="1560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2" y="5280524"/>
              <a:ext cx="2510381" cy="15605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44306" y="6069262"/>
              <a:ext cx="8298180" cy="0"/>
            </a:xfrm>
            <a:custGeom>
              <a:avLst/>
              <a:gdLst/>
              <a:ahLst/>
              <a:cxnLst/>
              <a:rect l="l" t="t" r="r" b="b"/>
              <a:pathLst>
                <a:path w="8298180">
                  <a:moveTo>
                    <a:pt x="0" y="0"/>
                  </a:moveTo>
                  <a:lnTo>
                    <a:pt x="8297700" y="0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842005" y="59434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42005" y="59434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Accurate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95" dirty="0">
                <a:latin typeface="Microsoft Sans Serif"/>
                <a:cs typeface="Microsoft Sans Serif"/>
              </a:rPr>
              <a:t>object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detection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is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slow!</a:t>
            </a:r>
            <a:endParaRPr sz="3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5249" y="1958437"/>
          <a:ext cx="9660889" cy="1924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80" dirty="0">
                          <a:latin typeface="Arial"/>
                          <a:cs typeface="Arial"/>
                        </a:rPr>
                        <a:t>Pascal</a:t>
                      </a:r>
                      <a:r>
                        <a:rPr sz="2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2007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Speed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DPM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v5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33.7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.07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66.0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.05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Fast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70.0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.5</a:t>
                      </a:r>
                      <a:r>
                        <a:rPr sz="1800" spc="-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028058" y="5451937"/>
            <a:ext cx="1776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176</a:t>
            </a:r>
            <a:r>
              <a:rPr sz="3600" spc="-65" dirty="0">
                <a:latin typeface="Microsoft Sans Serif"/>
                <a:cs typeface="Microsoft Sans Serif"/>
              </a:rPr>
              <a:t> </a:t>
            </a:r>
            <a:r>
              <a:rPr sz="3600" spc="190" dirty="0">
                <a:latin typeface="Microsoft Sans Serif"/>
                <a:cs typeface="Microsoft Sans Serif"/>
              </a:rPr>
              <a:t>feet</a:t>
            </a:r>
            <a:endParaRPr sz="36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962" y="5280524"/>
            <a:ext cx="8280400" cy="1560830"/>
            <a:chOff x="16962" y="5280524"/>
            <a:chExt cx="8280400" cy="1560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2" y="5280524"/>
              <a:ext cx="2510381" cy="15605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44306" y="6069262"/>
              <a:ext cx="5368925" cy="0"/>
            </a:xfrm>
            <a:custGeom>
              <a:avLst/>
              <a:gdLst/>
              <a:ahLst/>
              <a:cxnLst/>
              <a:rect l="l" t="t" r="r" b="b"/>
              <a:pathLst>
                <a:path w="5368925">
                  <a:moveTo>
                    <a:pt x="0" y="0"/>
                  </a:moveTo>
                  <a:lnTo>
                    <a:pt x="5368800" y="0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13106" y="59434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13106" y="59434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Accurate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95" dirty="0">
                <a:latin typeface="Microsoft Sans Serif"/>
                <a:cs typeface="Microsoft Sans Serif"/>
              </a:rPr>
              <a:t>object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detection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is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slow!</a:t>
            </a:r>
            <a:endParaRPr sz="3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5249" y="1958437"/>
          <a:ext cx="9660889" cy="2383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80" dirty="0">
                          <a:latin typeface="Arial"/>
                          <a:cs typeface="Arial"/>
                        </a:rPr>
                        <a:t>Pascal</a:t>
                      </a:r>
                      <a:r>
                        <a:rPr sz="2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2007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Speed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DPM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v5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33.7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.07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66.0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.05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Fast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70.0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.5</a:t>
                      </a:r>
                      <a:r>
                        <a:rPr sz="1800" spc="-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Faster</a:t>
                      </a:r>
                      <a:r>
                        <a:rPr sz="18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73.2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7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140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ms/img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790191" y="5451937"/>
            <a:ext cx="1518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12</a:t>
            </a:r>
            <a:r>
              <a:rPr sz="3600" spc="-85" dirty="0">
                <a:latin typeface="Microsoft Sans Serif"/>
                <a:cs typeface="Microsoft Sans Serif"/>
              </a:rPr>
              <a:t> </a:t>
            </a:r>
            <a:r>
              <a:rPr sz="3600" spc="190" dirty="0">
                <a:latin typeface="Microsoft Sans Serif"/>
                <a:cs typeface="Microsoft Sans Serif"/>
              </a:rPr>
              <a:t>feet</a:t>
            </a:r>
            <a:endParaRPr sz="36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962" y="5079587"/>
            <a:ext cx="5946140" cy="1761489"/>
            <a:chOff x="16962" y="5079587"/>
            <a:chExt cx="5946140" cy="176148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2" y="5280525"/>
              <a:ext cx="2510381" cy="15605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44306" y="6069262"/>
              <a:ext cx="3034665" cy="0"/>
            </a:xfrm>
            <a:custGeom>
              <a:avLst/>
              <a:gdLst/>
              <a:ahLst/>
              <a:cxnLst/>
              <a:rect l="l" t="t" r="r" b="b"/>
              <a:pathLst>
                <a:path w="3034665">
                  <a:moveTo>
                    <a:pt x="0" y="0"/>
                  </a:moveTo>
                  <a:lnTo>
                    <a:pt x="3034499" y="0"/>
                  </a:lnTo>
                </a:path>
              </a:pathLst>
            </a:custGeom>
            <a:ln w="7619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8805" y="59434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8805" y="59434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6808" y="5117687"/>
              <a:ext cx="2659380" cy="0"/>
            </a:xfrm>
            <a:custGeom>
              <a:avLst/>
              <a:gdLst/>
              <a:ahLst/>
              <a:cxnLst/>
              <a:rect l="l" t="t" r="r" b="b"/>
              <a:pathLst>
                <a:path w="2659380">
                  <a:moveTo>
                    <a:pt x="0" y="0"/>
                  </a:moveTo>
                  <a:lnTo>
                    <a:pt x="2658899" y="0"/>
                  </a:lnTo>
                </a:path>
              </a:pathLst>
            </a:custGeom>
            <a:ln w="7619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04825" y="4705258"/>
            <a:ext cx="8489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8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feet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5608" y="4891637"/>
            <a:ext cx="2610485" cy="452120"/>
          </a:xfrm>
          <a:custGeom>
            <a:avLst/>
            <a:gdLst/>
            <a:ahLst/>
            <a:cxnLst/>
            <a:rect l="l" t="t" r="r" b="b"/>
            <a:pathLst>
              <a:path w="2610485" h="452120">
                <a:moveTo>
                  <a:pt x="0" y="452099"/>
                </a:moveTo>
                <a:lnTo>
                  <a:pt x="0" y="0"/>
                </a:lnTo>
              </a:path>
              <a:path w="2610485" h="452120">
                <a:moveTo>
                  <a:pt x="2609999" y="452099"/>
                </a:moveTo>
                <a:lnTo>
                  <a:pt x="2609999" y="0"/>
                </a:lnTo>
              </a:path>
            </a:pathLst>
          </a:custGeom>
          <a:ln w="7619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Accurate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95" dirty="0">
                <a:latin typeface="Microsoft Sans Serif"/>
                <a:cs typeface="Microsoft Sans Serif"/>
              </a:rPr>
              <a:t>object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detection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is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slow!</a:t>
            </a:r>
            <a:endParaRPr sz="3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5249" y="1958437"/>
          <a:ext cx="9660889" cy="284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80" dirty="0">
                          <a:latin typeface="Arial"/>
                          <a:cs typeface="Arial"/>
                        </a:rPr>
                        <a:t>Pascal</a:t>
                      </a:r>
                      <a:r>
                        <a:rPr sz="2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2007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Speed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DPM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v5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33.7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.07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66.0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.05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Fast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70.0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.5</a:t>
                      </a:r>
                      <a:r>
                        <a:rPr sz="1800" spc="-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Faster</a:t>
                      </a:r>
                      <a:r>
                        <a:rPr sz="18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73.2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7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140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ms/img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YOLO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63.4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45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22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ms/img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240058" y="5451937"/>
            <a:ext cx="1260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2</a:t>
            </a:r>
            <a:r>
              <a:rPr sz="3600" spc="-105" dirty="0">
                <a:latin typeface="Microsoft Sans Serif"/>
                <a:cs typeface="Microsoft Sans Serif"/>
              </a:rPr>
              <a:t> </a:t>
            </a:r>
            <a:r>
              <a:rPr sz="3600" spc="190" dirty="0">
                <a:latin typeface="Microsoft Sans Serif"/>
                <a:cs typeface="Microsoft Sans Serif"/>
              </a:rPr>
              <a:t>feet</a:t>
            </a:r>
            <a:endParaRPr sz="36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962" y="5280524"/>
            <a:ext cx="3359150" cy="1560830"/>
            <a:chOff x="16962" y="5280524"/>
            <a:chExt cx="3359150" cy="1560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2" y="5280524"/>
              <a:ext cx="2510381" cy="15605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44306" y="6069262"/>
              <a:ext cx="447675" cy="4445"/>
            </a:xfrm>
            <a:custGeom>
              <a:avLst/>
              <a:gdLst/>
              <a:ahLst/>
              <a:cxnLst/>
              <a:rect l="l" t="t" r="r" b="b"/>
              <a:pathLst>
                <a:path w="447675" h="4445">
                  <a:moveTo>
                    <a:pt x="0" y="0"/>
                  </a:moveTo>
                  <a:lnTo>
                    <a:pt x="447318" y="4005"/>
                  </a:lnTo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0497" y="5947411"/>
              <a:ext cx="347345" cy="252095"/>
            </a:xfrm>
            <a:custGeom>
              <a:avLst/>
              <a:gdLst/>
              <a:ahLst/>
              <a:cxnLst/>
              <a:rect l="l" t="t" r="r" b="b"/>
              <a:pathLst>
                <a:path w="347345" h="252095">
                  <a:moveTo>
                    <a:pt x="0" y="251714"/>
                  </a:moveTo>
                  <a:lnTo>
                    <a:pt x="2254" y="0"/>
                  </a:lnTo>
                  <a:lnTo>
                    <a:pt x="346916" y="128953"/>
                  </a:lnTo>
                  <a:lnTo>
                    <a:pt x="0" y="25171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90497" y="5947411"/>
              <a:ext cx="347345" cy="252095"/>
            </a:xfrm>
            <a:custGeom>
              <a:avLst/>
              <a:gdLst/>
              <a:ahLst/>
              <a:cxnLst/>
              <a:rect l="l" t="t" r="r" b="b"/>
              <a:pathLst>
                <a:path w="347345" h="252095">
                  <a:moveTo>
                    <a:pt x="0" y="251714"/>
                  </a:moveTo>
                  <a:lnTo>
                    <a:pt x="346916" y="128953"/>
                  </a:lnTo>
                  <a:lnTo>
                    <a:pt x="2254" y="0"/>
                  </a:lnTo>
                  <a:lnTo>
                    <a:pt x="0" y="251714"/>
                  </a:lnTo>
                  <a:close/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Accurate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95" dirty="0">
                <a:latin typeface="Microsoft Sans Serif"/>
                <a:cs typeface="Microsoft Sans Serif"/>
              </a:rPr>
              <a:t>object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detection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is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slow!</a:t>
            </a:r>
            <a:endParaRPr sz="3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5249" y="1958437"/>
          <a:ext cx="9660889" cy="284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80" dirty="0">
                          <a:latin typeface="Arial"/>
                          <a:cs typeface="Arial"/>
                        </a:rPr>
                        <a:t>Pascal</a:t>
                      </a:r>
                      <a:r>
                        <a:rPr sz="2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2007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Speed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DPM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v5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33.7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.07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66.0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.05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Fast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70.0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.5</a:t>
                      </a:r>
                      <a:r>
                        <a:rPr sz="1800" spc="-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Faster</a:t>
                      </a:r>
                      <a:r>
                        <a:rPr sz="18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73.2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7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140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ms/img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YOLO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687070" algn="l"/>
                        </a:tabLst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63.4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69.0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45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22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ms/img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240058" y="5451937"/>
            <a:ext cx="1260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Microsoft Sans Serif"/>
                <a:cs typeface="Microsoft Sans Serif"/>
              </a:rPr>
              <a:t>2</a:t>
            </a:r>
            <a:r>
              <a:rPr sz="3600" spc="-105" dirty="0">
                <a:latin typeface="Microsoft Sans Serif"/>
                <a:cs typeface="Microsoft Sans Serif"/>
              </a:rPr>
              <a:t> </a:t>
            </a:r>
            <a:r>
              <a:rPr sz="3600" spc="190" dirty="0">
                <a:latin typeface="Microsoft Sans Serif"/>
                <a:cs typeface="Microsoft Sans Serif"/>
              </a:rPr>
              <a:t>feet</a:t>
            </a:r>
            <a:endParaRPr sz="36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962" y="5280524"/>
            <a:ext cx="3359150" cy="1560830"/>
            <a:chOff x="16962" y="5280524"/>
            <a:chExt cx="3359150" cy="1560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2" y="5280524"/>
              <a:ext cx="2510381" cy="15605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44306" y="6069262"/>
              <a:ext cx="447675" cy="4445"/>
            </a:xfrm>
            <a:custGeom>
              <a:avLst/>
              <a:gdLst/>
              <a:ahLst/>
              <a:cxnLst/>
              <a:rect l="l" t="t" r="r" b="b"/>
              <a:pathLst>
                <a:path w="447675" h="4445">
                  <a:moveTo>
                    <a:pt x="0" y="0"/>
                  </a:moveTo>
                  <a:lnTo>
                    <a:pt x="447318" y="4005"/>
                  </a:lnTo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0497" y="5947411"/>
              <a:ext cx="347345" cy="252095"/>
            </a:xfrm>
            <a:custGeom>
              <a:avLst/>
              <a:gdLst/>
              <a:ahLst/>
              <a:cxnLst/>
              <a:rect l="l" t="t" r="r" b="b"/>
              <a:pathLst>
                <a:path w="347345" h="252095">
                  <a:moveTo>
                    <a:pt x="0" y="251714"/>
                  </a:moveTo>
                  <a:lnTo>
                    <a:pt x="2254" y="0"/>
                  </a:lnTo>
                  <a:lnTo>
                    <a:pt x="346916" y="128953"/>
                  </a:lnTo>
                  <a:lnTo>
                    <a:pt x="0" y="25171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90497" y="5947411"/>
              <a:ext cx="347345" cy="252095"/>
            </a:xfrm>
            <a:custGeom>
              <a:avLst/>
              <a:gdLst/>
              <a:ahLst/>
              <a:cxnLst/>
              <a:rect l="l" t="t" r="r" b="b"/>
              <a:pathLst>
                <a:path w="347345" h="252095">
                  <a:moveTo>
                    <a:pt x="0" y="251714"/>
                  </a:moveTo>
                  <a:lnTo>
                    <a:pt x="346916" y="128953"/>
                  </a:lnTo>
                  <a:lnTo>
                    <a:pt x="2254" y="0"/>
                  </a:lnTo>
                  <a:lnTo>
                    <a:pt x="0" y="251714"/>
                  </a:lnTo>
                  <a:close/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748333" y="4405000"/>
            <a:ext cx="811530" cy="375920"/>
          </a:xfrm>
          <a:custGeom>
            <a:avLst/>
            <a:gdLst/>
            <a:ahLst/>
            <a:cxnLst/>
            <a:rect l="l" t="t" r="r" b="b"/>
            <a:pathLst>
              <a:path w="811529" h="375920">
                <a:moveTo>
                  <a:pt x="0" y="375899"/>
                </a:moveTo>
                <a:lnTo>
                  <a:pt x="811499" y="0"/>
                </a:lnTo>
              </a:path>
              <a:path w="811529" h="375920">
                <a:moveTo>
                  <a:pt x="0" y="0"/>
                </a:moveTo>
                <a:lnTo>
                  <a:pt x="811499" y="375899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6666" y="2654347"/>
            <a:ext cx="2196800" cy="1248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121" y="2810079"/>
            <a:ext cx="2627183" cy="12520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0616" y="2609362"/>
            <a:ext cx="1796584" cy="1338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8833" y="2494837"/>
            <a:ext cx="2627184" cy="127865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835766" y="3217014"/>
            <a:ext cx="403860" cy="123189"/>
            <a:chOff x="7835766" y="3217014"/>
            <a:chExt cx="403860" cy="123189"/>
          </a:xfrm>
        </p:grpSpPr>
        <p:sp>
          <p:nvSpPr>
            <p:cNvPr id="7" name="object 7"/>
            <p:cNvSpPr/>
            <p:nvPr/>
          </p:nvSpPr>
          <p:spPr>
            <a:xfrm>
              <a:off x="7835766" y="3278500"/>
              <a:ext cx="259715" cy="0"/>
            </a:xfrm>
            <a:custGeom>
              <a:avLst/>
              <a:gdLst/>
              <a:ahLst/>
              <a:cxnLst/>
              <a:rect l="l" t="t" r="r" b="b"/>
              <a:pathLst>
                <a:path w="259715">
                  <a:moveTo>
                    <a:pt x="0" y="0"/>
                  </a:moveTo>
                  <a:lnTo>
                    <a:pt x="259649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81129" y="3217014"/>
              <a:ext cx="158250" cy="122971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4729733" y="3116800"/>
            <a:ext cx="431165" cy="323850"/>
          </a:xfrm>
          <a:custGeom>
            <a:avLst/>
            <a:gdLst/>
            <a:ahLst/>
            <a:cxnLst/>
            <a:rect l="l" t="t" r="r" b="b"/>
            <a:pathLst>
              <a:path w="431164" h="323850">
                <a:moveTo>
                  <a:pt x="0" y="161699"/>
                </a:moveTo>
                <a:lnTo>
                  <a:pt x="7699" y="118713"/>
                </a:lnTo>
                <a:lnTo>
                  <a:pt x="29428" y="80086"/>
                </a:lnTo>
                <a:lnTo>
                  <a:pt x="63133" y="47360"/>
                </a:lnTo>
                <a:lnTo>
                  <a:pt x="106757" y="22076"/>
                </a:lnTo>
                <a:lnTo>
                  <a:pt x="158248" y="5776"/>
                </a:lnTo>
                <a:lnTo>
                  <a:pt x="215549" y="0"/>
                </a:lnTo>
                <a:lnTo>
                  <a:pt x="272851" y="5776"/>
                </a:lnTo>
                <a:lnTo>
                  <a:pt x="324342" y="22076"/>
                </a:lnTo>
                <a:lnTo>
                  <a:pt x="367966" y="47360"/>
                </a:lnTo>
                <a:lnTo>
                  <a:pt x="401671" y="80086"/>
                </a:lnTo>
                <a:lnTo>
                  <a:pt x="423400" y="118713"/>
                </a:lnTo>
                <a:lnTo>
                  <a:pt x="431099" y="161699"/>
                </a:lnTo>
                <a:lnTo>
                  <a:pt x="423400" y="204686"/>
                </a:lnTo>
                <a:lnTo>
                  <a:pt x="401671" y="243312"/>
                </a:lnTo>
                <a:lnTo>
                  <a:pt x="367966" y="276039"/>
                </a:lnTo>
                <a:lnTo>
                  <a:pt x="324342" y="301323"/>
                </a:lnTo>
                <a:lnTo>
                  <a:pt x="272851" y="317623"/>
                </a:lnTo>
                <a:lnTo>
                  <a:pt x="215549" y="323399"/>
                </a:lnTo>
                <a:lnTo>
                  <a:pt x="158248" y="317623"/>
                </a:lnTo>
                <a:lnTo>
                  <a:pt x="106757" y="301323"/>
                </a:lnTo>
                <a:lnTo>
                  <a:pt x="63133" y="276039"/>
                </a:lnTo>
                <a:lnTo>
                  <a:pt x="29428" y="243312"/>
                </a:lnTo>
                <a:lnTo>
                  <a:pt x="7699" y="204686"/>
                </a:lnTo>
                <a:lnTo>
                  <a:pt x="0" y="161699"/>
                </a:lnTo>
                <a:close/>
              </a:path>
              <a:path w="431164" h="323850">
                <a:moveTo>
                  <a:pt x="63133" y="47360"/>
                </a:moveTo>
                <a:lnTo>
                  <a:pt x="367933" y="275960"/>
                </a:lnTo>
              </a:path>
              <a:path w="431164" h="323850">
                <a:moveTo>
                  <a:pt x="63133" y="276038"/>
                </a:moveTo>
                <a:lnTo>
                  <a:pt x="367933" y="4743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429671" y="2243912"/>
            <a:ext cx="3330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DPM: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Deformable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Part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Models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666" y="2012764"/>
            <a:ext cx="8676993" cy="2897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251710" marR="5080" indent="-1854835">
              <a:lnSpc>
                <a:spcPts val="3690"/>
              </a:lnSpc>
              <a:spcBef>
                <a:spcPts val="565"/>
              </a:spcBef>
            </a:pPr>
            <a:r>
              <a:rPr sz="3400" dirty="0">
                <a:latin typeface="Microsoft Sans Serif"/>
                <a:cs typeface="Microsoft Sans Serif"/>
              </a:rPr>
              <a:t>Sliding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spc="75" dirty="0">
                <a:latin typeface="Microsoft Sans Serif"/>
                <a:cs typeface="Microsoft Sans Serif"/>
              </a:rPr>
              <a:t>window,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spc="-25" dirty="0">
                <a:latin typeface="Microsoft Sans Serif"/>
                <a:cs typeface="Microsoft Sans Serif"/>
              </a:rPr>
              <a:t>DPM,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spc="-135" dirty="0">
                <a:latin typeface="Microsoft Sans Serif"/>
                <a:cs typeface="Microsoft Sans Serif"/>
              </a:rPr>
              <a:t>R-</a:t>
            </a:r>
            <a:r>
              <a:rPr sz="3400" spc="-180" dirty="0">
                <a:latin typeface="Microsoft Sans Serif"/>
                <a:cs typeface="Microsoft Sans Serif"/>
              </a:rPr>
              <a:t>CNN</a:t>
            </a:r>
            <a:r>
              <a:rPr sz="3400" spc="-55" dirty="0">
                <a:latin typeface="Microsoft Sans Serif"/>
                <a:cs typeface="Microsoft Sans Serif"/>
              </a:rPr>
              <a:t> </a:t>
            </a:r>
            <a:r>
              <a:rPr sz="3400" spc="65" dirty="0">
                <a:latin typeface="Microsoft Sans Serif"/>
                <a:cs typeface="Microsoft Sans Serif"/>
              </a:rPr>
              <a:t>all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spc="130" dirty="0">
                <a:latin typeface="Microsoft Sans Serif"/>
                <a:cs typeface="Microsoft Sans Serif"/>
              </a:rPr>
              <a:t>train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region-</a:t>
            </a:r>
            <a:r>
              <a:rPr sz="3400" spc="-10" dirty="0">
                <a:latin typeface="Microsoft Sans Serif"/>
                <a:cs typeface="Microsoft Sans Serif"/>
              </a:rPr>
              <a:t>based </a:t>
            </a:r>
            <a:r>
              <a:rPr sz="3400" dirty="0">
                <a:latin typeface="Microsoft Sans Serif"/>
                <a:cs typeface="Microsoft Sans Serif"/>
              </a:rPr>
              <a:t>classifiers</a:t>
            </a:r>
            <a:r>
              <a:rPr sz="3400" spc="-65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to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spc="150" dirty="0">
                <a:latin typeface="Microsoft Sans Serif"/>
                <a:cs typeface="Microsoft Sans Serif"/>
              </a:rPr>
              <a:t>perform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spc="105" dirty="0">
                <a:latin typeface="Microsoft Sans Serif"/>
                <a:cs typeface="Microsoft Sans Serif"/>
              </a:rPr>
              <a:t>detection</a:t>
            </a:r>
            <a:endParaRPr sz="34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9274" y="4666261"/>
            <a:ext cx="6163797" cy="20584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6666" y="2654347"/>
            <a:ext cx="2196800" cy="12483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98833" y="2494837"/>
            <a:ext cx="3015615" cy="1567815"/>
            <a:chOff x="698833" y="2494837"/>
            <a:chExt cx="3015615" cy="156781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7121" y="2810078"/>
              <a:ext cx="2627183" cy="12520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833" y="2494837"/>
              <a:ext cx="2627184" cy="127865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00616" y="2609362"/>
            <a:ext cx="1796584" cy="13382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835766" y="3217014"/>
            <a:ext cx="403860" cy="123189"/>
            <a:chOff x="7835766" y="3217014"/>
            <a:chExt cx="403860" cy="123189"/>
          </a:xfrm>
        </p:grpSpPr>
        <p:sp>
          <p:nvSpPr>
            <p:cNvPr id="10" name="object 10"/>
            <p:cNvSpPr/>
            <p:nvPr/>
          </p:nvSpPr>
          <p:spPr>
            <a:xfrm>
              <a:off x="7835766" y="3278500"/>
              <a:ext cx="259715" cy="0"/>
            </a:xfrm>
            <a:custGeom>
              <a:avLst/>
              <a:gdLst/>
              <a:ahLst/>
              <a:cxnLst/>
              <a:rect l="l" t="t" r="r" b="b"/>
              <a:pathLst>
                <a:path w="259715">
                  <a:moveTo>
                    <a:pt x="0" y="0"/>
                  </a:moveTo>
                  <a:lnTo>
                    <a:pt x="259649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81129" y="3217014"/>
              <a:ext cx="158250" cy="122971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4729733" y="3116800"/>
            <a:ext cx="431165" cy="323850"/>
          </a:xfrm>
          <a:custGeom>
            <a:avLst/>
            <a:gdLst/>
            <a:ahLst/>
            <a:cxnLst/>
            <a:rect l="l" t="t" r="r" b="b"/>
            <a:pathLst>
              <a:path w="431164" h="323850">
                <a:moveTo>
                  <a:pt x="0" y="161699"/>
                </a:moveTo>
                <a:lnTo>
                  <a:pt x="7699" y="118713"/>
                </a:lnTo>
                <a:lnTo>
                  <a:pt x="29428" y="80086"/>
                </a:lnTo>
                <a:lnTo>
                  <a:pt x="63133" y="47360"/>
                </a:lnTo>
                <a:lnTo>
                  <a:pt x="106757" y="22076"/>
                </a:lnTo>
                <a:lnTo>
                  <a:pt x="158248" y="5776"/>
                </a:lnTo>
                <a:lnTo>
                  <a:pt x="215549" y="0"/>
                </a:lnTo>
                <a:lnTo>
                  <a:pt x="272851" y="5776"/>
                </a:lnTo>
                <a:lnTo>
                  <a:pt x="324342" y="22076"/>
                </a:lnTo>
                <a:lnTo>
                  <a:pt x="367966" y="47360"/>
                </a:lnTo>
                <a:lnTo>
                  <a:pt x="401671" y="80086"/>
                </a:lnTo>
                <a:lnTo>
                  <a:pt x="423400" y="118713"/>
                </a:lnTo>
                <a:lnTo>
                  <a:pt x="431099" y="161699"/>
                </a:lnTo>
                <a:lnTo>
                  <a:pt x="423400" y="204686"/>
                </a:lnTo>
                <a:lnTo>
                  <a:pt x="401671" y="243312"/>
                </a:lnTo>
                <a:lnTo>
                  <a:pt x="367966" y="276039"/>
                </a:lnTo>
                <a:lnTo>
                  <a:pt x="324342" y="301323"/>
                </a:lnTo>
                <a:lnTo>
                  <a:pt x="272851" y="317623"/>
                </a:lnTo>
                <a:lnTo>
                  <a:pt x="215549" y="323399"/>
                </a:lnTo>
                <a:lnTo>
                  <a:pt x="158248" y="317623"/>
                </a:lnTo>
                <a:lnTo>
                  <a:pt x="106757" y="301323"/>
                </a:lnTo>
                <a:lnTo>
                  <a:pt x="63133" y="276039"/>
                </a:lnTo>
                <a:lnTo>
                  <a:pt x="29428" y="243312"/>
                </a:lnTo>
                <a:lnTo>
                  <a:pt x="7699" y="204686"/>
                </a:lnTo>
                <a:lnTo>
                  <a:pt x="0" y="161699"/>
                </a:lnTo>
                <a:close/>
              </a:path>
              <a:path w="431164" h="323850">
                <a:moveTo>
                  <a:pt x="63133" y="47360"/>
                </a:moveTo>
                <a:lnTo>
                  <a:pt x="367933" y="275960"/>
                </a:lnTo>
              </a:path>
              <a:path w="431164" h="323850">
                <a:moveTo>
                  <a:pt x="63133" y="276038"/>
                </a:moveTo>
                <a:lnTo>
                  <a:pt x="367933" y="4743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29671" y="2243912"/>
            <a:ext cx="3330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DPM: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Deformable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Part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Models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400" y="2576100"/>
            <a:ext cx="8363399" cy="17057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394200" marR="5080" indent="-4379595">
              <a:lnSpc>
                <a:spcPts val="3690"/>
              </a:lnSpc>
              <a:spcBef>
                <a:spcPts val="565"/>
              </a:spcBef>
            </a:pPr>
            <a:r>
              <a:rPr sz="3400" spc="114" dirty="0">
                <a:latin typeface="Microsoft Sans Serif"/>
                <a:cs typeface="Microsoft Sans Serif"/>
              </a:rPr>
              <a:t>With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spc="-180" dirty="0">
                <a:latin typeface="Microsoft Sans Serif"/>
                <a:cs typeface="Microsoft Sans Serif"/>
              </a:rPr>
              <a:t>YOLO,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spc="50" dirty="0">
                <a:latin typeface="Microsoft Sans Serif"/>
                <a:cs typeface="Microsoft Sans Serif"/>
              </a:rPr>
              <a:t>you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spc="75" dirty="0">
                <a:latin typeface="Microsoft Sans Serif"/>
                <a:cs typeface="Microsoft Sans Serif"/>
              </a:rPr>
              <a:t>only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spc="125" dirty="0">
                <a:latin typeface="Microsoft Sans Serif"/>
                <a:cs typeface="Microsoft Sans Serif"/>
              </a:rPr>
              <a:t>look</a:t>
            </a:r>
            <a:r>
              <a:rPr sz="3400" spc="-8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once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at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an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image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to</a:t>
            </a:r>
            <a:r>
              <a:rPr sz="3400" spc="-80" dirty="0">
                <a:latin typeface="Microsoft Sans Serif"/>
                <a:cs typeface="Microsoft Sans Serif"/>
              </a:rPr>
              <a:t> </a:t>
            </a:r>
            <a:r>
              <a:rPr sz="3400" spc="140" dirty="0">
                <a:latin typeface="Microsoft Sans Serif"/>
                <a:cs typeface="Microsoft Sans Serif"/>
              </a:rPr>
              <a:t>perform </a:t>
            </a:r>
            <a:r>
              <a:rPr sz="3400" spc="105" dirty="0">
                <a:latin typeface="Microsoft Sans Serif"/>
                <a:cs typeface="Microsoft Sans Serif"/>
              </a:rPr>
              <a:t>detection</a:t>
            </a:r>
            <a:endParaRPr sz="34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400" y="2576100"/>
            <a:ext cx="8363399" cy="1705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45779" y="2368212"/>
            <a:ext cx="3099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YOLO: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i="1" spc="-75" dirty="0">
                <a:latin typeface="Times New Roman"/>
                <a:cs typeface="Times New Roman"/>
              </a:rPr>
              <a:t>You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Only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Look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Once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800" y="1223362"/>
            <a:ext cx="5508299" cy="5508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956" y="636178"/>
            <a:ext cx="642239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latin typeface="Microsoft Sans Serif"/>
                <a:cs typeface="Microsoft Sans Serif"/>
              </a:rPr>
              <a:t>We</a:t>
            </a:r>
            <a:r>
              <a:rPr spc="-130" dirty="0">
                <a:latin typeface="Microsoft Sans Serif"/>
                <a:cs typeface="Microsoft Sans Serif"/>
              </a:rPr>
              <a:t> </a:t>
            </a:r>
            <a:r>
              <a:rPr spc="120" dirty="0">
                <a:latin typeface="Microsoft Sans Serif"/>
                <a:cs typeface="Microsoft Sans Serif"/>
              </a:rPr>
              <a:t>split</a:t>
            </a:r>
            <a:r>
              <a:rPr spc="-125" dirty="0">
                <a:latin typeface="Microsoft Sans Serif"/>
                <a:cs typeface="Microsoft Sans Serif"/>
              </a:rPr>
              <a:t> </a:t>
            </a:r>
            <a:r>
              <a:rPr spc="175" dirty="0">
                <a:latin typeface="Microsoft Sans Serif"/>
                <a:cs typeface="Microsoft Sans Serif"/>
              </a:rPr>
              <a:t>the</a:t>
            </a:r>
            <a:r>
              <a:rPr spc="-1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image</a:t>
            </a:r>
            <a:r>
              <a:rPr spc="-125" dirty="0">
                <a:latin typeface="Microsoft Sans Serif"/>
                <a:cs typeface="Microsoft Sans Serif"/>
              </a:rPr>
              <a:t> </a:t>
            </a:r>
            <a:r>
              <a:rPr spc="180" dirty="0">
                <a:latin typeface="Microsoft Sans Serif"/>
                <a:cs typeface="Microsoft Sans Serif"/>
              </a:rPr>
              <a:t>into</a:t>
            </a:r>
            <a:r>
              <a:rPr spc="-125" dirty="0">
                <a:latin typeface="Microsoft Sans Serif"/>
                <a:cs typeface="Microsoft Sans Serif"/>
              </a:rPr>
              <a:t> </a:t>
            </a:r>
            <a:r>
              <a:rPr spc="-155" dirty="0">
                <a:latin typeface="Microsoft Sans Serif"/>
                <a:cs typeface="Microsoft Sans Serif"/>
              </a:rPr>
              <a:t>a</a:t>
            </a:r>
            <a:r>
              <a:rPr spc="-125" dirty="0">
                <a:latin typeface="Microsoft Sans Serif"/>
                <a:cs typeface="Microsoft Sans Serif"/>
              </a:rPr>
              <a:t> </a:t>
            </a:r>
            <a:r>
              <a:rPr spc="105" dirty="0">
                <a:latin typeface="Microsoft Sans Serif"/>
                <a:cs typeface="Microsoft Sans Serif"/>
              </a:rPr>
              <a:t>grid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802" y="1226950"/>
            <a:ext cx="5508304" cy="55011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10" dirty="0">
                <a:latin typeface="Arial MT"/>
                <a:cs typeface="Arial MT"/>
              </a:rPr>
              <a:t> Object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6876" y="636178"/>
            <a:ext cx="111626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>
                <a:latin typeface="Microsoft Sans Serif"/>
                <a:cs typeface="Microsoft Sans Serif"/>
              </a:rPr>
              <a:t>Each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cell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predicts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boxes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confidences: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P(Object)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6315710" cy="5501640"/>
            <a:chOff x="2423802" y="1226950"/>
            <a:chExt cx="6315710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61699" y="2021300"/>
              <a:ext cx="1059180" cy="779780"/>
            </a:xfrm>
            <a:custGeom>
              <a:avLst/>
              <a:gdLst/>
              <a:ahLst/>
              <a:cxnLst/>
              <a:rect l="l" t="t" r="r" b="b"/>
              <a:pathLst>
                <a:path w="1059179" h="779780">
                  <a:moveTo>
                    <a:pt x="1058699" y="779699"/>
                  </a:moveTo>
                  <a:lnTo>
                    <a:pt x="0" y="779699"/>
                  </a:lnTo>
                  <a:lnTo>
                    <a:pt x="0" y="0"/>
                  </a:lnTo>
                  <a:lnTo>
                    <a:pt x="1058699" y="0"/>
                  </a:lnTo>
                  <a:lnTo>
                    <a:pt x="1058699" y="7796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61699" y="2021300"/>
              <a:ext cx="1059180" cy="779780"/>
            </a:xfrm>
            <a:custGeom>
              <a:avLst/>
              <a:gdLst/>
              <a:ahLst/>
              <a:cxnLst/>
              <a:rect l="l" t="t" r="r" b="b"/>
              <a:pathLst>
                <a:path w="1059179" h="779780">
                  <a:moveTo>
                    <a:pt x="0" y="0"/>
                  </a:moveTo>
                  <a:lnTo>
                    <a:pt x="1058699" y="0"/>
                  </a:lnTo>
                  <a:lnTo>
                    <a:pt x="1058699" y="779699"/>
                  </a:lnTo>
                  <a:lnTo>
                    <a:pt x="0" y="7796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23800" y="1223362"/>
            <a:ext cx="7085330" cy="5508625"/>
            <a:chOff x="2423800" y="1223362"/>
            <a:chExt cx="7085330" cy="5508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0" y="1223362"/>
              <a:ext cx="5508299" cy="5508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68699" y="1891375"/>
              <a:ext cx="2483485" cy="1111885"/>
            </a:xfrm>
            <a:custGeom>
              <a:avLst/>
              <a:gdLst/>
              <a:ahLst/>
              <a:cxnLst/>
              <a:rect l="l" t="t" r="r" b="b"/>
              <a:pathLst>
                <a:path w="2483484" h="1111885">
                  <a:moveTo>
                    <a:pt x="0" y="0"/>
                  </a:moveTo>
                  <a:lnTo>
                    <a:pt x="2483099" y="0"/>
                  </a:lnTo>
                  <a:lnTo>
                    <a:pt x="2483099" y="1111799"/>
                  </a:lnTo>
                  <a:lnTo>
                    <a:pt x="0" y="11117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46199" y="2035750"/>
              <a:ext cx="1193800" cy="621030"/>
            </a:xfrm>
            <a:custGeom>
              <a:avLst/>
              <a:gdLst/>
              <a:ahLst/>
              <a:cxnLst/>
              <a:rect l="l" t="t" r="r" b="b"/>
              <a:pathLst>
                <a:path w="1193800" h="621030">
                  <a:moveTo>
                    <a:pt x="0" y="0"/>
                  </a:moveTo>
                  <a:lnTo>
                    <a:pt x="1193699" y="0"/>
                  </a:lnTo>
                  <a:lnTo>
                    <a:pt x="1193699" y="620699"/>
                  </a:lnTo>
                  <a:lnTo>
                    <a:pt x="0" y="6206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6876" y="636178"/>
            <a:ext cx="111626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>
                <a:latin typeface="Microsoft Sans Serif"/>
                <a:cs typeface="Microsoft Sans Serif"/>
              </a:rPr>
              <a:t>Each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cell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predicts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boxes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confidences: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P(Object)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23800" y="1223362"/>
            <a:ext cx="7085330" cy="5508625"/>
            <a:chOff x="2423800" y="1223362"/>
            <a:chExt cx="7085330" cy="5508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0" y="1223362"/>
              <a:ext cx="5508306" cy="5508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68699" y="1891375"/>
              <a:ext cx="2483485" cy="1111885"/>
            </a:xfrm>
            <a:custGeom>
              <a:avLst/>
              <a:gdLst/>
              <a:ahLst/>
              <a:cxnLst/>
              <a:rect l="l" t="t" r="r" b="b"/>
              <a:pathLst>
                <a:path w="2483484" h="1111885">
                  <a:moveTo>
                    <a:pt x="0" y="0"/>
                  </a:moveTo>
                  <a:lnTo>
                    <a:pt x="2483099" y="0"/>
                  </a:lnTo>
                  <a:lnTo>
                    <a:pt x="2483099" y="1111799"/>
                  </a:lnTo>
                  <a:lnTo>
                    <a:pt x="0" y="11117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46199" y="2035750"/>
              <a:ext cx="1193800" cy="621030"/>
            </a:xfrm>
            <a:custGeom>
              <a:avLst/>
              <a:gdLst/>
              <a:ahLst/>
              <a:cxnLst/>
              <a:rect l="l" t="t" r="r" b="b"/>
              <a:pathLst>
                <a:path w="1193800" h="621030">
                  <a:moveTo>
                    <a:pt x="0" y="0"/>
                  </a:moveTo>
                  <a:lnTo>
                    <a:pt x="1193699" y="0"/>
                  </a:lnTo>
                  <a:lnTo>
                    <a:pt x="1193699" y="620699"/>
                  </a:lnTo>
                  <a:lnTo>
                    <a:pt x="0" y="6206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6876" y="636178"/>
            <a:ext cx="111626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>
                <a:latin typeface="Microsoft Sans Serif"/>
                <a:cs typeface="Microsoft Sans Serif"/>
              </a:rPr>
              <a:t>Each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cell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predicts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boxes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confidences: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P(Object)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23800" y="1223362"/>
            <a:ext cx="7085330" cy="5508625"/>
            <a:chOff x="2423800" y="1223362"/>
            <a:chExt cx="7085330" cy="5508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0" y="1223362"/>
              <a:ext cx="5508306" cy="5508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68699" y="1891375"/>
              <a:ext cx="2483485" cy="1111885"/>
            </a:xfrm>
            <a:custGeom>
              <a:avLst/>
              <a:gdLst/>
              <a:ahLst/>
              <a:cxnLst/>
              <a:rect l="l" t="t" r="r" b="b"/>
              <a:pathLst>
                <a:path w="2483484" h="1111885">
                  <a:moveTo>
                    <a:pt x="0" y="0"/>
                  </a:moveTo>
                  <a:lnTo>
                    <a:pt x="2483099" y="0"/>
                  </a:lnTo>
                  <a:lnTo>
                    <a:pt x="2483099" y="1111799"/>
                  </a:lnTo>
                  <a:lnTo>
                    <a:pt x="0" y="11117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46199" y="2035750"/>
              <a:ext cx="1193800" cy="621030"/>
            </a:xfrm>
            <a:custGeom>
              <a:avLst/>
              <a:gdLst/>
              <a:ahLst/>
              <a:cxnLst/>
              <a:rect l="l" t="t" r="r" b="b"/>
              <a:pathLst>
                <a:path w="1193800" h="621030">
                  <a:moveTo>
                    <a:pt x="0" y="0"/>
                  </a:moveTo>
                  <a:lnTo>
                    <a:pt x="1193699" y="0"/>
                  </a:lnTo>
                  <a:lnTo>
                    <a:pt x="1193699" y="620699"/>
                  </a:lnTo>
                  <a:lnTo>
                    <a:pt x="0" y="6206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71351" y="5168762"/>
              <a:ext cx="1059180" cy="779780"/>
            </a:xfrm>
            <a:custGeom>
              <a:avLst/>
              <a:gdLst/>
              <a:ahLst/>
              <a:cxnLst/>
              <a:rect l="l" t="t" r="r" b="b"/>
              <a:pathLst>
                <a:path w="1059179" h="779779">
                  <a:moveTo>
                    <a:pt x="1058699" y="779699"/>
                  </a:moveTo>
                  <a:lnTo>
                    <a:pt x="0" y="779699"/>
                  </a:lnTo>
                  <a:lnTo>
                    <a:pt x="0" y="0"/>
                  </a:lnTo>
                  <a:lnTo>
                    <a:pt x="1058699" y="0"/>
                  </a:lnTo>
                  <a:lnTo>
                    <a:pt x="1058699" y="7796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71351" y="5168762"/>
              <a:ext cx="1059180" cy="779780"/>
            </a:xfrm>
            <a:custGeom>
              <a:avLst/>
              <a:gdLst/>
              <a:ahLst/>
              <a:cxnLst/>
              <a:rect l="l" t="t" r="r" b="b"/>
              <a:pathLst>
                <a:path w="1059179" h="779779">
                  <a:moveTo>
                    <a:pt x="0" y="0"/>
                  </a:moveTo>
                  <a:lnTo>
                    <a:pt x="1058699" y="0"/>
                  </a:lnTo>
                  <a:lnTo>
                    <a:pt x="1058699" y="779699"/>
                  </a:lnTo>
                  <a:lnTo>
                    <a:pt x="0" y="7796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16876" y="636178"/>
            <a:ext cx="111626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>
                <a:latin typeface="Microsoft Sans Serif"/>
                <a:cs typeface="Microsoft Sans Serif"/>
              </a:rPr>
              <a:t>Each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cell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predicts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boxes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confidences: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P(Object)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23800" y="1223362"/>
            <a:ext cx="7085330" cy="5508625"/>
            <a:chOff x="2423800" y="1223362"/>
            <a:chExt cx="7085330" cy="5508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0" y="1223362"/>
              <a:ext cx="5508299" cy="5508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80433" y="4547925"/>
              <a:ext cx="2002155" cy="1833880"/>
            </a:xfrm>
            <a:custGeom>
              <a:avLst/>
              <a:gdLst/>
              <a:ahLst/>
              <a:cxnLst/>
              <a:rect l="l" t="t" r="r" b="b"/>
              <a:pathLst>
                <a:path w="2002154" h="1833879">
                  <a:moveTo>
                    <a:pt x="0" y="0"/>
                  </a:moveTo>
                  <a:lnTo>
                    <a:pt x="2001899" y="0"/>
                  </a:lnTo>
                  <a:lnTo>
                    <a:pt x="2001899" y="1833599"/>
                  </a:lnTo>
                  <a:lnTo>
                    <a:pt x="0" y="1833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68699" y="1891375"/>
              <a:ext cx="2483485" cy="1111885"/>
            </a:xfrm>
            <a:custGeom>
              <a:avLst/>
              <a:gdLst/>
              <a:ahLst/>
              <a:cxnLst/>
              <a:rect l="l" t="t" r="r" b="b"/>
              <a:pathLst>
                <a:path w="2483484" h="1111885">
                  <a:moveTo>
                    <a:pt x="0" y="0"/>
                  </a:moveTo>
                  <a:lnTo>
                    <a:pt x="2483099" y="0"/>
                  </a:lnTo>
                  <a:lnTo>
                    <a:pt x="2483099" y="1111799"/>
                  </a:lnTo>
                  <a:lnTo>
                    <a:pt x="0" y="11117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65433" y="4923325"/>
              <a:ext cx="1059180" cy="953135"/>
            </a:xfrm>
            <a:custGeom>
              <a:avLst/>
              <a:gdLst/>
              <a:ahLst/>
              <a:cxnLst/>
              <a:rect l="l" t="t" r="r" b="b"/>
              <a:pathLst>
                <a:path w="1059179" h="953135">
                  <a:moveTo>
                    <a:pt x="0" y="0"/>
                  </a:moveTo>
                  <a:lnTo>
                    <a:pt x="1058699" y="0"/>
                  </a:lnTo>
                  <a:lnTo>
                    <a:pt x="1058699" y="952799"/>
                  </a:lnTo>
                  <a:lnTo>
                    <a:pt x="0" y="952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46199" y="2035750"/>
              <a:ext cx="1193800" cy="621030"/>
            </a:xfrm>
            <a:custGeom>
              <a:avLst/>
              <a:gdLst/>
              <a:ahLst/>
              <a:cxnLst/>
              <a:rect l="l" t="t" r="r" b="b"/>
              <a:pathLst>
                <a:path w="1193800" h="621030">
                  <a:moveTo>
                    <a:pt x="0" y="0"/>
                  </a:moveTo>
                  <a:lnTo>
                    <a:pt x="1193699" y="0"/>
                  </a:lnTo>
                  <a:lnTo>
                    <a:pt x="1193699" y="620699"/>
                  </a:lnTo>
                  <a:lnTo>
                    <a:pt x="0" y="6206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16876" y="636178"/>
            <a:ext cx="111626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>
                <a:latin typeface="Microsoft Sans Serif"/>
                <a:cs typeface="Microsoft Sans Serif"/>
              </a:rPr>
              <a:t>Each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cell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predicts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boxes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confidences: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P(Object)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23800" y="1223362"/>
            <a:ext cx="7085330" cy="5508625"/>
            <a:chOff x="2423800" y="1223362"/>
            <a:chExt cx="7085330" cy="5508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0" y="1223362"/>
              <a:ext cx="5508299" cy="5508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80433" y="4547925"/>
              <a:ext cx="2002155" cy="1833880"/>
            </a:xfrm>
            <a:custGeom>
              <a:avLst/>
              <a:gdLst/>
              <a:ahLst/>
              <a:cxnLst/>
              <a:rect l="l" t="t" r="r" b="b"/>
              <a:pathLst>
                <a:path w="2002154" h="1833879">
                  <a:moveTo>
                    <a:pt x="0" y="0"/>
                  </a:moveTo>
                  <a:lnTo>
                    <a:pt x="2001899" y="0"/>
                  </a:lnTo>
                  <a:lnTo>
                    <a:pt x="2001899" y="1833599"/>
                  </a:lnTo>
                  <a:lnTo>
                    <a:pt x="0" y="1833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68699" y="1891375"/>
              <a:ext cx="2483485" cy="1111885"/>
            </a:xfrm>
            <a:custGeom>
              <a:avLst/>
              <a:gdLst/>
              <a:ahLst/>
              <a:cxnLst/>
              <a:rect l="l" t="t" r="r" b="b"/>
              <a:pathLst>
                <a:path w="2483484" h="1111885">
                  <a:moveTo>
                    <a:pt x="0" y="0"/>
                  </a:moveTo>
                  <a:lnTo>
                    <a:pt x="2483099" y="0"/>
                  </a:lnTo>
                  <a:lnTo>
                    <a:pt x="2483099" y="1111799"/>
                  </a:lnTo>
                  <a:lnTo>
                    <a:pt x="0" y="11117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65433" y="4923325"/>
              <a:ext cx="1059180" cy="953135"/>
            </a:xfrm>
            <a:custGeom>
              <a:avLst/>
              <a:gdLst/>
              <a:ahLst/>
              <a:cxnLst/>
              <a:rect l="l" t="t" r="r" b="b"/>
              <a:pathLst>
                <a:path w="1059179" h="953135">
                  <a:moveTo>
                    <a:pt x="0" y="0"/>
                  </a:moveTo>
                  <a:lnTo>
                    <a:pt x="1058699" y="0"/>
                  </a:lnTo>
                  <a:lnTo>
                    <a:pt x="1058699" y="952799"/>
                  </a:lnTo>
                  <a:lnTo>
                    <a:pt x="0" y="952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46199" y="2035750"/>
              <a:ext cx="1193800" cy="621030"/>
            </a:xfrm>
            <a:custGeom>
              <a:avLst/>
              <a:gdLst/>
              <a:ahLst/>
              <a:cxnLst/>
              <a:rect l="l" t="t" r="r" b="b"/>
              <a:pathLst>
                <a:path w="1193800" h="621030">
                  <a:moveTo>
                    <a:pt x="0" y="0"/>
                  </a:moveTo>
                  <a:lnTo>
                    <a:pt x="1193699" y="0"/>
                  </a:lnTo>
                  <a:lnTo>
                    <a:pt x="1193699" y="620699"/>
                  </a:lnTo>
                  <a:lnTo>
                    <a:pt x="0" y="6206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3800" y="1223375"/>
              <a:ext cx="5508299" cy="550829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16876" y="636178"/>
            <a:ext cx="111626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>
                <a:latin typeface="Microsoft Sans Serif"/>
                <a:cs typeface="Microsoft Sans Serif"/>
              </a:rPr>
              <a:t>Each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cell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predicts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boxes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confidences: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P(Object)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27831" y="636178"/>
            <a:ext cx="893826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>
                <a:latin typeface="Microsoft Sans Serif"/>
                <a:cs typeface="Microsoft Sans Serif"/>
              </a:rPr>
              <a:t>Each</a:t>
            </a:r>
            <a:r>
              <a:rPr spc="-1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cell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also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predicts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spc="-155" dirty="0">
                <a:latin typeface="Microsoft Sans Serif"/>
                <a:cs typeface="Microsoft Sans Serif"/>
              </a:rPr>
              <a:t>a</a:t>
            </a:r>
            <a:r>
              <a:rPr spc="-110" dirty="0">
                <a:latin typeface="Microsoft Sans Serif"/>
                <a:cs typeface="Microsoft Sans Serif"/>
              </a:rPr>
              <a:t> </a:t>
            </a:r>
            <a:r>
              <a:rPr spc="-105" dirty="0">
                <a:latin typeface="Microsoft Sans Serif"/>
                <a:cs typeface="Microsoft Sans Serif"/>
              </a:rPr>
              <a:t>class </a:t>
            </a:r>
            <a:r>
              <a:rPr spc="95" dirty="0">
                <a:latin typeface="Microsoft Sans Serif"/>
                <a:cs typeface="Microsoft Sans Serif"/>
              </a:rPr>
              <a:t>probability.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802" y="1226950"/>
            <a:ext cx="5508304" cy="55011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797" y="1223375"/>
            <a:ext cx="5508300" cy="55011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73104" y="434259"/>
            <a:ext cx="804735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125" dirty="0">
                <a:latin typeface="Microsoft Sans Serif"/>
                <a:cs typeface="Microsoft Sans Serif"/>
              </a:rPr>
              <a:t>Each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50" dirty="0">
                <a:latin typeface="Microsoft Sans Serif"/>
                <a:cs typeface="Microsoft Sans Serif"/>
              </a:rPr>
              <a:t>cell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also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70" dirty="0">
                <a:latin typeface="Microsoft Sans Serif"/>
                <a:cs typeface="Microsoft Sans Serif"/>
              </a:rPr>
              <a:t>predicts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-120" dirty="0">
                <a:latin typeface="Microsoft Sans Serif"/>
                <a:cs typeface="Microsoft Sans Serif"/>
              </a:rPr>
              <a:t>a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-95" dirty="0">
                <a:latin typeface="Microsoft Sans Serif"/>
                <a:cs typeface="Microsoft Sans Serif"/>
              </a:rPr>
              <a:t>class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85" dirty="0">
                <a:latin typeface="Microsoft Sans Serif"/>
                <a:cs typeface="Microsoft Sans Serif"/>
              </a:rPr>
              <a:t>probability.</a:t>
            </a:r>
            <a:endParaRPr sz="3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5158" y="4482810"/>
            <a:ext cx="7423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Microsoft Sans Serif"/>
                <a:cs typeface="Microsoft Sans Serif"/>
              </a:rPr>
              <a:t>Dog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558" y="1746035"/>
            <a:ext cx="1231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Microsoft Sans Serif"/>
                <a:cs typeface="Microsoft Sans Serif"/>
              </a:rPr>
              <a:t>Bicycle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3292" y="1898460"/>
            <a:ext cx="6076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70" dirty="0">
                <a:latin typeface="Microsoft Sans Serif"/>
                <a:cs typeface="Microsoft Sans Serif"/>
              </a:rPr>
              <a:t>Car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3292" y="5730760"/>
            <a:ext cx="11474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Microsoft Sans Serif"/>
                <a:cs typeface="Microsoft Sans Serif"/>
              </a:rPr>
              <a:t>Dining Table</a:t>
            </a:r>
            <a:endParaRPr sz="3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797" y="1223375"/>
            <a:ext cx="5508300" cy="55011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77103" y="434259"/>
            <a:ext cx="7439659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75" dirty="0">
                <a:latin typeface="Microsoft Sans Serif"/>
                <a:cs typeface="Microsoft Sans Serif"/>
              </a:rPr>
              <a:t>Conditioned</a:t>
            </a:r>
            <a:r>
              <a:rPr sz="3400" spc="-95" dirty="0">
                <a:latin typeface="Microsoft Sans Serif"/>
                <a:cs typeface="Microsoft Sans Serif"/>
              </a:rPr>
              <a:t> </a:t>
            </a:r>
            <a:r>
              <a:rPr sz="3400" spc="90" dirty="0">
                <a:latin typeface="Microsoft Sans Serif"/>
                <a:cs typeface="Microsoft Sans Serif"/>
              </a:rPr>
              <a:t>on</a:t>
            </a:r>
            <a:r>
              <a:rPr sz="3400" spc="-95" dirty="0">
                <a:latin typeface="Microsoft Sans Serif"/>
                <a:cs typeface="Microsoft Sans Serif"/>
              </a:rPr>
              <a:t> </a:t>
            </a:r>
            <a:r>
              <a:rPr sz="3400" spc="70" dirty="0">
                <a:latin typeface="Microsoft Sans Serif"/>
                <a:cs typeface="Microsoft Sans Serif"/>
              </a:rPr>
              <a:t>object:</a:t>
            </a:r>
            <a:r>
              <a:rPr sz="3400" spc="-95" dirty="0">
                <a:latin typeface="Microsoft Sans Serif"/>
                <a:cs typeface="Microsoft Sans Serif"/>
              </a:rPr>
              <a:t> </a:t>
            </a:r>
            <a:r>
              <a:rPr sz="3400" spc="-140" dirty="0">
                <a:latin typeface="Microsoft Sans Serif"/>
                <a:cs typeface="Microsoft Sans Serif"/>
              </a:rPr>
              <a:t>P(Car</a:t>
            </a:r>
            <a:r>
              <a:rPr sz="3400" spc="-95" dirty="0">
                <a:latin typeface="Microsoft Sans Serif"/>
                <a:cs typeface="Microsoft Sans Serif"/>
              </a:rPr>
              <a:t> </a:t>
            </a:r>
            <a:r>
              <a:rPr sz="3400" spc="60" dirty="0">
                <a:latin typeface="Microsoft Sans Serif"/>
                <a:cs typeface="Microsoft Sans Serif"/>
              </a:rPr>
              <a:t>|</a:t>
            </a:r>
            <a:r>
              <a:rPr sz="3400" spc="-95" dirty="0">
                <a:latin typeface="Microsoft Sans Serif"/>
                <a:cs typeface="Microsoft Sans Serif"/>
              </a:rPr>
              <a:t> </a:t>
            </a:r>
            <a:r>
              <a:rPr sz="3400" spc="50" dirty="0">
                <a:latin typeface="Microsoft Sans Serif"/>
                <a:cs typeface="Microsoft Sans Serif"/>
              </a:rPr>
              <a:t>Object)</a:t>
            </a:r>
            <a:endParaRPr sz="3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5158" y="4482810"/>
            <a:ext cx="7423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Microsoft Sans Serif"/>
                <a:cs typeface="Microsoft Sans Serif"/>
              </a:rPr>
              <a:t>Dog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558" y="1746035"/>
            <a:ext cx="1231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Microsoft Sans Serif"/>
                <a:cs typeface="Microsoft Sans Serif"/>
              </a:rPr>
              <a:t>Bicycle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3292" y="1898460"/>
            <a:ext cx="6076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70" dirty="0">
                <a:latin typeface="Microsoft Sans Serif"/>
                <a:cs typeface="Microsoft Sans Serif"/>
              </a:rPr>
              <a:t>Car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3292" y="5730760"/>
            <a:ext cx="11474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Microsoft Sans Serif"/>
                <a:cs typeface="Microsoft Sans Serif"/>
              </a:rPr>
              <a:t>Dining Table</a:t>
            </a:r>
            <a:endParaRPr sz="3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800" y="1223375"/>
            <a:ext cx="5508299" cy="55082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16039" y="434259"/>
            <a:ext cx="936117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dirty="0">
                <a:latin typeface="Microsoft Sans Serif"/>
                <a:cs typeface="Microsoft Sans Serif"/>
              </a:rPr>
              <a:t>Then</a:t>
            </a:r>
            <a:r>
              <a:rPr sz="3400" spc="-65" dirty="0">
                <a:latin typeface="Microsoft Sans Serif"/>
                <a:cs typeface="Microsoft Sans Serif"/>
              </a:rPr>
              <a:t> </a:t>
            </a:r>
            <a:r>
              <a:rPr sz="3400" spc="105" dirty="0">
                <a:latin typeface="Microsoft Sans Serif"/>
                <a:cs typeface="Microsoft Sans Serif"/>
              </a:rPr>
              <a:t>we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combine</a:t>
            </a:r>
            <a:r>
              <a:rPr sz="3400" spc="-6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spc="65" dirty="0">
                <a:latin typeface="Microsoft Sans Serif"/>
                <a:cs typeface="Microsoft Sans Serif"/>
              </a:rPr>
              <a:t>box</a:t>
            </a:r>
            <a:r>
              <a:rPr sz="3400" spc="-6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and</a:t>
            </a:r>
            <a:r>
              <a:rPr sz="3400" spc="-60" dirty="0">
                <a:latin typeface="Microsoft Sans Serif"/>
                <a:cs typeface="Microsoft Sans Serif"/>
              </a:rPr>
              <a:t> </a:t>
            </a:r>
            <a:r>
              <a:rPr sz="3400" spc="-95" dirty="0">
                <a:latin typeface="Microsoft Sans Serif"/>
                <a:cs typeface="Microsoft Sans Serif"/>
              </a:rPr>
              <a:t>class</a:t>
            </a:r>
            <a:r>
              <a:rPr sz="3400" spc="-65" dirty="0">
                <a:latin typeface="Microsoft Sans Serif"/>
                <a:cs typeface="Microsoft Sans Serif"/>
              </a:rPr>
              <a:t> </a:t>
            </a:r>
            <a:r>
              <a:rPr sz="3400" spc="60" dirty="0">
                <a:latin typeface="Microsoft Sans Serif"/>
                <a:cs typeface="Microsoft Sans Serif"/>
              </a:rPr>
              <a:t>predictions.</a:t>
            </a:r>
            <a:endParaRPr sz="3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800" y="1223375"/>
            <a:ext cx="5508299" cy="55082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70411" y="434259"/>
            <a:ext cx="865314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dirty="0">
                <a:latin typeface="Microsoft Sans Serif"/>
                <a:cs typeface="Microsoft Sans Serif"/>
              </a:rPr>
              <a:t>Finally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spc="105" dirty="0">
                <a:latin typeface="Microsoft Sans Serif"/>
                <a:cs typeface="Microsoft Sans Serif"/>
              </a:rPr>
              <a:t>we</a:t>
            </a:r>
            <a:r>
              <a:rPr sz="3400" spc="-80" dirty="0">
                <a:latin typeface="Microsoft Sans Serif"/>
                <a:cs typeface="Microsoft Sans Serif"/>
              </a:rPr>
              <a:t> </a:t>
            </a:r>
            <a:r>
              <a:rPr sz="3400" spc="110" dirty="0">
                <a:latin typeface="Microsoft Sans Serif"/>
                <a:cs typeface="Microsoft Sans Serif"/>
              </a:rPr>
              <a:t>do</a:t>
            </a:r>
            <a:r>
              <a:rPr sz="3400" spc="-80" dirty="0">
                <a:latin typeface="Microsoft Sans Serif"/>
                <a:cs typeface="Microsoft Sans Serif"/>
              </a:rPr>
              <a:t> </a:t>
            </a:r>
            <a:r>
              <a:rPr sz="3400" spc="-100" dirty="0">
                <a:latin typeface="Microsoft Sans Serif"/>
                <a:cs typeface="Microsoft Sans Serif"/>
              </a:rPr>
              <a:t>NMS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and</a:t>
            </a:r>
            <a:r>
              <a:rPr sz="3400" spc="-80" dirty="0">
                <a:latin typeface="Microsoft Sans Serif"/>
                <a:cs typeface="Microsoft Sans Serif"/>
              </a:rPr>
              <a:t> </a:t>
            </a:r>
            <a:r>
              <a:rPr sz="3400" spc="105" dirty="0">
                <a:latin typeface="Microsoft Sans Serif"/>
                <a:cs typeface="Microsoft Sans Serif"/>
              </a:rPr>
              <a:t>threshold</a:t>
            </a:r>
            <a:r>
              <a:rPr sz="3400" spc="-80" dirty="0">
                <a:latin typeface="Microsoft Sans Serif"/>
                <a:cs typeface="Microsoft Sans Serif"/>
              </a:rPr>
              <a:t> </a:t>
            </a:r>
            <a:r>
              <a:rPr sz="3400" spc="85" dirty="0">
                <a:latin typeface="Microsoft Sans Serif"/>
                <a:cs typeface="Microsoft Sans Serif"/>
              </a:rPr>
              <a:t>detections</a:t>
            </a:r>
            <a:endParaRPr sz="3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8625" y="1445396"/>
            <a:ext cx="8446770" cy="428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00"/>
              </a:spcBef>
            </a:pPr>
            <a:r>
              <a:rPr sz="2800" spc="-120" dirty="0">
                <a:latin typeface="Microsoft Sans Serif"/>
                <a:cs typeface="Microsoft Sans Serif"/>
              </a:rPr>
              <a:t>Each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cell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predicts:</a:t>
            </a:r>
            <a:endParaRPr sz="2800">
              <a:latin typeface="Microsoft Sans Serif"/>
              <a:cs typeface="Microsoft Sans Serif"/>
            </a:endParaRPr>
          </a:p>
          <a:p>
            <a:pPr marL="469265" indent="-334645">
              <a:lnSpc>
                <a:spcPts val="2920"/>
              </a:lnSpc>
              <a:buChar char="-"/>
              <a:tabLst>
                <a:tab pos="469265" algn="l"/>
              </a:tabLst>
            </a:pPr>
            <a:r>
              <a:rPr sz="2800" dirty="0">
                <a:latin typeface="Microsoft Sans Serif"/>
                <a:cs typeface="Microsoft Sans Serif"/>
              </a:rPr>
              <a:t>For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40" dirty="0">
                <a:latin typeface="Microsoft Sans Serif"/>
                <a:cs typeface="Microsoft Sans Serif"/>
              </a:rPr>
              <a:t>each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bounding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box:</a:t>
            </a:r>
            <a:endParaRPr sz="2800">
              <a:latin typeface="Microsoft Sans Serif"/>
              <a:cs typeface="Microsoft Sans Serif"/>
            </a:endParaRPr>
          </a:p>
          <a:p>
            <a:pPr marL="926465" lvl="1" indent="-319405">
              <a:lnSpc>
                <a:spcPts val="2010"/>
              </a:lnSpc>
              <a:buChar char="-"/>
              <a:tabLst>
                <a:tab pos="926465" algn="l"/>
              </a:tabLst>
            </a:pPr>
            <a:r>
              <a:rPr sz="2400" dirty="0">
                <a:latin typeface="Microsoft Sans Serif"/>
                <a:cs typeface="Microsoft Sans Serif"/>
              </a:rPr>
              <a:t>4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coordinates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(x,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y,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w,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h)</a:t>
            </a:r>
            <a:endParaRPr sz="2400">
              <a:latin typeface="Microsoft Sans Serif"/>
              <a:cs typeface="Microsoft Sans Serif"/>
            </a:endParaRPr>
          </a:p>
          <a:p>
            <a:pPr marL="926465" lvl="1" indent="-319405">
              <a:lnSpc>
                <a:spcPts val="1950"/>
              </a:lnSpc>
              <a:buChar char="-"/>
              <a:tabLst>
                <a:tab pos="926465" algn="l"/>
              </a:tabLst>
            </a:pPr>
            <a:r>
              <a:rPr sz="2400" dirty="0">
                <a:latin typeface="Microsoft Sans Serif"/>
                <a:cs typeface="Microsoft Sans Serif"/>
              </a:rPr>
              <a:t>1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confidence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value</a:t>
            </a:r>
            <a:endParaRPr sz="2400">
              <a:latin typeface="Microsoft Sans Serif"/>
              <a:cs typeface="Microsoft Sans Serif"/>
            </a:endParaRPr>
          </a:p>
          <a:p>
            <a:pPr marL="469900" marR="4445635" indent="-335280">
              <a:lnSpc>
                <a:spcPct val="70000"/>
              </a:lnSpc>
              <a:spcBef>
                <a:spcPts val="509"/>
              </a:spcBef>
              <a:buChar char="-"/>
              <a:tabLst>
                <a:tab pos="469900" algn="l"/>
              </a:tabLst>
            </a:pPr>
            <a:r>
              <a:rPr sz="2800" spc="-50" dirty="0">
                <a:latin typeface="Microsoft Sans Serif"/>
                <a:cs typeface="Microsoft Sans Serif"/>
              </a:rPr>
              <a:t>Some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number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80" dirty="0">
                <a:latin typeface="Microsoft Sans Serif"/>
                <a:cs typeface="Microsoft Sans Serif"/>
              </a:rPr>
              <a:t>class </a:t>
            </a:r>
            <a:r>
              <a:rPr sz="2800" spc="55" dirty="0">
                <a:latin typeface="Microsoft Sans Serif"/>
                <a:cs typeface="Microsoft Sans Serif"/>
              </a:rPr>
              <a:t>probabilities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Microsoft Sans Serif"/>
              <a:buChar char="-"/>
            </a:pP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latin typeface="Microsoft Sans Serif"/>
                <a:cs typeface="Microsoft Sans Serif"/>
              </a:rPr>
              <a:t>For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95" dirty="0">
                <a:latin typeface="Microsoft Sans Serif"/>
                <a:cs typeface="Microsoft Sans Serif"/>
              </a:rPr>
              <a:t>Pascal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VOC:</a:t>
            </a:r>
            <a:endParaRPr sz="2800">
              <a:latin typeface="Microsoft Sans Serif"/>
              <a:cs typeface="Microsoft Sans Serif"/>
            </a:endParaRPr>
          </a:p>
          <a:p>
            <a:pPr marL="469265" indent="-334645">
              <a:lnSpc>
                <a:spcPts val="2850"/>
              </a:lnSpc>
              <a:buChar char="-"/>
              <a:tabLst>
                <a:tab pos="469265" algn="l"/>
              </a:tabLst>
            </a:pPr>
            <a:r>
              <a:rPr sz="2800" dirty="0">
                <a:latin typeface="Microsoft Sans Serif"/>
                <a:cs typeface="Microsoft Sans Serif"/>
              </a:rPr>
              <a:t>7x7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grid</a:t>
            </a:r>
            <a:endParaRPr sz="2800">
              <a:latin typeface="Microsoft Sans Serif"/>
              <a:cs typeface="Microsoft Sans Serif"/>
            </a:endParaRPr>
          </a:p>
          <a:p>
            <a:pPr marL="469265" indent="-334645">
              <a:lnSpc>
                <a:spcPts val="2350"/>
              </a:lnSpc>
              <a:buChar char="-"/>
              <a:tabLst>
                <a:tab pos="469265" algn="l"/>
              </a:tabLst>
            </a:pPr>
            <a:r>
              <a:rPr sz="2800" dirty="0">
                <a:latin typeface="Microsoft Sans Serif"/>
                <a:cs typeface="Microsoft Sans Serif"/>
              </a:rPr>
              <a:t>2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bounding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boxes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290" dirty="0">
                <a:latin typeface="Microsoft Sans Serif"/>
                <a:cs typeface="Microsoft Sans Serif"/>
              </a:rPr>
              <a:t>/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cell</a:t>
            </a:r>
            <a:endParaRPr sz="2800">
              <a:latin typeface="Microsoft Sans Serif"/>
              <a:cs typeface="Microsoft Sans Serif"/>
            </a:endParaRPr>
          </a:p>
          <a:p>
            <a:pPr marL="469265" indent="-334645">
              <a:lnSpc>
                <a:spcPts val="2850"/>
              </a:lnSpc>
              <a:buChar char="-"/>
              <a:tabLst>
                <a:tab pos="469265" algn="l"/>
              </a:tabLst>
            </a:pPr>
            <a:r>
              <a:rPr sz="2800" dirty="0">
                <a:latin typeface="Microsoft Sans Serif"/>
                <a:cs typeface="Microsoft Sans Serif"/>
              </a:rPr>
              <a:t>20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classes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latin typeface="Microsoft Sans Serif"/>
                <a:cs typeface="Microsoft Sans Serif"/>
              </a:rPr>
              <a:t>7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x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7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x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(2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x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5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20)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7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x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7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x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30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tensor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b="1" dirty="0">
                <a:latin typeface="Arial"/>
                <a:cs typeface="Arial"/>
              </a:rPr>
              <a:t>1470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outputs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0200" y="1849000"/>
            <a:ext cx="5551350" cy="36033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16981" y="636178"/>
            <a:ext cx="93611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Microsoft Sans Serif"/>
                <a:cs typeface="Microsoft Sans Serif"/>
              </a:rPr>
              <a:t>This</a:t>
            </a:r>
            <a:r>
              <a:rPr spc="-135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parameterization</a:t>
            </a:r>
            <a:r>
              <a:rPr spc="-130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fixes</a:t>
            </a:r>
            <a:r>
              <a:rPr spc="-130" dirty="0">
                <a:latin typeface="Microsoft Sans Serif"/>
                <a:cs typeface="Microsoft Sans Serif"/>
              </a:rPr>
              <a:t> </a:t>
            </a:r>
            <a:r>
              <a:rPr spc="175" dirty="0">
                <a:latin typeface="Microsoft Sans Serif"/>
                <a:cs typeface="Microsoft Sans Serif"/>
              </a:rPr>
              <a:t>the</a:t>
            </a:r>
            <a:r>
              <a:rPr spc="-135" dirty="0">
                <a:latin typeface="Microsoft Sans Serif"/>
                <a:cs typeface="Microsoft Sans Serif"/>
              </a:rPr>
              <a:t> </a:t>
            </a:r>
            <a:r>
              <a:rPr spc="210" dirty="0">
                <a:latin typeface="Microsoft Sans Serif"/>
                <a:cs typeface="Microsoft Sans Serif"/>
              </a:rPr>
              <a:t>output</a:t>
            </a:r>
            <a:r>
              <a:rPr spc="-130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size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621" y="-34827"/>
            <a:ext cx="10209530" cy="10160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308985" marR="30480" indent="-3271520">
              <a:lnSpc>
                <a:spcPts val="3690"/>
              </a:lnSpc>
              <a:spcBef>
                <a:spcPts val="565"/>
              </a:spcBef>
            </a:pPr>
            <a:r>
              <a:rPr sz="3400" spc="-45" dirty="0">
                <a:latin typeface="Microsoft Sans Serif"/>
                <a:cs typeface="Microsoft Sans Serif"/>
              </a:rPr>
              <a:t>Thus</a:t>
            </a:r>
            <a:r>
              <a:rPr sz="3400" spc="-110" dirty="0">
                <a:latin typeface="Microsoft Sans Serif"/>
                <a:cs typeface="Microsoft Sans Serif"/>
              </a:rPr>
              <a:t> </a:t>
            </a:r>
            <a:r>
              <a:rPr sz="3400" spc="105" dirty="0">
                <a:latin typeface="Microsoft Sans Serif"/>
                <a:cs typeface="Microsoft Sans Serif"/>
              </a:rPr>
              <a:t>we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-35" dirty="0">
                <a:latin typeface="Microsoft Sans Serif"/>
                <a:cs typeface="Microsoft Sans Serif"/>
              </a:rPr>
              <a:t>can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30" dirty="0">
                <a:latin typeface="Microsoft Sans Serif"/>
                <a:cs typeface="Microsoft Sans Serif"/>
              </a:rPr>
              <a:t>train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75" dirty="0">
                <a:latin typeface="Microsoft Sans Serif"/>
                <a:cs typeface="Microsoft Sans Serif"/>
              </a:rPr>
              <a:t>one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60" dirty="0">
                <a:latin typeface="Microsoft Sans Serif"/>
                <a:cs typeface="Microsoft Sans Serif"/>
              </a:rPr>
              <a:t>neural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0" dirty="0">
                <a:latin typeface="Microsoft Sans Serif"/>
                <a:cs typeface="Microsoft Sans Serif"/>
              </a:rPr>
              <a:t>network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to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-70" dirty="0">
                <a:latin typeface="Microsoft Sans Serif"/>
                <a:cs typeface="Microsoft Sans Serif"/>
              </a:rPr>
              <a:t>b</a:t>
            </a:r>
            <a:r>
              <a:rPr sz="1200" spc="-682" baseline="125000" dirty="0"/>
              <a:t>C</a:t>
            </a:r>
            <a:r>
              <a:rPr sz="3400" spc="-1400" dirty="0">
                <a:latin typeface="Microsoft Sans Serif"/>
                <a:cs typeface="Microsoft Sans Serif"/>
              </a:rPr>
              <a:t>e</a:t>
            </a:r>
            <a:r>
              <a:rPr sz="1200" spc="37" baseline="125000" dirty="0"/>
              <a:t>V</a:t>
            </a:r>
            <a:r>
              <a:rPr sz="1200" spc="-7" baseline="125000" dirty="0"/>
              <a:t> </a:t>
            </a:r>
            <a:r>
              <a:rPr sz="1200" baseline="125000" dirty="0"/>
              <a:t>14: </a:t>
            </a:r>
            <a:r>
              <a:rPr sz="1200" spc="-765" baseline="125000" dirty="0"/>
              <a:t>O</a:t>
            </a:r>
            <a:r>
              <a:rPr sz="3400" spc="-1405" dirty="0">
                <a:latin typeface="Microsoft Sans Serif"/>
                <a:cs typeface="Microsoft Sans Serif"/>
              </a:rPr>
              <a:t>a</a:t>
            </a:r>
            <a:r>
              <a:rPr sz="1200" spc="-37" baseline="125000" dirty="0"/>
              <a:t>b</a:t>
            </a:r>
            <a:r>
              <a:rPr sz="1200" spc="-30" baseline="125000" dirty="0"/>
              <a:t>j</a:t>
            </a:r>
            <a:r>
              <a:rPr sz="1200" spc="-37" baseline="125000" dirty="0"/>
              <a:t>e</a:t>
            </a:r>
            <a:r>
              <a:rPr sz="1200" spc="-30" baseline="125000" dirty="0"/>
              <a:t>c</a:t>
            </a:r>
            <a:r>
              <a:rPr sz="1200" spc="-22" baseline="125000" dirty="0"/>
              <a:t>t</a:t>
            </a:r>
            <a:r>
              <a:rPr sz="1200" baseline="125000" dirty="0"/>
              <a:t> </a:t>
            </a:r>
            <a:r>
              <a:rPr sz="1200" spc="-600" baseline="125000" dirty="0"/>
              <a:t>D</a:t>
            </a:r>
            <a:r>
              <a:rPr sz="3400" spc="-2100" dirty="0">
                <a:latin typeface="Microsoft Sans Serif"/>
                <a:cs typeface="Microsoft Sans Serif"/>
              </a:rPr>
              <a:t>w</a:t>
            </a:r>
            <a:r>
              <a:rPr sz="1200" spc="-15" baseline="125000" dirty="0"/>
              <a:t>ete</a:t>
            </a:r>
            <a:r>
              <a:rPr sz="1200" spc="-7" baseline="125000" dirty="0"/>
              <a:t>c</a:t>
            </a:r>
            <a:r>
              <a:rPr sz="1200" spc="-15" baseline="125000" dirty="0"/>
              <a:t>t</a:t>
            </a:r>
            <a:r>
              <a:rPr sz="1200" spc="-7" baseline="125000" dirty="0"/>
              <a:t>i</a:t>
            </a:r>
            <a:r>
              <a:rPr sz="1200" spc="-150" baseline="125000" dirty="0"/>
              <a:t>o</a:t>
            </a:r>
            <a:r>
              <a:rPr sz="3400" spc="-1810" dirty="0">
                <a:latin typeface="Microsoft Sans Serif"/>
                <a:cs typeface="Microsoft Sans Serif"/>
              </a:rPr>
              <a:t>h</a:t>
            </a:r>
            <a:r>
              <a:rPr sz="1200" baseline="125000" dirty="0"/>
              <a:t>n</a:t>
            </a:r>
            <a:r>
              <a:rPr sz="1200" spc="-67" baseline="125000" dirty="0"/>
              <a:t> </a:t>
            </a:r>
            <a:r>
              <a:rPr sz="1200" spc="-7" baseline="125000" dirty="0"/>
              <a:t>Alg</a:t>
            </a:r>
            <a:r>
              <a:rPr sz="1200" spc="-577" baseline="125000" dirty="0"/>
              <a:t>o</a:t>
            </a:r>
            <a:r>
              <a:rPr sz="3400" spc="-1570" dirty="0">
                <a:latin typeface="Microsoft Sans Serif"/>
                <a:cs typeface="Microsoft Sans Serif"/>
              </a:rPr>
              <a:t>o</a:t>
            </a:r>
            <a:r>
              <a:rPr sz="1200" spc="-7" baseline="125000" dirty="0"/>
              <a:t>rith</a:t>
            </a:r>
            <a:r>
              <a:rPr sz="1200" spc="-202" baseline="125000" dirty="0"/>
              <a:t>m</a:t>
            </a:r>
            <a:r>
              <a:rPr sz="3400" spc="-680" dirty="0">
                <a:latin typeface="Microsoft Sans Serif"/>
                <a:cs typeface="Microsoft Sans Serif"/>
              </a:rPr>
              <a:t>l</a:t>
            </a:r>
            <a:r>
              <a:rPr sz="1200" spc="-7" baseline="125000" dirty="0"/>
              <a:t>s</a:t>
            </a:r>
            <a:r>
              <a:rPr sz="1200" spc="284" baseline="125000" dirty="0"/>
              <a:t> </a:t>
            </a:r>
            <a:r>
              <a:rPr sz="3400" spc="-50" dirty="0">
                <a:latin typeface="Microsoft Sans Serif"/>
                <a:cs typeface="Microsoft Sans Serif"/>
              </a:rPr>
              <a:t>e </a:t>
            </a:r>
            <a:r>
              <a:rPr sz="3400" spc="114" dirty="0">
                <a:latin typeface="Microsoft Sans Serif"/>
                <a:cs typeface="Microsoft Sans Serif"/>
              </a:rPr>
              <a:t>detection</a:t>
            </a:r>
            <a:r>
              <a:rPr sz="3400" spc="-75" dirty="0">
                <a:latin typeface="Microsoft Sans Serif"/>
                <a:cs typeface="Microsoft Sans Serif"/>
              </a:rPr>
              <a:t> </a:t>
            </a:r>
            <a:r>
              <a:rPr sz="3400" spc="75" dirty="0">
                <a:latin typeface="Microsoft Sans Serif"/>
                <a:cs typeface="Microsoft Sans Serif"/>
              </a:rPr>
              <a:t>pipeline</a:t>
            </a:r>
            <a:endParaRPr sz="34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2" y="2020657"/>
            <a:ext cx="9032671" cy="324366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41" y="636178"/>
            <a:ext cx="103708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>
                <a:latin typeface="Microsoft Sans Serif"/>
                <a:cs typeface="Microsoft Sans Serif"/>
              </a:rPr>
              <a:t>During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training,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60" dirty="0">
                <a:latin typeface="Microsoft Sans Serif"/>
                <a:cs typeface="Microsoft Sans Serif"/>
              </a:rPr>
              <a:t>match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example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270" dirty="0">
                <a:latin typeface="Microsoft Sans Serif"/>
                <a:cs typeface="Microsoft Sans Serif"/>
              </a:rPr>
              <a:t>to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175" dirty="0">
                <a:latin typeface="Microsoft Sans Serif"/>
                <a:cs typeface="Microsoft Sans Serif"/>
              </a:rPr>
              <a:t>the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175" dirty="0">
                <a:latin typeface="Microsoft Sans Serif"/>
                <a:cs typeface="Microsoft Sans Serif"/>
              </a:rPr>
              <a:t>right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cell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15466" y="3330149"/>
              <a:ext cx="2210435" cy="3072130"/>
            </a:xfrm>
            <a:custGeom>
              <a:avLst/>
              <a:gdLst/>
              <a:ahLst/>
              <a:cxnLst/>
              <a:rect l="l" t="t" r="r" b="b"/>
              <a:pathLst>
                <a:path w="2210435" h="3072129">
                  <a:moveTo>
                    <a:pt x="0" y="0"/>
                  </a:moveTo>
                  <a:lnTo>
                    <a:pt x="2210100" y="0"/>
                  </a:lnTo>
                  <a:lnTo>
                    <a:pt x="2210100" y="3071699"/>
                  </a:lnTo>
                  <a:lnTo>
                    <a:pt x="0" y="30716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58299" y="4744374"/>
              <a:ext cx="324485" cy="243840"/>
            </a:xfrm>
            <a:custGeom>
              <a:avLst/>
              <a:gdLst/>
              <a:ahLst/>
              <a:cxnLst/>
              <a:rect l="l" t="t" r="r" b="b"/>
              <a:pathLst>
                <a:path w="324485" h="243839">
                  <a:moveTo>
                    <a:pt x="162149" y="243299"/>
                  </a:moveTo>
                  <a:lnTo>
                    <a:pt x="110898" y="237098"/>
                  </a:lnTo>
                  <a:lnTo>
                    <a:pt x="66386" y="219828"/>
                  </a:lnTo>
                  <a:lnTo>
                    <a:pt x="31285" y="193494"/>
                  </a:lnTo>
                  <a:lnTo>
                    <a:pt x="8266" y="160100"/>
                  </a:lnTo>
                  <a:lnTo>
                    <a:pt x="0" y="121649"/>
                  </a:lnTo>
                  <a:lnTo>
                    <a:pt x="8266" y="83199"/>
                  </a:lnTo>
                  <a:lnTo>
                    <a:pt x="31285" y="49805"/>
                  </a:lnTo>
                  <a:lnTo>
                    <a:pt x="66386" y="23471"/>
                  </a:lnTo>
                  <a:lnTo>
                    <a:pt x="110898" y="6201"/>
                  </a:lnTo>
                  <a:lnTo>
                    <a:pt x="162149" y="0"/>
                  </a:lnTo>
                  <a:lnTo>
                    <a:pt x="213401" y="6201"/>
                  </a:lnTo>
                  <a:lnTo>
                    <a:pt x="257913" y="23471"/>
                  </a:lnTo>
                  <a:lnTo>
                    <a:pt x="293014" y="49805"/>
                  </a:lnTo>
                  <a:lnTo>
                    <a:pt x="316033" y="83199"/>
                  </a:lnTo>
                  <a:lnTo>
                    <a:pt x="324299" y="121649"/>
                  </a:lnTo>
                  <a:lnTo>
                    <a:pt x="316033" y="160100"/>
                  </a:lnTo>
                  <a:lnTo>
                    <a:pt x="293014" y="193494"/>
                  </a:lnTo>
                  <a:lnTo>
                    <a:pt x="257913" y="219828"/>
                  </a:lnTo>
                  <a:lnTo>
                    <a:pt x="213401" y="237098"/>
                  </a:lnTo>
                  <a:lnTo>
                    <a:pt x="162149" y="2432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8850" y="434259"/>
            <a:ext cx="933640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80" dirty="0">
                <a:latin typeface="Microsoft Sans Serif"/>
                <a:cs typeface="Microsoft Sans Serif"/>
              </a:rPr>
              <a:t>During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80" dirty="0">
                <a:latin typeface="Microsoft Sans Serif"/>
                <a:cs typeface="Microsoft Sans Serif"/>
              </a:rPr>
              <a:t>training,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55" dirty="0">
                <a:latin typeface="Microsoft Sans Serif"/>
                <a:cs typeface="Microsoft Sans Serif"/>
              </a:rPr>
              <a:t>match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55" dirty="0">
                <a:latin typeface="Microsoft Sans Serif"/>
                <a:cs typeface="Microsoft Sans Serif"/>
              </a:rPr>
              <a:t>example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to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right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30" dirty="0">
                <a:latin typeface="Microsoft Sans Serif"/>
                <a:cs typeface="Microsoft Sans Serif"/>
              </a:rPr>
              <a:t>cell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58299" y="4744374"/>
              <a:ext cx="324485" cy="243840"/>
            </a:xfrm>
            <a:custGeom>
              <a:avLst/>
              <a:gdLst/>
              <a:ahLst/>
              <a:cxnLst/>
              <a:rect l="l" t="t" r="r" b="b"/>
              <a:pathLst>
                <a:path w="324485" h="243839">
                  <a:moveTo>
                    <a:pt x="162149" y="243299"/>
                  </a:moveTo>
                  <a:lnTo>
                    <a:pt x="110898" y="237098"/>
                  </a:lnTo>
                  <a:lnTo>
                    <a:pt x="66386" y="219828"/>
                  </a:lnTo>
                  <a:lnTo>
                    <a:pt x="31285" y="193494"/>
                  </a:lnTo>
                  <a:lnTo>
                    <a:pt x="8266" y="160100"/>
                  </a:lnTo>
                  <a:lnTo>
                    <a:pt x="0" y="121649"/>
                  </a:lnTo>
                  <a:lnTo>
                    <a:pt x="8266" y="83199"/>
                  </a:lnTo>
                  <a:lnTo>
                    <a:pt x="31285" y="49805"/>
                  </a:lnTo>
                  <a:lnTo>
                    <a:pt x="66386" y="23471"/>
                  </a:lnTo>
                  <a:lnTo>
                    <a:pt x="110898" y="6201"/>
                  </a:lnTo>
                  <a:lnTo>
                    <a:pt x="162149" y="0"/>
                  </a:lnTo>
                  <a:lnTo>
                    <a:pt x="213401" y="6201"/>
                  </a:lnTo>
                  <a:lnTo>
                    <a:pt x="257913" y="23471"/>
                  </a:lnTo>
                  <a:lnTo>
                    <a:pt x="293014" y="49805"/>
                  </a:lnTo>
                  <a:lnTo>
                    <a:pt x="316033" y="83199"/>
                  </a:lnTo>
                  <a:lnTo>
                    <a:pt x="324299" y="121649"/>
                  </a:lnTo>
                  <a:lnTo>
                    <a:pt x="316033" y="160100"/>
                  </a:lnTo>
                  <a:lnTo>
                    <a:pt x="293014" y="193494"/>
                  </a:lnTo>
                  <a:lnTo>
                    <a:pt x="257913" y="219828"/>
                  </a:lnTo>
                  <a:lnTo>
                    <a:pt x="213401" y="237098"/>
                  </a:lnTo>
                  <a:lnTo>
                    <a:pt x="162149" y="2432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87308" y="4379406"/>
              <a:ext cx="1034415" cy="763905"/>
            </a:xfrm>
            <a:custGeom>
              <a:avLst/>
              <a:gdLst/>
              <a:ahLst/>
              <a:cxnLst/>
              <a:rect l="l" t="t" r="r" b="b"/>
              <a:pathLst>
                <a:path w="1034414" h="763904">
                  <a:moveTo>
                    <a:pt x="0" y="0"/>
                  </a:moveTo>
                  <a:lnTo>
                    <a:pt x="1034099" y="0"/>
                  </a:lnTo>
                  <a:lnTo>
                    <a:pt x="1034099" y="763499"/>
                  </a:lnTo>
                  <a:lnTo>
                    <a:pt x="0" y="763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4225" y="4081109"/>
            <a:ext cx="1289685" cy="22402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b="1" dirty="0">
                <a:latin typeface="Arial"/>
                <a:cs typeface="Arial"/>
              </a:rPr>
              <a:t>Dog</a:t>
            </a:r>
            <a:r>
              <a:rPr sz="2800" b="1" spc="-1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=</a:t>
            </a:r>
            <a:r>
              <a:rPr sz="2800" b="1" spc="-16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800" dirty="0">
                <a:latin typeface="Microsoft Sans Serif"/>
                <a:cs typeface="Microsoft Sans Serif"/>
              </a:rPr>
              <a:t>Cat</a:t>
            </a:r>
            <a:r>
              <a:rPr sz="2800" spc="-1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5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0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800" dirty="0">
                <a:latin typeface="Microsoft Sans Serif"/>
                <a:cs typeface="Microsoft Sans Serif"/>
              </a:rPr>
              <a:t>Bike</a:t>
            </a:r>
            <a:r>
              <a:rPr sz="2800" spc="-1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5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0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800" spc="-25" dirty="0">
                <a:latin typeface="Microsoft Sans Serif"/>
                <a:cs typeface="Microsoft Sans Serif"/>
              </a:rPr>
              <a:t>...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70009" y="434259"/>
            <a:ext cx="645287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75" dirty="0">
                <a:latin typeface="Microsoft Sans Serif"/>
                <a:cs typeface="Microsoft Sans Serif"/>
              </a:rPr>
              <a:t>Adjust</a:t>
            </a:r>
            <a:r>
              <a:rPr sz="3400" spc="-90" dirty="0">
                <a:latin typeface="Microsoft Sans Serif"/>
                <a:cs typeface="Microsoft Sans Serif"/>
              </a:rPr>
              <a:t> </a:t>
            </a:r>
            <a:r>
              <a:rPr sz="3400" spc="195" dirty="0">
                <a:latin typeface="Microsoft Sans Serif"/>
                <a:cs typeface="Microsoft Sans Serif"/>
              </a:rPr>
              <a:t>that</a:t>
            </a:r>
            <a:r>
              <a:rPr sz="3400" spc="-9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cell’s</a:t>
            </a:r>
            <a:r>
              <a:rPr sz="3400" spc="-85" dirty="0">
                <a:latin typeface="Microsoft Sans Serif"/>
                <a:cs typeface="Microsoft Sans Serif"/>
              </a:rPr>
              <a:t> </a:t>
            </a:r>
            <a:r>
              <a:rPr sz="3400" spc="-95" dirty="0">
                <a:latin typeface="Microsoft Sans Serif"/>
                <a:cs typeface="Microsoft Sans Serif"/>
              </a:rPr>
              <a:t>class</a:t>
            </a:r>
            <a:r>
              <a:rPr sz="3400" spc="-90" dirty="0">
                <a:latin typeface="Microsoft Sans Serif"/>
                <a:cs typeface="Microsoft Sans Serif"/>
              </a:rPr>
              <a:t> </a:t>
            </a:r>
            <a:r>
              <a:rPr sz="3400" spc="90" dirty="0">
                <a:latin typeface="Microsoft Sans Serif"/>
                <a:cs typeface="Microsoft Sans Serif"/>
              </a:rPr>
              <a:t>prediction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87308" y="4379406"/>
              <a:ext cx="1034415" cy="763905"/>
            </a:xfrm>
            <a:custGeom>
              <a:avLst/>
              <a:gdLst/>
              <a:ahLst/>
              <a:cxnLst/>
              <a:rect l="l" t="t" r="r" b="b"/>
              <a:pathLst>
                <a:path w="1034414" h="763904">
                  <a:moveTo>
                    <a:pt x="1034099" y="763499"/>
                  </a:moveTo>
                  <a:lnTo>
                    <a:pt x="0" y="763499"/>
                  </a:lnTo>
                  <a:lnTo>
                    <a:pt x="0" y="0"/>
                  </a:lnTo>
                  <a:lnTo>
                    <a:pt x="1034099" y="0"/>
                  </a:lnTo>
                  <a:lnTo>
                    <a:pt x="1034099" y="7634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3225" y="434259"/>
            <a:ext cx="674814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dirty="0">
                <a:latin typeface="Microsoft Sans Serif"/>
                <a:cs typeface="Microsoft Sans Serif"/>
              </a:rPr>
              <a:t>Look</a:t>
            </a:r>
            <a:r>
              <a:rPr sz="3400" spc="-5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at</a:t>
            </a:r>
            <a:r>
              <a:rPr sz="3400" spc="-55" dirty="0">
                <a:latin typeface="Microsoft Sans Serif"/>
                <a:cs typeface="Microsoft Sans Serif"/>
              </a:rPr>
              <a:t> </a:t>
            </a:r>
            <a:r>
              <a:rPr sz="3400" spc="195" dirty="0">
                <a:latin typeface="Microsoft Sans Serif"/>
                <a:cs typeface="Microsoft Sans Serif"/>
              </a:rPr>
              <a:t>that</a:t>
            </a:r>
            <a:r>
              <a:rPr sz="3400" spc="-5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cell’s</a:t>
            </a:r>
            <a:r>
              <a:rPr sz="3400" spc="-55" dirty="0">
                <a:latin typeface="Microsoft Sans Serif"/>
                <a:cs typeface="Microsoft Sans Serif"/>
              </a:rPr>
              <a:t> </a:t>
            </a:r>
            <a:r>
              <a:rPr sz="3400" spc="100" dirty="0">
                <a:latin typeface="Microsoft Sans Serif"/>
                <a:cs typeface="Microsoft Sans Serif"/>
              </a:rPr>
              <a:t>predicted</a:t>
            </a:r>
            <a:r>
              <a:rPr sz="3400" spc="-55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boxes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14099" y="3238925"/>
              <a:ext cx="2717165" cy="3011170"/>
            </a:xfrm>
            <a:custGeom>
              <a:avLst/>
              <a:gdLst/>
              <a:ahLst/>
              <a:cxnLst/>
              <a:rect l="l" t="t" r="r" b="b"/>
              <a:pathLst>
                <a:path w="2717165" h="3011170">
                  <a:moveTo>
                    <a:pt x="0" y="0"/>
                  </a:moveTo>
                  <a:lnTo>
                    <a:pt x="2716799" y="0"/>
                  </a:lnTo>
                  <a:lnTo>
                    <a:pt x="2716799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  <a:path w="2717165" h="3011170">
                  <a:moveTo>
                    <a:pt x="871799" y="836349"/>
                  </a:moveTo>
                  <a:lnTo>
                    <a:pt x="2209799" y="836349"/>
                  </a:lnTo>
                  <a:lnTo>
                    <a:pt x="2209799" y="1991949"/>
                  </a:lnTo>
                  <a:lnTo>
                    <a:pt x="871799" y="1991949"/>
                  </a:lnTo>
                  <a:lnTo>
                    <a:pt x="871799" y="836349"/>
                  </a:lnTo>
                  <a:close/>
                </a:path>
              </a:pathLst>
            </a:custGeom>
            <a:ln w="380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4535" y="434259"/>
            <a:ext cx="1014412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dirty="0">
                <a:latin typeface="Microsoft Sans Serif"/>
                <a:cs typeface="Microsoft Sans Serif"/>
              </a:rPr>
              <a:t>Find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95" dirty="0">
                <a:latin typeface="Microsoft Sans Serif"/>
                <a:cs typeface="Microsoft Sans Serif"/>
              </a:rPr>
              <a:t>best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one,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60" dirty="0">
                <a:latin typeface="Microsoft Sans Serif"/>
                <a:cs typeface="Microsoft Sans Serif"/>
              </a:rPr>
              <a:t>adjust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35" dirty="0">
                <a:latin typeface="Microsoft Sans Serif"/>
                <a:cs typeface="Microsoft Sans Serif"/>
              </a:rPr>
              <a:t>it,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increase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45" dirty="0">
                <a:latin typeface="Microsoft Sans Serif"/>
                <a:cs typeface="Microsoft Sans Serif"/>
              </a:rPr>
              <a:t>confidence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15466" y="3330149"/>
              <a:ext cx="2210435" cy="3072130"/>
            </a:xfrm>
            <a:custGeom>
              <a:avLst/>
              <a:gdLst/>
              <a:ahLst/>
              <a:cxnLst/>
              <a:rect l="l" t="t" r="r" b="b"/>
              <a:pathLst>
                <a:path w="2210435" h="3072129">
                  <a:moveTo>
                    <a:pt x="0" y="0"/>
                  </a:moveTo>
                  <a:lnTo>
                    <a:pt x="2210100" y="0"/>
                  </a:lnTo>
                  <a:lnTo>
                    <a:pt x="2210100" y="3071699"/>
                  </a:lnTo>
                  <a:lnTo>
                    <a:pt x="0" y="30716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14099" y="3238925"/>
              <a:ext cx="2717165" cy="3011170"/>
            </a:xfrm>
            <a:custGeom>
              <a:avLst/>
              <a:gdLst/>
              <a:ahLst/>
              <a:cxnLst/>
              <a:rect l="l" t="t" r="r" b="b"/>
              <a:pathLst>
                <a:path w="2717165" h="3011170">
                  <a:moveTo>
                    <a:pt x="0" y="0"/>
                  </a:moveTo>
                  <a:lnTo>
                    <a:pt x="2716799" y="0"/>
                  </a:lnTo>
                  <a:lnTo>
                    <a:pt x="2716799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  <a:path w="2717165" h="3011170">
                  <a:moveTo>
                    <a:pt x="871799" y="836349"/>
                  </a:moveTo>
                  <a:lnTo>
                    <a:pt x="2209799" y="836349"/>
                  </a:lnTo>
                  <a:lnTo>
                    <a:pt x="2209799" y="1991949"/>
                  </a:lnTo>
                  <a:lnTo>
                    <a:pt x="871799" y="1991949"/>
                  </a:lnTo>
                  <a:lnTo>
                    <a:pt x="871799" y="836349"/>
                  </a:lnTo>
                  <a:close/>
                </a:path>
              </a:pathLst>
            </a:custGeom>
            <a:ln w="380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4535" y="434259"/>
            <a:ext cx="1014412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dirty="0">
                <a:latin typeface="Microsoft Sans Serif"/>
                <a:cs typeface="Microsoft Sans Serif"/>
              </a:rPr>
              <a:t>Find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95" dirty="0">
                <a:latin typeface="Microsoft Sans Serif"/>
                <a:cs typeface="Microsoft Sans Serif"/>
              </a:rPr>
              <a:t>best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one,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60" dirty="0">
                <a:latin typeface="Microsoft Sans Serif"/>
                <a:cs typeface="Microsoft Sans Serif"/>
              </a:rPr>
              <a:t>adjust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35" dirty="0">
                <a:latin typeface="Microsoft Sans Serif"/>
                <a:cs typeface="Microsoft Sans Serif"/>
              </a:rPr>
              <a:t>it,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increase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45" dirty="0">
                <a:latin typeface="Microsoft Sans Serif"/>
                <a:cs typeface="Microsoft Sans Serif"/>
              </a:rPr>
              <a:t>confidence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14099" y="3238925"/>
              <a:ext cx="2717165" cy="3011170"/>
            </a:xfrm>
            <a:custGeom>
              <a:avLst/>
              <a:gdLst/>
              <a:ahLst/>
              <a:cxnLst/>
              <a:rect l="l" t="t" r="r" b="b"/>
              <a:pathLst>
                <a:path w="2717165" h="3011170">
                  <a:moveTo>
                    <a:pt x="0" y="0"/>
                  </a:moveTo>
                  <a:lnTo>
                    <a:pt x="2716799" y="0"/>
                  </a:lnTo>
                  <a:lnTo>
                    <a:pt x="2716799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  <a:path w="2717165" h="3011170">
                  <a:moveTo>
                    <a:pt x="871799" y="836349"/>
                  </a:moveTo>
                  <a:lnTo>
                    <a:pt x="2209799" y="836349"/>
                  </a:lnTo>
                  <a:lnTo>
                    <a:pt x="2209799" y="1991949"/>
                  </a:lnTo>
                  <a:lnTo>
                    <a:pt x="871799" y="1991949"/>
                  </a:lnTo>
                  <a:lnTo>
                    <a:pt x="871799" y="836349"/>
                  </a:lnTo>
                  <a:close/>
                </a:path>
              </a:pathLst>
            </a:custGeom>
            <a:ln w="380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96659" y="2402600"/>
              <a:ext cx="607695" cy="455930"/>
            </a:xfrm>
            <a:custGeom>
              <a:avLst/>
              <a:gdLst/>
              <a:ahLst/>
              <a:cxnLst/>
              <a:rect l="l" t="t" r="r" b="b"/>
              <a:pathLst>
                <a:path w="607695" h="455930">
                  <a:moveTo>
                    <a:pt x="607439" y="0"/>
                  </a:moveTo>
                  <a:lnTo>
                    <a:pt x="0" y="455579"/>
                  </a:lnTo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20017" y="2757490"/>
              <a:ext cx="352425" cy="308610"/>
            </a:xfrm>
            <a:custGeom>
              <a:avLst/>
              <a:gdLst/>
              <a:ahLst/>
              <a:cxnLst/>
              <a:rect l="l" t="t" r="r" b="b"/>
              <a:pathLst>
                <a:path w="352425" h="308610">
                  <a:moveTo>
                    <a:pt x="0" y="308171"/>
                  </a:moveTo>
                  <a:lnTo>
                    <a:pt x="201125" y="0"/>
                  </a:lnTo>
                  <a:lnTo>
                    <a:pt x="352159" y="201378"/>
                  </a:lnTo>
                  <a:lnTo>
                    <a:pt x="0" y="30817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20017" y="2757490"/>
              <a:ext cx="352425" cy="308610"/>
            </a:xfrm>
            <a:custGeom>
              <a:avLst/>
              <a:gdLst/>
              <a:ahLst/>
              <a:cxnLst/>
              <a:rect l="l" t="t" r="r" b="b"/>
              <a:pathLst>
                <a:path w="352425" h="308610">
                  <a:moveTo>
                    <a:pt x="201125" y="0"/>
                  </a:moveTo>
                  <a:lnTo>
                    <a:pt x="0" y="308171"/>
                  </a:lnTo>
                  <a:lnTo>
                    <a:pt x="352159" y="201378"/>
                  </a:lnTo>
                  <a:lnTo>
                    <a:pt x="201125" y="0"/>
                  </a:lnTo>
                  <a:close/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4535" y="434259"/>
            <a:ext cx="1014412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dirty="0">
                <a:latin typeface="Microsoft Sans Serif"/>
                <a:cs typeface="Microsoft Sans Serif"/>
              </a:rPr>
              <a:t>Find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95" dirty="0">
                <a:latin typeface="Microsoft Sans Serif"/>
                <a:cs typeface="Microsoft Sans Serif"/>
              </a:rPr>
              <a:t>best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one,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60" dirty="0">
                <a:latin typeface="Microsoft Sans Serif"/>
                <a:cs typeface="Microsoft Sans Serif"/>
              </a:rPr>
              <a:t>adjust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35" dirty="0">
                <a:latin typeface="Microsoft Sans Serif"/>
                <a:cs typeface="Microsoft Sans Serif"/>
              </a:rPr>
              <a:t>it,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increase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45" dirty="0">
                <a:latin typeface="Microsoft Sans Serif"/>
                <a:cs typeface="Microsoft Sans Serif"/>
              </a:rPr>
              <a:t>confidence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14099" y="3238925"/>
              <a:ext cx="2717165" cy="3011170"/>
            </a:xfrm>
            <a:custGeom>
              <a:avLst/>
              <a:gdLst/>
              <a:ahLst/>
              <a:cxnLst/>
              <a:rect l="l" t="t" r="r" b="b"/>
              <a:pathLst>
                <a:path w="2717165" h="3011170">
                  <a:moveTo>
                    <a:pt x="0" y="0"/>
                  </a:moveTo>
                  <a:lnTo>
                    <a:pt x="2716799" y="0"/>
                  </a:lnTo>
                  <a:lnTo>
                    <a:pt x="2716799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5900" y="4075274"/>
              <a:ext cx="1338580" cy="1155700"/>
            </a:xfrm>
            <a:custGeom>
              <a:avLst/>
              <a:gdLst/>
              <a:ahLst/>
              <a:cxnLst/>
              <a:rect l="l" t="t" r="r" b="b"/>
              <a:pathLst>
                <a:path w="1338579" h="1155700">
                  <a:moveTo>
                    <a:pt x="0" y="0"/>
                  </a:moveTo>
                  <a:lnTo>
                    <a:pt x="1337999" y="0"/>
                  </a:lnTo>
                  <a:lnTo>
                    <a:pt x="1337999" y="1155599"/>
                  </a:lnTo>
                  <a:lnTo>
                    <a:pt x="0" y="1155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96659" y="2402600"/>
              <a:ext cx="607695" cy="455930"/>
            </a:xfrm>
            <a:custGeom>
              <a:avLst/>
              <a:gdLst/>
              <a:ahLst/>
              <a:cxnLst/>
              <a:rect l="l" t="t" r="r" b="b"/>
              <a:pathLst>
                <a:path w="607695" h="455930">
                  <a:moveTo>
                    <a:pt x="607439" y="0"/>
                  </a:moveTo>
                  <a:lnTo>
                    <a:pt x="0" y="455579"/>
                  </a:lnTo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20017" y="2757490"/>
              <a:ext cx="352425" cy="308610"/>
            </a:xfrm>
            <a:custGeom>
              <a:avLst/>
              <a:gdLst/>
              <a:ahLst/>
              <a:cxnLst/>
              <a:rect l="l" t="t" r="r" b="b"/>
              <a:pathLst>
                <a:path w="352425" h="308610">
                  <a:moveTo>
                    <a:pt x="0" y="308171"/>
                  </a:moveTo>
                  <a:lnTo>
                    <a:pt x="201125" y="0"/>
                  </a:lnTo>
                  <a:lnTo>
                    <a:pt x="352159" y="201378"/>
                  </a:lnTo>
                  <a:lnTo>
                    <a:pt x="0" y="30817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20017" y="2757490"/>
              <a:ext cx="352425" cy="308610"/>
            </a:xfrm>
            <a:custGeom>
              <a:avLst/>
              <a:gdLst/>
              <a:ahLst/>
              <a:cxnLst/>
              <a:rect l="l" t="t" r="r" b="b"/>
              <a:pathLst>
                <a:path w="352425" h="308610">
                  <a:moveTo>
                    <a:pt x="201125" y="0"/>
                  </a:moveTo>
                  <a:lnTo>
                    <a:pt x="0" y="308171"/>
                  </a:lnTo>
                  <a:lnTo>
                    <a:pt x="352159" y="201378"/>
                  </a:lnTo>
                  <a:lnTo>
                    <a:pt x="201125" y="0"/>
                  </a:lnTo>
                  <a:close/>
                </a:path>
              </a:pathLst>
            </a:custGeom>
            <a:ln w="761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5609" y="199715"/>
            <a:ext cx="786320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10" dirty="0">
                <a:latin typeface="Microsoft Sans Serif"/>
                <a:cs typeface="Microsoft Sans Serif"/>
              </a:rPr>
              <a:t>Decrease</a:t>
            </a:r>
            <a:r>
              <a:rPr sz="3400" spc="-12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55" dirty="0">
                <a:latin typeface="Microsoft Sans Serif"/>
                <a:cs typeface="Microsoft Sans Serif"/>
              </a:rPr>
              <a:t>confidence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of</a:t>
            </a:r>
            <a:r>
              <a:rPr sz="3400" spc="-12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other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boxes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14099" y="3238925"/>
              <a:ext cx="2717165" cy="3011170"/>
            </a:xfrm>
            <a:custGeom>
              <a:avLst/>
              <a:gdLst/>
              <a:ahLst/>
              <a:cxnLst/>
              <a:rect l="l" t="t" r="r" b="b"/>
              <a:pathLst>
                <a:path w="2717165" h="3011170">
                  <a:moveTo>
                    <a:pt x="0" y="0"/>
                  </a:moveTo>
                  <a:lnTo>
                    <a:pt x="2716799" y="0"/>
                  </a:lnTo>
                  <a:lnTo>
                    <a:pt x="2716799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5900" y="4075274"/>
              <a:ext cx="1338580" cy="1155700"/>
            </a:xfrm>
            <a:custGeom>
              <a:avLst/>
              <a:gdLst/>
              <a:ahLst/>
              <a:cxnLst/>
              <a:rect l="l" t="t" r="r" b="b"/>
              <a:pathLst>
                <a:path w="1338579" h="1155700">
                  <a:moveTo>
                    <a:pt x="0" y="0"/>
                  </a:moveTo>
                  <a:lnTo>
                    <a:pt x="1337999" y="0"/>
                  </a:lnTo>
                  <a:lnTo>
                    <a:pt x="1337999" y="1155599"/>
                  </a:lnTo>
                  <a:lnTo>
                    <a:pt x="0" y="1155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04023" y="4521224"/>
              <a:ext cx="250190" cy="147955"/>
            </a:xfrm>
            <a:custGeom>
              <a:avLst/>
              <a:gdLst/>
              <a:ahLst/>
              <a:cxnLst/>
              <a:rect l="l" t="t" r="r" b="b"/>
              <a:pathLst>
                <a:path w="250189" h="147954">
                  <a:moveTo>
                    <a:pt x="249576" y="0"/>
                  </a:moveTo>
                  <a:lnTo>
                    <a:pt x="0" y="147431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6106" y="4595423"/>
              <a:ext cx="218974" cy="1802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5609" y="199715"/>
            <a:ext cx="786320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10" dirty="0">
                <a:latin typeface="Microsoft Sans Serif"/>
                <a:cs typeface="Microsoft Sans Serif"/>
              </a:rPr>
              <a:t>Decrease</a:t>
            </a:r>
            <a:r>
              <a:rPr sz="3400" spc="-12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55" dirty="0">
                <a:latin typeface="Microsoft Sans Serif"/>
                <a:cs typeface="Microsoft Sans Serif"/>
              </a:rPr>
              <a:t>confidence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of</a:t>
            </a:r>
            <a:r>
              <a:rPr sz="3400" spc="-125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other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boxes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14099" y="3238925"/>
              <a:ext cx="2717165" cy="3011170"/>
            </a:xfrm>
            <a:custGeom>
              <a:avLst/>
              <a:gdLst/>
              <a:ahLst/>
              <a:cxnLst/>
              <a:rect l="l" t="t" r="r" b="b"/>
              <a:pathLst>
                <a:path w="2717165" h="3011170">
                  <a:moveTo>
                    <a:pt x="0" y="0"/>
                  </a:moveTo>
                  <a:lnTo>
                    <a:pt x="2716799" y="0"/>
                  </a:lnTo>
                  <a:lnTo>
                    <a:pt x="2716799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5900" y="4075274"/>
              <a:ext cx="1338580" cy="1155700"/>
            </a:xfrm>
            <a:custGeom>
              <a:avLst/>
              <a:gdLst/>
              <a:ahLst/>
              <a:cxnLst/>
              <a:rect l="l" t="t" r="r" b="b"/>
              <a:pathLst>
                <a:path w="1338579" h="1155700">
                  <a:moveTo>
                    <a:pt x="0" y="0"/>
                  </a:moveTo>
                  <a:lnTo>
                    <a:pt x="1337999" y="0"/>
                  </a:lnTo>
                  <a:lnTo>
                    <a:pt x="1337999" y="1155599"/>
                  </a:lnTo>
                  <a:lnTo>
                    <a:pt x="0" y="1155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04023" y="4521224"/>
              <a:ext cx="250190" cy="147955"/>
            </a:xfrm>
            <a:custGeom>
              <a:avLst/>
              <a:gdLst/>
              <a:ahLst/>
              <a:cxnLst/>
              <a:rect l="l" t="t" r="r" b="b"/>
              <a:pathLst>
                <a:path w="250189" h="147954">
                  <a:moveTo>
                    <a:pt x="249576" y="0"/>
                  </a:moveTo>
                  <a:lnTo>
                    <a:pt x="0" y="147431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6106" y="4595423"/>
              <a:ext cx="218974" cy="1802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5542" y="199715"/>
            <a:ext cx="1000442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55" dirty="0">
                <a:latin typeface="Microsoft Sans Serif"/>
                <a:cs typeface="Microsoft Sans Serif"/>
              </a:rPr>
              <a:t>Some</a:t>
            </a:r>
            <a:r>
              <a:rPr sz="3400" spc="-14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cells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130" dirty="0">
                <a:latin typeface="Microsoft Sans Serif"/>
                <a:cs typeface="Microsoft Sans Serif"/>
              </a:rPr>
              <a:t>don’t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have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any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105" dirty="0">
                <a:latin typeface="Microsoft Sans Serif"/>
                <a:cs typeface="Microsoft Sans Serif"/>
              </a:rPr>
              <a:t>ground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229" dirty="0">
                <a:latin typeface="Microsoft Sans Serif"/>
                <a:cs typeface="Microsoft Sans Serif"/>
              </a:rPr>
              <a:t>truth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70" dirty="0">
                <a:latin typeface="Microsoft Sans Serif"/>
                <a:cs typeface="Microsoft Sans Serif"/>
              </a:rPr>
              <a:t>detections!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5508625" cy="5501640"/>
            <a:chOff x="2423802" y="1226950"/>
            <a:chExt cx="5508625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29908" y="4379237"/>
              <a:ext cx="1034415" cy="763905"/>
            </a:xfrm>
            <a:custGeom>
              <a:avLst/>
              <a:gdLst/>
              <a:ahLst/>
              <a:cxnLst/>
              <a:rect l="l" t="t" r="r" b="b"/>
              <a:pathLst>
                <a:path w="1034415" h="763904">
                  <a:moveTo>
                    <a:pt x="1034099" y="763499"/>
                  </a:moveTo>
                  <a:lnTo>
                    <a:pt x="0" y="763499"/>
                  </a:lnTo>
                  <a:lnTo>
                    <a:pt x="0" y="0"/>
                  </a:lnTo>
                  <a:lnTo>
                    <a:pt x="1034099" y="0"/>
                  </a:lnTo>
                  <a:lnTo>
                    <a:pt x="1034099" y="763499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5542" y="199715"/>
            <a:ext cx="1000442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55" dirty="0">
                <a:latin typeface="Microsoft Sans Serif"/>
                <a:cs typeface="Microsoft Sans Serif"/>
              </a:rPr>
              <a:t>Some</a:t>
            </a:r>
            <a:r>
              <a:rPr sz="3400" spc="-14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cells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130" dirty="0">
                <a:latin typeface="Microsoft Sans Serif"/>
                <a:cs typeface="Microsoft Sans Serif"/>
              </a:rPr>
              <a:t>don’t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have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any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105" dirty="0">
                <a:latin typeface="Microsoft Sans Serif"/>
                <a:cs typeface="Microsoft Sans Serif"/>
              </a:rPr>
              <a:t>ground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229" dirty="0">
                <a:latin typeface="Microsoft Sans Serif"/>
                <a:cs typeface="Microsoft Sans Serif"/>
              </a:rPr>
              <a:t>truth</a:t>
            </a:r>
            <a:r>
              <a:rPr sz="3400" spc="-140" dirty="0">
                <a:latin typeface="Microsoft Sans Serif"/>
                <a:cs typeface="Microsoft Sans Serif"/>
              </a:rPr>
              <a:t> </a:t>
            </a:r>
            <a:r>
              <a:rPr sz="3400" spc="70" dirty="0">
                <a:latin typeface="Microsoft Sans Serif"/>
                <a:cs typeface="Microsoft Sans Serif"/>
              </a:rPr>
              <a:t>detections!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6799580" cy="5501640"/>
            <a:chOff x="2423802" y="1226950"/>
            <a:chExt cx="6799580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25466" y="2858775"/>
              <a:ext cx="4359910" cy="3649979"/>
            </a:xfrm>
            <a:custGeom>
              <a:avLst/>
              <a:gdLst/>
              <a:ahLst/>
              <a:cxnLst/>
              <a:rect l="l" t="t" r="r" b="b"/>
              <a:pathLst>
                <a:path w="4359909" h="3649979">
                  <a:moveTo>
                    <a:pt x="1571433" y="1277649"/>
                  </a:moveTo>
                  <a:lnTo>
                    <a:pt x="3071433" y="1277649"/>
                  </a:lnTo>
                  <a:lnTo>
                    <a:pt x="3071433" y="2664249"/>
                  </a:lnTo>
                  <a:lnTo>
                    <a:pt x="1571433" y="2664249"/>
                  </a:lnTo>
                  <a:lnTo>
                    <a:pt x="1571433" y="1277649"/>
                  </a:lnTo>
                  <a:close/>
                </a:path>
                <a:path w="4359909" h="3649979">
                  <a:moveTo>
                    <a:pt x="0" y="0"/>
                  </a:moveTo>
                  <a:lnTo>
                    <a:pt x="4359299" y="0"/>
                  </a:lnTo>
                  <a:lnTo>
                    <a:pt x="4359299" y="3649499"/>
                  </a:lnTo>
                  <a:lnTo>
                    <a:pt x="0" y="36494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9311" y="199715"/>
            <a:ext cx="787527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10" dirty="0">
                <a:latin typeface="Microsoft Sans Serif"/>
                <a:cs typeface="Microsoft Sans Serif"/>
              </a:rPr>
              <a:t>Decrease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55" dirty="0">
                <a:latin typeface="Microsoft Sans Serif"/>
                <a:cs typeface="Microsoft Sans Serif"/>
              </a:rPr>
              <a:t>confidence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of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65" dirty="0">
                <a:latin typeface="Microsoft Sans Serif"/>
                <a:cs typeface="Microsoft Sans Serif"/>
              </a:rPr>
              <a:t>these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boxes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6799580" cy="5501640"/>
            <a:chOff x="2423802" y="1226950"/>
            <a:chExt cx="6799580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25466" y="2858775"/>
              <a:ext cx="4359910" cy="3649979"/>
            </a:xfrm>
            <a:custGeom>
              <a:avLst/>
              <a:gdLst/>
              <a:ahLst/>
              <a:cxnLst/>
              <a:rect l="l" t="t" r="r" b="b"/>
              <a:pathLst>
                <a:path w="4359909" h="3649979">
                  <a:moveTo>
                    <a:pt x="1571433" y="1277649"/>
                  </a:moveTo>
                  <a:lnTo>
                    <a:pt x="3071433" y="1277649"/>
                  </a:lnTo>
                  <a:lnTo>
                    <a:pt x="3071433" y="2664249"/>
                  </a:lnTo>
                  <a:lnTo>
                    <a:pt x="1571433" y="2664249"/>
                  </a:lnTo>
                  <a:lnTo>
                    <a:pt x="1571433" y="1277649"/>
                  </a:lnTo>
                  <a:close/>
                </a:path>
                <a:path w="4359909" h="3649979">
                  <a:moveTo>
                    <a:pt x="0" y="0"/>
                  </a:moveTo>
                  <a:lnTo>
                    <a:pt x="4359299" y="0"/>
                  </a:lnTo>
                  <a:lnTo>
                    <a:pt x="4359299" y="3649499"/>
                  </a:lnTo>
                  <a:lnTo>
                    <a:pt x="0" y="36494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9311" y="199715"/>
            <a:ext cx="787527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10" dirty="0">
                <a:latin typeface="Microsoft Sans Serif"/>
                <a:cs typeface="Microsoft Sans Serif"/>
              </a:rPr>
              <a:t>Decrease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55" dirty="0">
                <a:latin typeface="Microsoft Sans Serif"/>
                <a:cs typeface="Microsoft Sans Serif"/>
              </a:rPr>
              <a:t>confidence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of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65" dirty="0">
                <a:latin typeface="Microsoft Sans Serif"/>
                <a:cs typeface="Microsoft Sans Serif"/>
              </a:rPr>
              <a:t>these</a:t>
            </a:r>
            <a:r>
              <a:rPr sz="3400" spc="-12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boxes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6775450" cy="5501640"/>
            <a:chOff x="2423802" y="1226950"/>
            <a:chExt cx="6775450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25466" y="2858775"/>
              <a:ext cx="4359910" cy="3649979"/>
            </a:xfrm>
            <a:custGeom>
              <a:avLst/>
              <a:gdLst/>
              <a:ahLst/>
              <a:cxnLst/>
              <a:rect l="l" t="t" r="r" b="b"/>
              <a:pathLst>
                <a:path w="4359909" h="3649979">
                  <a:moveTo>
                    <a:pt x="0" y="0"/>
                  </a:moveTo>
                  <a:lnTo>
                    <a:pt x="4359299" y="0"/>
                  </a:lnTo>
                  <a:lnTo>
                    <a:pt x="4359299" y="3649499"/>
                  </a:lnTo>
                  <a:lnTo>
                    <a:pt x="0" y="3649499"/>
                  </a:lnTo>
                  <a:lnTo>
                    <a:pt x="0" y="0"/>
                  </a:lnTo>
                  <a:close/>
                </a:path>
                <a:path w="4359909" h="3649979">
                  <a:moveTo>
                    <a:pt x="1571433" y="1277649"/>
                  </a:moveTo>
                  <a:lnTo>
                    <a:pt x="3071433" y="1277649"/>
                  </a:lnTo>
                  <a:lnTo>
                    <a:pt x="3071433" y="2664249"/>
                  </a:lnTo>
                  <a:lnTo>
                    <a:pt x="1571433" y="2664249"/>
                  </a:lnTo>
                  <a:lnTo>
                    <a:pt x="1571433" y="1277649"/>
                  </a:lnTo>
                  <a:close/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4305" y="199715"/>
            <a:ext cx="974598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110" dirty="0">
                <a:latin typeface="Microsoft Sans Serif"/>
                <a:cs typeface="Microsoft Sans Serif"/>
              </a:rPr>
              <a:t>Don’t</a:t>
            </a:r>
            <a:r>
              <a:rPr sz="3400" spc="-105" dirty="0">
                <a:latin typeface="Microsoft Sans Serif"/>
                <a:cs typeface="Microsoft Sans Serif"/>
              </a:rPr>
              <a:t> </a:t>
            </a:r>
            <a:r>
              <a:rPr sz="3400" spc="60" dirty="0">
                <a:latin typeface="Microsoft Sans Serif"/>
                <a:cs typeface="Microsoft Sans Serif"/>
              </a:rPr>
              <a:t>adjust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155" dirty="0">
                <a:latin typeface="Microsoft Sans Serif"/>
                <a:cs typeface="Microsoft Sans Serif"/>
              </a:rPr>
              <a:t>the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-95" dirty="0">
                <a:latin typeface="Microsoft Sans Serif"/>
                <a:cs typeface="Microsoft Sans Serif"/>
              </a:rPr>
              <a:t>class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95" dirty="0">
                <a:latin typeface="Microsoft Sans Serif"/>
                <a:cs typeface="Microsoft Sans Serif"/>
              </a:rPr>
              <a:t>probabilities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150" dirty="0">
                <a:latin typeface="Microsoft Sans Serif"/>
                <a:cs typeface="Microsoft Sans Serif"/>
              </a:rPr>
              <a:t>or</a:t>
            </a:r>
            <a:r>
              <a:rPr sz="3400" spc="-100" dirty="0">
                <a:latin typeface="Microsoft Sans Serif"/>
                <a:cs typeface="Microsoft Sans Serif"/>
              </a:rPr>
              <a:t> </a:t>
            </a:r>
            <a:r>
              <a:rPr sz="3400" spc="45" dirty="0">
                <a:latin typeface="Microsoft Sans Serif"/>
                <a:cs typeface="Microsoft Sans Serif"/>
              </a:rPr>
              <a:t>coordinates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23802" y="1226950"/>
            <a:ext cx="6775450" cy="5501640"/>
            <a:chOff x="2423802" y="1226950"/>
            <a:chExt cx="6775450" cy="5501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802" y="1226950"/>
              <a:ext cx="5508304" cy="5501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29908" y="4379237"/>
              <a:ext cx="1034415" cy="763905"/>
            </a:xfrm>
            <a:custGeom>
              <a:avLst/>
              <a:gdLst/>
              <a:ahLst/>
              <a:cxnLst/>
              <a:rect l="l" t="t" r="r" b="b"/>
              <a:pathLst>
                <a:path w="1034415" h="763904">
                  <a:moveTo>
                    <a:pt x="1034099" y="763499"/>
                  </a:moveTo>
                  <a:lnTo>
                    <a:pt x="0" y="763499"/>
                  </a:lnTo>
                  <a:lnTo>
                    <a:pt x="0" y="0"/>
                  </a:lnTo>
                  <a:lnTo>
                    <a:pt x="1034099" y="0"/>
                  </a:lnTo>
                  <a:lnTo>
                    <a:pt x="1034099" y="763499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25466" y="2858775"/>
              <a:ext cx="4359910" cy="3649979"/>
            </a:xfrm>
            <a:custGeom>
              <a:avLst/>
              <a:gdLst/>
              <a:ahLst/>
              <a:cxnLst/>
              <a:rect l="l" t="t" r="r" b="b"/>
              <a:pathLst>
                <a:path w="4359909" h="3649979">
                  <a:moveTo>
                    <a:pt x="0" y="0"/>
                  </a:moveTo>
                  <a:lnTo>
                    <a:pt x="4359299" y="0"/>
                  </a:lnTo>
                  <a:lnTo>
                    <a:pt x="4359299" y="3649499"/>
                  </a:lnTo>
                  <a:lnTo>
                    <a:pt x="0" y="3649499"/>
                  </a:lnTo>
                  <a:lnTo>
                    <a:pt x="0" y="0"/>
                  </a:lnTo>
                  <a:close/>
                </a:path>
                <a:path w="4359909" h="3649979">
                  <a:moveTo>
                    <a:pt x="1571433" y="1277649"/>
                  </a:moveTo>
                  <a:lnTo>
                    <a:pt x="3071433" y="1277649"/>
                  </a:lnTo>
                  <a:lnTo>
                    <a:pt x="3071433" y="2664249"/>
                  </a:lnTo>
                  <a:lnTo>
                    <a:pt x="1571433" y="2664249"/>
                  </a:lnTo>
                  <a:lnTo>
                    <a:pt x="1571433" y="1277649"/>
                  </a:lnTo>
                  <a:close/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99628" y="199715"/>
            <a:ext cx="579374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20" dirty="0">
                <a:latin typeface="Microsoft Sans Serif"/>
                <a:cs typeface="Microsoft Sans Serif"/>
              </a:rPr>
              <a:t>We</a:t>
            </a:r>
            <a:r>
              <a:rPr sz="3400" spc="-130" dirty="0">
                <a:latin typeface="Microsoft Sans Serif"/>
                <a:cs typeface="Microsoft Sans Serif"/>
              </a:rPr>
              <a:t> </a:t>
            </a:r>
            <a:r>
              <a:rPr sz="3400" spc="130" dirty="0">
                <a:latin typeface="Microsoft Sans Serif"/>
                <a:cs typeface="Microsoft Sans Serif"/>
              </a:rPr>
              <a:t>train</a:t>
            </a:r>
            <a:r>
              <a:rPr sz="3400" spc="-130" dirty="0">
                <a:latin typeface="Microsoft Sans Serif"/>
                <a:cs typeface="Microsoft Sans Serif"/>
              </a:rPr>
              <a:t> </a:t>
            </a:r>
            <a:r>
              <a:rPr sz="3400" spc="180" dirty="0">
                <a:latin typeface="Microsoft Sans Serif"/>
                <a:cs typeface="Microsoft Sans Serif"/>
              </a:rPr>
              <a:t>with</a:t>
            </a:r>
            <a:r>
              <a:rPr sz="3400" spc="-130" dirty="0">
                <a:latin typeface="Microsoft Sans Serif"/>
                <a:cs typeface="Microsoft Sans Serif"/>
              </a:rPr>
              <a:t> </a:t>
            </a:r>
            <a:r>
              <a:rPr sz="3400" spc="65" dirty="0">
                <a:latin typeface="Microsoft Sans Serif"/>
                <a:cs typeface="Microsoft Sans Serif"/>
              </a:rPr>
              <a:t>standard</a:t>
            </a:r>
            <a:r>
              <a:rPr sz="3400" spc="-130" dirty="0">
                <a:latin typeface="Microsoft Sans Serif"/>
                <a:cs typeface="Microsoft Sans Serif"/>
              </a:rPr>
              <a:t> </a:t>
            </a:r>
            <a:r>
              <a:rPr sz="3400" spc="40" dirty="0">
                <a:latin typeface="Microsoft Sans Serif"/>
                <a:cs typeface="Microsoft Sans Serif"/>
              </a:rPr>
              <a:t>tricks:</a:t>
            </a:r>
            <a:endParaRPr sz="3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2" y="3548557"/>
            <a:ext cx="9032671" cy="32436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6337" y="1513671"/>
            <a:ext cx="5835015" cy="1604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0" indent="-349250">
              <a:lnSpc>
                <a:spcPts val="3190"/>
              </a:lnSpc>
              <a:spcBef>
                <a:spcPts val="100"/>
              </a:spcBef>
              <a:buFont typeface="Arial"/>
              <a:buChar char="-"/>
              <a:tabLst>
                <a:tab pos="361950" algn="l"/>
              </a:tabLst>
            </a:pPr>
            <a:r>
              <a:rPr sz="2800" dirty="0">
                <a:latin typeface="Microsoft Sans Serif"/>
                <a:cs typeface="Microsoft Sans Serif"/>
              </a:rPr>
              <a:t>Pretraining</a:t>
            </a:r>
            <a:r>
              <a:rPr sz="2800" spc="17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on</a:t>
            </a:r>
            <a:r>
              <a:rPr sz="2800" spc="1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Imagenet</a:t>
            </a:r>
            <a:endParaRPr sz="2800">
              <a:latin typeface="Microsoft Sans Serif"/>
              <a:cs typeface="Microsoft Sans Serif"/>
            </a:endParaRPr>
          </a:p>
          <a:p>
            <a:pPr marL="361950" indent="-335280">
              <a:lnSpc>
                <a:spcPts val="3025"/>
              </a:lnSpc>
              <a:buChar char="-"/>
              <a:tabLst>
                <a:tab pos="361950" algn="l"/>
              </a:tabLst>
            </a:pPr>
            <a:r>
              <a:rPr sz="2800" spc="-250" dirty="0">
                <a:latin typeface="Microsoft Sans Serif"/>
                <a:cs typeface="Microsoft Sans Serif"/>
              </a:rPr>
              <a:t>SGD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150" dirty="0">
                <a:latin typeface="Microsoft Sans Serif"/>
                <a:cs typeface="Microsoft Sans Serif"/>
              </a:rPr>
              <a:t>with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decreasing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learning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rate</a:t>
            </a:r>
            <a:endParaRPr sz="2800">
              <a:latin typeface="Microsoft Sans Serif"/>
              <a:cs typeface="Microsoft Sans Serif"/>
            </a:endParaRPr>
          </a:p>
          <a:p>
            <a:pPr marL="361950" indent="-335280">
              <a:lnSpc>
                <a:spcPts val="3025"/>
              </a:lnSpc>
              <a:buChar char="-"/>
              <a:tabLst>
                <a:tab pos="361950" algn="l"/>
              </a:tabLst>
            </a:pPr>
            <a:r>
              <a:rPr sz="2800" dirty="0">
                <a:latin typeface="Microsoft Sans Serif"/>
                <a:cs typeface="Microsoft Sans Serif"/>
              </a:rPr>
              <a:t>Extensive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data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augmentation</a:t>
            </a:r>
            <a:endParaRPr sz="2800">
              <a:latin typeface="Microsoft Sans Serif"/>
              <a:cs typeface="Microsoft Sans Serif"/>
            </a:endParaRPr>
          </a:p>
          <a:p>
            <a:pPr marL="361950" indent="-335280">
              <a:lnSpc>
                <a:spcPts val="3190"/>
              </a:lnSpc>
              <a:buChar char="-"/>
              <a:tabLst>
                <a:tab pos="361950" algn="l"/>
              </a:tabLst>
            </a:pPr>
            <a:r>
              <a:rPr sz="2800" dirty="0">
                <a:latin typeface="Microsoft Sans Serif"/>
                <a:cs typeface="Microsoft Sans Serif"/>
              </a:rPr>
              <a:t>For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details,</a:t>
            </a:r>
            <a:r>
              <a:rPr sz="2800" spc="-50" dirty="0">
                <a:latin typeface="Microsoft Sans Serif"/>
                <a:cs typeface="Microsoft Sans Serif"/>
              </a:rPr>
              <a:t> see </a:t>
            </a:r>
            <a:r>
              <a:rPr sz="2800" spc="114" dirty="0">
                <a:latin typeface="Microsoft Sans Serif"/>
                <a:cs typeface="Microsoft Sans Serif"/>
              </a:rPr>
              <a:t>the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paper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3926" y="199715"/>
            <a:ext cx="9086215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165" dirty="0">
                <a:latin typeface="Microsoft Sans Serif"/>
                <a:cs typeface="Microsoft Sans Serif"/>
              </a:rPr>
              <a:t>YOLO</a:t>
            </a:r>
            <a:r>
              <a:rPr sz="3400" spc="-110" dirty="0">
                <a:latin typeface="Microsoft Sans Serif"/>
                <a:cs typeface="Microsoft Sans Serif"/>
              </a:rPr>
              <a:t> </a:t>
            </a:r>
            <a:r>
              <a:rPr sz="3400" spc="65" dirty="0">
                <a:latin typeface="Microsoft Sans Serif"/>
                <a:cs typeface="Microsoft Sans Serif"/>
              </a:rPr>
              <a:t>works</a:t>
            </a:r>
            <a:r>
              <a:rPr sz="3400" spc="-110" dirty="0">
                <a:latin typeface="Microsoft Sans Serif"/>
                <a:cs typeface="Microsoft Sans Serif"/>
              </a:rPr>
              <a:t> </a:t>
            </a:r>
            <a:r>
              <a:rPr sz="3400" spc="-40" dirty="0">
                <a:latin typeface="Microsoft Sans Serif"/>
                <a:cs typeface="Microsoft Sans Serif"/>
              </a:rPr>
              <a:t>across</a:t>
            </a:r>
            <a:r>
              <a:rPr sz="3400" spc="-110" dirty="0">
                <a:latin typeface="Microsoft Sans Serif"/>
                <a:cs typeface="Microsoft Sans Serif"/>
              </a:rPr>
              <a:t> </a:t>
            </a:r>
            <a:r>
              <a:rPr sz="3400" spc="-120" dirty="0">
                <a:latin typeface="Microsoft Sans Serif"/>
                <a:cs typeface="Microsoft Sans Serif"/>
              </a:rPr>
              <a:t>a</a:t>
            </a:r>
            <a:r>
              <a:rPr sz="3400" spc="-110" dirty="0">
                <a:latin typeface="Microsoft Sans Serif"/>
                <a:cs typeface="Microsoft Sans Serif"/>
              </a:rPr>
              <a:t> </a:t>
            </a:r>
            <a:r>
              <a:rPr sz="3400" spc="85" dirty="0">
                <a:latin typeface="Microsoft Sans Serif"/>
                <a:cs typeface="Microsoft Sans Serif"/>
              </a:rPr>
              <a:t>variety</a:t>
            </a:r>
            <a:r>
              <a:rPr sz="3400" spc="-110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of</a:t>
            </a:r>
            <a:r>
              <a:rPr sz="3400" spc="-110" dirty="0">
                <a:latin typeface="Microsoft Sans Serif"/>
                <a:cs typeface="Microsoft Sans Serif"/>
              </a:rPr>
              <a:t> </a:t>
            </a:r>
            <a:r>
              <a:rPr sz="3400" spc="85" dirty="0">
                <a:latin typeface="Microsoft Sans Serif"/>
                <a:cs typeface="Microsoft Sans Serif"/>
              </a:rPr>
              <a:t>natural</a:t>
            </a:r>
            <a:r>
              <a:rPr sz="3400" spc="-11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images</a:t>
            </a:r>
            <a:endParaRPr sz="3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600" y="1356862"/>
            <a:ext cx="3257549" cy="43148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247917" y="1424645"/>
            <a:ext cx="6144895" cy="5333365"/>
            <a:chOff x="4247917" y="1424645"/>
            <a:chExt cx="6144895" cy="53333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3427" y="1424645"/>
              <a:ext cx="4928875" cy="27874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7917" y="3453297"/>
              <a:ext cx="2772124" cy="33046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81081" y="199715"/>
            <a:ext cx="943229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190" dirty="0">
                <a:latin typeface="Microsoft Sans Serif"/>
                <a:cs typeface="Microsoft Sans Serif"/>
              </a:rPr>
              <a:t>It</a:t>
            </a:r>
            <a:r>
              <a:rPr sz="3400" spc="-5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also</a:t>
            </a:r>
            <a:r>
              <a:rPr sz="3400" spc="-5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generalizes</a:t>
            </a:r>
            <a:r>
              <a:rPr sz="3400" spc="-50" dirty="0">
                <a:latin typeface="Microsoft Sans Serif"/>
                <a:cs typeface="Microsoft Sans Serif"/>
              </a:rPr>
              <a:t> </a:t>
            </a:r>
            <a:r>
              <a:rPr sz="3400" spc="130" dirty="0">
                <a:latin typeface="Microsoft Sans Serif"/>
                <a:cs typeface="Microsoft Sans Serif"/>
              </a:rPr>
              <a:t>well</a:t>
            </a:r>
            <a:r>
              <a:rPr sz="3400" spc="-50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to</a:t>
            </a:r>
            <a:r>
              <a:rPr sz="3400" spc="-50" dirty="0">
                <a:latin typeface="Microsoft Sans Serif"/>
                <a:cs typeface="Microsoft Sans Serif"/>
              </a:rPr>
              <a:t> </a:t>
            </a:r>
            <a:r>
              <a:rPr sz="3400" spc="80" dirty="0">
                <a:latin typeface="Microsoft Sans Serif"/>
                <a:cs typeface="Microsoft Sans Serif"/>
              </a:rPr>
              <a:t>new</a:t>
            </a:r>
            <a:r>
              <a:rPr sz="3400" spc="-5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domains</a:t>
            </a:r>
            <a:r>
              <a:rPr sz="3400" spc="-5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(like</a:t>
            </a:r>
            <a:r>
              <a:rPr sz="3400" spc="-50" dirty="0">
                <a:latin typeface="Microsoft Sans Serif"/>
                <a:cs typeface="Microsoft Sans Serif"/>
              </a:rPr>
              <a:t> </a:t>
            </a:r>
            <a:r>
              <a:rPr sz="3400" spc="95" dirty="0">
                <a:latin typeface="Microsoft Sans Serif"/>
                <a:cs typeface="Microsoft Sans Serif"/>
              </a:rPr>
              <a:t>art)</a:t>
            </a:r>
            <a:endParaRPr sz="3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583" y="1271575"/>
            <a:ext cx="6962140" cy="5449570"/>
            <a:chOff x="415583" y="1271575"/>
            <a:chExt cx="6962140" cy="54495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3" y="1271575"/>
              <a:ext cx="3438524" cy="4314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6850" y="4056695"/>
              <a:ext cx="3540825" cy="266444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74516" y="1356862"/>
            <a:ext cx="3000374" cy="431482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979" y="-34827"/>
            <a:ext cx="10919460" cy="10160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00150" marR="30480" indent="-1149985">
              <a:lnSpc>
                <a:spcPts val="3690"/>
              </a:lnSpc>
              <a:spcBef>
                <a:spcPts val="565"/>
              </a:spcBef>
              <a:tabLst>
                <a:tab pos="10388600" algn="l"/>
              </a:tabLst>
            </a:pPr>
            <a:r>
              <a:rPr sz="3400" spc="-165" dirty="0">
                <a:latin typeface="Microsoft Sans Serif"/>
                <a:cs typeface="Microsoft Sans Serif"/>
              </a:rPr>
              <a:t>YOLO</a:t>
            </a:r>
            <a:r>
              <a:rPr sz="3400" spc="-80" dirty="0">
                <a:latin typeface="Microsoft Sans Serif"/>
                <a:cs typeface="Microsoft Sans Serif"/>
              </a:rPr>
              <a:t> </a:t>
            </a:r>
            <a:r>
              <a:rPr sz="3400" spc="130" dirty="0">
                <a:latin typeface="Microsoft Sans Serif"/>
                <a:cs typeface="Microsoft Sans Serif"/>
              </a:rPr>
              <a:t>outperforms</a:t>
            </a:r>
            <a:r>
              <a:rPr sz="3400" spc="-75" dirty="0">
                <a:latin typeface="Microsoft Sans Serif"/>
                <a:cs typeface="Microsoft Sans Serif"/>
              </a:rPr>
              <a:t> </a:t>
            </a:r>
            <a:r>
              <a:rPr sz="3400" spc="90" dirty="0">
                <a:latin typeface="Microsoft Sans Serif"/>
                <a:cs typeface="Microsoft Sans Serif"/>
              </a:rPr>
              <a:t>methods</a:t>
            </a:r>
            <a:r>
              <a:rPr sz="3400" spc="-75" dirty="0">
                <a:latin typeface="Microsoft Sans Serif"/>
                <a:cs typeface="Microsoft Sans Serif"/>
              </a:rPr>
              <a:t> </a:t>
            </a:r>
            <a:r>
              <a:rPr sz="3400" spc="60" dirty="0">
                <a:latin typeface="Microsoft Sans Serif"/>
                <a:cs typeface="Microsoft Sans Serif"/>
              </a:rPr>
              <a:t>like</a:t>
            </a:r>
            <a:r>
              <a:rPr sz="3400" spc="-75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DPM</a:t>
            </a:r>
            <a:r>
              <a:rPr sz="3400" spc="-80" dirty="0">
                <a:latin typeface="Microsoft Sans Serif"/>
                <a:cs typeface="Microsoft Sans Serif"/>
              </a:rPr>
              <a:t> </a:t>
            </a:r>
            <a:r>
              <a:rPr sz="3400" dirty="0">
                <a:latin typeface="Microsoft Sans Serif"/>
                <a:cs typeface="Microsoft Sans Serif"/>
              </a:rPr>
              <a:t>and</a:t>
            </a:r>
            <a:r>
              <a:rPr sz="3400" spc="-75" dirty="0">
                <a:latin typeface="Microsoft Sans Serif"/>
                <a:cs typeface="Microsoft Sans Serif"/>
              </a:rPr>
              <a:t> </a:t>
            </a:r>
            <a:r>
              <a:rPr sz="3400" spc="-350" dirty="0">
                <a:latin typeface="Microsoft Sans Serif"/>
                <a:cs typeface="Microsoft Sans Serif"/>
              </a:rPr>
              <a:t>R</a:t>
            </a:r>
            <a:r>
              <a:rPr sz="1200" spc="-757" baseline="125000" dirty="0"/>
              <a:t>C</a:t>
            </a:r>
            <a:r>
              <a:rPr sz="3400" spc="-844" dirty="0">
                <a:latin typeface="Microsoft Sans Serif"/>
                <a:cs typeface="Microsoft Sans Serif"/>
              </a:rPr>
              <a:t>-</a:t>
            </a:r>
            <a:r>
              <a:rPr sz="1200" spc="-15" baseline="125000" dirty="0"/>
              <a:t>V</a:t>
            </a:r>
            <a:r>
              <a:rPr sz="1200" spc="-165" baseline="125000" dirty="0"/>
              <a:t> </a:t>
            </a:r>
            <a:r>
              <a:rPr sz="3400" spc="-2350" dirty="0">
                <a:latin typeface="Microsoft Sans Serif"/>
                <a:cs typeface="Microsoft Sans Serif"/>
              </a:rPr>
              <a:t>C</a:t>
            </a:r>
            <a:r>
              <a:rPr sz="1200" spc="-30" baseline="125000" dirty="0"/>
              <a:t>14</a:t>
            </a:r>
            <a:r>
              <a:rPr sz="1200" spc="-15" baseline="125000" dirty="0"/>
              <a:t>:</a:t>
            </a:r>
            <a:r>
              <a:rPr sz="1200" spc="7" baseline="125000" dirty="0"/>
              <a:t> </a:t>
            </a:r>
            <a:r>
              <a:rPr sz="1200" spc="-30" baseline="125000" dirty="0"/>
              <a:t>O</a:t>
            </a:r>
            <a:r>
              <a:rPr sz="1200" spc="-622" baseline="125000" dirty="0"/>
              <a:t>b</a:t>
            </a:r>
            <a:r>
              <a:rPr sz="3400" spc="-2090" dirty="0">
                <a:latin typeface="Microsoft Sans Serif"/>
                <a:cs typeface="Microsoft Sans Serif"/>
              </a:rPr>
              <a:t>N</a:t>
            </a:r>
            <a:r>
              <a:rPr sz="1200" spc="-22" baseline="125000" dirty="0"/>
              <a:t>j</a:t>
            </a:r>
            <a:r>
              <a:rPr sz="1200" spc="-30" baseline="125000" dirty="0"/>
              <a:t>e</a:t>
            </a:r>
            <a:r>
              <a:rPr sz="1200" spc="-22" baseline="125000" dirty="0"/>
              <a:t>c</a:t>
            </a:r>
            <a:r>
              <a:rPr sz="1200" spc="-15" baseline="125000" dirty="0"/>
              <a:t>t</a:t>
            </a:r>
            <a:r>
              <a:rPr sz="1200" spc="7" baseline="125000" dirty="0"/>
              <a:t> </a:t>
            </a:r>
            <a:r>
              <a:rPr sz="1200" spc="-22" baseline="125000" dirty="0"/>
              <a:t>D</a:t>
            </a:r>
            <a:r>
              <a:rPr sz="1200" spc="-615" baseline="125000" dirty="0"/>
              <a:t>e</a:t>
            </a:r>
            <a:r>
              <a:rPr sz="3400" spc="-2095" dirty="0">
                <a:latin typeface="Microsoft Sans Serif"/>
                <a:cs typeface="Microsoft Sans Serif"/>
              </a:rPr>
              <a:t>N</a:t>
            </a:r>
            <a:r>
              <a:rPr sz="1200" spc="-30" baseline="125000" dirty="0"/>
              <a:t>te</a:t>
            </a:r>
            <a:r>
              <a:rPr sz="1200" spc="-22" baseline="125000" dirty="0"/>
              <a:t>c</a:t>
            </a:r>
            <a:r>
              <a:rPr sz="1200" spc="-30" baseline="125000" dirty="0"/>
              <a:t>t</a:t>
            </a:r>
            <a:r>
              <a:rPr sz="1200" spc="-22" baseline="125000" dirty="0"/>
              <a:t>i</a:t>
            </a:r>
            <a:r>
              <a:rPr sz="1200" spc="-30" baseline="125000" dirty="0"/>
              <a:t>o</a:t>
            </a:r>
            <a:r>
              <a:rPr sz="1200" spc="-15" baseline="125000" dirty="0"/>
              <a:t>n</a:t>
            </a:r>
            <a:r>
              <a:rPr sz="1200" spc="-52" baseline="125000" dirty="0"/>
              <a:t> </a:t>
            </a:r>
            <a:r>
              <a:rPr sz="1200" spc="-284" baseline="125000" dirty="0"/>
              <a:t>A</a:t>
            </a:r>
            <a:r>
              <a:rPr sz="3400" spc="-2315" dirty="0">
                <a:latin typeface="Microsoft Sans Serif"/>
                <a:cs typeface="Microsoft Sans Serif"/>
              </a:rPr>
              <a:t>w</a:t>
            </a:r>
            <a:r>
              <a:rPr sz="1200" spc="-15" baseline="125000" dirty="0"/>
              <a:t>lgorith</a:t>
            </a:r>
            <a:r>
              <a:rPr sz="1200" spc="-562" baseline="125000" dirty="0"/>
              <a:t>m</a:t>
            </a:r>
            <a:r>
              <a:rPr sz="3400" spc="-1560" dirty="0">
                <a:latin typeface="Microsoft Sans Serif"/>
                <a:cs typeface="Microsoft Sans Serif"/>
              </a:rPr>
              <a:t>h</a:t>
            </a:r>
            <a:r>
              <a:rPr sz="1200" spc="-15" baseline="125000" dirty="0"/>
              <a:t>s</a:t>
            </a:r>
            <a:r>
              <a:rPr sz="1200" baseline="125000" dirty="0"/>
              <a:t>	</a:t>
            </a:r>
            <a:r>
              <a:rPr sz="3400" spc="-25" dirty="0">
                <a:latin typeface="Microsoft Sans Serif"/>
                <a:cs typeface="Microsoft Sans Serif"/>
              </a:rPr>
              <a:t>en </a:t>
            </a:r>
            <a:r>
              <a:rPr sz="3400" dirty="0">
                <a:latin typeface="Microsoft Sans Serif"/>
                <a:cs typeface="Microsoft Sans Serif"/>
              </a:rPr>
              <a:t>generalizing</a:t>
            </a:r>
            <a:r>
              <a:rPr sz="3400" spc="5" dirty="0">
                <a:latin typeface="Microsoft Sans Serif"/>
                <a:cs typeface="Microsoft Sans Serif"/>
              </a:rPr>
              <a:t> </a:t>
            </a:r>
            <a:r>
              <a:rPr sz="3400" spc="240" dirty="0">
                <a:latin typeface="Microsoft Sans Serif"/>
                <a:cs typeface="Microsoft Sans Serif"/>
              </a:rPr>
              <a:t>to</a:t>
            </a:r>
            <a:r>
              <a:rPr sz="3400" spc="10" dirty="0">
                <a:latin typeface="Microsoft Sans Serif"/>
                <a:cs typeface="Microsoft Sans Serif"/>
              </a:rPr>
              <a:t> </a:t>
            </a:r>
            <a:r>
              <a:rPr sz="3400" spc="50" dirty="0">
                <a:latin typeface="Microsoft Sans Serif"/>
                <a:cs typeface="Microsoft Sans Serif"/>
              </a:rPr>
              <a:t>person</a:t>
            </a:r>
            <a:r>
              <a:rPr sz="3400" spc="10" dirty="0">
                <a:latin typeface="Microsoft Sans Serif"/>
                <a:cs typeface="Microsoft Sans Serif"/>
              </a:rPr>
              <a:t> </a:t>
            </a:r>
            <a:r>
              <a:rPr sz="3400" spc="114" dirty="0">
                <a:latin typeface="Microsoft Sans Serif"/>
                <a:cs typeface="Microsoft Sans Serif"/>
              </a:rPr>
              <a:t>detection</a:t>
            </a:r>
            <a:r>
              <a:rPr sz="3400" spc="10" dirty="0">
                <a:latin typeface="Microsoft Sans Serif"/>
                <a:cs typeface="Microsoft Sans Serif"/>
              </a:rPr>
              <a:t> </a:t>
            </a:r>
            <a:r>
              <a:rPr sz="3400" spc="75" dirty="0">
                <a:latin typeface="Microsoft Sans Serif"/>
                <a:cs typeface="Microsoft Sans Serif"/>
              </a:rPr>
              <a:t>in</a:t>
            </a:r>
            <a:r>
              <a:rPr sz="3400" spc="10" dirty="0">
                <a:latin typeface="Microsoft Sans Serif"/>
                <a:cs typeface="Microsoft Sans Serif"/>
              </a:rPr>
              <a:t> </a:t>
            </a:r>
            <a:r>
              <a:rPr sz="3400" spc="135" dirty="0">
                <a:latin typeface="Microsoft Sans Serif"/>
                <a:cs typeface="Microsoft Sans Serif"/>
              </a:rPr>
              <a:t>artwork</a:t>
            </a:r>
            <a:endParaRPr sz="34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433" y="2374525"/>
            <a:ext cx="3609450" cy="28006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7458" y="5861036"/>
            <a:ext cx="941578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Arial"/>
                <a:cs typeface="Arial"/>
              </a:rPr>
              <a:t>S.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Ginosar,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D.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Haas,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45" dirty="0">
                <a:latin typeface="Arial"/>
                <a:cs typeface="Arial"/>
              </a:rPr>
              <a:t>T.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Brown,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J.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Malik.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Detecting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people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cubist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art.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Computer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Vision-</a:t>
            </a:r>
            <a:r>
              <a:rPr sz="1100" i="1" dirty="0">
                <a:latin typeface="Arial"/>
                <a:cs typeface="Arial"/>
              </a:rPr>
              <a:t>ECCV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2014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Workshops,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pages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101–116.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Springer,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2014.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H.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Cai,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Q.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Wu,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45" dirty="0">
                <a:latin typeface="Arial"/>
                <a:cs typeface="Arial"/>
              </a:rPr>
              <a:t>T.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Corradi,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75" dirty="0">
                <a:latin typeface="Arial"/>
                <a:cs typeface="Arial"/>
              </a:rPr>
              <a:t>P.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Hall.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cross-depiction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problem: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Computer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vision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algorithms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recognising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objects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artwork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photographs.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0193" y="2850580"/>
            <a:ext cx="4942332" cy="122953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2160" y="-263779"/>
            <a:ext cx="500507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5100" spc="89" baseline="-24509" dirty="0">
                <a:solidFill>
                  <a:srgbClr val="0000FF"/>
                </a:solidFill>
                <a:latin typeface="Microsoft Sans Serif"/>
                <a:cs typeface="Microsoft Sans Serif"/>
              </a:rPr>
              <a:t>pjreddie.</a:t>
            </a:r>
            <a:r>
              <a:rPr sz="5100" spc="22" baseline="-24509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5100" spc="89" baseline="-24509" dirty="0">
                <a:solidFill>
                  <a:srgbClr val="0000FF"/>
                </a:solidFill>
                <a:latin typeface="Microsoft Sans Serif"/>
                <a:cs typeface="Microsoft Sans Serif"/>
              </a:rPr>
              <a:t>om/yol</a:t>
            </a:r>
            <a:r>
              <a:rPr sz="5100" spc="-2700" baseline="-24509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800" spc="55" dirty="0"/>
              <a:t>C</a:t>
            </a:r>
            <a:r>
              <a:rPr sz="800" spc="60" dirty="0"/>
              <a:t>V</a:t>
            </a:r>
            <a:r>
              <a:rPr sz="800" spc="5" dirty="0"/>
              <a:t> </a:t>
            </a:r>
            <a:r>
              <a:rPr sz="800" dirty="0"/>
              <a:t>14:</a:t>
            </a:r>
            <a:r>
              <a:rPr sz="800" spc="5" dirty="0"/>
              <a:t> </a:t>
            </a:r>
            <a:r>
              <a:rPr sz="800" dirty="0"/>
              <a:t>Object</a:t>
            </a:r>
            <a:r>
              <a:rPr sz="800" spc="5" dirty="0"/>
              <a:t> </a:t>
            </a:r>
            <a:r>
              <a:rPr sz="800" spc="-10" dirty="0"/>
              <a:t>Detection</a:t>
            </a:r>
            <a:r>
              <a:rPr sz="800" spc="-40" dirty="0"/>
              <a:t> </a:t>
            </a:r>
            <a:r>
              <a:rPr sz="800" spc="-10" dirty="0"/>
              <a:t>Algorithms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2" y="3548557"/>
            <a:ext cx="9032671" cy="3243665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65249" y="1225092"/>
          <a:ext cx="9660889" cy="284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80" dirty="0">
                          <a:latin typeface="Arial"/>
                          <a:cs typeface="Arial"/>
                        </a:rPr>
                        <a:t>Pascal</a:t>
                      </a:r>
                      <a:r>
                        <a:rPr sz="2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2007</a:t>
                      </a:r>
                      <a:r>
                        <a:rPr sz="2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mAP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Speed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9E9E9E"/>
                      </a:solidFill>
                      <a:prstDash val="solid"/>
                    </a:lnL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DPM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v5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33.7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.07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66.0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.05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Fast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70.0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.5</a:t>
                      </a:r>
                      <a:r>
                        <a:rPr sz="1800" spc="-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Faster</a:t>
                      </a:r>
                      <a:r>
                        <a:rPr sz="18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R-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CNN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73.2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7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140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ms/img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YOLO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687070" algn="l"/>
                        </a:tabLst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63.4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69.0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45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FPS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R w="2857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22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ms/img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E9E9E"/>
                      </a:solidFill>
                      <a:prstDash val="solid"/>
                    </a:lnL>
                    <a:lnT w="2857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48333" y="3671655"/>
            <a:ext cx="811530" cy="375920"/>
          </a:xfrm>
          <a:custGeom>
            <a:avLst/>
            <a:gdLst/>
            <a:ahLst/>
            <a:cxnLst/>
            <a:rect l="l" t="t" r="r" b="b"/>
            <a:pathLst>
              <a:path w="811529" h="375920">
                <a:moveTo>
                  <a:pt x="0" y="375899"/>
                </a:moveTo>
                <a:lnTo>
                  <a:pt x="811499" y="0"/>
                </a:lnTo>
              </a:path>
              <a:path w="811529" h="375920">
                <a:moveTo>
                  <a:pt x="0" y="0"/>
                </a:moveTo>
                <a:lnTo>
                  <a:pt x="811499" y="375899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51785" y="-76009"/>
            <a:ext cx="3001010" cy="546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spc="-25" dirty="0">
                <a:latin typeface="Microsoft Sans Serif"/>
                <a:cs typeface="Microsoft Sans Serif"/>
              </a:rPr>
              <a:t>Code</a:t>
            </a:r>
            <a:r>
              <a:rPr sz="3400" spc="-190" dirty="0">
                <a:latin typeface="Microsoft Sans Serif"/>
                <a:cs typeface="Microsoft Sans Serif"/>
              </a:rPr>
              <a:t> </a:t>
            </a:r>
            <a:r>
              <a:rPr sz="3400" spc="-10" dirty="0">
                <a:latin typeface="Microsoft Sans Serif"/>
                <a:cs typeface="Microsoft Sans Serif"/>
              </a:rPr>
              <a:t>available!</a:t>
            </a:r>
            <a:endParaRPr sz="34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36390" y="255575"/>
            <a:ext cx="763499" cy="76349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940259" y="249900"/>
            <a:ext cx="3587750" cy="775335"/>
            <a:chOff x="5940259" y="249900"/>
            <a:chExt cx="3587750" cy="775335"/>
          </a:xfrm>
        </p:grpSpPr>
        <p:sp>
          <p:nvSpPr>
            <p:cNvPr id="9" name="object 9"/>
            <p:cNvSpPr/>
            <p:nvPr/>
          </p:nvSpPr>
          <p:spPr>
            <a:xfrm>
              <a:off x="5940259" y="399262"/>
              <a:ext cx="3587750" cy="39370"/>
            </a:xfrm>
            <a:custGeom>
              <a:avLst/>
              <a:gdLst/>
              <a:ahLst/>
              <a:cxnLst/>
              <a:rect l="l" t="t" r="r" b="b"/>
              <a:pathLst>
                <a:path w="3587750" h="39370">
                  <a:moveTo>
                    <a:pt x="3587154" y="39090"/>
                  </a:moveTo>
                  <a:lnTo>
                    <a:pt x="0" y="39090"/>
                  </a:lnTo>
                  <a:lnTo>
                    <a:pt x="0" y="0"/>
                  </a:lnTo>
                  <a:lnTo>
                    <a:pt x="3587154" y="0"/>
                  </a:lnTo>
                  <a:lnTo>
                    <a:pt x="3587154" y="3909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37190" y="249900"/>
              <a:ext cx="763500" cy="774853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13647" y="332412"/>
            <a:ext cx="595187" cy="5573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21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YOLO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1102" y="6428665"/>
            <a:ext cx="280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102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108" y="2290905"/>
            <a:ext cx="7629524" cy="443864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4330" y="80162"/>
            <a:ext cx="88423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55" dirty="0"/>
              <a:t> </a:t>
            </a:r>
            <a:r>
              <a:rPr dirty="0"/>
              <a:t>detection</a:t>
            </a:r>
            <a:r>
              <a:rPr spc="-50" dirty="0"/>
              <a:t> </a:t>
            </a:r>
            <a:r>
              <a:rPr dirty="0"/>
              <a:t>benchmark:</a:t>
            </a:r>
            <a:r>
              <a:rPr spc="-55" dirty="0"/>
              <a:t> </a:t>
            </a:r>
            <a:r>
              <a:rPr dirty="0"/>
              <a:t>COCO</a:t>
            </a:r>
            <a:r>
              <a:rPr spc="-60" dirty="0"/>
              <a:t> </a:t>
            </a:r>
            <a:r>
              <a:rPr spc="-10" dirty="0"/>
              <a:t>(2014)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1147" y="967638"/>
            <a:ext cx="5909310" cy="13474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16559" marR="5080" indent="-404495">
              <a:lnSpc>
                <a:spcPts val="3020"/>
              </a:lnSpc>
              <a:spcBef>
                <a:spcPts val="480"/>
              </a:spcBef>
              <a:buChar char="•"/>
              <a:tabLst>
                <a:tab pos="416559" algn="l"/>
              </a:tabLst>
            </a:pPr>
            <a:r>
              <a:rPr sz="2800" dirty="0">
                <a:latin typeface="Arial MT"/>
                <a:cs typeface="Arial MT"/>
              </a:rPr>
              <a:t>80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categories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instead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PASCAL’s </a:t>
            </a:r>
            <a:r>
              <a:rPr sz="2800" spc="-25" dirty="0">
                <a:latin typeface="Arial MT"/>
                <a:cs typeface="Arial MT"/>
              </a:rPr>
              <a:t>20</a:t>
            </a:r>
            <a:endParaRPr sz="2800">
              <a:latin typeface="Arial MT"/>
              <a:cs typeface="Arial MT"/>
            </a:endParaRPr>
          </a:p>
          <a:p>
            <a:pPr marL="415925" indent="-403225">
              <a:lnSpc>
                <a:spcPct val="100000"/>
              </a:lnSpc>
              <a:spcBef>
                <a:spcPts val="625"/>
              </a:spcBef>
              <a:buChar char="•"/>
              <a:tabLst>
                <a:tab pos="415925" algn="l"/>
              </a:tabLst>
            </a:pPr>
            <a:r>
              <a:rPr sz="2800" dirty="0">
                <a:latin typeface="Arial MT"/>
                <a:cs typeface="Arial MT"/>
              </a:rPr>
              <a:t>Current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best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mAP: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52%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846" y="6340856"/>
            <a:ext cx="2985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http://cocodataset.org/#home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7199" y="2544096"/>
            <a:ext cx="3657600" cy="36281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87733" y="1143000"/>
            <a:ext cx="2997199" cy="9198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6000" y="2667000"/>
            <a:ext cx="3958357" cy="356336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757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65" dirty="0"/>
              <a:t> </a:t>
            </a:r>
            <a:r>
              <a:rPr dirty="0"/>
              <a:t>Few</a:t>
            </a:r>
            <a:r>
              <a:rPr spc="-70" dirty="0"/>
              <a:t> </a:t>
            </a:r>
            <a:r>
              <a:rPr spc="-10" dirty="0"/>
              <a:t>Caveats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3947" y="1718335"/>
            <a:ext cx="10116185" cy="33489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Flickr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images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really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weird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1: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takes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picture</a:t>
            </a:r>
            <a:endParaRPr sz="2800">
              <a:latin typeface="Arial MT"/>
              <a:cs typeface="Arial MT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2: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decides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upload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it</a:t>
            </a:r>
            <a:endParaRPr sz="2800">
              <a:latin typeface="Arial MT"/>
              <a:cs typeface="Arial MT"/>
            </a:endParaRPr>
          </a:p>
          <a:p>
            <a:pPr marL="186690" marR="991235" indent="-174625">
              <a:lnSpc>
                <a:spcPts val="3020"/>
              </a:lnSpc>
              <a:spcBef>
                <a:spcPts val="1050"/>
              </a:spcBef>
              <a:buChar char="•"/>
              <a:tabLst>
                <a:tab pos="187960" algn="l"/>
              </a:tabLst>
            </a:pP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3: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decides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write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something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like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“refrigerator” 	</a:t>
            </a:r>
            <a:r>
              <a:rPr sz="2800" dirty="0">
                <a:latin typeface="Arial MT"/>
                <a:cs typeface="Arial MT"/>
              </a:rPr>
              <a:t>somewhere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description</a:t>
            </a:r>
            <a:endParaRPr sz="2800">
              <a:latin typeface="Arial MT"/>
              <a:cs typeface="Arial MT"/>
            </a:endParaRPr>
          </a:p>
          <a:p>
            <a:pPr marL="186690" marR="5080" indent="-174625">
              <a:lnSpc>
                <a:spcPts val="3020"/>
              </a:lnSpc>
              <a:spcBef>
                <a:spcPts val="1005"/>
              </a:spcBef>
              <a:buChar char="•"/>
              <a:tabLst>
                <a:tab pos="187960" algn="l"/>
              </a:tabLst>
            </a:pP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4: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vision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stumbles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while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searching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Flickr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for 	</a:t>
            </a:r>
            <a:r>
              <a:rPr sz="2800" dirty="0">
                <a:latin typeface="Arial MT"/>
                <a:cs typeface="Arial MT"/>
              </a:rPr>
              <a:t>refrigerators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7588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10564" y="91285"/>
            <a:ext cx="858519" cy="113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5"/>
              </a:lnSpc>
            </a:pPr>
            <a:r>
              <a:rPr sz="800" spc="-10" dirty="0">
                <a:latin typeface="Arial MT"/>
                <a:cs typeface="Arial MT"/>
              </a:rPr>
              <a:t>etection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6673" y="77277"/>
            <a:ext cx="1505559" cy="22248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4935" y="77277"/>
            <a:ext cx="1848812" cy="22248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4748" y="77277"/>
            <a:ext cx="2972649" cy="22248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252" y="77277"/>
            <a:ext cx="1668631" cy="22248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252" y="4732851"/>
            <a:ext cx="2779813" cy="18503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252" y="2429673"/>
            <a:ext cx="2840324" cy="213024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26500" y="2429673"/>
            <a:ext cx="3184339" cy="41534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79082" y="4409283"/>
            <a:ext cx="2400566" cy="217387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068273" y="2440849"/>
            <a:ext cx="3519804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Who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takes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photos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of </a:t>
            </a:r>
            <a:r>
              <a:rPr sz="2800" b="1" dirty="0">
                <a:latin typeface="Arial"/>
                <a:cs typeface="Arial"/>
              </a:rPr>
              <a:t>open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refrigerators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800" b="1" spc="-10" dirty="0">
                <a:latin typeface="Arial"/>
                <a:cs typeface="Arial"/>
              </a:rPr>
              <a:t>?????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1220">
              <a:lnSpc>
                <a:spcPct val="100000"/>
              </a:lnSpc>
              <a:spcBef>
                <a:spcPts val="100"/>
              </a:spcBef>
            </a:pPr>
            <a:r>
              <a:rPr dirty="0"/>
              <a:t>Guess</a:t>
            </a:r>
            <a:r>
              <a:rPr spc="-20" dirty="0"/>
              <a:t> </a:t>
            </a:r>
            <a:r>
              <a:rPr dirty="0"/>
              <a:t>the</a:t>
            </a:r>
            <a:r>
              <a:rPr spc="-10" dirty="0"/>
              <a:t> category!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7234" y="5718761"/>
            <a:ext cx="2396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Arial MT"/>
                <a:cs typeface="Arial MT"/>
              </a:rPr>
              <a:t>(1)</a:t>
            </a:r>
            <a:r>
              <a:rPr sz="4000" spc="-5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Person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9189" y="5718761"/>
            <a:ext cx="23006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Arial MT"/>
                <a:cs typeface="Arial MT"/>
              </a:rPr>
              <a:t>(2)</a:t>
            </a:r>
            <a:r>
              <a:rPr sz="4000" spc="-5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Giraffe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31293" y="5718761"/>
            <a:ext cx="23958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Arial MT"/>
                <a:cs typeface="Arial MT"/>
              </a:rPr>
              <a:t>(3)</a:t>
            </a:r>
            <a:r>
              <a:rPr sz="4000" spc="-5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Bicycle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42" y="2484166"/>
            <a:ext cx="4271937" cy="29850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6280" y="2484166"/>
            <a:ext cx="7075503" cy="298503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0938" y="1399969"/>
            <a:ext cx="105638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0860" marR="5080" indent="-305879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These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were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detected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&gt;90%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confidence,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corresponding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99% </a:t>
            </a:r>
            <a:r>
              <a:rPr sz="2800" dirty="0">
                <a:latin typeface="Arial MT"/>
                <a:cs typeface="Arial MT"/>
              </a:rPr>
              <a:t>precision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original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5732" y="507200"/>
            <a:ext cx="504063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Kitchens</a:t>
            </a:r>
            <a:r>
              <a:rPr spc="-95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spc="-10" dirty="0"/>
              <a:t>Googling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60155" y="4300327"/>
            <a:ext cx="1794510" cy="1348105"/>
            <a:chOff x="2760155" y="4300327"/>
            <a:chExt cx="1794510" cy="1348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9680" y="4309852"/>
              <a:ext cx="1775389" cy="13289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64918" y="4305089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5" h="1338579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888789" y="4300327"/>
            <a:ext cx="2007870" cy="1348105"/>
            <a:chOff x="6888789" y="4300327"/>
            <a:chExt cx="2007870" cy="13481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8314" y="4309852"/>
              <a:ext cx="1988228" cy="13289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93552" y="4305089"/>
              <a:ext cx="1998345" cy="1338580"/>
            </a:xfrm>
            <a:custGeom>
              <a:avLst/>
              <a:gdLst/>
              <a:ahLst/>
              <a:cxnLst/>
              <a:rect l="l" t="t" r="r" b="b"/>
              <a:pathLst>
                <a:path w="1998345" h="1338579">
                  <a:moveTo>
                    <a:pt x="0" y="0"/>
                  </a:moveTo>
                  <a:lnTo>
                    <a:pt x="1997753" y="0"/>
                  </a:lnTo>
                  <a:lnTo>
                    <a:pt x="1997753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715457" y="4300327"/>
            <a:ext cx="2012950" cy="1348105"/>
            <a:chOff x="4715457" y="4300327"/>
            <a:chExt cx="2012950" cy="134810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4982" y="4309852"/>
              <a:ext cx="1993421" cy="132894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20220" y="4305089"/>
              <a:ext cx="2003425" cy="1338580"/>
            </a:xfrm>
            <a:custGeom>
              <a:avLst/>
              <a:gdLst/>
              <a:ahLst/>
              <a:cxnLst/>
              <a:rect l="l" t="t" r="r" b="b"/>
              <a:pathLst>
                <a:path w="2003425" h="1338579">
                  <a:moveTo>
                    <a:pt x="0" y="0"/>
                  </a:moveTo>
                  <a:lnTo>
                    <a:pt x="2002946" y="0"/>
                  </a:lnTo>
                  <a:lnTo>
                    <a:pt x="2002946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86822" y="4300327"/>
            <a:ext cx="2012950" cy="1348105"/>
            <a:chOff x="586822" y="4300327"/>
            <a:chExt cx="2012950" cy="134810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347" y="4309852"/>
              <a:ext cx="1993420" cy="132894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1585" y="4305089"/>
              <a:ext cx="2003425" cy="1338580"/>
            </a:xfrm>
            <a:custGeom>
              <a:avLst/>
              <a:gdLst/>
              <a:ahLst/>
              <a:cxnLst/>
              <a:rect l="l" t="t" r="r" b="b"/>
              <a:pathLst>
                <a:path w="2003425" h="1338579">
                  <a:moveTo>
                    <a:pt x="0" y="0"/>
                  </a:moveTo>
                  <a:lnTo>
                    <a:pt x="2002945" y="0"/>
                  </a:lnTo>
                  <a:lnTo>
                    <a:pt x="2002945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86824" y="1468091"/>
            <a:ext cx="1794510" cy="1348105"/>
            <a:chOff x="586824" y="1468091"/>
            <a:chExt cx="1794510" cy="134810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349" y="1477616"/>
              <a:ext cx="1775389" cy="132894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1586" y="1472853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5" h="1338580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868024" y="1468091"/>
            <a:ext cx="2028189" cy="1348105"/>
            <a:chOff x="6868024" y="1468091"/>
            <a:chExt cx="2028189" cy="134810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77549" y="1477616"/>
              <a:ext cx="2008994" cy="132894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872786" y="1472853"/>
              <a:ext cx="2018664" cy="1338580"/>
            </a:xfrm>
            <a:custGeom>
              <a:avLst/>
              <a:gdLst/>
              <a:ahLst/>
              <a:cxnLst/>
              <a:rect l="l" t="t" r="r" b="b"/>
              <a:pathLst>
                <a:path w="2018665" h="1338580">
                  <a:moveTo>
                    <a:pt x="0" y="0"/>
                  </a:moveTo>
                  <a:lnTo>
                    <a:pt x="2018519" y="0"/>
                  </a:lnTo>
                  <a:lnTo>
                    <a:pt x="2018519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594328" y="1468091"/>
            <a:ext cx="2064385" cy="1348105"/>
            <a:chOff x="4594328" y="1468091"/>
            <a:chExt cx="2064385" cy="1348105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3853" y="1477616"/>
              <a:ext cx="2045332" cy="132894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599090" y="1472853"/>
              <a:ext cx="2054860" cy="1338580"/>
            </a:xfrm>
            <a:custGeom>
              <a:avLst/>
              <a:gdLst/>
              <a:ahLst/>
              <a:cxnLst/>
              <a:rect l="l" t="t" r="r" b="b"/>
              <a:pathLst>
                <a:path w="2054859" h="1338580">
                  <a:moveTo>
                    <a:pt x="0" y="0"/>
                  </a:moveTo>
                  <a:lnTo>
                    <a:pt x="2054857" y="0"/>
                  </a:lnTo>
                  <a:lnTo>
                    <a:pt x="2054857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590575" y="1468091"/>
            <a:ext cx="1794510" cy="1348105"/>
            <a:chOff x="2590575" y="1468091"/>
            <a:chExt cx="1794510" cy="1348105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00100" y="1477616"/>
              <a:ext cx="1775389" cy="132894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595338" y="1472853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5" h="1338580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101629" y="2884209"/>
            <a:ext cx="1794510" cy="1348105"/>
            <a:chOff x="7101629" y="2884209"/>
            <a:chExt cx="1794510" cy="1348105"/>
          </a:xfrm>
        </p:grpSpPr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11154" y="2893734"/>
              <a:ext cx="1775389" cy="132894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106391" y="2888971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4" h="1338579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006164" y="2884209"/>
            <a:ext cx="1794510" cy="1348105"/>
            <a:chOff x="5006164" y="2884209"/>
            <a:chExt cx="1794510" cy="1348105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15689" y="2893734"/>
              <a:ext cx="1775389" cy="132894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010927" y="2888971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4" h="1338579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2682287" y="2884209"/>
            <a:ext cx="2023110" cy="1348105"/>
            <a:chOff x="2682287" y="2884209"/>
            <a:chExt cx="2023110" cy="1348105"/>
          </a:xfrm>
        </p:grpSpPr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1812" y="2893734"/>
              <a:ext cx="2003803" cy="132894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87049" y="2888971"/>
              <a:ext cx="2013585" cy="1338580"/>
            </a:xfrm>
            <a:custGeom>
              <a:avLst/>
              <a:gdLst/>
              <a:ahLst/>
              <a:cxnLst/>
              <a:rect l="l" t="t" r="r" b="b"/>
              <a:pathLst>
                <a:path w="2013585" h="1338579">
                  <a:moveTo>
                    <a:pt x="0" y="0"/>
                  </a:moveTo>
                  <a:lnTo>
                    <a:pt x="2013328" y="0"/>
                  </a:lnTo>
                  <a:lnTo>
                    <a:pt x="2013328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86822" y="2884209"/>
            <a:ext cx="1794510" cy="1348105"/>
            <a:chOff x="586822" y="2884209"/>
            <a:chExt cx="1794510" cy="1348105"/>
          </a:xfrm>
        </p:grpSpPr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347" y="2893734"/>
              <a:ext cx="1775389" cy="132894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91585" y="2888971"/>
              <a:ext cx="1784985" cy="1338580"/>
            </a:xfrm>
            <a:custGeom>
              <a:avLst/>
              <a:gdLst/>
              <a:ahLst/>
              <a:cxnLst/>
              <a:rect l="l" t="t" r="r" b="b"/>
              <a:pathLst>
                <a:path w="1784985" h="1338579">
                  <a:moveTo>
                    <a:pt x="0" y="0"/>
                  </a:moveTo>
                  <a:lnTo>
                    <a:pt x="1784914" y="0"/>
                  </a:lnTo>
                  <a:lnTo>
                    <a:pt x="1784914" y="1338471"/>
                  </a:lnTo>
                  <a:lnTo>
                    <a:pt x="0" y="13384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851314" y="6036055"/>
            <a:ext cx="3580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Places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365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Dataset,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Zhou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‘17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4330" y="80162"/>
            <a:ext cx="88423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55" dirty="0"/>
              <a:t> </a:t>
            </a:r>
            <a:r>
              <a:rPr dirty="0"/>
              <a:t>detection</a:t>
            </a:r>
            <a:r>
              <a:rPr spc="-50" dirty="0"/>
              <a:t> </a:t>
            </a:r>
            <a:r>
              <a:rPr dirty="0"/>
              <a:t>benchmark:</a:t>
            </a:r>
            <a:r>
              <a:rPr spc="-55" dirty="0"/>
              <a:t> </a:t>
            </a:r>
            <a:r>
              <a:rPr dirty="0"/>
              <a:t>COCO</a:t>
            </a:r>
            <a:r>
              <a:rPr spc="-60" dirty="0"/>
              <a:t> </a:t>
            </a:r>
            <a:r>
              <a:rPr spc="-10" dirty="0"/>
              <a:t>(2014)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0750" y="5781376"/>
            <a:ext cx="95478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735" marR="5080" indent="-409067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J.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Huang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al.,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Speed/accuracy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trade-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offs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for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modern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convolutional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object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detectors</a:t>
            </a:r>
            <a:r>
              <a:rPr sz="2000" spc="-10" dirty="0">
                <a:latin typeface="Arial MT"/>
                <a:cs typeface="Arial MT"/>
              </a:rPr>
              <a:t>, </a:t>
            </a:r>
            <a:r>
              <a:rPr sz="2000" dirty="0">
                <a:latin typeface="Arial MT"/>
                <a:cs typeface="Arial MT"/>
              </a:rPr>
              <a:t>CVPR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2017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756" y="999179"/>
            <a:ext cx="7811762" cy="466283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590" y="497958"/>
            <a:ext cx="7707664" cy="56724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29010" y="-34675"/>
            <a:ext cx="43319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5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dirty="0"/>
              <a:t>Good</a:t>
            </a:r>
            <a:r>
              <a:rPr spc="-40" dirty="0"/>
              <a:t> </a:t>
            </a:r>
            <a:r>
              <a:rPr spc="-20" dirty="0"/>
              <a:t>For?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8412" y="6230973"/>
            <a:ext cx="11971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Z.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Zhou,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G.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Hassena,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B.C.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Weeks,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Fouhey.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Quantifying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Bird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Skeletons.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Workshops,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2021.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B.C.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Weeks,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Zhou,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B.K.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O'Brien,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Darling,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Dean,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T.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Dias,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Hassena,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Zhang,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 </a:t>
            </a:r>
            <a:r>
              <a:rPr sz="1200" dirty="0">
                <a:latin typeface="Arial MT"/>
                <a:cs typeface="Arial MT"/>
              </a:rPr>
              <a:t>Fouhey.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deep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neural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network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for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high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throughput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measurement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of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functional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traits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museum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skeletal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specimens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Methods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Ecology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Evolution,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2022.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5025" y="68960"/>
            <a:ext cx="16167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14: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Algorithms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29010" y="-34675"/>
            <a:ext cx="43319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5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dirty="0"/>
              <a:t>Good</a:t>
            </a:r>
            <a:r>
              <a:rPr spc="-40" dirty="0"/>
              <a:t> </a:t>
            </a:r>
            <a:r>
              <a:rPr spc="-20" dirty="0"/>
              <a:t>For?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34" y="1942097"/>
            <a:ext cx="6061345" cy="34844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18557" y="1915816"/>
            <a:ext cx="5676900" cy="279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478155" indent="-407670">
              <a:lnSpc>
                <a:spcPct val="100000"/>
              </a:lnSpc>
              <a:spcBef>
                <a:spcPts val="100"/>
              </a:spcBef>
              <a:buChar char="•"/>
              <a:tabLst>
                <a:tab pos="419734" algn="l"/>
              </a:tabLst>
            </a:pPr>
            <a:r>
              <a:rPr sz="2600" dirty="0">
                <a:latin typeface="Arial MT"/>
                <a:cs typeface="Arial MT"/>
              </a:rPr>
              <a:t>UM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25K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bird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skeletons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but </a:t>
            </a:r>
            <a:r>
              <a:rPr sz="2600" dirty="0">
                <a:latin typeface="Arial MT"/>
                <a:cs typeface="Arial MT"/>
              </a:rPr>
              <a:t>measuring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bird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bones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hand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is </a:t>
            </a:r>
            <a:r>
              <a:rPr sz="2600" dirty="0">
                <a:latin typeface="Arial MT"/>
                <a:cs typeface="Arial MT"/>
              </a:rPr>
              <a:t>hard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tedious.</a:t>
            </a:r>
            <a:endParaRPr sz="2600">
              <a:latin typeface="Arial MT"/>
              <a:cs typeface="Arial MT"/>
            </a:endParaRPr>
          </a:p>
          <a:p>
            <a:pPr marL="419734" marR="5080" indent="-407670">
              <a:lnSpc>
                <a:spcPct val="100000"/>
              </a:lnSpc>
              <a:buChar char="•"/>
              <a:tabLst>
                <a:tab pos="419734" algn="l"/>
              </a:tabLst>
            </a:pPr>
            <a:r>
              <a:rPr sz="2600" dirty="0">
                <a:latin typeface="Arial MT"/>
                <a:cs typeface="Arial MT"/>
              </a:rPr>
              <a:t>New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solution: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dump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bones,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take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picture,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deep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 marL="419734" marR="403860" indent="-407670">
              <a:lnSpc>
                <a:spcPct val="100000"/>
              </a:lnSpc>
              <a:buChar char="•"/>
              <a:tabLst>
                <a:tab pos="419734" algn="l"/>
              </a:tabLst>
            </a:pPr>
            <a:r>
              <a:rPr sz="2600" dirty="0">
                <a:latin typeface="Arial MT"/>
                <a:cs typeface="Arial MT"/>
              </a:rPr>
              <a:t>Now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enabling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hypotheses </a:t>
            </a:r>
            <a:r>
              <a:rPr sz="2600" dirty="0">
                <a:latin typeface="Arial MT"/>
                <a:cs typeface="Arial MT"/>
              </a:rPr>
              <a:t>about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birds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at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huge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scale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412" y="6230973"/>
            <a:ext cx="11971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Z.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Zhou,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G.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Hassena,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B.C.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Weeks,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Fouhey.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Quantifying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Bird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Skeletons.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CVPR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Workshops,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2021.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B.C.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Weeks,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Zhou,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B.K.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O'Brien,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Darling,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Dean,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T.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Dias,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Hassena,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M.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Zhang,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D.F. </a:t>
            </a:r>
            <a:r>
              <a:rPr sz="1200" dirty="0">
                <a:latin typeface="Arial MT"/>
                <a:cs typeface="Arial MT"/>
              </a:rPr>
              <a:t>Fouhey.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deep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neural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network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for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high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throughput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measurement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of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functional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traits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museum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skeletal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specimens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Methods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Ecology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Evolution,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2022.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9E6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75"/>
            <a:ext cx="704849" cy="7048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081580" y="6453060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88888"/>
                </a:solidFill>
                <a:latin typeface="Calibri"/>
                <a:cs typeface="Calibri"/>
              </a:rPr>
              <a:t>111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900" y="2258600"/>
            <a:ext cx="112617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2000" spc="-315" dirty="0">
                <a:latin typeface="Trebuchet MS"/>
                <a:cs typeface="Trebuchet MS"/>
              </a:rPr>
              <a:t>(1)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Computer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Vision: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Algorithms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Applications,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2nd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50" dirty="0">
                <a:latin typeface="Trebuchet MS"/>
                <a:cs typeface="Trebuchet MS"/>
              </a:rPr>
              <a:t>(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Text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Book-</a:t>
            </a:r>
            <a:r>
              <a:rPr sz="2000" spc="-270" dirty="0">
                <a:latin typeface="Trebuchet MS"/>
                <a:cs typeface="Trebuchet MS"/>
              </a:rPr>
              <a:t>1)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85" dirty="0">
                <a:latin typeface="Trebuchet MS"/>
                <a:cs typeface="Trebuchet MS"/>
              </a:rPr>
              <a:t>,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Richard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Szeliski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85" dirty="0">
                <a:latin typeface="Trebuchet MS"/>
                <a:cs typeface="Trebuchet MS"/>
              </a:rPr>
              <a:t>;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Section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6.3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900" y="2532920"/>
            <a:ext cx="923290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arenBoth" startAt="2"/>
              <a:tabLst>
                <a:tab pos="352425" algn="l"/>
              </a:tabLst>
            </a:pP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Object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Detection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9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with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6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Deep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4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Learning: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1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A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Review</a:t>
            </a:r>
            <a:r>
              <a:rPr sz="2000" spc="-90" dirty="0">
                <a:solidFill>
                  <a:srgbClr val="0563C1"/>
                </a:solidFill>
                <a:latin typeface="Trebuchet MS"/>
                <a:cs typeface="Trebuchet MS"/>
              </a:rPr>
              <a:t> </a:t>
            </a:r>
            <a:r>
              <a:rPr sz="2000" spc="-260" dirty="0">
                <a:latin typeface="Trebuchet MS"/>
                <a:cs typeface="Trebuchet MS"/>
              </a:rPr>
              <a:t>[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IEEE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Transactions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140" dirty="0">
                <a:latin typeface="Trebuchet MS"/>
                <a:cs typeface="Trebuchet MS"/>
              </a:rPr>
              <a:t>NN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&amp;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LS)</a:t>
            </a:r>
            <a:endParaRPr sz="2000">
              <a:latin typeface="Trebuchet MS"/>
              <a:cs typeface="Trebuchet MS"/>
            </a:endParaRPr>
          </a:p>
          <a:p>
            <a:pPr marL="344805" indent="-333375">
              <a:lnSpc>
                <a:spcPct val="100000"/>
              </a:lnSpc>
              <a:spcBef>
                <a:spcPts val="1920"/>
              </a:spcBef>
              <a:buClr>
                <a:srgbClr val="000000"/>
              </a:buClr>
              <a:buAutoNum type="arabicParenBoth" startAt="2"/>
              <a:tabLst>
                <a:tab pos="344805" algn="l"/>
              </a:tabLst>
            </a:pPr>
            <a:r>
              <a:rPr sz="20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Chapter</a:t>
            </a:r>
            <a:r>
              <a:rPr sz="2000" u="heavy" spc="-9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2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-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10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4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–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Object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5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Detection,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Yolo</a:t>
            </a:r>
            <a:r>
              <a:rPr sz="2000" u="heavy" spc="-9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and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their </a:t>
            </a:r>
            <a:r>
              <a:rPr sz="20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Implementation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9E6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75"/>
            <a:ext cx="704849" cy="7048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2350" y="2258600"/>
            <a:ext cx="112617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2000" spc="-315" dirty="0">
                <a:latin typeface="Trebuchet MS"/>
                <a:cs typeface="Trebuchet MS"/>
              </a:rPr>
              <a:t>(1)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Computer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Vision: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Algorithms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Applications,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2nd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50" dirty="0">
                <a:latin typeface="Trebuchet MS"/>
                <a:cs typeface="Trebuchet MS"/>
              </a:rPr>
              <a:t>(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Text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Book-</a:t>
            </a:r>
            <a:r>
              <a:rPr sz="2000" spc="-270" dirty="0">
                <a:latin typeface="Trebuchet MS"/>
                <a:cs typeface="Trebuchet MS"/>
              </a:rPr>
              <a:t>1)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85" dirty="0">
                <a:latin typeface="Trebuchet MS"/>
                <a:cs typeface="Trebuchet MS"/>
              </a:rPr>
              <a:t>,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Richard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Szeliski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85" dirty="0">
                <a:latin typeface="Trebuchet MS"/>
                <a:cs typeface="Trebuchet MS"/>
              </a:rPr>
              <a:t>;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Section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6.3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350" y="2532920"/>
            <a:ext cx="9232900" cy="2524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arenBoth" startAt="2"/>
              <a:tabLst>
                <a:tab pos="352425" algn="l"/>
              </a:tabLst>
            </a:pP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Object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Detection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9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with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6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Deep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4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Learning:</a:t>
            </a:r>
            <a:r>
              <a:rPr sz="2000" u="heavy" spc="-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1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A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3"/>
              </a:rPr>
              <a:t>Review</a:t>
            </a:r>
            <a:r>
              <a:rPr sz="2000" spc="-90" dirty="0">
                <a:solidFill>
                  <a:srgbClr val="0563C1"/>
                </a:solidFill>
                <a:latin typeface="Trebuchet MS"/>
                <a:cs typeface="Trebuchet MS"/>
              </a:rPr>
              <a:t> </a:t>
            </a:r>
            <a:r>
              <a:rPr sz="2000" spc="-260" dirty="0">
                <a:latin typeface="Trebuchet MS"/>
                <a:cs typeface="Trebuchet MS"/>
              </a:rPr>
              <a:t>[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IEEE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Transactions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140" dirty="0">
                <a:latin typeface="Trebuchet MS"/>
                <a:cs typeface="Trebuchet MS"/>
              </a:rPr>
              <a:t>NN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&amp;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LS)</a:t>
            </a:r>
            <a:endParaRPr sz="2000">
              <a:latin typeface="Trebuchet MS"/>
              <a:cs typeface="Trebuchet MS"/>
            </a:endParaRPr>
          </a:p>
          <a:p>
            <a:pPr marL="344805" indent="-333375">
              <a:lnSpc>
                <a:spcPct val="100000"/>
              </a:lnSpc>
              <a:spcBef>
                <a:spcPts val="1920"/>
              </a:spcBef>
              <a:buClr>
                <a:srgbClr val="000000"/>
              </a:buClr>
              <a:buAutoNum type="arabicParenBoth" startAt="2"/>
              <a:tabLst>
                <a:tab pos="344805" algn="l"/>
              </a:tabLst>
            </a:pPr>
            <a:r>
              <a:rPr sz="20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Chapter</a:t>
            </a:r>
            <a:r>
              <a:rPr sz="2000" u="heavy" spc="-9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2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-</a:t>
            </a:r>
            <a:r>
              <a:rPr sz="2000" u="heavy" spc="-7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10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4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–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Object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5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Detection,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spc="-4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Yolo</a:t>
            </a:r>
            <a:r>
              <a:rPr sz="2000" u="heavy" spc="-9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and</a:t>
            </a:r>
            <a:r>
              <a:rPr sz="2000" u="heavy" spc="-8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 their </a:t>
            </a:r>
            <a:r>
              <a:rPr sz="20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4"/>
              </a:rPr>
              <a:t>Implementation</a:t>
            </a:r>
            <a:endParaRPr sz="2000">
              <a:latin typeface="Trebuchet MS"/>
              <a:cs typeface="Trebuchet MS"/>
            </a:endParaRPr>
          </a:p>
          <a:p>
            <a:pPr marL="344805" indent="-333375">
              <a:lnSpc>
                <a:spcPct val="100000"/>
              </a:lnSpc>
              <a:spcBef>
                <a:spcPts val="1920"/>
              </a:spcBef>
              <a:buAutoNum type="arabicParenBoth" startAt="2"/>
              <a:tabLst>
                <a:tab pos="344805" algn="l"/>
              </a:tabLst>
            </a:pPr>
            <a:r>
              <a:rPr sz="2000" spc="55" dirty="0">
                <a:latin typeface="Trebuchet MS"/>
                <a:cs typeface="Trebuchet MS"/>
              </a:rPr>
              <a:t>R-</a:t>
            </a:r>
            <a:r>
              <a:rPr sz="2000" spc="75" dirty="0">
                <a:latin typeface="Trebuchet MS"/>
                <a:cs typeface="Trebuchet MS"/>
              </a:rPr>
              <a:t>CNN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paper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-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u="heavy" spc="-1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5"/>
              </a:rPr>
              <a:t>https://arxiv.org/pdf/1311.2524</a:t>
            </a:r>
            <a:endParaRPr sz="2000">
              <a:latin typeface="Trebuchet MS"/>
              <a:cs typeface="Trebuchet MS"/>
            </a:endParaRPr>
          </a:p>
          <a:p>
            <a:pPr marL="353060" indent="-340360">
              <a:lnSpc>
                <a:spcPct val="100000"/>
              </a:lnSpc>
              <a:spcBef>
                <a:spcPts val="1920"/>
              </a:spcBef>
              <a:buAutoNum type="arabicParenBoth" startAt="2"/>
              <a:tabLst>
                <a:tab pos="353060" algn="l"/>
              </a:tabLst>
            </a:pPr>
            <a:r>
              <a:rPr sz="2000" dirty="0">
                <a:latin typeface="Trebuchet MS"/>
                <a:cs typeface="Trebuchet MS"/>
              </a:rPr>
              <a:t>Fast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R-</a:t>
            </a:r>
            <a:r>
              <a:rPr sz="2000" spc="75" dirty="0">
                <a:latin typeface="Trebuchet MS"/>
                <a:cs typeface="Trebuchet MS"/>
              </a:rPr>
              <a:t>CNN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-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u="heavy" spc="-6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6"/>
              </a:rPr>
              <a:t>https://arxiv.org/pdf/1504.08083</a:t>
            </a:r>
            <a:endParaRPr sz="2000">
              <a:latin typeface="Trebuchet MS"/>
              <a:cs typeface="Trebuchet MS"/>
            </a:endParaRPr>
          </a:p>
          <a:p>
            <a:pPr marL="353060" indent="-340360">
              <a:lnSpc>
                <a:spcPct val="100000"/>
              </a:lnSpc>
              <a:spcBef>
                <a:spcPts val="1920"/>
              </a:spcBef>
              <a:buAutoNum type="arabicParenBoth" startAt="2"/>
              <a:tabLst>
                <a:tab pos="353060" algn="l"/>
              </a:tabLst>
            </a:pPr>
            <a:r>
              <a:rPr sz="2000" spc="-20" dirty="0">
                <a:latin typeface="Trebuchet MS"/>
                <a:cs typeface="Trebuchet MS"/>
              </a:rPr>
              <a:t>Faster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R-</a:t>
            </a:r>
            <a:r>
              <a:rPr sz="2000" spc="75" dirty="0">
                <a:latin typeface="Trebuchet MS"/>
                <a:cs typeface="Trebuchet MS"/>
              </a:rPr>
              <a:t>CNN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-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u="heavy" spc="-8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7"/>
              </a:rPr>
              <a:t>https://arxiv.org/pdf/1506.01497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702346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B5764E-25A5-BE56-F404-A899C980411E}"/>
                  </a:ext>
                </a:extLst>
              </p14:cNvPr>
              <p14:cNvContentPartPr/>
              <p14:nvPr/>
            </p14:nvContentPartPr>
            <p14:xfrm>
              <a:off x="409680" y="101880"/>
              <a:ext cx="11709000" cy="6756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B5764E-25A5-BE56-F404-A899C98041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480" y="85680"/>
                <a:ext cx="11741400" cy="678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37418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A7FB-85FD-DFDA-7472-61F22769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FCB4-5FCD-69B6-D978-D16AD0492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46CADF-C49E-2071-DD86-1C782282BF42}"/>
                  </a:ext>
                </a:extLst>
              </p14:cNvPr>
              <p14:cNvContentPartPr/>
              <p14:nvPr/>
            </p14:nvContentPartPr>
            <p14:xfrm>
              <a:off x="1123200" y="156240"/>
              <a:ext cx="9821520" cy="6636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46CADF-C49E-2071-DD86-1C782282BF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7000" y="140040"/>
                <a:ext cx="9853920" cy="666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991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CD3A-6C5E-3B0F-A287-1FB2EC56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963BE-E97F-12E4-A019-06BC22F8E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81ACBA-BC7D-573B-9231-191CF5594780}"/>
                  </a:ext>
                </a:extLst>
              </p14:cNvPr>
              <p14:cNvContentPartPr/>
              <p14:nvPr/>
            </p14:nvContentPartPr>
            <p14:xfrm>
              <a:off x="280080" y="94680"/>
              <a:ext cx="10976400" cy="6015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81ACBA-BC7D-573B-9231-191CF55947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880" y="78480"/>
                <a:ext cx="11008800" cy="60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049D8E-0989-DE7D-E4CC-F730539F5148}"/>
                  </a:ext>
                </a:extLst>
              </p14:cNvPr>
              <p14:cNvContentPartPr/>
              <p14:nvPr/>
            </p14:nvContentPartPr>
            <p14:xfrm>
              <a:off x="3452400" y="1314720"/>
              <a:ext cx="8427600" cy="4919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049D8E-0989-DE7D-E4CC-F730539F51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30800" y="1293120"/>
                <a:ext cx="8465400" cy="49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4E3934-B80D-0752-E46F-79C312CB5A69}"/>
                  </a:ext>
                </a:extLst>
              </p14:cNvPr>
              <p14:cNvContentPartPr/>
              <p14:nvPr/>
            </p14:nvContentPartPr>
            <p14:xfrm>
              <a:off x="1846440" y="627120"/>
              <a:ext cx="6918840" cy="6230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4E3934-B80D-0752-E46F-79C312CB5A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0240" y="610920"/>
                <a:ext cx="6951240" cy="626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12014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FF147D-E2B2-18B7-8343-2443F83190BD}"/>
                  </a:ext>
                </a:extLst>
              </p14:cNvPr>
              <p14:cNvContentPartPr/>
              <p14:nvPr/>
            </p14:nvContentPartPr>
            <p14:xfrm>
              <a:off x="224640" y="38520"/>
              <a:ext cx="10536120" cy="6449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FF147D-E2B2-18B7-8343-2443F83190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440" y="22320"/>
                <a:ext cx="10568520" cy="648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02198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581649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6705" y="192510"/>
            <a:ext cx="2672655" cy="8659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65025" y="68960"/>
            <a:ext cx="20002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13: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Object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Detection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Algorithms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RCNN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338988" y="4112919"/>
            <a:ext cx="1940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Thank</a:t>
            </a:r>
            <a:r>
              <a:rPr sz="3600" spc="-25" dirty="0">
                <a:latin typeface="Calibri"/>
                <a:cs typeface="Calibri"/>
              </a:rPr>
              <a:t> you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</TotalTime>
  <Words>2175</Words>
  <Application>Microsoft Macintosh PowerPoint</Application>
  <PresentationFormat>Widescreen</PresentationFormat>
  <Paragraphs>373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MS PGothic</vt:lpstr>
      <vt:lpstr>Arial</vt:lpstr>
      <vt:lpstr>Arial MT</vt:lpstr>
      <vt:lpstr>Calibri</vt:lpstr>
      <vt:lpstr>Microsoft Sans Serif</vt:lpstr>
      <vt:lpstr>Times New Roman</vt:lpstr>
      <vt:lpstr>Trebuchet MS</vt:lpstr>
      <vt:lpstr>Office Theme</vt:lpstr>
      <vt:lpstr>Computer Vision 2024-25 First Semester, M.Tech (AIML)</vt:lpstr>
      <vt:lpstr>Topics</vt:lpstr>
      <vt:lpstr>PowerPoint Presentation</vt:lpstr>
      <vt:lpstr>Extending Object Detection</vt:lpstr>
      <vt:lpstr>Extending Object Detection</vt:lpstr>
      <vt:lpstr>Extending Object Detection</vt:lpstr>
      <vt:lpstr>YOLO</vt:lpstr>
      <vt:lpstr>YOLO</vt:lpstr>
      <vt:lpstr>PowerPoint Presentation</vt:lpstr>
      <vt:lpstr>PowerPoint Presentation</vt:lpstr>
      <vt:lpstr>Accurate object detection is slow!</vt:lpstr>
      <vt:lpstr>Accurate object detection is slow!</vt:lpstr>
      <vt:lpstr>Accurate object detection is slow!</vt:lpstr>
      <vt:lpstr>Accurate object detection is slow!</vt:lpstr>
      <vt:lpstr>Accurate object detection is slow!</vt:lpstr>
      <vt:lpstr>Accurate object detection is slow!</vt:lpstr>
      <vt:lpstr>Accurate object detection is slow!</vt:lpstr>
      <vt:lpstr>DPM: Deformable Part Models</vt:lpstr>
      <vt:lpstr>PowerPoint Presentation</vt:lpstr>
      <vt:lpstr>Sliding window, DPM, R-CNN all train region-based classifiers to perform detection</vt:lpstr>
      <vt:lpstr>PowerPoint Presentation</vt:lpstr>
      <vt:lpstr>With YOLO, you only look once at an image to perform detection</vt:lpstr>
      <vt:lpstr>PowerPoint Presentation</vt:lpstr>
      <vt:lpstr>We split the image into a grid</vt:lpstr>
      <vt:lpstr>Each cell predicts boxes and confidences: P(Object)</vt:lpstr>
      <vt:lpstr>Each cell predicts boxes and confidences: P(Object)</vt:lpstr>
      <vt:lpstr>Each cell predicts boxes and confidences: P(Object)</vt:lpstr>
      <vt:lpstr>Each cell predicts boxes and confidences: P(Object)</vt:lpstr>
      <vt:lpstr>Each cell predicts boxes and confidences: P(Object)</vt:lpstr>
      <vt:lpstr>Each cell predicts boxes and confidences: P(Object)</vt:lpstr>
      <vt:lpstr>Each cell also predicts a class probability.</vt:lpstr>
      <vt:lpstr>Each cell also predicts a class probability.</vt:lpstr>
      <vt:lpstr>Conditioned on object: P(Car | Object)</vt:lpstr>
      <vt:lpstr>Then we combine the box and class predictions.</vt:lpstr>
      <vt:lpstr>Finally we do NMS and threshold detections</vt:lpstr>
      <vt:lpstr>This parameterization fixes the output size</vt:lpstr>
      <vt:lpstr>Thus we can train one neural network to bCeV 14: Oabject Dwetectiohn Algoorithmls e detection pipeline</vt:lpstr>
      <vt:lpstr>During training, match example to the right cell</vt:lpstr>
      <vt:lpstr>During training, match example to the right cell</vt:lpstr>
      <vt:lpstr>Adjust that cell’s class prediction</vt:lpstr>
      <vt:lpstr>Look at that cell’s predicted boxes</vt:lpstr>
      <vt:lpstr>Find the best one, adjust it, increase the confidence</vt:lpstr>
      <vt:lpstr>Find the best one, adjust it, increase the confidence</vt:lpstr>
      <vt:lpstr>Find the best one, adjust it, increase the confidence</vt:lpstr>
      <vt:lpstr>Decrease the confidence of other boxes</vt:lpstr>
      <vt:lpstr>Decrease the confidence of other boxes</vt:lpstr>
      <vt:lpstr>Some cells don’t have any ground truth detections!</vt:lpstr>
      <vt:lpstr>Some cells don’t have any ground truth detections!</vt:lpstr>
      <vt:lpstr>Decrease the confidence of these boxes</vt:lpstr>
      <vt:lpstr>Decrease the confidence of these boxes</vt:lpstr>
      <vt:lpstr>Don’t adjust the class probabilities or coordinates</vt:lpstr>
      <vt:lpstr>We train with standard tricks:</vt:lpstr>
      <vt:lpstr>YOLO works across a variety of natural images</vt:lpstr>
      <vt:lpstr>It also generalizes well to new domains (like art)</vt:lpstr>
      <vt:lpstr>YOLO outperforms methods like DPM and RC-V C14: ObNject DeNtection Awlgorithmhs en generalizing to person detection in artwork</vt:lpstr>
      <vt:lpstr>pjreddie.com/yoloCV 14: Object Detection Algorithms</vt:lpstr>
      <vt:lpstr>YOLO</vt:lpstr>
      <vt:lpstr>New detection benchmark: COCO (2014)</vt:lpstr>
      <vt:lpstr>A Few Caveats</vt:lpstr>
      <vt:lpstr>Who takes photos of open refrigerators ?????</vt:lpstr>
      <vt:lpstr>Guess the category!</vt:lpstr>
      <vt:lpstr>Kitchens from Googling</vt:lpstr>
      <vt:lpstr>New detection benchmark: COCO (2014)</vt:lpstr>
      <vt:lpstr>What’s It Good For?</vt:lpstr>
      <vt:lpstr>What’s It Good For?</vt:lpstr>
      <vt:lpstr>(1) Computer Vision: Algorithms and Applications, 2nd ed ( Text Book-1) , Richard Szeliski ; Section 6.3</vt:lpstr>
      <vt:lpstr>(1) Computer Vision: Algorithms and Applications, 2nd ed ( Text Book-1) , Richard Szeliski ; Section 6.3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CV#13: Object Detction - RCNN, Yolo.pptx</dc:title>
  <cp:lastModifiedBy>Dhruba Adhikary .</cp:lastModifiedBy>
  <cp:revision>5</cp:revision>
  <dcterms:created xsi:type="dcterms:W3CDTF">2025-08-23T08:10:15Z</dcterms:created>
  <dcterms:modified xsi:type="dcterms:W3CDTF">2026-08-08T01:34:33Z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2025-08-23T00:00:00Z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2025-08-23T00:00:00Z</vt:filetime>
  </property>
</Properties>
</file>