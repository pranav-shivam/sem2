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1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75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46"/>
    <p:restoredTop sz="88024"/>
  </p:normalViewPr>
  <p:slideViewPr>
    <p:cSldViewPr>
      <p:cViewPr varScale="1">
        <p:scale>
          <a:sx n="126" d="100"/>
          <a:sy n="126" d="100"/>
        </p:scale>
        <p:origin x="1872" y="4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5:19:49.26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6354 10500 7623,'-9'-2'-270,"-3"1"630,3 0 809,-1 1 810,2 0-1799,13-1 359,19 3-359,11-1-45,3 2 0,11 2-350,-13-2 1,6 1-1,5 1 1,0-1-1,-1 1 1,-5-1 214,0 0 0,-4 0 0,1 0 0,9 1-175,-11-1 1,5 1-1,4 0 1,4 0 0,1 1-1,1 0 1,1-1-1,-1 1 1,-2 0 0,-2-1-1,-4 0 175,5 1 0,-3-1 0,-2 0 0,-1 0 0,1 0 0,2 0 0,4 1-161,-6-1 0,1 1 1,2-1-1,2 1 0,0 0 1,2 0-1,0 0 0,0 0 1,1 0-1,1 0 0,-1 0 161,-5 0 0,1-1 0,1 1 0,1 0 0,0-1 0,1 1 0,0 0 0,-1 0 0,0 0 0,0-1 0,-2 1 0,-2-1 0,-1 0 0,-2 0-211,10 1 1,-4 0-1,-3-1 1,-1 0-1,1 0 1,1 0-1,3 1 1,4 0 215,-12-1 1,3 0-1,3 0 1,2 1 0,1 0-1,2-1 1,0 1 0,0 0-1,1 0 1,-1 0-1,-1 0 1,-1-1 0,-2 1-1,-3-1 1,-2 0 0,-3-1-6,15 2 0,-6-1 0,-3 0 0,-2 0 0,1 0 0,1 0 0,5 0-12,-6 0 0,1 0 0,3 0 0,0 1 0,2-1 0,0 1 0,0-1 0,-1 1 0,-1-1 0,-1 0 1,-2 0 11,5 0 0,0 0 0,-1 1 0,-2-1 0,0-1 0,-2 1 0,-1 0 0,-2-1 0,9 2 0,-2-1 0,-3 1 0,-1-1 0,1-1-95,-2 1 1,0 0 0,-1-1 0,-3 0-1,-4 0 140,9 0 0,-4 0 205,1 0 0,-3 0-205,-13-2 0,0 1 816,10 1 1,-3-1-862,-5 1 90,19 2-90,-24-3 90,-1 0 876,9 2-1146,-19-3 921,15 2 1,-35-5 0,1 1-1</inkml:trace>
  <inkml:trace contextRef="#ctx0" brushRef="#br0" timeOffset="208834">3864 2630 7443,'-1'-11'3276,"-4"19"-2864,2 5-367,-6 25 0,-1 6 0,4-14 0,0 0-45,-2 8 0,0 3 0,1-1-45,-1 8 0,2-2-315,-1-4 0,1-2 0,2-9 0,1-4 360,0-1 0,2-22 0,1-2 0</inkml:trace>
  <inkml:trace contextRef="#ctx0" brushRef="#br0" timeOffset="209451">3781 2671 8882,'5'-13'0,"-2"5"-3277,4-4 1523,-3 7 3793,18-8-1500,15 7 26,-8 3 0,1 1-520,-4 1 0,0 2 0,4 3 0,-3 3-45,0 12 0,-23 15 0,-21-1 0,-1-16 0,-2-1 1638,-6-1 0,3-1-1612,8 9-26,2 0-90,41 2 0,9-2 0,4 5 0,-17-1 0,-5 3 90,-8 5 0,-12-2 0,-10-1 90,-27-4 0,-10-5-90,14-2 0,-1-3-150,1-4 0,-2-1 0,5-3 150,-12-4 0,18-3 0,12-5 0</inkml:trace>
  <inkml:trace contextRef="#ctx0" brushRef="#br0" timeOffset="209868">4662 2826 9242,'18'-19'1709,"-2"2"-540,-4 5-539,-5 3-450,-12 4 269,-15 6-224,-16 10 0,-5 6-90,4 3 0,0 3-105,7-4 0,-2 0 0,4 1-30,1 4 0,6 2-45,3 11 0,8-1-45,6 4 45,3-7 0,4-2-135,17-4-315,3-14 1,2-3 134,6 1 360,7-9 0,1-4 0,-10-4 0,-2 0 0,-1 0 0</inkml:trace>
  <inkml:trace contextRef="#ctx0" brushRef="#br0" timeOffset="210724">4296 3611 9961,'11'-16'1709,"-3"3"-809,-1 6-91,-4 2-359,0 26-360,-2 4-825,-2 5 0,-1 5 825,0 6 0,-1 6-45,0-11 0,-1 4 0,0 2 0,0 0 0,-1 1 0,0 1 0,0 0 0,0 0-45,1-2 0,1 1 0,-1-2 0,0-2 0,-1 4 0,1-3 0,0-5 154,3-7 1,1-4-65,-1 10 0,1-8-360,1-13-3007,1-1 2457,2-15 1,-1 1 0,1-6 0</inkml:trace>
  <inkml:trace contextRef="#ctx0" brushRef="#br0" timeOffset="211117">4324 4430 12390,'46'2'1529,"-1"-1"-1439,0-3 0,9 0 0,-6 0-90,-13 0 0,0 1-820,4 0 1,6 0 0,0-1 0,-9 2 179,12 1 505,-15-1 1,0 1-471,3 0 65,-12-1 719,-6-1 1,-13 0-1,-1-1 1</inkml:trace>
  <inkml:trace contextRef="#ctx0" brushRef="#br0" timeOffset="211537">5055 4245 10051,'1'-11'2519,"-1"1"-2339,6 9 0,0 3 89,13 11 1,13 12-270,0 0 0,-2-2 0,0-1 90,-3 3 90,2 7 0,-50-10-225,-13 1 0,-7 2-495,6-4 1,0 1-406,-9 4 1,3 0 288,15-8 1,4-2-1,-5 1 1,2 1 0</inkml:trace>
  <inkml:trace contextRef="#ctx0" brushRef="#br0" timeOffset="212308">4167 4299 10591,'13'10'899,"-1"5"-809,-8-4 360,6 24-180,-4 0 0,-1 3-225,1-12 0,-1 3-1138,-1 14 1,0 6 0,-3-6 80,0-17 0,-2 0 810,-1 9 0,-1 7 0,-1 1 1,0-6 291,-2 1 0,-1-1 329,-2 7 0,-2 6 0,1-3-329,1-7 0,-1-1 0,1-3-90,0 2 0,0-1 45,-1 9 0,2-3-45,9-6 0,4-4 90,10-1 2268,29-17-2358,-4-9 0,6-1 30,-7-1 0,2 0 0,5 0-30,-6 0 0,5 1 0,1-1 0,0 1 0,-4 0 0,-2-1 0,-4 1 0,1-1 0,2 1-36,1 0 0,4 1 0,0 0 0,-4-1 0,-7 1-9,1 0 0,-5-1-630,12 1 1,-6-3-226,-21-5 181,7 0-2558,-16-4 3084,-2-1 0,1-6 1,1-3-1</inkml:trace>
  <inkml:trace contextRef="#ctx0" brushRef="#br0" timeOffset="212871">5637 4146 11580,'3'13'540,"-1"-1"0,-1 26-495,0 0 0,0 2-180,-1-7 0,1 2-450,1 15 1,-1-3 584,1-10 0,1-7 0,-2-18 0</inkml:trace>
  <inkml:trace contextRef="#ctx0" brushRef="#br0" timeOffset="213234">5590 4200 9781,'-2'-9'990,"4"3"-91,35 6-719,0 5-45,5 5 0,1 1-90,-19-4 0,-1 2-75,6 8 0,2 5 0,-7-2 30,2 6 45,-7 17 0,-11 3 45,-27-8-90,7-7 0,-5-2 45,-4-12 0,-4-3-135,-6-1 0,0-1-180,-12 6 90,17-9 0,2-2 180,0-1 0,14-4 0,-4 1 0</inkml:trace>
  <inkml:trace contextRef="#ctx0" brushRef="#br0" timeOffset="213685">6103 4456 10321,'4'0'2069,"7"-4"-1979,28-5-180,-8-5 0,-1-9-90,-24-2 180,-7 10 0,-43 11 0,11 24 45,6-3 0,2 2-45,2 20 135,39 0 0,9-1-135,-3-8-45,6 0 0,5-6-585,6-22-449,-8-4 1079,-5-1 0,0-3 0,6-9 0,2-6 0</inkml:trace>
  <inkml:trace contextRef="#ctx0" brushRef="#br0" timeOffset="215571">6717 4184 10321,'2'-9'1439,"0"-1"-809,-3 4 359,-5-1-719,-2 3 720,-24 11-810,8 3-46,-2 6 1,-1 4-45,7 3 0,1 7-90,2 10 0,0 7 0,2-3 0,1-5 0,2 3-820,5-1 1,2 7 0,1 0 0,2-9 806,2-12 1,1 0-354,0 18 1,1 8-1,-1-8 366,-1-16 0,0 0 0,-2 12 0,-1 5 0,0-6-45,-1-14 0,-1-2-45,-3 13 0,0-4 0,-1-16-269,-3-6 2937,4-17-3118,2-25 1135,12 3 1,5-2-686,0 0 0,2 0 45,9-5 1,3 1-1,0 6 0,-2 0 0,-5-7 0,-3 0 45,-2 7 0,-4-1 45,-11-7 0,-5 3-45,-3 7 0,-9-8-90,6 16-270,-1 0 360,8-1-90,4 6 0,18 2-180,13 2 180,-6 2 0,10 0 0,2-1 0,3-2 90,-6 2 0,0-2 90,8-5 0,-13 2 180,9-7-270,-22 12 180,13-13-180,-19 10 90,2-1-180,-14-6 0,-16 8 0,-9-1 90,-2 8-180,-11 25 180,24-5 0,-7 18 0,23-9 0,9 15-90,4-9 135,6-2 0,7-1-45,2-14 0,3-3 45,3 5 0,0-4 0,2-9 0,0-7 0,-2-6 0,-2-5 0,-2-4 0,-1-3 90,-2 3 0,-3-2-45,-4 0 0,-3 0 269,4-6-89,-5 6-180,1 4-90,-2 13 0,-3 7-270,2 12 180,-6-8-359,1 5 539,-21-29-90,9 12 0,-17-17 90,-5 18-90,-7 11 0,10 0 0,-1 5 0,1 14 0,3 4 0,-2 9 0,17-8 0,6-3 90,10-11 89,28 3-179,-17-16 90,23-11 0,4-6-135,-23 1 0,-1-3-15,14-11 0,6-6 1,-6-3-1034,-14 2 1,-4-2 0,0 1 963,0 4 1,0 1 0,-2-1 218,4-25 0,-11 20 0,-20 55-1,7 3 1,1 5-45,-3 15 0,2 2 0,0 1 0,8-2-225,13-5 1,8-11-1460,-1-20 1,1-5 1070,-3 7 0,0-5 0,16-30 0,-32 2 0</inkml:trace>
  <inkml:trace contextRef="#ctx0" brushRef="#br0" timeOffset="215768">7602 4361 11490,'-17'-2'1638,"38"-1"0,15-2-1702,-3 0 1,3 0-1030,4 0 1,3 1 0,-4-1 937,0-3 1,-5 2 0,6-1 0,-32 4 0</inkml:trace>
  <inkml:trace contextRef="#ctx0" brushRef="#br0" timeOffset="217038">5077 5438 9512,'9'2'2608,"10"4"-1349,16 12-899,4 3-225,-12-5 0,1 1-180,0 2 0,-1-1-45,-5-3 0,0-1 0,19 7 180,-31-16 90,-52 15-270,11-1 0,-2 2-45,-4 3 0,0 4-958,11 0 1,1 3 0,5-4-2107,-2 6 3199,10-8 0,6-3 0,14-12 0,3-1 0</inkml:trace>
  <inkml:trace contextRef="#ctx0" brushRef="#br0" timeOffset="218055">5651 5600 10051,'1'-12'2879,"1"2"-2520,6 14-179,-4 0 0,6 21 90,-9 7-180,-2 6-45,-1-4 0,-1 4-90,0-1 0,-1-1-225,1 4 0,-1-12 90,0-23 90,3-32 45,2-11 1,1-4-46,4 5 0,0 3 90,1-4 90,15 10 0,0 49-46,6 13 1,4 6-45,-8-13 0,0 0 0,0 0-120,-2 0 0,0 1 1,1-3-1006,12 3 1,-3-10-585,-13-15 1709,9-9 0,-18-8 0,3-5 0</inkml:trace>
  <inkml:trace contextRef="#ctx0" brushRef="#br0" timeOffset="218273">6039 5610 10051,'-6'0'2609,"-1"41"-2699,5 1 0,3 4-360,-1-1 0,2 0-899,0 4 0,4-6 1349,6-5 0,8-16 0,-2-11 0</inkml:trace>
  <inkml:trace contextRef="#ctx0" brushRef="#br0" timeOffset="218641">6300 5880 12120,'-8'-5'1889,"-18"34"-2339,10 12 135,10-14 1,3-1 224,6 6 90,31-29 90,-15-20 90,3-7-180,-12 1 269,-31-14-988,-8 24-451,-9-9 1170,0 32 0,23 3 0,0 5 0</inkml:trace>
  <inkml:trace contextRef="#ctx0" brushRef="#br0" timeOffset="219068">6843 5701 9961,'0'-9'3276,"1"0"-2504,-3 25-682,1-6 90,-3 30-225,-1-1 0,0 5-720,1-3 1,0 2-91,-2 5 1,1-3 854,4-15 0,1-7 0,0-12 0,3-9 0</inkml:trace>
  <inkml:trace contextRef="#ctx0" brushRef="#br0" timeOffset="219373">6796 5663 10681,'6'-7'1079,"3"1"-719,6 6-180,0 1 270,30 9-270,-10 4-46,3 14 1,-2 3-224,-5 0 89,-12 10 0,-8-1 0,-16-16 0,-17 8 0,-5-1-90,5-13-1305,-14 2 1,0-3-1844,18-12 2418,-16 2 1,30-6 0,1-2 0</inkml:trace>
  <inkml:trace contextRef="#ctx0" brushRef="#br0" timeOffset="219824">7314 5989 10681,'-7'-9'3058,"2"0"-2968,10 6 90,-3 0 0,26-3-270,-15 1-90,23-17 90,-25 12-270,2-28 90,-36 22 181,-4 0-1,-20 31 0,15 18 90,20-10 0,6 2-45,13 9 0,5-1 45,3 6-360,15-9 0,6-8-2917,12-17 2907,-21 0 0,-1-2 0,22-11 0,-22-1 0</inkml:trace>
  <inkml:trace contextRef="#ctx0" brushRef="#br0" timeOffset="220251">7862 5701 10861,'-6'-22'2788,"-6"8"-2428,-4 1 0,-7 22 0,-2 12-420,6 4 0,1 6 0,1 3-180,-2 6 0,0 3 0,2 0 120,1 2 0,2 1 0,4 3-38,5-5 1,3 3 0,2-1 0,-1-4 67,1-5 0,0-3 0,0 1 60,1 7 0,0 1 0,0-3-660,0 1 1,-1-3 554,0-7 0,0-2 88,-2 2 0,-2-1 47,-3 2 0,-6-4-450,-24 1 90,6-7-233,3-24 0,2-7 1,9-6-1,-13-13 1</inkml:trace>
  <inkml:trace contextRef="#ctx0" brushRef="#br0" timeOffset="220502">7530 6275 10321,'21'-24'2519,"-8"10"-1890,29-9-359,-13 10-585,1 2 1,2-2-856,7-4 514,-10 5 1,-1 0-1,-6-1 1,2 0 0</inkml:trace>
  <inkml:trace contextRef="#ctx0" brushRef="#br0" timeOffset="220988">7869 6177 12300,'13'-1'2339,"-2"0"-2070,4-3-269,-6 0-179,8-4-1,-3-1-540,4-19 180,-18 3 450,-6 2 1,-20 19 178,-4 41 46,30-7 0,3 2-90,-4-4 0,4-2 0,17 5 0,4-7-135,1-12-809,18-4-2378,-12-13 2457,4-2 1,-7-10 0,-8-1 0</inkml:trace>
  <inkml:trace contextRef="#ctx0" brushRef="#br0" timeOffset="221285">8255 6111 13289,'-14'-7'1619,"-3"9"-1439,-18 19-180,16 0 0,4 4-1619,10 24 90,14-2-110,12-29 1,5-5 818,9-5 1,9-6 0,-14-4 0</inkml:trace>
  <inkml:trace contextRef="#ctx0" brushRef="#br0" timeOffset="221618">8659 5740 10591,'-4'-15'1889,"0"4"-1439,-10 17-136,-1 24 1,-1 11-270,-1-3 0,0 3-75,2 0 0,0 4 0,1 0-330,3-5 0,2 0 1,5-3 359,10 2 0,3-3 0,-4-5 0,4-7 0,33-17 0</inkml:trace>
  <inkml:trace contextRef="#ctx0" brushRef="#br0" timeOffset="221791">8641 6086 9781,'-10'-8'1799,"2"2"450,0 1-1439,24-9-900,-9 5-1125,20-4 1,7 0-315,-9 4 0,1 0 1529,11-5 0,0-2 0,-9 5 0,-3-2 0,15-11 0</inkml:trace>
  <inkml:trace contextRef="#ctx0" brushRef="#br0" timeOffset="224468">8617 4399 10321,'21'3'900,"4"1"-721,5-4 1,8-1 0,5 0-144,-5 1 0,5-1 0,2 0 0,2 0 0,0 1-453,-7-1 1,1 0 0,0 1 0,2-1 0,1 0 0,2 1 0,3 0 423,-7 0 1,3 0-1,2 0 1,2 1-1,1-1 1,1 0-1,0 1 1,-1-1-1,0 1 1,-2-1-1,-1 1 1,-4-1-319,6 1 0,-3-1 1,-2 1-1,-1-1 0,0 1 1,0-1-1,2 1 0,3-1 319,-5 1 0,3 0 0,2 0 1,1 0-1,0 0 0,0 1 0,0-1 1,-2 0-1,-2 0 0,-2 0 0,-4 0-67,16 0 1,-5 0 0,-3 0 0,-1 0 0,0-1 125,6 1 1,-2-1 0,-1 1-1,-2-1-125,7 0 1,-4 0-1,-4 0 328,-7-1 0,-4 1 419,-1-2 1,-3 0-510,7-1-270,-6-1 1509,-12 3-2408,-4 1 2223,-1 1-4511,-5-2 3294,-10-5 1,1 3-1,-5-2 1</inkml:trace>
  <inkml:trace contextRef="#ctx0" brushRef="#br0" timeOffset="226271">11599 4432 8882,'-2'-9'2698,"0"1"-359,2 1-2204,2 30 0,1 15-1774,-2 1 1,0 3 1403,0-4 0,1 4 0,-2 4 271,-3-6 0,-1 4 0,-1 2 0,0 0 0,1-1-282,0-1 0,0 0 1,0 0-1,0 0 0,0 0 246,0-1 0,0 0 0,0-1 0,0 1 0,1-2-182,0 6 0,0 1 1,1-4-1,2-4 227,6 3 0,1-3-304,-1 1 0,1-1 304,-1-5 0,0-2 714,-1-2 1,-1-2-760,1 17 2221,-3-11-2131,0 5-180,-1-12 180,-1-10 1407,2 3-1497,-1-6 1338,1-2-1248,1 0 461,-2-8-461,8 1 49,4-4-274,15 0 0,7-1-45,4 0 0,2-1 90,-8 1 0,2-1 1,1 2-331,13 2 0,2 0 0,-5 0 150,-11-1 1,-1 0-811,15 3 1,-7 0 1079,-27-5 0,-3-4 0,-6-1 0</inkml:trace>
  <inkml:trace contextRef="#ctx0" brushRef="#br0" timeOffset="226951">11655 5273 10051,'4'-8'3148,"5"3"-3058,10 2 270,26 1-225,-12 1 0,6-1-1228,6 0 1,5 0 0,-2-1-235,-1 1 1,0 0 1316,4-1 0,4 1 0,-13 0-620,-7-1 630,-4 1 0,-3-1 0,-17 0 0,-1-2 0</inkml:trace>
  <inkml:trace contextRef="#ctx0" brushRef="#br0" timeOffset="227767">11689 4446 7333,'-19'2'-1080,"6"-1"2565,-12 0-855,10-2 1439,-1 1-1260,41 0-719,3 0 173,7 0 0,11 1 0,-1 0-233,-7 0 0,0 0 0,0 0-30,4 0 0,1-1 0,-3 1-45,7 1 0,-6-1-1401,-4 0 1446,-13 1 0,-4-1 0,-10 1 0</inkml:trace>
  <inkml:trace contextRef="#ctx0" brushRef="#br0" timeOffset="229987">11382 3648 9332,'12'-1'449,"-1"0"-179,-1-1 180,9-1-180,-2 1-180,1-1 360,8 8-181,-17 22-269,8-8 45,-18 11 0,-4 2-45,0-5-45,0 1 0,0-1 45,4-6-180,9-1-89,21-25 179,10-11 0,4-6 0,-12 3 90,-12 11-270,-2 13 270,-4 1-90,14 3 0,-9-5 90,14-5 0,7-13-1516,-17-1 0,0-2 1516,11-7 45,-17-3 0,-5-2 45,-9-6-90,3-6-90,-5 7 0,1 24 90,2-2-90,16-5 3366,-5 4-3250,16-25 64,-14 5 0,0-12 90,-7-1-90,-5 18 269,-2 18-224,-6 35 0,-3 14-1388,0 3 1283,0-6 0,-1 5 0,0-3 15,1-2 0,0-1-45,-1 8 0,0 1 45,1 0 0,1-4 45,1 0 0,4-4 0,22-49-90,-6 7-45,12-17 0,0-2-45,-6 8 90,-3-1 0,3 2-270,8 4 1523,-13 10-1523,17 10 91,-21 32 179,-2-12-90,-2 20 0,-3-32-180,4 4-720,7-10 990,11-9 0,1-2 0,7-6 0</inkml:trace>
  <inkml:trace contextRef="#ctx0" brushRef="#br0" timeOffset="230686">12542 3832 9332,'-2'-14'2338,"-9"-6"-1888,-3 8-180,-6 1-270,-17 28-90,20-5-225,-1 9 0,3 1 135,11-7-539,3 21 89,25-32 450,1-1 270,16-20 0,-21 4 0,5 2-180,-6 25 0,21 5 90,-13 0-90,22-12 90,-19-22 0,1 1 45,-4-12 0,-3-3 45,-4 0-90,-2 2 0,-1-4 45,-6-16 0,-5-1 0,-1 22 0,-2-1-45,3-24 0,-2 5 180,-4 22 0,-14 46-135,8 2 0,2 5 0,-6 13 0,2 5-15,5-10 0,1 1 0,1-3-75,2 1 0,1-3-45,-1 1 0,4-7-810,14-9-899,-3-16 1799,6-5 0,-4-7 0,-1-4 0</inkml:trace>
  <inkml:trace contextRef="#ctx0" brushRef="#br0" timeOffset="230869">12858 3754 9062,'13'-6'540,"0"0"-1,20-5-944,-4 3 1,1-1-46,-5 2 0,1-1 450,17-4 0,-2 0 0,-5 0 0,-8 3 0,-1 1 0</inkml:trace>
  <inkml:trace contextRef="#ctx0" brushRef="#br0" timeOffset="231169">13215 3522 8522,'-1'-11'1709,"1"1"270,6-3-900,4 35-809,-2-4-135,-2 17 0,-2 3-135,-2 2-360,-2 5 1,-1 2-1280,1-20 1,-1-2-1,0 6 1,0-3-1639,2 5 3080,2-26 1,1-1 0,-1-1 0</inkml:trace>
  <inkml:trace contextRef="#ctx0" brushRef="#br0" timeOffset="231819">13487 3720 10051,'12'-17'2519,"-1"1"-1979,-29 23-451,5-1-134,-9 7 1,-2 2-676,-15 9 540,8-4-1889,-2 0 1979,36-27-90,-4 8 450,22-9 90,-2 30-360,-4-9-1606,1 12 0,-2 1 1606,-3-13-1134,13 5 0,3-4 1044,-8-13 0,14-3 0,3-3 0,5-10 45,-9 3 0,1-1 45,-5-4 0,-3 0 90,6-4 180,-1-1 2178,-21 24-2268,-2 10-90,-4 13 0,-2 8 3122,7 15-4921,0-18 1709,8-5 0,-7-25 0,1-10 0</inkml:trace>
  <inkml:trace contextRef="#ctx0" brushRef="#br0" timeOffset="232069">13820 3513 9602,'-4'-15'3058,"0"-5"-4677,2 10 1619,-2 13 0,2-1 0,-1 17 0</inkml:trace>
  <inkml:trace contextRef="#ctx0" brushRef="#br0" timeOffset="232554">13926 3707 10591,'14'4'1979,"-6"10"-1979,-5-5-90,-5 9-540,-4 13-179,1-2 719,-2 4-540,4-8 630,14-38 0,15-15-90,-3 1 90,10-1-90,-21 38 0,-1 7 0,-5 23-2158,6-3 2248,2-8 0,9-11 0,-1-22 0</inkml:trace>
  <inkml:trace contextRef="#ctx0" brushRef="#br0" timeOffset="233103">14417 3817 9242,'-18'-29'3058,"4"12"-2878,-7-4 360,-13 22-630,4 17-180,-8 3-540,21 5 1,6 2-181,10 3 810,0 5-449,28-31 359,5-22 360,2-7 0,-17-1 0,0-8 0,-3 0 59,-1-3 1,-2-2 0,0 0-30,0 3 0,-1 0 0,1 2 15,2-10 0,-3 19 135,-11 68-225,-1 1 0,-1 3-135,0-3 0,-1-1 0,1 1 0,2-4-270,9 4-899,8-24 0,2-1 719,4 5 540,19-5 0,-13-22 0,6-1 0</inkml:trace>
  <inkml:trace contextRef="#ctx0" brushRef="#br0" timeOffset="233986">14922 3846 9062,'1'-23'2968,"-6"1"-2338,-11 13-180,-14 7-361,3 8-89,-1 5-449,-1 21-181,18-9 0,-2 14 181,18-18-451,25-9 720,0-20 180,5-2 0,-11-12 0,-12 10 0,2-3 0,2-1-180,14-15 90,0-6-1549,-4 0 1,-1-1 1580,-8 12 1,-1 1-7,1-5 0,0 1 199,-4 3 0,-2 5-45,-4 3 270,8-17-90,-31 73-180,9-17-54,-3 7 0,-3 13 0,-2 5 0,0 1 0,2-7-36,1-1 0,1-4 0,-1 5-76,0 1 0,-2 6 0,0 4 0,0 0 1,2-1-1,1-5 8,1 3 1,3-4-1,0-1 1,1 2-217,1 7 1,1 2 0,1-1 0,2-5 283,1-7 0,1-2 0,3-5 1337,5 8 1,4-16-1338,17-51 122,-19-5 0,-2-4-77,2 4 0,-2-2 90,-7-14 0,-5 2 135,-10 2-90,2 3 562,11-9-742,10 21-315,16-11 0,4 0 715,0 6-1030,1 2 1,0 2 629,-2 5 0,-1 1 0,0 1 0</inkml:trace>
  <inkml:trace contextRef="#ctx0" brushRef="#br0" timeOffset="234671">15576 3844 10681,'-11'-13'809,"-1"4"-539,-12 8-270,9 2 90,-8 4 0,-4 17-270,4 12 0,-3 4-45,21-9 1,4-1 134,4-8-90,29 8 90,-3-35 45,-3-1 0,0-5 45,-4-13 0,-1-8 0,-2 3 0,0 5 0,-2-3 0,-1-7 0,0-9 0,-1 1 0,-4 8 0,1-9-825,0-5 0,-2 5 915,-7 27 0,-22 61-90,9 0 0,1 6 0,1-12 0,0 1 0,1-1-30,1-2 0,1-1 0,5-2-285,12 4 0,6-7-135,6-7-899,5-3 0,2-3 1349,-1-9 0,19-6 0,-21-5 0</inkml:trace>
  <inkml:trace contextRef="#ctx0" brushRef="#br0" timeOffset="236536">15941 3921 9691,'13'-1'3276,"-7"-3"-3493,28-10 37,-23 1-90,-5-16 90,-21 16 90,-6 4 90,-15 32 0,21-6 0,5 17 0,6 1 0,12-6-135,7 1 0,5-3-225,16-16 180,-9-8 1,1-7-1460,4-17 1,-3-7 1265,-5 3 1,-2-2 31,2-5 1,-1-4 370,-7 1 0,-2-4 0,-2 5 105,-2 5 0,-1 1 90,7-20 0,-7 9-46,-15 30-89,-6 26 0,-4 15 0,-3 13 0,1 0-90,3-8 0,1 0 0,-1 2 0,0 0 0,-1 3 0,0 1 0,1-1 0,2-3 0,1 0 0,1 0 0,2-2-90,2 2 0,2-1 0,0-1 1572,-5 13 1,6-4-1753,14-3 0,4-9 1199,-3-21-1379,28-2 270,-23-44 180,4-12 45,-16 11 0,-3-1 45,-5-13-90,-3 6 180,-4 5-90,5 19 0,-4-16 0,6 21-90,3-4 90,5 5 0,19-9-90,-3 7 0,7-2 0,3-1 90,8-11-45,-15 12 0,-2-1 45,4-14 0,-13 7-1,-5 1-178,1 4 89,5 4 0,-5 9-90,37-3 90,-28 5 0,15-1 0,1 0 90,-9 1-90,16-2 0,-21 4 0,-1 3 0,-7 2 0,1 8 0,-6-2 0,-1 8-90,-3-3 0,0-2 0,0-1 90,-1-20 0,-1 7-90,-9-22 90,-2 13-90,-9-8 90,-10 7-90,-8 11 90,0 6-90,-1 18 0,20 13-90,9-1 90,6-1-180,11-9 0,3-2 1,10 5 134,-2-5 0,0-1 135,6-6-90,6-4 0,12-14 90,-13 2 45,7-9 0,2-6-1684,-16 1 1,-1-2 1625,7-3 1,-1-1 12,5-12 90,-13-11 0,-14 22 0,-7-22 0,-18 28-90,-4 3 44,-6 23 1,1 5-45,3 3 45,-6 16 0,6 7 0,18-13 0,5 1-45,-4 8 0,4 2-30,11-7 0,5 1 0,-1-4-60,9 11-62,-3-9 1,4-5-2367,21-11 2518,-19-9 0,3-3 0,1-2 0,3-7 0</inkml:trace>
  <inkml:trace contextRef="#ctx0" brushRef="#br0" timeOffset="238171">12691 4385 8612,'8'-4'2159,"1"-1"-1260,2 6-719,-3-1 360,8 20-180,-11 21-810,0-13 0,-1 0-135,-3-2 1,0-1-2693,3 11 3174,-1-25 0,0-7 1,-1-3-1</inkml:trace>
  <inkml:trace contextRef="#ctx0" brushRef="#br0" timeOffset="238671">12686 4304 9152,'-16'-17'1259,"-4"0"-719,-2 23-270,0 2-46,1 16 1,4 6-135,-1 13-45,7-15 0,3 3 45,12 10 0,7-1 0,11 4-90,-3-14 0,5 3 0,3-5 0,12-6 0,2-7 0,0 3 0,4-5 0,-4-10 0,4-3 0,-5-2 0,-9-2 0,-2-2 0,5-3 0,2-2 0,-7-5 0,-11-7 0,-7-4-45,3-1 0,-6-3 75,-16-5 0,-9-4 0,-1 5-30,1 5 0,-5 3-120,-11-4 0,-8-1 0,2 7-330,1 13 1,-1 7 449,-3 2 0,-3 4 0,4 1 0,6 2 0,1 2 0,-4 6 0,0-1 0</inkml:trace>
  <inkml:trace contextRef="#ctx0" brushRef="#br0" timeOffset="239753">12875 5187 9242,'6'-10'809,"8"-2"-539,2 9-90,3-2-90,11 12-90,-17-2 90,2 23 0,-29 16-90,2-3-45,-3-11 0,-1-2 45,-5 1 0,3 0 90,12-13-180,21-5-360,21-10-90,4-2-449,-11-2 0,-2-1 269,1-1 720,2-2 0,-14 0 0,0-1 0</inkml:trace>
  <inkml:trace contextRef="#ctx0" brushRef="#br0" timeOffset="240286">12911 5052 8522,'-9'-13'180,"1"2"809,-18 2-629,1 11 0,-4 7-150,-1 8 0,-2 7 0,3 1-165,-7 3 0,5 7-15,8 7 0,4 8 0,13-1-120,16-9 0,12-1 0,5-2 0,-1-9 0,4-2 0,3-1 0,0-3-535,0-1 1,2-2 0,0-3 0,2-4 601,1-5 1,3-4-1,-1-4 1,-3-6 22,7-11 0,-4-9 0,-4-1 0,1-6 0,-7-5-30,-8 3 0,-3-5 0,-10 2 30,-12-6 0,-12 3 0,-7 3 0,-9 5-1015,-3 15 0,-6 6 1,0 2 774,4 4 0,-1 4 0,-1 2 240,0 5 0,-3 3 0,1 1 0,4 1 0,-8 4 0,3 3 0,-2 4 0,0 0 0</inkml:trace>
  <inkml:trace contextRef="#ctx0" brushRef="#br0" timeOffset="240986">12960 6057 11311,'24'-9'809,"22"-2"-719,-28 9-90,21-1 90,-35 12-90,-17 4 0,-11 7 0,-9 1 0,12-4 0,14 0 90,33 8-180,-10-11 0,10 3 0,0 0-180,-10 1 180,5 5 0,-49 6 90,9-18-585,-11 1 1,-1-2 584,6-7 0,-7 0 0,16-5 0</inkml:trace>
  <inkml:trace contextRef="#ctx0" brushRef="#br0" timeOffset="241487">13018 5956 9691,'-18'-12'1440,"-15"3"-721,-14 17-494,12 9 0,0 3-180,8-6 0,2 5 45,1 15 0,2 9 0,8-2-135,12-4 0,6 1 15,-1 5 0,3 4 0,7-5-60,12-8 0,8-4 0,1-4 60,-7-3 0,2-4 0,5-2-6,1-7 0,6-2 0,2-1 0,-1-3 0,-5-2-951,1-1 1,-3-3 0,3-3 986,9-2 0,6-2 0,-2-4 0,-9-7 90,-7-11 0,-8-8 0,-11-4 14,-13 3 1,-10-4-1,-4 0 1,0 1-75,-1-6 0,-2 2 0,-10 3-102,-5 13 0,-8 0 0,-5 4 0,0 3 0,4 5-318,-3 5 0,1 6 1,-1 3-431,4 1 1,-3 2 0,2 2 0,3 0 705,-10 3 1,5 3-1,-2 3 1,4 2-1,-9 5 1</inkml:trace>
  <inkml:trace contextRef="#ctx0" brushRef="#br0" timeOffset="242486">11703 6026 9871,'-1'-14'2429,"-1"1"-2159,-1 21 180,-2 29-361,1-12 1,1 6 0,-1 11 0,1 10 0,0 2 0,0-7-1562,0 2 1,0 2 1501,1-10 0,-1 7 0,0 5 0,0 0 0,0-2 0,0-6-8,0-3 1,0-4-1,-1-2 1,1 3-1,0 9 1,-1 1-1,0 0 1,1 0-1,-2-2 1,0 1-1,1-3 1,0-7 308,0-4 0,1-3-302,0 7 1,0 2 0,0-7 150,3-7-180,2 11 180,15-27-180,-7-9 0,31-5 0,-9 2 0,0 2 0,6 1-23,-2 2 1,6 1 0,0 1-1,-3-1 636,-5 0 0,-3-1 0,7 2-678,0-1 1,7 2 0,5 0 0,2 1 0,-1 0 0,-3-1 0,-8-1-1029,10 2 1,-8 0 0,5-1 1057,-2 0 0,5 1 1,1 0-1,-3-1 0,-9 0-10,2 0 1,-10-1 133,-13-3-268,-26-4-541,-10-2 720,-1-5 0,13 6 0,-1-2 0</inkml:trace>
  <inkml:trace contextRef="#ctx0" brushRef="#br0" timeOffset="243185">13123 7437 10771,'8'-13'1799,"-4"5"-720,2-5-1079,-8 17-180,-20 27 0,4-1-90,-1 3 1,-1 0-181,-3 7 0,4-8 270,29-26 90,7-13 0,14-9-269,5 10 89,-16 5-90,12 1-90,-9-4 450,-9 2 90,12-18 0,-20 12 810,11-17-810,-14 28 359,-13 23-359,3-2 0,-12 21-45,14-19 0,0-2-135,1 1-720,1 5 1,4-4 809,5-18 0,3 2 0,1-17 0</inkml:trace>
  <inkml:trace contextRef="#ctx0" brushRef="#br0" timeOffset="243702">13140 7151 1500,'-10'-13'809,"-5"1"2172,0 5-2396,-15 12 0,-5 8-405,11-2 0,0 7-1,-3 5 1,-3 8 0,0 2 0,5-1-60,4 0 0,4 1 0,1 2-75,-1 1 0,-1 3 0,3 2 0,6 0 0,5 1 0,4 2 0,5 0 0,3-3-90,6-5 0,3-2 0,3-1 0,1 0-133,0 0 1,1 1-1,2-2 1,4-6 132,4-6 0,3-5 0,2-4 0,0-5-68,1-8 1,1-5-1,-1-4 1,-1 0 376,2 0 0,-2-1 0,0-7-372,-7-3 0,2-6 0,-2-3 0,-2 0 0,-6 2 78,-3 0 0,-5 1 0,-3-6 496,-1-1 0,-1-5 0,-2-3 0,-4 1 0,-4 3-406,-10-10 0,-7 4 0,-2 0-38,6 9 1,1-1-1,-3 2 1,-5 2-59,-8 2 0,-6 1 0,-2 2 0,-1 4 0,4 3-174,1 2 0,1 5 0,-4 2 210,-2 1 0,-5 0 0,-2 2 0,2 2 0,7 2 0,-7 5 0,4 4 0,4 0 0,0 0 0,0 0 0</inkml:trace>
  <inkml:trace contextRef="#ctx0" brushRef="#br0" timeOffset="247536">4453 1822 6993,'8'-7'1979,"0"1"-1889,-7 11 270,-3 12-270,-2-1 179,-3 25-718,2 5-91,0-7 540,2 7 0,1-34 0,0 0 0</inkml:trace>
  <inkml:trace contextRef="#ctx0" brushRef="#br0" timeOffset="248053">4231 1495 7623,'-11'-13'90,"-16"6"89,6 11-44,-4 6 0,-1 7-15,4 7 0,2 6 0,1 4-30,4-1 0,1 4 0,2 0 0,-1-1-60,-4 5 0,1-1 0,5 4 24,10-4 0,3 5 0,4 1 0,2-3 0,1-6-54,8 5 0,6-2-90,-4-5 0,3 5 0,3-2 0,2-8 149,10-6 1,3-7 0,2-5-60,4-2 0,1-5 0,0-3 0,-2-1 0,1-3 0,-2-9 0,-5-8 0,1-7 0,-2-3 0,-6-2 0,-6-2 0,-5-3 0,-1-2 0,-1 3 0,1-1 0,-4-2 0,-8 0-23,-11-5 1,-9-2 0,-6 1 0,-4 6-68,-9 1 0,-7 7 0,-1-1 22,7 5 1,-1-2-1,0 4 1,-1 5-594,-7 5 1,0 7 0,-1 6 660,-5 6 0,-2 6 0,6 1 0,8-3 0,1 2 0,-4 2 0,0 0 0,0 1 0</inkml:trace>
  <inkml:trace contextRef="#ctx0" brushRef="#br0" timeOffset="249069">13428 2719 6813,'2'-8'1709,"0"0"-1709,-8 20 180,2-1-90,-7 22 0,7 0-720,7 17-539,1-17 1169,5 1 0,-6-24 0,0-4 0</inkml:trace>
  <inkml:trace contextRef="#ctx0" brushRef="#br0" timeOffset="249602">13319 2493 7443,'-19'-18'449,"0"6"-179,-6 3 45,-4 19 0,-2 9-180,11 0 0,0 5 15,-1 4 0,0 4 0,5 3-61,11 4 1,7 3 0,3-1-60,-1-4 0,3 0 0,5 1 15,6-1 0,6 2 0,2-2 0,0-4-15,2-4 0,1-3 0,4-2-850,3-1 1,4-1 0,1-3 0,-3-3 524,-4-4 0,-2-4 1,3-4-176,13-6 0,2-6 1,-5-4 469,-7-4 0,-5-7-351,-7-4 1,1-7 0,-2-2-1,-5 4 306,-1-1 0,-5-1-133,0-2 1,-1-3 0,-8-1 117,-13-6 0,-11 0 0,-7 4 37,1 15 1,-5 4-1,-3 1 1,0-1-23,-2-8 0,-1-1 0,-2 1 0,-2 7-90,-2 9 0,-1 4 0,-2 5 0,2 5 135,1 8 0,0 6 0,1 3 0,3-1 0,2 0 0,3 0 0,-2 2 0,-5 7 0,-1 0 0,0 0 0</inkml:trace>
  <inkml:trace contextRef="#ctx0" brushRef="#br0" timeOffset="252601">13119 4571 7083,'13'-2'899,"0"1"-629,-6-1 180,12 0-360,-9 1 0,17-1 0,-11 2 0,12-1 0,10 0 0,0 0-501,5 0 0,8 0 451,-17 0 0,9 1 0,5 0 0,3-1 0,3 1 0,0 0 0,-2-1 0,-4 1 0,-6 0-563,2 0 1,-5-1 0,-2 1-1,3 0 1,6 0 522,-6 0 0,5 1 0,5-1 0,3 1 0,1-1 0,0 1 0,0-1 0,-2 1 0,-3 0 0,-4 0 0,-6-1 0,11 1 0,-9 0 0,0 0 0,9 1-8,-12-1 1,6 1-1,3 0 1,4 0-1,2 0 1,1 0-1,1 1 1,-1-1-1,-2 0 1,-3 1-1,-4-1 1,-4-1 7,11 2 0,-8-1 0,-1 0 0,1 0 0,7 0 0,-11 0 0,4 0 0,2 0 0,3 1 0,1-1 0,1 0 0,0 1 0,-1-1 0,-1 1 0,-2-1 0,-3 0-13,8 0 0,-3 1 0,-2 0 0,0-1 1,-1 0-1,0 1 0,2-1 103,2 0 0,0 0 0,1 0 0,-1 0 0,0 0 0,-1 0 0,-1 0-60,1 0 0,-1 0 0,0 0 0,-1 0 0,-3-1 0,-1 0 59,6 0 1,0 0 0,-7-1 0,-12-2 0,-10-4-180,-2-1-989,-4 5 1079,-6 1 0,-1 1 0,-4 0 0</inkml:trace>
  <inkml:trace contextRef="#ctx0" brushRef="#br0" timeOffset="253204">17461 4410 8432,'1'-21'3276,"0"4"-3134,2 15 128,-1 10-180,1 21 45,-5 0 0,-2 1-135,-2 13 45,0 3 0,-1 3-45,2-4 0,0-2-1426,1 1 0,0-1 1381,0-4 0,2-1-495,2-2 1,2-4-2738,6 4 2457,0 11 1,0-33 0,-5-13 0</inkml:trace>
  <inkml:trace contextRef="#ctx0" brushRef="#br0" timeOffset="254558">17537 4254 8252,'21'-4'90,"-8"1"360,24 0-180,-12 2 0,13-2 0,10-1-158,-12 2 0,3 0 1,2 0-1,0 0-489,-2-1 0,0 1 0,3 0 0,6 0 404,-10 1 0,4-1 0,3 1 0,3 0 0,2 0 0,1 0 0,1 0 0,0 0 0,-1 1 0,-1 0-221,-4 0 1,0 0 0,0 0 0,0 1 0,1-1 0,0 1 0,0 0 0,0 0 0,1-1 0,0 1 0,2 0 193,-4 0 0,2-1 0,0 1 0,1 0 0,1-1 0,0 1 0,-1 0 0,1-1 0,-1 1 0,0 0 0,-1 0 0,-1 0 0,-1 0 9,5 0 0,0 0 0,-1 1 0,0-1 0,-1 1 0,-1-1 0,0 1 0,-2-1 0,1 1 0,-2-1 58,3 1 1,1 0-1,0 0 1,-1-1-1,-2 1 1,-3-1-1,-4 1 1,-4-1-450,8 0 0,-7 0 0,3 0 494,5-1 1,4 1-1,-3 0 1,-13-1-23,-7-1 90,3 1 0,-2 0-90,-7-1 879,19 2-969,-18-1 90,4 1 2504,-7 1-2504,-3 0 2203,5 5-2293,-5 2 0,1 0 90,-5 11-90,-6-3 0,-1 16 0,-6 5 0,-1 5 45,2-2 0,-1 1-45,0 0 0,-1 4 0,1 0 22,2-8 1,0 0 0,0 1-1,1-2-22,0 3 0,0-2 0,0 0 0,0 0 0,0 0 0,1-3-45,0 2 0,0-4 45,0 1 0,-1 0 0,1-16-90,-19-11 0,-4-5 90,-25-2-1639,14-3 1,-3-1 1570,4 1 0,-2 0 0,-4-1 68,0 0 0,-6-1 0,-2 0 0,1 0 0,4 0-130,-6 0 0,2 1 0,-1-1 107,-2 0 1,-3-1-1,1 0 1,3 1-621,4 0 0,3 0 0,-3 1 643,6-1 0,-2 1 0,-2 0 0,-1 0 0,-1 0 0,0 0 0,-2 0 0,0 0 0,-2 0 0,0 0 0,1 1 0,3-1 0,0 1 0,0 0 0,-1 0 0,0 0 0,0 0 0,0 0 0,-4 0 0,0 1 0,-2 0 0,1 0 0,2 0 0,1 0 0,4 0 0,-5 0 0,4 1 0,1-1 0,-4 1 0,-3 0 0,-6 0 0,1 1 0,4-1 0,9 1 0,4 0 0,1 1-23,-2-1 1,-6 0-1,0 0 1,8 0 22,6 1 0,-1-1-45,-3 0 0,-6 0 0,-1-1 0,5 0-135,-7-2 0,1 0 90,3 1 0,-2 0 0,4-1 0,7 0 0,4-1-359,-10-1-451,1 4 180,0-1-179,0 2 899,6 2 0,5-2 0,-2 1 0</inkml:trace>
  <inkml:trace contextRef="#ctx0" brushRef="#br0" timeOffset="256676">18986 2792 9062,'28'-10'540,"-6"3"-361,22 0-179,-20 6 0,15 3 0,-25 2 0,-3 10-90,-20-3 180,-11 8-180,-8 2 90,5-3 0,0 13-89,24-5-1,-2-1 90,18-5-90,-3-6 0,4 9 90,-12 5 0,-1-7-180,-24 1 180,2-12 0,-2-1 0,3-2 0</inkml:trace>
  <inkml:trace contextRef="#ctx0" brushRef="#br0" timeOffset="257224">19040 2676 7892,'-32'-7'270,"2"4"0,1 2-90,6 3 45,-20 7 0,-1 3-135,12 4 60,2 7 0,-4 9 0,7-3-61,4 10-29,7-6 0,0 6 0,6-5 30,8 6-30,6-8 0,4 5 0,0-5 30,9 10-90,-3-7 0,7 0 90,19-7 0,3-7-90,-21-10 0,2 0 30,11 2 0,7 0 0,-4-4-143,-2-8 1,2-6 157,-2-2 0,6-4 0,0-1 0,-5 0-1616,8 0 1,-1-6 1570,-4-6 0,5-7 0,-3-2 0,-10 4 0,-12 4 0,-7-3 0,-2-6 0,-3-11 0,0-2 0,-3 1 0,-3 8 0,-3 1 0,-8 0-36,-5 2 0,-5-8 0,-5-2 0,-2 6 0,0 11-234,-19 7 1,-5 10-24,12 0 1,-5 0 0,0 2-1,3 7 293,1 8 0,3 6 0,2 2 0,-8 4 0,5 2 0,12 0 0,1 0 0</inkml:trace>
  <inkml:trace contextRef="#ctx0" brushRef="#br0" timeOffset="258518">19754 2993 8522,'-1'-10'630,"0"3"89,2-5-179,0 3 180,2-5-451,0 6-179,-8 23-90,-2 0-180,-5 14 1,0 2 89,1-5-90,2 2 0,4-2 90,8-14-180,18 11 90,-2-20 0,18-1 0,6-15 90,-11 3 90,8-9-89,-23 11 89,-1 1 0,-5 7-90,3 14-90,12 6 180,0 1 0,8-7 90,4-26-90,-16 3 45,-5-12 0,-3-6-45,-10-7 0,3-12-90,-10 9 0,1 22 0,4-2 0,4 10 0,7 0 0,6-2 270,16-20-90,-15 3 0,0-1-45,-2 3 0,-1-1 89,1-7 1,-4 2-45,-5 7 270,5-13 90,-9 23-360,1 3 90,-9 26 0,-6 29-180,0-4 90,-1 3 0,1 0 0,2-7-46,-4 12 1,2-2-45,3-20 90,-2 8 0,3-4-90,12-22 0,10-7-90,9-23-45,3-5 1,1 0 44,1 4 45,-6 7 0,0 4 45,-10 14 0,4 15 0,-14 7-45,-2 2 0,-1 1-45,0 11-45,-1-12 0,2-3-45,2-8-899,8 0-91,-5-11 1170,9 0 0,-3-6 0,3-1 0</inkml:trace>
  <inkml:trace contextRef="#ctx0" brushRef="#br0" timeOffset="259308">20732 3055 9512,'-7'-10'2248,"4"1"-2158,14 3-180,5-9-180,1 1 91,-3-5-3098,-20-2 1852,1 12 2105,-31 22-680,23-2-45,-6 13 0,2 2 45,10-8 0,3 7 0,3 0 0,7-3-45,11 0 0,2-3 45,2-5-45,10-6 0,0-4 3321,-10-6-3398,9-8 0,0-4 32,-11 0 45,1-3 0,-2-3-135,-4-20 90,-9 15 1,-1 0-1,2-17 0,-9 7-180,-1 27 270,6 1 0,6 4-90,9-1 90,9 0 180,-4 8 0,-10 9 0,-17 21-46,-2-10 1,-2 2-135,-5 19-405,12-11 1,2-2-46,4-8-539,8 9 449,-3-30 540,0-3 0,6 0 0,2-2 0</inkml:trace>
  <inkml:trace contextRef="#ctx0" brushRef="#br0" timeOffset="259751">21356 3087 9871,'-1'-9'1080,"15"-7"-1080,-5 10-180,32-18-270,-22 4 270,7-6-180,-40-7 270,-32 42 180,2 2-45,18 11 0,7 6 90,20 7 0,12-1-315,10-9 0,5-3-270,-3 2 1,2-5 449,10-12 0,-1-7 0,-1-10 0,6-5 0</inkml:trace>
  <inkml:trace contextRef="#ctx0" brushRef="#br0" timeOffset="260035">21897 3066 9781,'15'0'2159,"-6"19"-2069,-4 2-90,-4 24-540,-1-16-179,1 4 719,2-2 0,-2-19 0,1-1 0</inkml:trace>
  <inkml:trace contextRef="#ctx0" brushRef="#br0" timeOffset="260251">21946 2777 9691,'0'-16'-675,"2"15"1,-1-1-1,2 12 1</inkml:trace>
  <inkml:trace contextRef="#ctx0" brushRef="#br0" timeOffset="260701">22319 3018 9332,'1'-18'2608,"-3"10"-2338,-23 7-720,0 25-539,11 15 539,10 6 315,11-21 0,3 0-45,8 15 180,-6-9 180,-18 11-270,-19-16 0,3 0 90,-14-11 0,29-11 0,-5-1 0</inkml:trace>
  <inkml:trace contextRef="#ctx0" brushRef="#br0" timeOffset="261034">22881 2789 8792,'-2'-17'1349,"1"5"-629,0 0-450,-2 24-90,-3 8-46,1 3 1,-1 3-90,-2 3 0,1 1 45,-2 3 0,2 5-240,2 5 0,2 6 0,0-7 15,0-10 1,2-1-46,-1 24 0,6-10-720,5-31 900,4-6 0,2-3 0,3-6 0</inkml:trace>
  <inkml:trace contextRef="#ctx0" brushRef="#br0" timeOffset="261218">22830 3038 9512,'9'-15'629,"9"-2"-539,-1 10-270,16-5-629,-2 1-11,11-4 1,-12 2 0,3-2 0</inkml:trace>
  <inkml:trace contextRef="#ctx0" brushRef="#br0" timeOffset="261721">23201 2756 8702,'-3'-26'3276,"-5"42"-2845,-3 18 0,-2 10-341,0-3 0,-1 3 0,0 2-113,2-8 1,0 2-1,-1-2 1,2-2-1071,-2 0 1,1-3 0,1-3 731,-4 9 0,4-9 181,7-19 940,21-26-1165,2-3 1,2-4 405,4-3 1,2 2-182,-1 4 0,-2 5 180,1 7 0,-17 51 0,-7-1 45,1-13 0,1-1 2201,3 8-2246,7-13-90,1-19-1439,23-8 1529,0-11 0,-14 4 0,0 0 0,15-15 0</inkml:trace>
  <inkml:trace contextRef="#ctx0" brushRef="#br0" timeOffset="262156">23447 3166 9422,'4'3'2248,"-3"-2"-2338,27-2 0,-17-1-539,25-16 89,-24-2 180,4-15 180,-28 1 270,-11 20 0,-8 14 135,13 22 0,3 9 135,4 17-180,7-13 0,8 0-270,18-9 0,5-4-360,2 3 450,7-16 0,-1-8 0,-14-12 0,17-7 0</inkml:trace>
  <inkml:trace contextRef="#ctx0" brushRef="#br0" timeOffset="262940">22642 3943 9602,'-1'-11'899,"-1"2"-269,-13-1 179,-16 4-719,6 2 180,-12 16 0,0 7-180,7 4-225,-3 6 0,3 4-225,12 7 90,5-2-90,18-9 271,3-20-91,16-6-90,19-26 240,-20-2 0,1-7 0,-2 2 30,4 1 0,-1-1 30,-5-10 0,0-5 0,-7 6 60,-4-4-45,-4 10 0,0 2 45,-3 8 0,-9 30-90,2 8 45,-6 24 0,1 5-45,4-8-45,-2 12 0,1 1-315,6 1 270,-1-24 0,2 1-1170,6 0 1,2-3 90,2-8 1169,9 9 0,1-19 0,2-1 0</inkml:trace>
  <inkml:trace contextRef="#ctx0" brushRef="#br0" timeOffset="265158">22800 4044 9691,'11'0'2249,"24"-15"-2609,-4 3 135,-7-2 1,-4-2-136,-10-8 0,-15-4 360,-1 12-45,-17 23 0,-2 12 45,14 11 0,4 5 0,-7 5 0,4 1 0,8-2 0,12-6-150,22-20 0,13-9 0,-4-5-75,-6-5 1,1-9 26,0-5 0,6-7 0,3-4 0,-2-1 0,-9 1 288,-3-4 0,-6-1 0,0-1-247,0 3 1,2-3 0,-2 3 0,-7 4 201,-5-1 0,-10 13 282,-12 27-237,-10 18 29,1 4 1,-4 8 0,0 4 82,1-3 1,0 3-1,-2 2 1,2 1-760,2-5 0,-1 2 0,1 1 0,0-1 1,1-1 600,-3 5 1,1 0 0,1-2 0,3-3-15,3 1 0,2-3 0,4-5 60,2-8 0,6-4 0,21 4 70,4-48 1,2-12-161,-7 18 0,-1-4 0,3-17 0,-2-10 0,-6 4-1045,-10 10 1,-3 1 1089,4-4 0,-1 1 1134,-10-1 0,-2 6-1179,1 11 90,-8-20-90,8 20-90,4 0 90,30-10 0,-5 13 0,3 2 0,2 1 0,11-1 0,-6 3 0,10-8 0,-28 12 45,6-9 0,0-1 45,-5 2 0,13-13 3186,-9 9-3160,-5 6-116,0 1 90,6-1-90,1 0 0,3-1 0,-4 2-90,-9 5 0,-2 1 0,-2 1 0,-1 1 0,-8-4 0,-6-2 90,-1-1 0,-9-1-89,1 6 89,-3-1-90,-12 10 90,15-1 0,-13 21-90,16 0 90,2 6 0,2 2 0,1 1 0,4-2 0,3 1 0,13 7 0,-4-8 0,26 2 0,16-31 0,-8 0 0,-12-7 0,-2-1 0,-9-2 0,0-3 0,2-9-90,1-4 90,-6 5 0,1 0-90,13-16 90,-7 9 0,-6 7-90,-9 10 90,3 1 0,2 8 0,4 9 0,-4 1 0,-4 5 90,-5-3-90,1-16 0,-9-5 0,-5-5 0,-15 2 0,1 23 0,0 10 0,3 6 0,3 4 0,-1 1 0,3 2 0,9 1 0,8-2 0,15-10 0,7-6 0,9-9 0,4-7 0,0 1 0,1-7-120,3-18 0,1-11 0,-5 1 75,-7 2 0,-3-2-1048,1-6 1,0-4 0,-5 5 1079,-12 13 1,-3 1-395,5-10 0,-3 4 497,-6 13-90,-6 11 45,-12 38 0,-6 22-672,8-21 1,0 0 0,0 1 626,-3 7 0,1 1 0,3-1 476,4-5 1,3-1-1,2-6-836,3 8 360,26-3 0,-8-39 0,13-4 0</inkml:trace>
  <inkml:trace contextRef="#ctx0" brushRef="#br0" timeOffset="265387">24117 3991 10861,'11'-5'539,"26"0"-1168,1 1-1010,7 2 1,3-2 1566,-19 2 1,-1-1-1,15-2 1,-1 0-1,-17 1 1,0 0-1</inkml:trace>
  <inkml:trace contextRef="#ctx0" brushRef="#br0" timeOffset="265551">24715 4098 10861,'-24'20'1979,"5"-1"-1979,19-10 0,-2-3 0,6-2 0</inkml:trace>
  <inkml:trace contextRef="#ctx0" brushRef="#br0" timeOffset="267001">13771 5444 0,'39'1'0,"-4"-1"0,7-1 0,1 1 0,-6 0 0,2 1 0,0-1 0,3 0 0,-1 1 0,0-1 0,3 0 0,2 1 0,2 0 56,-4 1 1,2 0 0,2 1-1,2 0 1,1 0 0,-1 0-1,0 1 1,-1-1-35,-3 1 1,-1-1-1,0 1 1,0 0-1,0 0 1,1 0-1,0 0 1,0 1-23,-1-1 0,0 0 0,1 0 0,0 0 0,1 1 0,-1-1 0,1 0 0,0 1 0,0-1 9,-1 1 0,1-1 0,1 1 0,0 0 0,1 0 0,-2-1 0,-1 1 0,-1-1 0,-3 0 0,-3 0 9,11 1 0,-6-1 0,-2 0 0,1 0 0,3-1 20,-3 1 1,3 0-1,1-1 1,0 1-1,-1-1 1,-4 0-1,-6 0 82,7-1 0,-6 0 0,-2-1 544,13 1 1,-6 0-485,3-2-360,-19 0-270,-4 1-90,-10-1 1958,2 2-1418,-6 0 0,-2-1 0,-1-1 0</inkml:trace>
  <inkml:trace contextRef="#ctx0" brushRef="#br0" timeOffset="267425">16679 5587 8072,'9'2'1979,"22"12"-1889,-4-3 0,1 0-90,-2 1 0,1 0 45,4 0 0,-4-1 45,-5-3-90,2 0-90,-18-6 90,-14 1 0,-6 5-90,-27 13-180,5 0-225,11-6 1,1 1-675,0 1 1169,-1 3 0,14-10 0,-1 3 0</inkml:trace>
  <inkml:trace contextRef="#ctx0" brushRef="#br0" timeOffset="268638">17137 4590 8612,'-1'6'1799,"14"3"-1619,8 0 0,20 6-135,-17-6 0,0-1 45,18 7-90,-1 1-90,-17-8 90,-11-3-90,-1 0 0,-28 4 90,8-3 0,-28 12 0,-2 4 0,5-3-135,9-4 0,-1 0-764,-13 10 359,6-3 540,11-6 0,2 1 0,2 1 0,-5 9 0</inkml:trace>
  <inkml:trace contextRef="#ctx0" brushRef="#br0" timeOffset="269368">17648 5579 8342,'-5'-10'270,"2"3"540,-1-6-541,2 7 91,-2-5 0,-9 37-270,6-10-30,1 21 0,1 16 0,0-3-60,3-2 0,2 0-68,-1-9 1,1 5-1,-1-1 1,1-5-293,0 11 0,2-6-989,2-10 0,1-5 1349,1 0 0,4-12 0,-5-15 0</inkml:trace>
  <inkml:trace contextRef="#ctx0" brushRef="#br0" timeOffset="270305">17550 5534 8162,'3'-9'810,"21"-1"-270,25 9-361,-18 1 1,5 0 0,6 2-649,-4 1 1,4 1 0,5 0 0,2 1 0,3 1 0,1-1 0,0 1 506,-10-2 0,1 0 0,1 1 0,1-1 1,0 1-1,2-1 0,1 1 0,1 0 1,1 1-1,0-1 0,2 1-107,-11-2 1,2 1 0,0 0 0,2 0 0,0 0 0,1 1 0,1-1 0,1 1 0,-1-1 0,1 1 0,0 0 0,0 0 0,-1-1 0,1 1 0,-1 0 0,-1-1 0,0 1 0,-2-1 74,6 1 0,-1 1 0,1-1 0,-1 0 0,0 0 0,0 1 0,0-1 0,-1 0 0,0 0 0,-1 0 0,0 1 0,0-1 0,-1-1 0,-1 1 0,0 0 1,3 0 0,0 0 1,1 1-1,-2-1 1,1-1-1,-2 1 1,0 0-1,-2 0 1,-1 0-1,-1-1 1,-2 1-1,-2-1 53,15 3 0,0 0 0,-3 0 0,-4 0 0,-9-2 0,-10-1 300,-1-1 761,9 2-1031,-32-5-90,-10 13 0,-6 18 0,2-8 0,-2 4 0,0 5 0,-3 6 0,0 2 0,2-4 0,-2 8 0,-1 2-145,2-3 0,-3 7 0,0-1 0,4-10 100,4-10 0,2-4 980,-5 15 1,2-4-1026,4-7 0,2-8 0,-2 10 0,4-22 90,-8 5-90,-16-14 0,-12-6 45,-3 1 0,-7-1 0,-5 0 0,-1-1 32,13 2 0,-1 0 0,-2 0 0,-1 0 1,-1-1-1,0 1 0,0 0 13,-2-1 0,1 0 0,0 1 0,-1-1 0,-2 0 0,-2 1 0,-3-1 6,14 1 1,-3 1 0,-1-1 0,-2 1 0,-1-1 0,-1 0 0,0 1 0,0-1 0,0 1 0,2-1 0,0 1 0,2-1 0,3 1-231,-6-1 1,2 1 0,1-1-1,2 1 1,0-1 0,0 1-1,0-1 1,-2 1 0,0-1 223,-2 0 0,-2 0 0,-2 0 0,0 0 0,0 0 0,1 0 0,1 0 0,2 1 0,2-1 0,4 0-205,-12 0 0,5 0 0,2 0 0,3 0 0,0-1 115,-4-1 0,1 0 0,4 0 0,6 1 0,3 0 0,1 1 0,-7-2 0,-3 0 1,7 1-541,-3-1 180,7 1 270,3 1-1207,12-3 1387,12 2 0,-1-4 0,7 2 0</inkml:trace>
  <inkml:trace contextRef="#ctx0" brushRef="#br0" timeOffset="271540">18111 4604 8432,'5'2'630,"-1"-1"-450,2 27-180,-4-13 90,-1 30 0,-2-26-180,-1 22 0,1-24-180,0 12 90,6-26 90,2-6-180,12-41-90,1 2 91,5 4 179,-1 24 0,-9 19 90,0 8 0,1-9 0,-4-2 0,20-13 180,1-7-1,4 0-89,-5 3 90,-15 29-180,-12-2 180,1 30-450,4-8-89,1 1-991,10-9 1350,-8-20 0,8-8 0,-6-1 0</inkml:trace>
  <inkml:trace contextRef="#ctx0" brushRef="#br0" timeOffset="271954">18717 4701 8072,'-4'-11'2429,"-11"13"-2339,-3-1 180,-11 30-180,21-18-90,-4 26-90,13-27-90,13 18 0,2-23 180,7 4 0,0-24-90,-13 3 90,-3-19 0,-9 18-360,-12-14-719,-3 21-360,2-4 1439,2 15 0,12-1 0,2 2 0</inkml:trace>
  <inkml:trace contextRef="#ctx0" brushRef="#br0" timeOffset="272971">19069 4789 8612,'-15'-15'1439,"-13"-3"-1169,8 16-90,-9-2-180,5 10 90,5 4-90,3 3-180,2 10-180,11 3 270,1-5-269,22-4 89,4-27 180,1 4 0,-2-20 0,-3-5 90,-5 5-30,-2-4 0,3-7 0,-4 2-15,-3 8 0,-1 1 45,3-10 0,-2 5 0,-2 11 90,-10 38 0,-3 13 0,2 8 0,8 9 0,3 1-45,-4-7 0,2-3-45,5 0 0,6-7 0,6-19 0,3-7-45,0-6 0,1-2 0,-1 4 0,1-3 0,10-16 0,-6-6 45,-8-7-45,-4 8 0,-4 0 225,-17-8-180,-4 20 90,-28 17-90,19 5 0,-2 7 0,1 3 90,8 17-90,2 2 0,13-2 0,12-15-90,13-11-45,-6-13 0,2-7-555,5-11 0,0-7 600,-2-4 0,-3-7-54,-7-4 0,-3-4 0,-3 3 144,-2 6 0,-3 0 0,-2-2 0,-2-4 0,-1 11 270,-3 9-180,-4 2 269,-3 46-269,-1 0 0,1 1 0,-2 21 0,3-7 0,1 1 290,3-14 0,1-1-380,0 7 0,1-1-135,3-5 0,2-3-225,8 3 31,1-5-1290,11-11 1619,-12-8 0,15-3 0,-10-5 0</inkml:trace>
  <inkml:trace contextRef="#ctx0" brushRef="#br0" timeOffset="273439">20068 4747 9422,'-9'-10'1259,"4"0"-1079,15 0-360,12-15-90,6-9 90,-1-3-45,-14 11 0,-4 5 225,-8 15 90,1 10-90,-7 16 0,-2 9-90,1 14 0,1 2-360,2-11 1,2 0-451,-1 3 1,2-4 899,3-8 0,0-16 0,-2-4 0</inkml:trace>
  <inkml:trace contextRef="#ctx0" brushRef="#br0" timeOffset="273657">19994 4976 9871,'21'4'990,"-5"0"-810,16-7-720,11-2-90,-9 2 630,-5 0 0,-2-1 0,-6 0 0,10-2 0</inkml:trace>
  <inkml:trace contextRef="#ctx0" brushRef="#br0" timeOffset="274435">19625 6068 9781,'3'-12'900,"11"-1"-810,-2 10 180,24-4-90,-2 5-91,-5 1 1,1 2 0,5 2-90,-3 6 0,-34 5-269,-29 25 179,4-5-45,-3 2 0,7 2 135,22-13 0,4 0 0,1 24 0,22-32 0,5-6 0,7-5 0,7-1-990,4-2 91,-23-2 899,23 1 0,-37-2 0,5 0 0</inkml:trace>
  <inkml:trace contextRef="#ctx0" brushRef="#br0" timeOffset="275321">13772 6395 8432,'28'6'629,"8"3"1,1 0-360,8 2-550,-13-4 0,8 3 0,7 2 1,4 0-1,0 1 0,-3-2 395,-6-1 1,-1-1 0,2 0 0,-1 0-1,2 1 1,0-1 0,1 1-256,-5-1 0,1 1 0,0-1 0,1 1 0,0 0 0,2 0 1,1 0-1,1 1 0,3 0 187,-8-1 1,4 0 0,1 0 0,2 1 0,2 1 0,0-1 0,1 1 0,0-1 0,0 1 0,-1-1 0,-2 0 0,-1 0 0,-2-1 0,-3-1 0,-4 0-224,11 2 1,-5-1 0,-3-1 0,-2 0-1,1 0 1,3 0 0,4 2 188,-7-2 1,3 1 0,3 0 0,1 1 0,2 0 0,1 0 0,0 1-1,-1-1 1,0 0 0,-2-1 0,-3 0 0,-2 0 0,-4-2-83,11 2 1,-4 0 0,-3-2-1,-2 0 1,1 1 0,1-1 98,5 2 0,1-1 0,0 1 0,0-1 0,-1 0 0,-1 0 6,0 0 0,-1 0 0,-2 0 0,0-1 0,-3 0 54,14 2 0,-3-1 0,-10-3-1,-2 0 146,-7-7-3512,-22-2 3184,-11-5 1,-5 3 0,-10-4 0</inkml:trace>
  <inkml:trace contextRef="#ctx0" brushRef="#br0" timeOffset="275724">17267 7043 9781,'-4'-11'990,"-1"-1"89,3 6-719,16 18-180,3 9-180,14 15 90,-9-7-225,-4-7 0,0-1 45,-3-3-90,5 4 0,-1-2 90,-9-11-90,6 7 1,-38 2 179,11-6-630,-23 14 0,-2 2-1169,9-3 1799,0-2 0,2 0 0,10-5 0,3-2 0</inkml:trace>
  <inkml:trace contextRef="#ctx0" brushRef="#br0" timeOffset="276087">17644 7187 1050,'-1'-19'1619,"0"5"1657,-2-6-2491,1 30 713,0-3-1408,-1 22 0,0 15 0,0-2-90,1 0 0,0 0 166,-2 6 1,1 4 0,1-3-797,1-11 1,1-3-1,1-3 630,0-2 0,2-2 0,5 15 0,1-37 0</inkml:trace>
  <inkml:trace contextRef="#ctx0" brushRef="#br0" timeOffset="276858">17693 7063 8612,'22'-2'60,"15"3"0,13 1 0,0 0-30,-9 0 0,-1 0 0,6 1-499,-8-1 1,5 0 0,3 1 0,1 0 0,0 0 0,-2 0 0,-4 0-83,6 0 0,-4 1 0,0-1 0,7 1 581,-9 0 0,3 0 0,5 0 0,1 1 0,1-1 0,0 1 0,-1 0 0,-3-1 0,-4 1-6,9 0 0,-5 0 1,-2 0-1,3 0 1,7 2 34,-15-3 1,4 1 0,3 0 0,3 1 0,1 0 0,1 0 0,0 0 0,-1 0 0,-1 0 0,-3 0 0,-3-1 0,-5 0 12,16 1 0,-7 1 0,-2-2 0,0 1 0,4 1-116,-3-1 0,6 1 0,1 0 0,0 0 1,-3 0-1,-7-1 0,-9-1 89,1 1 0,-5-1-61,8 1 1,-4-1 195,-14-2 791,11 3 0,1 2-881,-9 0-45,1 1 0,-2-1 1020,-4 2-1065,9 10 90,-16-5 1313,-1 16 0,-3 10-1373,-8 2 0,-4 7 0,-1-2-30,3-6 0,1-1 0,-3 3 0,-2 3 0,-1 5 0,-2-1 0,1-4 0,-1-7 0,-1-2 0,2-2 1021,-2 8 1,0-1-977,-3 0 0,-1-9-135,-1-21 0,-10 6 90,4-18-180,-10-6 0,-3-3 90,6 2 0,-1 1 45,-10-4 0,-2 1-90,-2-1 0,1 2-351,14 2 0,-1 0 396,-2-1 0,-4 0 0,-5-1-54,-3 1 0,-6-2 0,-4 1 0,2 0 1,4 0-253,6 1 1,4 0-1,-2 1 1,-7-2 354,7 3 0,-5-2 0,-6 1 0,-2-1 0,-3 0 0,-1 0 1,0 0-1,3 0 0,2 1 0,5 0 0,5 1 23,-4-1 0,7 2 0,3 0 0,-4-1 0,-6 1-12,5 0 0,-5 1 0,-5-1 0,-3 0 0,-2 0 0,-1 0 0,0 0 0,1 0 0,4 1 0,3-1 0,5 1 0,7 1 0,-19-1 0,12 0 0,-7 2-439,9-1 1,-8 1 0,-3 0 0,0 0 0,3 0 0,7 0 0,11 0-209,-17 1 523,4 0 0,2-1 0,17-1 0,-10-3 1</inkml:trace>
  <inkml:trace contextRef="#ctx0" brushRef="#br0" timeOffset="277454">18789 7583 8522,'26'-11'629,"0"0"1,13-3-585,-6 7 0,0 4 45,9 5-180,-3 1 0,-27 8 0,-13-4-269,-29 18 179,18-10 90,-6 13-180,43 11 225,-10-15 0,1 0 45,2-4 0,-5 2 180,-14 11 0,-11-3 0,-11-9-150,-5-4 0,-8 2 0,3-3-255,5-5 0,-1-2 225,-4 2 0,-3 1 0,4-2 0,-16 4 0,24-6 0,-1-1 0</inkml:trace>
  <inkml:trace contextRef="#ctx0" brushRef="#br0" timeOffset="278384">13514 7620 8612,'22'17'629,"0"0"1,18 6 0,8 1-1137,-9-5 1,4 1 0,5 2 0,3 0 584,-11-5 1,4 1 0,3 0 0,1 1-1,0 1 1,0-2 0,-2 0 0,-3-1-329,-1 0 0,-4-1 0,-2-1 1,2 0-1,4 1 0,6 2 278,-13-6 0,4 2 0,4 1 0,2 1 0,2 1 1,2-1-1,2 2 0,0-1 0,0 0 0,0 0 0,-1 0 1,-1-1-1,-1 0 0,-3-1 0,-3-1 0,-3-2-199,9 4 1,-5-3 0,-2-1 0,-2 0 0,0 0 0,2 0 0,2 0 0,4 3 176,-7-4 0,3 2 0,2 1 0,2 0 0,2 1 0,1 0 0,0 0 0,1 0 0,-1 0 0,-1-1 0,-1 0 0,-2 0 0,-2-1 0,-4-2 0,-2 0-116,13 3 1,-6-1 0,-3-2 0,-1 0 0,2 1 0,5 0 118,-7-1 0,3 1 0,2 0 0,2 0 0,0 1 0,0-1 0,-1 0 0,-2 0 0,-3-1 0,-3-1 58,7 3 1,-5-2 0,-2 0-1,0 1 1,4-1-68,3 2 0,4 0 0,2 1 0,-2 0 0,-4-2 0,-6-1-204,3 2 0,-5-1 0,-10-3 114,-3-1 1209,7 3-1119,-19-8 0,2 3 0,-10-5 0</inkml:trace>
  <inkml:trace contextRef="#ctx0" brushRef="#br0" timeOffset="278818">17278 8757 10051,'-5'-9'720,"11"9"-450,11 24-270,5 1 0,2 2-45,-5-2 0,0 0 0,4 3 0,0-2 45,2 1 180,-17-9-90,-8-5 0,-24-1 0,4-4-90,-3 0 0,-2 1-630,-18 9 161,6-2 1,0 0 0,13-5 0,1-1 0,-3 2 0,1 0 0</inkml:trace>
  <inkml:trace contextRef="#ctx0" brushRef="#br0" timeOffset="279718">17502 8713 8522,'7'-7'810,"-1"1"-720,1 3 179,-2 1 1,4 0 0,1 4 360,4 13-360,-4 8-91,-7 6 1,-2 7 0,-1 1-90,-1-2 0,-1-1 0,0 4-893,-1 7 0,1 4 0,-1 0 0,0-3 833,0-2 0,1-3 0,0 2-549,0-4 0,0 3 0,0-2 1,1-7 428,0-3 0,1-3 90,0 14 0,0-6 0,1-24 0,1 7 0</inkml:trace>
  <inkml:trace contextRef="#ctx0" brushRef="#br0" timeOffset="280551">17553 8582 8972,'25'-7'389,"0"0"1,1 1 0,3 2-233,8 2 1,6 2-1,4 1 1,0 1-657,-4-1 0,0 2 1,1-1-1,2 1 1,3 1 549,-4-1 0,2 0 1,1 1-1,2 0 1,1 0-1,0 1 0,0-1-191,-8 0 0,0 0 0,0 1 0,1-1 0,0 1 0,1-1 0,0 1 0,1 0 1,0 0 165,2 0 1,0 0 0,1 0 0,1 1 0,0-1 0,0 1 0,0-1 0,-1 0 0,0 0 0,0 0-168,0 0 1,1 0 0,-1 0 0,0 0-1,-1 0 1,1 0 0,-2-1 0,1 1-1,0-1 141,2 1 0,0 0 0,0 0 0,-1-1 0,0 1 0,0-1 0,-1 0 0,-1 0 64,2 0 0,1-1 1,0 0-1,-2 0 0,-2-1 1,-2 1-1,-5-1-271,12 0 1,-6 0-1,1 1 357,7-1 0,1 1 0,-12 0 844,-4 2-904,-17 15-90,-6-2-90,-10 28 45,-8-7 0,-3 4 45,1 0 0,-3 5 145,0-7 0,-1 8 0,-2 2 0,1-1 0,1-7-145,1-4 0,1-5 0,-1 6 0,-1 5 0,-1 9 0,1 1 0,1-4 0,2-10 0,2-8 0,3-1-148,0 4 1,0 6-1,1 0 1,0-9 147,2 10 45,1 4 0,1-4-45,-5-27 0,0 11 376,-4-24-466,-5-4 2268,-4-3-2628,-33-13 315,17 9 0,-7-2 0,-3-1 1,0 1 66,-5-1 1,-1 0-1,-1 0 1,-4-1 268,12 3 1,-1 1 0,-2-1 0,-1 0 0,-2 0 0,-1 0 0,-2 0-219,7 2 1,-2 0 0,-2 0-1,0 0 1,-2 0 0,0 0 0,-1 0-1,0 0 1,0 0 0,1 0 0,0 1-212,-1-1 0,1 1 0,-2 0 0,1-1 0,0 1 0,0 0 0,-1 0 0,1 0 0,0 0 0,1 1 0,0-1 201,-3-1 0,0 1 0,0 0 0,0-1 0,1 1 0,0 0 0,0 0 0,2 0 0,0 1 0,0-1-305,-4 1 0,-1-1 0,-1 1 1,2 0-1,2 0 0,3 0 1,5 1-1,6 1 242,-17-2 0,7 1-403,7 1 1,-1 0-1,5 0 493,-13-5 0,20 4 0,2 0 0,-3-5 0</inkml:trace>
  <inkml:trace contextRef="#ctx0" brushRef="#br0" timeOffset="281354">19336 9177 8612,'15'-35'3058,"-3"9"-2428,-8 8-360,-13 26-270,3-2 0,-11 14 0,-5 3-180,-4 0 0,-1-1-135,-1 3 0,0 0 45,-1-4 1,10-4 89,20-8 90,6-9-180,41-3 270,-32 3-180,31 5 90,-27-3-270,17 0 270,-8-3-3187,2-3 2983,-12-2 383,11-15-89,-9 5 180,3 7-90,-16 24 45,-10 18 0,-5 4-45,1 6-45,1-5 0,2-3 3231,5-14-4239,8 7-1376,-3-17 2339,8-4 0,-5-12 0,2-4 0</inkml:trace>
  <inkml:trace contextRef="#ctx0" brushRef="#br0" timeOffset="281804">19357 8915 8972,'-40'6'305,"1"1"1,-1-1 0,1 11 0,1 3 0,0 3-246,-2-2 0,1 2 0,4 8 83,10 4 1,3 7 0,3 4 0,1-2 0,4-7-99,-3 7 0,6 1 0,6 0 0,2 9 0,5-2 0,7-11 45,15-5 0,12-9-23,-2-5 1,9-1-1,3-3 1,2-6-299,-9-8 0,2-4 0,2-2 0,0-3 0,1-1 0,-1-1 171,2-2 0,1-2 0,0-2 0,0-1 0,-2-1 0,-1-2 45,-2 2 0,1-1 0,-2-1 0,-2-2 0,-3-3 0,-5-4-39,0-12 0,-2-7 0,-6-3 0,-9 1 0,-13 4-45,-17 6 1,-14 3-1,-8 1 1,-3 1-1,2-1-448,7 3 1,0-2 0,-2 2 0,0 0 0,-2 2 0,-1 3 474,-1 4 0,-3 1 0,-1 2 1,1 3-1,0 1 0,2 3 1,-9 1-1,1 4 0,3 2 1,9 1-1,-11-1 0</inkml:trace>
  <inkml:trace contextRef="#ctx0" brushRef="#br0" timeOffset="282718">18951 7403 8522,'-18'-6'630,"-18"-2"-360,-2 4-31,5 5 1,-6 3 0,4 0-195,9-1 0,0 4 90,-11 8 0,-7 8 0,1 2 0,9-2-90,11-4 0,2 4-865,-5 10 1,-4 10 0,2 1 0,8-7-193,9-8 0,6 1 787,2 13 1,3 10 0,2 0 0,2-10 224,1-11 0,7-2 208,10 1 1,8 5-1,6 0 1,1-4-1,-4-8-208,-1-10 0,-2-6 0,5-1-290,5 2 1,8 0 0,2 0 0,-3-3 0,-6-3 289,9-5 0,-1-8-72,-11-2 0,5-5 0,1-3 0,-3 1 1,-7 1 762,2-1 1,-2-5-764,-3-6 0,5-9 0,0-4 0,-3 1 0,-10 6 27,-6-5 0,-8-1 22,1-2 1,0-6-1,-3 0 1,-6 8 22,-5 6 0,-9 3-366,-9 1 0,-9-3 0,-3 2 1,4 7 365,2 4 0,-5 4-23,2 5 1,-9 0 0,-4-1 0,-1 2 0,2 2 0,6 3-788,-2 6 1,4 3 0,-3 0 719,-2-2 0,-3-1 0,1 1 0,5 2 0,-2 6 0,7 1 0,0 1 1</inkml:trace>
  <inkml:trace contextRef="#ctx0" brushRef="#br0" timeOffset="283751">20051 5993 8342,'-12'-12'720,"0"-2"539,-13-8-899,-1 3-225,4 6 0,-4 1 0,-9 5 0,-3 4-90,5 2 0,-4 4-23,3 7 0,-6 4 1,0 3-1,6 0-22,-5 4 0,4 5-1093,-3 6 1,-1 6 0,10-4 560,16-8 0,7 1-58,10 12 1,8 6-1,1-6 545,-3-13 0,4-2-40,10 8 0,8 5 0,5-1 1,0-7 24,8-10 0,2-7 0,2 0 15,-4 2 0,3 0 0,-1-2 0,-1-3 45,-5-4 0,-2-1 0,0-4 0,-3-7 0,3-7 0,-1-7 0,-4-4 0,-9-5 22,-12-3 1,-9-5-1,-3-3 1,0 1-46,5-2 1,0 0-1,-3-1 1,-7 1-23,-9-5 0,-7 0 0,-6 2 0,-6 7-720,-6 9 1,-8 6-1,-1 3 1,4 2 742,5 1 0,2 2 0,-3 3 0,-5 5 0,-4 3 0,0 3 0,6 1 1,-6 4-1,1 1 0</inkml:trace>
  <inkml:trace contextRef="#ctx0" brushRef="#br0" timeOffset="304218">19129 6492 7533,'-3'-8'90,"-4"4"0,1 3 0</inkml:trace>
  <inkml:trace contextRef="#ctx0" brushRef="#br0" timeOffset="304636">19009 8110 7623,'-2'-12'1079,"1"3"-719,-2-3-900,1 6 540,-2-1 0,2 4 0,1 2 0</inkml:trace>
  <inkml:trace contextRef="#ctx0" brushRef="#br0" timeOffset="304985">19402 9994 8342,'-17'-10'292,"-3"5"1,10 0-1,0 4 1</inkml:trace>
  <inkml:trace contextRef="#ctx0" brushRef="#br0" timeOffset="305769">23858 10361 8252,'7'-23'1709,"-4"0"-1439,-7 12 90,-19 9-225,0 12 0,-4 8-1228,-2 4 1,-3 5 0,0 0 887,2-1 0,1-1 0,-2 7 222,5-1 0,-4 4 0,0 4 0,2 2 0,4-1 0,9 0-40,8 8 1,10 1 0,4-1-1,-3 1 0,-7-1 1,-5 2 0,6-2-1,11-8 23,16-7 0,11-4 0,4-7 0,-4-9 30,-1-10 0,-1-10 0,-3-6-83,0-8 1,-3-7 0,-10-1 97,-17-2 0,-8-1 0,-2-9 0,-11 5-75,-12 16 0,-10 7 0,1 3-1208,-9 5 0,1 4 698,12 1 0,0 1 1,4 3 746,1 2 0,6 3-207,3 8 0,16-4 0,3 5 0</inkml:trace>
  <inkml:trace contextRef="#ctx0" brushRef="#br0" timeOffset="306284">23917 10233 9152,'-32'-17'269,"0"0"1,0 0 0,-2 2 0,-1 0 0,1 5 0,-10 3 0,-1 7-151,6 4 1,-3 4 0,0 4-350,6 2 1,-1 5 0,1 1 0,1 0 259,-4 0 0,3 0 0,-1 8 15,8 1 0,-2 5 0,1 4 0,1 2 0,2 0 0,5-2-45,2 7 0,5 0 0,2 1 0,-2 2-15,0-9 0,-2 0 0,0 2 0,1 0 0,3 0 0,5 1-30,5 2 0,3 1 0,3 2 0,3-2 0,4-3 0,2-3-23,9 2 1,7-5-1,1-3 1,-2 2 67,-6 3 0,-3 1 0,3-3 0,9-10 0,5-13 0,10-7 0,5-5 0,-1-3 0,-2-3 0,-9 0 0,-2-3 0,-6-2 0,3-3 18,5 1 0,6 0 0,1-3 0,-1-1 0,-5-3-838,-2-6 1,-4-3 0,-1-2 0,-2 0 812,-3 3 1,-2 0-1,0-2 1,1-3 51,-2 1 0,3-4 0,-1-2 0,0-1 0,-2 0 0,-3 1 102,-2-3 0,-2 0 0,-2 0 0,-4-2 1,-4-3-46,-4 3 1,-3-4 0,-3-2 0,-2 0 0,-3 0-1,-2 3 1,-2 2-381,-5 3 0,-2 2 1,-4 1-1,-1 2 1,-2 0-1,-1 1 290,1 0 1,0-2 0,-1 0 0,-2 2 0,-3 3 0,-2 4 0,-4 6-333,0 7 0,-5 4 0,-3 4 1,-2 4-1,-1 2 0,0 2 0,2 1 1,1 1-1,5 1 257,-4 2 1,3 3 0,2 2 0,0 2 0,0 0 0,-3 1 0,-1-1 0,-4 1 0,-1 0 0,1 1 0,2 2 0,3 1-1,6 2 1,5 13 0,-1 0 0,0 0 0,1 1 0</inkml:trace>
  <inkml:trace contextRef="#ctx0" brushRef="#br0" timeOffset="315538">17051 3855 5824,'-2'-11'180,"1"2"197,0 2 610,0 1 153,2 0-627,0 16-239,-3 10 3,1 13 1,2 5-126,-1-7 1,1 2 4,1 8 0,2 4 0,0 1-47,0-1 1,0-1-1,0 0-97,0-7 0,1-1 0,-2 4 62,-1-2 1,0 4 0,-1 3 0,-1-1 0,-1 0-448,-1-4 0,-1-2 0,-1 2 0,0 0 0,0 4 404,0-1 0,0 3 1,0 1-1,-1 2 0,1 1 1,-1 1-1,1-1-19,-1-4 1,0 0 0,0 2 0,0 1 0,0-1 0,0 0 0,0-1 0,0-1-1,0-4-19,0 7 0,-1-4 0,1-2 1,0 0-1,0 2 0,0 4 13,1-6 1,0 3 0,0 3-1,0 0 1,0 1 0,0-2-1,1-1 1,-1-3 0,1-4-11,0 4 1,0-5 0,0-1 0,0 0-1,0 4 2,-1-1 0,1 3 1,-1 2-1,0 1 0,0 0 1,0 0-1,0-2-13,0 2 0,0 0 1,0-1-1,-1 1 1,1 1-1,-1 2 37,1-3 0,-1 3 1,1 0-1,-1 2 0,1 0 1,-1-1-1,1-2 0,-1-2-380,1 1 1,0-3-1,0-1 1,0 1-1,0 1 1,1 5 372,0-10 0,1 3 1,-1 3-1,1 0 0,-1 2 1,1 1-1,0-1 1,0 0-1,0-2 0,0-1 1,0-3-5,0 10 1,1-4 0,-1 0 0,1-2 0,0 0 0,-1 2 0,1 0-13,0-5 0,-1 1 0,1 1 0,0 1 0,-1-1 0,1 0 0,0-1 0,-1-2 0,1 0-310,-1 8 1,0 0-1,0-1 1,0-2-1,-1-2 1,0-3 309,-1 6 0,0-3 0,-1-2 0,1-1 0,-2 4 0,0-2 0,1-2 344,0-5 1,0-2 0,1 2-345,-1 0 0,-1 4 0,1-2 0,1-4 0,-1 1 0,1 0-30,0 1 0,-2 3 1,2-4 29,1-9 0,1-2 0,-1 6 0,0-1-90,-1 14 45,3-18 0,-1 1-193,-1 0 1,0 0 237,-1 17 852,-1-15 1,1 0-1033,-1 2 45,1-7 0,1 0 45,0 7 0,2 0 90,3-18 3157,11 5-3157,11-13 0,3-3 0,11 7 0,-7-9 0,8-1 0,3-2 0,-2 1-855,8 1 0,0 1 1,2 0 854,-5-1 0,0 0 0,3 0 0,4 0 0,-8 1 0,6 1 0,2 0 0,1-1 0,-1 1 0,-2 0 0,-4 0-426,-3-1 0,-3 0 1,-2 0-1,3 0 1,4 0 445,-2 0 0,5 0 0,4 0 0,2-1 0,0 1 0,-1 0 0,-2-1 0,-4 0 0,-5 1 2,7-1 1,-7 0-1,0 0 1,7 1-91,-8-1 1,4 1-1,5-1 1,1 1-1,1 0 1,0 0-1,-1 1 1,-4 0-1,-4 0 86,6 2 0,-5 1 0,-1 1 0,1 0 0,4 0-7,-4-1 0,2 0 0,3 0 1,1 0-1,1 1 0,-1 0 1,-2 1-1,-2 0 4,4 1 0,-1 2 0,-2 0 0,0 0 0,-1 1 0,0-1 15,-2-1 0,-1 0 0,0 0 0,0 0 0,0 0 0,-1 0-12,8 2 0,0 1 0,-1-1 0,-1 0 0,-1-1-339,1 0 0,-2-1 1,-2 0-1,-1-1 351,4 2 0,-2-1 0,-1-1-30,2 0 0,0-1 0,-3-1 653,7 0 0,0-2-653,-13-3 0,4 0 0,0-1 0,-4 0 0,9 0 0,-4-2 628,-7-2 1,1-1-1,-7 0-628,8-4-179,3-1-181,2 4 270,-12 5 1247,4 2-1337,-10 3 3456,-1 1-3160,-2-2 64,1 0 180,-10-4-180,-3-2-90,-8-9 0,-4 4 0,-7-29-1,9 10 1,2-2-90,-1-8 0,1-7-239,2 3 1,1-8-1,2-3 1,-1 0-1,0 4 239,0 6 0,0 4 0,0-1 0,1-7 20,-2 8 0,1-4 0,0-3 0,1-3 0,0-1 0,-1 0 0,0-1 0,0 2 0,-1 3 2,0-2 1,-1 1-1,0 0 1,0 1-1,0 0 1,-1 0-1,1 1 1,0 0-11,1-2 1,0 2 0,0 1 0,0-1 0,-1 0 0,1-2 0,-1-3-161,-2 5 1,1-3 0,-1-2-1,0-2 1,-1 0 0,1 1 0,-1 0-1,1 2 1,-1 2 0,1 3 162,0-6 0,0 5 0,0 1 0,0 1 0,1-1 0,-1-4-4,0 4 0,0-3 0,1-1 1,-1-1-1,0 0 0,1 1 0,0 0 1,1 2 13,-1-1 1,2 1 0,-1-1-1,1 2 1,0 1 0,0 2 0,0 2-4,1-8 0,1 4 1,0 0-1,0-4 29,-1 8 1,1-5-1,0-2 1,0 0-1,0 2 1,0 2-1,-1 6-51,0-8 0,0 7 0,0-7 38,0 4 1,0-6-1,1-5 1,0 0 0,0 0-1,-1 5 1,-1 6-9,0-5 0,0 7 0,0-6-15,0 3 0,0-5 0,1-3 0,-1-2 0,1 2 0,-1 2 21,1-1 0,-1 2 0,0 0 0,0 2 0,0 0-36,0-2 0,0 1 0,-1 2 0,1-1 0,0 1 0,0 0 0,0 1 0,0-1 22,0 2 1,1 0-1,0 1 1,-1 1 7,1-3 0,0 2 0,0-4-520,-1 6 0,1-5 0,0-1 0,-1 2 1,1 5 489,-1 1 0,-1 4 0,1 0 0,1-18 0,0 0 4,-2 14 1,1-1-1,0 0-49,1-10 0,0-1 45,-1 7 0,1-1 0,-1 1-573,0-6 0,0 5 573,-2 17 0,0-1 393,-1-16 1,-1 2-394,0 9 0,-2 4 0,1 2 2233,0-2-2233,-2 6 106,-1-2-106,0 5 0,-8-15 0,6 16 3276,-3-11-3160,-6-4-116,5 10-45,-1-2 0,-1-3 45,-6-14-45,7 12 0,1 1 45,-4-8-45,7 8 0,0 2-45,1 2 0,-1-9 90,3 16 0,3 7-90,-2 1 90,0 3-89,-16-2-1,-5 4 90,-17 1 0,-11-1-30,6 1 0,-4 0 0,-1 1-206,12-1 0,0 1 1,-3 0-1,-5-1 224,7 1 1,-6 0 0,-3 0 0,-2 0 0,0 0-1,2 0 1,3 0 0,6 1-759,-6-2 0,8 2 0,-2-1 0,-6 0 770,5 1 0,-6 0 0,-3 0 0,-3-1 0,-1 1 0,1 1 0,0-1 0,3 0 0,5 1 0,-4 1 0,4-1 0,2 1 0,0 1 0,1-1 0,-2-1-86,0 1 0,0-1 1,0 0-1,-1 0 1,-1 1-1,-2 0 74,2 0 1,-4 1 0,-2 0 0,-1 0 0,2 1-1,2-1 1,3 0 0,6 0 11,-12 0 0,7 0 0,-6 1-13,11-1 0,-5 0 0,-3 1 0,-2 0 1,1 0-1,3 0 0,4 0-10,-4-1 1,4 1-1,2 0 1,-1 0 22,0 0 0,1 0 0,-1 0 0,-1 0-36,1-1 0,-3 0 0,-1 0 0,3 0 0,5 0 36,2 0 0,4 0 0,-3-1-23,-8 1 1,-4-1 0,1 0-1,7 1-22,6-1 0,3 0 0,-17 0 0,-1 0 0,4-1 0,1 0 45,10 0 0,-1 0-30,-4 1 0,-4-2 0,6 2-60,-14 0 60,15 0 0,-5-1 1,1 1-723,-11 1 1,2 0 751,9-1 0,1 0 931,1 1 0,1-2-1066,3 0 0,3 0 45,-1-1-450,-11 0 1,0 0 675,13 0 1,-8 0 0,25 0-1</inkml:trace>
  <inkml:trace contextRef="#ctx0" brushRef="#br0" timeOffset="316937">18974 11490 7263,'2'-21'1529,"-1"2"-809,0 3-1,2 4-359,1 27-90,-4 24-225,-1-11 0,0 3 0,-3 7 0,-2 1 0,-4 10 0,-1 0-45,4-16 0,-1 0 0,-4 14 0,0-3 0,-1-3 0,2-10-3277,3-28 3162,7-9 20,0-13 95,12-16 0,3-4 0,-2 0 0,1 8 0,5-7 0,0-1 0,-3 8 0,8-13-746,-2 10 1,3-3-1,-4 8 746,-2 7-45,3 4 0,-1 6 45,-9 13 2147,9 15-2237,-16 8 0,-1 2 95,4-7-5,2-18 3276,24-19-3308,-11 3 0,0-1 32,-1 0 0,1 3-45,5 6 0,-2 6 45,-8 15 0,-8 15 0,-5 7 0,-7 2 0,-3 1 0,0 0 0,2 0-450,2 5 1,4-4-1,3-15-370,20 7 1,-4-32 0,12-2 0</inkml:trace>
  <inkml:trace contextRef="#ctx0" brushRef="#br0" timeOffset="317336">19717 11679 8882,'4'-13'2429,"-8"-2"-1980,-5 1 451,-40 10-720,18 11-90,-6 10 0,3 8-180,16 2 0,5 2 45,-3-5 0,4 0-90,12 10 0,8-5 45,18-19 90,8 4-1639,-14-29 1,-2-7 1433,-3-1 205,1-19-90,-31-3 90,7 27-810,-28-15 451,23 34-91,-13 6 450,15 14 0,7-3 0,-1 12 0</inkml:trace>
  <inkml:trace contextRef="#ctx0" brushRef="#br0" timeOffset="317903">20071 11805 9691,'-20'-25'989,"-2"4"1,-1 0-810,1 2 180,-10 1 0,-2 5-180,4 15-90,-2 8 0,2 8-180,7 15 0,5 7-225,5 2 0,4 0 225,2-2 0,9-5-135,13-10 0,6-12-1414,16-33 1,3-13 1401,-13 17 0,0-5 177,-5-5 0,3-7 0,1-6 0,0-2 0,-3 3 0,-3 5-520,-2-3 0,-4 5 1,3-5 597,1-3 0,3-6 0,1-2 0,-2 3 0,-5 8-140,-1-2 0,-5 6 122,-1-10 60,-18 62 1,-9 25 0,1-2-61,1-2 0,1 5 18,3-9 0,-2 5 0,0 4 0,3-2 0,3-3 11,4 5 1,4-3 0,1 0 714,-2 0 0,1-1 0,8-2-1734,15-2 1,9-3 0,0-7 989,-2-11 0,2-5 0,1-2 0,3-2 0,-4-4 0,-3-9 0,1-1 0</inkml:trace>
  <inkml:trace contextRef="#ctx0" brushRef="#br0" timeOffset="318519">20640 11884 9781,'-16'-3'2879,"-1"0"-2250,11 0-179,12-6-180,8-1-180,16-9-315,-9-4 0,-2-3 45,3-8 45,-9 3 0,-8 1 46,-21 12-1,-22 17 120,15 22 0,-1 11 0,2-2-30,0-6 0,3 4 29,1 14 1,2 8 0,12-7-30,14-16 0,6-2 0,-3 9 0,7-6-1093,16-22 1,10-13 0,-4-4 900,-2-5 0,0-8 84,-7 2 0,6-5 0,0-4 0,-1 0 0,-5 0 45,-5 1 0,-5-1 0,-1 0 0,1-3 63,2-1 0,3-5 0,-2 1 0,-4 3 0,-10 10 270,-11-3-180,-5 20-68,-10 27 1,-7 25-1,-2 9 1,5-6 7,6-4 0,3-1 0,1 1-30,0-3 0,1 2 0,1-1 0,4-2-240,6 3 0,4-3 0,1-4 15,-1 0 1,3-5-1036,8-3 1,3-8 1259,11-15 0,12-3 0,-20-3 0,0 0 0</inkml:trace>
  <inkml:trace contextRef="#ctx0" brushRef="#br0" timeOffset="318704">21762 12054 11940,'-19'-20'2879,"2"4"-2160,11 9-3597,1 4 359,-7 2 2519,-8-2 0,-10 4 0,-11-7 0</inkml:trace>
  <inkml:trace contextRef="#ctx0" brushRef="#br0" timeOffset="320053">13342 8850 7982,'9'-3'3276,"-2"-1"-2954,-22 14-322,7-5-90,-15 14 0,-2 2 90,8-5-180,-5 6 1,4 1 89,19-8-90,16 13 0,18-11 45,-10-6 0,1 2 0,-1 1 0,-2 2 45,6 10 45,-23 0 0,-7 2-45,-14 1 45,-8-3 0,-5-1-1594,3-12 1,-1-3-455,-17 8 1525,5-12 1,28-13 0,-1-2 0</inkml:trace>
  <inkml:trace contextRef="#ctx0" brushRef="#br1" timeOffset="320285">13284 8953 9806,'-1'-14'473,"18"-5"-189,-4 8-130,16-2-226,-5 6 1,1 1 84,19-5 0,-15 3 0,0 0 1,10-5-1</inkml:trace>
  <inkml:trace contextRef="#ctx0" brushRef="#br0" timeOffset="320770">13407 8577 8162,'-24'-8'90,"0"1"0,-3 0 0,-3 6-1183,-5 11 1,-4 8 0,3-1 350,2-2 0,1 2 697,-1 3 1,-2 4-1,4 2 165,9 0 0,4 4 0,2-1 427,-4 9 0,1 4-502,6-8 0,-1 4 0,2 2 0,3-2 15,3 6 0,5-1 0,6 2-24,5-8 0,5 2 0,4 1 0,0-1 0,-2-5-36,-1 2 0,0-3 0,8-2-12,7-4 1,7 0-1,5-1 1,0-5-1,-3-7 12,4-7 0,-2-9 0,4-2 18,-7 4 0,2-1 0,3-1 0,-1-3 0,-1-3 0,1-7 0,1-4 0,-2-3 0,-1 0 0,-3 2-18,6-2 0,-5 2 0,0-7 0,-9 2 0,2-4 0,-2-3 0,-4 0 0,-5 1 30,-6-3 0,-7 0 0,-2-3-53,1 0 1,-2-2-1,-2-2 1,-4 1 22,-4 2 0,-3-1 0,-4 1 0,-8 4-90,-8 2 0,-10 3 0,-4 3 0,0 1 0,5 2 647,-2-6 0,2 4 0,-8 7-557,10 11 0,-7 3 0,-4 3 0,-3 2 0,1 1 0,1 2 0,4 1 0,7-1 0,-11 7 0,7 2 0,-4 2 0,3-2 0,0 0 0,0 1 0,0-1 0,0 0 0,0 0 0</inkml:trace>
  <inkml:trace contextRef="#ctx0" brushRef="#br0" timeOffset="322236">13322 10663 7533,'14'-11'1529,"-4"3"-450,-1-3-359,-5 4-450,-26 28-90,0 6-151,4-1 1,-4 4 0,2 1-75,1 6 1,3 2-1,-3 7 0,8 0-90,16 0 0,14-8 0,11-19 0,6-10-1504,5-3 1,1-7 1580,-4-10 1,-6-9 57,-10-17 0,-10-1-90,-13 4-225,-8 6 0,-4 3-674,-8 13 989,-9 3 0,11 11 0,-1 1 0</inkml:trace>
  <inkml:trace contextRef="#ctx0" brushRef="#br0" timeOffset="322702">13445 10433 8522,'-41'-27'540,"9"15"0,-6 8-241,-2 14 1,-2 11 0,0 6-143,6 2 1,1 7-1,1 2 1,1-2-978,0-4 1,0-1 0,3 2 0,4 4 489,7 0 0,2 5 0,3 1 1,6 0-1,5-4 210,13 9 0,10-3 0,-2-2 528,-8-8 0,-1-1 0,8-3-498,12-2 0,11-3 0,1-4 0,-6-7 45,-10-8 0,3-6 45,12-4 0,10-4 0,1-4 0,-9-4 0,-1-13 0,-4-5 224,2 5 1,1-3-1,-6 1-224,-7-4 0,-11-2 90,-12 0 0,-8-4 0,-6 5-45,-15-2 0,-7 3 934,10 2 1,-2 0 0,-5 7-1183,-8 16 1,-7 7-1,-1 5 1,6 0-23,0 1 0,2 5-225,-3 3 1,-1 4-1,8 2 450,7 21 0,11-4 0,1 13 0</inkml:trace>
  <inkml:trace contextRef="#ctx0" brushRef="#br0" timeOffset="323085">13866 11516 9332,'-7'-5'-270,"2"-5"-1259,6 5 1529,4-2 0,3 6 0,1 2 0</inkml:trace>
  <inkml:trace contextRef="#ctx0" brushRef="#br0" timeOffset="323270">14150 11701 8882,'17'12'-45,"9"10"0,-14-12 0,10 10 0</inkml:trace>
  <inkml:trace contextRef="#ctx0" brushRef="#br0" timeOffset="323453">14566 12073 8162,'5'7'-1169,"0"-1"1169,2 1 0,-1-2 0,4 3 0</inkml:trace>
  <inkml:trace contextRef="#ctx0" brushRef="#br0" timeOffset="323619">14704 12218 7713,'12'-1'-900,"-2"0"900,-2 0 0,-4 0 0,-2 1 0</inkml:trace>
  <inkml:trace contextRef="#ctx0" brushRef="#br0" timeOffset="324270">15138 12411 12390,'-3'13'90,"-2"11"-450,0 1 180,1 2-270,-1-2 181,3-13-271,-2-2 450,3-13-90,3-14 0,6-23 135,4 4 0,2-1 45,-5 11 0,1 1 45,5-10 0,1 8 45,3 22-90,-5 1 0,5 49 0,-14-20 0,0-1 0,0 1-90,-2-3 0,2 4 0,-1-11-809,10 0 539,-7-12 360,12-8 0,-10-3 0,5-4 0</inkml:trace>
  <inkml:trace contextRef="#ctx0" brushRef="#br0" timeOffset="324754">15303 11947 8342,'-38'-27'240,"-1"-1"0,15 13 0,-3 1 29,-9 0 1,-8 1 0,3 9-60,5 14 0,2 9 0,0 0-120,1-2 0,-1 1 0,2 8-746,6 4 1,0 7-1,2 4 1,2 1 0,4-3 261,4-1 1,4-2-1,2 2 1,2 4 423,3-2 0,1 4 0,2 1 0,1 1 0,3-2 0,1-4 259,2 1 1,2-3-1,5-1 1,5-1-395,5-4 0,6 1 0,3-1 0,3-1 0,-1-4 0,-3-5 45,9 1 0,-2-7 0,7-5 47,-9-5 1,6-1-1,3-3 1,-1-2 0,-1-5-1,-4-5-41,0-7 0,-4-7 0,-2-4 0,-1-2 1,1 1 35,1 2 0,0 0 0,-1-1 0,-2-3 0,-4-5 56,-5-1 1,0-4-1,-3-4 1,-1-1-1,-5 0 1,-5 2 0,-6 2 68,-11-3 1,-9 2 0,-6 1 0,0 1 0,4-1-90,8-2 0,3-2 0,0 1 0,-5 3 0,-9 6 12,-9 8 0,-7 4 0,-6 3 0,-2 3 0,1 5 0,2 2-98,-5 5 1,1 6 0,-1 5-1,-3 1 68,6 0 0,-2 3 0,-3 2 0,1 1 0,2-1 0,4 0 0,-5 0 0,4-2 0,2 2 0,0 3 0,3 6 0,1-1 0,-1 1 0,1-1 0</inkml:trace>
  <inkml:trace contextRef="#ctx0" brushRef="#br0" timeOffset="424870">19793 3252 6543,'5'-6'990,"2"1"-810,6 5 269,14 2-359,-9-2 90,9 1 0,2 0-90,-1-1 45,15 1 0,7 1 0,-3-1 0,4 0-791,-14 0 1,5 1-1,1-1 1,2 1 0,-3-1 523,5 1 1,-2 0 0,2 0 0,7 0 158,-16 0 0,5 0 0,1 0 0,4 1 0,0-1 0,2 1 0,1 0 0,-1 0 0,0-1 0,-2 1-124,1 0 1,0 0 0,-1 0 0,1 0 0,0 0 0,0 0-1,1 0 1,-1 1 0,2-1 0,-1 0 96,-4 0 0,0-1 0,1 1 0,0 0 0,1 0 0,0 0 0,-1 0 0,0 0 0,0 0 0,-1 0 0,-1-1 0,-1 1 0,7 0 0,0 0 0,-1 1 0,0-1 0,-2 0 0,0 0 0,-2-1 0,-1 1 0,-2-1 30,8 1 0,-2-1 0,-1 0 0,-3 0 0,-4 0 0,-5-1 15,14 1 0,-6-1 0,10 0 0,-8 0 135,-25 0 0,1-1-90,0 2 89,0-1-179,-12 1 2086,9 4-2356,-13-3 609,7 5-339,-11-4 0,1 0 0,-3-2 0</inkml:trace>
  <inkml:trace contextRef="#ctx0" brushRef="#br0" timeOffset="426454">5361 9914 10231,'8'-2'1080,"-3"15"-991,-2 5 91,0 28-90,-1-27 0,10 17 0,8-27-90,1-1 45,20-17 0,3-8-45,2-3-23,-11 2 1,8-5 0,2-3-1,-6 4-259,-8 3 0,-3 2 1,3-3 281,4-3 0,5-4 0,1-1 0,-2 0 0,-5 5 0,9-6 0,-4 1 0,-5 2 0,1 1 0,-1-1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5:27:56.30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2108 11247 6813,'-2'11'0,"0"-1"0,0-5 90,1 0 90,1 1-90,0-1 0,1 1 0,1 10 0,-1-3-90,0 5 0,0 2 90,-1 1-90,1 23 0,-1-19 0,0 20 0,0-32 90,0 7-90,-1-11 0,1-3 0,-1 1 90,0-2-180,-9-6 180,5 1-90,-7-5 0,1 3 0,-6 2 0,0-1 0,-16 2-90,12-1 90,-17 2 0,18-1 0,-3 0 0,-1 2 0,12-2 0,-8 2 0,9-2 0,0 0 0,0 0 0,5-8 0,4 0 0,5-7 0,0 1 0,0-9 90,-1 0-90,-1-4 0,-4-10 0,1 19 90,-2-15-180,0 17 90,2 1 0,-1 1 90,1 3-90,1 3 0,-2-1 0,2 2 0,3 3 0,2 0 0,15 3 0,16-1 0,-4 1 0,12 1 0,-22 0-90,11 2 90,-16-1-90,7 2-180,-16-1-810,2-1 1080,-4 0 0,-3-1 0,0-1 0</inkml:trace>
  <inkml:trace contextRef="#ctx0" brushRef="#br0" timeOffset="4997">410 14391 7353,'-7'-6'809,"5"-3"-359,6 0 180,8-6-360,1 4 179,8-1-3391,8 5 3032,-6 2-237,2 4 1,3 0 191,4 1 0,5 0-551,-3-2 1,6 0 0,0 0-1,-2 0 506,-1 0 0,-3 0 0,5 0 15,-1-2 0,6 0 0,2 0 0,1-1 0,-3 1 0,-4 0-516,9-2 1,-6 1-1,2 0 501,-2 0 0,2 0 0,-1 0 0,-4 0 341,15-1 1,-12 1-342,-15 1 262,2 0-442,-6 1-179,-14 1-1089,9-3 1448,-14 1 0,2 1 0,-6 1 0</inkml:trace>
  <inkml:trace contextRef="#ctx0" brushRef="#br0" timeOffset="5494">1434 14039 8252,'9'1'630,"6"4"-540,30 13-45,-8-3 0,1 1-45,-10-6 0,-1 1-45,6 2 0,-2-1 45,2 1 0,-16-5 0,14 6 0,-11-4 180,0-1 539,-16 8-539,-9-8-1696,-11 9 0,-2 1 1606,-5 1-273,4-3 0,-2 3 183,-6 5 0,0 1-225,8-7 0,-1 1-1349,-15 14 0,2-2 1044,4-2 1,-2 3 0,17-16-1</inkml:trace>
  <inkml:trace contextRef="#ctx0" brushRef="#br0" timeOffset="9044">360 13783 11670,'-7'4'540,"0"-1"180,-14 14-630,9-7 44,-7 9 1,0 3-135,8-4 0,-2 9 0,3 1 0,11-1-179,9 22-1,12-19 90,1-8 0,1-8-1439,15-10-720,-14-6 2249,21-3 0,-22-6 0,1-1 0</inkml:trace>
  <inkml:trace contextRef="#ctx0" brushRef="#br0" timeOffset="9831">715 13845 9422,'-10'-10'269,"-1"3"-179,2 7 180,-12 6-270,8-2 90,-14 9 0,11 1 90,-11 20-270,13-8 90,0 11-180,24-9-180,21-18 270,-6 0 1,17-34-91,-26 4 180,0-3 0,-6 20 0,-4 11-90,4 8 90,-1 2 0,0-5 0,0-1 0,10 1 0,1-11 90,21-18-90,-19-1 0,6-19 0,-15-2 0,-7 8 0,-1-3 0,1 5 0,-2 0 0,0-5 0,-2-1 0,-2-3 0,-3 3-3123,-3-4 3123,2-8 180,-4 56 0,5 23-135,0-1 0,1 1 0,1-6 0,2 1-90,3 19 0,4-1-674,8-3-46,-6-16 0,2-4-2402,4-13 3167,-5-10 0,-1-4 0,2-3 0</inkml:trace>
  <inkml:trace contextRef="#ctx0" brushRef="#br0" timeOffset="10016">944 13694 9871,'35'-15'630,"-13"5"-900,2 1 0,0 0-1619,10-1 1889,8-2 0,-4 4 0,-4 3 0</inkml:trace>
  <inkml:trace contextRef="#ctx0" brushRef="#br0" timeOffset="11097">1260 13277 8342,'10'3'900,"-1"1"-91,-5 8-359,-1 7-151,-5 13 1,-3 11 0,0-4-255,1-8 0,-1 2-826,-1 9 1,-2 10 0,-1 0-1,2-9 826,0-5 0,0-3-15,0 1 0,0 4 0,0 0-85,-1 3 1,-1 0 0,2-4 54,2-5 0,-1 0-180,-2 12 0,-1 5 0,2-10-90,2-4 135,2-11 0,-1-1-2563,1 3 2698,1-15 0,4 5 0,2-15 0</inkml:trace>
  <inkml:trace contextRef="#ctx0" brushRef="#br0" timeOffset="11448">1456 13726 8882,'-1'-12'809,"1"2"-539,4 58-180,-3-22 0,-1 2-180,3 10 0,-1 1-45,-2-8 0,0-3-404,0-2 539,1-3 0,-1-10 0,1-1 0</inkml:trace>
  <inkml:trace contextRef="#ctx0" brushRef="#br0" timeOffset="11811">1415 13665 8342,'4'-21'720,"2"6"-450,16-1-270,-4 9 179,10 3 1,3 1-90,4 6-45,-1 1 0,0 3-45,-6 6 90,4 23 0,-24-18-90,-1 22 90,-16-14-90,-1-1 90,-8 0 0,-5-1-450,-12 7 180,14-12 1,1-1 179,-8 3 0,23-18 0,0 2 0</inkml:trace>
  <inkml:trace contextRef="#ctx0" brushRef="#br0" timeOffset="12214">1877 13832 8882,'-11'-16'1619,"1"6"-1169,-11 5 89,-6 21-449,5 0 0,-2 21-270,21 2-89,13-3 269,2-6-90,6-17 0,1-15 0,-2-4 90,13-17 0,-16 7 0,0-11 0,-18-4 0,-4 6 0,-5-9-90,2 17 0,1 11-1349,-6 9 1439,5 6 0,-3 6 0,8 4 0</inkml:trace>
  <inkml:trace contextRef="#ctx0" brushRef="#br0" timeOffset="12863">2122 13817 9602,'-9'-12'1259,"-7"5"-989,4 12-180,-3 5 0,4 12-180,9 0-3187,2 1 2212,5-9 1565,12-3-590,-2-11 90,4 2-90,4-20 90,-12 4 0,8-10 180,-8 8 0,-1 24-90,-4 14 0,-2 19 0,-1 6 938,-3-17 1,1 3-969,0 8 0,1 6 0,-1 0-284,1-1 0,-1 1 1,0-4 223,0 7 0,-1-3 0,2-9 0,-1 1 0,-6-16-329,-13-22 329,-8-14 0,1-5 0,-2-5 0,5 3 0,0-2 0,-5-4 0,1-1 0,6-1 0,3 0 0,2-12-45,15 9 0,8-2 307,12 4 1,4 2-488,3-5 0,2 0-2,4-1 0,0 0 227,0 1 0,-3 2 0,-9 7 0,0 1 0,0-2 0,0 1 0</inkml:trace>
  <inkml:trace contextRef="#ctx0" brushRef="#br1" timeOffset="22378">5275 13021 11779,'6'-13'-61,"0"2"171,-4 6-222,2 1-109,-3 7 101,1 5 18,-2 3 2,0 1-3177,-3 3 2796,2-7 198,-5 13 245,2-10 94,-2 4 64,1-3-61,0 0-135,3-5 3352,-2 3-3388,7-5 179,0-3-76,4-1-102,8-2 13,-2 1 39,9 1 1,-3 1 65,3-1-90,-4 1 110,5-1-13,-10 0-11,6-1-37,-13-1 3,1-3 90,-3 0-179,-3-2 89,0 0 93,0-1-184,0-12 93,0 10 29,4-31 0,-3 18 0,4-8 0,-3 7 0,-1 17 0,-1-5 0,-1 5 0,-1 0 0,-3 2 90,-4 2-90,-4 2 0,2 2 0,-6-1 0,-1-1 0,2 1 0,-22 1 34,11-2-2,-3 1-1438,2-1 1414,19 1 0,-4-1 1,9 1-1</inkml:trace>
  <inkml:trace contextRef="#ctx0" brushRef="#br1" timeOffset="23261">5360 13040 8600,'14'-15'284,"2"1"-184,15-2 11,-2 1-71,5-2 0,8-3 0,-5 2-61,-10 4 1,1 0 35,9-5 0,9-4 1,1 0-1,-5 2-22,-8 5 0,-4 2 0,1 0-4,5-4 0,2 1 0,-4 1-212,3 0 0,-6 2 95,3 2 25,-11 3-77,-3 2-90,-2 2-629,-11 6 899,-2 2 0,-3-2 0,-1 1 0</inkml:trace>
  <inkml:trace contextRef="#ctx0" brushRef="#br0" timeOffset="23751">6324 12573 7263,'-10'-2'450,"1"2"-271,-8 16-179,7-5 90,-6 10-90,11-10 90,-1 7 0,6 8-90,4-6-270,11 9 270,9-19 0,1-3 0,2-6 0</inkml:trace>
  <inkml:trace contextRef="#ctx0" brushRef="#br0" timeOffset="24579">6537 12642 7173,'-28'-1'450,"14"0"-270,-28 15-1,24 4-89,-6 3 0,13-2 0,10 2 0,6-9-90,0 3 0,5-9-90,1-8 0,2-3 0,5-16 90,-7 6-180,1-9 180,-5 23 0,-2 0 0,5 29 0,-4-12 0,5 16 0,-4-20 0,11-4 0,8-33 0,-8 6 30,-5-12 0,-2-11 0,-2 0-30,-3-5 0,-1 0 120,0 9 0,1-1 0,-1 3-75,-3 2 0,0 11 45,0 20-1516,-2 30 0,-3 13 1516,1 0-184,0 4 0,1 1 184,2 2-225,1-19 0,2-2-1574,5 6 1709,-1-9 0,3-19 0,-2-5 0</inkml:trace>
  <inkml:trace contextRef="#ctx0" brushRef="#br0" timeOffset="24795">6686 12548 8072,'0'-17'810,"9"1"-540,22-4-270,0 6-180,2 1 180,-2 3 0,-21 7 0,7-2 0</inkml:trace>
  <inkml:trace contextRef="#ctx0" brushRef="#br0" timeOffset="26479">5260 13249 7263,'-5'-9'90,"2"1"270,1 3 449,0 0-179,0 0-450,1 13 0,0 4-46,0 14 1,-1 4-135,0 2 0,0-7 0,0 0 90,-2 2-90,2-13 0,-1 6 90,-1-7-90,2-4 0,-2 1 0,5-3-90,6-3 90,2-1 0,2-2 0,9 3 0,7-2 0,5 1-90,8-1 90,-18-2 0,5 0 0,-11-1 0,-2-1 90,-6 0-90,-2 0 0,-1-2 0,1-4 0,-2 3 0,5-18 0,-3-6 0,2-3 0,-5-5 0,-2 12 0,-1 4 0,0 3-90,-1 5 0,1 6 90,-1-2 0,0 2 0,-1 1 0,-1 1 0,-6-1 0,-7-1 0,2 1 0,-14-1 0,14 5-89,-35-2-3188,18 3 2442,-13-2-514,18 3 1349,10 2 0,7-2 0,4 2 0</inkml:trace>
  <inkml:trace contextRef="#ctx0" brushRef="#br0" timeOffset="26995">5526 13348 7803,'5'-7'539,"4"2"-539,15-3 90,5 1 0,2 1-90,4-1 30,-1-1 0,7 0 0,-5 0-1669,-10 3 1,-1 0 446,12-3 1,-1 1 1101,8-2 599,-10 2-1318,-4 2 1023,-7 2 1,-19 3 0,-2 1 0</inkml:trace>
  <inkml:trace contextRef="#ctx0" brushRef="#br0" timeOffset="27396">6316 13214 7533,'-8'-6'629,"-6"4"-359,-5 8-90,-3 5-90,-2 6 0,0 10 90,5 5-180,4 1 0,8-6 0,15 1-810,19-7 810,2-2 0,11-9 0,-11-12 0</inkml:trace>
  <inkml:trace contextRef="#ctx0" brushRef="#br0" timeOffset="28103">6608 13336 8162,'-8'-8'990,"-16"2"-630,-7 19-270,-1-3-1,-2 18-89,22-14 0,1 12 0,10-17-359,9 10 269,5-18-180,19-10 180,-12-3 0,8-7 0,-15 15 90,6 19 0,-9-5 0,15 14-90,2-24 0,9-7 90,5-20-90,-14-3 90,-13-1 0,-4-2 0,-1-10-2275,-2-5 2275,-4 25 539,-3 16-449,0 13-2458,-8 39 2368,2-13-45,-1 12 0,0 1-675,8-5-45,0-13 1,3-2 1144,7-5 1,6-13-1,-3-7 1</inkml:trace>
  <inkml:trace contextRef="#ctx0" brushRef="#br0" timeOffset="28329">6903 13272 8072,'-14'-6'1709,"14"-4"-2068,28-6-271,-6 5 630,4 4 0,-1 2 0,-11 4 0,7-1 0</inkml:trace>
  <inkml:trace contextRef="#ctx0" brushRef="#br0" timeOffset="29027">5992 14156 8072,'8'-7'1260,"3"0"-631,-1 10-449,-1 0 360,0 24-540,-7-13 90,1 16 0,-6 1-90,2-10-135,-3 9 0,0 0 45,1-9-270,-1 5 0,0-1 360,2-15 0,0 6 0,2-15 0</inkml:trace>
  <inkml:trace contextRef="#ctx0" brushRef="#br0" timeOffset="29679">6003 14160 7713,'4'-10'-90,"10"-3"90,-5 9 90,27-9-90,-13 8 0,12-3 90,2 8-3367,-9 5 3162,1 3 204,-5 9-89,-14-5 0,2 9 90,-9 0 0,-1 8-90,-1-7 0,1 17 0,1-14 3276,0 3-3160,-1-8-26,0-5-90,-1-1 180,-5 4 180,-7-7-180,-9-6 0,0-1 0,-10 0 0,1 0-90,-3 1 0,0-1-360,-12 4-900,10-3 1,2 1 1169,9-2 0,0 0 0,17-4 0</inkml:trace>
  <inkml:trace contextRef="#ctx0" brushRef="#br0" timeOffset="30313">6104 14398 8702,'-8'-4'2429,"8"15"-4068,16 22 1,5 6 1031,-10-17 0,-1 1 696,7 9 1,3 4 0,-4-5 959,-1 2-914,4 10 0,0 1 732,-4-9-927,-1-3 0,3 5 0,-3-7-120,-1-4-180,1 1 1,0-2-2918,-4-6 2859,0-4 1,-6-6-1,-2-6 1</inkml:trace>
  <inkml:trace contextRef="#ctx0" brushRef="#br1" timeOffset="31498">6291 15194 26479,'-7'-17'-3277,"2"8"0,-3-2 0,-10 7 3169,4 3 1827,-18 4-229,10 3-193,-7 11-1587,10 1 1786,4 2-482,9-4-751,10-2-2587,5-6 599,24-4 1202,-16-2 60,20-9 930,-24-1-179,9-9 267,-11 8 402,2-4 854,-13 54-2530,-2-16-220,-1 11 0,0 4-1058,-2 8 2735,5-5 0,0 1-1786,1-19 0,1 0 22,2 12 0,1-4-1041,1-12 309,1 0-1519,-23-29 3680,11 8 1797,-22-18-989,10 11 467,3 0-13,-4-1 260,13 4-799,3-4-1220,25-9 430,3 0-621,3-2 0,3-3 585,-8 6 0,0-1-204,14-13 0,-1 1 4,-16 11 0,0-1 992,2-5 0,1-4 0,-4 2-711,-8 3 0,-2 1 89,8-7 1,-4 1-1399,-12-2-1278,-12 22 1127,2 3 515,-2 7 1008,10 5-2273,5-3 1315,11 2 701,9 1 0,-3-1 1,4 5-1</inkml:trace>
  <inkml:trace contextRef="#ctx0" brushRef="#br1" timeOffset="33153">6968 15260 25973,'-5'-15'-3277,"1"6"0,-15 0 3574,-4 17 1300,-5 2-724,0 13-4150,12 2 2114,7-8-642,6-1 1730,9-7 291,-2-4-816,12 1 314,-5-9 720,15-12-112,-7-4 208,3-6-99,-11 6 368,-2-1 2477,-6 13-6449,1 6 3912,-6 16-3143,-2 19 576,0-11 597,0 5 89,4-12-100,5 7 455,-1-7-84,13 0-783,-10-14 3398,12 1 344,-4-7 110,-1 0-117,12-17-404,0-16-1148,-11 13 0,0 0 398,9-19-1160,-9 12-1008,-8 16-336,1 0-52,-2 3 148,2-1 802,-4 15 1687,0-1 43,-2 11-1997,-2-4 61,1 5-142,1-3 196,7 9 492,-3-9-68,14 6-297,-9-13 859,11 0 2321,-12-4 517,0-1 62,-2-2-535,-1 0-996,-5 9-1536,0 5-1474,-7 11-421,3-4-409,6 14-585,8 3 599,-1 0 473,4-1 350,-8-18 1419,0 3 541,-9-3-748,-5-3 1002,-4-6 1325,-1-9-68,9-10-2079,2-2-629,5-5 350,13-17 545,-5 16 1,2-1 218,5-9 1,0-1-349,-2 8 0,-1 1-497,4-4 1,-2 5-678,-4 5 2189,8-7 296,-17 20-174,4 6 266,-3 5-1279,5 12-327,9 9-56,-3-5 15,5 12-177,-14 3-789,-6-4-504,-7 3-424,-3-18 1709,-9 2-18,2-7 4,-3 3 526,5-7 1,9-7-1,2-2 1</inkml:trace>
  <inkml:trace contextRef="#ctx0" brushRef="#br1" timeOffset="33377">7918 15375 4156,'8'4'1092,"-3"-3"0,-4 2 0</inkml:trace>
  <inkml:trace contextRef="#ctx0" brushRef="#br0" timeOffset="40797">2377 10947 7892,'1'-9'540,"-1"2"-270,5 2 0,0 3 90,-1-1-90,1 1-91,3-2 1,8-1-45,12 1 0,7 1-135,3 0 0,5 1 30,0 1 0,5 1 0,1-1-850,-7 2 1,1-1 0,1 0 0,0 1 812,-1 0 1,0 0 0,1 1 0,-2-1-73,-2 0 1,0 0 0,-1 0 0,-2-1 78,4 1 0,-2 0 0,6 0 15,-5 0 0,3 0 0,4 0 0,1 0 0,1 0 0,0 1-184,-5-1 0,0 1 0,1 0 0,1 0 1,-1 0-1,1 0 0,-1 0 169,-1-1 0,1 1 0,-1-1 0,1 0 0,-1 1 0,0-1 0,-1 1-296,7 1 1,2 0-1,0 0 1,-3 0-1,-5 0 1,-8 0 295,2 1 0,-4 0 206,1-1 0,2 1 0,-4 0-206,-5-1 0,-1-1 51,2 1 0,1 0-51,14 0 0,-12-2 0,3 1 950,-15-2-950,9 2 2600,-4 1-2600,5-2 0,-1 1 0,-1 0 0,12 0 0,-1-1 2160,-9 0-2160,5 0 0,9 1 0,-6-1 230,9 0-230,-3 1 0,4 0 0,-10-1 0,-2 0 0,-7 1 0,0 0 0,10 0 0,-1-1 45,-6 1 0,-4 0-45,3-1 0,-2-1 0,0 0 0,-5 0 0,18-2 0,-22 0 0,2-1 0,12 0 0,8-1 0,-11 3 0,13-2 0,-22 3-90,1 0 90,-6 0 0,-11 0 0,-2 0 0</inkml:trace>
  <inkml:trace contextRef="#ctx0" brushRef="#br0" timeOffset="42731">7837 10154 9062,'-3'5'1259,"3"1"-809,18 4-180,4-1-180,4 1 149,12-4 1,10 0 0,-4-1-195,-13 0 0,4-1-321,-2-2 0,8 1 1,6 0-1,3 0 0,1 0 1,-2-1-1,-4 1 312,5 0 0,-3-1 0,-1 1 0,2-1 0,3 1-316,-10-1 0,2 0 0,2-1 1,0 1-1,1 0 0,-1 0 1,-2 0-1,-1-1 280,1 2 0,-1-1 0,-2 0 0,0 1 0,1-1 0,3 0 22,-1 0 1,2 1-1,2-1 1,0 0-1,0 0 1,0 0-1,-3 0 1,-2 0-157,6 0 1,-5 0 0,-1 0 0,3 0 0,5-1 160,-7 0 0,4 0 0,4 0 0,1 1 0,2-1 0,0-1 0,-1 1 0,-2 0 0,-3-1 0,-4 1-13,3-1 1,-3 0 0,-2-1 0,-2 1 0,1-1 0,2 1 0,3-1 0,3 1 0,0-1 0,-1 1 0,-3-1 0,-5 0 15,7-1 0,-6 0 0,-7 0-30,-1 1-45,-4 1 0,-2 0 45,-14 0-269,16 2-2955,-20 0 3224,-11 6 0,-7-4 0,-15 4 0</inkml:trace>
  <inkml:trace contextRef="#ctx0" brushRef="#br0" timeOffset="43461">7910 11020 9242,'-16'-2'-450,"5"1"1619,-2-1-809,60 5-180,-16-2-36,5 0 0,15-1 0,6 1 0,0 0 0,-9-1-1237,-6 1 1,-4-1 0,7 0 991,-6 0 0,5 0 1,4 0-1,2 0 0,0 0 1,0 0-1,-3 0 18,0 1 1,-1-1-1,0 0 1,0 1 0,0-1-1,3 1 105,-7-1 1,1 1-1,1-1 1,1 1-1,0 0 1,1 0 0,0 0-1,0 0-12,-1 0 0,1 0 0,0 0 0,1 0 0,0 0 0,0 0 0,1 0 0,-1 0 0,0 1 0,2-1 0,1 1 0,1-1 0,-1 1 0,0 0 0,0-1 0,-1 1 0,-2 0 0,-1-1 2,1 1 1,-1 0 0,-2 0 0,0-1 0,-1 1 0,0 0 0,1 0-13,0-1 0,0 1 0,1 0 0,-1-1 0,-1 1 0,-1 0 0,-2-1 18,4 1 0,-2 0 0,-1 0 0,-2 0 0,-1-1 12,8 1 0,-3-1 0,0 0 0,1 1 0,0 0 0,-6 0 105,-5-1 0,-7-1 45,1 0-360,8 0 180,-19-1 0,-6 0 0,-6 0 0</inkml:trace>
  <inkml:trace contextRef="#ctx0" brushRef="#br0" timeOffset="60836">1768 589 6633,'9'-8'1529,"-1"2"-989,-1 2-270,-3 11 90,-2 13-360,-1 1-3277,-1 20 2392,-1-19 1597,2 10-667,1-5 0,1 2-45,1-4 0,1 0-45,1 8 0,1 0-1140,4-6 0,0-5 1185,1 0-179,8-3 89,-3-19 0,-3-1 0,8-12 90,-9 0 2099,0-2-2099,-1-6 148,-3 9-148,4 0 3276,6 19-3160,-7 0-26,12 13-90,-7-13 0,-1 1 0,5-7-90,1-10 0,0-9 0,1-4 90,8-9-45,-9 2 0,-3-2-45,-5-6 90,-3 3-90,0 7 0,8 3 90,-8 11 0,18-12 0,-4-6 0,-3 6-45,-4-6 0,-3-1 45,-3-2 0,-1 2 0,-2 0 90,2-8-90,-3 5 0,-3 13 180,1 3-90,-3 20 180,-2 28-180,-1 17 0,-2-12 0,-1 5 0,-1-1-45,0 7 0,-1-1 0,-1 7 0,0-4-45,2-16 0,-1-2 90,-3 19-180,3-20-90,8-13 0,7-25 90,10-22-90,9-8 90,-5 15 0,13 6 0,-13 28 90,-1 0 0,-12 13 0,-4 12 0,-2-10-90,3 19-1169,5-16 809,-4-11 450,6-3 0,1-13 0,3-2 0</inkml:trace>
  <inkml:trace contextRef="#ctx0" brushRef="#br0" timeOffset="61529">2990 686 7353,'-11'-2'539,"-14"4"-449,10 0 180,-29 16-3547,12 6 2483,-2 0 1611,9 2-637,11 7-180,16 7-90,11 0-90,22-21 180,-6-19 1638,-8-15 0,-3-4-1723,2-9 148,2-1-153,-1 15 90,-6 24 0,0 2 0,-1 6 0,2-1 0,-5-6 0,23 3 0,-12-15 0,4-10 0,2-8-45,-1-21 0,-3-5 0,-2 11 0,-1-3 15,-5-8 0,-2-6 1,-3 5-16,-6 9 0,-1 3 45,1-6 0,-3 5 0,-4 11 90,-2 51-90,1 2 0,1 4 44,2 7 1,0 1-45,0-7 0,1-1 45,0-4 0,2-2-90,5 1 0,1-3-224,4 1-361,0-2 0,1-4 630,-2-15 0,7-7 0,-7-5 0</inkml:trace>
  <inkml:trace contextRef="#ctx0" brushRef="#br0" timeOffset="61729">3263 521 7982,'41'-8'-90,"0"0"0,7-2 1,-1 0-271,-19 4 0,0 0-296,9-2 1,-2 0-1,4 1 1,9-2 0</inkml:trace>
  <inkml:trace contextRef="#ctx0" brushRef="#br0" timeOffset="61930">3877 605 8522,'14'4'90,"-5"-1"-1439,4-3 1349,-7 1 0,-1-2 0,-2 2 0</inkml:trace>
  <inkml:trace contextRef="#ctx0" brushRef="#br0" timeOffset="62797">2525 1057 7982,'-4'25'1620,"-2"3"-3259,2 9 1,1 4 581,-1-13 0,0 0 1102,-2 11 0,0 5 464,-1-6 0,0 4 0,0-3-509,-1 9 0,0-1 30,1-5 0,-1 2 0,1-4 455,2-4 0,0-4-395,-1 8 0,2-2 180,6-27-180,2-4 3186,25-5-3135,-11-2-141,18-1 0,9 1-30,-6 1 0,3 1 0,-2 0 30,7 0 0,3 0-45,-11 0 0,4 1 0,-1 0 1,-9-1-46,9 2-498,-5-2 0,-3 1 588,-10-1-630,7-2 630,-15 0 0,-2-1 0,-13 0 0</inkml:trace>
  <inkml:trace contextRef="#ctx0" brushRef="#br0" timeOffset="63218">3094 1691 8162,'-7'-17'1350,"12"10"-1081,21 21-224,-3 1 0,2 1-45,-4-1 0,0 1-45,6 4 0,-2-1-3232,-2 2 2213,-2-2 1923,-10-9-859,-10-5 0,-3 3 0,-31 24 0,3-4-180,-2 1 1,-1 3-1460,9-7 1,3-1 973,1-3 0,3-1 665,-5 11 0,16-15 0,1 1 0</inkml:trace>
  <inkml:trace contextRef="#ctx0" brushRef="#br0" timeOffset="64362">3715 1842 8162,'-4'-10'990,"-2"-4"-630,2 8 269,-5-6-449,-1 15 0,0 7-180,-1 13-135,5 2 0,2 3-405,6 21 451,-2-3-91,13-14-90,3-28 90,9-6 180,1-6 90,11-20 90,-16 9-90,2-4 0,1 22-90,1 11 90,1 1-90,-3 1 0,6-5-90,13-10 180,1-1-548,-2-9 458,-15-13 0,-11-5 0,-2-10-502,-8 10 502,-7 2 0,0 18-90,-2-10 442,8 9-352,7-8 0,0 11 0,15-11 428,-8-15-338,0 0-45,-9 8 0,-2 1-45,-3 2 90,0-10 0,-3 21-1,2-2 91,-2 42-90,-1-2 0,-1 8 0,0 6-45,0 6 0,-1-1-45,1-14 0,0-1 45,0 15 0,0-5 45,1-20 0,0 18 0,1-25-180,12-24 0,-6 1 45,6-16 0,3-1-135,13-3 180,-1 1 0,8 16-90,-14 38 90,-14-1 0,-2 3 90,6 16-135,-11-3 0,0-2-225,5-6-179,2 14-991,3-24 1440,0-14 0,-1-3 0,0-4 0</inkml:trace>
  <inkml:trace contextRef="#ctx0" brushRef="#br0" timeOffset="65179">4634 1911 8702,'-9'6'3058,"32"-12"-3058,-8 0-45,9-4 0,-1-2-45,-5-8 0,-2-3 0,-13 6-89,-16-3-1,-15 24 180,0 1 0,6 14 0,4 6 0,7-1 0,4 3 0,0 6 0,2-1 0,4 14 0,8-19 0,1-3 0,3-4-90,8-2 0,4-3-90,3-11 45,0-4 0,2-6-225,3-27 0,-3-6 315,-10 20 1,-1-2-16,1-9 0,0-6 0,-6 7-120,-8 0 180,0-5 0,-12 23 0,-3 21 90,2-2-90,5 9 0,21-11 0,-5-2 0,21-2 180,-11 3-3213,-1 18 3213,-8-7 0,-14 13 0,-4 2 0,1 2-180,0-7 0,0-1 0,3-1-360,5-4 180,-2-11 180,20 2 0,-6-15 0,15-2 0</inkml:trace>
  <inkml:trace contextRef="#ctx0" brushRef="#br0" timeOffset="65578">5208 1998 8432,'-10'-1'2519,"0"1"-2249,33-11-270,-16 5-270,32-11 90,-26 6-360,5-14 450,-11 9 0,-4-6-180,-15 1 180,-13 19 180,-2 3 0,7 14 0,3 4-90,0 10 90,8-5 0,3 1 0,8 18-90,1-7 45,8-6 0,7-2-495,4-13 1,2-3-361,-1 3 1,1-2 604,4-6 1,-1-6-1,3-10 1,-1-4-1</inkml:trace>
  <inkml:trace contextRef="#ctx0" brushRef="#br0" timeOffset="66413">5588 2061 8792,'5'5'2159,"6"5"-2069,4 9 0,2-1 0,4 3-45,6 4 0,7 4-364,-7-8 0,7 3 0,3 2 0,1 0 0,-2 0 0,-3-3 341,-1 0 1,-4-2 0,2 0-1,3 2-388,3 1 0,4 2 0,2 1 0,1 0 1,-2-1-1,-2-2 388,4 3 1,-2-2-1,0 0 1,1 2-38,-6-5 0,1 2 0,0 0 0,1 0 0,-1 0 0,-3-2 15,8 5 0,-2-1 0,-1-2 0,0 1 0,-1 1 0,2 0 0,-4-2 0,-9-6 865,-4-3-775,11 3-90,-19-10-540,14-1-989,-23-8 1735,6-3 0,-10 3 1,-1-2-1</inkml:trace>
  <inkml:trace contextRef="#ctx0" brushRef="#br0" timeOffset="67728">5748 2094 8162,'-7'-7'-90,"0"2"450,2-1 0,0 2-270,5-3 0,3 4 180,16 0 0,21 4-1473,1 1 1293,1 1 0,2 1-45,-15-1 0,1 0 15,5 0 0,4 1 0,3 0-6,-5 0 0,3-1 0,2 1 0,0 0 0,-2 0-32,5 0 1,-2 0-1,1-1 1,3 1 31,1 0 0,4 1 0,1-1 0,-4 0 0,-5-1 66,-2 0 0,-5-1 0,-2-1-30,11 2 0,-9-2 0,-15-1-1,-5 1-628,-1-1 179,-3 1 360,4 1 0,-12-2 0,0 0 0</inkml:trace>
  <inkml:trace contextRef="#ctx0" brushRef="#br0" timeOffset="68312">6855 1958 7982,'5'14'2249,"-4"-7"-2069,20 14 0,8 4-90,-7-10 0,-1 1-781,3 4 1,0-1 690,11 6 327,-24-17-507,11 6 180,-12-8-90,11 5 90,-15-9-90,2 0 90,-14 3-90,-16 8 90,1-2 302,-9 8 0,-1 2-302,-4 9 0,14-12 0,1 0 0,1 5 0</inkml:trace>
  <inkml:trace contextRef="#ctx0" brushRef="#br0" timeOffset="68812">7451 2069 8072,'0'-24'1170,"0"6"-721,1-6 361,-2 11-630,-1 24-90,-2 7 0,-4 30-90,4-5 0,1 2-135,0-14 0,2 1-795,1 4 1,2 3 0,0-7 929,4 2 0,3 7 0,-4-36 0</inkml:trace>
  <inkml:trace contextRef="#ctx0" brushRef="#br0" timeOffset="69147">7412 1954 9422,'21'14'584,"13"1"1,3-1-495,7 2-90,-6-1 0,6 5 0,-8-2-90,4 8 0,-4 0 0,-10 4-1549,-30-2 1,-6-1-835,1 10 3132,-18-6 1,-6-4-1245,11-12 0,0-3 136,-20 13-541,11-7 990,27-16 0,1 0 0,1-2 0</inkml:trace>
  <inkml:trace contextRef="#ctx0" brushRef="#br0" timeOffset="69819">7822 2328 9871,'16'-2'1260,"4"-1"-631,9 0-449,2-2-180,13-2-180,-19-1 0,-2-2 90,4-6-89,1-12-91,-36-6 180,2 17 90,-16-10-90,1 24 0,-11 29 90,31 4 0,6 3 0,-5-4 0,5-1 0,19 9 0,10-8-90,5-24 0,2-10 45,-10 2 0,-1-7-45,3-18 0,1-11 0,-7 1 90,-9 3 0,-3 0 0,-1-1 0,0-1 0,-4 12 180,-5 16-90,-7 40-45,-2 13 0,-2 5 0,2-11 0,1 0 0,-1 12 0,2-3-3176,2-2 3041,5-9-1169,15-14-1170,-5-12 2429,8 2 0,-5-17 0,-3-3 0</inkml:trace>
  <inkml:trace contextRef="#ctx0" brushRef="#br0" timeOffset="70060">8369 2198 8612,'7'2'720,"7"-2"-1125,11-1 0,4-2 405,12-2 0,7-4 0,-23 2 0</inkml:trace>
  <inkml:trace contextRef="#ctx0" brushRef="#br0" timeOffset="70512">8564 2399 8252,'7'8'1260,"5"0"-4537,10-7 1793,-4 2 2323,7-9 0,2-3-929,-5-3 45,0-1 1,-1 0 813,-6-3-1219,1-29 450,-12 27-180,-5-25 180,-12 38-90,-16 9 1,-8 26 89,18-12 0,1 0 0,-12 21 0,17-9 0,5-2 0,5-6 0,4 4 0,5-2 0,15-14-90,11 2-1170,10-17 1,1-4 805,-3 0 0,4-3 1,-3-3-1,-14 1 1</inkml:trace>
  <inkml:trace contextRef="#ctx0" brushRef="#br0" timeOffset="70844">9046 2369 8792,'8'-9'2249,"-17"2"-1890,-11 11-179,-3 8 0,-2 5-90,5 4 0,5 3-315,8 8 0,6 0 46,5 9-181,18-19 0,10-6 360,8-13 0,1-5 0,-9 3 0,0-1 0,14-6 0,-1 0 0</inkml:trace>
  <inkml:trace contextRef="#ctx0" brushRef="#br0" timeOffset="71129">9412 2207 8522,'-6'-8'1259,"-2"7"-1079,4 2 270,-6 24-180,3 22-180,2-17 0,0 2-537,2-1 1,0 0 491,-2 6 0,2 0-180,4-3 0,1-1-45,-1-1 1,1-2-946,5 2 1,3-4 1124,3-9 0,4-3 0,-6-13 0</inkml:trace>
  <inkml:trace contextRef="#ctx0" brushRef="#br0" timeOffset="71352">9409 2478 8882,'5'0'1799,"14"-2"-1889,15 3-1170,-4-5 1,0 0 180,-1 1 1079,11-5 0,-25 2 0,1-2 0</inkml:trace>
  <inkml:trace contextRef="#ctx0" brushRef="#br0" timeOffset="71596">9617 2489 8882,'3'7'989,"3"2"-629,-2-1 0,1 8-180,-2 3 0,-1 8-180,-2-2-90,2-4-720,0 11 450,-1-18 360,3 14 0,-2-22 0,3 3 0</inkml:trace>
  <inkml:trace contextRef="#ctx0" brushRef="#br0" timeOffset="71813">9775 2267 9152,'0'-10'1889,"1"-2"-2789,0 5 900,3 9 0,-2-2 0,2 7 0</inkml:trace>
  <inkml:trace contextRef="#ctx0" brushRef="#br0" timeOffset="72695">10011 2576 11580,'-11'7'1170,"2"-2"-810,-17 4-271,11-3-44,-8 7 0,-2 3-314,3 4 179,-10 8-630,13 3 180,12-10 1,1 7-181,12-7 540,0-8-360,19-4 361,-8-11-91,15-7 180,-13-5 0,-4-17 90,-13 7 0,-7-12 90,-5 17-90,-2-5 90,19 5-90,0 3 0,13 1 90,19-1-90,-7 4 45,-6 3 0,1-1 224,15-1-269,-15 6 90,-8 4 0,-19 12-90,-6 11 90,-4 11-45,1-6 0,1 1-45,-2 3 180,-2 14-90,17-41 90,16-14-180,-2-5 0,11-14 90,3-3-90,-8 10 0,-6 5 0,1 2 0,7 3 90,-9 17 90,-5 16-45,-12 10 0,-4 2-135,1 8-1639,7 7 1,5-3 1073,0-24 250,1 2 0,4-4 303,17-22 0,-1-5 0,-5 1 0,-1-1 0</inkml:trace>
  <inkml:trace contextRef="#ctx0" brushRef="#br0" timeOffset="72879">11057 2694 11131,'3'14'0,"-2"-2"0</inkml:trace>
  <inkml:trace contextRef="#ctx0" brushRef="#br0" timeOffset="73814">7648 2925 7982,'-7'-8'360,"-1"3"360,-23 7-450,2 7 89,-18 8-269,20 0 180,12 26-180,19-16-45,-1-3 0,4 1 45,16 14-90,-10-16 0,1 1-45,0 1 0,0-1 45,5 13-45,-11-11 0,-4-2-3232,-6 1 3162,-3 8 115,-26-3 0,13-17-225,-7 2 0,-2-1 225,6-7 0,0-2 0,21-10 0</inkml:trace>
  <inkml:trace contextRef="#ctx0" brushRef="#br0" timeOffset="74246">7680 3361 8522,'20'-3'1979,"-8"1"-1215,11-4 1,3-1-495,0 0-225,-1 1 0,3-2-135,1 0 0,-1-1-180,10-11 180,5 1-270,-37-12 91,-40 12 224,7 20 0,-1 5 0,2 2 0,2 4 45,2 17 0,8 3 0,13 9 0,16 4 0,17-9-450,6-8 90,-15-15 0,1-3-449,10-5 809,5-15 0,-13-2 0,12-6 0</inkml:trace>
  <inkml:trace contextRef="#ctx0" brushRef="#br0" timeOffset="75479">8341 3296 9332,'-27'-23'2428,"-14"3"-2248,8 11 90,-17 13-360,27 8 90,-3 6-630,12 23 451,12-23-361,20 26 450,-4-36 0,12-3 0,3-4 90,4-14-3277,10-3 3252,-20 1 205,-10 3-180,-9 19 90,-1 6-90,-13 29 0,-6 10-60,7-20 0,1 0 0,-2 1 0,-3 10 0,-2 1 0,2-3 15,3-2 0,-1-6 3167,-11 0-3302,8-41 90,-6-4 90,-3-16 90,8 6 0,1-4-90,12 3 0,30-5 0,-8 7 0,0 9 0,5-1-45,12-7 0,3-5 15,-12 3 0,0-3 0,0 1 30,1 4 0,1 0 0,-1-3 120,4-12 0,0-3 0,-7 6 60,-2 1 45,0-4 0,-1 5-135,-12 24-90,1-4 45,-14 36 0,-5 12-45,0 0-90,-2 5 0,0 0 0,0-1-90,0-2 180,12-34-90,12-35 0,4-16-45,-6 22 0,2-1 135,5-23 0,0 12-90,0 43 0,-12 15 0,4 19 90,-3-26-180,16-17 180,-11-11-225,5-7 1,2 1 44,3 7 180,3-6-90,-7 16 90,-15 6 90,4 18 90,-5 14-90,2 4-45,-2-9 0,3-2-855,8-1 810,14 3 0,4-29 0,5-9 0</inkml:trace>
  <inkml:trace contextRef="#ctx0" brushRef="#br0" timeOffset="76386">9250 3429 8342,'-14'3'1799,"-3"2"-1079,11-5-630,7 1 90,5-1-720,36-14-180,-21-13 540,9-3-89,-33-7 179,-6 22 0,-12 3 90,1 15-45,-2 10 0,-1 6 45,-6 11 0,9 6 0,6 4 0,16 8 45,5-17 0,6-3-90,8-11 0,3-5-135,23-1 0,-9-16 0,-1-7 135,-13 1 0,-2-3-45,10-9 0,-3-4 45,-12 7 0,-4 0 45,10-16 180,-11 14-90,-15 35 0,-1 3-90,-4 8 0,-2 3 0,-1 3 90,-4 11-90,9-24 0,-2 4 0,15-26 0,9-13-45,1-3 0,1-3 45,-2 4 0,-1 0-231,13-15 231,-10 20 0,-9 10 90,10 10-90,-13 8 0,4 14 90,-10-4-90,-1 11-90,3 10 90,1-6-45,0-13 0,4-1-135,21 3 0,10-14 90,-10-13 0,2-4-90,0-7 0,1-6-270,-3-7 1,1-6-1,-3 2 450,0 1 0,-3-2 0,-2 0 0,-1-4 0,-3 4 0,-8 5 0,0 0 0</inkml:trace>
  <inkml:trace contextRef="#ctx0" brushRef="#br0" timeOffset="76552">10069 3209 0,'4'-34'0,"-3"13"2232,-18 38-2097,4 20 0,0 6 569,-1-8 1,0 2-735,1 7 0,2 6 0,3-7-990,7-12 1,2-1 749,-5 7 1,3-1 1042,12 2-773,-3-26 0,6 2 0,2 0 0</inkml:trace>
  <inkml:trace contextRef="#ctx0" brushRef="#br0" timeOffset="76796">9897 3529 8612,'32'-1'359,"1"1"1,-6-1 0,1-1-945,14-2 1,2-1 584,-12 1 0,-2-1 0,18-1 0,-7-1 0</inkml:trace>
  <inkml:trace contextRef="#ctx0" brushRef="#br0" timeOffset="77495">10351 3602 9332,'-7'-7'1079,"0"1"-719,3 3 269,-3-3 181,-3-2 90,-21 0-900,12 3 0,-15 9-90,23 1-540,-11 17 0,13-11-89,-3 12-271,22-13 630,5-6-89,15-7-2828,1-2 2892,-9 0 385,-1 7-119,-13 10 119,0 0 0,2 2-90,8 7 90,12-9 90,1-1-90,-4-14 0,0-6 0,6-14 45,-6-3 0,-2-4-45,2-8 0,-12 13 0,0-3 45,2-18 0,-1 1-2195,-1 6 2195,-1-4 0,-1 4-354,-7 23 489,-2 7-1415,-7 39 1235,1-11 580,-2 5 1,0 2-491,-1 7 0,0 11-90,2 1-128,4-13 0,2 0-411,3-2-810,7 5 1870,-4-29 0,3-6 1,-1-5-1</inkml:trace>
  <inkml:trace contextRef="#ctx0" brushRef="#br0" timeOffset="77713">10664 3479 8252,'-9'4'1080,"7"2"-900,4-4 89,35 6-448,-19-6-451,29 2-2647,-24-4 2538,0-2 1,6-2 0,-4-2 0</inkml:trace>
  <inkml:trace contextRef="#ctx0" brushRef="#br0" timeOffset="77945">10882 3565 9602,'5'9'1439,"1"11"-1169,-2 8-360,0-5-2789,1 20 2879,-3-32 0,4 12 0,-3-18 0</inkml:trace>
  <inkml:trace contextRef="#ctx0" brushRef="#br0" timeOffset="78162">11052 3286 9332,'0'-19'270,"2"6"-270,-6 18 0,4 11 0,-3 14 0</inkml:trace>
  <inkml:trace contextRef="#ctx0" brushRef="#br0" timeOffset="78479">11226 3575 9152,'-3'7'1529,"-16"1"-1439,8-4-90,-13 5 0,-2 3-540,-4 13 360,8-11 0,3 2-2158,0 24 2338,20-24 0,9 5 0,7-14 0</inkml:trace>
  <inkml:trace contextRef="#ctx0" brushRef="#br0" timeOffset="79102">11189 3739 7803,'16'-24'-450,"-4"3"540,-20 1 0,-3 2 0,-5-6 90,-2 8-91,7 8-89,7-3 90,21 5-90,-1-1 90,27-5 0,3 0 270,-8 0-135,6-1 0,-3 1-135,-20 5 90,-8 17-90,-11-2 90,-9 32-180,-3-7 90,-3 7-3303,1-1 3393,7-24 0,2 2-90,17-26 0,1 0 0,19-21-90,-14 12 0,2-1 0,0 0 0,2 2 45,0 3 0,-1 5-45,-4 8 3276,0 25-3070,-21 15-206,-1 1-90,1 7 0,4-29-90,4 3-1169,5-18 1349,11-5 0,10-5 0,8-6 0</inkml:trace>
  <inkml:trace contextRef="#ctx0" brushRef="#br0" timeOffset="79285">12175 3664 11041,'-3'13'-1093,"-7"-6"1,-4-10 0</inkml:trace>
  <inkml:trace contextRef="#ctx0" brushRef="#br0" timeOffset="91612">13715 7783 8162,'8'-6'1709,"-1"1"-539,-2 4-1080,0 7 179,-1 4-89,-2 15 0,-1 5-135,-1-2 0,-1 4 0,-2 3 0,-1 6 0,-1 4 0,-1 0-316,-2-1 0,-2 2 1,-1 1-1,1 0 0,0-2 271,1-5 0,2 0 0,-1-2 0,0 2 0,-1 1 15,-1 0 0,-2 3 0,1 1 0,-1-2 0,1-3 0,2-7-60,-2 9 0,2-4 201,-1 0 1,1 2 0,1-6-67,-1 4 0,-1 5 360,4-27-360,10-13-90,0-2 0,37 2 0,14 0 0,-14 0 0,6 0-84,-11 0 0,6-1 1,5 1-1,2 0 1,2 0-1,0 0 14,-8-1 0,3 0 0,1 0 0,2 0 0,-1 0 0,2 0 0,-2 0 0,0 0 0,-2 0-308,-1 0 0,-1 0 0,-1 0 0,0 0 0,0 0 1,1-1-1,1 1 0,1 0 360,0 0 0,2 0 0,1 0 0,2 0 0,0 0 0,-1 0 0,-1 0 0,-2 0 0,-4 0 0,-3 0-18,7 0 0,-5 1 0,-2-1 0,-1 0 0,3 1-23,0 0 0,2-1 0,0 1 0,0 0 0,-1 0 1,-4 0 125,4 1 0,-3 0 1,-1-1-1,-1 1-37,7-1 0,0 0 0,-5 0 60,-3 1 0,-6-1 90,-9 0 966,-5-1-966,10 2 3096,-11 0-2956,3 0 690,-7-1-920,-5-4 180,-3-6 0,-2-33-240,-4 2 0,-2-9 0,1-1-53,1 11 1,1 0-1,0-2 1,1-4-134,0 1 0,0-3 0,1-3 1,-1-1-1,1 3 0,1 2 133,0-6 1,0 4 0,2 0-1,-1-2-624,1 0 1,0-2 0,0-1 0,0 3-1,0 5 647,0 2 0,-1 6 0,0-4-23,-1-2 1,0-3 0,0 1-1,-1 6 23,0 4 0,-1 1 0,0-8 0,-1-4 0,0 7 0,-1-6 45,-1 12 0,0 2-45,-3 3 0,-21 5 90,-9 6-90,-1 10 0,-5 3-588,8 0 0,-2 0 1,-2 0 609,1-1 1,0 0-1,-4-1 1,-4 0-23,4 1 0,-4 0 0,-4-1 0,-2 0 0,-1 0 0,1 0 0,1 1 0,5-1 15,0 1 0,2 1 0,3-1 0,-2 0 0,-1 1 0,-3 0-15,1-1 0,-5 1 0,-2 0 0,-1-1 0,-1 1 0,2 0 0,2 1 0,4 0 0,6 0-60,-5 1 1,7 1 0,1 0-1,-5 1 60,-1 1 0,-4 0 0,-3 0 0,1 1 0,3 0 0,5-1 0,-4 2 0,4-1 0,-4 1-90,3-1 0,-7 1 0,-2 1 0,-1-1 0,5 0 1,7 0-1,2-1 0,6 0 0,-3 0-472,-5 0 0,-5 1 0,2 0 0,10-2-158,-2 0 585,10-3 0,0 0 135,-1-3 0,7 0 0,12-1 0</inkml:trace>
  <inkml:trace contextRef="#ctx0" brushRef="#br0" timeOffset="93327">14563 8172 9691,'2'-7'3276,"1"1"-6553,-4 19 1486,1-4 3470,-9 31-1545,-1-3 1,-2 1-90,6-12 0,-2 0 241,-4 14 1,-4 6 0,3-8-287,-3 7 0,2-7 0,1-3 0,3-8 90,3-9 0,4-8 90,3-3 3096,6-7-3070,0-2-206,7-4 0,-5 4-90,25 2 90,-7 2-90,11 0 0,4 1 90,-10 0 0,0-1-45,14 1 0,1 0 0,-7-1 0,1 0 0,7 1 0,-2-1 0,-11 0 0,0-1 0,15 1 0,-3 0 45,1 0 0,0-1-90,-21 0 90,-18 0 90,3-1 270,-2 1-180,-3-2-90,-1-3 0,-2 1 0,-2-16 0,0 3-180,2-32 90,-1 19 0,0-2-45,1-10 0,1-4 15,-2 6 0,0-2 0,0 3 30,1-1 0,-1 1-45,0-5 0,0 5-45,-2 13 90,1 9 0,-3 17 0,0 0 90,-4 9 0,-21-6 0,-13-2-90,5-3 0,-1 1 0,6-1 0,-2 0 0,-14-2 0,-7 0 0,4 1 0,5 0 0,-2 1-486,10 0 0,-6-1 0,-2 1 1,2 1-1,6 0-1153,-11 2 1,5 2 982,-10-2 1,5 1-1,10 11 1,17-5 0</inkml:trace>
  <inkml:trace contextRef="#ctx0" brushRef="#br0" timeOffset="105514">18240 7683 9062,'2'-15'1709,"1"2"-990,-2 7 271,1 1-720,-3 16-180,-1 5 45,-1 12 0,-1 6-46,-1 12 1,0 2-45,1-5 0,-2 2 0,1-6 0,-1 3 0,0 1 0,-1-3-99,1-3 1,0-3-1,-1 5 90,1 1 0,-2 5 0,0 2 0,0-1 0,0-4-667,0 7 1,0-3 0,0 3 648,2-9 0,0 2 0,0 1 0,0-2 0,1-5 27,-1 11 0,0-2-24,3-7 1,-1 6-1,0-2 1,1-7-22,1-4 0,0-2 0,-1 6 0,0 3 0,1-6 90,0 3 179,-2 1 25,3-17-24,-1 1 1667,8-18-1937,17 8 0,14-4 0,-4 2 0,5 0-1093,-5-3 1,1-1 0,2 0 1055,3 0 1,2 0 0,-1-1-2,-1 0 0,-1 0 1,-1 0 37,-4-1 0,-1 0 0,4 0 0,1 2 0,5 0 0,2 0 0,1 1 0,-4 0-558,2-1 0,-1 0 0,-1 1 1,3 0 557,2 0 0,2 0 0,1 1 0,1 0 0,-2-1 18,-1 1 0,-1 0 0,0-1 0,-2 1 0,0-1-57,1 0 0,-2 0 0,0 0 0,4 0 69,-6-1 0,3 0 0,1 0 0,0 0 0,-2 0 0,-4 0 30,12 0 0,-5 0 0,0 0 807,4-1 1,-1-1 0,-11-1-688,-11-2 289,2-2-289,-9-1 3096,-7 0-3098,2 0 266,-10 2-354,-1-1-90,-5-8 0,0 5 0,-4-7 0,-1-13 0,1 3-90,-1-21 60,5 12 0,3-5 1,0-4-627,2 4 1,1-3-1,1-2 1,0 0 0,0 2 536,-1-7 0,0 1 0,1-1 1,0-3 88,2 4 0,0-4 0,2-2 0,-1 1 0,1 3 0,-2 5-60,2-6 0,-1 6 0,1-4 72,-1 4 0,0-3 0,0-2 0,0 4 0,-1 6 18,2-7 0,-1 3-30,-1 0 0,0-1 0,-1 7 30,0-3 0,-2 14 0,-1 0-90,1-5 0,-1 0 90,-2 17 3276,-2-1-3249,-19 12 242,10 0-269,-15 2 0,-3 1 0,-7-4 0,-1 1 0,-3-1 0,2 0 0,-2-1 0,-4 1 0,-5-1 0,-1 0-254,10 0 0,0 0 0,-3 0 0,-3 0 241,2-1 0,-4 0 0,-3 0 1,-1-1-1,0 1 0,2-1 0,4 1-604,-3 0 0,3 0 0,2 1 0,-1-1 0,-2 0 617,1 0 0,-1 0 0,-1-1 0,0 1 0,1 0 0,3 0-130,-6 0 0,2 0 1,1 0-1,2 1 107,4 0 1,1 0 0,1 0 0,-3 0 4,1 0 0,-3 0 0,0 0 0,1 0 0,3 0-12,-8-1 0,3 1 0,-1 0 7,3 0 1,-3-1-1,2 1 1,6 0-23,4 1 0,0 0-15,-9 0 0,-4-1 0,6 0-30,10 3 0,3-1-135,-5 0 0,1 1-1304,-15-1 90,16 0 449,5 0 1136,13 1 1,7 1-1,1 0 1</inkml:trace>
  <inkml:trace contextRef="#ctx0" brushRef="#br0" timeOffset="107630">19388 8493 10051,'-2'-10'1529,"-3"3"-1169,1 4 90,-6 0-180,-12 6-180,4 1 0,-13 7 0,14 0-90,-3 4 0,9-5 0,-4 7 0,10-8 0,-3 6 0,7-7 0,2 2 0,2-3 0,4 4 0,-2-5 0,6 6 0,-6-7 0,6 4 0,-3-4 0,0 0 0,2 0 0,-5-3 90,8 0-90,-1-3 90,0 1-90,-1-2 0,-7-1 89,4-3-89,-2 2 90,4-4 0,-4 2-90,0 0 90,0-2-90,-3 3 90,2-1 0,-3 2 180,0-5-180,-2-1 0,-1 0 0,-2 1 0,0 4-90,-3-1 90,1 3-90,-8-4 0,6 5 0,-11-1 0,12 3 0,-15 4-90,14-2 0,-9 4 0,10-1 0,-1 3 0,3-1 0,1 1 0,4 1 90,1-3-90,1 1 0,10-4 0,-1-3 180,16-13-3302,-6-10 3212,-3 3 270,-7-4-270,-18 14 90,-4 12-90,-2-2 0,-1 16-180,7-7 180,1 1-90,2-2 3366,7-9-3160,1-6-116,2-2 0,-17 6 0,2 6-90,-18 18 90,16-10 0,-1 7 0,18-18 0,-2 0 270,14-19-90,-21 7-180,3-3-360,-21 13 0,7 6 1,-2 3-2918,6 4 2567,7-3 0,-1 4 0,7-6 0</inkml:trace>
  <inkml:trace contextRef="#ctx0" brushRef="#br0" timeOffset="109698">19109 8145 8522,'0'-10'450,"0"1"-270,-2 4 0,-4 1-90,1 2 90,-4 1-180,0 1 89,0 0 181,-17 5-180,13-2 0,-20 6 0,5 3-90,-3 3 45,9-2 0,1 1-45,-4 5 0,-2 5 45,10 1 0,2 1 45,-1 5-60,3 1 0,-1 6 0,2-4 60,2 8 30,3-6 0,0 6 0,1-3-75,4-10 0,0-1 0,-1 15 0,1 3 89,6 3 1,1-4-135,-3-18 0,1-1 45,6 23 0,3-2-45,1-9-135,1-1 1,0-1 44,0-5-405,-1 1 0,-2-3 225,-4-14-1709,6 19 1979,-8-26 0,0 1 0,0-6 0</inkml:trace>
  <inkml:trace contextRef="#ctx0" brushRef="#br0" timeOffset="110564">19111 8076 8612,'8'-8'630,"4"1"-270,0 3 89,7 0 91,12-1-360,-3 2 45,5 1 0,1 1-46,7-1-89,5 3 0,3 0-45,-17 1 0,0 1 0,6 1 0,-1 1-45,12 4 45,-12 6 0,-2 2 45,-2 5-90,4 4 0,-2 4 45,-18-9 0,-4 0-45,3 3 0,-2 1 0,3 12 45,-7 2 0,-2 2 45,-3-13 0,-1 2-30,0 5 0,0 3 0,-1 0 30,-3 7 0,-1-1-45,-2 3 0,-3 1-1116,0-8 0,-3 2 1,1-4 1070,0-1 0,0-3-192,-3 7 1,-2-1 191,-6-2 0,0-3 0,0 0-45,-6 6 0,-1-1-135,0-10-225,-1-4 0,0-1 135,-3 0 0,-10 5-3007,8-16 2466,16-8 1,-17 5 0,19-10-1</inkml:trace>
  <inkml:trace contextRef="#ctx0" brushRef="#br0" timeOffset="119595">12150 3683 7982,'-5'-7'1709,"25"0"-1619,-1 5-45,13 1 0,8 0-1138,-7 1 1,2 1 0,1-1 327,-3 1 1,1-1 0,3 0 1104,3 1 0,5-1 1,-1 1-1,-5-1-160,3 1 0,-3-1 26,9 0 0,-4 0 64,-13 0 359,-10-2-449,-7 1 0,7-1-360,-15 1 933,4 0 0,-6 1 1,0 0-1</inkml:trace>
  <inkml:trace contextRef="#ctx0" brushRef="#br0" timeOffset="120129">12868 3580 9512,'14'8'539,"3"2"-359,27 12-180,-19-10 0,-2-2 0,0 0-90,1-1 90,2 0 0,-3 0 90,-6-3 0,-23 2-90,-15 2 0,-2-2 0,-1 2-135,-3 0 0,0 2-360,0 2 1,1 0-162,3-1 1,1 1-1,-9 9 1,5-3 0</inkml:trace>
  <inkml:trace contextRef="#ctx0" brushRef="#br0" timeOffset="146113">18502 10122 7533,'-15'-1'270,"1"1"179,1 0 91,3 1 0,4 0-91,-1 0-449,10 2 90,-2-1 90,21 5-180,-11-4 90,19 4-90,-11-4 0,11 1 0,2-1 90,3 1-90,-5-2 0,3 0 0,13 0 0,1-1 0,-13 0 0,3 1 0,3-1 0,6 0 0,2 1 0,-3-1-1093,2 1 1,-2 1 0,2-1 1063,-7 0 0,2-1 1,0 1-1,-2 0 29,9 1 0,-1 0 0,-3 0-525,2-1 1,0 1 524,-5-1 0,2 1 0,-2-1-946,2 0 1,1 0 945,-3 0 0,4 0 0,-2 0-15,-8 0 1,-1-1 0,2 0 14,1 0 0,2 0 0,0 0 0,-2-1 0,2 1 0,-2 0 0,1 0 0,1 0 0,1-1 0,1 1 490,-3-1 0,2 1 0,0 0 0,-3 0-460,-2-1 0,-2 1 0,1 0-30,9-1 0,2 1 0,-4 0 533,-2-1 0,-6 1-533,-8-1 3276,-3 1-3182,6-1-94,-14 1 202,7-1-202,-9 1 0,5 0-360,-11 0 416,4 1 1,-9-1 0,1 0 0</inkml:trace>
  <inkml:trace contextRef="#ctx0" brushRef="#br0" timeOffset="147042">18127 10962 8162,'-6'-10'180,"1"1"180,0 2 450,2 1-1,-1 0 450,1 1-989,11-1 90,16 3-270,5 1 0,7 1-341,-4 1 0,2 0 0,6 0 296,-2 1 0,7-1 0,3 1 0,2 0 0,-1 0 0,-2 0-412,0 0 1,-2 1-1,0 0 1,4 0 0,8 1 371,-18-1 1,4 1 0,3-1 0,4 1 0,2 1 0,2-1 0,1 1 0,1 0 0,0 0 0,-1-1 0,-2 1 0,-1 0 0,-4-1 0,-2 0 0,-4 0-352,10 1 1,-5 0 0,-4-1 0,-2 0 0,2 1 0,3 0 0,6 0 345,-12-1 0,2 1 0,3 0 0,2 0 0,2 0 0,1 1 0,1-1 0,0 1 0,-1-1 0,0 1 0,0 0 0,-3-1 0,-1 0 0,-3 0 0,-3 0-111,9 1 0,-4 0 0,-2 0 0,-2-1 0,0 1 0,0 0 0,2 0 0,4 0 111,-4 0 0,2 0 0,3 0 0,0 0 0,1 1 0,0 0 0,-1-1 0,1 1 0,-3-1 0,-1 0 0,-2 0 12,9 1 1,-2 0 0,-2 0 0,-2-1 0,1 1 0,-1-1 0,1 0 38,2 1 0,3 0 1,1 0-1,-2 0 1,-4-1-1,-6-1 1,-8-1 83,-2-2 0,-7 0 44,17-3 140,-24-3-589,-9 1 579,4 1 1,-8 2 0,1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5:30:52.71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2105 3437 7443,'0'-8'2248,"3"3"-2158,10 6 180,13 4-180,-10-2 45,11 1 0,2-1-135,4 0 45,0-2 0,6 1-15,-7-1 0,3-1 0,1 1 0,-1-1 0,0 0 0,2 1-90,-1 0 0,2 0 1,1 0-1,1 0 127,9 1 1,2 1-1,-1-1 1,-2 1-291,0 0 1,-2-1 0,3 1 240,-3-1 0,4 1 0,2 0 0,-3-1 0,-7 0-1378,8 0 0,-2-1 1360,-9 0 0,3 1 0,0-1 0,-6 0 45,-4 0 0,0 0-23,6 0 1,7-1-1,2 1 1,-6 0-23,8 0 0,-1 0-475,-5-1 0,4 1 1,0 0-1,-7-1 475,-6 0 0,-1 1-336,1 0 1,3 0 0,-5-1 425,18 1 336,-19 0 1,2 0-427,1-1 0,-3 1 0,3 0 30,-3 0 0,6-1 0,-3 1-30,-8-1 0,1 1 0,7 0 0,4 0 0,-5 0 2126,15 0-2126,-16 1 0,5 0 0,-4-1 45,-6 1 0,0-1-45,7 1 0,4 0 0,-4 0 0,-3 0 0,-1 0 0,9 1 0,1-1 0,-4 0 0,-1 0 0,-2 0 0,4-1 0,4 1 0,4-1 0,-2-1 0,-1 2 0,1-1-107,0-1 0,4 1 0,-5-1 107,-9 0 0,0 1 227,10 0 0,5-1 0,-3 1-227,-6 0 0,2 0 0,-5-1 0,6 1 0,-1 0 0,-6 0-1108,1 0 0,-4 0 1108,4 1 0,1-1 0,10 1 0,-1 0-464,-10 0 1,2 0 493,5 1 0,5-1 0,1 0 315,-11 0 1,1 0-1,0-1 1,0 1-346,2 0 0,1 0 0,0-1 0,-1 1 0,7 0 0,0 0 0,-3 0 0,-9-1 0,-1 1 0,-3-1 0,8 1 0,-3-1 117,11 1-117,-14 0 0,4-1 30,-3 1 0,4-1 0,1 1-30,4 0 0,2 0 0,1-1 22,-2 1 1,1-1 0,1 1-1,-1-1-22,-4 1 0,0-1 0,-2 0 0,-2 0 0,-5 0 0,-2-1 0,5 0-102,2 0 1,7 0 0,1-1-1,-2 1 1,-6 0 101,4-1 0,-1 1 84,3-1 1,7 1-1,-1-1 1,-11 1-85,6 0 45,-5 0 0,4 0-45,4 1 0,2-1 0,-17 1 0,1-1 0,0 1 0,3 0 0,1 0 0,-5 0 0,-6 1 0,-3-1 816,6 1 0,0 0-816,2 0 0,3 0 0,9 1 0,2-1 45,-4 1 0,0-1 1139,5 0 1,-2-1-1006,3 1-44,-4 0 0,4 1-45,1 0 0,1-1-90,-4 1 0,-1 0 0,-3-1 0,-4 1 90,2-1 879,8 0-924,-20-1 0,1 0-45,20 1 0,-16-2 0,4-1 934,-2-1-934,-1 0-270,15-1-719,-21 3 359,3-3-2248,-12 1 2878,-15-1 0,-13-7 0,-3-2 0</inkml:trace>
  <inkml:trace contextRef="#ctx0" brushRef="#br0" timeOffset="5285">494 3130 7173,'3'-9'1259,"1"-1"-989,-1 5 270,0-1-360,1 15 134,-2 26 1,-2 13-225,-1-5 0,1 5 0,-1-1-250,1-3 1,0 0 0,-1 2 181,0-4 1,-1 1-1,1-1 1,0-3-1580,1 9 0,0-3 1557,-1 1 0,0 0 45,1-4 0,0 1-58,0-7 1,1 2 0,-1-2 57,2 10 0,0-1-75,-1-6 0,1 2 0,0-4-375,1 5 0,1-7 405,0 2 0,0-11 0,-3-23 0</inkml:trace>
  <inkml:trace contextRef="#ctx0" brushRef="#br0" timeOffset="6131">473 3057 8162,'7'-15'0,"10"-1"540,27-1-405,-19 9 0,3-1-1228,16-1 1,8-2 0,-5 2 215,-6 1 0,0 1 907,2 0 0,3-1 0,-3 2 64,2 0 1,0 2-35,-5 0 0,2 1 0,0 0-60,-2 0 0,-1 1 0,2 0 0,9 0 0,2 2 0,-7-1 506,-9 1 0,-4 1-506,1 1 0,-1 1 0,16 3 90,-21-1-45,-1 0 0,-2 2 2864,-5 1-2729,6 9 1640,-12-1-1640,6 19-45,-11-8 0,-2 4-45,0 4 0,-2 4-30,-1 5 0,-1 5 0,-2-1-189,-1-5 0,0-1 1,0 1 128,-1 2 0,0 0 0,0 3-636,-1-5 1,0 3 0,-1-1 0,1-2 695,-1-2 0,1-1 0,-1 4-15,1-3 0,0 4 0,0 2 0,1 2 0,-1-1 0,1-4-100,-1 9 1,1-2-1,1-2 1,-1 1 99,0 1 0,-1 0 0,1-1 0,1-4-15,0-1 0,1-3 0,0-9 150,-1-3-90,0-7 450,-2-1-451,1-11 425,-2 5-334,-10-15-90,-16-9-90,3 1 0,-8-7 0,-3 0 1373,14 8 1,-1-1-1374,0 0 0,-4 0-30,-12 1 0,-8 0 0,1 1-810,6 2 0,0 1 1,-3 1 821,7-1 0,-4 1 0,-1-1 0,0 1 0,0 0-36,-3 1 0,-1 1 0,0 0 0,2 1 0,3-1-540,-6 1 1,4-1 0,-2 1 503,0 0 0,-3 0 0,4-1 0,8 1 0,-8 0-90,7-1 0,1-1-719,0-1-900,-5-4 1799,15 0 0,10-8 0,17 0 0</inkml:trace>
  <inkml:trace contextRef="#ctx0" brushRef="#br0" timeOffset="7053">1161 3559 8612,'-8'-4'810,"-2"3"-720,4 2 89,-5 4 1,2 4 270,-18 24-270,9-3-90,3-6 0,2 0-90,2 6 135,6 2 0,3 1-45,5 7-45,5-1 0,3-1 45,8-5-45,6-8 0,3-3-45,6-6-472,4-5 1,2-4 560,8-14-134,-7-13 1,-4-5-46,-5-4 90,-14 5 0,-4-2-90,-15-18 0,-1 19 79,-2-1 1,-6-1-35,-16 0 0,-5 3 0,11 8 0,-2 1 0,-16-9 0,-2 5-225,8 14 0,2 7-405,-1 2 1,0 3 674,1 2 0,3 3 0,-12 16 0,18-1 0</inkml:trace>
  <inkml:trace contextRef="#ctx0" brushRef="#br0" timeOffset="7765">1193 4077 8342,'1'-9'810,"-1"0"-181,-3 4-539,-8 4 270,-5 4-90,-5 4 90,-17 13-180,4 8-180,1-1 90,16-7 0,3 2-1,3 8 1,2 0-90,-5 12 30,12-8 0,3 4 0,3-6-3307,4-1 3219,2 2 1,2-1-33,20 2-1160,8-7 1250,-17-10 0,2-2 0,2-4 0,0-5 0,10-4-312,6-5 312,4-13 0,-12 2 45,-5-11 0,-1-4-45,0-10 0,-8 6 0,-2-2 0,-10 3 0,-3 1 0,-4 3 0,-2 0 0,1 1 0,-4 1 339,-6-3 1,-4 2-340,-1 3 0,-5 3 41,-16-7 0,-3 3-86,14 8 0,0 3-135,-12 3 1,-1 6-496,10 10 0,2 2-944,-19 7 1619,16-2 0,3 1 0,-3 8 0,4 1 0</inkml:trace>
  <inkml:trace contextRef="#ctx0" brushRef="#br0" timeOffset="8352">937 4433 11131,'-27'-5'1349,"-12"4"-1259,2 4 0,-7 5-90,21-1 0,2 2 90,-10 10-90,10-2-90,1 1 0,0 3-90,-5 20 90,1-1 90,8-9-90,8-16 90,4-8-270,-7 5-270,2-3-449,-8 0 989,-8-14 0,3-6 0,-8-9 0</inkml:trace>
  <inkml:trace contextRef="#ctx0" brushRef="#br0" timeOffset="10602">1122 3786 8882,'-15'4'180,"2"2"-90,10-1 0,8 3-90,2-7 90,18-9 0,-7-12-90,-1 1 0,-10-2 90,-8 12-90,-1 1 0,-4 1 0,-4 7 0,2 1 0,-15 20 0,15-10-90,-8 13 180,19 1-90,22-2 0,-9 0 89,14-20 1,1-8-90,-12-2 45,4-6 0,-3-3 45,-12 1 0,-8-11-90,-4 14 90,-25 20-90,17 2-45,-2 15 0,4 3 45,11-2-45,2 0 0,2-1 45,5-8 0,5 0 90,11-23 0,-4-25 0,1 4-90,-18-20 0,-11 28 0,-18-1 0,7 18 0,-9 4 0,0 22 0,9 6 0,3 0 0,18-3 0,8-22 0,9-16 0,1-5 90,-2 0-90,0-6 0,-4-1 0,-14 3 0,-8-10-90,-11 9 90,-12 8 0,3 12 0,-12 19 0,17-1 0,1 9 0,0 2 0,6-2 0,1-4 0,4 2 0,15 5 0,11-17 0,0 7 0,10-25 0,-4-19 90,-6 6-90,1-11 0,-15 15-90,-9-29 180,-2 13-180,-10-15 90,0 31 0,2 16 0,4 8 0,5 9 0,10 14 90,20 7-90,-2-8 90,17-11-90,-12-24 180,11-24-180,-18 13 45,-7-15 0,-6-1-45,-8 12 0,-12-28 0,1 39-90,-11 5 90,7 12 0,-1 5 0,8 0 0,4 18 0,6-12 0,7 19 0,6-26 90,13-5-90,-11-12 0,9-7 0,-9-16 0,-4 10 0,-4-17 0,-27 11 0,8 9-90,-26 3 90,20 21-180,-14 24 90,19-9 0,15 20 90,6-30 0,11 2 180,5-21-180,-12-1 0,9-3 0,-17 1-809,-4-2 809,-10 10 0,0-1 0,-6 13 0</inkml:trace>
  <inkml:trace contextRef="#ctx0" brushRef="#br0" timeOffset="12032">1320 4140 8612,'0'-18'1349,"0"3"-1079,-2 9 90,-2 1-90,-4 1 180,-7 4-271,-3 2 181,-26 16-270,15 0 0,-10 7 0,15 2-90,9 0 45,6-1 0,1 2 45,3 16-90,4-15 0,3 0 45,7-3 0,4-2-135,9 12 0,5-12 0,3-3 0,8-5 0,-9-8 0,0-3 0,0-6 0,4-7-135,1-18 1,-1-3 134,-1-2 0,-8-3 0,0-10 0,-7 6 90,-13-11-210,-9 14 0,-4-5 0,-1 6 210,-8 0 0,-1 8 0,-3 6 90,-21 20-90,5 9-1071,8 6 0,-4 7 0,4-2 1071,9-6 0,1 3-219,-5 12 1,-1 5 0,7-3 218,10 8 162,0-10 1,5 0-118,13-3 0,3-3-45,1-4 0,21 7 0,-8-28 0,8-8 0,-2-6 0,-14-7 0,-7-5 1480,-13-7 0,-11-1-1436,-9 1 1,-4 2-45,4 2 0,-3 7 517,-11 13 0,3 10-517,15 9 0,-5 5-323,1 12 413,9-8-124,-3 22 34,18-9 0,9-6 0,4-2 0,11 6 0,-1-14 0,2-5 0,15-15 0,0-6 0,-18-12 0,-4-3 0,-2-2 161,-6 5 0,-6-2-71,-16-9-90,-5 11 90,-19-6-90,-13 35 45,17 9 0,1 5-45,3 4 0,2 2 0,2 6 0,4 1-45,7-4 0,6 0-45,8 2 0,3-3 90,2 8 35,16-6-35,14-33 0,-16-6 0,2-4-45,8-7 0,0-3-373,-6-3 1,-4-2 417,-5-2 0,-4 2 90,-2-9-90,-9 2 0,-7 13 0,-2 6 90,-17 20 0,-4 8-90,3 4 0,-6 10 0,2 4 0,14-4 0,8 5 0,3-2 90,6-7-180,13 17 1015,6-30-925,10-8-90,-2-7 90,-4-5-1260,-7-27 811,-15 25-2070,-5-18 2519,-8 29 0,-13 4 0,0 2 0</inkml:trace>
  <inkml:trace contextRef="#ctx0" brushRef="#br0" timeOffset="15535">1036 3602 10141,'-2'-10'540,"2"1"-360,2 3-180,-1-2 90,3-3 0,-2-2 0,3-5-90,-3 6 0,2 0 90,-1-3-90,-1 3 0,1-3-90,0 3 90,1 27 0,0-7 0,1 20 0,0-11 0,-1 0 0,4 5 90,-3-3-90,2 0 90,-4-9-90,-4-12 0,0-10 0,-2-1 0,1-9-90,0 4 90,-1-1 0,-1 0-90,-1 3 90,-1 5-90,0 0 90,2 3 0,-1 5-90,2-1 0,-4 7 90,2 3 0,-2 6 0,4 2 0,0 7 0,2-3 0,1 5 0,0-11 0,1-2-360,-1 3 270,3-10 0,-1 4 0,1-12-719,-2-8 809,0-1 0,1-1 0,0 4 0</inkml:trace>
  <inkml:trace contextRef="#ctx0" brushRef="#br0" timeOffset="16815">1255 3679 8162,'11'-13'1170,"4"-2"-1080,-2 6-90,0-3 359,3-3-359,-7 5 270,17-20-180,-15 16 0,6-12 0,-8 11-90,-4 4 0,0 0 0,-3 7 0,-8 12 0,3-4 0,-5 10 0,4-7 0,-3 5 0,1 3 0,-3 1 0,0 5 0,4-9 0,-1 4 90,0-3-90,3-7 0,-1 5 0,3-7 0,-2 2 90,5-15-90,-1 2 0,2-7-90,5-7 90,-5 13 0,8-18 0,-6 11-90,2-4-270,-16 27 1,4-3 359,-19 34 0,15-19 0,-6 13 0</inkml:trace>
  <inkml:trace contextRef="#ctx0" brushRef="#br0" timeOffset="21585">309 6167 6453,'-4'-9'540,"2"0"-360,-1 3 360,2 0-271,-3-2 91,2 2 270,-2-1 269,2 2 1,0-1-720,-1 15 90,1 8-91,-1 19 1,0 7-90,0-9 0,2 2-60,-1-2 0,0 4 0,0-3-1520,-1 6 1,1-1 1534,1-2 0,-1 1-555,-1 9 0,1 0 555,0-15 0,1 1-148,-1 0 1,1 3-1,0-5 13,0 4 90,0-6 0,1-4 0,-1-11 0,0 4 2501,0 1-2501,1-6 1383,-1 0-1472,0-9 601,3 0-512,0-1 0,4-2 0,22-1 0,-12-2 0,27 0 0,-3 0 0,3 0 0,-7-1 0,1 0-30,2 1 0,4 1 0,-3 0 75,6-1 0,-1 1-45,-12 0 0,0 1 0,2 1 0,10-1 0,2 0 0,1 1-1093,1 0 1,0 0 0,1 0 1053,-1 1 1,1-1 0,-3 0-346,-9 0 0,-3-1 0,0 1 384,17 2 0,-5 0 0,-21-3 0,1 1 0,20 3 0,0-1 90,-5-1-45,-15-2 0,-1 1 315,5 0-180,-13-1 89,4 1 2733,-16-1-2823,4 2 1634,-3-2-1453,1 1-270,-4-5-90,-2-5 90,-3-14-90,-1-2 0,1-3 0,0 3-90,2 6 90,-1-16-558,-1-10 1,-1-3 557,2 18 0,-1-2-30,-1-10 0,-1-6 0,0 0-1028,0 2 1,-1-1 0,0 4 1057,1-3 0,0 1 0,-1 2 0,0-3 0,2 10 0,1 5-90,-1-4 90,1 7 0,1 6 535,-1 4-625,1 5 3366,0 1-2890,2 6-296,-5 14 0,0-4 0,-5 9 0,-27-2-90,16-7 45,-7 1 0,-2 0-45,1-3 0,-1 0 45,-15 1 0,-3-1-1399,0 0 0,-3-1 1354,7 0 0,-3-2 0,2 1 0,8-2 0,2 1 0,-1-1 0,-8 0 0,-1-1 0,2 0 0,4 1 0,2-1 0,-2-1 0,1 1 0,-3-1 0,1 1 0,0-1-802,-5-1 1,2 0-1,-1 0 802,2 1 0,1 0 0,0-1 0,2 0 0,0 1 0,6 0-856,-7-1 856,5 1 0,-1 0 588,0 1 0,3 0-858,-11-1 225,12 1 0,2 0-495,10 0-449,7 0 989,-4 0 0,6 1 0,2 1 0</inkml:trace>
  <inkml:trace contextRef="#ctx0" brushRef="#br0" timeOffset="22951">904 6602 8702,'8'-6'2519,"-1"0"-2160,-5 1-269,-4 0 0,-1 0 0,-6 1-90,1 2 0,-5 0 0,3 1 90,-3 1-90,5 1 0,-5 1 0,1 4-90,1 0 90,-2 4 0,7-3 0,1 3 0,2-2 0,1 7-90,4-4 90,1 2-180,10 0 90,-1-6-89,8 3-271,10-6 270,-10-3 0,18-5 90,-19-4 0,4-4 90,-11-1 0,-4-2 0,-5 3 0,-2-3 90,-2 6 0,-14-11-90,7 13 0,-12-7 0,-5 14 0,6 2-90,-11 6-90,17 0-360,3 5-89,7-4-810,1 0 1439,3-2 0,0-1 0,1 1 0</inkml:trace>
  <inkml:trace contextRef="#ctx0" brushRef="#br0" timeOffset="26065">782 6716 7982,'1'-8'1620,"0"3"-1620,-9 1 0,-7 1 0,0 0 89,-8 1-89,-8-1 0,12 2 0,-14-2 0,11 2 0,-1-1 0,3 1-89,8 1 89,5 0 0,-1-1 0,2 2 89,0 0-89,2 2 0,0 5 90,2-1-90,-1 6 0,1-3 0,0 0 90,0 12-90,1-13 0,-1 18 0,1-16 0,1 3 0,-1-2 90,2-2 90,-1 3-180,2-7 0,4-2 0,3-5-90,8-3 180,21-4-180,-13 4 90,4 0 0,1-1-90,-6 3 0,22-2 90,-25 1-180,16 2-3097,-21 1 3073,8-1 204,-13 1 0,-2-1 0,0 0 89,1 1 1,-4-1-90,-1 0 3276,-6-6-3070,-4-1-206,-2 0 0,-2-2 0,2-1 0,2 4 0,-8-14 0,9 13 0,-7-12 0,6 11 0,1-1 0,1 2-90,0 4-89,1-1-361,-3 2 450,0 3 90,-4 2 0,-1 2 0,-3-3 0,-2 1 0,-4 1 0,0 0 0,0 0-90,-1 1 90,-6 2 0,5-1 0,-8 5 0,16-5 0,-3 3 0,10-4 0,7 3 0,20-5 0,-4 0 0,18-6 90,-19 2-90,1-2 90,-1-1 0,-10 1-90,2-1 90,-21 1-90,5 1 90,-21 2-90,3 4 90,4-1-90,1 2 0,9-1 90,27 1-90,-8 0 90,34-4 89,-16-2-89,-2-1 180,-6 0-270,-25 5 0,8-1 0,-20 8 0,14-3 0,4 4 0,22-6 0,1-2 90,24-9-90,-26 2 90,5-3-90,-36 9-3277,-1 5 3162,-8 0 115,3 8 0,13-8 90,0 5-90,6-7 0,19-3 0,-6-3 0,14-4 3276,-17 2-3160,0-1-116,-6 2 0,-1-1 0,-6 0 0,-18 2 0,7 2-90,-16 2 90,18 0 0,-10 3 0,23-3 0,-7 1 0,40-7 0,-15 1 0,14-3 0,-21 3 0,-1-1 0,-18 0-90,0 2-450,-21 1 361,12 2-1800,-8 1 1979,15-1 0,0 0 0,5 0 0</inkml:trace>
  <inkml:trace contextRef="#ctx0" brushRef="#br0" timeOffset="26649">878 6655 8162,'7'-9'1979,"-2"2"-1799,-8 3-180,-2 4 0,-1 2 0,-1 3-270,3 3-179,2-3 269,2 3-90,6-5 180,3-3 0,1-1 90,6-9 90,-9 3 0,3-5 90,-16 4-270,-2 1-270,-4 3-1529,3 3 1889,4 5 0,3-2 0,2 1 0</inkml:trace>
  <inkml:trace contextRef="#ctx0" brushRef="#br0" timeOffset="28632">1276 6633 7982,'-14'4'360,"2"-1"-180,-2 12-90,7-2 0,-2 2-90,7-1 90,4-4-90,9 4 0,-4-5 0,20-3 0,-6-9 0,2 0 0,-5-3 0,-5-5 0,-3-4 0,0 1 0,-6-3 0,-7 8 90,0-1-90,-6-1 0,0 4 0,0 2 0,-5 5 0,3 3 0,-7 4 0,8 0 0,2 2 0,8-2 0,2-1 0,4-1 0,-1-1-90,4-2 90,-2-2 0,0-2 0,1-3-90,-7-6 90,-2 4 0,-5-2 90,-8 14-90,7-1 0,-8 7 0,11-4 0,0 3 0,4-3 0,3 0 90,2-4-90,2-3-90,-1-1 0,1-4 0,-3 1 0,-3-5 90,-3 5-90,-3-1 90,-3 5 0,-1 2-90,2 1-1259,0 2 1349,10-2 0,-3 0 0,4-2 0</inkml:trace>
  <inkml:trace contextRef="#ctx0" brushRef="#br0" timeOffset="29915">1356 6744 10051,'-6'12'180,"1"-2"-90,0 10 0,2-7-90,-6 29 0,7-24-90,-3 11-90,4-22 90,8-9 90,-3 2-90,11-8 90,-6 6-90,4 0 90,-4 2-90,2-1 90,1 0 0,3 0-90,16-1 90,-14 1-89,17 2 89,-22-2 0,8 2-90,-5-2 180,-2 1-1,0 1-89,-6-1 0,2 1 0,-3-1 90,0 1 90,1 0-90,-1-1 0,0-2-90,-1-1 90,-1 0-90,2-3 90,-2 0-90,2-3 0,-3 0 0,0-5 0,-2 3 90,-1-5 0,-1 9-90,1-3 90,-1 5 0,-1-1-90,-6-2 90,1 4-90,-10-1 0,6 3 90,-30-5-90,22 4 45,-8-2 0,0 1-45,9 2 0,-12-2 0,-1 0 0,9 2-45,-6-1 0,1 1 45,12 2-630,-23 1 90,23 1-269,-13 2-270,17-2 1079,-1 0 0,5 0 0,-1 0 0</inkml:trace>
  <inkml:trace contextRef="#ctx0" brushRef="#br0" timeOffset="31918">1369 6800 8612,'-6'-2'450,"2"0"-450,-1 10 0,3-3-180,-2 7 90,3-5 90,1 3-90,7-8 90,2-1-90,10-6 90,4-5 90,-8 2 0,4-2 0,-11 5-90,-9 5 0,-1 1 90,-9 7 0,3-1-90,14-6 0,-3 1 0,11-6 270,0-6 269,-2 0-539,-3-2 90,-9 7-90,-13 5 0,1 4 0,2 0 90,3 0-90,20-9 0,-2 1 90,13-5 0,-11 3-90,-13 3-3277,-15 3 3252,2 0-65,-14 6 90,20-5 0,1-2 0,7-2 90,7-5-180,-10 2 3366,-4 3-3160,-7 1-116,-6 6-90,7 0 90,11 3 0,6-3 0,15 1-90,-4-4 0,5 2-90,-7-2 1,2 2-1,-4-1 180,-2 1 180,-2 0-1,-16 2 1,5 0-180,3 1 0,4-4 90,20-1-90,-15-1 180,13-2-90,-15 1 270,4 0-360,-24 1-90,6 1 0,-17 2-90,14-2 90,12 1 90,0-2 0,14 1 0,-8-1 270,1 1-270,-21-1-2698,5 1 2698,-3-3 0,8 0 0,12-1 0</inkml:trace>
  <inkml:trace contextRef="#ctx0" brushRef="#br0" timeOffset="33302">785 6596 10141,'6'-8'540,"-1"0"-540,-3 2 90,-1 1-90,3-4 0,0-3 0,1-2 0,1-7-90,-2 5 0,0-1-90,-1 4 0,-1 6 90,1 11 90,-3-2 0,2 15-90,-1-1 90,0-1-90,0 1 90,0-4 0,-1-8 0,1 2 0</inkml:trace>
  <inkml:trace contextRef="#ctx0" brushRef="#br0" timeOffset="34015">954 6577 7892,'9'-4'270,"2"-4"-270,-5 1 0,1-1 0,-1-3 0,0 0 0,-1 0 0,2-1-180,-4 4 180,1 8 0,-1 0 0,-2 9-90,-1 4 1,-1-5-181,0 5-90,1-6 360,0 0 0,1 0 0,0 0 0</inkml:trace>
  <inkml:trace contextRef="#ctx0" brushRef="#br0" timeOffset="34898">1271 6620 6903,'-8'4'1169,"2"-7"-1079,4-3-90,0-4 0,1-2 90,1 6-90,-1-5 0,0 4-180,1-4 180,-1 22 0,3-6 0,-2 14 0,2-11-269,-1-3 269,0 1 0,0-4 0,0 0 0</inkml:trace>
  <inkml:trace contextRef="#ctx0" brushRef="#br0" timeOffset="37981">553 6379 6993,'-3'15'360,"1"0"-270,2 0 0,1 5-90,0-7-90,1 5 90,-1-10 0,0 0 0,0-3 0</inkml:trace>
  <inkml:trace contextRef="#ctx0" brushRef="#br0" timeOffset="38565">503 6287 6633,'-11'0'90,"0"1"0,0 3 0,1 4 0,-1 1 0,-3 15 90,3 5-180,0-1 90,6 17-90,8-24 90,7 21-90,2-19 0,7 4 0,4-8-180,17-3 0,-9-5 180,3-4-180,-11-8 180,-11-1-360,18-12 270,-17 6-180,8-10-37,-14 3 1,-2-4 0,1-6 0</inkml:trace>
  <inkml:trace contextRef="#ctx0" brushRef="#br0" timeOffset="39668">1396 6409 7083,'-8'-8'1349,"3"0"-1169,7 3 90,5-2-180,2 3 0,8-3 0,-2 5 0,10-1-90,-10 4 0,3 7-90,-15 3 0,-6 7 90,-2-4-180,-15 12 90,8-11 90,-5 6 0,8-12-90,2-1 90,4-3-90,10 3-3187,4-4 1633,5 1 1644,1-5 0,-12 0 0,1-1 0</inkml:trace>
  <inkml:trace contextRef="#ctx0" brushRef="#br0" timeOffset="40269">1368 6256 7443,'-9'-5'180,"0"0"-90,5 3 179,-11 3 1,2 6-90,-5 6-90,3 6 90,8 11 0,7 17-180,1-13 90,12 14 0,11-9-90,7-3 0,-12-17 0,2-3 0,19 1 90,8-12-45,-12-8 0,0-2-45,-9 3 0,0-3 90,18-14 0,-5-3-90,-15 2-45,-5-15 0,-11-5-1594,-24 9 1,-6 0 1535,8 0 1,-1 1-307,-11 1 1,-4 6 228,3 10 0,-2 5-585,0 1 1,-1 2 764,-11 0 0,-1 3 0,7 3 0,2 3 0,1 2 0,0 0 0</inkml:trace>
  <inkml:trace contextRef="#ctx0" brushRef="#br0" timeOffset="45482">2346 6173 7533,'5'-7'809,"5"0"-629,-2 6 90,9-2-90,-3 2 90,29-2-180,-18 2 0,20 1 0,-7 1 0,5 1-1183,-10-1 1,1 1 0,2 0 1083,7 0 1,2 0-1,1 1 9,3-1 0,1 1 0,-1-1-756,-7 1 0,0-1 0,4 0 771,-6 0 0,5 0 0,2 0 0,1 0 0,-1 0 0,-3 0-319,-1 0 1,-2 0 0,-1 0-1,1 0 1,3 0 303,-2 0 0,3 0 0,1-1 0,1 1 0,0 0 0,-2 0 0,-1 0-203,6 0 0,-1 1 0,-1-1 0,-1 0 1,1 0 202,2 0 0,0 0 0,0 0 0,-1 0 0,0 0 0,-3 0 0,0 0 0,0 0 0,0 0 0,0 0 0,1-1 0,2 1 0,0 0 0,-3-1 0,-3 1 294,1-1 0,-3 0 1,5 1-295,-4-1 0,7 0 0,2 0 0,1 1 0,-3-1 0,-5 0 0,-4 0 0,-4 0 0,-1 0 0,4 0 0,3 0 0,4 0 0,0 0 0,-1 0 0,-4 0 76,5 0 0,-4 0 0,-1 1-76,-7-1 0,-1 1 0,2-1 0,8 1 0,1-1 0,2 1-23,-10-1 1,0 0-1,2 0 1,3 0 22,0 1 0,5-1 0,2 1 0,0 0 0,-3-1 0,-4 0 30,8 1 0,-5-1 0,5 0-45,-4 1 0,6 0 0,3 0 0,-1 0 0,-4 0 0,-8 0 15,9 0 0,-2 0 0,-5-1 0,7 2 0,2-1 0,-2 0 0,-7 0 0,7 0 0,-2 0 0,-7 0 0,5 0 0,0-1 0,-5 1 0,7-1 0,-1 1 0,-1-1 0,2 0 0,0 0 0,-7 0 0,0 0 0,3 0-20,-2 0 0,4-1 1,1 0-1,-2 0 1,-6 0 19,8 1 0,-2 0 61,-6-1 1,4-1 0,0 1-1,-6 0-61,-2 0 0,-2 0 45,8 0 0,0-1-90,-1 1 0,-3 0 909,-8 0 0,1 0-864,4-1 0,5 1 0,-5-1 0,-5 0 0,0 0-23,7 0 1,6 0 0,1 0-1,-8 0 23,-7-1 0,0 1 30,16-2 0,9 0 0,-8 1 785,-15 0 0,0 1-815,7-1 0,5-1 0,1 1 161,0 0 0,0 1 0,-2-1-116,6 0 0,-1 0-45,-7 1 0,1 0 0,-5-1 1003,-3 0 0,-5 0-913,14 0-90,-5-2 90,-9 0 0,-5 2-90,-3-2 322,8 2-322,-19 0 0,6 1 0,-11 1 0</inkml:trace>
  <inkml:trace contextRef="#ctx0" brushRef="#br0" timeOffset="51118">2330 8904 6273,'-10'-3'270,"-3"-1"-180,5 2 450,-14-4-360,12 3 180,-16-5-181,19 5 1,-6 0 0,8 1 270,-2 1-360,13-1-90,-3 0 180,36-1-180,-19 1 30,15 1 0,13-1 0,-3 0-30,-8 1 0,1 0-535,-4 0 0,5 0 0,1 1 0,-2-1 535,7 0 0,-2 1 0,2 0 0,2 0 0,2 0 0,4 0-99,-15 0 0,3 1 1,2-1-1,1 0 1,1 1-1,-2 0 114,2 0 0,1 0 0,0 1 0,0-1 0,-1 1 0,0-1-15,2 0 0,0 0 0,-1 0 0,1 0 0,1 0 0,0 0 0,2 1 0,1-1 0,-1 1 0,-1-1 0,-3 0 0,4-1 0,-3 0 0,-1-1 0,1 1 0,-1 0 0,0 0 0,0 0 0,-1 0 0,-4 0 0,0-1 0,-2 1 0,-1 0 30,-1 1 0,-1 0 0,0-1-30,8 1 0,1-1 0,0 1 0,-2-1 0,0 1 0,1-1 0,0 0 0,2 0 0,-1 0 0,-6 0 0,-1 0 0,0-1 0,5 1 0,3-1 0,-1 0 0,6 0 0,-3-1-581,-7 1 1,0-1 580,-6 1 0,2 0 0,-2 0 0,-1 0 0,1-1-281,1 2 1,3-1-1,-2 1 326,9-2 0,0 1-332,-13 0 0,0 1 1,3-1 286,11 1 0,2 0 0,-4 0 0,-4-1 0,1 1 0,-3 0 0,5-1 0,0 0 0,-6 1 0,-2 0 0,-1 0 0,9-1 0,5 0 0,-7 0 1150,-16 0 0,-1 1-1150,20-1 0,6 1 0,-13-1 0,1 1 0,-2 0 0,4 1 0,1-1-350,-1 0 1,2 0 0,0 0 349,-7 1 0,0-1 0,0 1-402,2 0 1,0-1 0,0 1 401,1-1 0,-1 1 0,5 0 18,-5-1 0,4 0 0,2 0 0,-2 0 0,-5 1-363,0-1 0,-4 0 0,4 0 363,1 0 0,6 0 0,1 0 0,-1 0 0,-6 0-412,0 0 0,-5 0 0,2 1 394,10-1 0,3 0 0,-4 0 0,7 1 0,-5 0 409,-9 0 1,1 0-410,7 1 0,5-1 0,-2 1 0,-13-1 0,-2 1 0,4-1 0,3 0 0,4 1 0,2-1 0,-1 1 0,-2 0 0,0 0 0,-1-1 0,-1 1 0,4-1 0,-3 1 0,4-1-18,-4 1 0,3-1 0,2 1 0,-3 0 0,-5-1 18,8 1 0,-2-1 0,0 0 0,3 1 0,-7 0 0,-10-1 0,-2 0 0,3 0 0,3 0 0,1 0 0,2 1 0,-2-1 0,0-1 0,-2 0 464,5 1 1,3 0-465,6-1 0,-1 0 0,-19 0 0,0 0 0,14 0 0,6-1 0,-8 1 0,7 0 0,-6 0 0,-1-1 2047,0 0-2002,0 1 0,0-1-45,-2-1 0,-9 2 0,-1-1 0,3-2 0,-1 2 0,0-2 577,-13 3-1297,-2-1 2313,-6 1-1593,2-2 0,-7 1 0,-1 0 0</inkml:trace>
  <inkml:trace contextRef="#ctx0" brushRef="#br0" timeOffset="63985">406 9169 8612,'-10'-7'1529,"-2"17"-1304,-3 27 0,-1 12-165,6-18 0,0 0 0,0 3-30,-2 6 0,-1 2 0,1 2-8,1-2 1,1 2-1,0 0 1,1-3 7,2-2 0,0-1 0,1 0 0,-3 12 0,0 1 0,2-5 15,2-6 0,2-6-45,0 0 90,2-20 179,4 1-179,1-7 0,6 6-3302,32-7 3302,-3-4-90,-10-1 0,2 0-1089,15 0 0,0-2 1089,-19 1 0,2-2-42,7 2 1,6 0-1,3 0 24,-7 0 0,4-1 0,1 1 0,-1-1 0,-4 1 18,3-1 0,-4 1 0,5-1-18,4 1 0,6 0 0,3-1 0,-4 1 0,-9-1-27,-1 0 1,-4-1 44,12 1 0,-2 0 89,-11-1 1,-4 0-90,-1 1 90,9-2 2117,-14 2-2207,2-1 3276,-7 2-3252,4-1 344,8 0-368,-3-1 0,3 1 90,-14-1 180,-7 1 90,-2 0 269,4-1-359,-6 0 0,0-1 90,-6-6-180,-4-6-90,-2-2-90,-3-6 90,3-14-1,4-1-89,2 7 0,2-4-45,2-2 0,1-5 0,1-2 1,-1 3 14,0-6 0,-1 2 0,1-2 30,0 5 0,1-1 0,-1-1 0,-1 4-30,-2 0 0,-1 3 0,-1 4 30,0-12-45,-2 11 0,0 2 45,0 0 0,-3-6 0,-3 25 0,-5 1 0,-2 5-3277,-23 10 3162,16-3-269,-10 2 0,-11 0 0,4-1 384,5 0 0,-2-1-19,0 1 0,-5-1 0,-3 0 1,-2 0 35,0-1 1,-4 1 0,-1 0 0,1-1 0,4 1-18,-4-1 0,3 0 0,-4 0 0,3 1 0,-5-1 0,-1 1 0,3-1 0,7 1 0,-3-1 0,3 1-133,7 0 1,0 0-1,-1 0-92,-12 1 0,0-1 648,4 0 1,2-1 0,13 0 0,3 0 0,-15-2 0</inkml:trace>
  <inkml:trace contextRef="#ctx0" brushRef="#br0" timeOffset="66783">621 9725 9062,'-4'1'540,"3"-3"-540,-8 15 0,4-7 89,-5 8-178,4-7 89,-3 6 0,5-7-90,0 0 90,6-14-90,4-5 90,-1-4 0,3 1 0,-3 6-90,2-8 90,-1 7 0,1-7 0,-4 11-90,2-1 90,-1 2 90,2 2 0,4 2-90,0 0 0,0 2 90,10 0-90,-6 0 0,9 1 0,-10-1 0,-3 1 90,2 0-90,-4 0 89,1 0 91,-3 0 90,0-1 90,1 1 0,-2 0-270,1 0 0,-1 4-90,-2-1 0,-1 5 0,0 4 90,1-5-90,2 12 90,0-9-90,1 5 0,-1-7 0,-1-1 0,-1-5 359,-1 1-269,-10-3 0,-5 2-90,-6-4 0,-2 3 90,-6-1 0,-2 0-90,-3-1 0,8 1 0,1-3 90,12 2-90,-8-1 0,13 1 0,-3-2 0,-1 1 0,1 1-90,-1-1 90,3 1 0,1 1 0,1 1 0</inkml:trace>
  <inkml:trace contextRef="#ctx0" brushRef="#br0" timeOffset="67739">524 9799 7982,'-7'4'1889,"3"12"-1799,5 2-90,1 1 90,5 2-90,-4-16 0,1 6 90,0-8-90,0 0 0,3-2 0,7-7 90,0-4-90,3-12 0,-8 7 0,-4-14 90,-6 19 0,-6-13-90,1 17 90,-5-3 0,-7 25-90,9-7 0,-6 12 0,13-12 0,3 1-90,4-5 90,2-3 0,4-10 0,-5-3 0,-5-4 0,-9 15 0,1 3 0,-1 10-360,9-4-449,5-9-1530,-1-1 2339,5-1 0,-5 2 0,2 2 0</inkml:trace>
  <inkml:trace contextRef="#ctx0" brushRef="#br0" timeOffset="68733">800 9811 7533,'-8'2'629,"0"1"-89,3 0-270,2 4 90,1 8-270,2-3 0,-2 8-90,1-9 0,0 1-90,0-3 90,11-29 0,-7 12 180,6-27-180,-9 20 0,-5 6 0,1 5 89,-2 16-149,3-5 0,1 3 1</inkml:trace>
  <inkml:trace contextRef="#ctx0" brushRef="#br0" timeOffset="71098">1030 9693 7803,'23'-2'989,"-10"3"-629,29-8-225,-15 3 0,2 1-45,10-1 0,0-1-90,-5 1 0,-1 1 44,-1 0 1,-3 1 45,1-1 90,1 1-90,-10 0 90,-5 1 0,-8 1 0,2-1-90,-3 0-90,-1 2 0,-1 2 90,0 5-90,-3-2-90,2 6 180,-2-6-90,1 3 0,1 2 0,0-1 0,0 0 0,-1-4 0,-1 2 0,0-3-90,0 3 90,1-2 0,-1 0 0,0 0 0,-2 0 90,-1-2-90,-3 1 90,-2-1 0,0-1 0,-2-1 0,0-3-90,0 1 0,-4-2 90,1 2-90,-19 0 0,16 0 0,-36 2-3277,15-1 3252,-2 0-335,-1 0 360,22 0 0,-14-1 0,11 2 90,-14-1-90,20 0 0,-8 1 0,12-3 3215,1 2-3215,-6-2 626,1 0-626,0 0 0,3 0 0,3 1 180,1-2-180,0 1 90,1-2-90,0 0 0,0 0 0,1-1 0,0 1 90,1-5-90,1 2 0,-1-6 0,3-3 0,0 3 0,3-3-90,0 9 90,0-1-629,1-1 629,-2 3 0,1 0 0,-2 3 0</inkml:trace>
  <inkml:trace contextRef="#ctx0" brushRef="#br0" timeOffset="72100">1087 9811 10141,'-3'13'270,"0"4"-360,1-5-90,1 4 0,1-4 90,0-2-90,4-7 1,5-9 179,-2-5 90,2-5-1,-8 2-89,-7 7 90,-6 12 0,2-1-90,1 13 0,10-8 0,4 0 90,5-5-90,-2-4 0,2-4 90,-5-14-180,-5 10 90,-12-6 0,1 16-90,-8 7 90,11-3-90,2 3 180,7-5-180,3-2 90,3-5 0,-3 1 0,-3-1 0</inkml:trace>
  <inkml:trace contextRef="#ctx0" brushRef="#br0" timeOffset="72967">1518 9813 8342,'-10'-1'900,"-1"1"-720,4 1 89,1 1-89,-1 1 0,0 3-180,1 0 180,-2 10-90,2-3-90,-1 3-90,3-4 90,3 0-3277,4-2 3072,0 0 115,4-4 0,6-8 0,-4-1 90,6-6 0,-10 0 90,-1-1 3186,-3 0-2980,-3 1-206,-2-1 0,-1 4-90,-5 4 90,2 6-90,-3 6 0,6-2 90,4 3-90,5-10 90,1-2 0,1-10-360,-12-1-3007,-4 1 3241,-4 6 1,3 7 0,4 0 0</inkml:trace>
  <inkml:trace contextRef="#ctx0" brushRef="#br0" timeOffset="75001">537 9337 8252,'8'-5'360,"0"1"-270,-3 2 0,1 0 0,0 1-90,5-1 0,-4 0 90,5-2-90,-5 2 0,11-4 0,-9 3 0,10-3 0,-9 3 0,5 0 0,-4 1-90,8 1 0,-5 3 90,2-1 0,-3 4 0,-9-2 0,5 10-90,-6-5 90,4 10-90,-4-6 90,0 1-90,-1 1-360,1-1 1,4 0 179,2-1 180,2-6-90,2-5 0,4-8 180,0-1 0,3-5 180,-5 1 0,-3 2-90,-2 2 539,-2 1-539,-8 12-90,1-4 90,-11 17 0,5-12-90,-12 16 90,3-9-90,-6 7 90,-14 4-90,14-11 0,-14 7 0,16-12 0,-1-2-90,-1-3 90,5-3 0,-10-2 0,8-2 0,0 0 0,1-6 0,10 6 90,-6-8-90,5 4 90,0-3-90,1 1 0,1 0 0,0 4 90,2 2-90,-2 0 0,2 0 0,-2 1 0,-2-3 0,-3-1 0,2 1 0,-4-2-90,6 3-180,-1 0 270,5-3 0,1 6 0,2-2 0</inkml:trace>
  <inkml:trace contextRef="#ctx0" brushRef="#br0" timeOffset="76735">1098 9330 7533,'-1'-4'1079,"-1"0"-1079,11-2 180,0 0-90,8-6 0,1 0 0,4-2-180,-9 7 180,2 0-90,-8 5 0,6-1 0,1 5 0,-4-1-90,9 9-3187,-7 0 3162,-1 1 115,-2-1 0,-2-2 0,-2-2 0,9 7 0,-7-7 0,8 4 0,-6-8 3276,12-1-3160,3-5-116,7-3 0,-11 1 0,-3-1 0,-11 4 0,7-2 0,-5 3-90,3-1 90,-4 1 0,3 1 0,-2 0 0,1 1 0,0 1 0,-4 1 90,1 9-90,-7 0 0,-2 6 90,-10 6-90,-1-6 0,-4 5-90,-8-2-3187,-3-5 3162,4-2 115,-1-4 0,10-8 0,-4-1 0,0-1 0,3-1 90,6 0-180,-5-4 3366,-1 1-3160,-4-3-116,0 0 0,8 4 0,2 1 0,2 2 0,0 1 0,0 0 0,-3 3 0,1 2 0,-2 0-90,4 0 90,0-1 0,-2-1-90,-3 0 0,4-2 90,-1-10-90,8-1 0,1-17 90,3 11 0,4-14 0,2 8-90,0 1-90,3 1-989,0 10 1169,0 3 0,0 2 0,-1 3 0</inkml:trace>
  <inkml:trace contextRef="#ctx0" brushRef="#br0" timeOffset="89701">672 9699 9152,'-2'11'180,"1"-1"-180,4-1 0,2-4-90,3 2 0,10-5 90,0-3 0,1 0 0,-6-1 0,2-5 0,-9 3 0,-5-6 90,-14 6-90,-7 0 0,-6 5 0,11 0 0,-4 0-90,11 1 90,12-3 90,2 1-90,6-3 0,-13 0-90,-6 3 90,5-2 90,2 2-90,13-2 180,-4 0-630,-18 1 450,3 5 0,-9 4 0,14 3 0</inkml:trace>
  <inkml:trace contextRef="#ctx0" brushRef="#br0" timeOffset="91548">1117 9735 7533,'-9'-4'2338,"0"1"-2338,21 3 90,-6 0 0,33 1-90,-14-1 0,15-2 0,-10 1 90,7-1-90,-14 1 0,19-1 0,-28 1-90,17-1 180,-18 2-90,1-1 90,-3 1-90,-30-3 0,5 2 0,-11 1 0,-4 0 0,-18 2 0,8 1 0,5-1 0,14 0 0,10-1-90,-8 2 90,27-4 0,-5 1-90,39-3 90,-20 0-45,8 1 0,0 0 45,-9 0 0,11 0-90,-25 1 90,-2 1 90,7-1-90,-5 0 0,-5-3 0,-7 3 0,-6-1 90,-17 4-90,14-1 0,-17 2 0,17-2-90,-8 2 90,7-1 0,19-1 0,-1-1 0,22 0 0,-7-2 0,-6 1 90,8-1 0,-13 1 90,2-1-90,-36 3-90,14 0-225,-17 2 0,-1 1-854,5 1-810,-7 1 1889,18-2 0,11-3 0,1 1 0</inkml:trace>
  <inkml:trace contextRef="#ctx0" brushRef="#br0" timeOffset="92633">617 9970 7892,'4'-8'360,"-1"0"-270,1 14-90,-3 2 0,1 17-90,-3-8-1709,-1 8 1799,0-15 0,-1 1 0,1-6 0</inkml:trace>
  <inkml:trace contextRef="#ctx0" brushRef="#br0" timeOffset="93202">595 9941 6993,'-22'-2'270,"-3"9"-90,-4 6-180,5 3 270,0 15-180,12-11-1,-6 21 1,14-21 0,10 21 0,19-6 0,1-1-90,-6-18 0,4-4 0,4-8 0,0-4 0,7 0 45,-5-6 0,-3-5-45,-8-17 0,-12 2 0,-2-1 0,-3-10 0,-22 4 0,-6 4 0,6 13-90,-14 1 0,-3 3-1169,-11 18 899,2-2 360,7 6 0,22-2 0,1 1 0</inkml:trace>
  <inkml:trace contextRef="#ctx0" brushRef="#br0" timeOffset="94000">1278 10010 7803,'1'-10'539,"2"0"-359,5 3-180,-1 3 270,12-2-180,-4 13-90,0-4 90,-21 29 0,-16-2-90,-5 8 0,3-6 0,14-12 0,4-7 0,4 0 0,14-1 0,-2-5-90,16 6-720,0-8-359,-6-1 1169,-1-3 0,-16-1 0,0-1 0</inkml:trace>
  <inkml:trace contextRef="#ctx0" brushRef="#br0" timeOffset="94517">1299 9957 7713,'-12'-11'359,"1"2"181,-11 7 0,-11 11-820,3-1 370,-1 8 270,11 9 1,4 2-361,2-3 135,-3 20 0,5 2-45,18-9-90,1 1 0,7-1-1639,15-12 1,3-4 1491,-13-2 1,3-4-650,9-6 1,7-4 0,-7-4 795,0-4 28,0 0 1,0-4-74,-5-7 1,-3-3 44,5-11-45,-4-5 0,-7-5-703,-21 1 1,-8-1 747,2 2 0,-7 2 376,-18 7 0,-11 3 0,4 6-601,9 5 0,0 6 225,-2 4 0,-7 3 0,2 1 0,6 3 0,5 3 0,3 3 0,-15 4 0,-1 1 0</inkml:trace>
  <inkml:trace contextRef="#ctx0" brushRef="#br0" timeOffset="107016">666 9400 8432,'-9'-4'360,"19"8"-360,-3-6 90,13 6 0,-5-14 0,-5-1 0,2-4 0,-5 5 90,-4-3-90,-19 14-90,8-4 90,-14 11-90,5 8 0,6-6 0,-9 18 0,12-15 0,-2 9-90,7-13 90,4 5-90,3-7 0,4 3 90,8-12 0,-7 1 0,4-9-90,-12-4 90,0 5 0,-7-9 0,2 12-270,-5-4 270,5 1 90,-7-4-90,4 1 0,-7 0-90,2 8 90,1 1-90,4 4 90,6 4 0,6 0 0,3-1 0,0-5 0,-14-3 0,-1 3 0,-6-1 0,3 11-90,17 7 0,10 2-90,8-4 180,1-6-90,-10-7 90,-3-2 0,-7 1 0,4-3 0,-1 0 0,-1-2 0,0 0-90,-2 1 90,1 4 0,-2 0 0,5 1 0,2-1 180,-1-1 0,-1-1-180,-22 5 90,-3 1-90,-7 2 90,5 2-180,11-4 90,6 1 0,3-3 0,15-2 90,-10-1-90,8-1 0,-7 1 0,2 0 0</inkml:trace>
  <inkml:trace contextRef="#ctx0" brushRef="#br0" timeOffset="108666">1253 9339 7083,'-10'-4'180,"2"-1"90,-4-1-180,6 3 90,-12-1-91,9 4 1,-12 3-90,12 4 0,-2 4 0,14-1 0,8-2 0,0-2 90,13-9 0,-17 1 0,11-7 270,-13-1-90,-11-1-180,-2 1 90,-30 11-90,17 4-180,-8 3 90,18 1 0,25-4-90,-5-2 90,10-4 0,-21 3 0,-4 1 0,-6 4-90,6 0 90,4-2-180,6 4 180,9-5 0,-2 2 0,17-10 0,-19 1 90,9-3-180,-16 10 90,5-3 0,1 4 0,16-9 0,-8 1 0,9-4 90,-15 3-90,3-1 90,-3 2 0,0 0-90,0 1 0,-3 1 0,6 1 0,15 0 90,-8 0-90,18 1 0,-25-1 0,29 1 0,-27-1 0,18 0 270,-20 0-90,-2 0-91,1 0-2787,-6-2 2698,-10 1 0,4 0 0,-7-1 0</inkml:trace>
  <inkml:trace contextRef="#ctx0" brushRef="#br1" timeOffset="267281">1657 11285 17645,'7'-3'3276,"0"0"0,-1 2-2135,0-1-817,0 3-1170,-2 2-695,0 3 234,3 16 778,3 10-955,10 11-155,-3-21 1,2-2-1639,6 4 1858,5-17 0,8-8 1683,0-11 0,2-8 0,1 1 388,-4 3 1,1 0 0,2-3 2,-3 0 0,2-3 1,2-1-1,0-2 0,0 0-109,-6 3 0,1-3 0,0 0 0,-1 0 0,-1 1 0,-2 2-48,4-3 1,-3 2 0,-1 0-1,3-1-186,3-3 0,3-2 0,-1-1 0,-3 4 0,-7 4-207,-4 4 1,-4 3 241,3-3 1,-1 2 0,-2 2 0,-17 13 0</inkml:trace>
  <inkml:trace contextRef="#ctx0" brushRef="#br1" timeOffset="268235">1783 13140 12991,'4'-11'1757,"-1"1"-1492,0 17-920,-3 18 585,-1 0 1,1 3-60,1 20-1,2 1 63,5-30-308,34-19-718,-10-12 1,4-6 0,-1 0 1009,9 0 1,2-3 219,-9 0 1,3-3 0,1-3-1,-2 2-202,-6 1 1,-2 1 0,1-1 0,2-2-42,-2 2 0,3-1 1,1-2-1,0 0 1,-1 1-1,-4 2-3,3-2 1,-2 2 0,-2 0 0,2-1-121,7-4 1,2-1 0,-3 2-1,-9 6 1,-1 0 0,4-5-1</inkml:trace>
  <inkml:trace contextRef="#ctx0" brushRef="#br1" timeOffset="270115">1912 14966 22386,'8'-7'3218,"-3"8"-5766,-6 6 1062,-5 20 773,0-6 364,-2 21-2,8-18-279,4 3-185,17-25 1,9-10 612,4-9 1,5-6 0,0-2 232,-7 7 0,0 0 1,1-1-1,4-4-80,-2 1 0,4-4 1,3-2-1,0-1 1,0 1-1,-3 1 1,-4 3-772,1 0 1,-5 2 0,0 0 0,3-2 747,2-1 1,5-3 0,1 0 0,-1-1 0,-3 3 0,-7 4 0,8-8 0,-5 3 0,-2 2-1,0 0 1,0-1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5:35:58.431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9019 4688 7173,'-9'-3'3276,"-1"0"-2954,23 6-322,-8-2 90,16 3 0,-12-4 180,29 2-180,-4-1-61,-3 0 1,7 0 0,3-1-201,3 1 1,4-1 0,2 0 0,-4-1 200,0 2 0,-3-1 0,8 0-158,-11-1 0,6 1 0,4-1 0,1-1 0,-1 1 0,-2 0 0,-5 0 128,4 0 0,-5 1 0,0-1 0,4 0 15,-1 1 0,3-1 0,3 0 0,0 0 0,0 0 0,-1 1-15,1 0 0,0 1 0,1-1 0,-1 1 0,-3 0 0,-3-1 0,0 1 0,-4-1 0,1 1 0,5-1 11,-5 1 0,6-1 0,3 1 1,2-1-1,-1 1 0,-1 0 1,-4-1-1,-7 1-11,1-1 0,-5 0 0,-2 0 0,6 0-385,1 0 1,5 1 0,3-1 0,1 1-1,-1-1 1,-4 1 0,-7-1 384,5 1 0,-6 0 0,5 0 0,-4 0 0,6 0 0,3 1 0,-1-1 0,-4 1 0,-5 0-79,11 0 1,2 1 78,-12-2 0,9 2 0,4-1 0,2 1 0,-1 0 0,-5-1 0,-9 0 0,13 1 0,-3 0-295,-6 0 1,7-1 0,2 1 0,-1 0-1,-6-1 325,2 0 0,-4-1 0,3 1-30,0-1 0,3 0 0,1 1 0,-1-1 86,-6 0 1,-2 0-1,1 1 1,3-1-102,-3-1 0,3 1 0,1 0 0,-1-1 0,-2 1 0,-6-1 15,0 1 0,-4-1 0,3 1 22,11 0 1,6 0-1,-1 0 1,-9 0-23,-6 0 0,-1 1-298,3-1 0,4 1 1,0 0 327,-5 0 0,-1 0 0,4 0 219,0-1 1,5 2 0,1-1 0,0 0 0,-6 0-250,2 0 0,-4 0 0,2 0-195,2 1 0,3-1 0,-1 0 0,-3 0 195,-4 0 0,-2 0 0,-1 0 45,15 1 0,0 0-15,-9 0 0,2 0 0,1 1 15,-5-1 0,1 0 0,1 1 0,0-1 448,-1 1 1,1-1-1,0 1 1,-2 0-464,7 0 0,-2 0 0,1-1 60,-4 0 0,2 0 0,-2 0 0,-6-1 0,-6-1 0,-3-1-45,10 2 0,-3-2 1526,3 0-4848,-7-5 2554,-13 1 1,9-7-1,-9 3 1</inkml:trace>
  <inkml:trace contextRef="#ctx0" brushRef="#br0" timeOffset="13398">15841 8272 11850,'30'-4'234,"-1"0"0,13-5 0,9-2 0,1-2 0,-6 2-234,-10 3 0,-5 0 0,6-1-547,-2 0 1,5-1 0,3-1 0,2 0 0,-2 1 0,-2 0 123,0 1 0,-2 0 0,0 0 1,1 1-1,0 0 423,4-2 0,0 1 0,1 0 0,2 0 0,4 0-55,-9 1 1,3 0 0,2 0-1,2 0 1,0 0 0,3 0 0,-1 0-1,2 0 1,-1 0 9,-6 2 0,1 0 0,2-1 0,0 1 0,1 0 0,0 1 0,0-1 0,0 0 0,-1 0 0,-1 1 0,-1-1 1,-2 1-46,4-1 0,-2 0 1,-1 1-1,-2-1 0,1 1 1,0-1-1,1 1 0,1 0 1,3-1 54,-7 1 0,4 0 1,3 0-1,0 0 1,2 0-1,0 0 1,-1 0-1,-1 1 0,-2-1 1,-2 1-1,-4 0 1,-4 0-1,-4 1 35,22-3 0,-12 2 0,4-1 18,-3 1 0,3 0 0,2-1 0,-5 0 0,-6 0-18,5-1 0,-10 0 1760,1-1-2929,8-1-2108,-30 4 3106,4 1 1,-11 1 0,-5 1 0</inkml:trace>
  <inkml:trace contextRef="#ctx0" brushRef="#br0" timeOffset="13848">20020 7483 9422,'11'-16'1529,"-4"5"-1080,1 1-89,-4 6-180,1 5 0,-1 11-90,-1 6 0,-3 5-90,-5 18-135,-2-13 0,1 0-45,-3 17-45,2-16 0,0-2-944,2-4 540,1-5-1980,0-2 2609,3-9 0,1-4 0,0 0 0</inkml:trace>
  <inkml:trace contextRef="#ctx0" brushRef="#br0" timeOffset="14232">19940 7458 9781,'-6'-14'1979,"3"-1"-1439,4 3 180,11-2-271,10 7-269,-3 2 0,14 4-180,-2 6 0,2 4-270,-2 2 0,0 2 180,5-3 1,-3 4-316,-7 12 0,-7 2 225,-12-8-90,-7 29 0,-28-13 180,5-8 0,-1-7 1,-1-1-1,-3-5-720,-14 6-2467,12-10 3241,8-4 1,8-3 0,10-3 0</inkml:trace>
  <inkml:trace contextRef="#ctx0" brushRef="#br0" timeOffset="14654">20614 7608 10771,'-34'-23'2788,"7"8"-2473,3 18 0,0 8-855,-9 19-269,2 7 539,21-2 90,20-17-180,21-9 900,10-21-180,-5 2 269,-5-25-539,-54 0-3367,-10 11 0,-3 3 3251,9 23 1,23 3-1,2 0 1</inkml:trace>
  <inkml:trace contextRef="#ctx0" brushRef="#br0" timeOffset="15331">20893 7616 10501,'-6'-17'810,"-6"-2"-4087,-11 7 1613,5 3 3073,-8 10-1769,9 15 1129,5-4-1938,-6 24 449,22-12 720,-6 1 3276,25-16-2530,-5-18-476,12-9 450,-2-5-631,-16 33 1,-4-4 30,-13 25 0,-11 17 0,1 0-60,4-9 0,0 0 0,0 2-38,1-4 1,-1 1-1,0 0 1,2 1 67,0 10 0,1 1 0,3-9 0,1 8 135,5-15 0,-3-12-45,-6-28-1,-9-11-89,-3-8 0,-3-4 0,-1 0-90,4 5 45,-5-6 0,8-1-45,27-6 0,-7-1-300,24 12 0,15-1 1,-1 3-451,-11 8 1,-1 1-1,3 0 723,4-4 1,4-1 0,0 0 0,-4 2 0,10-3 0,-4 2 0,-7 4 0,1-1 0</inkml:trace>
  <inkml:trace contextRef="#ctx0" brushRef="#br0" timeOffset="15506">21627 7691 12660,'5'-9'-3277,"-1"-1"2679,-10 6 1,-7-3-1,-9 3 1</inkml:trace>
  <inkml:trace contextRef="#ctx0" brushRef="#br0" timeOffset="22084">8766 12853 9781,'-20'1'1350,"-26"4"-1081,19 0 1,-2 0-180,-3 2 0,-8 2 12,7-1 1,-7 2 0,-5 2 0,-3 0 0,-1 2 0,0-1 0,1 0-513,6-2 0,0 1 1,0-1-1,0 1 1,-2-1-1,0 2 0,-3-1 1,-1 2 260,7-3 0,-1 1 0,-2 0 1,-1 0-1,-1 1 0,-1 0 0,-1 0 1,1 1-1,-1-1 0,1 0 1,1-1-1,0 1 0,1-1 59,-2 1 0,1-1 0,1 0 1,0 0-1,0 0 0,0 0 1,0 0-1,-1 0 0,0 0 0,-1 0 1,-2 1 101,4-1 1,-1 1 0,0-1 0,-2 1 0,0 0 0,0-1 0,-1 1-1,0 1 1,0-1 0,1 0 0,-1 0 0,1 0 0,0 0 0,0 0-26,3-1 1,-1 1 0,0-1 0,1 1 0,-1-1 0,0 1 0,1 0 0,0-1 0,0 1-1,1-1 1,-1 0 0,2 0 0,-1 0 0,2 0 20,-7 1 0,1 1 0,0-1 0,1-1 1,1 1-1,-1 0 0,1-1 0,1 1 0,0 0 1,0-1-1,0 1-25,-1 1 0,-2-1 0,0 2 1,-1-1-1,2 0 0,1 0 1,3-1-1,3 0 0,4-1 1,5-2-164,-10 5 0,9-2 0,3 0 447,-3 3 1,8-2-898,13 0-374,42-16 1004,-6-6 0,9-7 0,-5 0 0</inkml:trace>
  <inkml:trace contextRef="#ctx0" brushRef="#br0" timeOffset="23430">3357 13739 9152,'-16'-4'899,"8"1"271,-11-2-901,11 3-89,-8 4 90,-3 16-180,2 24-90,5-10-225,22 3 0,8-4 135,1-15-90,22 0 1,5-11 134,-18-19 0,-2-7 45,8 5 0,-3-5 119,-14-7 1,-5-6 0,-4 2 60,-5 2 0,-1 5-90,10 11-90,-3 38 0,1 29 0,-1 3-36,0-16 0,0 2 0,1 3 0,0-1 0,-1-1-397,-1-2 1,1-1 0,-1 1-1,0-2 1,0 0 432,2 4 0,1 2 0,-2-6 0,-8-8-90,-16 3 90,-18-32 0,-7-9 0,13 4 0,-2-4 30,-5-7 0,-2-4 0,6 1 60,-1-10 0,12-12-90,24 13 0,14 3 0,9-3 0,0 2 45,0 0 0,2 0-45,0-1 0,5-4 0,1-2 0,-4 1 0,1-4 0,-3 0 0,0 0 30,0 2 0,-1 0 0,-3-4-8,-8 2 1,-2-3-1,-3 0 1,-3 6-23,-1 3 0,-4 0 30,-4-6 0,-3-4 0,-4 8-2736,-13 6 2616,-3-9 1116,4 31-1296,53 18 181,-23-4 44,23 0 0,4-1 45,-5 3 90,10 5 44,-30 3 1,-5 5-45,-3 2 0,-1 1-180,1 4 0,0-1-90,0-1 1,3-4-2790,23 0 2969,-6-19 0,12-12 0,-12-10 0</inkml:trace>
  <inkml:trace contextRef="#ctx0" brushRef="#br0" timeOffset="24583">4454 13569 9422,'-19'-16'2158,"-13"9"-1888,-3 7 0,-8 19-1909,28 4 1,3 1 843,-5 6 1655,9 11-1130,18-9 90,1-14-180,18 6 91,2-31 179,-1-7 45,-12-9 0,-3-3 135,-3-2 3186,1-17-2891,-13 33-385,-3 13 0,6 27 0,-1-5-90,9 8 1,4-2-1,7-11 90,19 9-45,-17-37 0,-2-7 45,7-6 0,-11 4 0,-1-6 45,-5-21 0,-4 0 45,2 0 29,-5 6 1,0-7 0,-3 8-3332,-1 2 3257,-2 10 0,0 2 405,-2 5-360,9 39-90,-4-15 45,9 23 0,2 7-135,6 4 45,-4-8 0,1 3-180,3 0 0,0-1 135,-3-4 0,-2-1 90,0-1 0,-3-1 90,-8 8 3186,-44-12-2620,1-6-656,-4-1 0,37-17 0,47-25 0,-11 3 0,0-2 0,-3 6 0,0-4 0,-6-8 0,-1-7 0,-5 7-1675,-3-1 1675,-1-5 0,-2 1-861,-8 5 951,-2 12 90,-10-5-90,6 21-90,-4 28-90,24 16-90,1 8 810,5-11 0,1-2-630,-4-5-90,0 2 0,-6 0 1096,-13-7-4283,-12 17 1607,1-24 1670,-7-2 0,13-13 0,1-2 0</inkml:trace>
  <inkml:trace contextRef="#ctx0" brushRef="#br0" timeOffset="24766">5242 13484 10591,'2'-13'2519,"1"-3"-5796,-1 7 2994,-5 8 0,-2 3 1,-6 11-1</inkml:trace>
  <inkml:trace contextRef="#ctx0" brushRef="#br1" timeOffset="28700">6785 7840 8684,'14'-2'-240,"13"-2"521,-11-1 6,14 0-195,-5 2-2,-3 1-3367,21 2 2382,-22 1 1752,15 0-818,-10 2 1,-1 0-144,4 0 128,4 0 0,10 1 0,-1 0-29,-6 0 0,-1 0 1,1 0-1,10 0 1,1 1 0,-1 0 1,-8-1 0,-1 1 0,2-1-85,0 0 1,3 0-1,-2 1 1,-4-2 61,-1 1 0,2 0-61,1-1 1,8 0 0,3 0 0,1 0-1,-5-1 52,0-1 1,-3 0-1,-1-1 1,3 0 24,-5 0 0,1 1 0,0-1 1,1 1-1,2-2 16,0 1 1,3-1 0,1-1 0,-1 1 0,-3 0 0,-5 0-24,0-1 1,-5 1 0,6-1 8,1 1 0,8-2 0,3 1 0,0-1 0,-5 0 0,-8 1 8,2-1 0,-1 1 18,3-1 0,9 0 0,3 0 0,-1-1 0,-7 1-18,-3-1 0,-4 0 0,2 0 22,-2 0 1,1 1-1,2-1 1,2 0-5,1-1 0,3-1 0,1 1 0,0-1 0,-2 0 18,-2 1 0,0 0 0,-1-1 0,0 1 0,2 0-36,-2 0 0,2 0 0,-1 0 0,1 0 0,-1 0 0,-2 1 18,-1-1 0,-2 1 0,0 0 0,-1 0 0,1 0-18,3 0 0,2 0 0,-1 0 0,-3 0 0,-5 1-496,8-1 0,0 0 514,-6 1 0,7-2 0,2 0 0,-2 1 0,-6-1-63,10 0 0,-1 0 67,-11 1 1,3-1-1,1 1 1,0-1-23,-3 1 0,1-1 0,-1 0 0,-4 0 81,11 0 1,-2-1-82,-9 1 0,0 1 0,1-1 30,-1 0 0,-1 0 0,0 0-30,7-1 0,1-1 0,-1 1 0,2 0 0,-1-1-699,5-3 0,-6 1 788,5-2 955,-14-1 1,-3-1-955,-7-2 1328,17-12-1001,-12 0-158,-4 5-133,-5 1 1,1 1 31,-3 2-32,6-5 1,3 0-38,-2 5 0,0 1 5,-3 1 1,2-1-134,16-9 0,0 0 48,-14 7 1,-1 1 32,6-5 0,0 0 48,6-12-69,-13-3-94,-15 23-15,4-28-10,-11 27 3374,-4-20-3312,-14-1-37,5 11 36,-6 0 1,-4 1-144,-15-1 90,6 3 1,-8 0-15,-4 5 1,-5 2 0,4 1 182,5 0 0,-3 1-194,9 4 1,-7 0 0,-2-1-1,1 1 1,4 2 148,0 0 0,2 1 1,-2 0 95,-6-1 1,-4-1 0,-1 0 0,0 0-24,10 3 0,-1-1 0,0 1 1,1 0-1,1 0 51,-3 0 0,1 0 0,1 0 0,1 0 0,1 1 1,1 0 0,-1 0 0,0-1-79,-10 0 1,-2 0 0,1 0 0,5 0 50,10 2 1,3 0 0,-4-1-74,-8 0 0,-7-1 1,-2 0-1,1 0 1,6 1 93,1 0 1,5 1-1,-3-1-118,1 1 0,-3 0 1,-1-1-1,2 2 2,1 0 1,-1 1 0,2 0 0,4 0 38,-12-1 0,1 2-30,4 1 1,-5 1 0,0 1-1,10-1 54,7 1 0,3 0-57,-13 1 0,-5 0 1,6 1 123,8-1 1,2 0-44,1-1 0,-1 1-3,-9 1 0,0 0 275,8 0 0,0-1-227,-8 1 1,1 1-19,10-2 1,0-1-242,-6 1 0,2 0 131,-8-3 0,-2 0 0,24-4 0</inkml:trace>
  <inkml:trace contextRef="#ctx0" brushRef="#br0" timeOffset="29834">8271 6748 7443,'9'-4'809,"0"-2"-179,-19 0-270,-20 2-315,1 4 0,-4 1 15,2 2 0,-3 1 0,-4 1-220,1 1 0,-4 0 0,-3 2 0,0 0 0,-1 0 175,2-1 0,0 2 0,-2-1 0,0 1 0,1 0 0,0 0-439,1 0 0,1-1 0,0 1 1,0 0-1,0 0 0,1 0 424,-6 3 0,0-1 0,0 1 0,4-1 0,3 1 0,0 1 0,5 0 0,0 1 18,-1 2 0,0 0 0,3 0-18,-1 0 0,0 1 0,-5 4 0,-4 2 0,1 1 0,4-2 0,0-1 0,0 1 84,-3 2 0,1 1 1,2-1-2,3-4 1,1 1 0,6 0 166,4 6 0,8-1 81,4 3-132,4-1 0,3 0 131,4 13-72,1-1 107,13-4 0,5-2-593,1-3 179,8-4 1,12 4 0,2-5-48,-8-11 0,3-4 0,2-1 0,1 0-80,2 2 0,3-1 0,1 1 0,1-1 1,-2-2 132,-2-1 1,-2-1 0,1-1 0,1-1-1,4-2-54,-3-2 0,2-2 0,3-1 0,1-1 0,0 0 1,1-1-1,-2 0 0,-1 0-8,0 0 1,-1-1 0,0 1 0,-1-2 0,1 1 0,-1 0 0,2-1 0,-4 1 0,1 0 0,1-1-1,0 1 1,0-1 0,-1 0 0,-1 1 0,-2-1 0,4-1 0,-1 1 0,0-1 0,1 1 0,-1-1 0,0 1-1</inkml:trace>
  <inkml:trace contextRef="#ctx0" brushRef="#br0" timeOffset="32167">4825 8047 7263,'-22'-6'2249,"21"0"-2130,23 0 1,20 2 0,6 0-90,-7 0 0,6 0 0,3 0 0,3 0 0,0 0 0,-1 0-499,-7 1 1,-1 0 0,1 0 0,0 0 0,0 0 0,2 0 0,0 0 158,1 0 1,2 0 0,1 0 0,1 0 0,-1 0 0,0 1 0,-3 0 0,-1 0 279,3 0 0,-2 0 0,0 1 0,-3 0 0,-2 0 0,-3 0 496,13-1 0,-6 1 0,-2 0-466,-2 0 0,-1 1 0,-9-1-270,-1-1-38,-16 2 308,8 0 0,-21 0 0,0 0 0</inkml:trace>
  <inkml:trace contextRef="#ctx0" brushRef="#br0" timeOffset="32730">6257 7789 8162,'8'-11'1619,"13"2"-1439,-11 8-1819,15 6 1,2 1-205,-4 2 2344,1 0 0,3 2-501,5 3 0,-1 1 0,4 1 233,-1-1 1,0 1-414,5 3-2033,7-2 2123,-10-2 2034,0-8-1854,-40 0-90,-35 18-45,14-12 0,-3 2-775,-2 2 1,-5 3 0,-1 1 0,5-3 139,-1 1 0,1 0 491,0 0 0,-2 2 0,6-2 0,-4 3 0,0 0 0</inkml:trace>
  <inkml:trace contextRef="#ctx0" brushRef="#br0" timeOffset="33501">2343 7717 8702,'-3'-17'1619,"2"1"-1349,2 3 180,8 7-360,-5 9 134,-3 23 1,-4 10-180,-2-2 0,-1 2-45,0 1 0,-1 3 0,2 0-1093,4-3 1,2-1 0,0-2 989,0-2 1,2-2 45,5 0 0,8-6-168,13-13 0,3-6 45,5 2-913,5-11 1,10-6 0,-8 0 993,-1-8 1,-11 4-1,4-2 1,-8 1 0,-3-8-1</inkml:trace>
  <inkml:trace contextRef="#ctx0" brushRef="#br0" timeOffset="33733">2282 7998 8792,'19'4'584,"16"-8"1,2-4-405,3-1-240,-6 0 0,7-2 0,-6 1-749,7-4 224,-13 5 0,-2 1 585,7-2 0,-11 4 0,5-1 0</inkml:trace>
  <inkml:trace contextRef="#ctx0" brushRef="#br0" timeOffset="34885">2788 8091 10771,'22'-3'450,"-2"-4"-675,-2-12 0,-1-7 45,-2-7 0,-1-2 180,0 5 0,-1-1-45,-2-4 0,-5 1 45,-10-7 0,-2 15-90,11 5 90,1 20-90,35 12 90,-13-8-90,13-2 90,-15-2 0,-6 1 0,-5 19 90,-11 15-90,-5 9-45,-2-15 0,1 1-45,2 14-1549,6-16 1,1-2 1523,3 2 115,10-3 0,20-27 0,-5-7 45,5-7 0,1-8-45,-9-7 0,-3-2 0,-1 5 0,-4-2 45,-7-7 0,-7 3-45,-13 10 90,-22-1-45,-3 37 0,-2 12-45,8-5 0,1 2 0,-8 10 0,5 4 0,18-2 0,7-2-90,7 6 0,6-10 0,6-3 45,6-9 0,2-5 45,16 9 0,-19-14 0,2-4 90,12-9 0,2-7-45,-1-4 0,1-3-15,-8 7 0,3 0 0,-3-4 90,1-7 0,-3-4 0,-5 3-75,-10 7 0,-3 1-235,2-12 0,-9 3 190,-18 12 0,-11 3 90,-5 15-90,-4 11 0,-3 10-45,15 2 0,5 4-45,6-4 0,5 1-45,4 9 0,10-2-45,13-6 1,5-6 179,13 9-65,-8-19 1,1-4-341,-5-8 0,-1-1 45,17 0-135,-17-1 1,-2 0 494,2-1 0,-1-2 0,7-2 0</inkml:trace>
  <inkml:trace contextRef="#ctx0" brushRef="#br0" timeOffset="35150">4235 7898 9242,'4'-22'562,"-1"4"0,0 9 0,-1 4 0</inkml:trace>
  <inkml:trace contextRef="#ctx0" brushRef="#br0" timeOffset="36350">4845 3784 9422,'-9'-12'1529,"10"6"-1349,20 34-270,1 4-45,-2 4 0,1 5-225,-4 0 0,0 1 180,-3-8 0,0-1 90,-2 1 1,2-6-1,14-13 180,-9-20 89,8-24 1,-1-8 0,-1-6-1741,-3-2 0,-1 2 1561,-10 17 180,14-14-90,-7 31 0,15-6-90,-5 9 0,1 2 0,10-3 0,-8 0 0,1-1 45,-4-4 0,-3-1-45,5 0 90,13-10 0,-31 21-90,-4 9 0,-1 26 0,-8 2 1638,4 2 0,2 0-2075,1-12 0,1-1 437,1 2 0,2-3 0,10-8 0,-2-20 0</inkml:trace>
  <inkml:trace contextRef="#ctx0" brushRef="#br0" timeOffset="36566">5632 3525 9512,'1'-14'1619,"-1"3"-2069,5 6-270,-1 5 720,7 9 0,-5-3 0,2 3 0</inkml:trace>
  <inkml:trace contextRef="#ctx0" brushRef="#br0" timeOffset="36867">5958 3383 9242,'7'-18'1079,"-3"7"-629,3-5-90,-3 37-1999,-6 8 1,-1 3 1195,2-5 1,0 1 484,-3 10 0,-2 2-357,-3 4 0,-2 2-1324,4 1 1,-1 0 1249,-1-1 0,1-1 1,2-6-1,4-5 0,4-13 1</inkml:trace>
  <inkml:trace contextRef="#ctx0" brushRef="#br0" timeOffset="37133">6102 3397 9242,'-3'-36'360,"1"10"-1,1 39-224,-1 21 0,-1 7-135,2-14 0,-2 2 0,-1 11 0,-1 9 0,-1 1 0,2-10-45,0-9 0,0-1-270,0 6 0,-1 6 1,1 1-1,2-8 315,5-7 0,2-2 0,1 7 0,1-2 0,16 5 0</inkml:trace>
  <inkml:trace contextRef="#ctx0" brushRef="#br0" timeOffset="37597">6520 3903 9242,'-12'-23'2069,"-7"3"-1710,-3 6-89,-9 16 0,-2 6-270,-5 6-135,1 6 0,4 5-225,14 15 91,6-2-451,52-8 585,-6-37 0,3-8 180,0 3 0,-2-2 0,0-9 0,-6-4 135,-3-13-90,-15 45-90,4 6 0,-2 29 0,2-10-180,17 3 0,-13-20-90,13 5 270,10-21 0,-11-3 0,-3-1 0,-1 1 0</inkml:trace>
  <inkml:trace contextRef="#ctx0" brushRef="#br0" timeOffset="38449">7091 3913 9512,'-9'-20'1799,"-13"-11"-1440,5 20-44,-8 0 0,-1 3-225,1 5-90,-14 5-90,3 22-270,14 0-90,-9 13-449,40-6 449,27-30 450,-3 4 45,-5-20 0,-3-5 135,-5 5-180,4-3 0,-14 16 90,-12 24 0,-7 13-90,-1 3 0,-1 4-30,1-2 0,-1 3 0,-1 2-60,3-8 0,-1 2 0,1-1 0,0-4 45,-2 10 0,1-3 45,0 1 0,1-5-180,-1-12 180,2-15 180,-9-12 180,3-45-270,3 10 90,8-10 0,12-2-135,19 11 0,9 2-15,-10 5 0,1-2 0,3 3-30,4 3 0,1 2 0,3 1 22,-5 3 1,2 0-1,-1 1 1,-4 2-23,0-2 0,-1 1 0,-1 1 0,1-2 0,-6-1 134,-4-6 1,-5 0 45,0-4-135,-4-1 0,-9 4 45,-31 14-180,-8 43 0,5-7 0,20 24 0,13 5-1549,9-21 1,4-3 1446,-5 6 0,3-2 12,16 9-990,8-28-539,-9-8 1709,18-1 0,-16-13 0,-1-4 0</inkml:trace>
  <inkml:trace contextRef="#ctx0" brushRef="#br0" timeOffset="38634">7719 3872 10771,'11'9'157,"-8"2"0,-9-6 1,-10 1-1</inkml:trace>
  <inkml:trace contextRef="#ctx0" brushRef="#br1" timeOffset="51348">12362 8927 12494,'-9'5'2637,"1"0"-2764,2-3 1647,1 0-874,0-5-1293,7-5 558,8-7-14,-1 1 120,26-15-458,-21 19 489,9-7 1,4-2-3249,9-7 3292,-1 2 212,-6 3 1,-3 2 61,-5 5-264,2-3 0,0 1 69,-7 4-44,23-17-38,-25 18-63,9-8 0,0-2 7,-7 7 3243,9-12-3309,-8 9-3244,2-6 3023,-4 5 120,15-17 105,-21 24-71,20-24 16,-20 24 96,15-20-73,-13 18 14,16-21 27,-16 20-4,9-12 3,-12 14-13,5-5 3310,-1 0-3210,9-9-73,-2 4 30,-2 1 74,6-6-155,-6 7 74,8-9 35,-8 10-10,7-3 67,-5 7 15,0 2-78,9-7 95,-14 12-19,9-7-3362,3 3 3307,-11 4 45,22-6-155,-21 10-261,19-7-27,-5 5-227,9 2-96,-6 1-98,5 5-25,-5 3 43,-2 1-96,16 9 405,-27-9 164,5 4 0,-2 0 54,-10-4 13,23 9 170,-21-8-84,17 7 95,-15-6 1,24 10 3289,-23-10-3170,21 8-3383,-8-2 3162,-8-5 116,14 6 1,-24-9-91,15 7 89,-19-9-4,10 7 1,-12-8-2,18 11 149,-12-7-16,4 2 11,-4-1-7,-5-3 3144,8 4-2878,-4-3-106,8 4 34,-8-5-133,5 2 51,-4-2-5,12 4 11,-10-4 2,23 8 0,-9-4-119,12 3-35,-14-5 36,13 3 59,-23-6-184,23 7 166,-14-5-195,1 1 9,14 1 75,2-1 29,-1-1-159,-16-2 0,2-1 53,-2-1 1,-1 0-4,13 3-56,-11-3 1,-1 1 22,-5-1-89,13 3 48,-4-1-18,19 4 1,-24-4 0,0 0-42,23 3-8,0 1 129,-3-1-84,-13-1 78,9 0 33,-19-1-38,6 0 22,-8 0-7,3-1 97,9 3-176,9 2 72,2 1 12,-11-2-23,-14-4 34,2 2-35,-7-3 35,20 6-25,-19-6 28,13 5-8,-16-6-67,11 4 167,-13-4-169,21 4 209,-20-4-226,18 2 28,-20-2-14,17 1 21,-13-2-26,21 4 17,-16-2-13,7 0-7,-7-1 122,0 0-4,1 0-20,-2 0 1,4-1 8,-1 0 25,7-1 9,1-2 100,-3-1-67,-6 1-169,0-2 34,-11 3-4,2-2 12,-2 0-13,0 1-30,3-1 14,-1 1-64,-1-1 99,4 1 33,-1 0-10,5 2-43,-2 0-96,-1 2-1261,1-1 1383,-6 2 1,3 1-1,-5 1 1</inkml:trace>
  <inkml:trace contextRef="#ctx0" brushRef="#br0" timeOffset="53833">13657 9887 8342,'-9'-3'450,"0"-1"629,1 1-89,1 0-246,-2 0-279,2 7-342,4 1 138,1 10-81,2 1 269,5 30-359,-1-20 0,2 19-8,-1-10 1,0 0-8,2 4-27,0 4 1,3 10 0,-1-2-4,0-2 0,1 0-15,-1-6 0,1 4 0,0-3-30,-2-7 0,1-1 0,0 0 30,2 1 0,1 1 0,0-1-30,0 0 0,-1 0 0,0 1 0,0-1 0,1 1 0,-2-2 0,2 8 0,-2-1 0,-1 2 0,0-1 0,2 1 0,0 0 0,-1 0 0,0-1 0,1-5 0,0-1 0,-3-5 0,-1 0-45,0-2 0,-1 0 45,0-2 0,0 0-45,-1-1 0,1-1-3232,4 11 3162,-1-9 115,3 17 0,-8-25 0,4 16-90,-5-19 90,3 12 0,-4-18 0,6 23 3276,-3-9-3160,1-2-116,-1 7 0,-4-22-90,3 21 90,-3-16-90,0 13 90,0-11 0,-1-5 0,-3 3 0,-3-3 0,0-2 0,-5 0 0,-5-6 0,-13-1 0,-5-2 0,2-1 0,-14-4 0,3-1 0,-6-2 0,5 2 0,8 2 0,9 1 0,1 0 0,-5-1 0,7 1 0,-13-1 0,-5 2 0,2 1 0,1 1 0,7 0-3277,3 1 3162,12 0 115,-5 1 90,4-1-180,-1 0-719,-6-3 809,10-12 0,6-3 0,7-11 0</inkml:trace>
  <inkml:trace contextRef="#ctx0" brushRef="#br1" timeOffset="54966">13342 10213 11168,'3'7'146,"1"8"-131,-3-4 325,0 21 44,-7 8-217,-2 3 10,-5 2 0,-4 4-163,5-15 1,-1 1 0,0 0-96,1 0 1,-1-1 0,0 1 99,-2 6 1,-1 0 0,2-2-12,-3 5 0,2-5-60,4-9 0,-1 0-12,-4 11 1,1-4-110,3-2-26,-5 9-3078,2-3 3252,8-26 26,-3 9-23,6-16-91,0 1-629,0-2 736,-3-8 0,3-1 1,-1-5-1</inkml:trace>
  <inkml:trace contextRef="#ctx0" brushRef="#br0" timeOffset="57751">16531 8662 8612,'29'25'630,"-4"-2"-360,10 11-46,-15-4 1,-2 0-135,2 4-30,-8-2 0,0 6 0,-2-2-15,-5-2 0,-2 1-15,0 4 0,1 3 0,-2 0-1123,-2 1 1,-1 1 0,-1-2 797,0-7 0,0-1 1,-1-1 489,0 14 1,-1 0-196,1-12 0,-1 0 0,1-1 0,0 13 0,-2 3 0,2-11 0,-1 5 0,0 0 0,0-3 0,0-1 0,1-2 0,-1 0 30,1-1 0,-1 1 0,0-7-30,-1 10 0,-3 4 3160,6-25-3160,-3 6 0,-1 3-2602,1 10 2602,-1-2 0,2-4 90,2 3-90,1-11 45,0 2 0,2 1 45,1 14-90,2 1 135,3-8 0,4 2-46,4-2 1,2 2-786,-2-5 0,0 2 0,1-2 696,2 1 0,0 0 786,-1-2 0,1 1 0,-3-4-696,4 7-90,2 5 0,0 2-1089,-5-8 0,-1-3 1089,-3-6 0,0 1 30,3 5 0,1 3 0,-2-6-30,0 1 30,-1-1 0,2 6 0,-2-4 60,1 12-45,-3-9 0,-1 3 1134,-3 5 0,-1-2-1179,0 6 45,-1 4 0,-2-1-45,-1 0 45,0-9 0,-1 2-45,-1-5 0,0-1 0,-1-7 0,1 0 0,-1 21 45,0-18 0,0 0-45,1 9 0,-1-8 0,1 0 0,2 11 0,-1-14 0,0-7-630,-1-10 2223,-1-5-1593,-8-5 0,-2-5 0,-8-7 0</inkml:trace>
  <inkml:trace contextRef="#ctx0" brushRef="#br0" timeOffset="60985">15659 10697 8612,'8'2'1349,"-1"0"-809,-4 1-90,1 12-450,-3-6 360,-4 34-316,-1-17 1,-2 0 0,1 4 0,-1 2-15,-2 6 0,-1 5 0,0-6 15,4-13 0,-1 1-15,-2 15 0,-3 6 0,3-6-30,3-15 0,1-1 45,-3 16 0,0 1 0,3-6 0,2-2 0,-1-3 0,1-1-45,-2 20 180,1-7-90,1-21 0,0 5 0,-1 7-90,0-11 0,-4 17 90,1-11-90,0 3 0,-7 15 0,6-22 0,-7 19 90,3-21-180,3 0 90,1-7 0,3 0 0,2-8 0,-1 6 0,1-3 0,-1-3 0,1 1-90,4-3 90,4-2 0,5-2 0,11-3 0,9-3 0,-8 0-90,7-1 90,-7 2 0,5-1-90,-3 3 90,11 2-90,-10 4 90,4-1 0,-6 3 0,-5-2 0,-3-1-90,0 0 0,-4 0 0,0 0 0,-2-1 90,1 0 0,-5-2 0,0-1 0,2-9 180,-7-14-135,-1-1 0,-1-1-45,-4-15 90,-3-8 0,0 0-90,3 17 135,-3-16 0,1 0-45,3 10-45,0 11 0,2-1-45,3-14 90,2 14-45,2 2 0,2-2 0,-1 3 0,1-1 0,1-6 0,0 1-45,3-16 89,-8 18 1,0 3-90,-2 3 45,-1-10 0,-1 2 45,0 12-90,-2-10 0,0-3 90,-1-6-90,-2-10 0,2 16 0,1-5 0,1 17 0,0-18-90,1 17 90,2 2-449,0-1-541,1 10-2287,2-5 2837,-1 5 0,-2-4 0,1 0 0</inkml:trace>
  <inkml:trace contextRef="#ctx0" brushRef="#br1" timeOffset="66267">11992 9382 12852,'-4'8'277,"-7"3"987,-4 1-457,-3 2-342,1-1-172,3 2-161,4-3-113,2 0 352,0 1-72,5-6-430,-1 1-167,0 7-88,2-6-24,-2 11 150,0-2-17,1-3-16,0 1 96,2 3-29,2 2-72,-1 7 124,2-8-15,-1 2 17,-1-2 141,1-2-93,-4 3 63,1-8 153,0 0 34,-3 4 41,3-10 57,-3 5 56,1-4 15,-3 5 29,0-1-76,-1 5-86,4-9 9,-1 10-165,3-8-70,-2 8-42,1-3-50,-2 4 20,0-5 6,1-1 30,0 4-11,1-8 126,-1 10 21,0-5-30,2-2-226,0 5-29,1-9-135,0 5-6,2-4 48,0 0-119,3 3 0,-3-5 111,2 6 38,-2-4 106,-1 0-61,1-1 104,0-1 45,0-2 74,2 0-35,0-2-17,3-2 375,0-3 10,0 0-195,8-9 9,-2-2-6,9-10 21,7-14-73,-13 14 0,-1 0 130,10-17-195,-2-3-117,-11 16 93,-2 6-5,2-12 91,-6 18-82,3-8 6,-3 9 16,-2 5-185,0-1 91,-1 2-258,0-1 167,1 3 217,3 9-149,4 6 74,-1 1-114,10 16-2,0-1 9,0 1 85,6 1-70,-7-9 67,4 4 56,-4-4-67,-3-4 108,-3 1-7,-5-2-5,-1 2 101,-7 2 39,-5-3-55,0-1-5,-1-1 105,-4 0-73,3-4 19,-11 10 5,6-6-1,-3 2-48,-2 2-43,6-7 101,-3 4-114,7-7-8,0 2 74,-5 5-97,-1 3-18,1 1-1,1 1-7,3-1 71,1 1-91,2 3-17,2-5 3,2 2-14,2-9 9,2 11 70,1-11-98,4 7 3,2-2-7,-2-6 4,14 6 9,-8-9 106,19 3-87,0-6 20,-6 0 18,23-3 10,-29 0 126,27-3 7,-22 1 1,10-1 0,3 1-90,-1 3 80,-8-2-86,-2 6 73,-12-2-119,1 1 2,10-1-93,-3-2 1,1 0 0,-2-2-79,-4-3 85,0-1 17,0-1 6,-1 0 147,2-10 180,9-13-101,1-5-73,-13 15 0,-1-1 60,8-16-6,-7 9-5,-1 4 2,-1-4-68,-6 13-88,7-17 6,-6 11 94,0 0-85,4-9 7,-8 16 90,12-24 4,-6 11-85,3-6 3,-4 9 1,0 0 0,5-10-443,1-1-1531,-6 11 1972,-8 15 0,-3 0 1,-1 1-1</inkml:trace>
  <inkml:trace contextRef="#ctx0" brushRef="#br0" timeOffset="67316">11926 9393 7533,'11'-9'719,"-3"2"-179,20 2-90,1-1-90,17-7-271,-8-1 91,0-5-180,-20 6 180,8-8 90,-9-10-90,-1-9-90,-5 2-90,-12 8 90,-1 11-90,1 6-90,-1-2-270,0 5 200,2 0-82,1 3 94,3 2-58,0 2 11,4-1 185,-2-1-4,1 0-1,-1-3-544,-3 1 618,0-1 0,-1 3 0,-2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5:37:33.79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10413 4727 7173,'4'-16'2518,"1"2"-1888,0 6 809,0 2-1349,-2 9 270,-5 5-360,1 1 360,-19 19-270,4-6-45,2-3 0,-2 4-1684,-7 13 1,0-1 1670,9-13 1,0 2-3,-7 9 1,-5 6 0,0 2 0,4-7 14,1-2 0,1-1 0,-3 6 0,-5 7 0,0 2 0,4-6-45,5-8 0,1-3 0,0 2 22,0 0 1,0 1-1,-1 2 1,0 0 44,-4 6 1,0 1-1,-1 1 1,1 1-32,3-7 0,1 0 0,-1 2 0,1-1 0,-1 0-462,-1 2 0,-1 1 0,0 0 0,1-1 0,1-1 448,-1 1 1,2-1-1,0-1 1,-1 0-1,-1 2 1,0 1-1,1-3 1,2-5-253,2-2 0,-1-1 252,-2 2 1,-3 6-1,0-1 1,3-7-23,-10 11 30,9-13 0,-4 5 0,1-2 966,-5 5 0,1-1-996,4-7 0,1 1 0,-1 0 0,-8 11 0,2-1 0,2-5 0,3-1 20,2-3 1,2 0-21,0 2 0,0-2 0,2-1 0,1-1-45,2-3 0,1-1 2999,-8 14-3044,0 2 1141,5-9-1141,-7 10 90,10-19 0,-5 6-90,7-9 0,-2 1 90,9-10 0,-9 10-90,6-8 0,-4 7 0,4-6 0,-1 6 90,3-7 0,-2 5-90,4-4 0,-1-2-89,4 4 89,2 0 90,0-1-90,3 0 90,4-7 0,25 1 0,0-3 0,3-3 0,3-1 0,-8-1 0,2-1 0,6 0 0,5-1 0,2-1-820,-7 1 1,2-1 0,0-1 0,-2 2 780,4-1 1,-2 0 0,1 0 38,1-1 0,1 1 0,-1-1-27,-1 0 1,0 0 0,-3 1 26,1-1 0,2 0 0,-1 0 0,7 0 0,1 0 0,-2-1-583,-8 2 0,0 0 0,-1-1 0,-2 1 553,4 0 0,-2 0 0,4 0-71,6-1 1,6 1 0,-1-1 0,-9 2 55,-7-1 0,-1 1 22,1 1 1,6-1-1,0 0 1,-4 0-23,10-1 0,-3 0 45,-2 1 0,0 0 17,-8 0 0,0 1 0,-5-1 73,12 1-90,-10 0 0,-1 0 90,-3 1 0,-2 0 2202,16-1-2202,-25 1 9,6 1 1,3 0-100,7 1 0,9 1 1638,-10 0 0,-2 1-1702,-4-1 19,9 2 0,1 0-45,-4 1-45,-5-1 0,1 0-225,19 6 270,-11-2 0,-4-1-179,8 4 89,-13-4 90,14 5-90,-3 1-90,-1-2 270,-1 1-180,7-1 0,-11-2 90,-2-2 0,12 7 0,-27-9 0,20 6 90,-19-6 0,5 1 0,-8-2 0,3-1 0,-8-1 0,5 3 0,-8-1 1260,0 2-811,-15-9-269,6 3 540,-23-15 0,-1-10-496,4 6 1,-3-5-105,-1-2 0,-1-3 0,1 2-75,-4-3 0,1 0 45,1 0 0,-2-3 0,4 2 45,0-2 0,3-1-45,5 6 0,1-2 0,1-1-61,1 0 1,1 0 0,1-1 0,0-1 0,0-1 0,-2-3 15,0 2 0,-2-3 0,0-1 0,0 1 90,0 0 0,-1-1 0,0 0 0,0 2-573,1 1 0,0 0 0,0 1 0,0 0 557,-4-10 1,-1 0 0,3 4-1316,-1-2 0,1 3 1241,4 7 0,1 1-61,1 4 1,0-1 150,3 0 0,1 1-135,-4-10 45,0-4 0,-2-2 0,5 13 0,0 0 0,-1-1 0,1 2-45,2 5 0,-1 1 45,-4-9 0,2 3-45,0 2 0,-7-15 0,0-1 90,0 0-45,2 8 0,0 0-45,-1-2 90,1 4-90,-6-5 90,11 17-90,-5-8 0,-2 0 89,-4-5-89,9 13 0,-1 0 45,-2-3 0,3 2-45,0 1 1195,-7-17-1105,13 17-90,2-1 3276,-2-14-3179,-1-3-97,2 14 0,0 1 0,-7-18-61,1 17 0,-1 2 61,2 4-225,-3-2 0,0 1-584,3 7-721,-8-9-1747,0 4 0,9 8 2936,-5-1 1,5 5 0,-2-1 0</inkml:trace>
  <inkml:trace contextRef="#ctx0" brushRef="#br0" timeOffset="4051">9051 11700 7083,'7'-7'720,"-1"0"-451,-1 2 181,1 0-360,2-2 90,5-4-90,-4 4 360,13-12-360,-13 12 90,13-14-91,-5 5 1,-1-1-90,-1 1 90,3-2 0,-9 9-90,9-8 90,-1 2 0,7-6-90,-4 4 0,17-13 0,-22 18 0,22-16 90,-14 12-90,1-1 180,4-3 90,0-1-180,6-6-90,-4 4 0,-3 4 0,-2 4 0,-2 2 0,2-1 0,-7 6-180,9-3-90,-1 4 0,-2-1-1889,4 1 2159,-21 5 0,7-1 0,-8 2 0</inkml:trace>
  <inkml:trace contextRef="#ctx0" brushRef="#br0" timeOffset="5334">10681 11084 8432,'13'2'990,"3"2"-631,-4 3 91,10 5-90,-1 0 0,2 3-180,9 5 0,1 0-136,-4-1 1,1 1 45,7 6 0,-1 1 0,-6-1 0,0 1-60,-3-5 0,1 0 0,0 1 15,8 7 0,-1-2-45,-1-1 0,-2-3 0,-6-6 0,-4-1 0,5 2-45,-4-2 0,-1 0 45,-2-2 0,13 10 0,1 4 0,-2 6 0,0 2 0,-5 2 0,-13-16 0,1 1-45,1 3 0,2 1 45,1 3 0,0 1 0,-3-5 0,-1-1 0,7 14-3277,-4 0 3162,-7-16 115,1 6 0,0 6 0,-5-11 0,-1 2 0,0 2-539,-2 17-946,-2-20 1,-1-1 917,-1 15 0,-3-12 0,0-14 0</inkml:trace>
  <inkml:trace contextRef="#ctx0" brushRef="#br0" timeOffset="6300">11701 12312 8972,'3'-12'989,"1"-3"1,0 8-271,-1 20-359,-2 5-90,-5 25 0,-1 4-180,-2-3 0,-1 0 0,-2 8 0,0-3-45,2-7 0,-1 0-15,0 2 0,-2 5 0,0 2-85,3-14 0,0 3 0,0 1 0,-1 0 0,-1-1 55,0 1 0,-2 0 0,0 0 0,-1 0 0,1 0-631,0 1 1,1 1 0,-1-1 0,-1-1-1,0-1 631,-3 4 0,-1-1 0,-1-2 0,0-3-60,-1-2 0,0-4 0,2-3 15,0 0 0,1-2 0,-2 0 0,2-4-224,0-6 179,2-6-90,-7 6-90,-5-3-325,-10 4-2644,-8 0 3239,12-4 0,7-6 0,18-7 0</inkml:trace>
  <inkml:trace contextRef="#ctx0" brushRef="#br0" timeOffset="15817">18063 14424 10141,'14'-6'810,"4"1"-630,11 2 0,9 0-121,5 0 1,6-1 0,2 0-38,-10 1 1,0 0 0,2 0-1,1 0-171,0 0 1,3-1 0,0 1 0,0 0 0,-1 1 148,-4-1 0,-1 1 0,0 0 0,0 1 0,1-1-138,1 0 0,1 0 0,-1 0 0,3 1 1,2-1 149,-3 1 1,3 0 0,2 0 0,1 0 0,-2 1 0,-1-1 0,-3 0-597,1 1 1,-3-1-1,-2 0 1,2 1 0,4 0 549,-5 0 0,5 0 0,3 0 1,0 0-1,0 1 0,-2-1 0,-4 1 1,-5 0 10,3 0 1,-7 0-1,0 0 1,5 1-122,1-1 1,5 1 0,1 0 0,2 0 0,-1 0 0,-1 0 83,-3 0 0,0 0 0,0 0 0,0 1 0,-2-1 0,0 0 42,-2 0 0,-2 0 0,0-1 0,2 1 0,4 0-39,0 0 1,5 1 0,3-1 0,2 1 0,-1 0 0,-2-1 0,-4 0 0,-6 0 11,2 0 0,-7-1 0,-1 0 0,7 1 0,-4-1 0,4 1 0,3 0 0,2 0 0,0 0 0,0 0 0,-1 0 0,-4-1 0,4 1 0,-2-1 0,-1 0 0,-1 0 0,1 0 0,0 0-123,1 0 0,1 0 0,0 1 0,0-1 0,-2 0 1,0 0 149,2 0 0,0 0 0,-1 0 0,-2 0 0,-2 0 18,6 0 0,-3 1 0,3-1-45,1 0 0,4 0 0,-1 1 0,-5-1 45,-10 0 0,-4 0 0,4 0-23,8 0 1,6 0-1,1 0 1,0 1-247,-5 0 0,0 0 1,1 0-1,-1 0 1,-5 0 268,7 0 0,-5 0 0,4 0 0,-3 0 0,3 1 0,2-1 0,-1 0 0,-4 0 501,8 1 1,-3-1 0,-3 0-547,1 0 0,1 0 22,-7-1 1,5 1 0,1-1-1,-2 1 5,4-1 1,-2 1 0,-1-1-43,1 1 0,-1 0 0,-3 0 751,4-1 0,-5 1-1276,-11 1 0,-6-1 585,-7-1 0,7 1 0,-19-2 0</inkml:trace>
  <inkml:trace contextRef="#ctx0" brushRef="#br1" timeOffset="18318">15974 13361 19547,'3'-8'1113,"2"0"-750,2 7 400,5 7-1642,-1 3-113,11 17 452,-6-4 1,1 2 93,8 9 0,0 2-218,1-1 1,-1-1 33,0 1 0,1-2-1009,0-2 1,-1-3-1246,4 5 2505,5 1 1,3-1 272,-9-14 1,-1-2 261,2 5 0,1-2-1108,10-1 1,-2-6 1491,2-5-443,-5-3 0,7-1 0,0-1-77,3-3 1,1-3 0,-1 1 114,-2 1 1,0-1-1,1-1-49,-4-1 0,2-2 1,-1-1-1,-4-1 50,1-4 0,-2-2 0,-2 1 1273,8-2 0,-1-1-1164,-3-1 1,-2-3-217,-7-1 1,-3 0-26,-7 5 1,-1-2 46,12-9 0,-1-4-54,-10 3 1,-4 0-343,3-7 210,-7-5 0,-2 0-535,-6 4 379,1-5 0,-2-4 56,-4 7 0,-2 1 14,0-10 0,-2-2 1168,1 14 0,0 0 0,-2 0-1197,-4-10 0,-1 3-102,2 10 1,-1 4-504,-12-9 839,0 26 0,4 7 1,-4 4-1</inkml:trace>
  <inkml:trace contextRef="#ctx0" brushRef="#br1" timeOffset="18984">17237 12797 14994,'1'-6'899,"-25"6"0,-12 5-189,8-3 0,-3 1-1530,-7 2 1,-9 3 0,-2 0 0,3-1 683,-4 2 0,1 0 1,1 0 234,10-2 1,1-1 0,-1 1-1,-2 1 137,-8 3 0,-4 1 0,3 0 0,7-1 551,7-1 0,1 0-436,-11 4 1,-6 3 0,8-1 611,18-5 1,3 0-424,-22 12-292,18-10-1662,16-8 1119,12 4 0,1-3 0,11 4 1</inkml:trace>
  <inkml:trace contextRef="#ctx0" brushRef="#br1" timeOffset="19883">19623 11988 13447,'19'-10'1061,"3"-1"-4338,-2 3 1868,-2 0 3010,8 0-1303,8-1 1,8-2-226,-9 2 1,5 0-1,1-2 1,2 0-3,-1 0 0,2-1 1,1-1-1,0 1 0,-2 0-57,2 0 1,-2 1 0,0 0 0,-1-1 81,0 0 1,1-1 0,-3 0-1,-7 3-1783,10-5 1861,4-2 1829,-22 8-2615,-12 5 682,-6 2 0,5-1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5:38:19.29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10197 4460 8162,'-9'1'3276,"1"0"-2774,19-3-142,14 0 0,7 0-210,0-1 0,5 1 0,4-1-806,2 0 1,7 0-1,2 0 1,0 0 0,-1 0 586,-4 0 0,-1 1 0,0 0 0,2-1 0,5 1 87,-13 1 0,4-1 0,1 1 0,3 0 0,0-1 0,1 1 0,-1 0 0,0 0 0,-3-1 0,-1 1-62,4 0 1,-1 0 0,-2 1 0,-1-1 0,0 0 0,1 1 0,1-1 43,-2 1 0,0-1 0,1 1 0,-1 0 0,2-1 0,0 1 0,0 0 0,3 0-124,-3 0 1,2 0-1,2 1 1,1-1 0,1 0-1,-1 0 1,-2 1-1,-1-1 1,-2 0 0,-3 1 123,4-1 0,-5 0 0,-2 1 0,0-1 0,3 0 0,3 1-9,-3-1 0,4 0 0,3 1 0,2 0 0,0-1 0,0 1 0,-1-1 0,-2 1 0,-4-1 0,-5 1 45,7-1 0,-5 1 0,-2-1 0,-3 1 0,1-1-36,2 1 0,-1-1 0,-2 1 0,-2-1 45,17 1 0,-12-1-225,-20 0-90,10-1-630,-16 1 181,-7 1 1936,2-1-4494,-3 5 3374,-1-3 0,-2 2 0,-1-3 0</inkml:trace>
  <inkml:trace contextRef="#ctx0" brushRef="#br0" timeOffset="1067">10271 6055 9512,'-10'-19'2698,"4"5"-2248,1-6 359,23 7-449,11 3-180,12 1 0,0 5 0,10 2 0,0 0-1273,-3 1 1,-1 0 0,6 0 1019,-11 0 1,3 0-1,3 1 1,1-1-1,3 1 1,2-1 90,-11 1 0,2 0 0,1 0 0,2 0 0,1 0 0,0 0 0,1 0 0,0 0 0,0 1 0,-1-1-117,-3 0 0,0-1 0,1 1 0,0 0 0,1 0 1,-1 0-1,0 0 0,-1 0 0,1 0 0,-1 0 0,-1 0 109,5 0 0,1 0 0,-1 0 0,-1 0 0,1 0 0,-2 0 0,1 0 0,-1 0 0,-1 0 1,3 0 0,3 0 1,0 0-1,-1-1 0,-3 1 1,-3 0-1,-5-1 0,-7 1 169,10 1 0,-5-1-150,-5 0 0,2 0 0,-6 0 60,13 1-90,-31-1-180,5 2 1844,-6 3-3823,-6 2 4125,-2 4-1966,-12 0 0,-6-5 0,-7-1 0</inkml:trace>
  <inkml:trace contextRef="#ctx0" brushRef="#br0" timeOffset="2267">10091 7811 7713,'-11'-6'3238,"-1"-1"-2968,11 0-91,0 2 496,24 1 0,18 3-496,-8 1 1,7 0 0,3 1 0,1-1 0,-2 1-1000,6-2 1,-2 1 0,2-1 0,7 0 604,-15 1 0,4 1 0,2-1 0,2 0 1,2 1-1,0-1 0,1 0 0,0 1 1,-2-1 223,-2 1 0,-1-1 0,1 1 0,1-1 0,-1 1 0,1-1 0,-1 1 0,1-1 0,0 0 0,0 1-1,-2-1 0,-1 0 0,1 1 0,0-1 0,0 0 0,1 1 0,-1-1 0,-1 0 0,0 0 1,0 1-1,-1-1 22,5 0 0,0 1 0,1-1 0,-1 1 0,-1-1 0,-1 1 0,-2-1 0,-2 1 0,-1-1 246,10 0 0,-2 1 0,-2-1 0,-5-1 0,-6 1 39,5-3 0,-8 1-226,-2 0-178,4-2 2682,-25 5-3312,5 0 247,-8 5 472,-12 4 0,1-3 0,-9 1 0</inkml:trace>
  <inkml:trace contextRef="#ctx0" brushRef="#br0" timeOffset="3419">10364 10943 10411,'48'4'1709,"-16"-1"-1462,1-3 1,11-1-1,2-1 1,-4 0-159,-4 2 1,-3-1 0,7 0-485,-2 1 1,5-1 0,5-1 0,2 1 0,2 0 0,-1 0 0,-1 1 439,-8 0 0,1 0 0,0 1 0,0-1 0,0 1 0,0-1 0,-1 1 0,-1-1-45,1 0 0,-1 0 0,-2 0 0,1 0 0,1 0 0,2 0 0,2 1 18,-2-1 0,3 0 0,4 1 0,0 0 0,2-1 0,-2 1 0,-1 0 0,-4-1 0,-3 0 0,-6 1 4,8-2 1,-7 1-1,-2-1 1,6 1 28,-2-1 0,6 1 1,3-1-1,0 1 1,-2-1-1,-4 0 1,-6 0 98,1-1 0,-5 0 0,-2-1 398,14-1 0,-3 1-458,-12 0 0,-4 0-848,0 1-2519,-13 9 3196,-25 0 1,-19 5 0,-8-2 0</inkml:trace>
  <inkml:trace contextRef="#ctx0" brushRef="#br0" timeOffset="11816">22513 11702 6273,'4'-7'1350,"-5"-4"-631,-12-6-359,1 2-90,0 2 270,4 5-1,2 3 91,-1 0-360,42 14-180,2-3 0,8 2-45,-8-2 0,3 1 0,5 1 0,4-1-322,-11-2 0,5 0 1,2-1-1,3 1 0,1 0 1,0 0-1,-1-1 1,-3 1-1,-4-1 277,10 1 0,-6 0 0,-1 0 0,3-1 0,6 2-9,-11-3 1,5 2 0,3-1 0,2 0 0,2 1 0,1-1 0,-1 1-1,-2-1 1,-3 0 0,-3-1 0,-5 0-10,7 0 0,-6 0 0,-2-1 0,0 0 0,4 0 18,-1 0 0,4 1 0,1 0 0,1 0 0,-1 0 0,-2-1 0,-5-1-90,7-1 0,-2-1 0,-5 0 0,-3 0 45,9-1 0,-6 0-45,-11-2 0,-7-1 90,-12-1 0,-21 7 0,-3 1 0</inkml:trace>
  <inkml:trace contextRef="#ctx0" brushRef="#br1" timeOffset="12618">22286 15236 18145,'12'1'393,"23"-8"431,-3-1-336,16-3-302,-11 5 1,5 0-1,-3 1-463,-9 1 1,4 1-271,5-1 1,10 0 0,7-1 0,0 1 0,-3 0 0,-9 1-411,-4 0 0,-5 1 0,5-1 903,3 1 1,6-2 0,5 1 0,-1 0 0,-2-1 0,-7 1-346,4 1 1,-6-1 0,4 0 235,-3 0 0,3-1 1,2 0-1,0 0 1,-2-1-253,5-1 0,0 0 1,-2 0-1,-2-1 363,-4 2 1,-1-1-1,-2 1 1,-3-2-1,2-1 1,-2-1-1,-10 0 1,-5-7-1</inkml:trace>
  <inkml:trace contextRef="#ctx0" brushRef="#br0" timeOffset="13750">22629 8492 7803,'-12'-13'2158,"2"2"-1348,46-3-675,-12 9 0,6 0-81,2 1 0,8 0 0,5-1 0,0 1 0,-3 0-546,6 1 0,-3 0 0,3 0 1,6 0 491,-14 1 0,4 0 0,3 0 0,1 1 0,2-1 0,0 0 0,-2 1 0,-1-1 0,-3 1-202,5 0 0,-2 0 0,-1 0 0,-1 0 1,0 1-1,1-1 189,-3 0 0,1 1 0,-1-1 0,1 1 1,0-1-1,-1 1 0,0 0-77,5 0 0,2 0 0,0 0 0,-3 1 0,-4-1 0,-6 0 45,9 1 0,-3-1 37,3 1 0,9-1 0,-6 0 0,-23-3 8,-23 0 0,0-4 0,-28 1 0</inkml:trace>
  <inkml:trace contextRef="#ctx0" brushRef="#br1" timeOffset="14564">21962 4779 14127,'13'-5'31,"18"1"1,17 2 0,6 1-1,-7-1-1124,-8 0 1,-3 0 0,6 0 761,-6 1 1,5 0 0,3 0 0,2 0-1,1 1 1,-1-1 0,-3 1 320,2 1 1,-2-1 0,0 1 0,0 0 0,2 0-1,1 1-59,-4-1 0,1 0 1,1 0-1,1 0 1,1 1-1,1-1 0,1 1 1,1 0 64,-5-1 0,2 1 1,1-1-1,2 1 0,0 0 1,0 0-1,0 0 0,0 0 1,-1 0-1,-1-1 0,-2 1-20,2 0 1,-1 0-1,-1 0 1,0-1-1,-1 1 1,0 0-1,-1 0 1,1-1-1,-1 1-2,4 0 0,0 0 0,1 0 0,-1 0 1,-1 0-1,-1 0 0,-1 0 0,-2-1-33,12 1 1,-1 0 0,-3-1 0,-3 0 0,-5-1 0,-6 0 0,-4-1 0,1-1 0,12 0 0,1 1-1,0-1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5:40:39.077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4596 14813 22259,'-6'-7'-3277,"-2"-3"0,2 4 4064,-7-8-992,25 3 1725,-4 1-565,15 4 0,10 2-594,-1 1 0,7 0 0,3 1 1,-1 0-293,0 0 0,-1 0 1,4 0-1,7 0 122,-13 1 1,6 0 0,5 0 0,2 1 0,3-1-1,0 0 1,1 1 0,-2-1 0,-2 1 0,-3-1-1,-5 1 100,6-1 0,-6 1 0,-3 0 0,1-1 0,4 1 0,6 0-167,-12 0 0,3 0 0,4 0 0,3-1 1,3 1-1,0 0 0,2 0 0,0 1 0,-1-1 1,0 0-1,-2 0 0,-2 0 0,-4 0 0,-2 0 1,-5 0 157,11 0 0,-6 0 1,-4 0-1,-1 1 1,3-1-1,5 0-247,-3 0 0,5 0 0,2 0 1,2-1-1,1 1 0,0 0 1,-1 0-1,-3 0 0,-3-1 0,-4 1-16,9-1 1,-5 1 0,-4-1 0,0 1-1,-1-1 44,6 0 1,-2 1 0,-1-1-1,-5 0 55,15-1 1,-13 1-14,-18 0-159,4 1-176,-18 0-595,11 3-2452,-14 2 2457,-3 3 1,-2-1 0,-5 0 0</inkml:trace>
  <inkml:trace contextRef="#ctx0" brushRef="#br1" timeOffset="2933">5428 15894 8432,'7'-8'720,"4"1"-450,1 4-1,8-1-89,1 0-90,-2-1 180,20-3-3482,-5 2 3302,13 0-90,-18 4 0,0 1 90,12 1-90,-13 0 0,4 1-1089,16 2 0,1 0 1089,-19-1 0,1 0 0,14 2 0,6-1 0,-5 0-456,-16-1 0,2 0 456,8 0 0,9 0 0,1 1 0,-2-1-23,-8-1 1,-2 1-1,0 0 1,1-1 22,0 1 0,0-1 0,1 1 0,1 0 0,2 0 0,4 0 0,0 1 0,-4-1 0,-7 0-623,-3 0 1,-1 0 622,9 1 0,6 0 0,-5 0 622,-7-1 1,-3 0-623,0 0 0,0 1 0,4 0 0,2 0 411,10 1 0,-3 1-411,3 1 0,-6-2 0,-2 1 2268,-9-2-2268,-4 0 0,0-1 0,-1 1 90,5 0 3186,-13-1-3070,-8-1-206,-2-1-90,2 1 90,-2 1 0,-4-2 0,0 2 0</inkml:trace>
  <inkml:trace contextRef="#ctx0" brushRef="#br1" timeOffset="5137">8395 15883 8072,'-16'-5'0,"1"-1"720,-1-1-630,12 0 180,15 1-90,12 1-45,9 1 0,7 2-91,5-1 1,4 0-1138,-11 1 1,2-1 0,-1 1 1113,-3 1 1,-1-1 0,-1 1-22,5-1 0,2 0-138,6 1 0,5 0 0,0 0 160,-13 0 1,0-1-1,2 1 1,1 0-143,5-1 0,2 1 0,1 0 0,2 0 0,1 0 135,-4-1 0,3 1 0,0-1 0,0 1 0,-2-1 0,-1 1-396,-2 0 1,-1 0-1,-1 0 1,0 1-1,0-1 381,2-1 0,1 1 0,0 0 0,-3 0 0,-6 0 0,13 0 0,-7 0 951,-8 1 1,-3 0-863,9 0-89,4 1 457,-19 0-367,-3 1-90,-16-1 558,12 2-558,-12-1 3212,2 2-4111,0 0 899,-3 0 0,-3-1 0,-2-2 0</inkml:trace>
  <inkml:trace contextRef="#ctx0" brushRef="#br1" timeOffset="6288">11295 15916 7803,'-17'-4'-180,"0"-1"360,-7-3-91,9 2 721,-26-10-450,23 8 180,-21-8 269,13 6 1,0 1-631,19 2 181,31 4-210,8 2 0,11 0 0,5 2-90,-8-1 0,3 1 0,4-1 0,1 1 0,0 0 0,-1 0-596,-3-1 1,0 0 0,0 1-1,0-1 1,3 0 0,3 1 553,-7 0 0,3-1 0,3 1 0,1 1 0,0-1 0,2 0 0,-2 0 0,0 0 0,-2 0 0,-2 0-7,0 0 0,-2 0 0,-1-1 1,-1 1-1,1-1 0,0 1 0,1 0 1,3-1-113,-4 1 0,3 0 0,2 0 0,0 0 0,2 0 0,-1 0 0,0 0 0,-2-1 0,-1 1 0,-2 0 0,-4 0 101,10 0 0,-5 0 0,-2-1 0,-1 1 0,0 0 0,3-1-203,-1 1 0,4 0 0,2 0 0,-2-1 0,-3 1 0,-6-1 0,-8 1 293,1 0 0,-4-1-267,6 1 0,4-1 0,-8 0 536,-6-1 1122,16 0-1212,-22-1 526,-4 2-1155,3-1 1524,-9 1-2603,6 0 3265,-8 0-5103,5-1 2457,-4-1 1,8-2 0,-2 0 0</inkml:trace>
  <inkml:trace contextRef="#ctx0" brushRef="#br1" timeOffset="7017">15558 15949 9512,'-14'-3'-450,"-3"-2"900,4 0-181,2 0 91,3 0 0,4 2 90,0 0-360,10-1 134,25 1 1,18 3-153,-15-1 0,6 1 0,2 0 0,2 1 0,1-1-27,0 1 0,1 0 0,2 0 0,0 0 0,0 1 0,-2-1-666,5 0 1,-3 0 0,1 0 0,0 0 0,1 1 635,-1 0 0,2 0 0,1 1 0,-1-1 0,-5 1 0,-5-2 15,0 1 0,-6 0 0,1-1-30,13 2 0,2 0 0,-6-1 45,-13-1 0,-5 0 45,2-1-360,-9 0-1799,6-1 2069,-17 5 0,-5 1 0,-5 2 0</inkml:trace>
  <inkml:trace contextRef="#ctx0" brushRef="#br1" timeOffset="7533">18063 16019 8612,'1'-10'1259,"19"-1"-719,13 11-315,-1-1 0,8 1-1,1 1 1,8 1 0,2 1 0,0 0-881,-12-1 1,-1 0-1,1 0 1,3 0 0,3 0 460,-5 0 0,3 0 0,4 0 0,1 1 1,1-1-1,0 1 0,-2-1 0,-1 0 1,-4 0 359,3 0 1,-3 0 0,-2 0 0,0 0-1,1 0 1,2 0-154,0 0 1,3 0 0,1 0 0,-1 0 0,0 0 0,-2-1 0,-3 1 32,12 0 0,-5 0 0,-1 0 0,-3-1 75,3 0 0,-2 0 0,-2 0-60,1 0 0,-2 0 0,-5-1 956,11-2-836,-23-8-1079,-14 3-2378,2-4 3968,-15 6 0,1 3 0,-5 2 0</inkml:trace>
  <inkml:trace contextRef="#ctx0" brushRef="#br1" timeOffset="16203">5905 6598 8432,'-5'-7'1799,"1"0"-1709,-3 8-90,2-1-3277,-2 6 2213,4-3 1923,-1 3-949,2-1-180,-1 3 270,3 0-90,2-3 90,4-4 3276,2-3-2980,2-6-206,-2-5 180,-1 0-270,-4-1 90,-5 7-90,-5 5-180,-1 4-90,-1 3 180,7 1 90,6-5 0,7-4 90,-1-6 0,-3 0 0,-4 0 0,-7 3-180,-5 5-90,-2 2-539,-3 8-900,13-10 1619,-1 3 0,7-10 0,-3 3 0</inkml:trace>
  <inkml:trace contextRef="#ctx0" brushRef="#br1" timeOffset="18769">8049 5528 8072,'-8'3'1889,"6"4"-1619,5-3 90,4 2 180,23 0-360,-10-2-31,8-1 1,9 1 0,0 0-90,-3-2 0,-1 1 0,2-1-30,7 1 0,3 0 0,-3 0 0,-7-1 0,-2 0 0,0 0 0,3 0 0,1 0 0,-5-1 15,-7 0 0,0 1 45,20 0 0,-2 0 90,-10 0 0,-1-1 90,-9 2-181,-10-1 1,0 0 0,-9-1 270,-1 3 90,-2 1-360,6-26-90,-4 8 45,2-13 0,1-3-45,-1-17 0,-1 15 0,1-3 0,0-4 0,1-1 0,-1 8 0,-1 0 0,0 5 0,0 2 0,2-13 0,-4 27 0,2-10 0,-7 11 0,1 1 90,-5 3-90,0 4 90,-1 1 90,-8 2 89,-4 0-89,-19 0-90,-9-3-60,13 1 0,-7 0 0,2 0-1412,-7-2 0,0 1 1382,8 1 0,-2 0 0,3-1-130,-4 1 1,2-1 129,3 1 0,2 0-90,-12 0 90,18 0 0,3 1-90,7 0 90,2 0-89,1 1 2757,6 0-2668,3-2 264,-3 1-264,3 0 0,2 2 0,1 7 0,2 4 0,-2 30 0,3-15 0,-2 11 0,-1 2 0,2-17 0,0 1-180,-2 22 1,0 1 44,2-22 0,0-1-90,1 4 0,0-1-1844,2 7-809,2-13 2878,2-1 0,1-14 0,0-3 0</inkml:trace>
  <inkml:trace contextRef="#ctx0" brushRef="#br1" timeOffset="22499">6150 6156 7713,'2'-9'2608,"-3"2"-2248,-10 4-180,-2 7 0,-3 2 0,-9 9-180,12-7 90,-20 19-90,19-13 89,-17 24-89,4-1 0,8-8 0,-1 0 90,7-1-180,4-10 180,-10 24-90,7-17 0,-4 9 0,-3 11 0,6-12 0,-5 10 0,10-17 0,1-1 0,3-8 90,-2 14-90,4-18 0,-6 29 0,4-21 90,-1 13-90,3-9 0,0-9 0,1-2 90,0 1-90,0-9 0,-1 11 0,1-11 0,0 4-1439,1-3 1439,-2-2 0,2-2 0,-1-1 0</inkml:trace>
  <inkml:trace contextRef="#ctx0" brushRef="#br1" timeOffset="23586">6390 5871 10231,'-10'27'900,"-4"10"-541,-6 8-269,3-6-45,3-12 0,-1-1 45,-3 1 0,-4 3-90,1-6 90,5-8-90,3-3 0,-1 2 0,8-8 0,-8 9-90,6-6-360,-1 0 450,2-2 0,3-5 0,3-1 0</inkml:trace>
  <inkml:trace contextRef="#ctx0" brushRef="#br1" timeOffset="31167">8458 5333 6453,'2'8'900,"1"-2"-720,1-3 0,2-2 89,8-2 1,14-10-270,-6 4 90,8-7 0,4-3-90,-8 3 0,0-1 0,1 0 0,-1 1 0,16-12-180,-25 14-539,-1 1-451,-1 0 1170,-1 7 0,-7 4 0,0 3 0</inkml:trace>
  <inkml:trace contextRef="#ctx0" brushRef="#br1" timeOffset="32784">9795 5379 6813,'-9'-4'90,"8"-1"0,4 2 540,32-1-540,-17 4-1,22-2 1,4 0 0,1-1-1183,-11 2 1,5-1 0,-5 0 388,10 0 1268,-5 1 1,-1 1-115,-7 0 0,11 7-181,-19 2 91,-8 20-270,-10-13 0,-4 10 0,-1 2 0,-1 1-90,-1-2 0,0 1 90,-2 13-45,0-7 0,0 1 0,1-8 0,-1 1 0,-1 10 0,0-2 45,0-5-90,1-4-4,2-12 94,0-5 450,-2 9-270,1-9-180,-1-2-90,-3-3 3211,-9-4-3121,6-1 454,-35 2-544,20-1 0,-1 0 0,-24 0 0,6 1 0,2 0 0,11-1 0,0 0 0,2 1 0,7-2 0,2 1 0,5-1 0,0 1 0,2-1 90,1 1 90,4-3-90,-2-12-45,4-10 0,2-3-45,-3-6 0,4 4 0,1 0 0,1-11-45,0-2 0,1-7 15,-1 5 0,1-3 0,-1 0-120,0 0 0,0 1 0,0 2-750,0 4 1,0 3 0,1 7-1530,2 2 2429,-2 29 0,6 19 0,-2-11 0</inkml:trace>
  <inkml:trace contextRef="#ctx0" brushRef="#br1" timeOffset="33352">9909 5589 8162,'-4'10'540,"1"4"-180,5 5-180,1 4-90,2 2-90,-1-7 0,-1-7 0,4-1 90,18-13-90,6-7 0,3-5 0,-13 1 0,-1-3 0,4-6 0,-2-1-2725,12-9 2680,-14 11 0,-1 0-945,4-11 990,-11 15 0,6-7 0,-14 20 0</inkml:trace>
  <inkml:trace contextRef="#ctx0" brushRef="#br1" timeOffset="34487">8562 5354 7892,'34'1'720,"-12"-1"-585,3-1 0,6-1-90,5 1 0,7 1-23,-7 0 1,6 2-1,2-1 1,1 2-679,-1 0 1,2 1-1,1 0 1,0 1 0,0 0 478,-1 0 0,0 0 0,0 0 0,0 1 0,-2 0 145,3 0 0,0 1 0,-2 0 0,-2 1 62,3 0 0,-1 0 0,-4 0-358,5 1 1,-3-1 327,4 2 0,1 0-515,-10-2 0,1 0 0,-4-1 515,-8-1 0,-2 0 907,8 2 0,-4-1-817,-13-3 877,17 5-877,-13-4 766,7 2-766,-15-4 0,-2-2 3186,-2 2-3270,-2-2 1,-3 0 0,-1-1-1</inkml:trace>
  <inkml:trace contextRef="#ctx0" brushRef="#br1" timeOffset="71533">7317 6667 6543,'-10'-6'2159,"3"1"-270,1 1-1709,9 1 0,9 1-90,-1 1 0,4 0 90,3 0-180,-6 0 89,15-1 1,-11 1-90,3 0 90,-4 1 0,-3-1-90,-2 1 0,-4 2 90,-3 10-90,-2-2 0,-2 12 0,-1-9-90,-2 6 0,0 0 90,1-4 0,0-2-90,-1 2 0,2-9 90,-2 5-89,2-5 178,-5-6-178,2 2 89,-10-4-90,1 2 90,-2 0-180,-10 0 180,8 1 0,-2-2 0,9 1 0,4 0 0,0-1 180,1 0-1,0-1 1,0 0-90,1 0 0,0-1 0,-1-2 0,2 1-90,-2-1 180,2-2-180,1 0 180,1-6-180,6 2 90,2-5-90,8-1 90,-3 3 0,13-15 0,-14 14-270,8-8 180,-11 11 0,-2 5 0,-1 0 0</inkml:trace>
  <inkml:trace contextRef="#ctx0" brushRef="#br1" timeOffset="73683">7106 6235 7892,'3'1'1620,"4"-1"-1441,22 0 1,4 0 0,3-1-90,-2-1 90,3 1-90,-18 0-90,4 1 0,-16 0 90,3 1 180,-3 1-270,-1 0 0,-2 2 90,-5 6-90,-1-2 0,-1 3 0,-1 6 0,2-9 90,-4 18-90,4-8 0,-1 4 90,2-5 180,1-7-91,0-4 181,0 0-270,-6-4-90,1 0 0,-11-4 0,1 1 90,-10 0-90,8 2 0,-12 0 0,13 0 0,-13 2 0,15-2 0,-2 1 0,8-1 90,1 0 0,0-1 90,-1 0 0,2-2-90,2-5 0,2 0-90,2-5 0,2-6 0,0-6 0,2 0 0,0-4-90,-2 15 0,2-2 90,-2 5 0,0 5 0,0-2 0</inkml:trace>
  <inkml:trace contextRef="#ctx0" brushRef="#br1" timeOffset="109303">3185 4805 6363,'-7'-11'1080,"-3"-5"-900,6 7-90,-3-4 0,6 8-1,11-1 1,3 3 372,23-1 146,-1 0 0,3 0 201,3 0 0,4 0-78,-5 0 0,2-1 0,-3 1 383,-1 1 0,-1-1-1894,7 0 0,-7 1 3296,-12 2-129,5 2-481,-23 3-1581,-2 17-1648,-4-9 632,-2 14 0,-1 2-622,-2-4 605,-4 16 0,-1 4-4,2-17 0,1-1 88,-3 12 1,0-1-429,-3 7 904,6-16 1,0-2 1121,1-4 2302,-4 26-2001,4-30-1392,0 0-75,-7-11 898,5-7-389,-13-5-398,4 1 151,-9 0 185,-12 1-16,12 1 0,-2 1 325,-22 0 15,2 0-1014,-1-2 379,16 0 1,-3 0 218,-2-2 1,-1-1-11,-1 1 1,3 0-102,8-1 0,4 0-96,3-2-201,5 0-203,9-13-889,4 6 452,2-26 512,3 14 1,2-1 96,-1 3 0,1-1 161,5-24 0,2 3-3162,-3 10 2748,0 6 1,0 2 56,5 2 953,1 9 0,3-6 0,-1 13 1</inkml:trace>
  <inkml:trace contextRef="#ctx0" brushRef="#br0" timeOffset="110416">4531 4741 10941,'8'-14'508,"8"-2"150,-5 6-105,12-3 408,3 5 1,0 2 702,8-3-1111,-2 2 1,7-1 0,-2 1 208,-5 2 0,-1 1 282,11-2 1,-1 0 1057,5 0-140,-19 5-234,-10 5-1435,-2-1-290,-6 5-1273,-2 12-1236,-3-8-9,3 36 59,-5-28 817,-1 16 1,0 2-1639,0 4 1648,0-1 1,-1 2 853,1-16 1,0-1 467,0 4 1,0-1 661,1 14 2921,2 2-1887,-2-11-1296,3 6-261,-4-21 15,1 0 28,-5-14 715,-8-3 941,-13-1-122,-5-2-77,-3 1-659,5 0 1,-1 1 65,-5-1 0,-1 1 1,-3 1 0,0-1-18,-2 0 0,2 0 35,-11 1-851,18-2 1,1-1 54,-13 0 18,-1-1 59,8-2-134,13 1-149,-6-3-321,10 0-140,10-6-742,4 3-8,2-22 42,2 3 755,1-2 1,1-4 105,-1 5 1,0 1 23,0-1 0,1-3 303,3-5 1,1-3-1,1 1 2,5-7 0,1-1-869,-1 4 1,0-3 0,0 5 1072,4 1 1,0 6 0,7-9 0,-6 23 0</inkml:trace>
  <inkml:trace contextRef="#ctx0" brushRef="#br0" timeOffset="121053">5253 5449 22537,'-9'4'1159,"2"0"-1063,7 2-3373,1-3 0,9-1 3684,8-17 271,-4 3-607,9-23 1,1-4-844,-5 6 382,-1-2 0,3-8 1,-1 0-4,-3 7 0,-1 0 1,-1 1 627,-1 3 0,-1 2 0,1-2 189,6-13 0,1-2 0,-2 5-775,0 2 1,-2 4-69,-1 2 0,0 0 174,2-6 1,-4 7-25,-8 15-30,7-15 130,-9 17-97,1-2-47,-1-1-91,-1 5-75,1-6-4,-1 10 214,2-10 145,-2 12 188,6-12 148,-2 4 80,3-9 35,5-13-64,-1-5-147,-3 10 1,0-4-155,2-9 1,0 0-32,-4 14 0,0 0-111,1-4 1,-1 3-342,2-5 66,-5 14-11,6-12 80,-6 22 341,5 4 828,5 17 87,-4-1-96,4 11-614,2 11-410,2 6 119,-5-10 0,-1 0-198,8 13 99,-6-7 0,0 2-473,1 1 0,0 1 25,3 6 0,1 0 62,-1-2 1,1-1 380,-4-8 1,1-3 272,11 15 128,-2-8 201,-10-13 7,4 2 178,-12-13 74,16 11 251,-11-17 734,8 0 86,-7-7 439,1-5-668,4-8-358,-7 7-211,9-10-15,-15 15-4,5 1-440,-4 11-1611,-2 2-963,1 3 331,-2 0 74,-1-2 85,1 3-25,2 0 3,-2-5-449,8-2 2666,0-12 1118,7-7 71,-4-4-1120,0-9 0,0-3 286,6-14-501,-1-1 0,-1 1 258,-1-2-432,-5 10 1,-1 2-1148,0 1-539,2-1 302,-1 23 1756,-5 27-1352,2 5-30,-5 7-384,3 3 147,-2-11 133,5 6 170,1-9 407,0-5 1868,8 2 0,1-2-570,-1 0-424,14 7 1,3 0 1045,-1 2-872,-3-2 0,1 2-108,-9-3 1,-2 1-205,3 3 1,-1 3-308,1 3 0,0 2-302,-3-1 0,-2 0-161,0-2 1,-3-2-403,9 13 371,-12-15 1,-1 0-483,4 8 450,-5-7 0,0 1-273,5 19-5,-8-15 112,3 9 15,-6-20 220,1-1-92,7-2 607,-5-10 488,10 1 373,12-17 526,-14 3-844,6-5 0,0-1 766,-3 2-222,19-12 49,-22 15-343,14-4-379,-10 9 20,3 1-480,-10 6-314,-6 14-1068,-6 12-472,0-4 115,-3 12 758,1-10 0,0 0-1017,1 3 803,0-2 1,0-3-1068,0-10 551,1-1 1265,7 13 610,1-5 236,3 5-193,4-3 310,-7-10 101,2 0 63,-6 0-410,-6-2-487,-11 26 285,-1 2-144,-3 1 28,7-11 0,2-3-421,2-7 61,1 7 0,2 1-409,6 4 288,-1-1 518,4-1-391,-7-23 21,3 7-22,0-5 486,1-1 219,1 0 307,6-2 544,-4-2 40,10 3-62,-8-5 132,18-1 314,13-9-215,-7 2-834,7-7 1,0-1 350,-6 0-754,-1-1 0,-2 1 174,-3 0-168,-2 0-225,-15 7-183,5-3-244,-10 6 193,7-3 18,-4 5 452,5 3-258,-3 0-26,3 5-319,0 5-293,6 6-11,13 9-128,-14-10 35,7 3-233,-5-10 512,9 3 138,9 0 468,-12-5 386,12 0 59,-21-3-99,9 1 155,-5 3-309,-9-2-358,3 4-182,1 7-412,-6-5-39,17 14-71,5-11 424,7-2 226,4-6 203,-18-8 1,0-1 573,9-2 42,6-1 307,-13 3-75,-19 2-151,7 9-948,-15 8-1185,4 4-162,-2 3-335,1-10 154,15 4 364,-7-11 250,15 7 163,-10-8 703,-6-2 966,0 6-353,-10-1-412,-2 12-449,-6 13-225,-1 0-135,-1 1-10,-5 7 21,3-15 50,-3 8 327,4-14 553,2-7 254,1-3-31,-1 0-38,1-5 313,-8 0 318,3-4 266,-8 3 11,2-5 197,-11 2 50,-3-2-67,-11 1 2,-9-1-894,18-2 1,1 0-71,-12-1-631,10-4 1,2-1-365,8-2-391,-17-13 338,15-1 1,1 0-788,-6-7 671,-3-5 0,-1-1 35,9 12 0,1 1-2,-8-7 0,1 0 376,1 6 0,3 2-173,-9-7 358,-9 6 0,0 2 143,5 3 70,2 2 1,-9-2-1,3 3 110,3 3 1,1 2 22,-5-1 1,0 0-1,-2 1 1,3 2 272,5 2-260,2 2 1,-3 2-94,1 3 1,-1 1 47,7-2 0,-3 1-113,-4 2 0,-4 1 0,4 0 16,8-1 1,1 0 51,-15 2 1,2 0 155,-4 0-192,20-2 0,0-2-4,-17 0-55,18 0 0,-2-1-154,-8-3 1,0-2 20,11 0 0,-1 0-70,-7-2 1,-1 0-3,8 0 1,1 0-82,-2-2 0,0 0 24,-3-3 1,-2 0-21,-9-5 1,1 0-1453,11 5 1,2 1 1169,0-1 0,0-1-332,1 1 0,1 1 569,-6-3-148,-2 0 0,-4-2 346,-8-2 1,-1 1-601,1 1 0,-1 0 789,9 2 1,-1 1 0,-1 0 47,0 0 1,0 1 0,5 1 67,6 2 0,2 0 268,-14-4 0,2-1-4,0-3-95,8 3 0,-3-1-274,-9-5 1,-1 0-198,4 2 0,1 1-12,0 1 0,0 1 73,5 3 0,0 3 18,7 2 1,0 1-174,-3-1 0,2 2 2393,-8 1-1793,-2 5 2801,1 6-1881,-2 1-511,-4 7 606,19-4-1201,-3 2 393,9-4-603,1 1-457,0 0-575,5-2 771,1 0 1,9-6 0,-1 0 0</inkml:trace>
  <inkml:trace contextRef="#ctx0" brushRef="#br0" timeOffset="128653">3741 9048 8803,'1'-9'111,"-1"-12"-74,-2 2-55,1-7 199,-3 5-27,-1-1-57,1 6-88,0-2-161,4 4 220,19 3 244,27-1-176,-15 7 0,3 2-29,0 0 0,-1 1 143,11 0-97,-16 2 86,-7 12-230,2 6-97,-2 6-261,-6 2-39,-8 3 76,-4-10 14,-2 12 31,-4 3 136,-4 16 139,1-9 34,-1 2 464,4-25 145,-4-1-465,-1-5 40,-16-4 117,-15-1-247,14-4 1,-1-1-10,-6-1 0,0-3-62,4-4 1,2-2-258,-13-6 54,9-10 14,21 11-182,-4-22 165,16 10 1,3-2 132,-4 2 0,1-2-31,10-13 1,3 0-914,4 4 1,0 2 998,-8 10 0,0 1 1,5-3-1,-2 6 1,-9 17-1</inkml:trace>
  <inkml:trace contextRef="#ctx0" brushRef="#br0" timeOffset="131161">3094 8834 11921,'17'-4'639,"6"1"-597,-3 1-46,1 1 38,14-1 32,-14 2-138,22 0 36,-20 1 12,-3 0-123,0 1 95,-10 2-230,5 4 80,-6 3-347,2 9 43,-4-1-33,0 6 70,-4-9 156,1 10-31,-3-2 206,2 16 42,-3-15 361,0 18 9,1-27-74,-1 11 128,1-15-157,-1-4-113,-3 1 238,-11-2 425,-18 1-141,-4 0-474,-13-1-19,23-4 0,0-1-1,-14 1 1,7-1 0,2-2 79,7 0-212,-23-2-532,31-2 151,-6-2 290,8-3-91,10-8-55,0 2 28,8-17 209,0 4 36,1-16-6,-2 13-62,-1-3 1,-2 1-99,2 6-759,-1 0 1,2 1 340,3 9 707,15-12 1,0 4 0,13-10-1</inkml:trace>
  <inkml:trace contextRef="#ctx0" brushRef="#br0" timeOffset="132586">4024 9032 13134,'-4'-10'-2136,"2"1"1627,-21 1 971,6 3-289,-7-2 0,-4 0 29,-21-4-71,15 4 1,-3 0-1771,-13 1 1,2 1 1204,17 1 0,0 2 443,-13-1 0,1 1 519,-6 4-379,18-1 1,-1 1-89,-12 2 0,2 0 39,15-2 0,0 1 80,-22 5 1,1 0 164,13-1-173,4 0 0,2 0 2799,5 0-2605,5 0 2152,-3 4-2084,9-5-22,-7 5-188,13-7-62,-5 2 257,6-1-167,-2 0 49,10-1-1264,14-5 791,16-2 96,0-2 1,3-2 70,-4 0 1,1 0-494,1 0 0,2-1 342,11-3 0,1 1-114,-12 3 1,1 0-4,1 0 1,3-1 0,-1 1-9,-4 2 1,-1 1-1,0 0 1,7-2 0,-1 2-1,-1 1 1,1 0 0</inkml:trace>
  <inkml:trace contextRef="#ctx0" brushRef="#br0" timeOffset="137190">6421 5099 11330,'-9'-6'-321,"-12"-6"535,7 3-122,-5-2 28,6 2 198,1 2-160,2 1-1754,-1 0 1664,3 7 0,2-1 1,-2 3-1</inkml:trace>
  <inkml:trace contextRef="#ctx0" brushRef="#br0" timeOffset="137874">6874 5172 27215,'27'-8'-615,"-2"3"853,17 3-76,-19 2-735,11 11-302,-25-7 525,5 5 0,-12-4 1,-1 1-1</inkml:trace>
  <inkml:trace contextRef="#ctx0" brushRef="#br0" timeOffset="141399">6174 6408 26332,'-4'13'-3277,"-3"9"1638,-10 7 1,-3 3 1289,1 1 1,-3 2-745,0 0 1,-2 3 0,0-2 859,4-4 1,1-2 0,1-1 255,-2 2 0,1-1-14,-1 3 1,2-3-894,2-4 1550,-2 3-327,5-9-199,9-12-98,-2 1-23,1 0 9,2-3-21,-1 0 0,2-4 1,1 0-1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5:41:39.093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3442 10245 8917,'-11'-16'560,"3"3"-380,-3 0-85,5 6 569,0-1-541,7 0 336,5-1 323,25-6-422,-3 3 59,0 3 1,6 1-167,7 3 1,6 2 0,0 0-106,-8 0 0,0 0 0,5 1-312,-2 1 0,6 1 0,4 0 0,1 1 0,-2-1 0,-3 1 213,-3 0 1,-4 0 0,0 0 0,2 1 0,4-1-245,-5 1 0,4 1 0,2-1 0,2 1 1,1 0-1,1 0 0,-1 0 0,-1 0 0,-2 0 191,-1-1 0,-1 1 0,0 0 0,-1 0 0,0-1 0,1 1 0,1 0 0,2 0 1,-3-1 0,1 1 1,0 0-1,2 0 1,0 1-1,0-1 1,1 0-1,0-1 0,0 1 1,0-1-5,-3 0 1,1-1 0,1 1 0,1-1 0,-1 0 0,1 0 0,-2 0 0,0 0 0,-3 0 0,-1 0 0,-2 0 14,11 0 0,-4 0 1,-2 1-1,-1-1 1,0-1-1,3 0 10,2-1 0,4 0 0,2 0 0,-1-1 0,-5 0 1,-6-1-1,-10 0 36,-2-2 0,-5-1-78,15-2 0,-3 0-1603,-4 0 1524,-16 8 1,-3 4 0,-14 5 0</inkml:trace>
  <inkml:trace contextRef="#ctx0" brushRef="#br1" timeOffset="3625">5078 11400 6183,'20'-2'990,"13"-3"-720,-3 2-90,11-1-90,-18 4 89,8 1 91,1 2 0,1 2-180,12 0 30,-8 0 0,6 0 0,2-1 37,-8-2 1,1-1-1,2 0 1,1-1-69,2 1 1,2 0 0,2 0 0,0 0 0,2 0-319,-4-1 0,2 0 1,1 0-1,0 0 1,1 0-1,-1 0 274,1 0 0,0 0 0,1 0 0,0 0 0,0 0 0,0 1-33,-6-1 1,1 1 0,0 0 0,0-1 0,1 1 0,-1 0 0,0 0-115,1 0 0,0 0 0,0 0 0,0 0 0,1 1 0,-1-1 0,0 0 114,0 0 1,2 0 0,-1 0 0,1 0 0,-2 1 0,-2-1 0,-1 0-13,2 0 0,-4 0 0,0 0 0,0 0 0,4 0 0,-3 0 0,3 0 0,2-1 0,0 1 0,0-1 0,-2 1 0,-1-1 0,7 0 0,-1 0 0,-2 0 0,1-1 0,1 1 0,-5 0 0,1 0 0,1 0 0,0 0 0,0-1 0,0 1 0,1 0 0,0 0 0,0 0 0,1-1 0,-2 1 0,0 0 15,-3 0 0,-2 0 0,0 0 0,0 0 0,1 0 0,1 1-15,0-1 0,1 0 0,1 1 0,1-1 0,-1 0 0,-1 1 0,0-1 0,3 0 0,-1 1 0,-1-1 0,0 0 0,0 1 0,1-1-369,1 1 0,2-1 0,-1 1 0,0-1 0,-5 1 0,-4-1 369,1 1 0,-6-1 0,4 1 0,3-1 0,4 0 0,3 1 0,-2-1 0,-5 0-104,0 1 0,-3 0 0,5-1 91,-5 1 0,4-1 0,4 1 0,2-1 1,0 1-1,-2-1 0,-2 1 31,5 0 0,-2 0 0,-1-1 0,0 1 0,2 0-31,-4 0 0,0 0 0,1 0 0,0 0 1,1-1-1,2 2 13,-6-2 0,3 2 0,2-1 0,0 0 0,-1 0 0,-2 0 0,-3 0 0,-4 0-179,3 1 1,-5-1 0,-1 0-1,7 0 179,0 0 0,5 1 0,5 0 0,2-1 0,0 1 0,-2 0 0,-3 0 0,-6-1 0,7 0 0,-8 1 0,1-1 0,4 0 0,-4 1 0,4-1 0,3 1 0,0 0 0,1 0 0,-3-1 0,-3 1 0,3-1 0,-3 0 0,-1 1 0,-1-1 0,2 0 0,2 1 0,2-1 0,-1 1 0,0 0 0,0-1 0,0 1 0,-1 0 0,1 0 0,-2 0 0,-1-1 0,0 1 0,-2 1 0,1-1 0,3 0-15,0 0 0,4 0 0,2 0 0,0 1 0,-4-1 0,-6-1 15,1 2 0,-6-1 0,2 0 0,6 0 0,3 0 0,-1-1 0,-3 1 0,-5-1 0,-2 0 0,-2 0-223,6 0 0,3 0 223,-9 1 0,4-1 0,3 0 0,2 1 0,1-1-45,0 1 0,1 0 0,1 1 0,2-1 0,0 0 0,2 1 11,-6-1 0,0 1 0,2-1 1,0 1-1,1 0 0,1 0 1,0-1-1,1 1 52,-6-1 0,2 0 0,0 0 0,0 0 0,1 0 0,1 0 0,-1-1 0,0 1 0,-1 0 0,0-1 51,3 1 1,0-1 0,0 1 0,-1-1 0,0 0 0,0 0 0,0 0 0,-1 0 0,0 0-3,2 0 1,-1 0-1,0-1 1,0 0-1,-1 1 1,-1-1 0,1 0-1,-1 1-29,3-1 1,-1 0-1,0 0 1,0 1 0,-1-1-1,-1 0 1,0 1 29,4 0 1,-2 1-1,0-1 1,-1 1 0,0 0-1,1 0-38,-2 0 0,1 0 0,-1 1 0,0 0 0,0 0 0,0 0-30,-1 0 0,1 0 0,-1 0 0,0 0 0,-1 0 0,-2-1 0,-1 1 0,-1 0 0,-1 0 0,-1 0 0,-1-1 316,6 1 1,-1 0 0,-1 0 0,-5-1-317,13-1 0,-7-1 672,-12-1 1,-3 0-673,21-3 0,-45-5 0,-23-1 0</inkml:trace>
  <inkml:trace contextRef="#ctx0" brushRef="#br1" timeOffset="5369">4677 12571 9332,'-24'-11'539,"-5"-3"-269,9 5 270,-6-5 269,12 8-539,25 0-180,-3 4 67,21-1 1,16 1-1,4 0 1,-7 0-358,-7 0 0,3-1 233,-6 1 1,7-1 0,5-1 0,4 1 0,2-1 0,2 0-1,0 0 1,-1 0-233,-7 0 1,1 1 0,1-1 0,1 0 0,0 0 0,1 0 0,0 0-1,1 0 1,0 0 0,1 1 0,-1-1 198,-4 1 0,1-1 0,0 1 0,0 0 0,1 0 0,0-1 0,0 1 0,0 0 0,0 0 0,1 0 0,0-1 0,0 1 0,-1 0-171,0 0 1,-1 0 0,0-1 0,1 1 0,-1-1 0,1 1-1,0 0 1,0-1 0,0 1 0,1 0 0,-1 0 0,1 1-1,1-1 1,-1 1 175,-1 0 1,1 1 0,0 0-1,2-1 1,0 1 0,0 1-1,0-1 1,0 0 0,0 1-1,-1-1 1,0 1 0,-2 0-1,-1-1 1,-2 1 0,-1 0-1,-3-1-220,14 1 0,-4-1 0,-3 1 1,-2 0-1,0 0 0,1 0 1,2 0-1,4 0 215,-7 0 0,3 1 0,3 0 0,1-1 0,2 1 0,0 0 0,0 0 0,0 0 0,-3 0 0,-1 0 0,-4 0 0,-3 0 0,-5 0-47,12 0 0,-8 1 0,-3-1 1,1 0-1,6 1 37,-7-1 0,3 1 0,2 0 0,2 0 0,1 0 0,0-1 0,-1 1 0,0 0 0,-2 0 21,2-1 0,-2 1 0,0-1 1,-1 0-1,1 1 0,0-1 1,2 1-1,1-1 32,-1 1 0,1 0 0,1 0 1,1 0-1,1 1 0,0-1 0,0 0 1,0 0-1,-1 1 0,0-1-43,-1 0 0,0 0 0,-1 0 0,1 0 0,0 0 0,-1 0 0,0 0 0,0 0 0,-1 0 0,1 0 10,1 1 0,0-1 0,0 0 0,0 1 0,-1-1 0,0 1 0,-1-1 0,-1 1 0,-1-1-10,6 0 0,-1 1 0,-1 0 0,-1-1 0,-1 1 0,-1-1 0,-1 0 0,1 0 0,-3 0 0,0 0 0,0-1 0,-1 1 0,2-1 0,1 1 0,1-1 0,0 0 0,0-1 0,1 1 0,-2 0 174,0 0 0,0-1 1,0 0-1,-1 1 0,1-1 1,0 1-175,1-1 0,1 0 0,-1 1 0,1-1 0,-1 0 0,0 1-15,-1 0 0,1-1 0,0 1 0,-2 0 0,-2 0 0,-3 0 15,7 0 0,-5 0 0,3 0-23,2 1 1,3 0-1,-2 1 1,-5-1 253,-4-1 1,2 0-232,2 1 0,8 0 0,5-1 0,-2 1 0,-6 0 0,0-1 0,-4 0 0,2 0-277,5 0 0,3 0 1,0 1-1,-5-1 247,-6 0 0,-3 0 0,2 0 30,9 0 0,4 1 0,0 0 0,-8-1 205,-4 1 1,2 0-206,-7-1 0,9 0 0,3 0 0,1 1 0,-5-1 0,-6 0 45,11 0 0,-3-1 532,-5 0 0,5 0 0,0 0 1,-5 0-713,4-1 0,-5 0-225,-4-1 0,-3 1 360,16-1 0,-33-1 0,-3 0 0</inkml:trace>
  <inkml:trace contextRef="#ctx0" brushRef="#br1" timeOffset="29851">3401 14721 6633,'-9'-1'900,"0"-1"-451,2 1 541,-1 0 719,-2 0-1529,32 3 0,12 0-180,-8-2 36,3 1 0,9 0 0,7-1 0,4 1 0,0 0-285,-9-1 1,4 0 0,1 1-1,1-1 1,1 0 0,1 0 0,-2 0-1,0 0 261,3 0 1,-2 0 0,1 0 0,-1 1 0,2-1 0,2 0 0,3 0-204,-9 1 1,1-1 0,2 1-1,1-1 1,1 1 0,2 0 0,-1-1-1,1 1 1,0 0 0,0-1 0,-2 1-1,0 0 198,-3 0 1,0-1-1,0 1 1,0 0-1,-1 0 1,1-1 0,-1 1-1,1 0 1,-1 0-1,1-1 1,0 1-1,0 0 0,2 0 1,0-1-1,0 1 1,0 0-1,1 0 1,-1 0-1,1-1 1,-1 1 0,0 0-1,1-1 1,-1 1-1,0 0-97,0-1 0,0 1 0,1 0 0,1-1 0,-1 1 1,0 0-1,0-1 0,-2 1 0,-1-1 0,-2 1 1,-2-1-1,-2 1 135,14-1 0,-3 0 0,-2 1 0,-4-1 0,-1 0 0,-3 0 67,5 0 0,-2 0 1,-5 0-1,-10 0 158,0-1-90,-4 0 1113,-7-1-1024,-2 1 1745,-5 1-2824,1-1 1629,-6 2 0,-4-1 0,-1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5:43:54.494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1346 1835 6363,'-3'-9'1709,"0"0"-899,1 4-720,4 7 90,0 0-90,7 12 90,1 3-180,-2-3 90,3 16 0,-2 4-46,-2-10 1,1 1 45,1 1 0,0-1 360,11 13 90,28-32-450,-12-18 0,6-9 0,4-5-46,-8 4 1,3-3 0,2-3 0,2-1 0,-1 0 0,-2 2-592,-4 3 1,-1 1 0,-1 0 0,1 0 0,0-1 0,3-1 520,-4 1 1,3-1-1,1-2 1,0 1-1,0-1 1,-1 1-1,-1 2 1,-2 0-191,6-3 0,-1 1 0,-2 1 0,-1 1 0,-1 0-11,6-3 0,-1 1 0,-1 1 0,-2 1 1,5-3-1,-3 0 0,-5 5 0,-10 5 1,0 1-1</inkml:trace>
  <inkml:trace contextRef="#ctx0" brushRef="#br0" timeOffset="8833">2124 3980 8702,'-8'-10'0,"-2"-2"450,3 3-180,1 0 449,1 0-449,7 1-90,4 0 180,29 1-270,-9 2-1131,8 3 0,10-1 1,-1 1 1069,-11 1 1,-1 0 0,7 1 3,-1-1 1,7 0 0,5 1 0,4-1 0,1 0 0,1 1-1,-1-1 1,-3 1-34,-3 1 0,0-1 0,0 1 0,-1 0 0,1 0 0,0 1 0,0-2 0,1 1-107,-5 0 0,1-1 0,-1 0 0,1 0 0,0 0 1,1 0-1,1 0 0,1 1 0,1 0 113,-5 0 1,2 0 0,2 0 0,2 1 0,0 0 0,1-1 0,0 1 0,-2 0 0,0 0 0,-2 0 0,-3-1 0,-3 1 0,-3-1-7,16 1 0,-8 0 0,-2-1 0,1 1 0,7 0-91,-12-1 1,5 1 0,3 0 0,3 0 0,0 0 0,1 0 0,-1 0 0,-1 0 0,-4 0-1,-4-1 1,-4 1 90,12 0 0,-7 0 0,-3 0 0,4 0 54,-1-1 0,3 1 0,0-1 0,-4 0 0,-5 0 36,5 0 0,-5-1 0,3-1 0,-5 0 180,-9-1 90,2-1 2199,-7 3-2559,1 0 1394,-9 1-1394,-2 2 1842,0 2-1752,5 7-90,3 21 0,-3 10 30,-12-4 0,-1 7 0,-2 0-1123,-1-9 1,-1-1 0,-1 5 1118,-1-3 1,-1 5-1,0 3 1,0 2-1,-1 1 1,2-1-2,0-4 1,1 1 0,1 1 0,-1 0-1,0 0 1,0-1 0,0 0-390,-1 2 1,0 0 0,-1-2 0,1 2-1,0 0 1,1 2 374,1-5 0,1 2 0,0 3 1,1-1-1,0 0 0,0-2 1,0-4-1,0-3-11,1 6 0,0-6 0,0 0 0,0 3-22,0 4 0,0 4 0,1 2 0,-1-2 0,-1-2 44,0-1 0,-1-1 1,0-2-1,0-1 8,0 4 0,0-3 0,-2 1-30,0 7 0,-1 0 0,-1-9 90,-2 0-90,2-12 0,0-2 2257,1-5-2167,1-11 3186,-1-1-3219,-4-5 481,-5-1-538,-9-3 0,-10-2 0,-4 1 0,-3-1 0,13-1 0,-3 0 0,-12 0 0,-6 1 0,-1 0 0,1-1 0,-1 0 0,-5 0-547,13 0 1,-3 0 0,-3 1 0,0-1 0,-2 0 0,0 0 529,3 1 1,-1-1 0,0 0-1,-2 0 1,0 0 0,-3 0-1,-1 1 8,8-1 1,-3 1 0,-2 0 0,0 0 0,-2 0 0,0 0 0,0 0 0,1 0 0,2 0 0,1 0-1,3-1-168,-6 1 0,2 0 1,3 0-1,0-1 0,0 1 1,-1 0-1,-3 0 177,1 0 0,-2 1 0,-1 0 0,-2-1 0,0 1 0,1 0 0,1 0 0,2 0 0,2 0 12,-1 0 1,3 1 0,0-1 0,2 0 0,1 1 0,-1-1 0,2 1-13,-11 0 0,3-1 0,0 1 0,-2 0 0,-2 0 0,10 0 0,-3 0 0,-2 0 0,0 0 0,0 0 0,2 0 0,1 0 0,3 0-18,-5 0 0,3 0 0,1 0 0,2 0 0,1 0 18,-5 1 0,1-1 0,2 0 0,2 0 0,-3 0 0,3 0 0,6-1 0,-17-1-90,22 0 90,2-1 0,-1 1-90,-4-3 90,-2 0 2779,6-1-2779,9 1 1851,3-2-1851,2-4 0,0-7-90,11-27 90,8-7 0,0 13 0,3-6 0,-1-3-45,0 3 0,0-4 0,-1 1 0,1 0-755,-1 7 0,0 2 0,-1-2 0,2-6 755,-1 5 0,0-6 0,1-3 0,0-2 0,1 0 0,-2 1 0,1 3 1,-1 3 26,-1 0 0,0 4 0,-1 2 0,1-3 0,1-5-9,-1 6 0,1-5 0,0-2 0,1-3 0,-1-1 0,1 0 0,0 0 0,0 2 0,-1 2 0,0 3-3,1-9 0,-1 4 0,0 2 0,0 0 0,1-1 0,0-2-4,-1 3 0,1-2 0,0-2 1,1 0-1,-1 0 0,1 2 1,-2 3-1,1 2 34,0-2 0,0 3 0,-1 2 0,1 1 0,-1 0-23,3-8 1,-1-1-1,0 4 1,0 5-23,0 0 0,0 6 45,-2 6 0,-1 2-90,4-11 90,-5 12-180,0-1-270,-3 11 951,0-16-501,-3 21 0,-1-2 0,2 9 0</inkml:trace>
  <inkml:trace contextRef="#ctx0" brushRef="#br0" timeOffset="19717">19084 3340 8252,'9'17'585,"-1"10"0,-2 6-495,-2-5 0,-1 5 17,-1 3 1,-1 8 0,0 5 0,-1-2 0,0-5-579,0 0 1,-1-4-1,-1 7 527,0-8 0,-1 5 1,-1 5-1,0 2 0,0 1 1,0 0-1,0-3 0,0-3-503,0 0 1,0-3-1,0-2 1,0 1-1,-1 2 1,1 3 486,-1 0 0,0 2 0,0 3 0,0 2 0,-1 0 0,1 0 0,0-1 0,0-1 0,0-4-15,1 0 1,0-2 0,0-2-1,0 0 1,0-1 0,1 1 0,-1 1-14,0 3 1,0 1 0,0-1 0,0 1 0,-1 0 0,2-1 0,-1 0-159,0 5 0,0 0 0,0 0 1,0-1-1,1-1 0,0-3 164,0-4 0,0-4 0,1 0 0,-1 2 0,0 3 27,1-2 0,-1 4 0,-1 2 0,1 1 0,0 0 0,-1-1 0,1-2 0,0-3-15,0 4 0,0-2 1,-1-3-1,1 1 1,0 3-1,0-1 0,-1 4 0,1 0 0,-1-1 0,1-2 0,-1-4 0,0 11 0,-1-5 0,2-1 89,0-6 1,0-2-1,1-6-29,1 5-90,1 10 0,1-21 2052,2-3-1423,1-9 2647,1-4-2889,-2 0-117,-2-5-180,22-6-45,16-3 0,8-2-45,-2 0 0,3-1-820,-13 2 1,2 0 0,2-1 0,2 2 804,0-1 0,0 1 0,3 0 1,2 0-1,4 1 33,-10 1 0,4 0 0,2 0 0,2 0 0,1 0 0,1 1 0,0-1 0,-2 1 0,-2-1 0,-2 1-344,3-1 0,-2 0 0,-2 0 0,-1 0 0,2 1 0,2-1 0,5 1 332,-11 0 1,4 0 0,3 0 0,1 1 0,2-1 0,0 1 0,1-1 0,-1 1 0,-1 0 0,-1-1 0,-3 1 0,-2 0 0,-3 0-178,10 0 1,-5 1 0,-3-1 0,0 1 0,3-1 0,7 1 176,-12-1 0,3 0 1,2 0-1,3 1 1,1-1-1,2 0 1,1 1-1,0-1 1,1 0-1,-1 0 1,0 0-1,-2 0 0,0 0 1,-3 0-15,1-1 1,0 1-1,-1-1 1,-1 0-1,0 0 1,0 0-1,-1 0 1,1 0-1,-1 0 1,1 0-1,0 0 1,0 0-92,1 1 0,0-1 0,1 1 0,1 0 0,-1-1 0,0 1 0,-1 0 0,1-1 0,-2 1 0,0-1 0,-1 0 0,-2 0 99,6-1 0,0 0 0,0 0 0,-2-1 0,-1 1 0,-1-1 0,-2 0 0,-3 1 0,-3-1 0,13-1 0,-5 1 0,-4-1 0,0 0 212,3 0 0,-1-1 0,1 1-212,-2 1 0,3 1 0,-2 0 0,-5 1 0,-1 1 0,-2 0 0,1 1 0,3 0 0,-2 1 751,2 0 0,-1 1-751,0-1 0,0-1 646,2 0 0,-1 0-646,-8-1 0,-1 0 0,20 0 2167,-21 1-3426,-30 0 1259,-23-3 0,-16-1 0,12 0 0,1 0 0</inkml:trace>
  <inkml:trace contextRef="#ctx0" brushRef="#br0" timeOffset="24899">18822 7612 7353,'-6'-7'809,"-12"-7"-269,1 5-270,-6-2 449,-14 8-539,20 5 90,-10 8 0,0 6 0,-7 16-225,8-4 0,2 1 45,-3 8-90,10 7 90,19-14-90,6-2 0,19 6 0,-6-20 0,9-7 0,2-6 90,10-8-90,-14 3 0,1-3 90,4-15 0,-4-2-90,-6 2 89,-12-20 1,-13-4-45,-17 21 0,-7 3-75,3-3 0,-3-1 0,-2 5-1544,-20 4 0,1 8 1574,17 3 0,2 5 0,0 5 0,5 4 0,11 8 0</inkml:trace>
  <inkml:trace contextRef="#ctx0" brushRef="#br0" timeOffset="25999">24283 7626 8702,'4'-8'540,"8"-6"-360,-4 8-90,8-5 449,14 2-449,-8 4 45,3 2 0,0 2-45,-5 5-90,1 18 0,-27 0-45,-11 6 0,-6 3 0,1-4 0,0 0 0,-5 2 0,3 2 0,5 5 0,7-3 45,6-7-45,18 2 0,9-4 0,2-14 0,2-4-45,5 4 0,-1-1-89,18-1-1126,-21-8 1,-2 0 1304,-4-1 0,23-3 0,-25 0 0</inkml:trace>
  <inkml:trace contextRef="#ctx0" brushRef="#br0" timeOffset="26452">24837 7762 8522,'0'-8'1799,"-1"-9"-1349,-14 10-270,-1-4 0,-23 18 0,7 9-91,3 1-89,12-1 0,28 12 0,-2-14-45,10 7 1,2 2-46,-2 0 0,9 15 90,-41-2 0,2-15 0,-26 10-450,2-13 90,3-3 360,-11 2 0,29-12 0,-2-1 0</inkml:trace>
  <inkml:trace contextRef="#ctx0" brushRef="#br0" timeOffset="26722">24808 7752 9152,'4'-22'1079,"-1"10"-629,32-13-720,0 13-450,11-5 720,2 4 0,-21 4 0,3 0 0</inkml:trace>
  <inkml:trace contextRef="#ctx0" brushRef="#br0" timeOffset="27136">25121 7662 11670,'-34'18'630,"-4"7"-3907,13 6 894,5-7 3791,9 5-1587,11 7 89,3-10 0,1 1 0,0 1 0,0 3 0,-6 7 949,-4-17-859,-31 10-90,17-19-225,-9 3 1,-1-1-2963,5-4 3236,-6 2 1,20-8 0,10-3 0</inkml:trace>
  <inkml:trace contextRef="#ctx0" brushRef="#br0" timeOffset="27352">25043 7761 9242,'1'-14'449,"10"-1"-359,8 4-990,15 0 1,6 1 489,-6 1 0,2-1 1,-1 1-1,3-2 1,-1 0-1,8-3 0,-19 5 173</inkml:trace>
  <inkml:trace contextRef="#ctx0" brushRef="#br0" timeOffset="31418">14840 4157 7803,'5'-7'809,"-2"1"91,1 2-810,1 6-1,-2 6 1,2 3-90,-3 4 90,1-3-90,0-4 90,2-3-45,19-14 0,10-9-105,3-3 0,4-3 0,-1 0-107,-6 5 0,0 0 1,1-1-44,7-6 0,2-1 0,-3 1-155,-11 7 1,-2 0 0,-1 0 0,6-6 0,1-2 0,-2 2 0,1 0 0,0 0 0</inkml:trace>
  <inkml:trace contextRef="#ctx0" brushRef="#br0" timeOffset="35618">14421 3497 8162,'-15'-34'1619,"2"3"-629,-4 8-810,7 11 180,-21 6-271,17 12 1,-8 11 0,-2 5 0,-3 13-90,5 8 0,2 2 0,3 0-45,18 5 0,8-3-45,3-25 90,19 4 0,4-6 0,-9-18 0,6-3 0,2-5 0,-8-9 0,-1-4 45,-2-5 0,-1-2 0,2 1 0,-8-4 0,-16-12 0,-8 2-135,-4 5-225,-16 5 1,-3 6 44,9 17-450,-25 2-1079,31 10 1799,-2 3 0,7 2 0,4 1 0</inkml:trace>
  <inkml:trace contextRef="#ctx0" brushRef="#br0" timeOffset="35941">14796 3613 9152,'-15'-7'1619,"2"0"-990,9 4-179,32-6-540,-8 3 0,5 2 0,0-1-90,-2 0-89,0 1-2520,3-1 2789,-8 3 0,7-2 0,-14 3 0</inkml:trace>
  <inkml:trace contextRef="#ctx0" brushRef="#br0" timeOffset="36440">15222 3528 9152,'3'-9'270,"-1"1"-180,-4 3-90,-6 6 0,-3 4 0,-9 13 0,6-5-180,-11 25 90,17-23-90,-3 26 180,13-27-135,8 7 0,4 2-45,15 15 180,-12-13 0,-4 1 0,-4 20 0,-16-21 0,-20-3-360,-2-9 360,-18 2 0,16-6 0,-2-3 0</inkml:trace>
  <inkml:trace contextRef="#ctx0" brushRef="#br0" timeOffset="36669">15217 3587 7713,'-3'-10'1799,"33"-11"-2339,12 3 540,-11 6 0,1 1 0,-6 3 0,-2 1 0,11-2 0</inkml:trace>
  <inkml:trace contextRef="#ctx0" brushRef="#br0" timeOffset="37102">15499 3578 10681,'-6'21'2608,"0"-3"-2428,-21 23-360,7 4 180,3-8-225,14-7 1,9-4-46,29-12 270,-7 9 45,0-25 0,1-9 0,-8-9 0,-2-2-45,14-10 45,-14 0 0,-9-4-180,-27-9 0,-10 3-360,12 16 0,-3 2 495,-7 1 0,-6 1 0,4 10 0,-13 20 0,-2 16 0</inkml:trace>
  <inkml:trace contextRef="#ctx0" brushRef="#br0" timeOffset="39069">16308 3244 8882,'-25'10'809,"10"-5"-629,-5 9-90,13-7 90,-7 11 0,2 4 0,0 12-90,4-6 0,5 4 90,21-3 0,5-2-90,1 0-90,4 0 0,1-5 90,-8-20 179,23-19-179,-25 1-45,-2-10 0,-6-5 45,-16-10-270,-12 6 0,-6 3-854,0 17 0,-2 4 1034,-1-1 0,0 4 0,-11 12 0,20 4 0</inkml:trace>
  <inkml:trace contextRef="#ctx0" brushRef="#br0" timeOffset="39386">16577 3411 9781,'11'-5'1979,"21"-1"-1979,-17 3-495,11-1 1,2 1-2025,-3 0 2519,13-3 0,-20 3 0,-8-1 0</inkml:trace>
  <inkml:trace contextRef="#ctx0" brushRef="#br0" timeOffset="39784">16939 3318 8882,'9'-9'630,"-1"2"-361,-4 2 271,1 0-540,2 5-90,-2 14 90,0-2-450,-3 11 1,-2 4-1440,2 10 1439,0 7 450,1-13 0,1-15 0,-2 2 0</inkml:trace>
  <inkml:trace contextRef="#ctx0" brushRef="#br0" timeOffset="40253">17174 3375 7982,'3'-10'1440,"0"-3"-811,-1 4-359,-3 1 0,-13 21-90,3 10-90,-3 9-180,10 7 90,7-15-90,5 4-90,10-4 180,2-8-90,5-4 180,-3-12-90,0-13 90,-2-14 0,-3-6 0,-7-8-90,-12-6-1639,-7 23 1,-1 0 1523,-6-12-436,-15 6-528,1 26 1079,-6 9 0,0 5 0,4 8 0</inkml:trace>
  <inkml:trace contextRef="#ctx0" brushRef="#br0" timeOffset="42218">13155 5769 8792,'-25'6'180,"-3"6"-60,1 7 0,-6 9 0,-5 3-5,9-8 1,-2 4 0,-3 1-1,-1 1 1,-2 1 0,2 0-1,0-2-584,0-1 1,1 0 0,-1-1 0,1 1 0,-1 0 0,-1 0 0,0 1 226,1 0 0,0 0 1,-1 2-1,0-1 0,0 1 1,-1-1-1,0 0 1,-1-1 248,0-1 1,-1-1 0,0 0 0,0 0 0,-1-1 0,-1 1 0,-2 1 0,-1 1 67,6-5 0,-1 2 0,-2 0 0,-1 1 0,-1 0 0,-1 0 0,1 1 0,0-1 0,0-1 0,2 0 0,0 0 0,3-2-55,-3 2 0,2-1 0,2-2 0,1 1 0,0-1 0,-1 0 0,-2 2 0,-1 0 0,-4 2-20,9-5 1,-4 2 0,-1 1 0,-1 0 0,-3 2 0,0 0 0,0 0 0,-1 0-1,0 0 1,1 0 0,1-1 0,1 0 0,1-1 0,3-1 0,1-2 0,4-1 50,-13 7 0,5-2 1,2-2-1,2-1 1,0 1-1,-1 0 0,-2 1-41,1-1 0,-1 1 0,-1 1 0,-1-1 0,0 1 0,1 1 0,-1-1 0,2 0 0,1-1 23,-1 2 1,1-1 0,-1 1 0,2 0 0,0 0 0,2-1-1,1-2 1,3 0-40,-9 6 0,3-1 1,2-2-1,0 1 28,-1 0 1,1 0-1,0 0 1,4-4 496,-8 7 1,7-7-431,8-9 614,-1-2 1,-1 0-704,2 0 1333,-2-1 0,0-1-1693,2-3-896,-7 2-813,8-4 2069,5-3 0,11-2 0,1 0 0</inkml:trace>
  <inkml:trace contextRef="#ctx0" brushRef="#br0" timeOffset="42973">9069 8347 8252,'14'-2'-989,"-2"1"1079,-3 1 0,-3 3-90,-4 1 90,-4 5-90,-1 0 90,0 0 269,-4 2-179,3-4 90,-7 7 0,-2-2-180,1 1 360,-20 11-3572,3-4 3212,-4 2 89,-2-1-44,11-8 0,0 1-45,2-1 0,-4 1 30,-8 5 0,-5 3 0,1-1-30,5-2 0,0-1 0,0 1-60,-3 1 0,0 0 0,1-1 15,-8 6 0,2-2 0,8-6 0,2-1 1593,4-2 0,0-2-1670,1 0 0,1-1-508,-9 2 540,18-10 0,9-5 0,2-4 0</inkml:trace>
  <inkml:trace contextRef="#ctx0" brushRef="#br0" timeOffset="43500">8459 8399 9062,'2'-10'270,"-2"2"359,2 1-179,-22 31-360,10-12 60,-11 13 0,-8 11 0,1-1-30,2-3 0,0 1 0,0 1-76,2-1 1,-1 3 0,1 0 0,1-1-15,-2 5 0,1-2 0,7-1 15,7 5 0,15-9-180,28-18 0,13-12-915,-10-2 1,3-4 0,-1-1 629,-2-1 1,0-2-1,-1 0 420,11-4 0,-6 0 0,-12 4 0,-1 0 0</inkml:trace>
  <inkml:trace contextRef="#ctx0" brushRef="#br0" timeOffset="45770">5290 8853 8432,'11'-18'1170,"-6"-3"-721,-1 2-269,-7 26-90,0 25-135,0 10 0,1 5-180,1-9 0,-1 0-135,1 9 1,1-2-297,1-15 1,1-4-1,1 14 1,2-6 0</inkml:trace>
  <inkml:trace contextRef="#ctx0" brushRef="#br0" timeOffset="46285">5464 8974 8162,'2'-13'540,"-1"3"-360,-1 0-90,-5 16 0,-8 24 90,0 12-180,6-4 0,2 0 0,0 2-45,9-5 0,5-4 45,10-10 0,2 6 45,6-31 0,0-10-45,-9-6 180,-10-26 0,-8-5-180,-10 15 44,-11-6 1,-4 6-45,-2 24-449,-15 10-1,13 8-1349,-3 20 1799,24-9 0,3 12 0,7-9 0</inkml:trace>
  <inkml:trace contextRef="#ctx0" brushRef="#br0" timeOffset="46734">5822 9111 8252,'4'-20'1619,"-5"8"-1259,-17 28-180,1 22-180,5 0 0,4 4-135,9-4 0,4-1 135,-4-5 0,4-5-90,28 6 90,-12-36-45,8-10 0,-1-9 135,-16-14 0,-2-2-45,8 7 0,-5-1-45,-19-17 0,-11 4 0,-7 15-540,-5 8 1,-3 5-1620,-4 13 2159,-7 5 0,25 15 0,9-3 0</inkml:trace>
  <inkml:trace contextRef="#ctx0" brushRef="#br0" timeOffset="47335">6174 9286 8612,'-14'-15'1889,"3"5"-1709,20 5-90,19 4-90,11 1-315,2 0 0,3 0-135,-16 0 1,-1 0 449,15 0 0,-3 1 0,-6-1 0,-8 1 0</inkml:trace>
  <inkml:trace contextRef="#ctx0" brushRef="#br0" timeOffset="47850">6859 9116 8252,'1'-20'1979,"-1"1"-1889,1 28 0,-4 15-135,1 3 0,1 3-45,-4 12-45,3-14 0,0 0-944,0 7-810,1-2 1889,0-3 0,2-10 0,1-8 0</inkml:trace>
  <inkml:trace contextRef="#ctx0" brushRef="#br0" timeOffset="48320">7025 9134 8342,'3'-8'1799,"-16"34"-1709,5 1 0,-8 19-135,21-20 0,5-2-45,19 13 135,-10-11 0,-4 1 0,-10 0 0,-8 1-270,-11 0 0,-6-1-180,-2-5 1,-3-2-631,-1-2 1,2-4 1034,4-5 0,10-5 0,8-4 0</inkml:trace>
  <inkml:trace contextRef="#ctx0" brushRef="#br0" timeOffset="48570">6918 9201 8522,'-5'-24'1529,"3"8"-989,27-3-1080,21 7 540,-19 5 0,1 0 0,-2 1 0,-1 1 0,8-1 0</inkml:trace>
  <inkml:trace contextRef="#ctx0" brushRef="#br0" timeOffset="49024">7299 9179 10951,'-12'41'809,"0"2"-629,2-9-180,8-2 0,1 1-90,0 0 45,9 0 0,6-5-45,10-14 90,19 1 135,-14-23 0,-1-4-135,4-4 135,-7-13 0,-6-5-45,-21-8-90,-1 8 0,-8 3-810,-21 9 1,-7 9 809,11 7 0,-1 4 0,-8 2 0,2 6 0,1 18 0</inkml:trace>
  <inkml:trace contextRef="#ctx0" brushRef="#br0" timeOffset="49251">7805 9384 11311,'3'-7'1349,"1"-2"-1529,-1 5 180,0-2 0,-1 4 0,-1 1 0</inkml:trace>
  <inkml:trace contextRef="#ctx0" brushRef="#br0" timeOffset="60532">19273 6931 9242,'0'-12'1709,"-1"2"-1529,5 12-180,-2 8 90,-3 20-180,-4-6 0,-1 2 90,-4 14-45,1-12 0,1-1-45,0 3 360,-1 4-180,10-24-90,0-7 90,7-35-90,-4 11 0,0-22 0,-4 19 0,1-3 0,-1 4 0,0 13 0,0-2 0,2 1 0,-1 2 0,2-3 0,-1 1 0,2 3-90,2-3 90,0 4 0,3-4 0,1 4 0,-4 1-90,0 2 90,-2 1 0,1-1 0,3 2 0,3 1 0,0 1 0,5 1 0,-7 0 0,5 2 0,-5-1 0,0 2 0,0 1 0,-5-1-90,1 2 90,-1 6 0,-2 0 0,0 14 0,-2-14 0,-1 8 0,-1 0-90,1-1 90,-2 10-90,2-10 90,0-3 90,0-3 0,0-3 0,1 0 269,0-4-359,4-17 90,-1 3 0,5-33-90,-4 22 0,1-20 0,-3 7 0,0 8 0,-1-24 90,-3 20-180,1-5 90,-2 6 0,2 15 0,0-2 0,-1 1 0,1 2 0,0-3 90,-1 0-90,2 4 0,-2 0 0,1 3 0,0 0 0,12 3 0,-2 1 0,13 3-90,-7 2 90,-1-1 0,0 3 0,-7-3-90,3 2 90,-6 0 0,0 6 0,-2-2 90,0 11-90,-1-6 0,-1 18 0,-3 12 0,2-9 0,-3 4 0,1 3 0,1-14-45,0 0 0,1 1 45,0 7 0,0-8 0,-1 2 0,2-20 0,-2 10 0,2-12 0,-2 4 450,1-3-360,1-17 0,4-13-90,1-8 0,3-17 90,-3 8-90,2-5 0,-3 11 0,-1 12 0,-1 9 0,-1 5 0,0-2 0,0-1 0,0 1 0,0-4 0,-1 2 0,0-18 0,0-4 0,-1-4 0,1-2 0,-1 17 0,1-5 0,0 11 0,1-6 0,-1 12 0,1-10 0,-1 10 0,0-8-90,0 4 180,0 2-180,1-3 90,-1 10 0,1-4 0,-1 3 0,2 1-90,8 1 90,1 1 0,10 1 0,-6 3 0,10-2 0,-3 3 0,1-1 0,-1 1 0,-11 0 0,-1-1 0,-4 1-90,-1 0 90,0 1 0,-1 1 90,0 4-90,-2 7 90,1 1-90,-2 2 0,-3 17 90,1-11-90,0 5 0,-1 3 0,-1 1 0,-1-2 0,0 19 0,1-22 0,-1-1 0,-2 22 0,3-24 0,-2 9 0,0 1 0,3-2 0,-3 8 0,4-17 0,-1-3 0,1-7 0,-2 7 0,2-4 0,0-5 0,0 7 0,0-7 0,0 4 180,-1-7 360,1-1-450,5-30-1,-3 15-89,3-22 90,3 2-90,-4 14 45,3-12 0,0-1-45,-2 7 0,5-24 0,-5 21 0,0 4 0,-1 0 0,-1 10 0,0-1 0,0 0 0,-2 2 0,1 0 0,-1-3-90,1 4 0,-2-2-89,6 3 179,0 2-180,6 3 180,-2 3-90,2 0-90,1 5 180,-4-3-90,3 5 90,-8-4 0,0 3 0,-5 5 0,0-1 0,-6 10 0,3-7 0,-4 13-90,-2 8 90,3-6-90,-2 12 90,7-21-90,-2 2 90,2-5 0,1-7 0,1-1 90,0-4-90,6-17 90,0 1-90,4-12 0,4 0 0,-6 12 0,3-4 0,2 2 0,0 4 0,4-4 0,10 4-90,-15 5 90,19-1 0,-21 3 0,11 0 0,-13 2-90,6 2 90,-6 0 0,1 1 90,-3 5-90,-4-2 0,1 11 0,-4 0 90,-1 1-90,-2 16 0,3-12 0,-1 11-3277,4-10 3162,0-9 115,2 0 0,-2-9-900,2 1-2377,1-2 2972,3-3 0,-4-2 0,1-1 0</inkml:trace>
  <inkml:trace contextRef="#ctx0" brushRef="#br0" timeOffset="64249">19851 7474 8432,'2'23'270,"0"1"-180,-4-4-90,1-1-270,-1 14-1349,3 0 1619,1-8 0,1-2 0,-1-16 0</inkml:trace>
  <inkml:trace contextRef="#ctx0" brushRef="#br0" timeOffset="64669">19929 7632 7803,'5'-17'2698,"-1"3"-1619,-3 6-989,-2 32-270,6-4 90,2 17-89,9-14 89,4-13 0,5-12 90,-5-4 0,2-21 90,-19-15-90,-1 9 90,-14-13-180,-9 22-360,1 6-2827,-13 7 3174,18 11 0,-6 7 1,11-2-1</inkml:trace>
  <inkml:trace contextRef="#ctx0" brushRef="#br0" timeOffset="75103">20347 7231 9062,'-2'-11'809,"1"2"-269,2-6-90,-2-10-270,2-4-45,-1 5 0,0-2-91,0-7 1,0-2 0,0-2 0,1-3 15,0-6 0,0-4 0,1 3-60,-1 6 0,1-2-98,-1 6 0,1-6 0,-1-4 0,1 1 0,-1 4 98,0-9 0,0 4 0,0-3 0,0 4 0,-1-2 0,1 0 0,-1 4 0,1 2 0,-1 3 0,-1-2 0,-1-6 0,-2-1 0,1 4 0,0 6 0,0-2 0,-1 2 0,0-6 0,0-1 0,1 4-1035,-1 5 0,1 3 0,0-1 1035,-2-15 0,0-1 30,0 12 0,1-1 0,0 6-30,-2-8 45,0 2 0,0 3 45,1 7-90,0-1 293,-2-9-293,4 18 0,-2-9 3276,2 7-3160,0 8-116,1-1-270,-1 7 270,12 15-90,-1-3 90,7 8 0,14-1 0,-11-4-90,22 7 90,-17-6-90,4 3 90,-12-5 0,-3-1-90,0 3 90,-1 1 0,6 6 0,-4 2 0,2 7 0,-6 1 0,-1 0 0,2 8 0,2 16 0,-7-13 0,-1 3-1639,0 3 1,0 3 1629,-1-9 1,1 1 0,-1 2 8,0 1 0,-1 3 0,0-1 0,-1-6 45,1 3 0,-2-2-45,1 11 0,0 5 0,-2-5 45,1-7 0,-2-1-801,1 0 0,1 2 0,-1-2 756,1 4 0,0 0 0,1 0 0,0 2 0,0-6 0,1-9 0,0-1 0,0 4 0,1 4 0,0-4 45,-1-7 0,1-2-45,0 5 0,-1-2 2268,1 11-2268,-2-10 0,0-2 0,0-3 0,0 22 0,-1-23 0,1 8 0,-1 0 0,1 11 3276,-1-1-3160,0-12-116,-2 9 0,2-25 0,-4 12 0,3-9 0,-3 3 0,0-1 0,1-7 0,1 2 0,0-7 0,1-11 0,1-1 0,1-24 0,-1 8 0,1-1 0,-2-3 0,-1-21 0,1 11 0,0-7-23,2 9 1,-1-5 0,1-1-1,1-2-13,-1 5 0,1-2 0,-1-1 0,1 1 0,0-1 36,0-1 0,1-1 0,-1 1 0,0 1 0,1 1-215,0-12 0,-1 2 1,1 4 214,0-6 0,-1 7 0,-2-4 0,1 19 0,-1-1 0,-1-7 0,-1 4 0,1 3 45,-2-2 0,0 1-45,1 9 0,-2-26 0,2 11 0,1-1 0,1 7 89,1 4-178,0-4 89,1-4 44,-1 7 1,0-1-90,1-4 1,-1 1 44,1 6 0,-1 2 0,0-1 0,0 1 0,0-18 0,0 16 0,-1-2 0,0 0 0,-1-4 0,0-8 322,1 14 0,-1 1-322,1-2 0,-1 0 0,-1 1 0,0 2 0,-2-4 0,1-3-90,2 15 90,-2-6 0,2 7 0,0 6 0,1-4 0,-1 7 0,1-3 0,0 3 0,0 0 0,1 1 0,0-1 0,2 3 0,0 0-90,8 1 90,24 2 90,-6-1-135,2 1 0,0 0 45,-2 0 45,3 1 0,1 1-45,1-1 0,11 1 90,-23-1-90,-11 0 90,-1-1-90,2 3 0,-1 2 0,-2 1 90,-6 20-45,-3-1 0,-2 3-45,0-1 0,0 3 30,0 7 0,0 6 0,0-1-30,0-8 0,1 0 0,0 1-69,-1 14 0,2 3 0,-1-4 69,0 2 0,0-3-805,1-3 1,1 1 774,1-6 0,-1 2 0,1-2 30,0 3 0,-1 1 0,1 3 0,0 4 0,-1-4 45,0 0 0,0-1-45,-1-10 0,-1 0 0,0 1 0,0-2 0,0 0 0,0 2 0,0 12 0,-1 3 0,0-5 44,1-6 1,-1-1-45,1 2 0,1 4 0,-1-7 45,1-11 0,0-2-45,0 7 0,0 0 132,-1 4 1,0-5-133,0-4 821,0 2 0,0 0-821,1-10 0,0 19 0,0-6 0,-1-8 90,-1 12-90,1-22 0,-1 15 0,1-9 0,-1 2 0,-1-2 0,-1 1 0,0-5 0,-1 7 0,2-11-90,-2 6 90,2-8 0,-2 3 0,1 0 0,2-4 0,-1 3 0,2-6 0,-1 1 270,1-2-270,-2-8 0,2 0 0,2-17-90,3-1 0,4-23 45,-2 13 0,0-4 0,-2 1 0,0-4 0,0-2 0,-1 3 15,0-1 0,0 3 0,-1-3-2,-1-8 1,0-4-1,-1 0 1,-1 6 61,-1 8 0,-1 3 0,0 0-30,-1-5 0,1-1 0,-1 0 0,1 0 0,0 0 0,0 5 45,1 5 0,1 1-90,0-11 0,1 0 135,4-5-90,-1 12 0,-2 2 0,0 1-3277,-3-7 3233,1-1 189,-2 6-145,1 11 0,1 6 0,-1-20 0,1 12 0,-1-6 0,-1-9 0,1 22 3276,1-18-3160,1 27-116,1-14 0,1 7 0,1-2 0,0 4 0,5 6 0,3 3 0,-2 1 0,14 3 0,-14-1 0,22 1 0,-8 0 0,4 0 0,8-1 90,-13-1 0,3 1 0,-7 1 90,2 1-90,-8-1 0,6 0 0,-12-1 0,2 1 0,1 0 89,3 11 1,1 20-180,-2 2 45,-7 2 0,-1 4 0,-1-2 0,-1 2-45,0-4 0,-1 2 0,1-2 45,-1 6 0,0 0-941,0 7 0,0 1 986,-1-6 0,0 1-30,1-8 0,-1 3 0,1-1-30,-1 5 0,0-1 0,1 1 0,-1-5 0,1 1 0,1-2 15,-1 11 0,2 0-15,1-14 0,0 1 0,1-3-30,-1-2 0,1-2 0,2 12 0,0-3 90,1-4-90,1 4 0,-1-4 0,-3-16 0,2 11-90,-2-13 90,-1 1 1792,2 3-1792,-3-9-90,1 3-90,-1-4 180,-1-2-180,1 3 180,-1-5-90,1 2 0,-1-13 0,0-1 90,0-6-180,-2-6 90,0 3 0,-1-17 0,0 11 90,-1-2-90,0 6 90,1-1 0,0-1-179,4-7 89,4 3 0,2 1 90,1 7-90,8-3 0,-6 10 90,12-8 0,-11 10-90,17-3 0,-11 4 90,7-1 0,-9 2-90,2 1 90,-8 1-90,15-1 90,-17 3 0,10 0 0,-6 7 0,-4-3 90,2 9 0,-7-6 90,3 13-90,-4-4 270,1 28-360,-3-22 89,1 15 91,0-8-180,2-2 90,0-2 0,1 0-90,2 5 90,4 19 0,-5-31-90,2 9 0,-4-17 0,-1-1 90,1 4-90,0-3 0,0 5 0,-1-6 0,0-1 0,-3-1 0,1-2 0,-1 2 180,-1 0-180,1-17 0,1 5-90,11-31 0,-2 18 0,13-16 0,-4 15 90,0 1-90,13 3 90,-18 10-90,25-1 90,-18 7 0,7 2 0,0 1 0,-15-1 0,10 2 0,-15-4 0,5 2 90,-4-1-90,-1 0 90,0 3 0,-3 3 0,-1 1 0,-3 10 0,-1-1 0,-2 19-90,1-15 90,0 10-90,2-7 0,0-1 90,1 10-90,0-9 180,0 0-180,0-8-1260,1-6 1260,5-10 0,-4-2 0,6-5 0</inkml:trace>
  <inkml:trace contextRef="#ctx0" brushRef="#br0" timeOffset="78733">21844 7611 9512,'9'-7'359,"1"0"91,21 2-360,-13 2 0,14-1 180,-3 0-180,-16 2 0,20-1-90,-28 6 0,1 11 90,-17 10-180,-8 15-45,7-14 0,0-1-45,-6 15-90,4-2 180,9-21-449,1-3 539,9-4 0,5-8 0,7-2 0</inkml:trace>
  <inkml:trace contextRef="#ctx0" brushRef="#br0" timeOffset="79135">22188 7664 10051,'-21'42'630,"10"-14"-630,10 14 0,14-24 0,11 1 90,18-23 90,-10-9 0,3-18-90,-23 8 89,-17-24-448,-18 22-361,-4-7 180,-2 20 450,-8 17 0,17 2 0,-14 6 0</inkml:trace>
  <inkml:trace contextRef="#ctx0" brushRef="#br0" timeOffset="82815">22441 7233 8342,'-4'-12'809,"-1"6"1,7 1 0</inkml:trace>
  <inkml:trace contextRef="#ctx0" brushRef="#br0" timeOffset="93739">22399 7208 9332,'2'-10'270,"0"0"-181,3 5 1,2-3 0,-1-2 0,5-12-90,-6 10 180,3-21-90,-5 13 90,1-16-90,0 3-90,-2 3 180,-1-15-180,0 22 0,-2-18 90,-1 19-90,0 2 90,0-1-180,2 11 180,-2-6-90,1 10 0,-1-4 0,-1 2 0,1 1 0,6 3 0,3 3 90,7 2-90,-2 0 0,0-1-90,-3 1 90,-1-1 0,1 0 0,-3 1-90,2 0 90,-2 1 0,0 1 0,-1-2 809,0 1-719,-5-8-90,2-1 90,-3-11-90,2-9 0,0 0 0,1-7 0,-2-11 0,0 19 0,1 0 0,-1 0 0,0-1 0,0-6 0,-1 1 0,1-2 0,-2-11 0,0 24 0,-2-10 0,2 16 0,-5-25 0,3 8 0,-1 1 0,2-3 0,3 21 0,-2-3 0,2 5-90,-1 5 180,0-1-90,1 1 0,0 0 0,10-1 0,1 2 0,13 0 0,-2 2 0,1 0-90,1 0 90,-9 2 0,-1 0-90,-7 1 90,0-1-90,2 2 90,-1 1 0,-1 1 0,-2 2 540,-1-3-450,-6-9-90,1 1 90,-4-11-90,1 4 90,-2-14-180,3 5 180,-2-5-90,4 5 0,-1 0 0,-1 0 0,0-13 0,1 9 0,0-7-90,1-4 90,0 12 0,-2-12 0,1 17 0,-1-3 0,1 3 0,0 8 0,2-2-90,-2 8 90,2-1 0,3 4 0,13 0 0,-1 2 0,12 0 0,-3-2 0,-8 1 0,8-1 0,-17 2 0,6-1 0,-4 0 90,-2 1-90,2-2 90,-3 1 0,-1 0 0,-1 0 0,-1-3-90,-3-4 0,-3-8 90,0 2-90,-1-2 0,-4-13 0,4 7-45,-1-4 0,1-2 45,0-14 0,2 15 0,1-2 0,0-4 0,1 1 0,0 7 0,0 1 0,1-23 0,0 21 0,-1 13 0,1-2 0,-1 5 0,0 2 90,0 2-90,0 0 0,-2 2 0,4-2 0,-1 3 90,17 3-90,-6 1 0,20 2 0,-10-2 0,7-1 0,1 0 90,-11 0-90,3 0 0,-14 1 0,1-1 0,-3 1 0,0 0 359,0 1-179,-2-6-180,-1-1 0,-3-4 0,-3-6 0,1 3 0,-2-19 0,-1-15 0,2 11 0,-1 3 0,1 1 0,1 3 0,-1-10-90,1 8 90,1 0 0,-1 5-45,2 0 0,-1-1 45,1-13 0,0-2 0,1 11-89,-1 6 89,1 12 0,0-27-90,0 13 90,1-1 0,0 6 0,-1 12-90,0-4 0,1-1 90,0-1-90,1 4 90,-1 0-270,0 2 180,-1 0 0,0 2 90,5 8 0,-3 0 0,8 7 90,-5-5-90,11 1 0,-8-2 0,5-1 0,-6 1 0,0-1 0,3 1 0,-2 0 0,0 0 0,2 0 0,-4-1 0,3 1 0,-4 0 0,1-1 0,-1 2 90,0-2 360,0 1-450,-1-4 90,-2-4-90,-1 0-90,3-28 90,-3 21-45,3-17 0,0-3 45,1 3-45,-2-2 0,1-2 45,-1 0-45,-1 9 0,-2 1 45,1 4 0,0-19 0,-2 26 0,2-13 0,-3 17-90,3-4 90,-1 3 0,2 0 0,-3 2 0,2 3 90,-2 0-180,2 0 90,0 1 0,3-1 0,0 2 0,3 0 0,-4 2 0,4-1 0,1 0-90,7-1 0,5 1 90,-5 0-90,8 2 90,-15 0-90,12 2 90,-12-2 0,3 2 0,-5-1-90,0 0 90,-2 1 0,1 1 0,-3 1 0,1 0 90,-2 11-90,0-7 90,0 23-90,-1-16 90,0 11 0,1 1-90,-1-4 90,2 14 0,0 4-45,-1-14 0,0 1 0,2 19 0,-1 0 0,-1-15 0,1 0 0,0 15 0,1 0-45,-1-19 0,-1-2 45,1 7 0,0-2-45,2 0 0,-2-8 0,-1-9 0,1 7 0,1 0 89,0 1-89,0-4 0,2 12 90,-4-21-90,3 24 0,-2-14 90,0 6-90,1-5 0,-2-10 90,-1 0 0,1-1 0,-2-2-90,2 1 90,-2 2-90,1-3 0,0 13 0,0 3 0,0 6 90,-1 4 0,1 2-45,0-9 0,0 1 45,0 9 0,1 5 0,1 0-30,0-3 0,1-1 0,-1 1-30,1-1 0,0 0 0,0 2-8,-1 5 1,-1 4-1,1-1 1,-1-5-23,-1 4 0,0 0 22,-1-4 1,-1 6-1,0 0 1,0-7-23,-1 2 0,-1-2 30,1 4 0,-1 4 0,0-1-30,1-6 0,1 0 0,0 0 22,-1-3 0,0 1 1,0 0-1,0-2-22,1-2 0,1-3 0,-2 2 0,-1 11 0,-1 1 0,0-5 0,-1-6 0,-1-1 0,2-1 0,-1 3 0,1-2 0,-2 6 0,1-2 45,1-5 0,1 0-45,-1 8 0,0-2 0,0 6 0,0-6 0,1-4 0,0-10 0,-2 14 0,2-11 90,1-12-90,1 1 90,0-10-90,1-1 0,-2 0 0,1 0 0,0-1 0,0 0 0,-1 4 0,0-3 0,-3 10 0,3-8 0,-3 8 0,4-10-90,-1-22 90,4-5-90,1-3 0,0-6-30,4-5 0,1-4 1,0 3 119,-2 5 0,1-1-45,1-5 0,1-8 0,0 1 0,-2 10-45,2-9 60,-3 5 0,1-8 0,-2 7 30,-3 13 0,0 2 0,0-10 0,1 2 0,-2-7-90,0 14 90,-1 8 0,1-4 0,-1 11-90,1 0 90,4 5 0,1 2 0,12 5 0,0 3 0,4 0-90,9 4 0,-14-5 0,7 4 90,-13-3 0,-3 1 0,-2 5 0,-4 1 0,-1 12 0,-3 4 0,-2 1 0,0 1 0,-2 8 90,-1 9 0,-1-1 0,4-13 0,0 2 0,0 8 0,1-6 0,-1 6-45,2 5 0,-1-1 45,1-16-90,1 5 180,0-8-1,1-2-89,1 2-90,3-20-179,-1-20 89,1-9-90,-3-3 0,1-2 90,1-7 0,1 1 0,0-1 90,3-2-90,-1 8 0,0 0 0,6-16 0,3-2 90,-4 13 0,3 7 0,-1 14-90,1 0 0,17-3 0,-15 9 0,26-5 0,-18 6 90,4-1 0,-2 1 0,-17 3 90,4 0 90,-7 3-90,0 1 90,0 10-90,-4-3 0,0 15 0,-2-9 0,-3 21 0,-2 8-90,0-10 90,0 5-90,0 6 90,1-9-90,0-6 0,0 1 0,0-2 0,1-3 0,-1 9 90,0 8-180,2-28 180,1 2-180,1-7-90,0-43 180,1 17 0,1-32-90,0 11 90,-1 20-90,4-28 90,-2 29-90,7-17 0,2 14 90,7-2 0,-3 9-90,-1 2 90,8 0 0,2-1-90,6-1 90,3 1 0,-9 4 0,8-1 0,-11 3 180,2 2 0,-10 5-90,-5-1 270,-2 17-180,-7-4-90,-2 18-1,-5 7 1,0-4-1729,3-1 1,0-1 1613,0-1-28,2-5 1,0 0 142,3 7-90,0-6-90,4 10-180,-1-22-989,3-1-2018,5-28 2457,-4 1 1,1-23 0,-7 7 0</inkml:trace>
  <inkml:trace contextRef="#ctx0" brushRef="#br0" timeOffset="94802">23181 4178 9512,'9'9'90,"6"6"719,9 24-449,-5-2-151,-9-7 1,0 4 0,-1-1-75,-3 1 0,-1 2 0,-1-1 0,1 3 0,-1 4 0,-1 2-271,-2-5 0,-2 2 0,0 2 0,-1 1 0,0-1 0,1-1 190,-1 2 0,2-1 0,-2 0 0,1 1 0,-1 4 2,0-7 0,-1 3 0,0 3 1,0 0-1,-1 0 0,1-1 1,0-3-1,0-4-34,-1 12 1,-1-6-1,1-1 1,0 5 22,1-3 0,0 4 0,1 1 0,-1 1 0,1-1 0,0-1-15,1-5 0,0 0 0,1-1 0,-1 0 0,1-1 0,0-1-13,-1 0 1,0-1 0,1 0 0,0 0 0,-1 4-6,1-2 1,0 5 0,0 3 0,-1-1 0,1-3 0,0-4 0,0-8 32,-1 9 0,-1-1-30,1-7 0,-1 7 0,1 4 0,-1-1 0,0-2 0,0-8-105,-1 15 0,1-5 0,0-4 0,0 2 1,1-5 133,-1-5 0,2-4-1753,8 10-1350,-5-27 3059,7 1 0,-7-26 0,1-8 0</inkml:trace>
  <inkml:trace contextRef="#ctx0" brushRef="#br0" timeOffset="95632">22954 4845 8972,'10'-1'989,"-1"5"-449,4 19 90,-2 17-1723,-7-7 1,-1 7 0,1-2 1099,-1-1 1,0 1-93,-1-2 0,0 3 0,-1 2 220,-1-1 0,0 3 0,-1 1 0,0-4-45,0-1 0,0-3 0,-1 7-1,1-4 1,-1 7 0,0 3 0,1 3 0,-1 1 0,0-2 0,0-4-45,0-1 0,0-1 0,0-2 0,0 1 0,0-2 0,0 1-45,0 7 0,0-1 0,-1-1 0,1 1 0,0 0 30,0-6 0,0 2 0,0-1 0,1 0 0,-1-3 0,1-3-60,1 10 0,0-6 0,0 1-201,-1 0 0,0-1 0,0 1 111,2 6 0,1 0 0,0-10-422,2-4 2,-1-1 1,1-2 1118,-1-10 0,1-5 1,-4-12-1</inkml:trace>
  <inkml:trace contextRef="#ctx0" brushRef="#br0" timeOffset="96332">22747 5620 9422,'1'-9'-270,"0"3"270,0-1 90,2 0 180,2-2 719,3-1-359,-1 3-361,2 6-89,-4 2 630,4 28-450,-3 15-181,-4-12 1,0 8 0,0 5 0,-2 0-257,0-1 0,-1 3 0,-1 2 0,1 0 0,-1-1 131,1 0 0,0 1 0,0-1 0,0 1 0,-1-1-642,0 3 1,-1 1 0,1-1 0,-1-2 0,1-5 587,-1 0 0,1-5 0,1-1-326,-1 10 0,1-2 191,0-4 0,0-3 0,1-13 0,1-2-225,-1 7 1,1-3 89,1-6 270,0 10 0,-2-24 0,1 6 0</inkml:trace>
  <inkml:trace contextRef="#ctx0" brushRef="#br0" timeOffset="96886">22715 6005 9152,'-1'-14'180,"1"3"809,-1 0-449,3 39-360,-2-4-135,1 0 0,-1 7 254,-3 14 1,-2 8 0,1-5-210,1-13 0,-1 2 30,0-2 0,-1 8 0,-1 4 0,0 0 0,1-3 0,0-7-30,-1 11 0,0 0-61,1-11 1,0 5 0,0 4 0,0 0 0,0-3 0,2-6-360,1 0 0,2-4 1,-1 1 149,-1 11 0,-1 1 0,3-7 180,6 4 0,-4-35 0,1-2 0</inkml:trace>
  <inkml:trace contextRef="#ctx0" brushRef="#br0" timeOffset="97318">22503 6720 9242,'7'-2'1619,"-3"22"-1439,1-1-1,-5 5 1,-1 6 45,-3 11 0,0 3-180,0 3 0,1 2-285,0-9 0,1 2 1,2-1-171,3-5 0,1 0 1,1-4-1,0-1 1,3-2-1,2-2 0,1 0 1</inkml:trace>
  <inkml:trace contextRef="#ctx0" brushRef="#br0" timeOffset="130752">7480 2518 9602,'-3'-8'1709,"12"-9"-1170,18 4-224,5 2 0,5 2-540,3 3 0,0 2-90,-4 1 0,-2 0-1956,12 3 2271,-35 0 0,-7 0 0,-2 0 0</inkml:trace>
  <inkml:trace contextRef="#ctx0" brushRef="#br0" timeOffset="131034">7598 2510 10861,'-3'14'719,"-2"30"-539,1-9-120,1-3 0,-1 7 0,1-2-809,-2-1 1,1-1 748,0 16 0,-1-3 409,1 1-1354,2-16 1,1-2 944,0-1 0,-1 11 0,2-31 0</inkml:trace>
  <inkml:trace contextRef="#ctx0" brushRef="#br0" timeOffset="131203">7463 3072 9062,'-18'-2'1079,"6"2"-629,35 5-450,0-3-1215,11 0 1,3-3 1214,10-4 0,-16 1 0,-1 0 0,15-5 0</inkml:trace>
  <inkml:trace contextRef="#ctx0" brushRef="#br0" timeOffset="131907">7944 2910 9602,'-3'-12'1529,"-1"-1"-540,3 8 360,2-6-899,0 37-360,-2-10-180,-3 13 0,-3 6-225,-3-7 0,0 0 180,-2 1 1,7-10 134,17-27 0,6-21 45,4-7 0,2-3-45,-8 9 0,0 1 0,10-11 0,1 2-45,-7 18 0,0 4-45,3-5 0,-2 9 0,-2 22 0,-10 16-90,-6-7 0,2 10 90,-3-13 90,2 0 0,4-16 0,6-10 0,8-5 0,-1-5 0,-1 2 0,-1 0 0,-2 3-45,6 0 0,1 5 135,-8 20-90,7-1 0,-14 18 0,-4 17-180,7 3-180,-1-2 91,3-18-2340,6-24 2609,-4-2 0,12-5 0,-3-1 0</inkml:trace>
  <inkml:trace contextRef="#ctx0" brushRef="#br0" timeOffset="132387">8722 2827 10141,'-14'-39'3276,"-18"20"-3205,7 26 0,0 9-386,3 5 1,1 2 269,-1-1 0,7 2-585,20 22 540,3-37 0,33-6 270,-12-25-90,7-5 270,-8-6-270,-5 22-90,-10 5 90,5 17-180,-8 11-270,18 13-540,0-9 900,1-14 0,2-4 0,5-9 0,12-8 0</inkml:trace>
  <inkml:trace contextRef="#ctx0" brushRef="#br0" timeOffset="133251">9124 2777 9961,'6'-10'1979,"0"0"-1169,-4 5 179,-1-1-269,-6-1 179,-21 8-809,3 3-90,-15 10-180,13 4-899,-4 22 359,22-7 540,5-1 90,26-23 360,15-31 90,-4-5-270,-4 2 0,-13 22-90,-21 42 0,-10 21-68,8-23 1,1 4-1,-1 1 1,1-1 67,-4 6 0,0-1 0,0 1-90,3-4 0,1 3 0,0-4 0,1-9 0,0-2 90,-3 3-90,-3-38 180,-8-29-90,4 6 135,-1-8 0,0-2-135,4 6 45,3-4 0,7 0-90,21 9 0,4 3 45,-9 4 0,2 0-23,8-1 1,7-2 0,1-1-1,-2 1-7,2-4 0,-2 1 0,1-1 30,5-4 0,2 0 0,-3 0-375,-8 7 0,-2 0 1,-5 2 374,7-16 0,-30-1 0,-25 15 0,5-4 0,-21 35-90,25 17-1549,14-1 1,2 2 1356,-1 9-112,13-8 0,5-2-1045,13-6 1439,12 2 0,-2-13 0,-1-7 0</inkml:trace>
  <inkml:trace contextRef="#ctx0" brushRef="#br0" timeOffset="133437">9924 2791 15898,'30'7'-820,"-21"2"1,-10 4 0,-23-2 0</inkml:trace>
  <inkml:trace contextRef="#ctx0" brushRef="#br1" timeOffset="160787">19767 6223 26219,'-2'-16'-3277,"-2"-5"0,-5-2 0,-2-2 2152,-21-7 1655,8 18 1,-2 3 82,0-1 0,-5 4-279,-4 8 0,-8 5 0,-3 5 0,3 7-506,5 5 0,1 7 0,0 4 1,0 2-1,-1-2-365,2-3 0,-1 1 0,-1 0 0,0 0 1,2 2-1,2 1 644,3 1 0,0-1 1,2 2-1,1 1 0,3 2 1,2 1-168,3 4 0,2 2 0,2 1 0,3 1 0,2 0 0,4-3-13,4 0 1,5-2 0,2 0 0,0 0 0,0 0-224,-3 1 1,-1 1 0,1-1 0,1-1 0,4-3-428,3 1 0,2-1 0,3-4 0,2-5-31,13 8 0,7-9 726,1-9 0,5-4 1,4-2 162,-2-3 1,3-1 0,1-2 0,0-2 71,-8-2 0,0-1 1,1-1-1,-1-3 0,1-1 448,-1-3 0,0-2 1,0-2-1,0-2 0,-2-4-365,3-5 1,-1-3 0,-1-3 0,0-3 0,-3-1-166,-5 2 1,0-1 0,-2-1 0,-1-3 0,-2-3 0,0-3-146,-6 2 0,0-4 1,-2-3-1,0-2 1,-1-2-1,-2 0 0,0 1 1,-2 1-1,-2 1 20,1-2 1,-1 1-1,-2 1 1,-2-1-1,-2 0 1,-3-1-1,-2-3-123,-3 4 1,-2-2-1,-3-3 1,-1 0 0,-2-1-1,-1 0 1,-1 2 0,-1 3-1,-1 2 1,0 5-534,-7-10 1,-3 5-1,-1 4 1,-2 1 0,0-1 522,5 4 0,-2-1 1,0 1-1,0 1 1,-1 4-1,0 5 219,-15-3 0,0 8 1,3 5 373,9 4 0,-4 4-263,0 4 0,-7 2 0,-4 2 0,1 1 0,3 2-191,-9 6 1,2 3 0,-2 1-1,8-3 1,-3-1 0,-1 1 0,1 2-1,3 1 1,5 4 0,0 1 0,-1-1-1,1 1 1</inkml:trace>
  <inkml:trace contextRef="#ctx0" brushRef="#br1" timeOffset="164736">19639 6519 23784,'6'41'-1639,"-6"-12"1,-1 5 545,-1 5 1,-1 5 0,0-3 682,-1 8 0,0-1 1,1-9-1,0 1 1,0-4-1,1-8 0,1 1 1</inkml:trace>
  <inkml:trace contextRef="#ctx0" brushRef="#br1" timeOffset="164769">19614 7055 23424,'-3'25'-1093,"1"1"1,-3 24 0</inkml:trace>
  <inkml:trace contextRef="#ctx0" brushRef="#br1" timeOffset="171266">19600 6568 22876,'7'-8'-2048,"0"2"1889,-4 2 1,0 2-1,-2 1 1</inkml:trace>
  <inkml:trace contextRef="#ctx0" brushRef="#br1" timeOffset="173696">19273 8213 10379,'-9'-17'-725,"2"6"569,-8-6 432,-12 9 257,-9 5-305,10 5 1,-1 1 101,-15 8 48,2 3-287,12 4 0,2 2 280,-5 8-413,6-3 0,4 3-34,12 6-202,13 0-51,28-20 27,-3-11 157,-4-11 0,1-6 166,1-7 0,-3-1-184,11-8 255,-12 9 0,-4 5-67,-12 15 255,-15 42-267,-3-3 0,-2 9 1,-1-3-35,0 1 1,0 2-54,5-11 0,-1 6 0,0 1 0,0-2 0,3-7-104,1 5 1,2-3-33,-1-1 1,0 3 0,2-6 108,-1 9-186,2-21 144,-1-24 20,-9-26-18,1-7 116,4 7 0,1-2-19,2-7-8,13 9 0,7 0 45,2 10 1,5 2 0,12-11 0,5 1 2,-11 10 1,0 2-1,1-2-3,8-5 1,0-1 0,-2 0 177,2 0 0,-3 0-172,2-3 0,-1-1 1,-10 1 0,-5 2 90,3-2-45,0-2 0,-4-1-45,-10 4 0,-2-11-90,-8 17 0,-4 2 90,19 21-90,1 1 90,26 17-90,-16-6 90,3 15 0,-24 2-45,-9-6 0,-3 4 45,-5 7 0,-2 1 0,3-9 0,1 0-225,-2 6 0,6-3-1468,14-7 1697,0-5 1,12-8 0,-5-9 0</inkml:trace>
  <inkml:trace contextRef="#ctx0" brushRef="#br0" timeOffset="174817">20008 8441 7623,'2'-22'1259,"-1"7"-1079,-5-3 0,-1 13 0,-24 10-90,6 7-90,-3 4 0,-1 2-44,-4 14-1,13-12 0,3 2-135,3 9-180,20-1 270,9-16 0,14-8 0,3-24 90,-10-1-46,7-20-44,-20 23 90,-2 4 0,-11 20 0,-2 7 0,1 11 0,3-13 0,11 14 0,10-20 0,3-5 0,5-6 0,1-10 0,1-6 0,0-2 45,7-4 0,-2-3 15,-6-1 0,1-2 0,-7 3-1312,2-12 1252,-11 10 90,-13 25-90,-4 29 0,4-8 0,0 8 0,-2 5-45,-5 7 0,-1-1 45,2-8 0,-2-2 0,-5 11 0,-5-2 0,-11 1 0,2-5 90,13-8-90,23-19 0,32-24 581,-3-4 0,1-3-581,-15 12 0,-2-1 0,16-16 0,-7 2 0,-19 12 0,9-16-90,-17 23 90,-2 0 0,-2 6 0,17 21 0,-11-7 0,19 34 90,-31 4 45,-11-13 0,-4-1-180,3-4 0,-2-1-180,-9-3 0,0-4-315,8-4 540,8-3 0,13-7 0,3 1 0</inkml:trace>
  <inkml:trace contextRef="#ctx0" brushRef="#br0" timeOffset="174984">20883 8574 8792,'19'-19'989,"-1"4"-1438,11 14 449,-7 1 0,14-1 0,-14-2 0</inkml:trace>
  <inkml:trace contextRef="#ctx0" brushRef="#br0" timeOffset="176921">20740 7245 8162,'6'-10'450,"0"1"-270,-3 5 90,-1-1 180,3-4-360,-1 4-1,0-4-89,-1 4 90,1-8 0,-2 5-90,3-11 90,-4 9-90,2-18 90,1 2-90,0-6 0,2-4 45,0 2 0,1-2-15,-2 4 0,1-2 0,-1-2 30,2-12 0,-2-3 0,0 3-30,-1 13 0,-1 3 0,0-4-8,-1-4 1,-1-3-1,0-2 1,0 4 7,0-1 0,0 2 0,-1 0-30,0 0 0,-1 0 0,1-2 22,0-1 1,0-4-1,-1 1 1,1 6-23,-1 2 0,0 0-540,0-7 0,0-5 1,0 7 539,1 15 0,0 1-30,1-10 0,1-4 0,0 3 30,-1 8 0,2-1-54,2-7 1,2-7 0,1 0 0,-2 8 53,0 10 0,1 1-30,3-17 0,3-7 0,-3 8 30,4-5 0,-5 15 0,0-3 0,-1 0 0,-2 0-45,-2-2 0,-1 1 45,1 3 0,0 0 0,-3-2 0,-2 3-84,1 5 87,-2-17 1409,-6 5-1373,4 12 232,-7-9-189,8 27 76,-4-7-45,4 7 22,-1-2-64,1 0 48,1 3-190,-1 0-17,0 1-101,0 0-456,0 2-936,1 1 1629,-1-1 1,1 3 0,1 0-1</inkml:trace>
  <inkml:trace contextRef="#ctx0" brushRef="#br0" timeOffset="179554">20794 3681 7533,'9'-2'0,"0"0"0,-12 7 90,-2 0-90,-20 20 90,13 3-90,-3 0-90,29 13 90,-4-27-90,19 25-90,-18-15 90,2 1 0,-17 3 90,-7-13-90,-15 9 90,8-12-989,-25 3 989,27-12 0,-19 1 0,20-7 0</inkml:trace>
  <inkml:trace contextRef="#ctx0" brushRef="#br0" timeOffset="179790">20741 3769 6813,'1'-10'1079,"19"-14"-899,-6 14 0,19-4 0,9 0-1819,-5 6 1,1 2 1091,-1-1 1,0 0 0,0 0 0,-3 2 0,-7 0 0</inkml:trace>
  <inkml:trace contextRef="#ctx0" brushRef="#br0" timeOffset="180187">21277 3702 8432,'-5'-9'810,"-8"5"-540,-10 18-180,3-2-1,-5 10 91,-1 18-135,17-16 0,1 0-45,-3 3 0,5 0 0,9 1 0,6-2 0,16-5-45,17-16 0,5-7 45,0-4 0,-15-6 0,5-4 0,-8-1 90,1-23-90,-18 7 0,-6-3 0,-13-11-1035,-21 23 1,-6 6 1034,2 8 0,-1 12 0,2 6 0,4 11 0</inkml:trace>
  <inkml:trace contextRef="#ctx0" brushRef="#br0" timeOffset="180400">21811 3911 9512,'13'-15'179,"-3"5"1,-17 7 0,-7 8 0</inkml:trace>
  <inkml:trace contextRef="#ctx0" brushRef="#br1" timeOffset="184254">20615 3701 8620,'-16'-5'-847,"4"1"946,-1 0 455,5 1-552,11 0 44,5 0 80,10 0-1,16 0 15,-10 0-15,14 0-16,-7 1 0,1-1-27,2 1 0,2 0-88,3 0 0,-1-1 17,-5 1 1,-5 2-49,-2 5-8,-24 8-96,-3-1 2,-17 4 0,-10-1 229,-2-2-135,5-2 0,-2-1 135,-18 4-90,9-2-90,5-3 90,20-5-90,-10 4 0,13-5 90,16 10 0,6-2-90,17 9 90,-12 0 0,-5 10 0,-9-2 0,-9 15 0,-12-1 0,-5 2 0,5-21 0,-2-2 0,-11 6 0,0-4-180,-13-1-539,19-12 719,-15 5 0,25-11 0,1-1 0</inkml:trace>
  <inkml:trace contextRef="#ctx0" brushRef="#br0" timeOffset="186387">20395 4408 7353,'11'-8'450,"21"-4"-361,-8 6-1728,11-1 1,5 0 671,-8 3 1,5 0 1074,1 1 0,8 0 0,4 0 0,-2 0 0,-5 0 232,1 1 0,-5-1 1,5 1-323,-5 0 0,3 0 0,2 1 0,1-1 0,-3 1 49,7 0 1,0-1-1,-2 1 1,-4 0-9,-3 0 1,-4 0 0,3 0 216,5-1 0,4 0 0,-2 1 0,-8-1-231,-8 1 0,-5-1-45,15-4-90,-28 4-540,7-2 3457,-12 5-3816,-3 1 1143,1 1 1,-3 3 0,-1 0 0</inkml:trace>
  <inkml:trace contextRef="#ctx0" brushRef="#br0" timeOffset="189884">16091 4820 7713,'-7'-9'989,"1"0"-629,5 4 359,-1 0-629,4-1-90,0 2 360,29-8-180,-6 3-15,-2 1 1,2-1 159,11-7-169,-12 2 0,0 1 145,5-6-96,7-4-4,-4-7 304,-7 9-293,-6 4 0,1 0-29,-1 1-68,2-1 10,-10 8-63,4-2-802,-2 8-701,-5 5 1391,3 2 1,-7 2 0,0-2-1</inkml:trace>
  <inkml:trace contextRef="#ctx0" brushRef="#br0" timeOffset="191288">20335 7950 7533,'-13'16'-450,"3"-1"270,5 3 360,15 4-90,-3-6 225,15-7 0,10-7 14,1-11 1,4-9 0,1-3-195,-3 3 0,1-2 0,0-2 0,1-1-938,2-4 0,1-2 0,-1-1 0,-4 1 833,2-3 0,-4 0 0,-4-1 29,-3 0 1,-4-1 0,-2 3-276,-6 5 0,-1 0 306,7-15 0,-2 0-270,-9 14 0,-1 3-2519,0-16 2699,-9 24 0,-4 14 0,-2 9 0</inkml:trace>
  <inkml:trace contextRef="#ctx0" brushRef="#br0" timeOffset="191820">21014 7413 7892,'6'-11'630,"-7"8"-540,-15 13-45,-14 8 0,-4 3-45,4-4 0,0 1-90,-12 5 0,1-1 45,17-11 0,2-1-315,-11 6 360,31-15 0,-1 0-90,21-8 90,18-12-478,4-1 478,-7 2 0,3 0 149,-7 2 0,0 1-15,4 2 1,0 4-45,1 4 0,-10 25 0,-5 6-90,-7 2 45,3 11 0,2 1-495,12-4-180,-12-14 1,1-2 629,19 3 0,-8-21 0,-1-4 0</inkml:trace>
  <inkml:trace contextRef="#ctx0" brushRef="#br1" timeOffset="194020">19425 5198 20492,'-5'-8'-3277,"-1"1"2342,-2 10 3138,2-1-952,-2 6-1076,0 7-556,3-5 109,-1 13 0,1 3-855,6 4 973,0-3 1,1 1-731,10 4-987,4-1 189,-5-11 763,-4 2-406,-40 4 1997,19-10-720,-30 7 447,34-17 0,-1-1 0,3-1 0</inkml:trace>
  <inkml:trace contextRef="#ctx0" brushRef="#br1" timeOffset="194283">19376 5140 15702,'11'-20'-2116,"16"-3"2002,11 11 333,-6 4 1,3 1-147,6 0 1,-1 0 0,-6 2-1,-2 0 1,-2 1 0,0-1-1</inkml:trace>
  <inkml:trace contextRef="#ctx0" brushRef="#br1" timeOffset="196134">17924 6306 22909,'16'-16'-1264,"10"-12"638,-16 19 614,9-10-95,-4 23-122,-7-1-10,5 6-397,-9-4-617,10 5 628,2-4 543,30 0 159,-11-7 254,-7-4 0,0-3 741,8-11-845,-17-6 1,-5-3-107,0-9-311,-17 2 0,-7 3 127,-5 12 0,-16-1 0,14 24 0</inkml:trace>
  <inkml:trace contextRef="#ctx0" brushRef="#br0" timeOffset="199458">23421 3014 7083,'-2'-9'630,"0"1"-630,-4 12 90,3-1-1,-8 25 1,4 0-90,-3 6 90,1 8-90,3-7-135,3-4 1,0 0-136,0 6-360,2 7 630,3-25 0,2-1 0,1 5 0</inkml:trace>
  <inkml:trace contextRef="#ctx0" brushRef="#br0" timeOffset="199983">23664 3079 7353,'5'-14'270,"1"1"-90,11-1-91,4 3-89,10-1 0,4 4 0,-13 4 0,0 1 90,-6 7-90,-5 13 90,-12 15-90,-10 4 0,-8-3 0,-2 0 0,-3 9 0,8-16 0,5 0 0,16 13 0,28-13 0,-6-3 0,0-13 0,1-3-90,-4-4-89,7 2 179,-5-3 0,-13-2 0,4-1 0</inkml:trace>
  <inkml:trace contextRef="#ctx0" brushRef="#br0" timeOffset="200401">24129 3187 7263,'6'-19'899,"-2"5"181,-3-6-900,-1 10 0,-2-6-1,0 10 91,-15 8-90,-5 8-180,-3 2 90,3 8-180,12 0 180,10 7-180,14 6 90,13 2 0,-4-12 0,0-2-90,8 6 180,-1 2-90,-28-16 0,-4-3 0,-24 3-540,-21 4-269,2-2 153,17-5 1,2-1-1,4 0 1,3 1 0</inkml:trace>
  <inkml:trace contextRef="#ctx0" brushRef="#br0" timeOffset="200621">24221 3156 150,'-3'-18'-150,"-1"5"2562,-1-11-2412,13 6 0,5-2-105,26 5 0,6 4 105,-18 5 0,2 0 0,10-2 0,7 0 0,-3-1 0,1 0 0,1 0 0</inkml:trace>
  <inkml:trace contextRef="#ctx0" brushRef="#br0" timeOffset="202054">14137 5983 7173,'-2'-11'90,"-1"0"-450,6 7-360,3 3-100,2 1 1,8 3 0,-3-1 0</inkml:trace>
  <inkml:trace contextRef="#ctx0" brushRef="#br2" timeOffset="252170">13847 6064 24575,'0'0'0</inkml:trace>
  <inkml:trace contextRef="#ctx0" brushRef="#br2" timeOffset="253536">13273 5574 24575,'0'0'0</inkml:trace>
  <inkml:trace contextRef="#ctx0" brushRef="#br2" timeOffset="256819">13861 6117 24575,'0'-21'0,"-2"-4"0,-3-6 0,-5-3 0,-3 3 0,-1 6 0,3 9 0,3 8 0,3 5 0,0 3 0,1 3 0,0 4 0,0 3 0,2 5 0,-1 2 0,0 4 0,-2 6 0,-6 20 0,3-9 0,-1 10 0,7-24 0,6-11 0,7-7 0,5-5 0,6-1 0,1 0 0,-3-5 0,-3-4 0,-3-4 0,-5-4 0,-5 2 0,-2 1 0,-2 0 0,-3-3 0,-5-2 0,-6-4 0,-7 0 0,-1 4 0,2 6 0,4 5 0,4 8 0,4 7 0,4 6 0,2 8 0,2 6 0,0 3 0,0 1 0,0-5 0,0-5 0,1-6 0,3-7 0,4-4 0,3-2 0,4-4 0,2-4 0,2-8 0,2-6 0,-2-3 0,-3 4 0,-8 8 0,-4 4 0</inkml:trace>
  <inkml:trace contextRef="#ctx0" brushRef="#br2" timeOffset="258706">14638 4964 24575,'0'17'0,"2"0"0,5 3 0,5-4 0,5-2 0,2-5 0,-1-4 0,0-3 0,-2-2 0,-1-1 0,1-5 0,-1-3 0,0-2 0,-2 0 0,-4 2 0,-2 1 0,-5 3 0,-1 0 0,-2 0 0,-4 1 0,-2-4 0,-2 0 0,-1-2 0,1-1 0,-1 4 0,1 2 0,-1 2 0,0 3 0,-3 0 0,1 0 0,-2 3 0,-2 2 0,-1 3 0,-3 3 0,3-1 0,2 4 0,8-3 0,2 3 0,5-1 0,2-2 0,1 3 0,3-1 0,1 2 0,2 0 0,0-1 0,2-3 0,0-4 0,3-4-820,2-2 1,-7-1 0,0 0 0</inkml:trace>
  <inkml:trace contextRef="#ctx0" brushRef="#br2" timeOffset="263925">13271 5536 24575,'0'14'0,"0"0"0,0-1 0,0 1 0,0-3 0,2-3 0,3-4 0,1-3 0,5 0 0,2 2 0,5 2 0,5 3 0,1 0 0,0-1 0,-3-3 0,-4-1 0,-5-2 0,-5-2 0,-2-2 0,-3-5 0,0-6 0,-1-4 0,-1-4 0,0 2 0,0 2 0,0 3 0,-3 2 0,-3 3 0,-3 1 0,-2 2 0,-2 2 0,-1 3 0,-1 1 0,-1 1 0,0 0 0,1 2 0,3 2 0,4 3 0,3 2 0,3 0 0,2 2 0,-1 5 0,0 4 0,-2 7 0,-1 5 0,0-1 0,1-2 0,2-8 0,1-7 0,1-6 0,2-4 0,3-2-820,2 0 1,-3-1 0,-1 0 0</inkml:trace>
  <inkml:trace contextRef="#ctx0" brushRef="#br2" timeOffset="265600">13384 5607 24575,'21'1'0,"7"6"0,11 8 0,-16-3 0,2 1 0,3 2 0,1 2 0,0 1 0,1 0 0,0 3 0,0 0 0,-1 1 0,-1 1 0,-2 0 0,-1-1 0,-2-1 0,-2-1 0,14 12 0,-9-9 0,-9-6 0,-6-6 0,-5-4 0,-4-4 0,-3-3 0,-4-2 0,0-2 0,-3 0 0,0 0 0,-1-1 0,-1-2 0,-1-1 0,-2-1 0,1 0 0,0 1 0,1 0 0,3 0 0,0 1 0,-1-1 0,-2-2 0,-5-4 0,-5-5 0,-6-5 0,-3-1 0,-1 0 0,3 3 0,5 5 0,6 4 0,6 5 0,5 5 0,4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5:48:35.29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12095" units="cm"/>
      <inkml:brushProperty name="height" value="0.12095" units="cm"/>
      <inkml:brushProperty name="color" value="#92D050"/>
    </inkml:brush>
    <inkml:brush xml:id="br3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9610 7032 10771,'5'-19'1979,"0"6"-1440,13 2-359,0 5-90,11-6 0,3-1-90,12-7 30,-8 2 0,8-3 0,0-1-8,-8 4 1,1-1-1,0 0 1,1-1-679,-3 2 1,-1 0-1,2-1 1,1-2 0,3 0 629,-5 1 0,2 0 1,1-2-1,2-1 1,0 0-1,-1 1 1,1 0-1,-2 0-13,0 1 1,0 0-1,0 0 1,-1 1-1,1-1 1,0 0-1,2-1-136,-2 2 0,0-1 1,1-1-1,1 0 1,0 0-1,1 0 0,-1 1 1,1 0-1,-1 1 73,6-2 1,0 1 0,0 1 0,0-1 0,0 2 0,0 0 0,-2 0 0,-1 1 26,4-2 0,-2 1 0,-2 1 0,1 0 0,1 0 0,3 0-25,-7 3 0,2 0 0,2-1 0,0 1 0,1-1 0,-1 1 0,-3 1 0,-3 1 1,-4 2 76,7-3 1,-7 2-1,0 1 1,3-1 22,8-3 0,6-2 0,0 0 0,-6 2 0,-12 3 90,6-2 224,-2-2 1,-4 1-225,-19 7 90,15-9 0,-21 11 2521,2 0-5978,-4 2 3627,-13 4 1,1 1 0,-10 1-1</inkml:trace>
  <inkml:trace contextRef="#ctx0" brushRef="#br0" timeOffset="1234">13103 4677 8612,'3'-12'810,"0"0"539,3-5 450,1 4-1170,1 1 91,-1 5-540,-4 12 360,-5 24-271,-3 15-1280,-5-4 1,-3 8-1,1-4 1011,2-6 0,0 0-317,-4 5 0,-2 5 1,2-4 271,-2 3 0,2-4-225,2-8 0,1 2 225,-2 12 0,4-2 45,11-21 0,4-3 0,10 20-243,18-16 198,-3-21 0,4-5-45,-7 0 0,1-2-225,14-2 0,0-2 2534,2-2-3858,-6-5 1,-3 0 1268,-9-1 0,-2 1 0,-2-2 0,-6-1 0</inkml:trace>
  <inkml:trace contextRef="#ctx0" brushRef="#br0" timeOffset="2105">13674 5133 10141,'3'-21'1799,"-3"-1"-1529,-2 13 630,-16-7-811,8 10 1,-11-3 270,-17 20-405,15 6 0,2 3-180,-4 4 1,4 2 134,8 2 0,7-2 0,13 7 90,24-25 0,-15-12 90,20-15-90,-19 6 90,18-17 0,-18 24-90,1 10 0,-9 21-90,-5 0 90,0-4-360,6 2 0,8-9 270,4 4 0,1-14-90,16-20 180,-9-13 0,-6 3 0,0-4 0,-7-8 0,-3 0 0,-4 8 0,-2 0-45,-1-9 0,-3 4 45,-4 11-90,5 3 90,2 23 0,4 8 0,32 1 45,-17-6 0,1-1 45,2 2 0,-1 1 180,18 6 180,-48 27-450,-1-14 0,-2 2-225,-2 3 0,1-1-360,5-1 1,3-3-46,7-4-2647,9-6 3219,-6-11 0,11 0 1,-2-3-1</inkml:trace>
  <inkml:trace contextRef="#ctx0" brushRef="#br0" timeOffset="2971">14506 5103 9961,'3'-11'1799,"-6"-16"-1169,-3 12 539,-16-13-539,-4 25-180,-15 10-226,17 6 1,2 4-135,-11 13-135,15-3 0,6 0-135,9-4 91,14 10-1,2-27 0,29-7 0,-16-5 135,8-7 0,1-3-45,-1-2 0,-9 0 0,-4 9 0,-18 31 0,-7-3 0,-4 5 0,-2 5-90,-3 6 0,-2 5 0,2-2-45,1-1 0,0 1-958,-2 8 1,0 6 0,3-8 674,6-17 1,1-1 64,0 8 1,2-2 82,1 0 90,-2 4 180,-2-20 90,-8-20 0,3-4 0,-12-24-90,11 13 0,4-6 0,1 0 0,4 1 0,10-4 0,6 0 3266,14-2-3266,1 3 0,4-1 0,0 4 0,4-1 0,4-1 0,4-1 0,-4 1 191,-3 4 0,0-1-214,-1 0 1,6-5-1,-2 1 1,-10 5 112,7-6-30,-11 3 0,4-4 0,-11 3 209,-18-4-269,-1-5 90,-13 17 0,-9 15-90,4 9 90,-7 5-90,7 18 90,23 17-180,-2-11-855,26-2 1,9-4-695,-11-18 1,1-2 1419,8 7 1,1-3 0,-4-8 0,-3-4-1,12-2 1</inkml:trace>
  <inkml:trace contextRef="#ctx0" brushRef="#br0" timeOffset="3150">15845 5124 12570,'9'-12'1529,"-3"1"-4806,-2 6 2904,-15 5 1,-6-1-1,-15 4 1</inkml:trace>
  <inkml:trace contextRef="#ctx0" brushRef="#br0" timeOffset="4350">8710 6633 9961,'17'-14'540,"-3"2"-180,5-11-46,-2-6 1,1-6-225,-2 2 0,2-5 0,-3 5 0,2-6 0,1-3 0,1-3 0,-1-1-436,-4 9 0,-1-3 0,1 0 0,0-2 0,-1-1 0,1-1 0,0-1 0,-1 0 381,0 2 1,0-1 0,0-2 0,0 0 0,0-1 0,0 0 0,0 0 0,-1 0 0,1 1 0,-1 1-289,1-3 0,0 0 0,0 1 1,0-1-1,0 1 0,-1 0 1,0 1-1,-1 1 0,0-1 264,-1 0 0,0 0 1,0-1-1,-1 2 0,0 0 1,0 2-1,-1 3 0,-1 3 11,2-10 1,-1 4 0,0 4-1,-1 2 485,2-12 0,1 5-507,0 2 0,1 7-90,-2 12-180,7-9-89,-8 21-181,0 2 278,-3 2 262,-2 4 0,0 0 0,-2 2 0</inkml:trace>
  <inkml:trace contextRef="#ctx0" brushRef="#br0" timeOffset="5234">9537 3904 8792,'-2'-17'1349,"-1"-5"-809,2 13 449,-1-7-359,2 7-540,2 9 180,1 7-180,2 8 180,3 33-180,-5-21-46,2 7 1,-2 2-134,-1 5 44,-2-9 0,0-1-45,0 3 90,0-13-90,6-37 45,5-23 0,2-9-90,0 6 0,1 0 105,-4 9 0,0 0 0,1 3-15,1 1 0,0 13-315,4 36 180,-6 0-90,2 27 91,-7-25-1,0-1-3097,18-32 2892,-12 2 185,7-10 0,1-2 110,4-4 0,0-1 90,10 15 45,-20 28 0,-1 11-90,5 10 0,-1 4-90,-3-4 0,-3 1-540,0 7 1,0-6 1483,1-15 1,0-5 0,-2-13 0</inkml:trace>
  <inkml:trace contextRef="#ctx0" brushRef="#br0" timeOffset="5659">10181 3938 9332,'24'-3'1799,"-16"1"-1709,20-6 0,2-4-1,-3-14-89,7-6 0,-18 5-89,-22-3 89,-8 23 0,-15 2 0,11 19 0,0 8 0,-10 15-45,18 4 0,5 0 45,6-6-540,17 1 0,9-5-2608,15-18 2655,-16-2 1,1-3 0,20-8 0,-16-3 0</inkml:trace>
  <inkml:trace contextRef="#ctx0" brushRef="#br0" timeOffset="6217">10700 3910 9602,'-6'-14'2428,"-6"6"-1978,-6 8 0,-21 23-450,16-6 0,4 0 0,1 2-450,0 12 90,6-5-539,7 10 719,8-24-360,15-2 270,-1-15 270,5-3-90,6-14 90,-11 1 0,0-2 0,10-16 60,-12 6 0,1-8 0,-3 0 0,-4 6 0,-2 1 0,0-4 75,2-3 0,0-5 0,-1 1 0,0 4-75,-2 5 0,-1 2 0,-1 3 164,4-15 1,-4 20 135,-7 65-315,2-14 0,0 4 45,-1 6 0,0 6 0,0 1 0,1-4-90,0 6 0,1-1-1093,0 4 1,2 3 0,0-9 797,5 2-387,4-15 1,2-2-669,5-8-89,8 6 1439,-5-18 0,-1-6 0,4-1 0</inkml:trace>
  <inkml:trace contextRef="#ctx0" brushRef="#br0" timeOffset="6434">11036 3821 12030,'3'27'720,"-2"-8"-1710,0 18 181,-1-19 809,0 8 0,1-15 0,0 6 0</inkml:trace>
  <inkml:trace contextRef="#ctx0" brushRef="#br0" timeOffset="6664">11118 3384 11041,'10'-30'-2699,"-3"15"2699,-3 22 0,-4 12 0,-1-2 0</inkml:trace>
  <inkml:trace contextRef="#ctx0" brushRef="#br0" timeOffset="7963">11373 3862 11580,'4'9'1709,"0"0"-2068,-4 40-136,3-22 0,1-1 225,2 16-270,9-15 1,3-6 449,-4-12 0,14-7 0,2-7 450,3-26-225,-12 13 0,-1 0 45,3-18 449,-15 0-449,-6 22 90,0-15-270,1 33-180,10-1 180,3 9-90,14-5 90,-11-7 0,20-8 90,-9-5 180,-5 0 0,-1-1-180,4-4 180,-3-2-360,-19 30-90,-4 16 180,0 0-90,-3 5 0,2-13 90,0-4-90,0 4 90,3-7 0,5-12 0,-3 0 0,4-8 90,5-13-90,-4 3 90,7-12-3367,-6 4 3252,-5 12 25,-1 0-90,-1 8 90,0 4 0,4 1 0,-4 3 90,2 13 3186,-5 0-3160,-1 13-116,-7 6 0,1-6-90,-2 5 90,2-7 90,1-2-90,8-32 0,-1 6 0,13-35 0,3-10 0,-1 11 0,2-5 0,1 3 0,-5 14-90,16-5 90,-14 22-90,29 15-90,-14 30-135,-11-10 0,-2 0 180,-7-4 0,-2-1-1504,1 4 1,-2-3 1355,-3-11 1,5 15-1,-6-15 1</inkml:trace>
  <inkml:trace contextRef="#ctx0" brushRef="#br0" timeOffset="8197">12822 3942 10321,'11'-10'-180,"-1"3"180,-4 2 0,-3 4 0,-1 1 0</inkml:trace>
  <inkml:trace contextRef="#ctx0" brushRef="#br0" timeOffset="9597">7308 5869 9512,'18'-25'1978,"0"-2"-1393,-7-1 0,-1-3-450,-2 6 0,0-3-16,2-16 1,1-7 0,-2-1-1213,-1 8 1,-2-1 0,1-2 951,-2 9 0,0-3 0,0-1 1,0 2-1,0 2 141,1-8 0,0 4 0,-1-3 252,-1-3 0,0-4 1,0 0-1,-2 6-222,-1 7 0,0 3 0,-1 0-30,2-9 0,-1-2 0,0 5-90,-3 3 0,-1 7-719,-1 6 269,0 11 540,-2 3 0,0 8 0,-4 1 0</inkml:trace>
  <inkml:trace contextRef="#ctx0" brushRef="#br0" timeOffset="10214">7366 3690 9961,'-22'-1'2969,"-5"-1"-2700,5 1 91,-23 9-225,20 3 0,1 2-135,-18 6 0,3 9-90,32 3-180,19-3-89,13 16 134,0-22 0,2-2 135,8 8 90,-14-10 0,-4 0 0,-11-5 0,-15 15 0,0-18-540,-24 18 180,21-19-89,-9 5 449,15-6 0,3-6 0,0 4 0</inkml:trace>
  <inkml:trace contextRef="#ctx0" brushRef="#br0" timeOffset="10933">7469 3870 10051,'1'-10'-90,"1"-1"630,2-3-360,-2 5 809,5-10-449,-2 10-180,6 0 180,2 25-540,-3 2-270,-2 31 90,-9-15-90,-4 8-90,0-12 360,11-29 0,-2 1 0,7-24 0,2-9-90,2-7 45,-5 12 0,2 2 45,10-1-90,-13 20-90,8 22 0,-12 3 91,1 6 89,-1-7 0,4-17-90,2-6-180,13-19 180,-9 8 0,11-12-90,-9 17 180,4 3 0,-5 9-90,-6 6 90,-6 4 0,2 29-90,-4-20-360,2 11 1,2 1-361,0-12 810,9 19 0,-1-27 0,3 0 0</inkml:trace>
  <inkml:trace contextRef="#ctx0" brushRef="#br0" timeOffset="11850">8185 3859 3558,'-15'-20'2518,"2"1"103,-4 0-2351,8 9 1272,-11 7-1452,5 16-90,-6 4-270,-1 17 795,11-14-1064,-1 15 1716,13-14-1897,15 3 1079,14-29 0,6-5-179,-6-17-90,-16 12 90,-7 9 0,2 23-180,4 2-90,6 18-90,5-7 90,5-11 0,0-12 180,-6-13 0,0-6 45,-1-6 0,-2-3 0,5-11 0,-2-3 90,-4-8 0,-6-3-135,-6 10 0,-2-1 0,-1-1-1,-2-5 1,-1 0 0,-2 1-60,1 7 0,-2 1 0,1 3 15,-1-15 0,-2 19 45,-5 41-1183,4 13 1,3 11 0,0-1 1034,-3 3 1,1 1-158,0-3 1,1 2-1,1-1-10,1 10 0,0-5-52,1-18 0,1 0 52,0 24 0,8-7-584,22-28 584,-5-35 0,0-9 180,-5 11 0,-3-4 22,-2-14 1,-2-11 0,-2-2-1,-4 5 158,-2-2 0,-4 0 872,3 4 1,-1-3-1,-1 6-782,-2 5 0,-3 15 824,-10 52-869,4 12-90,1-11 0,1 6 0,0-4 214,1-2 1,1 1-305,0 2 0,1 4 0,0-3-90,2-1 0,2-1-510,2-1 0,2 3 1,0-5 239,-2-4 0,3-4-1079,5 2 0,1-8 1439,-3-15 0,8-1 0,-2-5 0</inkml:trace>
  <inkml:trace contextRef="#ctx0" brushRef="#br0" timeOffset="12004">8836 3835 10681,'8'-3'1439,"3"3"-4677,-1 3 3238,-2 1 0,-2 3 0,-6-2 0</inkml:trace>
  <inkml:trace contextRef="#ctx0" brushRef="#br0" timeOffset="22481">19073 7472 10051,'-3'11'1439,"3"3"-719,7 11-450,0-3 0,-1 2 0,1 1-1,2 11-59,0-2 0,0 8 0,0-3-532,-1-6 1,0 2 388,2 8 1,1 10-1,0 1 1,-1-10-1053,-2-8 0,-1 0 1007,1 2 1,1 5 0,0 0-1,-1-5-594,0-1 1,0-1 601,2 6 0,0 3 0,1 1-687,0 0 1,0-1 0,0 0 656,-1-3 0,0-1 0,1 4 22,0 1 1,1 4 0,0-1-1,-1-7-293,-2-1 1,1 0 292,1 3 1,1 8-1,1-1 1,-3-7 136,0 0 1,-2-3-160,1 1 0,1 3 0,-2-1 230,-3-6 0,-1-1 0,-1-1-320,-1 14 0,0 0 60,-2-15 0,0 1 1,0-3 29,-1 6 0,0-1-45,0 6 0,-1-5 45,0-2 517,1-10 1,0 1-518,-1 1 0,-1 0 0,0 20 0,0-8 0,-1 2-594,0 1 1,0-2 593,2-17 0,-1 0 0,-1 24 0,0-4 0,2-15 0,0 2 0,0 0 0,1 4 0,0-9 2259,-2 19-2169,1-25-180,0 17 90,0-10 0,0-5 27,-2 17 63,-1-4-180,-2 5-90,1-7 2492,1-8-5589,-1-7 3039,1-3 1,-3-9-1,1-5 1</inkml:trace>
  <inkml:trace contextRef="#ctx0" brushRef="#br0" timeOffset="24467">14359 6799 8522,'7'-9'0,"-1"1"180,-3 3 180,2 0 0,-1 1 449,4-5-179,-4 5 89,2-4 271,-3 4-450,2 25-271,-1 0-89,-1 11 0,1 8-1651,-1 8 0,0 2 1471,-1-13 0,0 4 9,1 1 1,0 7-1,0 1 1,0-6 50,-1-9 0,1-3 0,0 3-38,0 8 1,0 4-1,1 1 1,0-2 37,1 4 0,2-1 0,-1-2-30,-2-8 0,0-3 0,1 5-8,1 6 1,0 6-1,1-1 1,-2-7-23,1-2 0,-2 0 18,0-6 0,0 7 0,-1 2 0,1-1 0,-2-5-18,0 0 0,-2-5 0,1 3 30,0 10 0,0 2 0,-1 0-30,-1-3 0,0-1 0,0-4 0,0-7 0,-1-1 45,1 15 0,0-2-45,1-1 0,0-8 0,1 9 0,0-2 0,1-7 0,0-1 0,-1 0 0,1 4 0,-1 0 0,2 3 22,1 0 1,1 4-1,1-1 1,-1-7-23,0-1 0,1 0 0,0 0 0,1 6 0,0 2 0,-1-4 0,1 0 0,-1-2 0,0-2 1616,1 7 0,0 2-1616,-1-11 0,0 4 0,1-1 0,-2-6 0,-1-8 0,1 0 190,3 16 1,1 7-1,0-4-190,0-1 0,0-3 0,0-3 0,-1 2 0,-1-5 0,-1 2 0,-1-5 0,1 8 0,0 2 0,0 3 0,-2-17 0,0-2 0,-1-2 0,1 1 0,1 7 0,-1-1 0,3 9 0,-1 7-90,-1-21-270,-2-4 180,-1-14-539,1 9-540,-3-6 809,-1 1 450,-9 9 0,2-11 0,-7 8 0</inkml:trace>
  <inkml:trace contextRef="#ctx0" brushRef="#br0" timeOffset="25616">13115 9579 9871,'11'-7'0,"2"0"360,-6 2 720,12-4-271,-4 2 1,4-1-451,-7 4 91,3 4 180,5 19-450,-3 1 134,0 21 1,-2 10-165,-8-18 0,-2 0 0,0 4-60,1 1 0,1 3 0,-1 2 0,0 0-848,-2 5 0,0 3 0,-1-2 0,0-1 818,1 3 0,-1-1 0,-1-2-30,1-2 0,-1-1 0,1 1 11,0 4 1,0 1-1,0-4 4,-1-8 0,1 1-23,0-4 1,0 4 0,-1 0-1,1-3-1102,1 12 0,-1-5 1080,0-10 0,-1-1 0,0-5 0,0-2 90,0 13-180,-1-14 90,0 12 0,0-10-1212,0 5 1212,0-7 1695,1 9-1785,0-12 0,0-3-180,0 5-3007,-1-11 0,-5-15 2965,0 2 0,-7-21 0,2 6 0</inkml:trace>
  <inkml:trace contextRef="#ctx0" brushRef="#br0" timeOffset="32665">12903 10832 8252,'-2'-12'1350,"-5"9"-1350,5 3 0,-3 8 0,3-3 89,4 0-89,4-10 90,-2 3-90,3-10 0,-10 14 90,10-2-90,-9 4 90,9-6-539,-12-5 449,1 3 0,-3 3 0,1 3 0</inkml:trace>
  <inkml:trace contextRef="#ctx0" brushRef="#br0" timeOffset="33866">13516 9686 8882,'-3'6'630,"4"-5"-630,-11 8 90,6-5-1,0-7 361,-1-5-270,2-2 90,-1-4-360,0 9-270,-2 3-629,1 4 989,0 3 0,3-3 0,1 0 0</inkml:trace>
  <inkml:trace contextRef="#ctx0" brushRef="#br0" timeOffset="36497">13415 10913 8252,'-2'-9'1439,"-8"6"-359,-23 23-810,0 2 0,-2 5-405,10-9 1,0 2 0,-5 3 239,0 3 0,-5 4 0,-4 3 0,0 1 0,-1 1 0,2-2-497,6-4 0,0-1 0,0 1 0,0 0 0,0 0 0,0 0 0,0 0 404,-1 1 1,1-1 0,-1 1 0,0-1 0,1 0 0,0 0 0,2-1-13,-8 7 0,0-1 0,2 0 0,1-1 0,1 0-61,-1 1 0,2-1 1,2 0-1,2-3 61,3-3 0,2-2 0,-2 3-461,-2 2 1,-4 4 0,-2 1 0,4-2 0,5-7 460,3-1 0,2-2-45,-10 10 0,5-6-144,12-15-170,1-2 865,-7-3 1,12-7 0,-3-4-1</inkml:trace>
  <inkml:trace contextRef="#ctx0" brushRef="#br0" timeOffset="37617">11831 12773 9242,'-10'-4'539,"2"0"-179,3 1 720,-2-2-990,12 6-1,8-8-89,9 3 90,5-8-90,-3-4 90,-7 3-90,8-8 0,-16 13 0,7-6 0,-11 9 0,3-2 0,-4 3 90,3-3 0,-3 17 0,-1 0 0,-4 19-90,-5 7 0,0 6-45,2-10 0,1 1-180,2-3 0,2 0-135,1 0 1,1-2-451,6 7-10,4-15 1,-8-15 0,1 1 0</inkml:trace>
  <inkml:trace contextRef="#ctx0" brushRef="#br0" timeOffset="37867">11867 13066 8792,'-12'2'1709,"2"3"-1529,11-1 360,15 0-450,9-3-315,0-2 0,1 0-45,7-2 270,10-1 0,1-1 0,-1 1 0,-5 0 0,1 0 0</inkml:trace>
  <inkml:trace contextRef="#ctx0" brushRef="#br1" timeOffset="42734">12893 12678 14006,'-13'-16'-1163,"0"3"1311,-8-2 371,-6 10 765,-16 9-23,7 5-655,9 2 1,2 2 351,6 0 197,-2 16-88,28-9-1488,14 16-134,2-7-425,8 8-292,-18-19-348,-6 18-64,-13-17 806,-13 17 667,4-19 497,-3 0 1,-1 0-8,5-1 0,-8 9 1,20-14-1</inkml:trace>
  <inkml:trace contextRef="#ctx0" brushRef="#br1" timeOffset="43421">12934 12851 17856,'5'-29'-919,"-2"7"677,1 11 502,-4 34-891,0-6 459,-1 11 1,0 2-132,-1 15 66,-1-3-581,2-7 638,6-32 230,-1-4 795,12-43-469,-9 20-243,4-10 1,0 2 121,-5 15-72,9-17 225,-4 40-219,0 7-777,9 22-1199,-5-8 1076,10-7 475,-6-20 764,18-26 197,-20 13-142,20-14 121,-16 28 243,0 1 172,-1 22-934,-14-4-600,6 27-866,-7-29 12,6 8 1,2-3-1014,1-12 2117,9 8 1,-4-18 0,-3-1-1</inkml:trace>
  <inkml:trace contextRef="#ctx0" brushRef="#br1" timeOffset="44383">13642 12996 16885,'-7'-17'-3189,"-6"-10"2158,5 15 810,-4-7-16,6 12 763,-10 5 499,8 3-10,-17 12-593,13 2 349,-8 24 44,12-18-4004,8 20 3334,3-32-489,14 4-270,4-32 621,-1 3-260,2-10-1969,-7 17 2818,-8 6 262,1 9-595,10 22 2055,-10-15-2498,8 8 0,4-2-690,-2-10 324,22 2 282,-18-11 73,22-16 130,-14-8 0,-1-6 392,-4 7 0,-1-4-39,1-7 0,0-6 0,-4 0-119,-8 7 0,-4 1 0,-1-1-44,6-12 1,-2 0 1508,-2-1 0,-7 12-1949,-7 28-585,1 11 637,-2 22 0,1 16 0,0-5-111,1-9 1,0 1 260,1 9 0,0 7 0,0 1 0,2-6-1530,2-2 1,2-3 1185,-3 13 1,2-3 225,4-18 1,4-9-131,7-12 682,8-18 0,2-6 299,3-5-502,-10-3 1,2-6 0,-4 0 9,-4-1 1,-2-2-58,-1 3 0,1-3 0,-1-1-14,0-6 1,0-1-1,-1 3 1577,6-17 0,-9 24-597,-19 45-1322,5 7 106,-2 8 1,-4 14-1,-2 7 1,1-1 0,3-7-806,3-1 0,1-5 0,1 2 736,-4 13 1,-1 1 0,3-4-126,2-8 1,5-5 229,15 6 0,0-23 1,12 6-1</inkml:trace>
  <inkml:trace contextRef="#ctx0" brushRef="#br1" timeOffset="44587">14729 13094 15389,'12'-7'-118,"-4"3"0,-1-1 0,-5 4 0</inkml:trace>
  <inkml:trace contextRef="#ctx0" brushRef="#br0" timeOffset="46170">14337 6817 7713,'-10'-3'3276,"3"0"-2325,10-1-1041,-1-1 90,4 0-90,-2-8-629,-2 2 269,-3 9 180,4 3 180,0 9 0,8-7 90,6-14 0,-9 0-90,-4-4-90,-9 8-2698,-5 10 2878,5 3 0,1 1 0,4-4 0</inkml:trace>
  <inkml:trace contextRef="#ctx0" brushRef="#br0" timeOffset="47753">13920 8963 9062,'9'-2'-2069,"-1"1"2069,-2-1 0,-3 1 0,-2-2 0</inkml:trace>
  <inkml:trace contextRef="#ctx0" brushRef="#br0" timeOffset="48363">14064 7874 9422,'8'-3'67,"-2"-2"0,-3 5 1,-2-3-1</inkml:trace>
  <inkml:trace contextRef="#ctx0" brushRef="#br0" timeOffset="49114">14843 9210 7713,'-9'-14'0,"-1"-1"0</inkml:trace>
  <inkml:trace contextRef="#ctx0" brushRef="#br0" timeOffset="50963">14298 6823 8792,'11'-3'450,"-3"2"179,17-18-539,-11 9 90,9-8 0,8-6 0,-1 0-90,5-2 0,2-3-310,-6 6 1,3-3 0,3-1 0,1-2 234,-2 1 0,3-3 0,2-1 0,0 0 0,-2 2 0,-4 3-722,-1 1 1,-3 3-1,-1 0 1,4-3 706,2-2 0,4-3 0,3-3 0,-2 2 0,-3 2 0,-7 5 0,4-3 0,-3 2-313,6-4 1,1-1 357,-3 1 0,-5 4-45,-6 4-45,2-1 0,-2 1 45,-9 9-7,16-11-83,-18 15-719,4-1 1573,-11 7 1,-3 2 0,-2 0-1</inkml:trace>
  <inkml:trace contextRef="#ctx0" brushRef="#br0" timeOffset="51717">16115 5686 7803,'8'-14'1709,"-13"5"-1350,-12 2-179,-9 12 0,-2 5-90,-12 8 45,11 5 0,4 2-135,11-1 45,26 12 0,9 1-45,7-8 0,4 1 0,1 1 0,-2-4 0,-8 15 90,-15-15-90,-21 15 0,-1-25-270,-7 5 0,-2-1-359,0 0 629,0-1 0,2-1 0,8-7 0,1-1 0</inkml:trace>
  <inkml:trace contextRef="#ctx0" brushRef="#br0" timeOffset="52171">16278 6085 8342,'-1'-13'2159,"16"-13"-1619,20 5-450,0-6-45,-6 12 0,0 0-225,-5-5 0,3-17-90,-28 11 180,-7 1 90,-6 12-180,-28 21 90,11 10 90,9-7 0,0 4 0,2 14 0,5 2 0,3-3 45,4 7 0,7 1-45,20-6-90,5 9 0,4-19-1484,10-15 0,2-4 1574,-5-2 0,7-2 0,0-3 0,-11-4 0</inkml:trace>
  <inkml:trace contextRef="#ctx0" brushRef="#br0" timeOffset="52834">16777 5970 8252,'-6'-16'630,"2"5"90,-13-9-631,10 13 271,-35 6-360,21 12 0,-3 5 0,1 3-270,2 15 180,5 0-179,21-2 179,5-22 0,18-5 0,13-31 90,-10 6 0,-10 3 0,-3 1 0,0 6 90,-12 56-60,-9-6 0,-4 9 0,0-3-243,2-7 1,1-2-1,-2 2 213,-1-1 0,-1 3 0,0-2 0,2-4-1590,-1-1 0,1-5 1590,0 4 89,-3 2 1,-15-59 0,10 17 0,-6-25 0,1-7 0,7 7-90,3 0 0,4-2-90,19-12-90,5 3 90,7 9-540,-2 11 1,1 2 629,-5 3 0,1 1 0,5-7 0,1 0 0,-7 6 0,0 0 0</inkml:trace>
  <inkml:trace contextRef="#ctx0" brushRef="#br0" timeOffset="53333">17327 5768 8162,'-6'-8'1619,"5"-3"-1259,6 3 0,7-2 90,19 0-270,-4 4-46,1 5 1,-1 4-45,-5 8-90,0 20 90,-29-5-1729,-15 9 1,-5 2 1580,10-15 1,-2 1 87,-7 8 0,-3 4 0,7-2 105,10-3 0,6-1-90,-4 2 0,8-4-225,37 3-630,-3-27 1,1-4-720,5 0 1529,-9-3 0,-3-2 0,-3-3 0,6-3 0</inkml:trace>
  <inkml:trace contextRef="#ctx0" brushRef="#br0" timeOffset="54204">18034 5875 9602,'0'-12'1259,"1"-5"-989,0 9 89,1 4-179,-12 50-270,4-10-45,-4 4 1,-2 2-46,5-16 0,-1-3 90,-6 20-90,3-12 180,12-44 0,7-19 45,-2 7 0,2-2-90,7-16 0,2 0-315,6 0 360,-9 16 0,-1 9-180,1 21 0,-7 23 270,-4-5-90,0 1 90,15-25-90,-7-1 90,23-16-90,-2-1-45,-10 8 0,1 2-45,12-2 0,-6 14 90,-19 30 0,-5-9 0,-3 8 0,2 2-809,10 8 449,-4 4-1439,14-15 1799,-15-26 0,8-2 0,-5-3 0</inkml:trace>
  <inkml:trace contextRef="#ctx0" brushRef="#br0" timeOffset="54654">18441 5985 8792,'28'-9'150,"-1"0"0,-1-6 0,-3-1-240,12-16-90,-17-10 0,-30 11 90,-2 15 0,-15 19 180,8 38-90,4-10 0,8 13 180,21-4-180,5-12-225,-1-5 0,2-2-1034,21-2 1259,0-10 0,2-7 0,-3-4 0</inkml:trace>
  <inkml:trace contextRef="#ctx0" brushRef="#br0" timeOffset="55200">18975 5948 7713,'-15'-12'989,"-6"-2"-719,9 7 270,-22-1-271,5 9-44,-11 14 0,0 10-225,14 4 0,3 4-45,-8 4 0,6 1 45,13-6 0,11-3-360,35 4 360,-14-24-90,7-7 1,2-4-1,-2-12 0,-1-3 45,0 0 0,-1-2 45,6-7 0,-2-4-45,-5-4 0,-3-1 45,-6 10 0,1-2-60,4-11 0,3-5 0,-2 4-1579,-2 4 1,-1 1 1535,6-11 1,-1 3-288,-9 17 0,-2 6 480,-5 8-262,-14 43 262,2-9-10,-3 15 0,-3 13 0,2-5-305,4-7 0,1-2 1029,-1-1 0,-1 3 0,3-4-804,6 0 0,4-6 0,3-8 0,9 11 0</inkml:trace>
  <inkml:trace contextRef="#ctx0" brushRef="#br0" timeOffset="55403">19635 5948 8792,'-1'-20'2159,"0"-6"-2159,0 8 0,1 4 0,0 6 0</inkml:trace>
  <inkml:trace contextRef="#ctx0" brushRef="#br0" timeOffset="58516">19237 7901 6633,'6'-5'3058,"-4"3"-2608,40-20-225,-9 3 0,4-2-1318,-3 2 1,3-2 0,2-3 705,-7 5 0,1-2 1,2-1-1,2-2 0,2-1 417,-6 2 0,2 0 0,1-2 0,2-1 0,0-2 0,2 1 0,0-2 0,-1 0 0,1 0-78,-4 2 0,1-1 0,0 0 0,1-2 1,0 1-1,0-1 0,1 0 0,-1 0 1,0 0-1,-1 0 0,0 1 48,3-1 0,-1-1 0,0 1 0,0 0 0,-1 0 0,1 0 0,-1 0 0,0-1 0,0 1 0,0-1-61,0-1 1,1 0 0,0-2 0,1 0-1,-1 1 1,-1 0 0,-2 1 0,-2 2-1,-2 2 1,-4 2 60,7-6 0,-5 4 0,-2 0 0,2-2 0,-1 1 0,2-3 0,1-1 0,-2 1 0,-1 1 0,-5 5 45,8-12 0,-2 2-23,-4 3 1,4-4-1,-1 1 1,-5 5 809,-2 2 0,-2 3-922,3-2 1,-1 3 1192,5 2-2722,-11 13 2438,-4 2 0,-8 1 0,0 0 0</inkml:trace>
  <inkml:trace contextRef="#ctx0" brushRef="#br0" timeOffset="59097">22209 5553 8342,'0'-28'1799,"1"8"-1439,-43 20-180,6 19-90,-8-3-45,27 8 0,10 4 0,18-2 0,7 1-45,3 11 0,2 1 45,3-5 0,0-3 0,-4-8 0,-9 0 89,-25 1 1,-10-2-135,-16 4-225,-2-3 1,-2 0-496,17-8 1,2-2-541,-14 8 1260,24-3 0,20-10 0,6 2 0</inkml:trace>
  <inkml:trace contextRef="#ctx0" brushRef="#br0" timeOffset="59546">22379 5921 9152,'18'-9'1529,"12"-2"-1439,-7 3 0,3-1-45,5-4 0,-2 0-45,6-8-45,-12 4 0,-3-1-45,-1-10-90,-11-4 90,-14 13 0,-9 8 45,-11 20 0,-3 9 45,-4 12 0,3-4 0,5 3 0,16 2 0,6-1 0,2 6 0,14 2-809,29-15 449,-19-13 360,12 0 0,1-3 0,-3-8 0,-6 0 0,-1-1 0</inkml:trace>
  <inkml:trace contextRef="#ctx0" brushRef="#br0" timeOffset="60214">22909 5831 8342,'-11'-11'540,"1"2"-360,3 5 0,0 0 0,-1 1 359,-13-1-359,5 3 0,-15 5-90,15 1 90,-12 19-90,17-7 0,0 32-90,11-29-180,15 18 90,2-31 0,24-7 180,-2-19 0,2 0-180,-16 3 180,-15 24 0,-8 18-90,-3 4 90,-4 14 0,-2 4-90,3-23 0,0 2 30,-1 13 0,-2 7 0,1-3-30,0-1 0,1 0 0,1-2 0,1 2 0,-1-2 0,0 4 0,-1-3-45,3-6 0,-3-8-45,-13-9-180,-18-38 90,6 0-45,8-2 0,6-3-44,16-19 179,0 3-630,21 5 0,14-6 1,-5 7 539,-13 14 0,0 1 180,10-11 0,5-4 0,-4 3 0,-8 9 0,-2 1 0,2-2 0,1-1 0</inkml:trace>
  <inkml:trace contextRef="#ctx0" brushRef="#br0" timeOffset="60767">23366 5626 8252,'0'-12'990,"3"-3"-361,8 3-359,4-1 0,8 1 0,9 3-180,-9 4 0,14 2-180,-16 10-180,-17 35 270,-3-18-45,-15 5 0,-6 2-45,4-10 0,0-1 90,-10 15 0,14-10 0,4-2 0,9-4-90,20 22 90,4-12 0,7 9 0,-10-13 0,-13 8 90,-16-13 90,-20 16-405,0-20 0,-3-2-450,4-1 1,1 0-136,-3 0 1,3 0 809,4 0 0,13-4 0,5-4 0</inkml:trace>
  <inkml:trace contextRef="#ctx0" brushRef="#br0" timeOffset="61487">24208 5555 7892,'16'-5'900,"-7"1"-270,28 9-181,-3 8-179,0 18-180,-12 3-90,-26-2 0,-8 7 0,0-5-120,4-10 1,0 0 89,-5 10 0,-1 5 0,4-3-105,9-2 0,6-2-315,3-1 0,3-1 450,5 1 0,3-5 0,22-5 0,-2-18 0</inkml:trace>
  <inkml:trace contextRef="#ctx0" brushRef="#br0" timeOffset="62371">24597 5947 8342,'-11'-15'1170,"5"6"-1080,-3-1 629,-6 3-359,-27 27-360,16-14 0,4 8 0,3 2 0,11-3-90,-1 9-90,3-2 0,-1 9 90,9-9-90,5-5 90,2-7-90,13-11 91,0-11-1,11-13 90,-10 4-180,-4-3 180,-17 27 0,1 10-90,-4 8-90,7 13 180,5-15-90,4-1 90,17-19 0,4-22 90,2-7-90,-21 11 0,-3-2 90,-3-17-90,-7 14-180,-6-2 180,14 22 0,3-3 0,5 11 0,11 3 270,-19 5-180,1 3 0,-15 8 90,-13 14-180,2 0-270,-1 10-90,10-15 90,4-9 270,13-1 0,-1-12 0,8 6 0</inkml:trace>
  <inkml:trace contextRef="#ctx0" brushRef="#br0" timeOffset="63300">25093 6077 7982,'-2'-16'1260,"-3"-1"-451,-11-6-539,2 9-90,-13 2-90,5 17-90,2 6-180,3 14-90,11-2 90,7 4 90,7-9 0,5-7 0,12-8 90,-11-1-89,11-6 89,-13 0-90,-3 0 90,3 0-90,-5 7 90,-3 9 0,-15 34-90,1-9 30,-4 0 0,-3 7 0,1-5 15,7-15 0,-1 1-15,-6 16 0,-4 6 0,4-8 60,2-5 0,-1 5 0,-1-2 270,1-13-180,-5 2 90,3-23 179,-5-35-269,11 10-45,3-3 0,4-1 45,7 2-90,15-19 0,3 20 0,13-8 90,-1 9-90,3 1 0,1-3 45,-9 7 0,0-2-45,12-8 0,-2-1 90,-12 3 0,-4 1-45,-6 2 0,-1 1-45,6-16 0,-10 13 0,-10 14 0,-4 35 90,9 12-90,-5-8 0,3 0-45,6-1 0,1-2-135,5 3-899,12 2-1170,-7-17 1429,4 4 1,3-8 0,-17-7 458</inkml:trace>
  <inkml:trace contextRef="#ctx0" brushRef="#br1" timeOffset="67783">9276 7262 8506,'32'-11'1217,"-10"3"-1437,18-1 154,-18 4-45,7 0 337,10 2-232,-20 2 24,14 0-252,-20 2 146,-4 2 178,-5 4 90,-17 15-180,0-1 90,-9 9-1,15-9-89,10 2 90,24 12-90,-9-14 0,1-3 0,-1 0 90,-6-1-90,2 12 0,-14-7 0,-3 0-45,-13-3 0,-3-2-45,2 0-89,-20 13 179,11-12 0,14-12 0,-7 7 0</inkml:trace>
  <inkml:trace contextRef="#ctx0" brushRef="#br1" timeOffset="69146">8639 6563 8748,'-12'-10'622,"3"3"-88,3 2 849,2 2-1187,4-3-104,4 1 270,7-3-163,3 2 100,10-3-18,-3 3 15,0 0-130,-4 1 94,10 1 59,3 11-296,-3 5-75,-10 17-254,-19-5 10,-11 12 131,5-20 13,-6 10 190,7-13-74,12-4-123,11-1 68,9-6-1623,22 2 1068,-27-2 663,10 3 1,-25 0 0,0 1 0</inkml:trace>
  <inkml:trace contextRef="#ctx0" brushRef="#br0" timeOffset="70747">8143 7336 8522,'9'5'540,"3"-4"-450,-2-10 0,0-2-90,-1-5-90,-4 5 0,-2 2 90,1 9 0,-3 2 0,2 23 0,-1 6 0,-1-2 0,2 15-90,-1-25 0,0 6 90,-1-12 0,0-9 0,-1-2 0</inkml:trace>
  <inkml:trace contextRef="#ctx0" brushRef="#br0" timeOffset="70967">8117 7533 8162,'14'4'540,"-2"-1"-360,13-6-180,-10 1-945,13-2 1,3 0 944,-9 0 0,4-1 0,-1 0 0,-3-2 0</inkml:trace>
  <inkml:trace contextRef="#ctx0" brushRef="#br0" timeOffset="104448">8960 6701 11131,'23'2'449,"11"3"-359,-8-5 0,1 0-90,13 2 45,5-1 0,-1-1-45,-13 1 30,3-1 0,6 0 0,-2 1-75,-2 0 0,-2 0 45,9 0 0,1 0 0,-2 1 0,-5 0 0,-7-1 0,11 2 0,-29-2 0,4-1 90,2-1-90,-3 1 0,4-4 90,-7 0-90,-2 0 0,-1 0-90,-2 1 0,1-1-90,6-1 90,-4 2 0,13-2 0,-8 4 90,1-1 0,4-1-89,-13 2 89,6-1 89,-2 1 361,0 1-270,0-2 180,-2 1-360,-4 1 270,1 12-180,0 2 90,2 28-90,-4 4-45,0-11 0,0 6-16,1-2 1,0 3 0,-1-3-30,0-1 0,1 0 22,0-3 1,0 5 0,1 0-1,-1-5 23,-1 7 0,1-3-45,-2-6 0,1 0 0,0 1 30,1 5 0,-1 2 0,0-6-30,-1-9 0,-1 0 45,4 23 0,-1 0-45,-3-22 0,-1-2 0,1 0 0,0 1 0,0 5 0,-1-4 0,0-6 0,1 21 0,-1-29 0,-2 6 0,1-8 0,-1-5 0,0 0 90,1-1-90,0 1 90,-1 1-90,-11-6 0,-21-2 0,-10-2 0,11 0 0,-3 0-1639,-5 2 1,0 1 1580,6-2 1,-3 1 28,3 1 0,-6 0 1,-1 1-1,6 0 29,-4-2 0,0 2 0,-9-1 0,-5 2 0,4-1-1160,3 1 0,3 0 1160,9-1 0,0 1 0,-16 1 0,5 0 0,12-1 0,-1 0 0,-2 1 0,-8 0 0,10 0 77,-11 0-77,29-2 2268,-10 0-2268,13 0 0,-2-1 0,2 0 3276,1 0-2980,0 1-26,5-1 0,0 0-180,6-10 0,0-4-1729,4-10 1,1-4 1523,0-8-161,-2 8 1,0-5 215,-1-7 0,0-6 0,0 2 15,-1-4 0,0-3-9,-1 8 0,1-6 0,-1-4 0,0 3 0,0 5 54,0 1 0,0 4 0,-1-1-23,1 3 1,-1-2 0,0 1 0,1 4-1066,2-10 0,1 8 1088,1-3 0,3 1-90,3 17 2176,-3 8-2086,5-10 0,-5 9 0,-1 5 460,1-3-550,-4 7 3302,1-7-3841,0-8 449,-1 6-1979,3-12-1118,-5 18 3241,2-5 1,-3 9 0,1 3 0</inkml:trace>
  <inkml:trace contextRef="#ctx0" brushRef="#br0" timeOffset="104915">9021 6749 8882,'-3'-9'1259,"1"0"-809,5 10-90,0 39-1453,2-4 1,2 6 0,-2-1 919,-1 4 1,0 4 217,0-13 0,2 6 0,0 4 0,1 1 0,-1-4 0,-1-5-303,0 1 1,0-6 0,0 5 234,1 7 1,1 5-1,0 0 1,-1-7-591,0 0 1,-1-6 252,-2-8 1,0-3 359,0 13 0,-1-21 0,-1-7 0</inkml:trace>
  <inkml:trace contextRef="#ctx0" brushRef="#br0" timeOffset="105382">9214 6726 8702,'-4'-21'360,"1"-3"719,2 10-629,-2 19 180,1 34-406,3-9 1,0 9 0,1 3 0,0 1-99,1-1 0,1 2 0,0 1 0,1 1 0,-1-2-782,0-2 1,0 0-1,0 0 1,0 0 0,1 0 686,0 5 0,2 2 0,-1-1 0,1-2 0,-1-4-241,3 3 0,-1-5 0,0 0-330,0-3 0,0-2 1,0-1-181,0 5 1,2-9 719,5-18 0,-9-25 0,3-11 0</inkml:trace>
  <inkml:trace contextRef="#ctx0" brushRef="#br0" timeOffset="105798">9451 6712 8342,'10'-21'2159,"-1"25"-1799,-3 5-1,-2 27 1,-2 12-1453,1-9 1,-1 2 0,1 1 507,-1 2 1,1 1 0,0 4 673,0-3 1,2 5 0,-1 1 0,0-1 0,0-7-186,-1-1 1,-1-5 0,1 4 77,0-2 0,1 5 0,0 1 0,-1-2 0,0-7-100,0 9 1,-1-6-108,1 2 1,1-2 224,1 7 0,-4-34 0,1-1 0</inkml:trace>
  <inkml:trace contextRef="#ctx0" brushRef="#br0" timeOffset="106232">9634 6669 8882,'-1'-11'989,"2"0"-269,-2 38-360,3 3-151,0 3 1,1 8 0,1 1-60,0 5 0,2 2 0,-1 1-179,0-14 1,-1 1-1,1 0 1,0 3 118,1 5 0,1 5 0,-1 1 0,0-3 0,0-6-777,0 7 1,-1 0 686,0-12 0,-1 7 0,1 0 0,0-2 0,-2-8-90,-1-1 0,0-3-135,0 20 0,1-2-2114,-1-3 2339,-2-21 0,-3-14 0,-3-15 0</inkml:trace>
  <inkml:trace contextRef="#ctx0" brushRef="#br0" timeOffset="106815">8758 6955 9422,'42'1'809,"-18"0"1,3-2-1903,6-1 1,5-3 0,0 1 507,-4 1 0,-1 0 1,5 0 644,-1 0 0,7 0 0,2-1 0,0 1 0,-2 0 0,-6 0-63,3 0 0,-6 1 1,5 0-34,3-1 0,7 1 0,1-1 0,-3 1 0,-10 0-425,-2 1 1,-5 0 415,10 0 0,-3 0-3232,1-2 2926,-41 6 1,-1-2 0,-15 4 0</inkml:trace>
  <inkml:trace contextRef="#ctx0" brushRef="#br0" timeOffset="107232">8871 7118 8342,'-20'4'180,"4"0"180,18 3 270,5-2 359,27 3-809,-9-4 0,17-3-1,-7-3 1,8-1 0,-2-1-90,4 0 0,3 0-746,-9 0 1,7 1-1,1-1 1,-1 0 0,-7 1 303,12-2 0,-3 1 309,-8 0 0,2 0 0,-2 1-47,11-1 1,-5 1-1107,-13 0 1,-1 1 925,12-1 0,-3 1 270,-7 4 0,-25-1 0,-3 2 0</inkml:trace>
  <inkml:trace contextRef="#ctx0" brushRef="#br0" timeOffset="107665">8796 7364 8702,'-10'-2'1619,"1"1"-1259,12-1 0,3 0-46,18 0 1,6-1-135,6 0 0,4 0-90,0 0 0,5-1 0,3 1-256,-2 0 0,3-1 1,0 1-1,-2 0 136,2-1 0,-1 0 0,-1 0-507,2 0 1,1 1 0,-3-1 416,-9 1 0,-1-1 0,-5 1-341,12 0-34,5-2 1,-1 1 494,-16 5 0,-4 2 0,-25 5 0</inkml:trace>
  <inkml:trace contextRef="#ctx0" brushRef="#br0" timeOffset="108065">8703 7575 8612,'-30'2'2339,"43"3"-2069,9-1-136,13-3 1,16-1 0,3 0 0,-7 0-90,-2-1 0,3 0-197,-13 0 1,7-1 0,5 0 0,2 0 0,-1-1 0,-3 1 0,-6 0 181,14-1 0,-6 0 0,3 0 54,-11 1 1,2-1-1,0 1 1,0-1-1,-3 1-324,12 0 0,-3-1 1,-8 2 277,9 0-1677,-16 1 1,-8 3 1378,-21 2 0,-2 5 0,-12-1 0</inkml:trace>
  <inkml:trace contextRef="#ctx0" brushRef="#br0" timeOffset="108481">8744 7852 8792,'-14'0'1619,"46"0"-1529,-12 0 120,20-2 0,14 1 0,-2-1-120,-6 0 0,2 0-288,-8 0 1,6-1-1,3 1 1,1-1 0,-3 1 233,-2-1 0,0 1 0,-1 0 0,0 0 0,-2-1-404,0 1 0,-2 0 1,0-1-1,1 1 188,7-1 0,2 0 0,-4 0 1,-12 1 88,-6 0 91,19-2 0,-42 4 0,0 0 0</inkml:trace>
  <inkml:trace contextRef="#ctx0" brushRef="#br1" timeOffset="114900">7030 7518 9133,'-8'-4'-697,"1"0"346,3 1 207,-1 0 325,0 0 16,1 1-8,-2 0 171,1 0-226,-1 0 947,2-1-915,15 1 123,3 0-245,12 0-27,12 0-134,-17 1 52,11-1 124,-20 1 18,-2 1 11,-2 0-33,-2 0-183,-2 2 48,-1 2-98,-4 8 72,-1-4 15,-3 9 20,-1 1 96,-1 3-84,0 5 3,3-10 48,1 8 89,2-9-77,-1 2-15,1-3-28,0-6 0,0-1 11,-1 1 16,0-4 70,-2 0 38,0-1 35,-9-1 79,5 0-79,-13-2-35,2-3-32,2 0-12,2-2-87,9 1 196,1-5 84,-1-1-344,1-1-15,-1-5-55,4 2 152,0-9-85,1-10 149,0 14 51,1-16 77,0 22-7,1-7-430,-2 5 298,1 4 0,-1 4 1,0 4-1</inkml:trace>
  <inkml:trace contextRef="#ctx0" brushRef="#br1" timeOffset="132566">16074 15108 22080,'11'1'-645,"9"0"876,-7-1 465,29-1-265,5-1 1,5 0-311,-18 0 0,1 0 1,4 1-17,-4-1 0,4 0 0,2 1 0,1-1 0,3 0-12,-3 0 0,3 0 1,1 1-1,1-1 0,2 0 1,1 0-1,0 0-49,-4 1 0,2-1 1,0 1-1,1-1 1,1 1-1,0-1 1,1 0-1,-1 1 1,1 0 10,-5-1 0,-1 1 0,1-1 1,-1 1-1,0 0 0,2-1 1,1 1-1,2 0 0,2 0 1,2 0-36,-12 0 0,1 1 0,2-1 0,2 1 0,1-1 0,2 1 0,0-1 0,2 1 0,0 0 0,0-1 1,0 1-1,0 0 0,0 0 0,-1-1 0,0 1 0,-2 0 0,-1 0 0,-1 0 0,-2 0 0,-2 0-1,8 0 1,-2 0 0,-3 0-1,-2 0 1,0 0 0,-1 1 0,0-1-1,1 0 1,2 0 0,1 1-1,4-1 1,3 1-10,-13-1 1,2 1 0,2-1 0,3 1 0,0-1 0,3 1 0,0-1 0,2 1 0,1-1 0,0 1 0,0 0 0,1-1-1,0 1 1,-1 0 0,0 0 0,0-1 0,-2 1 0,0 0 0,-2-1 0,-1 1 0,-2 0 0,-2 0 0,-2-1 0,-3 1-1,-1 0 6,18 0 0,-6 0 0,-3 0 0,-4 0 0,0 0 0,0 0 0,1 0 1,4 0-1,4 0-7,-9 0 0,3 0 0,3 0 0,2 0 1,2 0-1,1 0 0,2 0 0,-1 0 0,0 0 1,0 0-1,-2 0 0,-2 0 0,-2-1 0,-3 1 1,-4 0-1,-4-1 0,-4 1 44,22 0 0,-12-1 1,-2 1-1,9-1-33,-13 1 1,5-1 0,3 0 0,2 1 0,2-1 0,0 0 0,-1 0 0,-2 0 0,-2 0 0,-4-1 17,6 0 1,-3 0 0,-2-1-1,-2 1 1,0-1 0,1 0 18,6 1 1,0 0 0,0 0-1,-1-1 1,1 1 4,-2-1 1,0 0-1,0-1 1,-2 1-1,-2 0 26,10-1 0,-3 1 1,-5 0 56,2-1 0,-2 1-50,-6 0 0,2 0 0,-5 0 24,-6 0 1,-4 1 116,9-2 12,1 1 220,-10 2-318,-9-1-19,4 1-21,-7 6-1080,-5-1 28,5 16-186,-8 6 1,-1 6-283,4 14 1,0 3 7,-2-4 1,0 3 716,0-5 0,0 5 0,0 2 0,-1-5-274,-2-3 0,-2-3 0,1 4 390,-1-5 1,1 3-1,0 2 1,-1-1-1,-1 0 145,-3 6 0,-1-1 0,-1 0 0,0-1 39,0-2 0,0-1 0,0 0 0,-1 1 363,-1 0 0,0 2 1,0-2-1,1-3 119,0-3 0,0-2 0,0-2 51,-2 1 1,-1-1 0,1-7 348,-2 3 313,-18 3 594,10-36 1083,-20-7-322,-3-9-1274,11 6 0,-6-1-360,-3 2 0,-6 0 0,-6 0 1,-2 1-265,13 3 1,-2 0 0,-3 1 0,-1 0-1,-2 0 1,0 0 0,1 0 0,-1 0-36,5 0 1,-1 1 0,1-1 0,-1 1 0,0 0 0,-1 0 0,-1 0-1,0 0 1,-1 0-45,2 1 1,-1 0-1,-1 0 1,0 1 0,0-1-1,-1 1 1,-1 0-1,0 0 1,0 0 0,-1 0-1,1 1-76,3 0 0,1 0 1,-2 0-1,1 1 0,-1 0 1,0 0-1,0 0 1,-1 0-1,0 0 0,0 1 1,0-1-1,0 0 1,0 0-106,0 0 0,0-1 0,-1 1 0,0 0 1,0 0-1,0 0 0,-1 0 0,1-1 1,-1 1-1,1 0 0,0 0 0,1 0 1,-1 0-1,2 0 19,-2 0 1,2 1-1,-1-1 1,1 0-1,1 1 1,-1-1-1,0 0 1,1 1-1,-1-1 1,0 0-1,0 1 1,-1-1-1,0 0 21,1 1 0,-1-1 0,-1 0 0,0 0 0,-1 0 0,1 0 0,-1 0 1,1 1-1,0-1 0,0 0 0,1 0 0,1 0 0,1 1 0,2-1-7,-8 1 1,1-1 0,0 1 0,2 0 0,0-1-1,1 1 1,1 0 0,0 0 0,1 0 0,0-1-7,-3 1 0,2 0 1,0-1-1,1 1 1,0 0-1,0 0 1,-2-1-1,-2 1-23,5 0 1,-3 0 0,-2-1 0,-1 1 0,-1 0 0,1-1 0,1 1 0,3 0 0,3 0-1,4-1 1,5 1 34,-17 0 0,10 0 0,-6 0-38,6 0 0,-6 0 0,-2-1 1,-1 1-1,2 1 0,4-1-8,-3 1 0,3 0 1,0 1-1,0-1 0,5 1 0,-1-1 0,0 0 0,0 0 1,1 1 24,-9 0 1,0-1 0,1 1 0,-1 0 1,-3 1 1,0 0 0,2-1 0,6 1-16,-2-1 1,4 0 24,6 1 1,-2 0-1,6-2 72,-3 1-32,2-1-50,7 0-56,-3 1 1,0-1 55,-2 1-23,-8 0 0,-1 1-7,5-1-39,-8 0 1,-5 1 36,14-2 0,0 1 1,-1-1-2,-4 0 0,-2 0 0,1 0 27,5 0 1,1 0-1,1-1-64,-5 0 1,6-1-40,6-4-334,11 2-20,4-13-1524,9 7-878,5-22 108,9-10 1558,-6 18 0,1-3 230,2-16 0,-1-7 1,0-2 241,-3 12 0,0 0 0,0-2 0,0-1 199,-1-1 1,1-2 0,-1-1 0,0 1 0,0 1-100,0-5 0,-1 3 1,0-1-1,0-1 283,-1 3 0,-1-3 1,0 1-1,-1 2 0,1 5 237,-1 3 1,0 3-1,0-1-360,0-14 0,-2-2 0,0 12 372,-4 14 0,-6 12 0,-2 14 0</inkml:trace>
  <inkml:trace contextRef="#ctx0" brushRef="#br1" timeOffset="141965">16993 15133 23609,'-13'-19'-3277,"6"9"131,-3-7 1887,3 21 2415,-3 19 1,-1 13-1036,2-2 1,0 7-1,0 2 1,0 0-87,0-1 0,1 0 0,-1 1 0,1 2-67,0-3 0,1 2 0,0 2 0,0-2 0,1-2-682,0 2 1,1-2-1,1-2 1,0-1 750,0 0 0,1-2 0,0-2 1,-1 11-1,2-6 0,2-5 1</inkml:trace>
  <inkml:trace contextRef="#ctx0" brushRef="#br1" timeOffset="142530">16331 17100 25408,'-8'-21'-3277,"4"8"0,-5-3 0,1 17 5154,-19 40-902,11-12-1063,6 10 1,3 12 0,4-6-484,10-11 0,4-1-522,2 4 1,3 3 0,5-12 1551,17-21 0,4-11 764,-11 4 1,-2-9-575,-4-14 0,-3-9 0,-8-1-1371,-10-3 0,-8-3 325,-2-2 0,-3-3 0,-3 5-127,-1 1 1,-5 5 310,-11-3 0,-3 13 712,5 28 0,2 8 0,-11 5 1,17 2-1,0 0 0</inkml:trace>
  <inkml:trace contextRef="#ctx0" brushRef="#br1" timeOffset="143697">22793 15285 26794,'-8'-7'-2120,"3"1"472,-1-2 370,3 4-1999,-2-3 1860,-3 22 4693,0 5-2782,0 7 1,-1 9 0,2 2-1072,0 8 0,3 4 0,-2-2-361,0-6 1,-1 0 0,2 3 819,3-6 0,1 5 0,1 1 0,1-2 0,-1-4-178,1-3 0,1-3 0,-1 1-66,1 9 1,0 2-1,0-2-731,1-6 1,0-1 0,-1-8 272,3 3 1,8 11 0,-1-37 0</inkml:trace>
  <inkml:trace contextRef="#ctx0" brushRef="#br1" timeOffset="144166">23209 15594 28940,'-9'-8'-3277,"2"3"73,7-3-73,8 5 4287,24-2 602,-10 3-251,23-2-382,-3 1-1028,-7 1 1315,12 1 6,-43 26-920,-15 14 0,-9 11 1,1-3-1085,3-5 1,-2 0-68,0-2 1,-3 6-1,1-1 1,6-9 189,5 13 0,3-6 0,11-20 0</inkml:trace>
  <inkml:trace contextRef="#ctx0" brushRef="#br1" timeOffset="145264">17806 15266 24810,'-9'-1'-414,"1"0"271,1 0 2374,-2-2-2084,3 1-423,-2 3 1380,5 15-1500,1 13 1,0 10 0,0-2-579,1-6 1,0 2 611,-1 3 1,-1 9 0,0 3-1,0-3 1,1-6-635,-1 7 1,2-1 187,-1-2 0,0 5 1,1 1-1,3-7 497,3 2 1,3-4 0,0 1 0,2-5 0,12 3-1</inkml:trace>
  <inkml:trace contextRef="#ctx0" brushRef="#br1" timeOffset="145616">18453 15251 30531,'1'-14'-3277,"0"5"0,-1-6 1638,-3 42 1,0 14-1639,1-12 2959,0 0 0,-1 11 1,-1 6-1,0-1 1,2-4 125,0 4 0,1-3 0,0 2 38,-1-1 0,-1 3 0,1 0 0,1-2-666,3-4 1,1 0 0,1-2 0,-1-6-454,1-1 0,0-4 194,4 10 0,1-6 1069,0-18 1,5-1 0,3 0 0</inkml:trace>
  <inkml:trace contextRef="#ctx0" brushRef="#br1" timeOffset="145964">19277 15074 27321,'-3'-18'-3277,"2"33"0,-1 27 2184,1-11 1,-1 6 0,0 1 72,-1 8 1,1 3 0,-1 1 935,0-9 0,-1 1 1,0 0-1,0 2-2,1 6 0,0 1 0,1 0 0,-1-4-30,0-5 0,1-3 0,0 0-680,0 2 1,1 0 0,3-4-176,6-4 1,1-5-1661,6 4 2748,7 13 0,-1-37 0,-3-6 0</inkml:trace>
  <inkml:trace contextRef="#ctx0" brushRef="#br1" timeOffset="146299">19953 15093 29206,'7'-18'-3277,"-1"12"599,-3 21 1452,-5 23 0,-3 8 619,1-5 1,-1 5 385,1-7 1,-1 5-1,0 4 1,1 1-1,2-3-90,3-3 1,1 0 0,1-1 0,-1-1 0,0 0-247,-3 7 1,-1-1 0,2-1 0,2 0-264,6 0 1,3 1 0,1-4 0,-2-12 163,5-3 1,0-5-1,2-2 1,0-10 0</inkml:trace>
  <inkml:trace contextRef="#ctx0" brushRef="#br1" timeOffset="146632">20734 15216 9871,'7'12'3276,"-4"13"-2184,-3 7 0,-2 11 0,0 1-390,1-7 1,-1 1 0,1 0-1,-1 1-367,0 1 1,0 0-1,0 1 1,3 2-232,3 3 0,2 4 0,1 0 0,1-2 1,-1-7 79,-1-5 1,0-6 0,4 3-595,5 10 0,4 5 0,3-2 1,-2-11 446,-1-12 0,2-6 1,7 11-1,1-5 1,10-11-1</inkml:trace>
  <inkml:trace contextRef="#ctx0" brushRef="#br1" timeOffset="147015">21832 15270 9332,'5'-18'3276,"1"-3"0,3 42 0,-2 4-3057,-4 6 0,-2 9 0,0-1 434,-2 11 1,-1 0-379,0-13 0,1 2 0,-2 2 205,0 3 0,-1 4 0,1-2 0,0-6 767,0-2 1,1 1-1247,0-2 0,0 6 0,0 3 0,1-1 1,2-7-854,5 10 1,1-4 793,-5-9 0,0 1 0,3-3-45,4 1 0,2-7 1,3-14-1,4 2 0</inkml:trace>
  <inkml:trace contextRef="#ctx0" brushRef="#br0" timeOffset="148831">17329 15782 9242,'-12'-13'1169,"0"1"-899,4 2-414,2 2 158,3 3 1,2 2-1,0 1 1</inkml:trace>
  <inkml:trace contextRef="#ctx0" brushRef="#br1" timeOffset="149183">18033 15595 20120,'2'-9'-3277,"1"-2"1361,-2 4 1698,0-2 0,-1 6 0,0 0 1</inkml:trace>
  <inkml:trace contextRef="#ctx0" brushRef="#br1" timeOffset="149598">19089 15552 26119,'-7'-5'-3277,"0"1"2458,5 0 1,0 2 0,1-1-1</inkml:trace>
  <inkml:trace contextRef="#ctx0" brushRef="#br1" timeOffset="149949">19739 15611 27322,'-7'-4'-2328,"1"0"1766,1 0 0,3 2 1,0 1-1</inkml:trace>
  <inkml:trace contextRef="#ctx0" brushRef="#br1" timeOffset="150332">20341 15654 28402,'-3'-11'-820,"0"0"1,2 8 0,1 1 0</inkml:trace>
  <inkml:trace contextRef="#ctx0" brushRef="#br1" timeOffset="150731">21403 15640 29390,'-6'-5'-820,"1"-1"1,9 1 0,1 1 0</inkml:trace>
  <inkml:trace contextRef="#ctx0" brushRef="#br1" timeOffset="151116">22437 15684 24999,'1'-8'-820,"1"0"1,-2 5 0,1 2 0</inkml:trace>
  <inkml:trace contextRef="#ctx0" brushRef="#br0" timeOffset="153365">19197 13788 8252,'7'-12'2339,"-8"9"-1799,-36 29-540,12-6 90,-8 9 0,2 5-1,19-7 1,5 1-135,-3 3 0,6 0-45,14 3 1,7-2-91,11-3 0,3-2 45,-8-2 0,-1-2 135,2-4 0,-8 1-154,-23 28 196,-3-31-179,-20 14 0,-5-1-213,2-9-898,-6 1 0,2-2 1278,14-9 1,-4-2 0,22-8 0</inkml:trace>
  <inkml:trace contextRef="#ctx0" brushRef="#br1" timeOffset="153650">19223 13974 9865,'-13'-15'599,"4"0"-579,22 3 620,31-11-562,-20 12 0,3-1-48,7-2 0,6-3 0,-5 3 0,-6 1 1,-1 0-1,12-6 0,1 0 0</inkml:trace>
  <inkml:trace contextRef="#ctx0" brushRef="#br0" timeOffset="154132">19410 13481 6423,'-25'-14'180,"1"-1"0,-11 1 0,-6-1 0,1 5-31,6 5 1,0 5 0,-3-1-15,-5 1 0,-5-1 0,0 2 0,2 4 22,3 3 1,2 1 0,0 5-1,1 6 67,2 8 0,0 7 1,1 4-1,3 0 1,2-5-86,-5 0 1,4-4 0,8 11-158,15-5 1,2 8 0,3 6 0,3 2-1,4 2 1,2-3 0,4-4 0,4-6 44,9 0 0,9-6 0,3-4 1,1 2-1,-4 3-415,-7 5 0,-3 5 0,0 1 1,1-1-1,3-4 0,6-8 413,8-8 0,7-5 0,3-3 1,0-5-1,-3-4 0,-6-3-55,-2-4 0,-5-6 0,4-4 89,-1 1 1,5-2 0,3-2 0,-1-3 0,-1-3 0,-6-2-157,0-10 1,-4-5 0,-2-3 0,-2-1 0,1 4-20,6 1 1,-1 2-1,-2-2 1,-6-8 73,-11 4 1,-3-6-1,-2-5 1,-3-2 0,-2 0-1,-2 0 1,-3 4 0,-2 5 6,-6-10 1,-6 6 0,-4 0 0,-1-4-40,4 6 0,0-3 1,-1-3-1,-3-1 1,-1 3-1,-5 5 1,-3 5-13,-4 8 0,-4 4 0,-3 2 0,-3 4 1,-1 2-1,0 4 0,0 3-269,-3 3 1,-1 5 0,-1 3 0,0 3 0,-1 2 0,2 0-1,0-1 373,-2 0 0,0 1 0,1 0 0,1 2 1,1 3-1,2 4 0,3 3 0,0 4 0,1 2 1,2 2-1,5 0 0,5-1 0,6 9 0,-1 0 1,1 0-1</inkml:trace>
  <inkml:trace contextRef="#ctx0" brushRef="#br1" timeOffset="157482">20478 14039 10557,'-3'-9'-1215,"-1"-4"961,2 5 482,-5-7 327,-14-5-67,-26 1-1956,17 15 1,0 2 1654,3 0 0,2 3-101,-1 8 1,5 7-38,17 11 0,5 1-55,-8 6-33,15 0 1,10-3-15,3-18 0,4-6-47,7-2 1,1-4-33,-3 0 1,0-4-75,5-10 1,-3-5-6,-8 5 0,-2-1 8,12-8 111,0 28 26,-34 28 0,-13 18 1,3-5-170,8-12 1,1 2 149,-3 4 0,-2 9 0,-1 3 0,0-4 0,4-11-693,2-11 1,1-1 716,0 9 0,1 5 0,2-6-203,10 10 183,-7-23 81,9 15 0,-18-43 90,-4-4 135,-22-19 0,-5-4-45,-1-1-45,-3 1 0,7-2 44,25 3-89,8-2-60,15 11 0,11-3 0,-3 4 15,-5 4 0,2-1-24,10-7 0,8-6 0,2-1 0,-5 2-21,-1 0 0,-3 2 0,1-1 0,-3 4 0,2-1 0,-1 0 0,-2-1 30,6-11 0,-2 0 0,-7 5 677,-10 12 0,-4 2-662,4-7 0,-8 3 3225,-28 2-3270,-3 14-90,-18 0-90,15 36 45,39-7 0,10 2 90,-4-2 0,2-1 0,17 0 0,3-3 180,-9-6 0,-5 0 324,-7 4-190,-15 28-179,-18-14 0,-4 0-90,2-1 0,0 3-1639,2 12 1,5-2 894,5-7-82,14 15 826,12-29 0,4-2 0,9 0 0</inkml:trace>
  <inkml:trace contextRef="#ctx0" brushRef="#br0" timeOffset="157982">21718 14133 8432,'-3'-22'1349,"-12"-1"-2988,-7 11 1,-2 2 155,-8-1 2322,-11 17 0,2 11-884,25 3 0,3 2 430,-11-1 0,7 1-565,29 25 0,29-38 180,-5 0-45,-2-20 0,-4-6 45,-13 4 1638,4-8 0,-1 0-1702,-12 9 64,6 2 0,-10 49 45,1-11 0,2 2-90,-1 3 0,1 0-90,1-6 0,5-6-1034,11-12 0,5-8 1169,13-9 0,-10 0 0,1-2 0,-9 0 0,0 0 0</inkml:trace>
  <inkml:trace contextRef="#ctx0" brushRef="#br0" timeOffset="158616">22203 14056 8792,'-23'-11'1709,"3"5"-1079,0 23-450,7 8-270,-3 20-180,13-2 0,12-1 270,1-14-360,30-7 360,-12-22-45,10-11 0,4-8 135,-8-6 0,-1-4-45,2 1 0,-2 0 45,-2-3 0,-6 7 0,-10 14-90,-14 44 45,-6-7 0,-4 4-15,-3 13 0,-2 7 0,0 2-219,4-9 0,1 2 0,-1 1 0,1-3 189,-2 3 0,0-2 0,1 2 0,2-5 0,1 4 0,1-4 0,1-8 0,-3 6-335,-1 8 335,-2-33-45,-16-21 0,-4-8 45,-3 3 60,1-6 0,-6-6 0,8 2 30,0-10-46,6 4 1,11-1-1374,32 2 0,11 3 1149,-1 3 1,6 0-641,4-1 1,8-2 0,1 0 0,-5 4 556,-10 5 1,-4 2 0,4-1 0,6-4 0,5-2 0,0 0 0,-6 3 0,0 0 0,1 0 0</inkml:trace>
  <inkml:trace contextRef="#ctx0" brushRef="#br0" timeOffset="158782">23120 14223 10681,'7'-19'3276,"-3"1"-4663,-5-5 38,-5 10-540,-9 1 1889,-31 9 0,10 0 0,-4 1 0,3 0 0,0 0 0,1 0 0</inkml:trace>
  <inkml:trace contextRef="#ctx0" brushRef="#br1" timeOffset="176580">4394 8701 18831,'-6'-13'-3277,"1"-4"0,1-6 1101,2 1 3165,3-24-263,1 23 189,5-21-93,-1 22-542,-1 4 173,4 40 1,-1 13-401,-2-3 2,0 6 0,1 12 1,0 3-1,-1-11-91,-3-11 1,1 0-42,1 11 1,1 10 0,0-1 0,0-8-276,-2-11 1,0-2-196,3 20 1,-1-2 379,-1-2 0,-4-21 0,-1-7 0</inkml:trace>
  <inkml:trace contextRef="#ctx0" brushRef="#br1" timeOffset="176933">4754 8316 19056,'-4'-12'-3277,"0"-2"0,1 52 3056,-2 3 387,2-5 0,0 7 0,0 3-86,1-3 0,-1 2 1,0 0-1,1 0-18,0-5 0,0 0 0,0 0 0,1 0-83,0 4 1,0 1 0,0-1 0,2-1-528,1-3 1,1 0 0,1-3 0,-1-4 601,1 3 0,0-2 0,2 16 0,0-6 0,-1-20 1</inkml:trace>
  <inkml:trace contextRef="#ctx0" brushRef="#br1" timeOffset="177682">5065 8231 18672,'-5'-17'-3277,"2"32"1687,3 14 1598,-2 17 1,1 5-35,-1-20 0,-1 3 115,1 2 0,-2 8 0,0 3 0,0-1 0,1-6-55,1 1 1,-1-4 0,1 4 0,-1 1 0,0 6 0,1 3 1,0-2-1,1-2-232,2-2 1,1-1-1,0-2 1,1-2 342,-1-1 0,-1-1 0,2 0-537,2 7 0,1 2 0,0-10 273,2-6 1,1 5 0,-5-22-1</inkml:trace>
  <inkml:trace contextRef="#ctx0" brushRef="#br1" timeOffset="178216">4153 8799 17794,'-5'-10'-3277,"19"-10"4728,8 5-129,14 0 0,9 1-830,-4 4 0,6 1-403,-12 2 1,6 0-1,2 0 1,0 0-1,-3 1-40,-1 1 0,-2 0 1,0 0-1,4 1-63,3-2 1,3 1 0,2-1 0,-1 1 0,-4 1-101,-1 0 1,-3 2 0,-2 0 0,-1 0 484,3 0 0,-2-1 1,-2 1-469,7 1 0,-11 2 0,-23 0 0,-6 1 0</inkml:trace>
  <inkml:trace contextRef="#ctx0" brushRef="#br1" timeOffset="178565">4103 9057 20001,'30'-7'1177,"9"-1"0,3 0-909,-12 2 1,2-1-157,7 0 1,7-2 0,4 0 0,-1 1-650,-9 1 1,0 1 0,1 1 0,0-1 0,0 0 291,1 0 0,1 0 1,-1 0-1,1 0 0,-2 0-58,8 0 1,0-1-1,-3 2 1,-4 0-1,7 0 1,-7 1-1,5 0 1</inkml:trace>
  <inkml:trace contextRef="#ctx0" brushRef="#br0" timeOffset="210548">18219 2803 7803,'-7'-20'809,"3"7"1,-6-13 179,2 8-629,-1-1-270,-1 7 135,-13 24 0,-5 16-106,2 8 1,3 10 0,5 5-156,10-8 0,5 5 0,3 3 0,0-1 0,-2-2 13,-4 3 1,-1-2 0,2 0-1,6-1 5,8-6 0,5 1 0,2-2 0,1-2 1,-2-5-73,9 10 0,-9-6-45,-22-4 0,-9 0-1504,-5-1 1,-5-3 1130,-5-8 1,-2-6 210,2-6 0,2-4 297,-6-8 0,13-4 0,-12-5 0</inkml:trace>
  <inkml:trace contextRef="#ctx0" brushRef="#br0" timeOffset="210766">17942 3313 9152,'17'-25'1349,"18"2"-1619,-4 10 0,5 0 0,-1 0-585,4 1 1,-1 1 854,-4 1 0,0-1 0,-3 2 0,12-6 0,-11 2 0</inkml:trace>
  <inkml:trace contextRef="#ctx0" brushRef="#br0" timeOffset="210998">18430 3138 9602,'8'25'359,"0"4"-718,-4 5 359,0-8 0,-1 1 0,2 9 0,1 8 0</inkml:trace>
  <inkml:trace contextRef="#ctx0" brushRef="#br0" timeOffset="211232">18577 2818 9062,'-8'-38'-225,"5"26"0,-2 2 0,3 24 0</inkml:trace>
  <inkml:trace contextRef="#ctx0" brushRef="#br0" timeOffset="211750">18698 3109 10951,'2'-12'1979,"-3"29"-1979,-3 7-270,-1 8 0,-1 2 90,-1-1-45,1-3 0,1-4 45,5-13 90,1 4 90,6-18 90,11-17 0,2-6 0,14-13 0,-9 7 0,3 0 45,-5 8 0,-1 11 45,11 38-90,-7 5-45,-15 13 0,-3 4-135,-1-14 0,0-3-90,-1-1 0,5-4-1459,14-7 1,3-9 1286,3-8 0,0-7 0,1-4 0,4-10 0</inkml:trace>
  <inkml:trace contextRef="#ctx0" brushRef="#br0" timeOffset="212265">19411 3145 10141,'1'-14'1799,"-8"-5"-5076,-18 8 1613,1 1 1844,-10 14-629,6 12 1,1 4 448,-1 1 349,1 3 0,2 3-978,12 16 359,8-6-90,18-12 0,5-4 270,3-7 90,25-4-45,-14-25 0,0-8 90,-7 3 0,1-6-45,2-6 0,5-7 0,0-4 0,-4 1 135,-8 3 0,-3-1 0,-2 0 0,1 1 475,2 2 0,1-1 0,-2 3 0,-5 6-430,-2-18-180,-17 63 0,-2 17-23,0 4 1,0 10-1,1 3 1,2-5 22,4-2 0,3-3 0,0 2 667,-4 7 1,0 1-1,9-3-847,11-6 0,9-3 0,1-8-540,4-10 1,4-5-301,-2 2 1,3 2 0,-2-7 1019,2-7 0,0-6 0,4-7 0,0-2 0,-6-1 0,1 0 0</inkml:trace>
  <inkml:trace contextRef="#ctx0" brushRef="#br0" timeOffset="212565">20349 3186 10051,'-7'-18'2609,"2"6"-1800,2 0-449,-9 44-225,-2 2 0,-2 9-113,3-7 1,-1 6-1,0 1 1,0-1-248,0-4 0,1 0 0,0 0 0,-1 4 15,2-2 0,-1 5 0,0 2 0,1-1 0,1-3 1,1-6 59,0 0 0,1-6 0,1 3 15,0 7 1,-2 6-1,3-4 1,6-17 0,8-16-1,4 3 1</inkml:trace>
  <inkml:trace contextRef="#ctx0" brushRef="#br0" timeOffset="212899">20248 3292 9961,'-6'-36'450,"8"10"0,9 2-271,16 12 1,12 5 0,-1 2-135,9-1 0,2 3-75,-8-2 0,1 0 0,-6 11-60,0 24 1,-16 6 89,-32 3-30,-2-11 0,-6 2 0,-3-3-1609,-13-1 1,-2-5 970,3-1 1,1-2 839,2-5 0,12-7 0,29-14 0,3-1 0</inkml:trace>
  <inkml:trace contextRef="#ctx0" brushRef="#br0" timeOffset="213348">20842 3324 10141,'15'-9'2789,"4"-1"-2699,7 2 0,5-3-1,9-9 1,0-4-135,-7 0 0,-1-3 45,3-1 0,-6-2-90,-13 0 1,-11 1-1,-24-1 0,-14 11 90,-7 21 0,15 17 0,0 9 0,3 1-45,2 4 0,2 3 15,-1-2 0,-1 3 0,8-1-1609,12 11 1,7-4-1375,5 1 3539,2-21 0,5-5-2165,8-12 1,1-5 1340,1 2 0,4-2 0,-1-2 0,-1-4 0</inkml:trace>
  <inkml:trace contextRef="#ctx0" brushRef="#br0" timeOffset="214015">21559 3270 10231,'-17'-31'2429,"-20"8"-2159,-6 20-270,16 6 0,1 6-315,-6 18 0,5 6-45,-1 7-45,10-1 1,9 0 44,23-8 270,6-1 270,26-30 270,-12-12-1,9-7-89,-12 3-180,8 35-270,-19-11-1549,3 16 1,0 1 1163,-6-13 475,12 7-643,9-31 643,-11-13 0,0-4 0,-2 7 0,0-1-45,3-11 0,0-7 45,-9 4 0,0-6 0,-1-1 0,-2 1 30,-1-2 0,-1 1 0,0-2-30,2 4 0,3-2 0,-3 2 0,-5 6 45,-6-3 0,-7 18 3073,-8 37-3118,-13 23 30,7 3 0,-1 9 0,1-3-35,3-6 1,-1 1-19,1-5 1,-1 5-1,0 1 1,6-4-1071,4 0 1,5-2 0,1-4 1068,-2-7 1,3-2-1,6 12 1,4-9-1,5-25 1</inkml:trace>
  <inkml:trace contextRef="#ctx0" brushRef="#br0" timeOffset="214448">22158 3111 9691,'4'-19'3276,"-17"12"-3044,2 11-7,-22 15 0,-8 6-315,12-6 0,-1 2-120,-1 0 0,-2 1 1,1 0-421,-3 3 0,3-3-89,-7 6 629,40-27 360,19-13 179,19-7-269,-15 14 270,-7 30-270,-5 11-1786,5 6 0,3 1 1516,-2 0-510,2-17 0,6 1 1,-1-9 599,25-18 0,-19 4 0,0-4 0,-5-10 0,0 1 0</inkml:trace>
  <inkml:trace contextRef="#ctx0" brushRef="#br0" timeOffset="214848">22585 3231 9691,'0'-26'2789,"-5"6"-2609,-1 2 269,-17 13 1,-4 5-360,-1 3 45,-15 6 0,-2 5-1774,20 2 1,3 2 1061,-3-2 0,2 0 1256,-1 17-1219,33-1 1,12 2 314,3-6 0,4 1 135,-2 2 0,2 2 0,0-2 225,9 4 0,-3-4-90,-9-12 0,-10 0 225,-35 9 0,-13-4-630,-5-7-135,-7 2 1,0-1 494,2 1 0,11-7 0,0 1 0</inkml:trace>
  <inkml:trace contextRef="#ctx0" brushRef="#br0" timeOffset="215131">22843 3750 10591,'13'-11'3058,"-2"2"-2608,-2 2-450,-1 2 0,-16-2 0,-2-1 0</inkml:trace>
  <inkml:trace contextRef="#ctx0" brushRef="#br0" timeOffset="215681">17780 4027 9602,'2'-7'1169,"39"0"0,16 5-1394,-25 0 0,5 0 344,-1 1 1,8 0 0,6 0 0,3 0 0,1 1 0,0-1-530,-10 0 1,-1 0-1,2 1 1,0-1 0,2 0-1,2 1 1,4-1 0,5 0 400,-20 0 0,4 1 1,1-1-1,2 0 1,2 1-1,2-1 1,1 0-1,2 1 0,0-1 1,1 0-1,0 0 1,1 1-1,-1-1 1,1 0-1,-1 0 0,0 1 1,-1-1-1,-2 0 1,0 1-1,-2-1 1,-2 0-90,4 1 1,-1-1-1,-2 0 1,0 1 0,-1-1-1,-1 0 1,-1 1-1,1-1 1,0 1 0,0-1-1,1 0 1,0 1-1,2-1 1,0 1 0,2-1-1,2 0 83,-8 1 1,1-1-1,1 0 1,2 1 0,1-1-1,1 0 1,1 1 0,1-1-1,0 0 1,0 0-1,1 1 1,-1-1 0,1 0-1,-1 0 1,0 1 0,-1-1-1,-1 0 1,0 0 0,-2 1-1,-1-1 1,-1 0-1,-2 0 1,-2 1 0,-1-1-1,-3 0-78,19 0 1,-3 0 0,-4 0 0,-1-1-1,-3 1 1,-1 0 0,0 0 0,0-1 0,0 1-1,1-1 163,6 1 0,2-1 0,0 1 0,-1-1 0,0 1 0,-2-1 0,-3-1 0,-3 1 0,-5-2-55,8-2 1,-4-1 0,-5 0 0,-7 2-1,16-2 1,-44 3 0</inkml:trace>
  <inkml:trace contextRef="#ctx0" brushRef="#br0" timeOffset="216664">13155 9645 6273,'13'-3'-120,"-3"-1"0,-2 0 1</inkml:trace>
  <inkml:trace contextRef="#ctx0" brushRef="#br0" timeOffset="218531">19097 7495 7443,'8'-9'1799,"-3"-2"-630,-11 4-449,-8 5-540,2-1 89,-8 15-89,14-4-180,-3 3 90,7-2 90,10-4-180,1-4 270,21-13-90,-8-11 0,4-4-90,-13-9-90,-13 21 0,-2 2 90,5 19 269,9 0-269,2-2 0,0-10-90,-22-6 0,-3 5-359,-25 3 179,17 7-180,-11 8 90,22-3 270,3 2 0,5-7 0,2 0 0</inkml:trace>
  <inkml:trace contextRef="#ctx0" brushRef="#br0" timeOffset="219665">14357 6735 9422,'9'-5'1889,"-2"0"-1170,-2-1-179,-9-1-270,-13 10-360,1-2 0,-5 8-180,8 1-180,4 2 360,14-1 180,4-5 0,15-12 0,-5-7-90,-4-5-180,-10 5-90,-5 4-1439,-20 13-1259,7 3 2968,-8 5 0,9 0 0,1-1 0</inkml:trace>
  <inkml:trace contextRef="#ctx0" brushRef="#br0" timeOffset="220581">13403 9581 9871,'-1'-12'1529,"-1"2"-989,1 4 540,-9-6-901,5 7 1,-5-4 360,-14 7-360,1 5 0,-15 4-3457,8 11 3072,12-7 115,17 7 90,10-18 0,9-3 180,0-20-90,-9 7 0,-11-21 0,-7 26 3032,-16-4-3662,9 20-449,1 4-2288,12 3 3129,6-7 0,2-1 1,-1-4-1</inkml:trace>
  <inkml:trace contextRef="#ctx0" brushRef="#br0" timeOffset="225431">1874 5657 7892,'3'-10'270,"1"0"-180,-5 3 270,2 0 90,-1 0 0,0 1-450,0 16 179,0-7-89,-2 31 0,1-18-90,-2 12 90,2-16 0,0-2 0,0-5-90,-8-3 0,-11 1-90,-18-1 90,5 2-90,3 0 90,14-1 90,9-3 0,-3-3-90,7-1 0,1-12 90,2-1-90,1 1 0,-2-1 0,2 9 0,-1-1 0,0 2-90,1 1 90,3 0 0,1 3 90,15-2-90,-6 3 0,12-1-90,-2-2 180,-5 2-90,0-1 0,-10 1-90,1 2 90,-3 0 0,1 1 0,-2 1 0</inkml:trace>
  <inkml:trace contextRef="#ctx0" brushRef="#br0" timeOffset="226634">2029 5616 7803,'10'-7'809,"-1"6"-719,-9 11-90,0-1 90,-3 14-90,2-16 0,-2 11 0,1-6 90,0-2-90,0 2 270,1-6-180,-4-2-90,-1 0 0,-6-2 0,-9 1 0,6-1 0,-5 0 90,4 1-90,0-1 90,0 1 0,2-3 0,7 0-1,0-1 1,1-1-90,2-2 0,1-2 90,2-1-90,2-7 0,-1 5 0,4-9 0,1 4-90,1-2 90,0 3-90,-1 6 90,3 4 0,1 1 0,6 0 90,15 0-180,-5-1 90,13-1-89,-16 2-181,-5 0-630,-6 2 900,-6 2 0,-2-2 0,-1 3 0</inkml:trace>
  <inkml:trace contextRef="#ctx0" brushRef="#br0" timeOffset="227931">2129 5627 6813,'-8'-5'-180,"1"1"360,2 2 90,0 0 0,0-1-90,0 0 449,1 0-359,0-1-180,8 1 90,10-1-180,-2 2 180,20-1-180,-15 3 0,7-1 0,-9 1 90,-1-1-90,-4 1 0,1 0 90,-6 1 0,3 2-90,0 6 90,1 7-90,-3 1 90,-2 11-90,-3-16 90,1 14 90,-2-15-91,1 5 91,0-7-180,-3-5 90,-9 0-90,-6-2 0,-24-2 90,17 0-90,-8 0 0,22 0 0,-8 0 0,4 0 0,-4 1 0,6-2 180,1-1-90,3 0 0,-1-1-90,5 0 90,-1-1 0,2-3-90,0 1 90,0-2-90,2 2-90,1-3 90,2 3-90,2-4 90,1 6-360,3-2-90,-3 3 450,1-1 0,-3 3 0,-1-1 0</inkml:trace>
  <inkml:trace contextRef="#ctx0" brushRef="#br0" timeOffset="229414">2259 5614 7892,'44'-4'720,"-1"0"-450,-8 0-270,-11 2 90,1-1 90,-12 2-90,-3 0 0,1 0 0,-6 0 0,5 0-90,0 2 90,-2 4-180,-1 6 90,-5 2 0,0 4 90,-1 1-90,-1-5 0,1 4 179,-1-9 181,-1 0-360,-3-5 180,-15 0-180,-6-1 0,-3-1-3277,-16 5 3162,27-3 115,-16 1-723,13-1 723,-2-2 0,-14 0-90,7-1 90,2 0 0,10-1 3079,9-1-3079,7-7 946,2 4-946,4-12 0,0 6 0,-1 0-90,4-6 0,-5 11-90,4-7 90,-3 8-89,10 0-1,-4 3-720,26-2-359,-15 2 1259,12 0 0,-13 1 0,-1 0 0</inkml:trace>
  <inkml:trace contextRef="#ctx0" brushRef="#br1" timeOffset="256032">13355 9609 14454,'2'-8'-1223,"-1"0"432,0 2 209,1 1 720,1 1 0,1 0 0,2 1 0</inkml:trace>
  <inkml:trace contextRef="#ctx0" brushRef="#br1" timeOffset="257065">14297 6773 21892,'0'-11'-820,"1"2"1,0 6 0,-1 1 0</inkml:trace>
  <inkml:trace contextRef="#ctx0" brushRef="#br1" timeOffset="281399">2625 13003 19040,'-8'1'1174,"4"5"-1324,4 20 1,3 5-756,-1 2 644,1 6 0,0 3 174,-3-8 0,-1 0-95,-1 12 0,0 1 43,0-6 0,0 0-368,0 7 1,2-2-623,2-20 0,0-2 985,4 22 1,-1-25 0,-2-17 0</inkml:trace>
  <inkml:trace contextRef="#ctx0" brushRef="#br1" timeOffset="281750">2908 13001 16966,'2'-12'-247,"1"3"1121,5 12-1541,1 7-966,1 6 892,3 29 578,-5 0 221,-2-12 0,-1 4 1,0-3-259,-1-3 1,0 0 31,1 9 1,1 5 0,0-6-437,-2-13 0,1-1 16,1 12 0,1-2-140,-1-4 1,-2-17 0,-2-4 0</inkml:trace>
  <inkml:trace contextRef="#ctx0" brushRef="#br1" timeOffset="282213">2261 13560 9998,'-3'7'1577,"10"8"-2107,3-3 287,8 7 431,8 15-335,-8-10 134,-4-3 0,1 1 55,2 4 0,0-1-301,4 7 122,-1-1 0,2 1 104,6 4 28,-1-1 9,-9-16 0,1-4 57,9-2 180,-2-10 0,4-5 224,5-11 1,3-10-143,-7-2 1,3-7-1,0-4 1,0-1-255,-7 5 0,1-3 0,-1-1 0,0 1 0,-1-1 186,-2 4 0,0-1 1,0 0-1,-1 0 1,-2 1-79,1-4 0,-1-2 0,-2 3 1,-5 7 123,3-6 1,-10 29-1,-9 20 1</inkml:trace>
  <inkml:trace contextRef="#ctx0" brushRef="#br0" timeOffset="285363">4115 13283 7083,'0'-26'2339,"0"3"-2070,1 8 91,1 5-90,3 27-1280,-2-4 1100,2 15 0,-1 10 0,0-1-45,0 4 0,-2 5-552,1-4 0,-1 9 0,0 3 0,1-1 0,-2-7 507,0-1 0,0-5 0,-1 7 33,0-10 1,0 7 0,0 4 0,-1 2-1,1-1 1,-1-1 0,1-4 0,-1-7-611,1 9 1,-1-8-1,0 5 577,0-4 0,0 5 0,0 3 0,0-1 0,0-3 0,0-6-5,1 1 0,0-6 0,-1-1 5,1 2 0,0-3 447,2 8-447,9-54 0,-2 1 0,8-2 0,17 9 0,3 3 0,9 0 0,10 0 29,-20 2 0,3 0 0,5-1 0,1 1 0,3 0 1,2-1-1,2 1 0,0 0 0,0-1-55,-7 1 0,1 0 1,1 0-1,2-1 0,0 1 1,2 0-1,0-1 0,0 1 1,1 0-1,0-1 0,0 1 1,0 0-1,-1 0 0,-1 0 14,-3 0 0,-1 0 0,1 0 0,0 0 0,0 1 0,-1-1 0,1 1 0,0-1 0,0 0 0,-1 1 0,1-1 0,0 1 0,0-1 0,0 1 0,1-1 0,0 0 0,2 1 0,0-1 0,1 0 0,0 0 0,1 0 0,-1 1 0,-1-1 0,0 0 0,0 1 0,-2-1 0,-1 1 0,-1 0 1,-2-1-1,-2 2 0,14-2 1,-3 1 0,-2 0 0,-2 0-1,-1 0 1,-1 1 0,0-1 0,-1 1 62,2-1 0,0 1 1,-1-1-1,-1 1 1,-2 0-1,-3 0 0,-2 0 487,4 0 0,-4 1 0,-3 0 1,-1 0-944,22-1 0,-17 2 448,-31-1 0,-1 0 0,-5 1 0</inkml:trace>
  <inkml:trace contextRef="#ctx0" brushRef="#br0" timeOffset="288187">6990 14773 8162,'13'-3'-719,"-4"1"269,10 1 540,-11 4-90,3 3 0,-9 2 90,-15 17 0,6-11-90,-10 12 0,-1 1 0,1-2 45,-2 2 0,1 0 45,3-4 0,16-13-90,15-21 0,7-10 0,12-7 0,-9 4 0,5-4 0,-3 3-98,-5 6 1,0 1 97,6-7 0,-1 1 0,7-2 180,-23 17-1,-7 16-89,-25 32-90,7-9 45,-5 6 0,5 2-45,17 0 0,-6 5-225,24-30 1,7-7-496,11-10 720,-10 0 0,1-1 0,15-8 0,-8 0 0</inkml:trace>
  <inkml:trace contextRef="#ctx0" brushRef="#br0" timeOffset="288463">7925 14791 9332,'10'-11'149,"-9"2"1,-5 5 0</inkml:trace>
  <inkml:trace contextRef="#ctx0" brushRef="#br0" timeOffset="289963">3249 13929 7892,'-11'-6'360,"2"0"-90,3 1-180,12-1 0,21-7-135,-4 5 0,3 0-405,3-1 1,0 0 449,16-4 0,-21 7 0,-17 3 0</inkml:trace>
  <inkml:trace contextRef="#ctx0" brushRef="#br0" timeOffset="290266">3347 13894 8252,'-7'19'270,"2"-4"-270,-2 34-45,5-17 0,1 2-360,0 4 1,2-1 404,1-1 0,0-3 0,5 2 0,-2-21 0</inkml:trace>
  <inkml:trace contextRef="#ctx0" brushRef="#br0" timeOffset="290513">3209 14314 7623,'11'1'269,"-1"-1"-179,2-4 90,26-7-1259,3-4 1079,-13 5 0,0 1 0,16-8 0,-11 4 0</inkml:trace>
  <inkml:trace contextRef="#ctx0" brushRef="#br0" timeOffset="291533">9591 14095 8612,'4'-6'720,"2"1"-450,5 3-1,13-1 1,20 0-225,-19 2 0,0-1-45,24 0-630,-11 2 1,-3 0-451,-6 0 1080,1 1 0,-4 0 0,-14 2 0,-1 1 0</inkml:trace>
  <inkml:trace contextRef="#ctx0" brushRef="#br0" timeOffset="291783">9649 14296 7982,'1'9'0,"4"-1"90,8-4-90,0-2 90,35-3-360,1-6-225,-17 2 1,1 1 134,14-5 360,-18 2 0,-8 1 0,0 0 0</inkml:trace>
  <inkml:trace contextRef="#ctx0" brushRef="#br0" timeOffset="292200">9933 13952 7892,'-1'-11'1170,"3"0"-361,15 11-449,7 8-270,-3 3 0,3 3 0,12 9 0,0 0-90,-13-7 0,1 0-120,5 3 0,4 2 0,-6-4-60,5 4 135,-5-5 0,-5 1 135,-19 13-45,-28 7 0,-9 3-90,15-15 0,-2 1-585,-5 3 1,-6 5-1,-1-1 1,7-4 629,5-6 0,3-1 0,-14 15 0,4-2 0,8-3 0</inkml:trace>
  <inkml:trace contextRef="#ctx0" brushRef="#br0" timeOffset="293000">13404 14441 8252,'7'-9'1080,"-14"12"-990,-1 3 179,-24 21-134,4-6 0,-3 3-45,4-3 0,-2 0 0,-3 2-45,-1 0 0,-3 2 0,-1 0 0,3-3-45,1 1 0,2-3 0,0 1 0,-3 0 0,-1 1 0,1-1-180,2-2 0,0-1 0,3-1 180,-1 2 0,2 0 0,-11 4 0,4-2 0,13-3 0</inkml:trace>
  <inkml:trace contextRef="#ctx0" brushRef="#br0" timeOffset="293496">13333 14477 7982,'17'-9'1620,"16"1"-1261,6 10 1,6 4-270,-8-2 0,3 2-45,-4 0 0,5 1 0,0 2 0,-5-2 0,3 2 0,2 0-23,-2 1 1,6 2-1,1 0 1,-6-2 22,4 2 0,0-1-23,-1 1 1,8 2-1,-2-1 1,-7-1-627,-7-3 1,-3 0 543,2 0 0,3 1 1,-10-2 76,-9-3-17,5 1 0,-15-4 0,-2 0 0</inkml:trace>
  <inkml:trace contextRef="#ctx0" brushRef="#br1" timeOffset="294600">13958 14918 29907,'-4'-9'-3277,"7"-2"0,7 1 0,0 1 2424,5 3 2342,4 0-225,3 3-236,2-1-682,-8 5 1716,-7 1-620,-6 1-1768,4 3-521,-5 0 2687,-8 19-4036,1-13 141,-20 27 497,13-26 931,-4 6 1,0 0-39,1-2 258,-12 18 658,18-22 737,-2 5-678,22-19 1100,18-16-1165,-7 0 1,3-1-152,2-3 1,2-1-9,2-1 1,2-1 0,-2 3 62,-3 2 1,-1 3 197,9-2 0,-6 7 614,-16 14-113,-23 26-2763,-11 15 1347,10-12 0,2 0-145,1-6 1,2-1-185,7 5 1,4-4-1325,4-9 2127,23 2 1,-11-16 0,13 0 0</inkml:trace>
  <inkml:trace contextRef="#ctx0" brushRef="#br0" timeOffset="295499">12247 14339 7353,'0'-11'1079,"-1"1"-809,-8 57-225,12-21 0,1 1-90,-2 10 0,3 1-45,7-8 0,6-7-180,6-14 0,4-8 135,0-12 1,-1-4 134,18-5-45,-21-11 0,-6 0 135,-8 9 89,-1 52-89,-16 14-60,-1-2 0,-2 9 0,0-4-987,-2-4 1,-1-2 986,2-7 0,0 2 0,1-5 60,-7 12 89,3-12 1,-1-4 0,-6-6-90,2-3 0,-1-4-90,-4-12 45,-10-14 0,1-6 45,6 3-90,-7-8 0,4-3 0,17 3-90,12-6 0,7-2-135,6 9 0,5 0 60,11-5 1,6-2 0,-1 4 0,-1 3 0,1 2 0,-1 4-1,-1-1 1,1 0 0</inkml:trace>
  <inkml:trace contextRef="#ctx0" brushRef="#br0" timeOffset="296817">13449 14507 8792,'-12'-1'1169,"-3"-6"-989,9 0 0,-2-19-90,5-1 0,1-2 0,0-13-90,-1 2 0,-1-8 0,0-1 30,1 6 0,-1 1 0,0 0-30,0 0 0,0 0 0,0-2 0,-1 2 0,0-3 0,1 3 0,0 9 0,-1-6 0,0-3 0,1 3-180,0 15-270,0-5 270,0 11 90,0 4-269,1 11 89,-2-2-180,0 0 0,-2-2 180,1 0 91,-1 1-1,1 1 180,-1 8 90,-1 5 0,-5 13 44,-1 6 1,0 4-90,2-6 0,-1 1 0,-8 19 0,1-1-45,2-5 0,7-12 0,2-9 0,5-18 0,4-7 0,8-25 0,8-4 0,3-2 0,-8 16 0,1-1-45,14-19 0,0 4 45,0 13-45,-4 8 0,0 4 45,3 7 0,1 8 0,2 16-719,4 3 719,-7-7 0,1 0 0,-2-3 0,0 0 0,1-3 0,0 1 0</inkml:trace>
  <inkml:trace contextRef="#ctx0" brushRef="#br1" timeOffset="312080">11367 10091 7610,'7'-11'888,"13"-1"-493,17 4-258,-6 4 0,7 1-71,-3 1 1,6 1 0,2-1 0,1 1-50,-5 0 0,2 1 1,0-1-1,1 1 0,-1-1-673,1 0 1,0 0-1,0-1 1,-1 1 0,-2 0 177,3 0 1,-1 1 0,-3-1 0,-3-1 783,6-3 0,-9-2 1,-13-1-1,0-5 0</inkml:trace>
  <inkml:trace contextRef="#ctx0" brushRef="#br0" timeOffset="312498">12060 9755 8072,'5'0'990,"1"4"-2629,11 16 1,2 4-206,2 2 2439,0-2 1,4 0-506,7 0 0,1-3-90,8 4 58,0-1 0,0-3-29,-8-9 367,-4-2 184,-46 0 1,-12 1-499,4 1 1,-4 2 11,-3 1 1,-6 4 0,-2 1-1,4 2-583,4 0 0,2 2 1,1 0-1,1-1 650,-6 2 1,1 0 0,3-1 31,-6 12 0,10-3 0,17-12 0,2 0 0</inkml:trace>
  <inkml:trace contextRef="#ctx0" brushRef="#br1" timeOffset="335371">13245 9599 7341,'9'-13'810,"-1"2"201,-4 5-411,-1 8-455,5-10 610,-4 2-515,1-6-283,-9-3 1,2 10 0,-3-1 0</inkml:trace>
  <inkml:trace contextRef="#ctx0" brushRef="#br1" timeOffset="336866">13277 9532 10308,'-7'7'470,"-1"0"-397,0 4-126,1-2-4,2 4 24,9-12 29,8-11 172,-4 1-45,3-14-58,-10 11-275,-2-6-8,-10 14-54,3 7 389,0 8 51,13-5-748,0-3 595,3-10 1,-8 4 0,1 1-1</inkml:trace>
  <inkml:trace contextRef="#ctx0" brushRef="#br0" timeOffset="343798">3254 3438 7713,'2'-8'2428,"-2"16"-2428,1 1 0,3 18 90,10-14-90,4-9 0,-2-6 0,0-18 90,-13 0-180,-1 1 90,-10 4-90,-13 24 0,7-3-90,-9 24-89,21-7 179,-2-2 0,17-1 90,9-29 0,-5 2 90,2-19-90,-24-1 0,-2 6 0,-8 3 0,2 15-180,-1 7-90,4 0 180,2 12 180,15-10 180,-1 2-180,5-12 269,-17-11-449,-1 7-359,-11-2 449,6 19 0,7 2 0,3 9 0</inkml:trace>
  <inkml:trace contextRef="#ctx0" brushRef="#br0" timeOffset="345655">1378 3119 7533,'-14'-10'989,"2"2"-629,4 3-90,1 12 0,-9 16-270,8-2 0,-6 10 180,5 3-91,0 5-89,2 3 0,1-4 90,7-16-90,1-6 0,14-4 0,0-10 0,25-5 0,3 1 0,10 1 0,-17 1 0,5 0 0,3 0 0,0 0 0,-3 1-254,1-2 0,-3 1 1,3 0-1,6 1 254,-9-1 0,4 2 0,3-1 0,4 1 0,1 0 0,2 0 0,-1 0 0,0 0 0,-1 0 0,-3 0-350,-1 0 1,0 0-1,0 0 1,-1 0-1,0-1 1,0 1-1,0 0 1,0 0-1,2 0 350,-4 0 0,2 0 0,0 0 0,0 0 0,0 0 0,0 0 0,0 0 0,-1-1 0,0 1 0,-1 0 0,5 0 0,0 1 0,-1-1 0,0 0 0,-1 0 0,0 0 0,1 0 0,-1-1-177,0 1 1,0-1 0,0 1-1,0-1 1,-1 0 0,1 0-1,0 0 1,0 0 142,1 0 0,0 0 0,-1 0 1,1-1-1,0 1 0,0 0 1,1-1-1,0 1 24,-2-1 0,0 1 0,2 0 0,-1-1 0,0 1 0,1-1 0,-1 1 0,0-1 0,-1 0-10,-2 0 0,2-1 0,0 1 0,0-1 0,-1 0 0,-2 1 0,-2-1 0,-3 0 0,-3 0-359,7-1 0,-6 1 0,-2-1 1,1 0 400,4 0 0,1 0 1,-2 1-1,-6-1 201,0-1 1,-6 1-224,7 0 0,0 0 1783,-2 6-1783,-12 1 1377,9 2-1377,-10-1 3276,0 0-2980,-9-3 63,2 2 181,-7-4 90,1 2-360,-5-10-3483,-2-11 3213,-3 1 90,0-6 0,1-12-90,2 1 0,1-2 0,0 8 0,0-2 0,0-8 0,2-3 0,-1 3-1134,-1 7 0,1 3 1134,0-7 0,0 3 1585,-2-9-1765,0 31 180,0 8-90,0 8 90,-11 6 0,2-3 0,-11-5 0,-20-3 0,-12-1-429,14 0 0,-4-1 0,-3 1 0,-5-1 395,8 0 0,-4 0 0,-4 0 1,-1 0-1,-1 0 0,0 0 1,3 0-1,3 0 34,-1 0 0,4 0 0,2 0 0,-1-1 0,-4 1 0,-5 0-20,12 0 1,-4 0 0,-4 1 0,-1-1-1,-3 0 1,-1 0 0,-1 1 0,1-1-1,0 0 1,2 0 0,3 1 0,2-1-1,4 0 1,5 1 1,-13-1 0,9 0 0,3 1 0,-3-1 0,-9 1 4,11-1 0,-5 1 0,-3 0 0,-4 0 1,-1 0-1,-2 1 0,-1-1 0,-1 0 0,1 1 1,1-1-1,2 1 0,3-1 0,2 1-16,-3 0 0,1 0 0,2 0 0,1 0 0,1 1 0,0-1 0,0 0 0,0 1 0,-1-1 30,1 0 0,0 0 0,0 1 0,1-1 0,-1 0 0,0 0 0,-1 0 0,-1 1 0,-1-1-33,3 0 0,-3 0 1,-2 1-1,0-1 0,-1 0 1,1 0-1,0 1 1,2-1-1,2 0 0,1 0 1,4 0 278,-6 0 0,3 0 1,3 0-1,1 0 1,-2 0-1,-1 0-285,-1 0 1,-3-1-1,-1 1 1,0-1-1,2 1 1,2-1-1,5 1 9,-16 0 0,6 0 1,3 0 173,8 0 1,2-1 0,5 2-685,-19 3 405,21-2 0,0 1-45,1 1 0,2 1-89,-7 2-721,-1 3 789,16-5 0,-6 2 0,9-2 0</inkml:trace>
  <inkml:trace contextRef="#ctx0" brushRef="#br0" timeOffset="346265">2790 3025 7443,'1'-10'2608,"11"20"-5885,1 19 1434,3 2 2845,-6 8-957,-6-9 0,-1 2 52,0 6 0,0 2-367,1 0 1,-1 0-586,1 1 1,-1-5 316,2-7 0,2-3 0,1-11 0</inkml:trace>
  <inkml:trace contextRef="#ctx0" brushRef="#br0" timeOffset="346633">3709 3070 8432,'-7'-17'2249,"2"2"-2159,-3 7 360,0 56-510,7-14 0,1 5 0,0 0-60,0-4 0,0-1 0,0 2-180,3 8 0,0 1 0,1-6 300,2-9 0,0-4 0,5 15 0,2-10 0</inkml:trace>
  <inkml:trace contextRef="#ctx0" brushRef="#br0" timeOffset="348581">3053 3146 8252,'-46'-5'90,"19"2"0,-8 6 0,0 4 0,0 13 0,12-2 0,3 1-90,5 12 90,28 1 0,14 0-60,3-16 0,6-3 0,-1 0 15,5 11 0,4-2-258,-3-15 0,8-3 0,0-5 1,-4-5 242,-4-6 0,-2-5 0,-1-4 15,-3 2 0,0-4 0,-2-1 0,-2 1 56,1 1 0,-2 0 0,-12-5-41,-17-15 0,-13-6 0,-7 11-60,-2 18 0,-7 5 30,-10-9 0,-7 0 0,-2 11-30,8 17 0,-2 10 0,1 3 0,1 0-517,-4-2 1,2 0 0,1 6 516,4 3 0,0 5 0,4 1 0,12 1-45,17 15 0,12-1 45,-8-9 0,8-5-30,13-7 0,9-5 0,2-7 30,-1-14 0,2-8 0,-1 1 0,6 5 0,0-3-164,-5-6 0,0-5 1,-6-2 163,-12 0 0,-5-5 90,-6-17 0,-6-4-90,-2 13 0,-8 2 0,-24 3 0,-16 5 0,5 5-709,11 9 0,-2 5 709,-7 2 0,-5 3 0,5 4-479,8 8 1,5 5 478,-3 2 0,9 7 192,17 5 1,10 7 0,8-6-193,21 0 0,12-6 0,-10-2 0,4 1 0,3-10-37,-1-14 1,5-7 0,-1-5 0,-5-1 36,-3-3 0,-4-2 0,-1-2 943,2 1 1,0-1-1,-5-5-913,-6-6 0,-4-5 0,-4 3 746,-2 6 1,-8-1-747,-17-11 0,-11-4 0,-3 10-30,-3 16 0,-5 7 22,2-1 1,-7 0-1,0 3 1,3 6 37,-6 14 0,3 9 0,3 3-744,2 2 0,3 3 1,7 2 683,6 1 0,6 1 0,12-1 7,20 0 0,14-3 0,1-4-7,8-2 0,4-8 0,2-5 0,5-6 0,-3-7 18,-10-9 1,-3-6 0,-2-3-19,8-6 0,-4-3 45,-4-5 0,-10-1-45,-19-16 0,-26 4 0,-1 22 0,-5 2 0,-1 2 0,-5 3 0,2 6 0,-5 4 0,1 6 30,-2 10 0,-1 7 0,4 1-75,-6-1 0,4 5 1126,2 16 0,13 1-1081,26-7-45,9-10 0,5-4 182,4-7 0,3-4-137,17 8 45,1-16 0,-1-9 112,-17-7 0,-2-3-112,7 5 0,-6-3 45,-16-18 0,-12 0 0,-12 11-45,-15-8 0,-7 5-1684,0 26 1,0 4 1580,4-9 1,1 3-347,-4 14 1,8 7 313,19 11-90,26 11 90,16-6 90,7-18 0,4-9 225,-9-14 0,-2-4-180,-1 8 0,-5-6 90,-13-15 0,-13-2 0,-19 10 0,-6 3-135,-8-15-45,-2 18 0,-1 11 2812,5 27-2947,11 4 0,37 8 671,20-29 0,6-7-446,-17 1 0,1-4 134,21-9 1,-9-9 450,-34-18-540,8 3 0,-29 14 0,-8 4 0,-6 10 0,-3 7-90,-1 3 0,-2 3 0,1 0-90,0-1 0,1 3-135,-10 15 0,18 4-540,38-10 1,10-1-675,14 16 1439,0-22 0,1-7 0,10-11 0,-7-11 0</inkml:trace>
  <inkml:trace contextRef="#ctx0" brushRef="#br0" timeOffset="349281">3097 2696 9871,'-9'2'2429,"6"1"-2339,5 1 0,7-1-90,5-5 90,22-21-90,-9 6 0,1-12 0,-2-4-180,-2-4 180,-10 14 0,-1 1-180,-3 1 180,-7 25-180,-6 30 180,3-11-90,-3 10 0,1 4-585,3-7 1,1-2 314,-2 21 360,6-20 0,3-6 0,1-12 0,7 3 0</inkml:trace>
  <inkml:trace contextRef="#ctx0" brushRef="#br0" timeOffset="349498">3217 2880 9961,'13'-6'450,"9"-2"-450,6-1-180,7-1 180,-5 2 0,5-2 0,-3 1 0,-7 1 0,0 0 0,22-7 0,1 1 0</inkml:trace>
  <inkml:trace contextRef="#ctx0" brushRef="#br0" timeOffset="350581">3072 3869 7982,'-3'-9'900,"0"1"-360,2 2-91,2 0 1,0 0 0,0 0-90,2 2-270,0 7 0,-1 1 89,3 26-89,-4-4 0,-2 4-45,1 13 0,-1 5-1116,-1 0 1,0 4-1,-1-4 1071,0-1 0,0 0-101,1 1 0,0 5 0,1-9-619,3-16 1,0-3-360,-1 7 0,2-4 1079,5-8 0,-6-26 0,-2-4 0</inkml:trace>
  <inkml:trace contextRef="#ctx0" brushRef="#br0" timeOffset="350981">2857 4410 9152,'-9'1'1889,"7"11"-1709,3-6 539,19 28-539,5-1-180,1 2-90,0-2-360,4-1 1,8-8 494,-7-17 0,3-10 14,-4-13 1,0-9 0,-3-2-60,4-4 0,-4-4-150,-3 1 0,-1-3 1,-6 5 149,-5-7 0,-15 24 0,-14 18 0</inkml:trace>
  <inkml:trace contextRef="#ctx0" brushRef="#br0" timeOffset="359580">2729 5648 6633,'2'-9'1889,"0"1"900,0 2-2610,-6 10-179,1 8 0,-2 1 0,3 3 90,0 0-90,1-7 90,-1 17-90,1-17 0,1 9 90,-4-10-90,-1-4-90,-3 1 90,-12-6-90,5 1 0,-33 1-89,10 2-1,-6-1-450,15 1 0,16-5-719,3 2 1349,5-3 0,2 2 0,2-1 0</inkml:trace>
  <inkml:trace contextRef="#ctx0" brushRef="#br0" timeOffset="360319">2951 5669 9602,'3'14'359,"-1"0"-179,-2 10-180,0-9 0,-1 6 90,0-13 0,1 0 180,-4 1-180,1-4-90,-5 2 90,-9-6-90,7-1 0,-17-1 0,12 2 0,-10 0-90,1 1 0,6-1-540,-8 2 91,15-1-1350,-5-1 1889,8-2 0,4 0 0,2-1 0</inkml:trace>
  <inkml:trace contextRef="#ctx0" brushRef="#br0" timeOffset="363598">11074 5764 9062,'9'-3'629,"7"1"-539,-6 1 270,22 2-180,-5-2 0,7 1-180,-11-1 0,-13 1 0,-8 0 0</inkml:trace>
  <inkml:trace contextRef="#ctx0" brushRef="#br0" timeOffset="364614">11437 5503 9691,'-4'-9'1260,"-3"5"-1170,0 5 90,-9 11-90,8 1-90,5 14 0,8-9-90,16 8 90,-4-14 0,5 5-90,-10-8 180,-6 8 0,-11-9-90,-14 7-270,-13-4 90,8-4 180,-14 2 0,31-8 0,-7 2 0</inkml:trace>
  <inkml:trace contextRef="#ctx0" brushRef="#br0" timeOffset="364831">11397 5540 8972,'2'-13'1259,"14"-7"-1169,-6 12-630,31-13-1438,-16 11 1978,13-2 0,-12 5 0,-6 4 0</inkml:trace>
  <inkml:trace contextRef="#ctx0" brushRef="#br0" timeOffset="365229">11709 5489 12300,'-19'19'899,"-2"17"-809,19-6-90,-1 6-179,39-4 89,-7-27 90,12 1-90,-7-36 90,-24 14 0,-2-10 0,-8-1-720,-34 1-629,-4-3-290,12 22 1,1 5 818,0 8 1,6 5 0,12-2 0</inkml:trace>
  <inkml:trace contextRef="#ctx0" brushRef="#br0" timeOffset="365447">12044 5590 10411,'9'-9'3276,"3"-3"-2774,-7 6-232,3-3-3547,-2 0 3241,-3 5 1,2-4 0,-4 7 0</inkml:trace>
  <inkml:trace contextRef="#ctx0" brushRef="#br0" timeOffset="368483">239 4037 9602,'-7'-4'2338,"19"-2"-2338,-3-2 90,23-8-180,-10-21 0,-6 11 0,-9-3 0,-4 0-180,-9-1 181,-1-5-721,-9 12 720,17 25 90,1-2-180,33 13 90,11-4 90,0-1 0,-7-3 90,-7 0 0,-19 0 90,5 12-3457,-24 16 3252,1-8-110,1 6 0,1 0-135,5-7-809,11 23 512,4-31 0,9-4 0,-1-9 0</inkml:trace>
  <inkml:trace contextRef="#ctx0" brushRef="#br0" timeOffset="368897">843 3932 9062,'-12'-10'1439,"3"6"-1169,-12 6-90,8 6 0,-7 10 0,6 4-180,2 3-90,11 7-180,21-5 180,-3-7 0,21-8 0,-23-14 180,24-17 0,-34-15-90,3-3-405,-24 17 0,-7 4 135,-2 5-1529,-19 15 1799,34 5 0,-3 3 0,11-3 0</inkml:trace>
  <inkml:trace contextRef="#ctx0" brushRef="#br0" timeOffset="369483">1093 3923 8792,'-13'-14'1529,"-1"7"-1349,7 11 90,-7 17-180,7 20-270,1-8 90,9 10-90,8-23-180,14-2 90,0-10 270,1-3-179,-2-11 89,-1-14 0,-7 5 0,9 19 0,-13 4 90,11 25-90,-9-20 90,18 1 270,12-19-180,-7-2 0,4-7 269,-19-16 1,-21-17-360,3 13-180,-12 7 0,-4 4-359,-1 12-1080,-4-1 809,5 10-10,6 3 1,0 2 0,3 1 0</inkml:trace>
  <inkml:trace contextRef="#ctx0" brushRef="#br0" timeOffset="369965">1740 3988 8972,'-16'-1'3276,"40"-5"-3314,-4 3-997,12-1 1,2 0-495,-8 2 1529,9 1 0,-26 2 0,0 1 0</inkml:trace>
  <inkml:trace contextRef="#ctx0" brushRef="#br0" timeOffset="370182">1792 4101 10861,'8'8'629,"34"-8"-898,-19-3-181,24-5-1799,-24 1 2249,-1 1 0,6-5 0,-2 2 0</inkml:trace>
  <inkml:trace contextRef="#ctx0" brushRef="#br0" timeOffset="370631">2396 3880 9691,'1'-9'1440,"-1"-6"-541,-4 4 1,-6-3-181,-29 28-629,15-2-90,-6 19 0,3 8-180,11 7 45,5-9 0,4 0-44,16 7-91,21-8 135,-1-31 0,4-6 90,-7-1 0,1-4 90,12-15 0,-7-11-1684,-22-8 1,-6-2 1625,5 12 1,-6 0-348,-25-15 0,-7 8 0,8 22 360,-12 6 0,1 8 0,19 13 0,-13 12 0</inkml:trace>
  <inkml:trace contextRef="#ctx0" brushRef="#br0" timeOffset="370848">2717 3943 11490,'13'-12'180,"-6"6"0,-2 1 0</inkml:trace>
  <inkml:trace contextRef="#ctx0" brushRef="#br0" timeOffset="373924">2019 4556 8612,'-1'-9'3276,"5"19"-3134,-2-3-52,4 17 90,-2 6 0,0 3-180,2 8-270,1 6 0,1 2-1349,-2-20 0,1-3-90,3 18 1709,-1-15 0,-6-23 0,1-1 0</inkml:trace>
  <inkml:trace contextRef="#ctx0" brushRef="#br0" timeOffset="374331">2303 4633 10141,'-7'-12'1529,"-8"7"-1259,4 10 180,-14 22-2089,15-4 1,2 2 933,-7 15 1090,16-3 0,6-3-475,2-14 45,12 2 0,6-6 0,-3-22 0,-1-5 45,21 1 0,-15-25 0,-7-5 90,-14 9-90,1-1 0,-6-1-45,-14 1 0,-7 4-405,-4 2-1189,-11 2 1,-3 9 1627,-7 25 1,16 0 0,1 3 0,-8 15 0</inkml:trace>
  <inkml:trace contextRef="#ctx0" brushRef="#br0" timeOffset="376815">4816 5658 11670,'9'23'270,"-1"-4"-270,-5 5 0,0 0-90,0-1 90,0-3 0,4-9 0,-2-7 0,4 1-90,-2-5 0,0 0 90,-1-1-90,1-1 90,9 0 0,-6 1 0,14 0 0,-12 0 0,9 1 0,-4 0 0,0 0 0,-5 1 0,0-1 0,-6 0 90,5 0 90,-4 1 0,0-2-90,-1 1-90,-2-4 90,-1-1-90,-6-17 0,0 6 90,-7-26-90,4 18 0,-7-11 0,3 21 0,-6 6 90,2 9-90,-3 2 0,-12 0 0,7 0 0,-15-1-180,10-2-1439,-13 0 1619,11-2 0,0 0 0,14-1 0</inkml:trace>
  <inkml:trace contextRef="#ctx0" brushRef="#br0" timeOffset="377280">4863 5690 10951,'13'5'2338,"2"-3"-5615,-2-9 1614,-2 2 3251,-1-6-1318,-3-3-180,0-1 90,6-22-180,-5 10 0,2-4-530,2-4 1,1-5-1,0 2 485,-1-1 0,1 1-243,-1 4 1,1 0 0,-2 3 108,6-15 964,-9 23 1,1-1-1236,7-22-539,-3 9 989,-6 17 0,-4 10 0,-2 5 0</inkml:trace>
  <inkml:trace contextRef="#ctx0" brushRef="#br0" timeOffset="377965">5068 4804 9242,'1'-10'2158,"3"2"-1978,2 6 0,7 0-3457,3 0 2663,0-3 1473,0-1-679,11-19-90,-10 6 45,0-3 0,1-2-2314,2-8 2269,-2 4 0,-5 23-90,-11 17 2359,1 32-2359,-2 4-90,0-19 0,1 0 0,1 11 0,2-14-1259,4-10 2168,-2-8 0,2 4 0,-5-10 0</inkml:trace>
  <inkml:trace contextRef="#ctx0" brushRef="#br0" timeOffset="378199">5252 4929 9781,'-11'4'3276,"14"1"-2864,7-4-682,19-2-1369,-5-7 1,1-2 1394,11-3 0,-11 1 0,-2 0 0,0-3 0</inkml:trace>
  <inkml:trace contextRef="#ctx0" brushRef="#br0" timeOffset="378697">5394 4403 9871,'-36'-32'810,"16"15"-630,-20-11 359,12 21 1,-1 6-315,-3 7 0,-2 7-75,1-2 0,-1 3 0,2 7-1243,0 15 1,4 9 0,3-3 215,-1 0 0,6 1 596,7-4 1,4 1 0,6-3 370,9-1 0,8-3 242,0-4 0,5 1 1,0 0-303,0-1 0,2 1 0,3-2-30,2-2 0,3-1 0,3-2 0,0-5 30,15-4 0,1-7 0,-1 0-30,-9 2 0,-2 0 0,1-10 35,0-11 1,3-10 0,1-5 0,-4 0 0,-8 3-36,-2-2 0,-5-6-7,-6 2 0,1-9 0,0-5 0,-2-1 1,-6 2-1,-6 5 7,-11 0 0,-9 3 0,-4 2 0,2-3 292,2-9 0,0-3 1,-2 2-1,-7 6-405,-9 6 1,-7 6-1,-2 4 1,1 8-473,6 8 0,-1 6 1,0 3-1,0 2-345,-12 1 1,1 4 0,1 5 929,5 5 0,1 4 0,3 2 0,9 1 0,3 1 0,0 1 0,2 1 0,0-1 0,0 1 0</inkml:trace>
  <inkml:trace contextRef="#ctx0" brushRef="#br0" timeOffset="436921">17258 15854 6094,'-2'-9'989,"0"2"-539,1 1 89,-2-3-359,-1 3 0,-3-1-90,0 6 0,-6 8 0,0 10 0,1 18 0,13 0-90,5-7 0,42-30 0,-20-9-30,0-4 0,5-5 0,-4 1-105,-6 3 0,0-1-495,18-11 1,-1 1 629,-2 1 0,0 6 0,-15 11 0</inkml:trace>
  <inkml:trace contextRef="#ctx0" brushRef="#br0" timeOffset="437367">18004 15850 7353,'-9'-16'360,"-1"-1"-181,6 9-89,-4 8-90,4 15 0,-1 0 0,5 8 0,1-16 0,10 2 0,-3-9 0,32-20 0,-6-12 0,0-3 0,-9 12 0,0-1-360,3-5 1,1-3-1,-7 6-90,-6 9-370,9-10 1,-19 23 0,1 2 0</inkml:trace>
  <inkml:trace contextRef="#ctx0" brushRef="#br1" timeOffset="437864">18888 15720 24438,'-9'-5'-3277,"0"-1"633,4 2 1616,-3 8 2320,0 11-2205,3-2 156,0 20-316,9-18-1508,-2 5 1203,9-13 1445,9-15 622,8-12 1,3-3-833,-6 5 0,1-2 441,5-7 0,3-3 0,-1 1-138,-5 8 0,-2 1 0,0 1 0,9-9 0,-2 2 0,-2 7 0,1 0 0</inkml:trace>
  <inkml:trace contextRef="#ctx0" brushRef="#br1" timeOffset="438431">19775 15720 25784,'-13'-8'-3277,"2"0"838,-1 1 1942,4 2 312,1 2 309,1 4 1003,2 1-1065,0 12-2112,3-5 810,-1 10-124,1-7-45,-1 5-103,1-5-126,0 1-977,3-6 2854,16-12 0,10-9 247,0-4 1,3-5 0,1 0 70,0 2 0,0-2 0,3-1-229,-1-2 1,2-4 0,0 1 0,-6 4 261,1 0 0,-2 1-265,13-7 0,-4 4 0,-3 6 0,-13 9 0,0 0 1</inkml:trace>
  <inkml:trace contextRef="#ctx0" brushRef="#br1" timeOffset="452796">16424 12311 19210,'2'-10'-1413,"-7"21"1755,-4 23-441,2-3 1,0 3-9,-1 2 1,0-1-20,2-5 0,2 0-10,-1 17 1,2-3-136,1-6-195,0 1 1,2 1 310,2 3-633,-2-9-10,3 5 485,-3-24 1,5-21 0,2-11 0</inkml:trace>
  <inkml:trace contextRef="#ctx0" brushRef="#br1" timeOffset="453583">16398 12211 18879,'25'-23'2995,"11"-3"-1885,-6 11 1,4 1-933,-3 2 1,3 1 0,6 0-163,-2 2 1,6 1 0,2-1 0,3 1 0,-2 1 0,-3 0-61,-2 0 0,-3 1 0,0 0 0,2 0 1,5 1 26,-3 0 0,5 0 0,3 0 0,1 0 0,1 1 0,-1 0 1,-2 0-1,-2 1-42,1 1 1,-1 0-1,-1 1 1,-2 0 0,0 0-1,1 0 95,-1 0 1,0 0 0,0 0 0,-1 0 0,-2 0-1,-1 1-189,9-1 1,-1 1 0,-3 0 0,-5 1-225,10 0 0,-9 0-135,-2 0 317,6 1 142,-25 0-113,-3 4-533,-6 2-384,3 20-956,-6-2 444,2 20 878,-6-11 1,-3 3 198,-2 4 0,0 3 184,-1-8 0,0 2 0,0 2 61,0 7 0,0 1 1,1-4 46,-1 3 1,1-3 209,3 2 0,1-3 752,5 3-522,-1-16-312,1 7-202,-14-8 665,-2-16 440,-14-3 1,-8-3 17,0-2 0,-6-2-479,-4 1 0,-7 0 0,-3-1 0,3 0 43,7 0 0,3-1 0,-3-1 0,-6 1-229,8-1 1,-5-1 0,-3 1 0,-2-1 0,-3 0 0,-1 0 0,1 0 0,0 0 0,2 0 0,3 0 44,-3 0 1,2-1 0,1 0 0,0 1 0,0-1 0,1 0 0,-2 0 0,-1 0-16,0 1 1,-2-1 0,-1 0 0,0 0-1,0 1 1,0-1 0,3 0 0,1 0-1,3 0-27,-11 0 1,2 0 0,4-1-1,3 1 1,6-1-1801,-14 1 1,14-3 1352,18-2 0,2-3 1,27-1-1</inkml:trace>
  <inkml:trace contextRef="#ctx0" brushRef="#br1" timeOffset="454052">17347 12114 22509,'2'-8'-3277,"0"-1"1006,0 1 1731,0 28-671,-2 29 958,0-13 1,-1 4 91,0 0 0,-1 1 47,0-7 1,-1 1-284,1 2 0,0 2 0,1-3 273,-1-5 0,1 2-263,3 10 0,0 8 0,1 0 1,1-8-557,1-7 0,2-3 912,-2 5 1,2 4 0,-1-7-1,8 0 1,-6-14 0</inkml:trace>
  <inkml:trace contextRef="#ctx0" brushRef="#br1" timeOffset="462117">16799 11661 11949,'-2'-14'249,"-5"0"-602,-2 10 1154,-26 16-31,16 1 1,-2 4-224,-8 10 1,0 4-289,3 6 0,4 3-163,5-11 0,6 2-67,10 9 0,7-4 1,6-10-103,9-7 1,6-6 266,-2-14 0,3-5-179,2-1 1,1-2 95,8-12 1,-2-3 150,-16 9 1,-2-3-120,3-24 0,-6-1 170,-12 9-166,-4-4 1,-8 2 82,-29 6-799,13 18 1,-1 2-490,-1 3 1,1 4 1129,-19 12 0,19 6 0,4 2 0</inkml:trace>
  <inkml:trace contextRef="#ctx0" brushRef="#br0" timeOffset="462679">17811 11704 8882,'-9'-11'989,"11"3"-899,3 4 55,18-6 37,0-12 146,10-13-226,-11 7 1,-2-2 121,6-9 74,-7 8 0,-2 2 366,-5 8 177,7 7-15,-16 34-677,0 6-125,-4 1 1,-3 4-222,1 3 0,1 1-6,0-3 0,1-1-278,-1 7 0,2-2 364,5 9 1,-1-11-1,2 2 1</inkml:trace>
  <inkml:trace contextRef="#ctx0" brushRef="#br1" timeOffset="462896">17925 11912 11232,'-10'1'2126,"23"3"-2481,-2-3 362,21-1 1,15-2-1,-3-1 1,-1-1 0,1-1-1,-4 1 1,1 0 0,0 0-1,0 0 1</inkml:trace>
  <inkml:trace contextRef="#ctx0" brushRef="#br0" timeOffset="491848">14093 7862 8972,'1'6'1349,"1"-6"-1259,-6-4 90,3 0-180,3-14 0,2 14 0,1 1 0</inkml:trace>
  <inkml:trace contextRef="#ctx0" brushRef="#br0" timeOffset="493648">14791 9162 8882,'3'-12'-1619,"-1"1"799,-8-3 1,0 0 0,-1-2 0</inkml:trace>
  <inkml:trace contextRef="#ctx0" brushRef="#br0" timeOffset="502216">13679 9807 9961,'-15'-1'360,"3"0"-360,5 5 90,4 0 0,1 1 0,6-2 0,1-5 360,5-7-360,-5 1 89,-4-3-89,-3 6-90,-4 2 90,0 4-90,1 1 0,2 4 0,3 3 90,4 2-90,6 0 0,4-7 270,-3-6-360,-14-7 0,-2 8 90,-7-1 0,11 8 0,9-4 270,-2-3-270,-7-8-180,-3 7-180,-9-2-269,8 9-361,3 3 990,4-4 0,0 0 0,0-3 0</inkml:trace>
  <inkml:trace contextRef="#ctx0" brushRef="#br0" timeOffset="524767">20511 11939 7892,'5'-11'1710,"-1"1"-181,-2 5-1439,1 6 629,-2 17-539,1-2 0,-4 22 45,-2-5 0,-1 3-1864,1 8 1,0 3 1433,1-10 0,-1 2 0,1-2 635,0 6 0,0 1-341,1 1 1,0 4 0,1-5-45,0-11 0,0-1-15,0 13 0,-1 4 0,2-8-30,-1-1 45,1-7 0,0-3-45,0-11 0,-2 29 3276,1-34-3070,-2 18-206,2-21 0,-1 4 0,2-8 0,-1 0 0,1-1 0,-1 1 0,0-1 0,0 0 0,0-1 180,-1 1 0,4-1-180,3-3 90,11 0 0,8-3-45,9 2 0,4 0-293,-11-1 0,6 1 260,0 0 1,8 0 0,7 1 0,3 1 0,0-1 0,-2 0 0,-6 0-820,9 1 0,-6 0 0,2 0 0,9 1 807,-18-2 0,4 1 0,5 0 0,2 0 0,3 0 0,1 0 0,-1 1 0,0-1 0,-1 1 0,-3-1 0,-4 0 0,-5 0 0,14 1 0,-8-1 0,-2 1 0,2 0 0,7 0-122,-13-1 0,4 1 1,4-1-1,1 1 1,3 0-1,0 1 1,0-1-1,-1 0 1,-3 0-1,-2 0 1,-4-1-1,-5 0 99,15 2 1,-8-1 0,-2 0-1,6 1 23,-3-1 0,4 1 0,3-1 0,0 1 0,-1 0 0,-5-1 0,-7 0 30,5 0 0,-7 1 0,-2-2-30,9 2 0,-5-1 0,1 2-450,-26-4-101,1 0-439,-2 0 990,-3-1 0,-5-1 0,-2 0 0</inkml:trace>
  <inkml:trace contextRef="#ctx0" brushRef="#br0" timeOffset="531183">20528 12908 8432,'11'-13'1080,"-3"3"-901,-1-1 91,-1 0 0,1-2 90,5-16-360,-5 12 180,5-12-90,-4 10 90,2-5-90,1-3 0,5-7-90,-7 14 90,2-2-1,-3 6-89,-2 5 0,4-7 0,0 6 0,-2 4 0,2-1 0,-1 6 0,-1 1-89,1 1 89,-2 1 0,-1 2 0,2 3 0,-2 0 0,3 6 0,-5-4 0,6 15 0,-6-15 0,5 13 0,-7-13 0,0 0 89,4 6-89,-4-6 0,5 6 0,-6-6 0,2-2 0,-1 1 90,1-2-90,1-1 90,6-4-90,-1-2 90,13-8-90,-12 5 90,9-4-90,-9 2 90,3-2-3367,-1 0 3162,-3 1 115,-3 3 90,6-4-90,-4 3 0,5-3 0,-7 3 0,1 3 3276,-3 0-3250,4 3-26,-5 2 0,2 11 0,-5-4 0,1 6 0,0-2 0,-1-1 0,1 4 0,0-5 0,0 3 0,0-3 0,0 1 0,1-2 90,0-2-90,0 1 90,0-4 90,2-1-180,3-4 90,1-2 0,4-4-90,-2 1 0,1-2 180,6-6-90,-8 5-90,5-2 0,-7 6 0,-3 3 0,3 1 0,-2 1 0,1 2 0,0 2 0,0 1 0,2 2 0,3 8-90,-5-8 90,6 9 0,-7-9-3277,2 2 3162,-3-3 115,0-1 0,0-1 0,-1 0 90,2 1 0,-2-3 0,5-3 3186,0-11-2890,2-3-297,-2-9 1,-3 2-90,-2 1 90,0 4-90,-2-9 0,0 9 90,0-9-90,-2 2 0,0 9 90,-4-15-90,1 17 0,-3-12 0,3 14 0,0-1 0,0-3 0,2 7 0,-4-11 0,4 11 0,-2-4 0,0 1 0,0-6 0,1 5 90,1-1-90,1 5-90,1 1 90,0-1 0,0 2 0,2 1 0,0 0 0,4 0-90,0 3 90,2 0 0,7 5 0,-6-1 0,4 3-90,-1 6 90,-2 1 0,5 13 0,-7-9 0,1 17 0,-6-19 0,3 16 0,-4-3 0,0-7 0,0 13 0,-1-17 0,0 15 0,1-11 0,0 5 0,1-3 0,-1-8 0,2 5 0,0-6 0,0 1 0,1 3-90,2 4 90,-3-10 0,1 6 0,-2-10 0,0 3 0,1-2 0,0 1 0,-2-1 0,2 3 0,-1-2-90,-1 0 90,2 4 0,-1-5 0,1 3 0,2-1 90,2-8-90,1-1 0,5-10 0,-3-1 0,5-8 90,-1 0-90,6-5 90,-6 5-90,0 1 0,-4 4 0,-4 4 0,3-1 0,-7 6-90,5-2 90,1 10 0,-2-2-90,1 12 90,-5-6 0,2 12 0,-1-7-90,1 5 90,-1-6 0,1-3 0,0 0 0,2-2 90,1-3-90,2-8 0,-1-1 0,0-1 0,-3 0 0,5-7 0,-3 4 0,10-10 90,-10 9-90,4-2 0,-8 6 0,5-2-90,2 10 90,-2 2 0,1 4 0,-6 1 0,-1 5 0,0-2 0,3 18 0,-4-18 90,5 14-90,-4-18 0,5 9 0,-3-10 0,11 7 90,0-12-90,6 0 0,12-11 90,-17 2-90,8-2 0,-3 0 0,-2 2 0,7-2 0,-7 4 0,-4 5 0,-5 0 0,13 9 0,-14-2 0,14 12 0,-11 0 0,4 6 0,1 7 0,-6-12 0,7 12 0,-8-16 0,-1 0 0,0-3 0,-5-7 0,10 10 90,-3-6-180,21 11-90,-6-10-359,13 4-811,-6-5 1350,-9-5 0,0-1 0,12 1 0,9-1 0</inkml:trace>
  <inkml:trace contextRef="#ctx0" brushRef="#br0" timeOffset="533466">20818 12736 5804,'-4'4'0</inkml:trace>
  <inkml:trace contextRef="#ctx0" brushRef="#br0" timeOffset="534181">20757 12581 6004,'0'0'0</inkml:trace>
  <inkml:trace contextRef="#ctx0" brushRef="#br0" timeOffset="546879">7952 17053 10141,'-3'-12'2069,"4"4"-1889,4 3 360,15 0-136,22-2 1,11 1-1225,-18 1 1,3 1 0,1 0 0,1-1 687,-1 1 1,-1 0 0,3-1 0,8 1 171,-11 2 1,5-1 0,4 1 0,4-1 0,2 1 0,0 0 0,1-1 0,-2 1 0,-3 1 0,-3-1 0,-5 1-305,9-1 0,-7 1 1,-2 0-1,4 1 0,8-1 270,-16 0 0,4 1 0,4-1 0,3 1 0,2-1 0,2 1 0,1-1 0,0 1 0,1 0 0,-2-1 0,-1 1 0,-3 0 0,-2 0 0,-4 0 0,-4 1-259,12 0 0,-6 0 0,-4 0 1,-1 0-1,2 1 0,5-1 253,-4 0 0,2 1 0,3-1 0,0 0 0,1 1 0,1-1 0,0 0 0,-1 1 0,-1 0-113,0 0 0,0-1 1,1 2-1,0-1 0,0 0 1,-2 0-1,0 0 0,-2 0 1,-1 0 112,5 1 0,-4-1 0,-2-1 0,2 1 0,3 1 0,6-1 0,-15 0 0,4 1 0,3-1 0,3 0 0,2 1 0,1 0 0,1 0 0,1 0 0,-1 0 0,0-1 0,-2 1 0,-1 0 0,-2 0 0,-3-1 0,-3 1 12,13 0 1,-5 0 0,-3 0 0,-2-1 0,2 1 0,3 0 0,4 1 6,-11-1 0,3 0 0,3 0 1,1 1-1,3-1 0,0 1 1,0 0-1,1-1 0,-2 1 0,-1 0 1,-1 0-1,-3-1 0,-4 0 1,-3 0 9,12 2 1,-5-2 0,-3 1 0,-2 0 0,1 0 0,1 0 0,7 1 0,3 0 0,-1 0 0,-1 0 0,-3 0 0,-6-1 150,3 1 0,-7 0 0,-2-1 732,6 1 0,-4-1-4189,11 0 1415,-33-3 1862,-26-2 0,-17 1 0,-5 2 0</inkml:trace>
  <inkml:trace contextRef="#ctx0" brushRef="#br2" timeOffset="557400">13652 9614 16334,'-19'-2'120,"4"0"101,0 1 46,5 0 51,0 0 614,2 1 518,1-1-1250,15 0 240,-4 0 189,39-4-246,-13 2-218,-5 0 1,1 0 49,14-1-65,-12 2-130,-8 0 14,-2 2-440,-9-1 303,9 1-23,-9 0-10,3 2-213,-5 1-156,1 6-660,-4-1-31,1 10 309,-3 1 32,0 9 124,0 3 253,-1-6 1,0 2 10,1 8 362,0-6 1,-1-1 471,1 1 11,0 2-133,0-12-207,-1 2-7,0-12 64,0 13 30,-1-14 70,-2 7 106,-5-7 660,1-1 0,-10 0 170,-6-3-94,-4 1-219,-7-2-41,14-1-292,-18 1 181,17-2-861,-12 1 107,13-2-190,6 0 130,0-1-178,5 0 106,-1 0-90,3-1-192,1 0-163,0-1-155,0-6-487,1 0 169,-4-15 218,3-11 281,-2-4 319,5 4 0,1 0 52,2-14 231,1 22 0,0-1 227,1-2 0,1 2 773,0 0-314,2-16-551,-4 25-320,0 6 346,0-2 0,-1 7 0,1-1 0</inkml:trace>
  <inkml:trace contextRef="#ctx0" brushRef="#br2" timeOffset="558234">13677 9812 17128,'1'-5'0</inkml:trace>
  <inkml:trace contextRef="#ctx0" brushRef="#br2" timeOffset="559935">13696 9786 18627,'-3'-9'-567,"6"18"-612,-1 15 1357,1 6 0,0 5-48,-1-3 0,-2 3-1223,2 4 1,-1 5 0,-1-3 825,1 3 0,-1 3 304,-1-5 0,1 6 0,-1-1 0,0-5 43,-1 0 1,1-1 67,-1 8 1,-1 5 0,1-7 91,1-17 1,1-1-251,-1 14 1,1-1-41,1-1-89,1-4-64,-1-25 196,2 14-125,-2-9 3378,2 12-3405,-2-19-94,2 5-37,-2-10-7,2 6-177,-2-7-2595,1 3 203,2-9 2992,-2 0 1,1-4 0,-2 4-1</inkml:trace>
  <inkml:trace contextRef="#ctx0" brushRef="#br3" timeOffset="566179">13779 11896 7713,'-1'-10'179,"-1"1"181,-1 4-360,1 0 0,1 2 0,0 1 0</inkml:trace>
  <inkml:trace contextRef="#ctx0" brushRef="#br3" timeOffset="567267">13716 11797 7353,'-2'-10'1889,"-2"11"-1799,-6 13 0,-2 10-90,-5 6 0,4-3 0,2-3 0,21 2 0,-4-12 0,20 1 0,5 1 29,-1 16-23,-9-13 1,-5 2 0,-20 29 14,-14-24 0,-6-2-78,5-4 1,-1-2 45,-1 1 1,0-2-943,-1-1 1,2-2 850,3-4 114,-12 8 1,23-16 0,0-1-1</inkml:trace>
  <inkml:trace contextRef="#ctx0" brushRef="#br3" timeOffset="567508">13659 11855 7892,'6'-12'630,"4"-1"-270,7-1 0,10-2-136,-2 4 1,1 2-135,9-5-45,-6 5 0,-1 0-45,-3 3-585,2 0 1,-1-1-495,-4 2 1079,18-3 0,-24 5 0,3 1 0</inkml:trace>
  <inkml:trace contextRef="#ctx0" brushRef="#br3" timeOffset="567932">14118 11758 10771,'-14'11'539,"-2"10"1,-1 5-450,4-6 0,1 3-30,-3 12 0,-1 6 0,5-4-60,4-4 0,3-2-45,-1 14 0,6-3-45,20-6 90,4-15 0,-2-12-90,-2-11 90,2-10 0,2-5 90,8-14 0,-5-3 0,-4-7-1696,-20 1 0,-5 0 1606,3 7 0,-6 2-270,-20-10 0,-7 8-629,2 14 899,-1 6 0,-1 3 0,6 6 0,-4 1 0</inkml:trace>
  <inkml:trace contextRef="#ctx0" brushRef="#br2" timeOffset="571962">13169 9634 18010,'-5'-3'0</inkml:trace>
  <inkml:trace contextRef="#ctx0" brushRef="#br2" timeOffset="575483">15824 10121 13466,'9'-3'3276,"-2"0"-2705,0 4-711,-3 0-160,2 2-230,-1 5 83,3 13-108,-3-3-23,2 11 539,-6 1 0,-2 7 0,0-3-281,-1-1 1,0 2 241,0 2 0,-1 8 1,0-1-1,0-6-103,-1 2 0,0-4-912,0-2 1,1 1 0,0-4 1115,0 9 61,0-1-281,1-2-49,1-15-1821,-1 19 446,1-26 1619,0 0 1,1-6 0,-1-3 0</inkml:trace>
  <inkml:trace contextRef="#ctx0" brushRef="#br3" timeOffset="576166">15510 11381 9332,'7'-11'270,"4"1"-91,22 1-89,1 5-90,4-1 0,-11 15 90,-26 9-90,-9 7 0,-6 2 0,1-4 0,-2-1 0,-4 6 0,-2 0 0,-5 3 0,2-3 0,2 1 0,3-4 0,5 0 90,15-9-90,7-2 0,7-9-449,23-5-271,-15-3 720,25-3 0,-21 0 0,4 0 0</inkml:trace>
  <inkml:trace contextRef="#ctx0" brushRef="#br3" timeOffset="576617">15877 11507 8882,'-1'-12'1799,"-4"-1"-1619,-2 4 449,-25 12-539,16 2 90,-27 21-180,27-7 0,-5 5-90,9 4 0,8-11 90,4 9-90,15-8 180,8-8 180,9-6 90,-1-17 0,-8-10 90,-14-21-450,-9 17-540,-14-5-1169,-6 32 0,7 1 1709,-1 8 0,15 2 0,2 2 0</inkml:trace>
  <inkml:trace contextRef="#ctx0" brushRef="#br3" timeOffset="576999">16249 11514 10321,'-2'-9'1169,"-10"0"-899,0 5 0,-11 3-90,5 7 90,-18 23-360,16-8 45,3-1 0,5 1-135,11 0 0,10 1 270,29-19 0,-9-7 90,-4-10 0,-3-6 45,-16-5 0,-4-1-225,5-14-135,-33 9 0,-9 8-225,5 15 360,-2 5 0,-6 2 0,6 2 0,-2 8 0,4 0 0,1 0 0</inkml:trace>
  <inkml:trace contextRef="#ctx0" brushRef="#br3" timeOffset="579765">21897 10989 9242,'-2'-17'-630,"1"5"900,2-5 360,0 9-630,3 9 90,-2 8-1,0 16 1,0 4-90,0 0-405,-1 14 1,0 2-2873,1-5 2858,-1-14 0,0 0 0,0 7 1,0-13-1</inkml:trace>
  <inkml:trace contextRef="#ctx0" brushRef="#br3" timeOffset="580348">21766 11711 8522,'-10'4'2429,"15"-10"-2339,-1 3 0,17-8-90,-5 6 90,15-2-90,-12 3 0,12 2-90,-20 6-90,-1 12 90,-11 3-90,-10 7 0,-3 3 0,-5 7 135,4-9 0,0-1-135,6 0 180,11-8-629,27-9 359,-8-6-450,24-5 720,-11-5 0,2-2 0,6-1 0</inkml:trace>
  <inkml:trace contextRef="#ctx0" brushRef="#br3" timeOffset="580749">22197 11739 8252,'12'-24'1350,"-5"10"-1171,1-2 991,-2 8-1080,-10 10 90,-13 17-360,0 18 0,6 11 90,14-10-90,22-7 180,-11-16 270,-3 17-180,-27-7-360,-3 5-135,0-14 0,-3-2 405,-12 8 0,2-4 0,4-4 0</inkml:trace>
  <inkml:trace contextRef="#ctx0" brushRef="#br3" timeOffset="580996">22187 11730 9152,'-1'-13'1529,"13"-4"-1529,31 2-270,-14 3 270,8 1 0,0 1 0,-7 2 0,-4 1 0,0-1 0</inkml:trace>
  <inkml:trace contextRef="#ctx0" brushRef="#br3" timeOffset="581365">22640 11625 9512,'10'-3'2788,"-39"33"-2968,14-13-45,-9 10 0,2 2 45,12-8-89,5 11-271,32-3 540,-12-10-45,8 2 0,-1 0 135,-12 0 0,-1 14-360,-40 1-450,-4-9 91,-8-1 629,2-10 0,16-8 0,-11 2 0</inkml:trace>
  <inkml:trace contextRef="#ctx0" brushRef="#br3" timeOffset="581566">22671 11629 9602,'3'-18'1349,"0"7"-90,13-19-1079,4 13-540,3 1 0,8-3 1,3-2 124,2 1 1,3-1 0,1-1 0,-1 0 0,-3-1 0,1 0 0,-1 0 0,2-2 0,-2 1 0,0 1 0,0-1 0,-1 0 0,1 0 0</inkml:trace>
  <inkml:trace contextRef="#ctx0" brushRef="#br3" timeOffset="593332">9276 8934 9062,'-5'16'90,"2"-4"-90,2 2 0,2-4 0,0 0 0,0-1 0,-1-2 90,1-2 0,0 1-90,4-5 0,4-1 0,4-2 0,-1 0 0,1 2-90,-5-1 180,4 3-90,0-1 0,-3 1 0,1 0 0,-4-2 0,0 2 0,-9-6 0,2 1 0,-6-4 0,3-1 0,2 2 0,0-7 0,1 6 0,0-3-90,-1 0 0,0 4 0,-1-2-90,-3 2 0,-3 2-90,-1-1-1619,-8 2 1889,9 1 0,-2 0 0,9 1 0</inkml:trace>
  <inkml:trace contextRef="#ctx0" brushRef="#br3" timeOffset="595198">9371 8872 6813,'17'-1'0,"0"-2"0,-4 4 90,0-1-90,-5 0 0,1 1 0,-3-1 180,1 1-90,-2 1 90,-1 1-90,-1 1-90,-1 0 90,-2 3-90,-1 0 0,1-1 90,-3 0 0,1-1-90,-1-2 90,-3-1-90,1 1 0,-2-2 0,0 0 0,0-1 89,0-1 1,-1 1-90,1-1 0,0 0 0,-1 1 0,3-1 90,-5-1-90,5 0 0,-2-3 0,4 0 0,1 0 0,1-1-269,1-1-721,4-6 990,-2 5 0,3-3 0,-2 7 0</inkml:trace>
  <inkml:trace contextRef="#ctx0" brushRef="#br3" timeOffset="600282">9332 8948 7623,'1'17'0,"0"-5"0,1-5 0,2-4 0,2-4 90,-1 0 0,3-6 179,-5-4-89,-5-1-90,-5 1 0,-2 5-90,2 15 0,7-6 0,7 6 0,0-11 0,3-3 0,-7-3 0,-4 0 0,-3 1-90,-5 6 0,1 4 0,-2 3 180,3-1-180,-3 3 90,1-1 0,2-1 0,4 3 0,6-6 0,4-1 0,-1-5 0,0 0-90,-12 1 90,-1 5-90,-4 3 90,5 4 0,6-4 0,9-4 0,3-8 0,-1-2 0,-2-3-90,-6 5 90,-3 5 0,6-4 0,-8 7 0,8-6 0</inkml:trace>
  <inkml:trace contextRef="#ctx0" brushRef="#br3" timeOffset="604662">13621 9866 7533,'12'0'3148,"-3"0"-2878,0 2-180,-8 2-90,0 4 0,-3 1 0,4-2 0,2-8 0,1-2 90,3-10-90,-5 4 0,-2-4 0,-9 11-180,-1 4 180,-2 3-90,3 2 180,13-13-90,-3 4 90,5-9-90,-4 7 90,-9 4-90,8-8 90,-9 7 0,4-6-450,-5 12 360,0 1 0,0 6 0,4-4 0</inkml:trace>
  <inkml:trace contextRef="#ctx0" brushRef="#br3" timeOffset="623229">725 11463 7173,'-7'-4'2518,"1"-1"-2068,2 1-360,9 1 0,-2 1 0,12-1 0,8-2 0,6-1 0,1-1-90,11-2 0,-6 0 0,7 0 0,-5 0-45,-8 2 0,-1 1 0,16-5 0,-1 0-45,3 0-90,-12 2-449,1-2 449,-12 3-270,5-3 0,-19 4 450,5-3 0,-9 3 0,1-2 0</inkml:trace>
  <inkml:trace contextRef="#ctx0" brushRef="#br3" timeOffset="623696">1185 11168 7623,'-8'-5'0,"-1"0"90,4 0 0,-1 1 89,2 1-89,11 5 0,8 2 0,6 3-45,6 0 0,3 0-45,10 2 0,-11-4 0,0 1 90,20 1-90,-28-5 180,8-1-180,-33 5 90,-3 6-45,-9 8 0,-4 5-90,-5 15 0,-1 1 0,5-9 0,1 1-375,3-3 0,1 1 1,3-3-401,-3 12 1,3 4 0,7-8 0</inkml:trace>
  <inkml:trace contextRef="#ctx0" brushRef="#br3" timeOffset="633480">14128 11431 7083,'-39'-20'854,"-7"11"1,-2 3-765,18 3 0,0 2 0,-3 0 0,-2 1 0,-3 5 269,-3 5 1,-3 6 0,-1 1 0,3 0-1453,0 1 1,2 0 0,-4 6 1158,10-5 0,-4 2 1,-2 3-1,-1 1 1,0 2-1,4 1 1,3 1 67,3 3 1,3 3 0,2 1 0,1 0 0,1 0 0,0-2 4,-3-1 1,-2-1-1,3 0 1,2 2-1,5 4-34,5 7 0,4 6 0,3 3 0,4-1 0,3-4 0,4-8-75,5-5 0,6-7 0,3 4 24,4 5 0,3 6 0,4 1 0,4-4 0,2-9 0,2-13 0,4-6 0,2-5 0,-1-1 0,-1 2-54,-1 5 0,-2 0 0,1-2 0,5-6 25,-2-6 1,4-4 0,4-3-1,0-2 1,-1-2 0,-4 0 0,-6 0-725,7-7 1,-7-3 0,5-3 728,-5 3 0,6-4 0,3-2 0,-2-1 0,-3 1 0,-7 2-62,-2-2 0,-6 0 0,-1-6 68,-2 0 0,0-7 0,0-2 0,-5 1 0,-5 4-36,-6 1 0,-6 3 0,-2-3 22,1-7 1,0-5-1,-5 0 1,-9 4-23,-12 5 0,-9 3 0,-5 2 0,3 3 0,7 4 0,0 3 0,-1 1 0,-5 1-15,0 3 0,-5 1 0,-3 0 0,0 2 0,2 2 0,3 2-455,-9 0 0,4 3 1,-6 3 334,5 1 0,-6 1 0,-3 2 0,-1 0 0,2 1 0,4 2-225,-5 3 0,3 2 1,2 1-1,-3 0 108,4-2 0,-2 0 0,0 0 0,1 3 1,2 2 237,4 3 0,1 4 1,2 0-1,2 2 1,3-2-1,-3 5 1,5-1-1,-2 2 0,1 2 1,-1 0-1,1-1 1,0 1-1</inkml:trace>
  <inkml:trace contextRef="#ctx0" brushRef="#br2" timeOffset="636496">13688 9849 12352,'7'-3'819,"-4"0"0,3 6 0,-4-2 0</inkml:trace>
  <inkml:trace contextRef="#ctx0" brushRef="#br2" timeOffset="637246">13200 9642 14260,'-2'13'-335,"-3"0"0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5:59:24.061"/>
    </inkml:context>
    <inkml:brush xml:id="br0">
      <inkml:brushProperty name="width" value="0.09071" units="cm"/>
      <inkml:brushProperty name="height" value="0.09071" units="cm"/>
      <inkml:brushProperty name="color" value="#92D050"/>
    </inkml:brush>
    <inkml:brush xml:id="br1">
      <inkml:brushProperty name="width" value="0.12095" units="cm"/>
      <inkml:brushProperty name="height" value="0.12095" units="cm"/>
      <inkml:brushProperty name="color" value="#92D050"/>
    </inkml:brush>
  </inkml:definitions>
  <inkml:trace contextRef="#ctx0" brushRef="#br0">13323 13475 7353,'2'-9'809,"1"-4"-359,-1 3-270,0-1 1439,1-9-1259,-1 10 0,0-7 629,-1 10-809,2 11 60,-4 20 0,-3 15 0,-1 0-106,0 6 1,0 4-916,-1-6 1,0 6 0,0 2-1,-1-2 826,1-8 0,0 0 0,1 0 0,-1 2 9,1 3 0,0 2 0,0 1 0,1 0 0,0-3-123,-1 2 0,1-2 0,1 1 0,0 5 107,0-8 1,2 5-1,-1 2 1,0 1-1,1-1 1,0-4-1,0-5-16,0 0 1,0-5 0,0-1-1,1 4-7,-1 1 0,1 4 0,-1 1 0,0 0 0,0-3 0,0-6-15,-2 3 0,0-6 0,0 0 0,1 0 0,-1-1 0,0 0-315,-5 14 1,0-7-136,1-7-360,-1 5-2467,4-30 3174,0-17 0,0-5 1,-2-13-1</inkml:trace>
  <inkml:trace contextRef="#ctx0" brushRef="#br0" timeOffset="1856">14296 10728 8882,'5'-9'-1259,"0"2"1349,-2 1 359,0 2 811,-2-1 115,2 1-1259,-4 11 344,0 12-183,-2 7 1,0 8-49,0 3 0,0 6 0,1 3 0,-1-3-961,1-4 0,0-2 0,0 1 0,0 1 789,0 1 0,0 1 0,0 2 0,0-2 0,1-3-749,0 7 1,1-2 0,1 2 815,0-7 1,0 2 0,0 1 0,1 1-1,0 0-340,1 2 0,0 0 0,1 1 0,0 0 0,0 2 260,0-3 0,-1 1 0,1 0 0,0 1 1,0-2-1,1-1-86,0-1 1,-1-2 0,1 0 0,1 1 0,0 2 103,0 0 0,1 2 0,0 3 0,0 0 0,0-2 0,0-3 0,-1-5-37,1 7 0,-1-5 0,1 5-13,-1-3 1,2 5-1,0 4 1,-1 0-1,1-1 1,-2-5 28,-1 1 0,0-2 1,-1-3-1,0 1-22,0-3 0,0-2 1,-1 1-1,1 3 32,-1 4 1,0 4-1,0 1 1,0-1 0,-1-4-10,0-1 0,0-3 0,-1-1 0,0-1-16,1 7 0,-1-2 0,0-2-26,0 8 0,1-5 731,2-13 1,0-4-642,2 16-90,0-9 0,0 0 0,-2-7 0,0-2 0,2 5 2053,-1 3-2053,1-3-90,-2-8 90,3 17 561,2-3-561,-4-15 0,3 24-90,-6-22 90,0 5 0,-1-2-90,-6 15 0,3-16 0,-4 20-270,3-23-629,1 0-2250,2-2-38,9-20 2949,-2-4 1,5-18-1,-6 4 1</inkml:trace>
  <inkml:trace contextRef="#ctx0" brushRef="#br1" timeOffset="3284">19065 11533 9455,'-10'-8'2498,"-3"-4"-1072,6 7-844,16 39-443,-4-9 1,1 7-25,-1 1 0,2 8 1,0 4-1,-1 3 1,-1-1-585,-2-7 1,-1 1 0,-1 2 0,-1 0 0,1 1 0,-1 1 0,0 1 450,1-1 0,-1 2 0,0 0 1,0 0-1,0 2 0,0 0 0,-1 0 1,0 1 42,-1-4 0,1 0 1,-1 2-1,-1 0 1,1 1-1,0-1 1,-1 0-1,0-2 1,1-1-1,-1-1-3,0 5 0,0-3 0,0-2 0,0 0 0,0 1 0,0 1 1,-1 3 9,2-3 1,-1 3 0,0 2 0,1 1 0,-1 1 0,0-1 0,1-1 0,-1-2 0,1-3 0,0-4-4,0 9 1,0-5-1,0-4 1,1 3 0,0 4-8,-1-4 0,1 4 1,0 3-1,0 1 1,1-1-1,-1-1 1,1-4-1,1-5 23,0 5 0,1-6 0,0-1 0,1 1-23,-1 5 1,1 2 0,0-1-1,1-4 8,1 1 0,0-2 0,0-5-30,-1-3 0,1-3 0,0-1 0,-1-5-90,-1-12 15,0 5 3061,-2-12-3380,0 6 204,0-2-3087,0-2 2673,5-13 0,-3-12 1,5-15-1</inkml:trace>
  <inkml:trace contextRef="#ctx0" brushRef="#br0" timeOffset="4318">18610 9064 9602,'-8'-6'-90,"0"0"269,4 2-89,0-2 180,8-4-90,6 1-3302,24-8 3212,-8 9-443,8 1 0,0 3 353,-7 2 0,1 1 0,0 3 90,-1 10-90,-8 1 90,-13 19-90,-18-10 1454,-16 13 0,-3 2-1454,5-7-45,-5 8 0,9 2-1977,28-6 2022,0 6-45,12-15 0,2-2 45,-3 1 90,-5 24-90,-27-25-90,-7-2 0,-4 0-450,-1-4 1,0-2-361,1 0 1,1-1-2179,-14 7 3078,27-14 0,5-4 0,2 0 0</inkml:trace>
  <inkml:trace contextRef="#ctx0" brushRef="#br0" timeOffset="4802">18535 8521 8432,'-27'-8'1092,"1"-1"0,-23 10 0,0 10 546,17 4 0,2 8-1107,1 9 0,-3 8 1,2 4-1,6-4-1624,6-5 1,4-2 0,1 6 864,3-3 0,-2 5 1,2 3-1,0 2 1,3-1-1,2-1 411,4 2 1,3 1-1,3-1 1,0 0 0,0 0-226,-2 0 0,0 0 0,1 0 0,2 1 0,3-1 128,3-1 1,2 1 0,2 0 0,2-2 0,1-2-1,2-6-190,3-1 0,1-5 0,3-4 0,2 0-96,3 1 1,3-1-1,2-4 1,3-12 111,-3-11 1,4-10 0,2-5 0,1-3 0,-3-2 0,-3 2-27,4-2 0,-3-1 0,-2-3 0,2-8 61,-12 7 0,2-4 0,1-4 0,1-2 0,-1-1 0,-2-1 0,-2 0 0,-2 1 0,-5 3 10,3-8 1,-5 1-1,-4 1 1,-2-3-1,-3-4 1,-3 7 0,-1-3 1,-1-2-1,-1-3 1,-3 0-1,-1 1 1,-3 0-1,-4 4 0,-2 2 8,-8-2 0,-4 3 0,-5 2 0,-2 1 0,-1 1 0,-2 1 0,2-1 27,0-1 0,1-2 0,-1 0 0,-1 2 0,-4 3 1,-2 4-1,-6 7-57,3 9 1,-5 4 0,-4 3 0,-3 3-1,-2 2 1,0 3 0,-1 2 0,1 2 0,3 1-1,2 1 1,5 1-406,-6 3 1,4 4 0,2 3 0,2 1 0,0 1 0,-1 1 0,-2 0 388,2-4 0,-3 1 1,-2 0-1,0 1 1,1 0-1,1 1 1,3 1-1,4 0 1,4 3-1,-3 9 1,5 3-1,4 1 1,4 0-1,2-3 1,1 3-1,0 0 1,1-1-1</inkml:trace>
  <inkml:trace contextRef="#ctx0" brushRef="#br0" timeOffset="10484">13715 13809 6633,'5'-9'630,"-1"0"359,2-1-629,-3 4 719,3-5-539,-3 6 0,1-2 0,-2 3-181,4 12-89,-3 6 0,5 25-45,-5-3 0,-1 2-180,-1-8 0,1 1 104,0 13 1,0 6 0,0-4-15,-2-2 0,1 0-45,-1-3 0,1 5 0,0 0 0,-1-4-60,0-5 0,0-2 0,0-1 0,0 3 0,1 1 0,0 0 60,0 5 0,0 1 0,1-7-90,-1-10 0,1-1-882,0 12 0,1 5 1,-1-7 971,1 3-957,0 0 0,1-1 867,-2-4 0,2 13-359,-1-21 179,-3-14-540,3 12-2557,-2-17 3039,0-11 1,-1-6 0,0-13 0</inkml:trace>
  <inkml:trace contextRef="#ctx0" brushRef="#br0" timeOffset="11568">13808 13671 9422,'2'-11'2518,"-10"19"-2428,3 0 90,-10 27-270,12-14 90,0 0-90,9-9 90,-2-12 0,5-6 0,-5-3 90,-3-12 0,-2 10-90,-3-6 90,-6 8-90,-4 5 90,-4 3-180,-1 12 0,10-2 90,2 5-270,9-3 180,1-2 90,3-1 0,0-7 90,1-9 270,-7-11-270,-5 4-90,-3-1 90,-5 14-90,7 4-90,-1 8 90,5-5-2069,2 4 2069,-6-3 0,6-1 0,-5 1 0</inkml:trace>
  <inkml:trace contextRef="#ctx0" brushRef="#br1" timeOffset="12918">12869 14903 15302,'3'22'-370,"-1"-3"-140,-2-6-2767,6-24 851,-3 5 3882,5-21-1535,-5 9 816,-3 4-1304,-1 0-2710,-12 21 1385,7-3 1955,-7 11 1,12-9-1,0 0 1</inkml:trace>
  <inkml:trace contextRef="#ctx0" brushRef="#br0" timeOffset="14415">13702 13710 10141,'-27'-14'1439,"-3"0"-1124,5 5 0,1 1-225,-8-4 0,6 2 0,-2-2 45,1-3 0,2 0-45,-13-6-45,1-1 0,0-2 45,1-1-45,6 5 0,1-1 44,-2-3-89,0 1 0,13 9-89,8 7-2430,-2-2 2519,17 13 0,-2-2 0,8 6 0</inkml:trace>
  <inkml:trace contextRef="#ctx0" brushRef="#br0" timeOffset="16451">13813 13529 9062,'5'-9'1169,"1"1"-629,-4 3-1080,0 8 540,-3-9 0,1 10 0,-3-10 0</inkml:trace>
  <inkml:trace contextRef="#ctx0" brushRef="#br0" timeOffset="17703">15718 13905 10321,'-1'12'1259,"0"34"-1079,1-15-45,0 7 0,-1 6 45,2-8 0,0 2 0,0 2-1000,0 0 1,-1 2 0,1 0 0,0-1 174,1 4 1,-1 0-1,2 2 699,0-6 0,0 5 0,2 1 0,-1-5 0,0-7 261,-1-4 1,2-2-436,2 19 0,2 6 0,-2-12 850,-1-13-1045,0 1 1,-1-2-316,-1-10-2647,0 10 2949,-2-14 1,-1-3-1,-2-7 1</inkml:trace>
  <inkml:trace contextRef="#ctx0" brushRef="#br1" timeOffset="19551">14350 10647 13197,'-6'1'2061,"1"-3"-3115,-1 13 838,2-9 242,-5-3-286,4-1-4,-4-4-13,5 2-138,-2 0-136,-2 7 1056,2-1-263,0 9-380,7-5 147,1 1-42,6-9 427,-4-2 136,2-7-546,-6 3-1234,-4 3 1196,-4 11 0,4 0 0,-2 8 1</inkml:trace>
  <inkml:trace contextRef="#ctx0" brushRef="#br0" timeOffset="20951">15733 14145 6993,'10'-11'0,"0"-1"0</inkml:trace>
  <inkml:trace contextRef="#ctx0" brushRef="#br0" timeOffset="22384">21863 14888 9422,'4'12'2158,"-2"-4"-1438,4-3-3778,-22-10 2238,8 2 1,-24-12 0,10 1 0</inkml:trace>
  <inkml:trace contextRef="#ctx0" brushRef="#br0" timeOffset="23103">19049 11407 7623,'10'5'0,"1"-1"0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5:59:57.379"/>
    </inkml:context>
    <inkml:brush xml:id="br0">
      <inkml:brushProperty name="width" value="0.09071" units="cm"/>
      <inkml:brushProperty name="height" value="0.09071" units="cm"/>
      <inkml:brushProperty name="color" value="#92D050"/>
    </inkml:brush>
    <inkml:brush xml:id="br1">
      <inkml:brushProperty name="width" value="0.12095" units="cm"/>
      <inkml:brushProperty name="height" value="0.12095" units="cm"/>
      <inkml:brushProperty name="color" value="#92D050"/>
    </inkml:brush>
  </inkml:definitions>
  <inkml:trace contextRef="#ctx0" brushRef="#br0">8046 8124 6993,'-4'-13'1619,"-2"-5"-899,2 4-1,-2-4 181,2 0-540,1 7-1,-1-1-269,0 24 45,1 13 0,-1 6-45,-1 8 0,0 5-90,0-7 0,0 3 0,1 2 30,-1 5 0,0 1 0,1-1-60,1-8 0,1-2 0,0-1 30,0 11 0,0-5-1097,5 7 1007,-2-35-195,0 4 285,-1-6 0,5 3 0,0-10 0,14 2 0,12-6-771,5-2 0,8 0 0,-2-1 771,-4 2 0,4-2-26,-6 0 0,8-1 1,6 0-1,2 0 0,-1 0 1,-2 0-1,-7 0-511,1 1 1,-5 1 0,0 0 0,7-1 513,-4 1 1,5-1-1,4-1 1,2 1-1,0 0 1,-1 0-1,-2 0 1,-3 1-318,6 0 1,-2 1 0,-2 0-1,-1 1 1,1-1 339,-2 0 0,1-1 0,-1 1 0,-1 0 0,-2 0-143,3 1 0,-2 0 1,-2 0-1,-4-1 188,8 0 0,-5 1 585,-14-1 1,-2 1-496,4-1 0,-4 1 1903,-3-1-1858,5 1-90,-10 0 0,-2-1 2959,0 2-2959,-8-5 1564,1-6-1654,-3-5 0,0-11 0,0-2 0,0-6 0,0 5 0,0-5 0,-2-1 0,1-3 0,-2 3 0,0 7 0,0-1-30,0-17 0,0-7 0,-1 5 173,-2 15 0,-1 1-173,0-4 0,0-4 0,0 5 30,0 2 0,-1 3 0,1 0 0,0 2-90,-4-15 90,4 24-90,-3-10 90,3 17-90,-7 7 90,-11 2 0,-2 3 0,-13 4-1639,9-3 1,-1 0 1625,-3-1 1,-1 0-459,-1 0 1,-4 0 470,-7-1 0,-8 0 0,-1-1 0,7 1-993,0-1 0,-3 1 993,12-1 0,-7 0 0,-5 0 0,-1 0 0,0 0 0,5 1 0,7-1-90,-1 0 0,6 1 0,-7-1 77,-1 0 0,-9 0 0,-4 0 0,-2 0 0,2 0 1,4 0-1,9 0 13,-2 1 0,8 0 0,-5-1 0,-1 1 0,-5-1 0,-2 1 0,0-1 0,4 1-90,2 0 0,1 1 0,2 0 0,4-1 45,-4 0 0,-1 1-203,-4 0 1,-6 1 0,-1 1 0,9 0-653,6 0 1,4 0 359,-8 1 0,2 1 319,-3 0 0,35-4 0,-1-1 0</inkml:trace>
  <inkml:trace contextRef="#ctx0" brushRef="#br0" timeOffset="516">8823 7854 8612,'9'-16'720,"8"5"-630,-2 9 90,14 25-91,-17 4 1,-2 8 0,-1 3-68,2-1 1,-1 2 0,1 2-1,-1-2-678,-1-2 0,-1 0 1,0-1-1,1 1 498,-1 3 1,1 2 0,-1-3 0,0-6-968,1-1 1,0-5 1124,4 18 0,-3-18 0,-5-16 0</inkml:trace>
  <inkml:trace contextRef="#ctx0" brushRef="#br0" timeOffset="1164">8442 8287 7892,'-18'-10'900,"7"4"89,1 1-719,30 2-180,-10 0-90,19 0 0,3-5 0,-14 2 0,20-9-90,-10-9 0,-6-3 0,-1-11 0,-13 7 0,-7 9 90,-1 20 0,4 32 0,-3-3-45,6 13 1,2 0-226,0-8-315,1 3 0,0 0 585,1-7 0,-1 1 0,-4-12 0</inkml:trace>
  <inkml:trace contextRef="#ctx0" brushRef="#br0" timeOffset="1384">8588 8508 8252,'-9'3'1080,"29"1"-1260,7-6-90,21 1 270,-4-8 0,1-1 0,-19 5 0,-1-2 0,18-3 0,0-1 0</inkml:trace>
  <inkml:trace contextRef="#ctx0" brushRef="#br0" timeOffset="2250">8566 8192 7713,'-1'-21'989,"0"8"-359,-1-9 359,-3 6-449,-16 15-450,1 5 45,-4 20 0,3 11-76,10-4 1,4 5 0,4 1 0,4 7 0,5 3 0,2-3-60,-1-4 0,1-3 0,6-2-30,7-5 0,5-3 0,1-7 30,7-11 0,0-7 0,-7-3 0,-1-2 0,1-2 0,-2-4 0,-1-12 0,-4-2 0,-1-3 0,-4 4 0,-4-3-45,-14-13 0,-11-1-1594,-13 1 1,-3 0 1536,8-5 0,-1 3 18,-9 8 0,-3 10 39,2 14 0,1 6-45,-12 2-225,0 5 0,0 4-314,5 9-811,16-2 1,5 1 1439,8 1 0,9 8 0,6-10 0</inkml:trace>
  <inkml:trace contextRef="#ctx0" brushRef="#br0" timeOffset="2835">9420 8274 10771,'9'-7'270,"3"-4"-180,17-18-90,-1-4 45,-10 10 0,0-1 224,7-13-89,-8 11-180,-7 9 90,-1 6 0,-3 17-90,3 24 45,-1 13 0,0 7-195,-2-16 0,2 0 0,-1 0-30,-1 0 0,0 1 1,0-3-1126,6 7 1,-1-8 484,-2-13 1,0-1 0,-5-12 0</inkml:trace>
  <inkml:trace contextRef="#ctx0" brushRef="#br0" timeOffset="3016">9626 8536 9602,'-7'3'989,"12"2"-1259,40-8-450,-15 0 1,4-2-374,-1-1 1,2-3 0,-1 1 682,5-2 0,0-2 1,-8 0-1,0-2 1,0-1-1,4-4 0,1 0 1</inkml:trace>
  <inkml:trace contextRef="#ctx0" brushRef="#br0" timeOffset="25149">14262 9717 8162,'5'-9'3276,"0"-1"-1270,-9 14-1076,-8 36-959,3-13 66,1 4 0,0 2 0,2 11-286,0 0 281,1 6-1317,3-19 1243,0-12 1,2-9 0,0-7 0</inkml:trace>
  <inkml:trace contextRef="#ctx0" brushRef="#br1" timeOffset="25683">14131 9531 12531,'-8'-23'-163,"3"8"-88,-5 4 992,-17 12 519,10 3-182,-19 16 0,-2 12-2018,20-4 0,3 5 0,0-2 1209,-5-4 1,-1-1 0,6 5 48,8 11 1,5 6 0,6 1 0,7-7-439,11-7 1,7-5 0,-1 2 81,-6 9 1,-3 1-1,6-6-713,9-9 0,5-6 1,-4-8 105,7-8-152,-7-10 1,5-5 0,-4 0 481,-8 1 0,-2-2 457,4-1 1,2-2 0,-3-6-119,-3-10 0,-3-6 0,-5-2-265,-6-1 1,-5-1-1,0-2 426,3 5 0,2-3 1,-4-1-1,-7 1-208,-14-6 1,-10-2 0,-4 3 0,2 7 458,-3-3 1,-4 7-602,0 1 1,-5 0 0,-2 13 75,-2 21 1,-2 10-1,4 2 29,5-1 1,2 4 138,-9 8 0,-2 7 0,10-2 0,19-3 1,6 0-1,3 8 0,0 1 0</inkml:trace>
  <inkml:trace contextRef="#ctx0" brushRef="#br0" timeOffset="26549">18714 9952 9781,'9'-11'1530,"12"-2"-1351,-9 9 181,22-3-180,-6 7-90,-1 2 0,-7 3-180,-15 15 90,-12-1-90,-6 10-45,-9-3 0,-4 1 45,7-6 0,-1 0 45,-6 7 0,1-1-45,-3 6-269,12-2 269,14-13 90,3 8-90,29-11 0,-2-7 90,21-2 0,-23-6-495,2-1 0,-1-1-1214,-5-1 1709,18-2 0,-29 1 0,-2 0 0</inkml:trace>
  <inkml:trace contextRef="#ctx0" brushRef="#br0" timeOffset="27133">18743 9654 8882,'-35'-34'404,"14"15"1,-2 4-45,-6 12 0,-1 5-360,-16-2 112,17 16 1,-5 10-1,-1 4 1,6-2-8,-2 7 1,3 6-242,5-10 1,-2 6 0,0 2 0,3 0 0,6 0 92,7-1 1,5 0 0,4 0 0,1 1 19,1 1 1,1 1-1,4 0 1,6-3 22,9 0 0,7-1 0,4-3 0,-1-4 30,6-2 0,1-6 0,1-2-30,-2-3 0,2-1 0,2-6 90,-5-6 0,3-4 0,-1-2 0,-1-3-1,9-6 1,-2-4-1,1-2-67,-7 6 1,2 1 0,0-3-1,-2-6 27,-2-6 0,0-6 1,-2-3-1,-2-1 0,-6 3-19,1-3 0,-6 1 0,-7-8-30,-10 1 0,-3-8 0,-5-4 0,-3-1 0,-3 4 0,-3 6 0,-3 5 0,-4 4 0,-4 3 0,-6-3-158,2 7 1,-4-3 0,-4-2 0,-3 1 0,-1 1 0,-1 3 0,1 3 0,1 6-173,-5 3 0,0 6 0,0 4 1,-1 2-1,1 0 0,-1 0-113,-1-2 0,0 1 0,-1 1 0,1 0 1,1 3-1,3 2 448,-8 3 1,2 3 0,3 3 0,4 2-1,4 4 1,4 3 0,3 0 0,-6 5 0,0 0-1</inkml:trace>
  <inkml:trace contextRef="#ctx0" brushRef="#br1" timeOffset="30466">15636 14199 7889,'-7'-6'2880,"1"2"-2849,0 6-61,2 2 12,0 7 6,5-5-86,7 1 91,0-7-37,7-5 44,-4-2 90,4-9 0,-7 1 0,-3-4-90,-6 7 0,-11 8-90,2 8 0,-4 7-360,5 2 360,9 6 0,3-9 180,12-6-90,-7-8 90,2-6 180,-8-2-180,-2 5 0,-7-3-90,-12 18 0,5-3-180,-9 18 90,21-10 90,0-1 0,7-7 0,-1-7 0,-2 0 0</inkml:trace>
  <inkml:trace contextRef="#ctx0" brushRef="#br0" timeOffset="31666">15546 13789 8252,'-12'2'270,"-3"1"90,3-1 180,-6 4 359,-8 6-719,10-3 0,-5 6 539,-4 17-449,6 5-180,3-5 0,0 6 0,6-1 0,1 3 0,1 1-120,2-2 0,1-1 0,1 1-30,-2 2 0,1 1 0,2-3 15,0 6 0,4-4-45,3 4 0,0-17 90,0-6 90,4-10 0,-4-8 0,8 3 0,-7-6-90,6-1 0,-3 0 90,18-2-45,-2 1 0,3 0-45,23-1 0,-16 1 0,-1 0-90,14 1 0,-6-1 0,0 1 90,2-1-45,0 1 0,-3-1 135,-18 0 0,11 0 90,-15 0-90,-5 1 180,-2-1 0,-2-2 0,-4 1-180,0-3-90,-3-1 179,12-37-239,-6 13 0,0-6 1,0-1 59,2-5 0,-1-1 0,0 0-30,0-3 0,1 0 0,-2 1 0,-4 4 0,-1 1 0,0 6 30,-1-12 0,-3 1-75,-9 30-8,2 11 20,-11 4 19,0 15 185,-10-1 9,-1-6-81,7-10 1,-4-4-1159,-7-1 1,-5-2-1,3 1 1143,3-1 1,-3 0-226,-3 2 0,-8 0 1,1 0-1,10 2-176,-8 1 347,-7 3 0,7 2 0,33 4 1,-7 5-1</inkml:trace>
  <inkml:trace contextRef="#ctx0" brushRef="#br1" timeOffset="34500">15861 11915 10175,'-9'-32'-839,"1"5"1279,-1 2-323,5 12 562,-11-22-531,11 25 1263,-7-13-1071,11 36-115,1 17-64,2 0 1,2 9 0,1 5 0,-1 1-643,-1-5 1,-1 3-1,0 2 1,0 0 0,0 1-1,0 0 507,0 1 0,1-1 0,0 0 0,-1 2 0,0 3 0,-1 4 24,-1-13 1,0 4 0,-1 2-1,0 3 1,0 0 0,-1 2-1,0 0 1,0-1 0,0-1-1,-1-2 1,1-2 0,-1-4-353,0 8 1,0-4 0,-1-3 0,0-1 0,0 2 0,0 2 0,-1 4 320,0-9 1,1 4 0,-1 1-1,0 3 1,-1 1 0,1 0 0,-1 1-1,0 0 1,0-1 0,0-1 0,0-2-1,0-3 1,0-2-214,-2 11 1,-1-4 0,1-3 0,-1 0 0,0-1 0,1 1 0,-2 2 210,2-4 0,0 1 0,0 0 0,-1 0 1,1 1-1,-1 1 0,1-1 0,-1 0 0,1 0-23,0-1 0,-1 2 0,1-1 1,-1 1-1,1-1 0,0 0 1,0-1-1,0-2 0,0 0 41,-1 8 1,1-1 0,0-2 0,0-1 0,0 0 0,0 0-31,1-2 1,-1 1 0,0 0-1,1-2 1,0-3 0,1-4 489,-1 8 1,1-4 0,1-9-373,0 3-91,1-10 2042,-8 5-1974,6-23 2879,-14 16-3221,11-17-83,-5 3-42,6-6-2285,1-9 2650,4-12 0,2-5 0,4-11 1</inkml:trace>
  <inkml:trace contextRef="#ctx0" brushRef="#br0" timeOffset="63483">2612 1976 5914,'-19'-5'269,"7"1"1,-11-3 90,5 3-270,0-1 90,1 2 180,7 1-180,3 0 179,-2 0-269,12 4 90,11 0-45,21 1 0,10-1-45,2-1 0,6-1-305,-12 0 1,3 0 0,3-1 0,4 0 265,-8-1 0,4 0 1,2 0-1,2-1 1,0 1-1,-2-1 1,-1 1-546,-1 0 1,-3 0 0,0 0 0,1 0 0,2 0 0,3 0 520,-8 0 0,1 0 0,3 0 0,1 0 0,1 0 0,0 0 0,1 0 0,0 0 0,0 1 0,-1 0 18,1 0 0,0 1 0,1-1 0,0 1 0,0 1 0,0-1 0,0 1 0,0-1 0,1 1 0,-1-1-206,-3 1 0,0-1 0,1 1 0,0 0 1,0 0-1,-1-1 0,1 1 0,-1 0 1,0 0-1,0 0 0,-2 0 171,7 1 0,-1-1 0,0 0 0,0 0 0,-1 1 0,0-1 0,-2 1 0,1-1 0,-2 1-170,1 0 1,-1 0 0,0 1 0,0-1 0,-2 0 0,-1 1 0,-1-1 0,-2 0 212,10 1 1,-4-1 0,-1 1 0,1-1 0,1 1-142,0 0 1,1-1 0,1 1-1,0 0 1,-1-1 0,-1 1 87,0-1 0,-1 0 0,-1 0 0,-1 0 0,-1 0 22,6 1 1,-1-1-1,-1 0 1,0 0-1,0-1 1,0 1-1,0-1 1,-1 0-1,-3 0 1,-2 0-1,1 0 1,3 0-5,-1 0 0,2 0 0,1 0 0,0 0 0,-3 0 22,1 0 1,-2 0-1,-1 1 1,1-1-41,3 0 0,-1 1 0,1-1 0,-1 1 22,-5-1 1,-1 1-1,1-1 1,3 0-23,-4 0 0,4 0 0,0 0 0,1 0 0,-3-1 0,-4 1 0,11 0 0,-4 0 0,2 0 18,-8-1 0,3 0 0,0-1 0,1 1 0,-1-1 157,-1 1 1,0-1 0,0 1-1,0 0 1,-1-1-176,9 0 0,-2 1 0,1-1 0,3 0 0,-7 0 0,3 0 0,2 1 0,0-1 0,-2 0 0,-3 0 22,5 1 1,-2-1-1,-1 1 1,1-1 149,-6 0 1,2 0-1,-1 0 1,-1 0-1,-3 1-172,5-1 0,-3 1 0,-1 0 637,-3 0 1,-1-1-1,-3 1-637,1 1 0,-1 0 0,6-1 0,4 0 30,-1 0 0,4 0 0,-1-1-30,-2 1 0,0 0 0,0-1 0,1 0 0,0-1 0,-3 1 0,2 1 0,-1-1 742,-8 0 0,1-1 0,-1 1-742,0 0 0,1 0 315,15-1 1,1 0-316,-9 1 0,0 0 741,-7-1 1,4 0-742,-2 1 0,6 0 0,0-1 0,-4 1 0,8-1 0,-1 1 22,-6 0 1,4 0-1,1 0 1,-2 0-23,7 0 0,-1 0 0,-2 1-1060,-7 0 1,-2 0-1,3 1 1060,2-2 0,4 0 0,-1 0 0,-6 0 0,1 1 0,-1 0-471,8-2 0,3 0 471,-8 1 0,1 0 0,-2 0 0,-3 1 0,5-1 0,-9 0 0,9 0 0,4 0 0,2 0 0,0 0 0,-5-1 0,-8 2-623,2-1 0,-6 0 0,3 0 623,6 0 0,6 0 0,2 0 0,-1-1 0,-6 1-446,2-1 1,-4 0 0,-1 1 445,6-1 0,4 0 163,-13 1 1,6-1 0,3 0-1,3 0 1,0 0 0,-1 0-164,-2 1 0,0 0 0,1-1 0,1 1 0,-1 0 0,1-1 0,-1 1-13,0-1 0,-1 0 0,0-1 0,0 1 0,0-1 0,1 1 1,0 0 12,4 0 0,1 0 0,2 1 0,-1-1 0,-2 0 0,-4 1 0,-4-1 0,9-1 0,-7-1 0,2 1 0,-5 1 0,2-1 0,0 1 0,-4 1 0,-1-1 0,-2 0 0,2 0 0,7 0 0,3 0 0,2 0 0,0 0 0,-1 0 0,0 0 0,0 0 0,-2 0 146,-5 1 1,-2-1 0,0 1 0,-1 0-147,10-1 0,-1 1 0,-4 0 0,0 2 0,0-1 0,-3 1 0,3 0 0,-3-1 1056,1 1 0,0 0-1056,-1 0 0,3 0 0,-1 0 0,-3 0 0,-1 1 0,-2-1 721,6 0 1,1 1-722,0 0 0,5 0 0,-1 1 0,-9-2 0,-1 1 0,1-1 0,-4 1 0,13 1 0,4 0 15,-15-1 0,6 0 0,4 0 0,-1 1 0,-2-1 0,-7 1-15,-1 0 0,-5-1 0,5 1 15,-1 0 0,6-1 0,3 1 0,0 0 0,1 0 0,-4 0-456,3 0 0,-2 1 0,0-1 0,-1 0 0,-1 0 441,1 0 0,-2-1 0,1 0 0,2 1 0,3-1 0,4 2 0,1-1 0,-5 0 0,-8 0-435,-3-2 0,-2 1 435,9 1 0,7 0 0,0 0 0,-8 0 0,-8 0 0,-1-1 0,16 2 0,7 0 0,-9-1 0,3 1-90,-15-2 0,4 1 1,-6-1 841,0 0-752,2 0 0,-3-2 0,-14-4 0,11-1 0</inkml:trace>
  <inkml:trace contextRef="#ctx0" brushRef="#br0" timeOffset="85101">15334 8239 6094,'31'-1'674,"4"0"1,4-2-406,5 0 1,1 0-225,-5 0 0,2 0 75,-4-2 0,2-2 0,-4 1-30,-2-2 0,-2 0-8,9 0 1,2-3-1176,-8 0 1,0-2 0,-4 1 520,13-7 948,-11 4 0,0-1-291,-2-5 1,-2 0-4,-6 3 0,1-1-1,12-10 1,3-2-2,-4-3 1,0-1-51,-10 10 1,0-1-1,-1-1-32,1 1 1,0 0 0,-2 0 42,8-9 0,-3 2-1137,-6 5 1,-2 2 1129,-5 4 1,0 1 2126,10-14-2124,-6 7 1,2-2 183,0 5 0,0 0-86,2-4 0,1 0 114,-4 6 1,0 2 275,12-11 19,-20 20 2732,19-12-1999,-16 18-665,11-5-198,-3 8-116,-7 2-348,8 4-123,-6 5-239,17 22-44,-13-12 220,-1 9 0,-3 3-418,-5-4 348,1 4 1,-1 3 68,-4-8 0,0-1 6,0 1 0,-1-1-132,6 14 43,1 6 213,-6-20 78,1 0 0,0 1 51,2 1-38,4 5-131,-1-3 187,-5-12-169,5 5 109,-10-16 42,11 10 34,-7-10 81,4 2 89,2-7 95,-6-2 83,3-2 12,2-8 71,-7 4-187,9-14-247,-6-7-185,-2 6 14,-1-14-90,-5 10-169,0 0-22,-2-10-6,1 20 58,-1-8 404,0-4-75,0 5 1,2-19 142,5 12 0,2 1-16,0 1 1,1 1 8,2-4 0,0 2 129,4-6-3466,-6 18 3501,-5 10 6,0 0 23,1 2-102,2 4-47,3 1-177,3 6-36,-1 6 3170,-3-2-3410,7 10-15,-10-9 0,9 15-74,-5-1-2,3 9 76,-2 0 199,-4-4 1,-1-1 101,2 5 3,-2-2 1,0 2 7,2 8-21,-1 0-34,-3-10 1,-1-2 37,1-4 3,-1 5 0,0-1 16,0-6-93,2 14 90,0-5-94,1-3 87,0-1-91,-2-8-92,3-3 81,2-4 91,2 2-86,0-8-3178,3-5 3200,-6-3 122,4-1 30,8-10-89,-11 5 99,27-26-1,-14 2-44,-8 11 0,0-2 37,6-14 0,-1-3-11,-4 6 1,-1 2-52,2-4 0,0 0 75,-2 1 0,-1 2 0,6-11-45,-11 21 0,2-2 1593,8-11 0,0 3-1432,-2 3-161,5-6 0,2 0-45,-2 4 0,-8 10 0,1 0 0,13-15 0,-18 22 0,9-7-90,-7 16 90,-1 0-3277,7 9 3162,-11-1 115,4 5 0,0 11 0,-2 2 0,4 16-1089,-9-10 0,0-2 999,-1 8 90,-1 7 0,-2 0 90,-1-7-135,-1 4 0,0 2 45,1-10 0,1-2 0,-1 17 0,3-7 0,2-1 0,0-8 0,2 3 0,-1 1 0,3 4 0,1-2 2268,3 7-2268,-7-25 0,8 18-90,-4-18 90,1 3 0,4-3 0,-7-10 3276,3 2-3070,2-7-206,1-4 90,5-1 0,4-23-45,-12 3 0,-2-3 0,2-1 0,-1-3 0,-1-6 0,-3-2 45,-1-8 0,-2-3-31,0 14 1,0-1 0,-1 0-30,1-2 0,0 0 0,0 0 0,1 0 0,0 1 0,0-1-1123,3-5 1,2 0 0,-2 3 1079,-1 2 1,1 1-158,0 5 1,0-1-1,1 0 170,1-4 0,-1 1 0,1 1 0,1-1 0,0-1 30,-1 2 0,2-4 0,-1-1 0,0 4-15,3-11 1,-1 4 142,1-3 0,0 1-1052,-1 0 1,-1 4 1202,2-2 10,-1-3-203,-1 14 2206,-4 13-2500,6-17-2,-6 22-2,-1 2-189,2 6 762,10 11-514,-4 2 3399,17 25-3339,-20-4 1,-2 3 12,2 2 0,-1 5 33,-5-1 1,-1 6-1,-1 1 0,-1-5-15,0 0 0,-1 2-14,-1-2 1,-2 7-1,0 3 1,0-1 0,0-6-79,0 3 0,0-5 0,-1 2 52,0-1 1,0 1 0,-1 2 0,1 0 38,2 3 1,1 3 0,0-2 0,0-2 48,-1 1 1,1-2 0,0 0 0,0-6 0,1 1 0,0-1 0,-1-2-6,1 2 1,-1-2 0,0-2-1636,2 10 0,-1-3 1539,1 7 85,-1-20 0,1 0 90,2 19-19,-1-17-71,0 1 0,1 2-2096,0 10 2096,-1-9 83,1-7 0,0-3 7,-1-7 2178,6 20-2268,-1-20 0,1-1 90,3-4 0,7-17-90,1-12 0,2-11 1638,-8-14 0,-3-4-1612,0 4-26,-4 4 0,0-7 0,0 4-45,-3 6 0,0 1 45,1-8 0,-1-2-1639,1-8 1,0 5 1523,-1 3-56,-1 13 0,1-2 126,2 0 0,0 2 45,-1 5 0,1 0 0,2-15 0,2 0-45,2 2 0,2 3-45,1 3 0,0 3 45,-1 2 0,-1 2-135,13-15 0,-11 28 90,-2 1 0,9 13 1,-8 7 3311,11 30-3222,-14-2 0,-3 5 0,-2 6-960,-4-13 0,-1 0 0,0-1 960,1 8 0,0-2-75,-2 3 1,-1-2 74,0-3 0,0-3 0,1 10 0,-1 4 0,1 0 0,2-4 45,0-10 0,1-1-45,0-2 0,2 1 0,-1-2 0,0-10 0,1 10 0,1 2 0,2 5 0,1 2 90,2 6-90,-7-33 3273,3 11-3093,2-7 268,-3-7-268,6 7 89,2-15-269,-4-1 90,1-6 0,4-21 0,1-14-90,-3 5 0,2-6-1093,-1 1 1,1-5 0,-1 4 1034,-1 1 1,1-1-175,0 3 0,1-3 1,1 3 231,1-1 0,1 2 0,1-1 0,0 0 0,3-6 0,0 0-1034,-3 8 0,0 4 1034,-6 10 0,0 2 0,8-17-90,-3 12 90,-10 15 2068,4-6-2158,-1 8 605,4 4-515,0-1 3276,11 18-3160,-13 0-116,11 25 0,-14-1-45,-4-9 1,0 2 88,-3 8 1,-2 0-45,0-6 0,0 0 0,-1 0 0,1 1 45,-1 11 0,1 0-45,1-7 0,1 0 0,-2 8 0,3 3 45,2 4 0,2-4-45,-1-7 90,4 2 0,3-1 90,3-9-135,-5-7 0,2 0 225,14 12-180,-12-17 180,13 6-270,-15-21 180,19 3-90,6-8-90,3-3 0,0-1 45,-6-2 0,1 0-45,6 0 0,5-1 0,2 0 0,-24 3 0,0 1 0,19-3 0,5 2 0,-13 2 0,2 1 0,-2 1 0,-2-1 0,-1 1 0,3 0 0,5 1 0,5 2 0,1 0 0,-4 0 0,-4 1 0,-2 0 0,3 0-99,0 1 1,3 0-1,1 0 1,0 0 98,5 1 0,1 1 0,-1-1 0,-4 0 0,-3 0 0,-4-1 0,3 1-23,-5-1 1,2 0-1,0 0 1,0 0 22,11 0 0,0 0 0,-5 0 0,-8-1 0,2 0 0,4 0 0,9 1 0,0-1 0,-9 0-1639,-6-1 1,-4 0 926,11 0 0,-4 0 712,-6-1 0,-29-2 0,-1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6:02:11.957"/>
    </inkml:context>
    <inkml:brush xml:id="br0">
      <inkml:brushProperty name="width" value="0.09071" units="cm"/>
      <inkml:brushProperty name="height" value="0.09071" units="cm"/>
      <inkml:brushProperty name="color" value="#92D050"/>
    </inkml:brush>
    <inkml:brush xml:id="br1">
      <inkml:brushProperty name="width" value="0.12095" units="cm"/>
      <inkml:brushProperty name="height" value="0.12095" units="cm"/>
      <inkml:brushProperty name="color" value="#92D050"/>
    </inkml:brush>
    <inkml:brush xml:id="br2">
      <inkml:brushProperty name="width" value="0.09071" units="cm"/>
      <inkml:brushProperty name="height" value="0.09071" units="cm"/>
      <inkml:brushProperty name="color" value="#C00000"/>
    </inkml:brush>
    <inkml:brush xml:id="br3">
      <inkml:brushProperty name="width" value="0.12095" units="cm"/>
      <inkml:brushProperty name="height" value="0.12095" units="cm"/>
      <inkml:brushProperty name="color" value="#C00000"/>
    </inkml:brush>
  </inkml:definitions>
  <inkml:trace contextRef="#ctx0" brushRef="#br0">3710 7626 8792,'13'-3'810,"15"1"-631,-3 3-89,10 0 0,5-1-1729,-8 0 1,1-1 491,5 1 1,4-1 816,3 0 1,5 0 0,-4-1 329,1 1 0,2 0-110,-11 0 0,5 0 1,1 0-1,-3-1 110,2 1 0,-3-1 0,4 0-41,2 0 1,2 0 0,3 0-1,2 0 41,-9 0 0,2 0 0,2-1 0,0 0 0,-1 1 0,-1-1 0,4 1 0,-2-1 0,1 1 0,-1-1 0,0 1 0,1-1 0,1 0 0,0 1 0,-2-1 0,-2 0 0,-3 1 0,-3 0 0,-1 0 0,1 0 0,0 0 0,-1 0 0,0 0 0,-1 0 479,2 0 0,-1 0 0,2 1-479,0-1 0,3-1 0,-3 1 0,-7 0 0,12 0 1074,-1 0 1,-2-1-985,-19 2-90,12-1 0,-27 1 3276,13 0-3249,-11 1 603,8 0-360,-4 0 90,0 0-270,-7-1 0,-2-1 89,-3-5 1,-1-20-180,-1 11 90,0-31 0,-3 5-45,2 6 0,-1-6-45,1 7 0,-1-4 0,0-1 0,0 3 0,0 3 0,0 2 0,1-3 0,-1-3 0,0-3 0,0-1 0,2-1-84,1-6 1,2-1 0,0 0-1,1 0 61,0 1 1,1 1 0,0-2-1,0 0 8,-2 9 0,1-2 0,-1 0 0,0 0 0,1 1 0,-1 5-406,3-16 0,1 6 1,-3 3 420,-1-1 0,-3 7 0,-2 0 0,-1 17 0,-1-6 0,-4 16 0,-13-3 0,-4 9 0,-15 7 0,-6 2 0,6-2 0,-6 0 0,3 0 0,-7-1 0,-4 1 0,1 0 0,5 0-724,6-1 1,4 0 0,0 0 0,-4 0 723,-6-1 0,-4 1 0,-1-1 0,3 0 0,6 0-88,6 1 0,5-1 0,-5 1 88,-5 0 0,-7 0 0,-2 1 0,2-1 0,8 0 0,6 0 0,4 0 0,-6 1 0,-1 0 0,-8 0 0,-4 1 0,-2 0 0,2 0 0,5-1 0,8 1 0,-6-1 0,0 1 0,2 0 0,-10 1 0,-2 1 0,3-1 0,7 0 0,-5 0 0,4 1 0,4-1 0,-2 1 0,1-1 0,1-1 0,1 1 0,5-1 0,4 0 0,3-1 366,-8 0 1,2 0-367,-1 0-90,11-1 90,-3 1 3035,7 3-2945,1 6-90,8-2 688,-5 30-688,7-14 0,0 19 0,1 11 30,3-9 0,2 4 0,0 0-251,1-12 0,-1 0 1,1 2-1,0 5 233,0-2 1,0 6 0,0 3 0,0 1 0,1 0 0,-1-5 0,1-5-13,-1-2 0,1-7 0,0 2 0,0 5 11,-1-1 0,-1 5 0,1 4 1,-1 3-1,1-1 0,-1-1 1,1-4-1,0-5 11,0 5 1,0-5-1,0-1 1,0 1-23,-1 7 0,0 2 0,0-2 0,1-4 30,1-2 0,0-5 0,1-7-30,2-4-720,-1-11-269,4-11-540,-3-7 1529,3-16 0,-5 1 0,1-7 0</inkml:trace>
  <inkml:trace contextRef="#ctx0" brushRef="#br0" timeOffset="1838">7628 6409 9062,'4'-8'629,"1"1"181,4 24-720,-6-5 120,-1 16 0,-1 13 0,-1 3-866,-2-7 1,-2 3-1,1 2 1,-2 0 0,2-2 568,0 4 1,0-2 0,0 1 0,-2 7 145,1-12 1,0 5 0,-1 2 0,-1 3 0,0 1 0,0 0 0,1-1 0,0-2 0,0-3 41,0 7 1,0-3-1,1-2 1,0 0-1,0 1 1,-1 1-90,1 0 1,-1 1 0,-1 0 0,1 1 0,0-1 0,1-1 0,0-2 23,0 7 0,1-2 0,0-1 0,1-3 0,1-4 23,3 2 1,1-4 0,0-5-60,-1-2 0,0-3 90,3 7 0,0-6 0,-3-18 0,5 10 2911,5-19-3001,17-5 1182,-4-1-1182,10-3 0,9-1-1093,-3 1 1,4 1 0,-1 0 1053,-9 0 1,-1 1 0,6-1 53,0 1 0,6-1 0,4 1 0,-1 0 0,-3 0 0,-7 0-114,11 0 0,-1 1 99,-9 0 0,6-1 0,2 1 0,-1 0 0,-2 0 0,-1 1 0,-2 0 0,0 1 0,1-1-551,5 1 0,1-1 1,1 1-1,-1-1 551,-2 0 0,1 1 0,-1-1 0,-1 1 22,0 0 1,0 0 0,-2 0-1,-7 0-22,-4 0 0,-3 0 90,10 0 0,-4 1 180,-9-1 2203,4 1-2383,-1-1 108,-12 1-198,-5 1 3276,-7-2-2981,1-2-295,-4-2 0,0-18 0,-7-11 0,1 3 0,-1-8 0,-3-1 0,-1-7 0,-1-5 0,0 0-212,1 10 0,0-2 0,-1-2 0,0 1 0,1-1 0,0 2 212,-1-2 0,0 1 0,1 0 0,0-1 0,0-3-39,1 2 0,0-4 1,0-1-1,0-1 1,1 2-1,1 3 1,2 6 8,0-12 0,4 7 0,-1-3 7,-1 0 1,0-3-1,0 0 1,2 6 22,1 8 0,0 3 0,1 3-45,1 0 0,0 3-45,2-6 90,1-7-90,-4 19 90,-2 4 0,-1 5 1093,-10 8-1093,-4 0 0,-19-2 0,1 2 0,-3 0 0,4 1 0,-4-2 0,-9 1 0,-7-2 0,3 1 0,11 3 0,1 0 0,-1 0 0,-4-1 0,-1 1 0,-4 0-234,3 2 1,-4 0 0,-2 1 0,0-1-1,3 2 211,-1-1 1,2 1 0,-1 0-1,-4 0 23,9 0 0,-2 0 0,-2-1 0,-1 1 0,-1 0 0,0-1 0,1 2-13,-1-1 0,-2 0 0,0 1 1,0-1-1,2 1 0,0 0 0,3-1-131,-4 1 0,3 0 0,1 0 1,1 1-1,-1-1-36,-2 0 0,-1-1 0,1 1 0,4 0 0,6 0-720,-6 3 1,11-1 899,14 2 0,9-2 0,7-1 0</inkml:trace>
  <inkml:trace contextRef="#ctx0" brushRef="#br0" timeOffset="3758">4468 8520 9422,'-1'-22'-540,"0"11"720,-2-7 270,1 9-181,13 34-89,-7 10-90,-2-5 0,-1 6 0,0 6 0,-1 2-637,-2 0 1,-2 5 0,-1 2 0,0 1 0,0-1 0,1-3 441,0-4 0,1-2 0,-1-1 0,1 3 0,-1 6 154,1-9 0,0 5 0,0 3 0,-1 4 0,0 1 0,1 1 0,0-1 1,0-2-1,0-3 0,1-4 0,1-6-357,0 14 1,1-8 0,1-1 0,-1 7 327,1-10 0,-1 5 0,0 3 0,0 3 0,1 0 0,0-1 0,0-2 0,0-5 0,1-4-355,2 7 1,1-6 0,0-3 0,0 1 364,1 12 0,0-2 0,-1-3 240,3 4 0,-2-9-1,-3-18 1338,1-9-1517,1-27 2179,1-6-2224,11-1 0,3-1-135,2 3 60,7 2 0,10-2 0,1 2 0,1 5 0,1 2 0,1 0 739,-5 0 1,0-1-1,2 0 1,2 0-725,-3 3 0,4-1 0,1 1 0,0 1 0,-2-1 0,-2 2 15,4-2 0,-3 2 0,-1 0 0,2 0-23,5-1 1,1-1-1,0 1 1,2 0-634,-4 1 1,1 1-1,1-1 1,-3 1 0,-5 0 648,-3 0 0,-5 0 0,4 1 7,2-1 0,5-1 0,2 1 0,-1-1 0,-3 1-26,4 0 1,-3 0-1,1 0 26,-5 0 0,2 1 0,-2-1 0,-1 1 0,2-1 0,-2 1 0,1-1 30,5 1 0,1-1 0,-9 1-30,-5 2 45,7 0 0,-1 0-45,-12 2 90,21 0-90,-25-1 726,9 1-547,-18-1 3097,4-1-2930,-4-6-346,-5 1 391,5-22-391,-9 14 45,0-24 0,0-10-1138,-2 8 1,-1-3 0,0-1 1063,1 8 0,0-1 1,-1-3-1,1-3 3,0 0 0,0-5 1,0-4-1,0 0 0,0 0 1,0 3-1,0 6-501,0-2 1,0 7 0,0-2 0,0-6 506,0 8 0,-1-6 0,1-3 0,-1-2 0,1-1 0,-1 0 0,-1 2 0,1 2 0,-1 4-54,-2-10 0,0 5 1,-1 2-1,0 0 0,0-3 59,0 1 0,1-2 0,-1-1 0,0 0 0,0 3 0,0 3-8,-2-4 1,0 2 0,0 4 0,0 5 22,-3-6 0,2 12-90,3 14 90,1 11 2300,-6 11-2300,-29 10 30,8-7 0,-6-1 0,0 0-30,2 0 0,0 0 0,-6-1 350,0-2 1,-5-1 0,-4-1 0,-1 0 0,0 1-351,8-2 0,-2 0 0,0 0 0,-2 0 0,2 0 0,0 0 0,2 0 0,-7 0 0,1 0 0,2 1 0,-1-1 0,-2 0 0,4 0 0,-2 0 0,1 0 0,-2 0 0,1 0 0,-1 1-152,3 0 1,-1 1 0,0-1 0,-1 1 0,2 0 0,1 0 0,3-1 133,0 1 0,3 0 0,1 0 0,-1-1 0,-6 1-12,4 0 0,-4 0 0,-4 0 0,-1 1 0,-1-1 0,1 0 0,1 1 1,3-1-1,3 0-307,-7 1 0,2 0 0,3 0 0,2 0 0,0 0 140,-4 0 1,0 0 0,3-1 0,2 1 215,-4 1 1,2 0 0,15-1 0,18-1 0,-1 1 0</inkml:trace>
  <inkml:trace contextRef="#ctx0" brushRef="#br0" timeOffset="17623">10575 9203 7713,'-9'-7'2740,"0"-2"-2394,15 5 7,11-1-88,19 2-146,-2 1 0,9 1 0,2 0-775,-7 0 1,3 1-1,1-1 1,1 1 0,1 0 549,3-1 0,1 1 1,1 0-1,1 0 1,0 0 105,-3 0 0,1 0 0,1 1 0,0-1 0,0 0 0,0 1-60,-1-1 1,-1 1 0,1 0 0,-1 0-1,2 0 1,2-1 70,-7 1 0,3 0 0,0-1 1,1 1-1,0 0 0,-1-1 1,0 1-1,0 0-11,1-1 0,-1 1 0,0-1 0,0 1 0,0-1 0,0 0 0,1 1 0,-2-1 0,0 1 0,1 0 0,0-1 0,1 1 0,-1-1 0,-1 1 0,0-1 0,2 0 0,1 1 0,-1-1 0,-1 0 0,0 0 0,-1 0 0,0 0 0,-1 1 0,0-1 0,-2 1 0,0 0 0,1-1 0,1 1 0,4 0 0,2 0 0,0-1 0,0 1 0,-3 0 0,-4-1 0,0 1 0,-3 1 0,-3-1 0,0 0 0,10 1 0,-2-1 0,-5 1 0,-7-2 0,-4 0 0,4 1 0,-3-2 0,3 0 180,6-1-180,-13 1 2796,15-1-2796,-22 1 90,5 1-46,-6 1-2,-10 1 2067,4-1-2068,-7 0-1,2 0-3,-1 0-31,1 1 0,-20-6 1,-2-1-1</inkml:trace>
  <inkml:trace contextRef="#ctx0" brushRef="#br0" timeOffset="18231">14175 9041 9152,'1'4'1529,"-1"-3"-1079,35 27-360,-18-17 44,19 11 1,6 1-45,-11-7 0,-2-2-90,6 3 0,-1 0 45,-4-4 0,-6-3 45,-9-6 213,4-2-172,-34 5-41,-16 11-210,0 2 0,-9 4 0,-3 2-85,9-5 0,-4 3 0,0 0 0,-1 0 1,1 0-1,3-2 0,0 0 0,1 0 0,-1 1 1,-1-1-1,-4 4 0,0-1 0,0 0 0,0 0 1,-1 0-1</inkml:trace>
  <inkml:trace contextRef="#ctx0" brushRef="#br0" timeOffset="28755">5008 6891 6094,'11'-1'719,"4"-1"-359,0 3-90,-3-1 0,7 1-91,-11-1 181,9 0-1709,-9 0 1349,5 0 0,-10 0 0,1 0 0</inkml:trace>
  <inkml:trace contextRef="#ctx0" brushRef="#br0" timeOffset="36377">18714 3059 7083,'3'-25'1709,"-1"8"-1169,0 1 179,-2 2 1,-2-4-540,0 2 449,-2 4-269,0 30-1831,-3 22 0,0 6 1516,2-14 0,1 3 27,0 0 0,-1 7 0,0 3 0,1-1 0,0-5-69,2 3 0,0-3 0,0 1-3,-1-1 0,0 2 0,0 2 0,0 1 72,1 3 0,0 2 0,0 1 0,1 1 0,-1-2-479,1-3 1,1 0 0,-1-1-1,0 0 1,0 1 406,0 0 0,0 0 0,-1 1 0,1 0 0,-1 1 15,1-1 0,0 3 0,0 1 0,0-2 0,0-6 0,0-7-233,1 0 1,-1-3 217,-1 7 0,0 8 0,1-2 0,-1-10 1899,2 1-1899,-1-3 0,0-2 241,0-3 29,1-8-270,3-14 0,0-6 90,30-9-90,-13 6 22,11 1 1,13 1-1,8 0 1,2 1-23,-17 1 0,2 0 0,1 0 0,3 1 0,2 0 0,1 0 0,3 0 0,1 1 0,3-1-5,-12 0 0,1-1 0,3 1 0,1 0 0,1 1 0,2-1 0,0 0 0,2 0 0,1 1 0,0-1 0,0 1 0,1 0 0,0-1 0,0 1 0,-1 0 0,1 0 0,-2 0 0,1-1 0,-4 1 1,0 0-1,0 0 1,0-1-1,1 1 1,-1 0-1,1 0 1,0 0-1,0 0 1,0 0-1,0 0 1,0 0-1,1 1 1,-1-1-1,1 0 1,-1 0-1,1 1 1,-1-1-1,1 0 1,0 0-69,-1 1 0,1-1 0,1 0 1,0 1-1,0-1 0,1 1 0,0 0 1,0-1-1,0 1 0,-1-1 0,1 1 1,-1 0-1,0-1 0,-1 1 1,0-1-1,-1 1 0,-1-1 0,-1 0 1,-1 1-1,-1-1 0,-2 0 107,9 1 1,-1-1-1,0 1 1,-2-1 0,0 1-1,-1-1 1,-2 1 0,-1-1-1,0 0 1,-3 0 0,0 0-1,-2 0 1,-1 0-20,19 2 0,-2 0 0,-3 0 0,-4 0 0,-6-2 0,-6 0 30,6 0 0,-12-2 391,-5-3-1425,-3 0-1620,7-1 2609,-12-3 0,-11 0 0,-6-5 0</inkml:trace>
  <inkml:trace contextRef="#ctx0" brushRef="#br0" timeOffset="41347">18662 4901 9871,'9'-4'810,"-1"0"-450,2-2-270,-3 2 0,3-4 179,4-5-179,-6 5 180,18-25-180,-11 11 45,6-14 0,3-8-75,-9 13 0,0-2 0,0-1-30,3-5 0,1-1 0,-2 1-30,-2 3 0,0 2 0,-1 0 0,5-14 0,0 5 45,-7 16 0,0 1-45,4-4 0,1-3 0,-2 5 0,7-12 0,-2 5 0,0 0 0,0 3 0,-2 6 0,0 1 0,4-5-45,-2 8 0,1 1 45,6-2 0,2 0 0,2 4 0,-18 13 0,5-1-90,-3 4 90,-6 5 0,6 3 0,-8-1 0,3 5 0,-1 6 90,1 13 0,2 11-90,-5-5 90,-2 5-90,-2-14 0,0 0 90,3 9-90,-1-9 0,1 3 0,-1-7 0,1-2 0,1-2 0,2 3 0,-3-10 90,5 3-90,-2-8 0,2 0 0,-1-2 90,5-8-90,-3-2 0,10-12 0,-4-5 90,0-8-90,-7 9 0,-1-10 0,-5 6 0,2 2 0,0-17 0,-3 21 0,1-11 0,0-4 0,3-11 0,-3 10 0,0 0 0,2-1 0,-2 8 0,-1 2 0,0 4-90,4-18 90,-3 17 0,0-1 0,8-21 0,-6 17 0,1-2-45,4-4 0,2 0 45,-2 7 0,1 1 0,3-7 0,0 1-45,-4 9 0,1 2 45,2-3 0,1 1 0,13-16 0,-14 19 0,1 0 0,1 0 0,-1 2 0,1-1-90,8-6 90,0 5 0,4 1 0,-5 4 0,3 7-90,-9 6 90,1 1 0,6 8 0,-13-1 0,6 4 0,0 11-3277,1 18 3162,2-3 160,-8 10 0,-4 3 45,-4-2-60,-3-11 0,1 4 0,-1 0 0,-3-4 0,0 0 0,-1 0 0,1 6 0,0 1 0,0-2-30,0 11 0,0-1 45,2-3 0,0-4-1180,0-14 1,1-2 1134,1 16 1179,0-10 0,-1-1-1179,1-7 0,-1 1 0,2 0 0,-1-1 0,1 4 0,2 0 3276,1-1-3160,-2-6-116,3 4 0,-3-13 0,3 5 0,3 3 0,-5-10 0,8 10 0,-5-8 0,3 3 0,3 4 0,1-2 0,1 3 0,-4-8 0,1-1 0,-5-5 0,3 2 0,2 0 0,-1-1 0,5 1-89,7 3 89,-7-5-90,11 5 90,-8-6 0,-1 0 0,8 0 0,-1-2 0,4-1 0,-3-2 0,-3-5 0,0-4 0,7-8 0,7-8 90,-4-2-90,-9 6 89,0-3-89,-15 12 90,18-24 0,-5-6-90,-1 3 45,-6-1 0,-3 2-45,-4 11 0,5-16 0,3-3 0,-8 22 0,1 1 0,2-7 0,2-3 0,-1 4 0,1-2 0,0 1-45,7-13 0,0 0 45,-6 10 0,0-1 0,1 1 0,6-11 0,0 1-1639,-1 4 1,-1 3 1433,4-6-639,1 2 0,-2 3 844,-7 11-106,0 0 1,2-1 105,9-14 0,-13 20 0,1-1 0,3-6 0,1 1 0,-2 3 0,-1 1-90,9-11 85,-2 3 5,0 6 0,6-1 0,-6 6 1179,1 4 1,0 2-1180,1 3 1209,-3 0 1,1 1-1210,17-1 0,-15 4 209,5 2 1,1 1-210,-11 2 0,18-1 0,6 2-1639,-10 3 1,0 1 1585,-3-3 1,3 2 22,1 3 0,3 1 0,-8 0 30,-1 0 0,12 6 0,2 3 0,-3 9 0,-16-10 0,2 2 0,2 5 0,2 3 0,0 0 45,7 7 0,-1 0-45,-7-6 0,1 1 0,-2 0 0,5 5 0,-5 0 89,-5 1 1,-5-2-90,3 6 90,2 5 0,-1 3-45,-10-20 0,-1 0 0,9 12 0,0 4 45,1 2 0,0 0-45,-6-8 0,-1-1 1593,0-2 0,-1 1-1535,-1 2 0,-2-3-13,-3-9-45,4 11 0,2 2-45,-2-4 45,0-1 0,1 0 45,6 14-1729,-5-14 1,-1 0 1613,2 4-73,3 5 188,-2-6-90,-2-7 90,6 9 0,0 0-90,-2-3 45,5 6 0,0 2 0,-9-17 0,-1 0 0,3 4 0,1 1 0,5 7 0,1-1 0,-6-8 0,0-1-45,2 2 0,1 2 1638,3 3 0,0 0-1514,-1-1 0,0-1-124,-1-2 0,1 1 45,5 8 0,3 0 72,-2-6 1,3 1-88,-5-6 0,3 2 0,-1-2-30,8 7 0,2-1 0,-7-9 0,2 0 0,-1-4 0,8 1 0,0-2 0,2 1 0,1-2-45,-5-3 0,0-2-315,-1-3 1,-4-1-91,7 0-1189,-5-2 1,-2-3 818,-11-3 1,11-2 0,-25-2 0</inkml:trace>
  <inkml:trace contextRef="#ctx0" brushRef="#br0" timeOffset="42494">19385 3930 9152,'10'-10'1349,"-2"3"-450,-2 2-269,-2 30-450,-2 0-60,-2 8 0,-2 10 0,1-3-30,-1 3 0,-1 5-1,2-6 1,-1 7 0,0 4 0,0-1 0,0-7-60,1-1 0,-1-5 0,1 5 24,0 2 0,1 7 0,-1 2 0,1-5 0,0-8-221,0-2 0,1-3 196,0 3 1,0 4 0,1-5-345,1-8 1,1-3-2963,1 14 2589,1-10 1,-4-34 0,-2-9-1</inkml:trace>
  <inkml:trace contextRef="#ctx0" brushRef="#br0" timeOffset="43356">20194 2944 9691,'-10'13'1350,"-1"15"-931,4 4 1,0 8 0,1 0-270,-1 1 0,1 0 0,-1 4-469,2-7 1,-2 2 0,1 2 0,-1 1 0,1 3 408,0-5 0,0 2 0,1 1 0,-1 1 0,1 1 0,-1 0 0,1-1-52,0 0 1,0 1-1,0 0 1,0 0-1,0 0 1,0 0-1,0-1-454,1 0 1,0 0 0,-1 1-1,1-2 1,0 1 0,1-2-1,0 0 434,-1 9 0,0 0 0,1-1 0,1-4 0,2-4 42,1 2 0,1-5 0,1-3 420,1 5 0,0-1-435,1 3 0,1-4-135,2 5 0,1 3-180,-2-19-89,0-5 56,-2-10-2974,4-3 2657,-3-8 0,0-5 0,-2-4 0</inkml:trace>
  <inkml:trace contextRef="#ctx0" brushRef="#br0" timeOffset="44360">22225 2785 9332,'8'-16'1619,"-2"3"-1439,0 10 0,-3 4 89,-2 16 91,-2 6 0,0 7-91,-1 5 1,1 7 0,-1 4 0,-1 2-427,1-6 0,-1 1 0,0 2 0,-1 2 0,1 1 1,-1 1 245,0-5 1,0 2 0,-1 2 0,1 0 0,-1 1 0,0-1 0,1-1 0,0-1-39,0 0 1,0 0-1,0-1 1,0-1-1,0 0 1,1 1-1,-1-1 13,-1 0 0,1 1 0,-1 0 1,1 0-1,0-2 0,0 0 1,1-3 7,2 4 0,0-3 0,0-1 0,2 1 0,-1 3-8,0-3 0,0 4 0,1 1 1,-1 0-1,1 0 0,0-1 0,0-3-28,1 2 0,0-2 0,-1-1 0,1 0 0,0 2-18,0 6 0,1 3 0,-1-1 0,1-2 0,0-4 12,0 3 0,2-4 0,-1-5-45,0-3 0,0-2-120,2 6 1,1-8-226,-3-21-1709,11 1 2069,-2-33 0,2-1 0,-1-14 0</inkml:trace>
  <inkml:trace contextRef="#ctx0" brushRef="#br1" timeOffset="49376">19354 3864 24361,'10'-6'-374,"-1"-3"-1194,-6 3-648,-1-3 408,-1 3 88,-2 0-13,5 11 1094,2-4 546,6 7-864,-1-8 1732,2-2 1001,-5-2 56,3-2-93,-5 0 39,-5-2-1847,-14 7 58,3 1 1174,-5 6-1210,10-1-1015,11-7 1204,-4 2-116,8-11-400,-14 8 0,1 1 0,-5 6 0</inkml:trace>
  <inkml:trace contextRef="#ctx0" brushRef="#br0" timeOffset="50505">20105 2933 6723,'1'-10'540,"-1"1"-270,-1 2-180,0 1 0,-11 12-90,5 0 0,-6 10 90,13 1-1,2-10-89,18 0 90,11-22-90,2-7 0,-5 0 0,-15-1-90,-11 14 90,-5 0-89,-4 7 89,0 5 0,6 5 0,6-3 0,8-11 0,-14-2 0,0-2-90,-22 10-360,6 10-450,-1 3 900,9-1 0,7-3 0,2-3 0</inkml:trace>
  <inkml:trace contextRef="#ctx0" brushRef="#br0" timeOffset="51634">22149 2780 7623,'-10'-2'539,"0"2"-449,6 2-90,4 4 0,1-2 90,15 4-90,-8-7 90,32-7-90,-22-1 0,18-8 0,-13-3-90,-9 4 90,-12 11 0,-5 12-90,-11 7 180,13 1-180,8-15 180,2-7-270,-9-8 180,-3 3-359,-19 7 89,9 7 270,-12 12 0,13-2 0,-5 7 0</inkml:trace>
  <inkml:trace contextRef="#ctx0" brushRef="#br1" timeOffset="62427">18936 4373 3714,'-3'-8'0</inkml:trace>
  <inkml:trace contextRef="#ctx0" brushRef="#br2" timeOffset="81791">15634 6819 6813,'-23'-12'112,"7"3"1,5 3-1,6 3 1</inkml:trace>
  <inkml:trace contextRef="#ctx0" brushRef="#br2" timeOffset="83562">18862 4518 7803,'-3'-8'3276,"-1"8"-1335,2 2-1941,-2 8 0,3-5 0,-1 3-180,1 3 180,1-2-90,4 2 90,2-11-90,0-2 180,0-7-90,-3 4 0,0-6-90,-2 5-540,0-2 630,7 1-90,-5 2 90,5-2 0,-7 4 0,-1 0 0</inkml:trace>
  <inkml:trace contextRef="#ctx0" brushRef="#br2" timeOffset="85407">18934 4474 8882,'9'1'2518,"0"-1"-2338,-3-1 0,4-6-90,-1 0 90,7-6-90,1-3 0,7-8 0,3-5-90,4-5 0,-7 5 0,-3 5 90,-1 0-90,2 0 0,2-2 0,-4 4 0,3-3 0,-15 15 0,12-12 0,-11 11 0,2-3 0,1 0 0,-5 5 0,1-3 0,-4 6 0,4-4 0,-3 1 0,1-1-90,0-3 0,-3 5-360,1-1-2827,-2 2 3107,-2 0 0,1 2 0,-3 2 0</inkml:trace>
  <inkml:trace contextRef="#ctx0" brushRef="#br2" timeOffset="85907">19287 3984 9871,'21'3'360,"-4"0"-270,-3-4 0,-6-1-90,-1 7 0,-13 11 0,-3 2-270,-7 22-3007,7-13 1633,1 2-1614,6-14 3258,3-9 0,1-1 0,1 1 0</inkml:trace>
  <inkml:trace contextRef="#ctx0" brushRef="#br2" timeOffset="88173">19594 4210 9242,'-5'4'1709,"3"-4"-1799,1 14 90,0-8 0,4-10 0,-5-1 0,1-8 0</inkml:trace>
  <inkml:trace contextRef="#ctx0" brushRef="#br2" timeOffset="88640">19553 4220 9512,'-8'-19'629,"3"3"-539,2 4-90,-1 0 90,-1-5-90,-2-5 0,1 6 0,0-9 0,3 12-90,-3-12 90,3 12-180,0-2-269,0 6-721,2 3 1170,-2-2 0,2 5 0,0 2 0</inkml:trace>
  <inkml:trace contextRef="#ctx0" brushRef="#br2" timeOffset="89546">19576 4172 8072,'5'-10'810,"-1"-3"-630,-2 6 449,1-15-539,-1 11 450,5-33-450,-3 23-3367,5-22 3342,-4 15 25,5-9 0,0-2-761,-2 10 0,0 0 701,1-4 0,1-2 0,-1 4-30,5-16-175,-4 17 0,0 1 175,3-2 82,1-5-82,2 2 0,-4 10 0,0 1 0,-1 5 0,-4 5 2460,0 2-2460,2-3 1964,-3 5-1964,1-3 831,0 1-921,-1-2-163,0 2-107,-2 3-360,-1 4-539,0 0 1259,1 1 0,0-1 0,-1 1 0</inkml:trace>
  <inkml:trace contextRef="#ctx0" brushRef="#br2" timeOffset="90007">19854 3284 7713,'-9'4'809,"6"3"-719,3-3 180,5 2-90,11-3 0,-3-3-3392,14 0 3212,-13-1 269,7-3-89,-9 2-90,1-1 0,-4 1 0,-4 4 0,-7 7 3186,-3 2-3340,-9 16-26,4-9-539,-6 20-900,9-15 1529,-1 10 0,7-9 0,2-1 0</inkml:trace>
  <inkml:trace contextRef="#ctx0" brushRef="#br2" timeOffset="92978">10695 17517 7623,'16'-13'2518,"13"-2"-1888,14 3-450,-11 7 0,1 1-180,-7 1 0,3 1 67,6 0 0,6 1 1,5 0-1,2-1-42,-8 1 1,3-1 0,1-1 0,3 1 0,1 0 0,1 0-1,2-1-353,-6 1 0,1 1 0,2-1 1,1 0-1,1 0 0,0 0 1,1 0-1,0 0 0,0 0 1,0 0 324,-2-1 1,0 1 0,0 0 0,1 0 0,0-1-1,0 1 1,0 0 0,-1-1 0,1 1 0,-1 0-1,-1 0-171,1-1 0,0 1 0,-1 0 0,0 0 1,-1 0-1,1 0 0,0 0 0,-1 0 1,2 0-1,-1 1 174,-2-1 0,2 0 0,0 0 0,0 0 0,1 1 0,-1-1 0,-1 0 0,-1 0 0,-1 1 0,-3-1 0,-1 1 0,8-1 0,-5 1 0,-2-1 0,0 1 0,4-1 0,5 0 0,-12 1 0,1 0 0,4-1 0,1 0 0,2 1 0,1-1 0,2 0 0,0 0 0,0 0 0,0 0 0,0 0 0,-1 0 0,-1 0 0,-1 0-124,0 0 1,0 0 0,-2 0 0,1-1-1,-1 1 1,0 0 0,1-1 0,-1 1-1,2 0 1,0-1 0,0 1 0,2 0-1,1 0 134,-6 0 0,1 0 0,0 1 0,1-1 0,1 0 0,0 0 0,1 1 0,0-1 0,0 1 0,1-1 0,0 0 0,0 1 0,0-1 0,0 1 0,0-1 0,0 1 0,-1-1 0,1 1-70,-2-1 0,0 1 1,1-1-1,-1 1 1,1-1-1,0 1 1,0-1-1,0 1 1,1-1-1,-1 1 1,0-1-1,0 1 1,-1 0-1,1 0 1,0 0-1,-1 0 0,0 0 1,0 0-1,-1 0 65,3 1 0,0-1 1,0 1-1,1-1 0,-1 1 1,0 0-1,0 0 0,-1 0 1,0 0-1,0 0 0,0 1 1,-1-1-1,0 0 0,-1 0 1,-1 1-1,-1-1 0,0 0-5,7 0 0,-1 1 0,-2-1 0,0 0 0,-1 1 0,-1-1 0,0 1 0,0 0 0,0-1 0,1 1 0,0-1 0,0 1 7,2 0 1,1 0-1,0 0 1,0 0-1,1 0 1,-1 0-1,0 0 1,0 0 0,-1 0-1,-1-1 1,-1 1-1,-1 0-12,6-1 1,0 1 0,-2-1 0,-1 0 0,0 0 0,-1 0 0,0 0 0,-2 0 0,0 0 4,5 0 0,-3 1 0,0-1 0,-1 0 0,0 0 0,2 0 0,1-1 10,-4 1 0,3 0 0,0-1 0,2 0 0,-1 0 0,0 1 0,-2-1 0,-3 0 0,-2-1 8,9 1 0,-3-2 0,-3 1 0,0 0 0,1 0 18,0 0 0,1 1 0,-1-1 0,1 1 0,-1-1 53,1 0 1,2-1 0,-1 1 0,-3-1 0,-5 1 60,-2-1 0,-4 1 0,-1 0 451,13-1 1,-1 0-377,1-1 0,-6 1 45,-2-1-180,8 0 1575,-22 1-1575,-7 1 2309,1 0-2399,2 0 0,-7 1 0,-9 1 0</inkml:trace>
  <inkml:trace contextRef="#ctx0" brushRef="#br3" timeOffset="102375">5292 14924 21744,'-3'4'217,"2"-2"-1737,27 4 1518,-2-5 473,8 0-196,-2-1 0,0 0 64,0-1-311,0 1 0,8 0 1,1 0-130,1 0 1,0 0 0,3 1 128,-4-1 0,1 0 1,2 1-1,-1-1 167,-1 0 0,1 0 0,0 0 0,-3 0-54,2 1 1,-1-1-1,-3 0-19,7-1 0,-2-1-76,8 1 0,1 0 1,-10-1 0,1 0 0,-1 0 38,8 0 1,2 0-28,-7-1 0,3 1 1,-5-1 36,-7 2 0,1-1-44,0 0 1,6 0 0,2 0 0,0 0 2,0 0 1,1 1 0,0-1-1,2 0 5,-4 0 1,0 0 0,2-1 0,-1 1-1,-1-1-16,8 1 1,-1 0 0,-2 0 0,-1-1 30,0 0 0,-2 0 1,1-1 4,-7 1 1,0 1 0,1-1 0,0 0-3,0 1 1,-1 0 0,0 0-1,-1 0-13,7-1 0,-1 0 0,3 1-52,0 0 1,4 1 0,-1 0 0,-4 0-41,-3 1 0,-3-1 1,0 1 43,6 0 1,0 0 0,-2-1 4,-7 1 1,-2 0 0,0-1-53,2 1 0,1 0 1,1-1 5,-1 1 0,1-1 0,2 1 1,-1-1 20,0 1 0,0-1 0,1 1 1,2-1-30,-1 0 0,2 1 1,1-1-1,0 1 0,-3-1 17,0 1 1,-1 0 0,-1-1 0,-1 1 40,9-1 0,-1 0 0,1 0-23,1 0 1,0 1-1,-2-1 32,-8 0 1,-2 0 0,3 0-43,5-1 1,2 1-1,3-1 1,2 1-23,-4 0 0,2 0 1,1 0-1,1 1 0,0-1-133,-6 1 1,1-1 0,1 0 0,-1 1 0,-1-1 0,-3 1 121,9 0 1,-4-1-1,1 1 1,0 0-12,-3 0 1,1 1-1,1-1 1,-3 0-1,-5 0-40,-2 0 0,-4 1 0,4-1 11,1 0 0,4 1 0,3-1 1,-3 0-1,-4 1-30,-3-1 0,-3 0 0,4 1 10,4 0 1,7 1-1,1-1 1,-1 1 0,-7-1-17,-5 0 0,-5 1 0,5-1 69,6 1 0,5 0 0,3 0 0,1 0 1,-3 0-76,2 1 1,-1 0 0,-1 0 0,2-1 93,-3 1 0,0-1 0,1 1 0,-1-1 0,-1 1-7,1 0 0,-2-1 1,-1 1-1,-1-1-3,6 1 0,-3 0 0,0 0-23,-6-1 0,-1 0 1,3 0 95,2 0 0,3 0 0,1-1 1,-2 1-16,2 0 1,-1 0 0,5 0 21,-5 0 0,7-1 0,0 0 1,-2 0-1,-7 0 8,-4 0 0,-6 0 0,5-1-20,1 1 0,3 0 0,3 0 0,1 0 0,0 1 20,-4 0 0,1 0 0,1 0 0,0 0 0,0 0 0,0 1-20,2 0 0,0 0 0,0 0 1,0 1-1,1-1 0,-1 0-31,-4 0 1,1 0 0,-1 0 0,1 1 0,-1-1 0,-1 0 0,0 0 5,8 2 0,-1 0 1,-1-1-1,1 1 0,1 0-86,-4 0 0,0-1 1,1 1-1,0 0 0,2 0 1,0 0 88,-5 0 0,0 0 0,2 0 1,0 0-1,0 0 0,0 0 1,1 1-1,-1-1-152,-1 0 0,2 0 0,-1 1 0,0-1 0,0 0 1,-1 0-1,0 0 0,-1 1 125,2-1 1,0 0-1,-1 0 1,-1 0-1,0 0 1,-3 0-1,-2 0 59,9 1 0,-4-1 1,0 1-1,2-1 407,-6 0 0,1 0 1,2 0-1,0 0 0,0 0 1,-1 0-401,6 1 0,-1-1 0,0 0 0,1 1 0,1 0-8,-7-2 1,1 1-1,0 0 1,1 0-1,1 1 1,1-1 0,0 0 10,-1-1 1,3 1 0,2 0 0,-1 0-1,0 0 1,-3 0 0,-2-1 0,-5-1 44,4 2 0,-6-2 0,-1 0 0,8 1-46,-2 0 0,6 1 0,5-1 0,1 1 0,1 1 0,-2-2 1,-4 1-1,-5-1 49,6 1 0,-6-1 1,-1-1-1,4 2-17,-5-1 1,1 0 0,2 0 0,1 1-1,1-1 1,-1 1-65,-3-1 0,1 0 0,1 1 0,-1-1 0,0 1 0,-1-1 0,-3 0 12,3 0 0,-4 0 1,0 0-1,1 0 0,4 1-12,-2-1 1,3 1 0,2 0 0,1 0 0,1 0 0,-1 0 0,-2-1 0,-4 1 5,8 0 1,-3 0 0,-1-1 0,-1 1-1,0-1-21,-1 1 0,-1-1 0,0 1 0,1-1 0,0 1 23,-3-1 1,-1 0-1,2-1 1,0 1 0,0 0-1,1 0 2,3 0 0,0 0 1,0 0-1,2 0 1,1 0-1,2 1-308,-10-2 0,2 1 1,2 0-1,-1-1 1,2 1-1,0 0 1,1 0-1,0 0 0,1 0 17,0 0 1,1 1 0,2-1-1,1 1 1,-1 0 0,1-1-1,-2 1 1,-1-1 0,-1 0 0,-4 0-107,3 0 0,-3 0 0,-2 0 0,-1-1 1,1 1-1,1 0 0,3 0 85,0 0 1,3 1-1,2 0 1,1 0-1,0 0 1,0 0-1,-3 0 1,-2 0-1,-3-1-229,8 1 1,-5 0-1,-2-1 1,1 1-1,3-1 130,-7 1 1,2-1-1,1 1 1,1-1-1,1 1 1,-1 0 0,0-1 5,3 1 0,1 0 0,0 0 0,0 1 1,0-1-1,0 0 0,-1 0 1,-2 0 0,0 1 0,0-1 1,0 1-1,-1-1 0,1 0 0,-2 0 386,4 1 0,0-1 1,-1 0-1,0 0 0,0 1 1,0-1-15,-3 0 0,2 1 0,0-1 0,0 1 0,-3-1 0,-3-1 0,-5 0 40,8 0 1,-7-1 0,-1 0-69,0 1 1,-1-1 0,-3-1-414,-3-1 0,-6-1 435,-3 0 0,-2-3 0,-8 1 1</inkml:trace>
  <inkml:trace contextRef="#ctx0" brushRef="#br2" timeOffset="122496">19581 4236 6183,'3'-10'900,"-2"0"-810,-4 8-90,-3 1 0,-3 4 0,3 2 0,0 0 90,3-2-90,8-9 0,-3 3 0,9-6 0</inkml:trace>
  <inkml:trace contextRef="#ctx0" brushRef="#br2" timeOffset="124345">19391 3856 7803,'-9'1'89,"-3"4"-89,6-1 0,-4 7 0,5-4 0,4 1 0,8-8 90,0-1-90,3-7-179,-5 1 179,1 4-90,-2 0 90,3 5 90,-2-1 179,2-2 91,-2-5-270,-4-4 0,-2 1-90,-4 2 0,-2 5-90,1 3 90,0 1-180,1 2-180,2 0 360,1 0 0,0-1 0,2-1 0</inkml:trace>
  <inkml:trace contextRef="#ctx0" brushRef="#br2" timeOffset="126479">19483 4396 6993,'3'-8'-899,"-1"1"899,0 1 0,0 0 0,0-1 0</inkml:trace>
  <inkml:trace contextRef="#ctx0" brushRef="#br2" timeOffset="127711">20145 3014 6723,'4'-12'90,"0"2"-90,-5 3 0,0 1 0,-3 2 0,4-2 0,-3 2 0,4-1 0,-1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6:04:28.617"/>
    </inkml:context>
    <inkml:brush xml:id="br0">
      <inkml:brushProperty name="width" value="0.12095" units="cm"/>
      <inkml:brushProperty name="height" value="0.12095" units="cm"/>
      <inkml:brushProperty name="color" value="#C00000"/>
    </inkml:brush>
    <inkml:brush xml:id="br1">
      <inkml:brushProperty name="width" value="0.09071" units="cm"/>
      <inkml:brushProperty name="height" value="0.09071" units="cm"/>
      <inkml:brushProperty name="color" value="#C00000"/>
    </inkml:brush>
  </inkml:definitions>
  <inkml:trace contextRef="#ctx0" brushRef="#br0">13045 4583 7887,'-8'-3'1525,"-3"-1"-557,4 2-601,57-6-2006,-17 5 1,3 0 1493,9-1 0,6 0 198,-8 2 1,5-1-1,1 1 1,-4 0 140,-3 1 0,-4-1 1,8 1-148,-7 0 1,5 0 0,5 0 0,1 1 0,0-1 0,-1 0 0,-5 1-22,4 0 0,-2-1 0,-2 1 0,0 0 0,2 0-364,-5 0 1,3 0 0,-1 0 0,0 0 0,-2-1 0,-3 1 365,4 1 1,-2-1-1,-2 0 1,-5 0-6,6 0 0,0 0-275,6 0 1,5 1 0,-2 0 283,2-1 0,-1 1 573,-7 0 1,2-1-1,-4 1-350,-6 0 1,-4 0 554,3-2-365,-1 1 2641,-10 0-2870,-2 0 2037,6 0-2024,21-1-106,-19 1 0,6 0-151,-1 0 1,6 0-1,2 1 1,-1 0-3,0 0 1,-1 0-1,2 0 1,2 0-100,-3 0 0,1 0 1,2 0-1,1 1 0,0-1 1,-1 0 123,0 1 1,1-1 0,0 1-1,0 0 1,-1-1 0,0 1-438,2 0 1,-1-1 0,-1 1 0,1-1 0,1 1 434,-2 0 1,1-1 0,1 1 0,0 0 0,-2 0 0,-3-1 2,5 1 1,-3 0 0,0 0 0,2-1-3,1 1 0,3 0 0,0 0 0,1 0 0,-3 0 74,-5-1 1,-1 0 0,-1 1-1,1-1 1,3 1-25,2-1 1,4 0 0,1 1 0,0-1 0,-3 0 0,-3 0 45,0 1 0,-4-1 1,0 0-1,5 0-39,-1 0 0,5-1 1,3 1-1,2-1 1,-3 1-1,-3-1 0,-7 1 40,5-1 0,-6 0 0,6 0-52,-7 1 1,4-1-1,4 0 1,1 0 0,-1 0-1,-2 0 1,-5 1 29,5-1 0,-4 0 0,-1 0 0,2 1-36,1-1 0,2 1 0,1 0 0,-1-1 0,-2 1-82,2-1 0,-1 1 1,-1 0-1,1-1-27,1 1 1,-1-1-1,1 1 1,-1 0-3,-1 0 1,0 1 0,0-1-1,0 0-68,2 0 1,0 0-1,0 0 1,2 0 8,-3 0 0,2 0 1,0 0-1,-1 0 0,-1 0-35,2 0 1,-2-1 0,1 1-1,4 0 74,-6 0 0,3-1 0,3 0 1,1 1-1,-1-1 0,-3 0 1,-4 1-92,3 0 1,-6 0 0,1-1-1,5 1 81,-6 0 1,3 0-1,3 0 1,0 0 0,1 0-1,-1 0 1,-2 0 20,7 0 1,-1 0 0,0 0 0,0 0 0,2 0-160,-8-1 1,2 1-1,1 0 1,1-1-1,-2 1 1,0-1-1,-3 1 180,6-1 1,-3 1-1,-1-1 1,1 1-1,2-1 12,0 0 1,3 0 0,1 0 0,-1 0-1,-3 0 1,-5 0 6,7 1 0,-5 1 1,1-1-12,-2 0 1,1 0-1,1 0 1,0 0 46,-4 1 1,1-1-1,0 1 1,-1 0 0,-2 0-71,10 0 0,-3 0 0,2 0-10,-8 0 0,1-1 0,0 1 0,-4-1 91,14 1 0,-7-1-1140,-15-1 0,-5 0 150,-6 0 1309,8 1 1,-22 0 0,1 0 0</inkml:trace>
  <inkml:trace contextRef="#ctx0" brushRef="#br1" timeOffset="13199">11340 6844 6543,'-13'-11'990,"3"1"179,-3-10-629,7 6-91,-1-5 271,10 0-540,4 8-90,3 2-90,1 11 180,0 19-270,-3 13 0,0 6-45,-9-4 0,-1-1 135,0-4-45,-2 0 0,-1-4 45,3-16 0,-3 7 0,12-51 0,11-7 0,3-4 0,-4 5 0,2-1-30,-2 5 0,2 0 0,1 8-15,2 8 0,-1 9-225,9 22 90,-2 7 91,-14 16-1,-2-15 90,12-31 0,-6 6-45,11-19 0,2-3 45,2 5 0,-5 2 0,-2 9 180,2 42-180,-15 2 0,-11 12 0,-2 2 89,-4-4-89,0-10 0,1-1-89,4-1-91,0-5-3097,8 5 1093,2-20 1824,3 2 302,0-12 1,5-3 0,2-2-1</inkml:trace>
  <inkml:trace contextRef="#ctx0" brushRef="#br1" timeOffset="13604">12197 6791 8342,'-5'-30'1260,"-2"7"-541,-6 0-269,-20 34-360,11 11 0,2 7-180,-1 8 0,5 3 45,5 6 0,12-6 0,16-19 0,5-7 45,12-4 0,-4-31 0,-5-8 0,-14 6 0,-7-19 0,-5-1-90,-12 13-90,-2 1 0,-3 3 0,-2 19-179,-5 8 359,0 20 0,10-2 0,-9 14 0</inkml:trace>
  <inkml:trace contextRef="#ctx0" brushRef="#br1" timeOffset="14434">12667 6843 9062,'0'-47'1007,"-12"22"1,-8 5-809,-21 10 0,-6 7-135,14-4 0,0 5-20,-6 15 0,-2 9 0,9-1-12,4 8-25,2 0 0,4 3-270,14 16 192,7-6-64,11-14 1,5-2 116,2-6-36,19-14 1,3-8 199,1-17-76,-9 0 0,5-6 0,-4-5-116,-9-3 0,-2-5 0,-2-3 0,0 1-1,0-1 1,0-2 0,-2 1 0,0 0-20,0-1 0,0-2 0,-3 5 0,-9 12 75,-12 8 0,-1 41 1,-2 23-1,-1 1-2,1-3 0,-1 0 0,2 4-6,3-2 0,0 4 1,3-1-1,4-6-96,9 6 0,3-5-1544,-3 0 1,2-5 1544,1-12 0,5-6 178,16-12 0,4-7-3,-11-2 1,1-2-19,11-6 1,6-5 0,-4-3-727,-13-3 1,-3-4-1,-1 0 717,12-10 1,-4-2-72,-10 2 0,-10 2 120,-21-6 2205,0 20-2401,-12 2 60,-2 27 1,-2 9-147,-5 10 75,0 4 1,6 7 1724,19 3 1,13 1-1655,10-15 1,7-2 0,-1-1-83,-2 10 0,5-7-483,7-19 1,8-5 0,1-4 0,-6-3 595,-5-4 1,-1-4 0,4 2 0,3-2 0,-4 0 0,-8-3 0,0 0 0</inkml:trace>
  <inkml:trace contextRef="#ctx0" brushRef="#br1" timeOffset="14645">13961 6952 10321,'4'-7'-225,"1"7"0,-12 5 0,-1 6 1</inkml:trace>
  <inkml:trace contextRef="#ctx0" brushRef="#br1" timeOffset="15150">10921 7551 8972,'-19'-14'1169,"21"2"-989,2 3 60,22 3 0,16 2 0,-2 2-571,-7-1 1,4 1 384,-4 0 0,6 0 0,4-1 0,3 0 0,0 0-430,-3 1 1,1 0 0,2 1 0,2-1 0,2 1 0,2-1 0,3 1 407,-13 0 0,1 0 0,2 0 0,1 0 0,2 0 1,1 0-1,1 0 0,1 1 0,0-1 0,1 0 1,0 0-1,0 1 0,-1-1 0,1 0-102,-6 1 0,0-1 0,2 1 0,-1-1 0,1 1 0,0-1 0,0 1 1,1-1-1,-1 1 0,1-1 0,0 1 0,0 0 0,-1-1 0,1 1 1,-1 0-1,0-1 0,0 1 86,2 0 1,0 0 0,1-1 0,0 1 0,0 0 0,0 0 0,0 0 0,-1 0 0,0 0-1,0 0 1,-1 0 0,-1-1 0,0 1 0,-2 0 0,-1 0 0,-1 0 1,9 0 0,0 0 0,0 0 0,-2 0 0,-1 0 0,-1 0 0,-3 0 0,-2 0 0,-3 0 0,-3 0-108,17 0 0,-4 0 0,-7 0 0,-13-1 90,-8-4 0,-28 3 0,-5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6:05:10.282"/>
    </inkml:context>
    <inkml:brush xml:id="br0">
      <inkml:brushProperty name="width" value="0.09071" units="cm"/>
      <inkml:brushProperty name="height" value="0.09071" units="cm"/>
      <inkml:brushProperty name="color" value="#C00000"/>
    </inkml:brush>
  </inkml:definitions>
  <inkml:trace contextRef="#ctx0" brushRef="#br0">16192 4527 6273,'25'2'270,"7"1"-45,7-1 0,6 0-1318,-8-2 1,2 1 0,2-1 608,-4 1 1,2 0 0,1-1-1,4 0 544,-1-1 0,5 0 0,2-1 0,1 0 0,-1 0 0,-2 0-225,-4 1 1,-2-1-1,0 0 1,-1 0-1,2 0 1,1 0 176,1 0 1,2 0 0,1-1 0,1 1 0,-2-1 0,-1 1 0,-3-1 112,2 1 0,-3-1 0,-1 1 0,1-1 0,2 1-110,1-1 0,4 0 0,0 0 0,0 1 0,-4-1 0,-4 1-215,4-1 1,-5 1 0,4 0 217,1 0 0,6-1 0,2 0 0,-2 1 0,-4-1 12,3 1 0,-4 0 0,2 0 60,-7 0 0,2 0 0,0 0 0,-3 1-30,3-2 0,-2 1 0,-2 0 119,13 0 1,-9 0 1614,-19 0-1434,8-1-90,-15 1-450,2 1 816,-3-1 1,-11 2 0,1-1 0</inkml:trace>
  <inkml:trace contextRef="#ctx0" brushRef="#br0" timeOffset="1750">21671 2573 7713,'3'-9'2158,"0"1"-1888,-7 31-60,-2 5 0,-1 8 0,1 5-102,2 0 0,2 4 0,0 3 0,0 3 0,1 1-297,-1-10 1,1 1 0,-1 1 0,1 1 0,0 2 0,-1-1 0,2 0 0,-1-1 210,0 0 1,1 0-1,0 0 1,0 0-1,0 1 1,0-2-1,0 1 1,1-1 2,-1 4 1,1 1 0,1 0-1,-1-1 1,0-1 0,0-3 0,0-4-4,-1 6 1,0-5-1,0-1 1,0-2 37,-1 5 0,1-1 0,0-6-2414,2 14 2444,-1-11 0,1-16 180,-1-11 90,0-6-90,5-1 1275,-2-9-1095,2-2 2826,-3-2-2980,6 6-296,4-2 0,7 4 0,18-5 0,13-1-656,-14 3 1,5 1-1,3 0 1,1 0 0,1 0 620,-2 0 1,2 0 0,0 0 0,1 0 0,2 0 0,-1 1-118,-2 0 0,1-1 1,0 1-1,0 1 1,2-1-1,1 0 1,2 1 124,-8 0 0,2 0 0,2 1 0,1-1 0,0 1 0,0 0 0,0 0 0,-1-1 0,-2 1 0,-1 0 15,1 0 1,-1 0 0,-2-1 0,0 1-1,-1 0 1,1 0 0,0 0 0,2 0 1,1-1 0,1 1 0,1 0 0,1-1 0,0 1 0,-1 0 0,-2-1 0,-2 1 0,-3-1 64,11 1 0,-2-1 0,-4 1 0,-2-1 0,-3 0-17,7-1 0,-5-1 0,-5 1-352,-7-1 0,-4 0-2962,12-3 2457,-28 2 1,-1 1 0,-9 2 0</inkml:trace>
  <inkml:trace contextRef="#ctx0" brushRef="#br0" timeOffset="8166">22224 2963 8792,'-8'-8'899,"1"0"-449,2 5-180,-1 1-90,-4 4-180,3 2 90,-8 11-90,6 4 0,0 10 0,6 2-90,10-7 0,2 0 90,0 0-45,12-2 0,7-7 45,-3-16 0,2-6 0,0 5 0,0-2 45,6-11 0,-4-8 0,-13-1 0,-5-3 0,-3 0 0,-2-1-45,0-17 0,-17 19 0,-16 13-3277,-14 10 3162,4-3 70,2 14 0,1 6 45,5 7-90,4-4 0,1 3 0,5 17 0,10-9-180,22 18 180,-3-27 0,8-1 0,4-4 1,6-11 89,6 0 3276,6-31-2891,-23-10-295,2-1 0,-23-4-90,-11 28 0,-1 2 0,-3 12 0,4 11 90,4 1-180,-1 9 90,13-1 0,-1-5 90,30 0-90,-17-13 0,32-11 0,-30-10 90,5-3-90,-30-5 0,-5 21 0,-24 7 0,11 24 0,0 0-90,14 20 90,14-27 0,20 6 0,-6-21-90,22-17 90,-25-1 90,4-11-3367,-26 8 3072,2 8 205,-9 6 0,-5 16-90,10 1 90,-9 9 0,19-3 0,7-7 0,22-8 90,-13-5 3186,18-19-2890,-29 2-296,2-4-90,-11 8 90,-18 9-90,10 7-90,-15 6 90,20-1-90,3 9 90,9-11 0,17 2 90,-8-9 90,8-6-90,-19-4 90,-22-1-270,-3 9 0,-1 3-90,-11 0-585,10 15 1,9 5-945,31 6 1709,-2 13 0,20-18 0,-9-10 0</inkml:trace>
  <inkml:trace contextRef="#ctx0" brushRef="#br0" timeOffset="9966">22683 2820 10411,'2'8'-270,"0"4"-90,1-2 270,1 0 1,5-7 89,-1-7-1080,0-5 1080,-4 17 0,0-7 0,-1 14 0</inkml:trace>
  <inkml:trace contextRef="#ctx0" brushRef="#br0" timeOffset="10417">23410 2983 8072,'1'-9'1979,"0"-4"-1619,-1 6-360,1-2 0,-1 6 0,1 0 0</inkml:trace>
  <inkml:trace contextRef="#ctx0" brushRef="#br0" timeOffset="18297">15156 2661 7892,'0'-12'-179,"-1"2"269,-1 2-90,0 4 269,-7-4 181,-22 9-360,8-1 0,-16 9 60,12 9 0,-2 6 0,3 0-105,7-2 0,0 0-45,-7 3 0,-4 3 0,8 1 45,10 14 0,11 4-1138,8-5 1,5 4 0,-1-3 719,-6 7 1,3-1 157,3-10 1,4 1-1,-3-5-144,-2 6 231,-7-19-97,-9 2 0,-8-1-450,-14-11 1,-3-4 674,8 4 0,0-2 0,-13-5 0,2-5 0,3-4 0</inkml:trace>
  <inkml:trace contextRef="#ctx0" brushRef="#br0" timeOffset="18530">14781 3132 7623,'35'-24'299,"0"8"1,7-1 0,-4 2-1092,-14 6 0,1 1 402,13-5 0,6-2 1,-9 4-431,-5 2 1,6-2 0,-5 2 0</inkml:trace>
  <inkml:trace contextRef="#ctx0" brushRef="#br0" timeOffset="18750">15304 3031 9602,'-3'21'-630,"-5"27"0,5-25 630,-2 3 0,-1 0 0,0-10 0,-4 9 0</inkml:trace>
  <inkml:trace contextRef="#ctx0" brushRef="#br0" timeOffset="18983">15388 2747 8252,'8'-25'540,"0"0"-1350,-3 26 810,-1 3 0,1 4 0,-2 4 0</inkml:trace>
  <inkml:trace contextRef="#ctx0" brushRef="#br0" timeOffset="19451">15496 2998 10051,'5'5'450,"0"0"-180,-7 16-270,-1-3-270,-3 25-90,-1-10-359,0 8 629,22-42 0,-5 1 180,17-30-90,-7 5 0,-1 1 0,3-2 0,0 1 0,0 6 90,-3 17-90,0 16-90,-9 5-135,-3 12 0,-1 1 135,1-5-405,7 14 1,4-2-316,4-15 810,12 13 0,-5-29 0,-4-4 0</inkml:trace>
  <inkml:trace contextRef="#ctx0" brushRef="#br0" timeOffset="19983">16248 3020 8072,'-24'-10'959,"1"0"1,-13 15 0,-1 3-915,4-7 0,1 2-45,-5 13 0,7 6-180,11 12 90,12-9-90,28 7 135,6-35 0,5-11 45,6-5 0,-1-6 0,1-6 0,-4-7 0,-13 2 0,-3-5 0,-4 4-45,-4 3 0,-2 2 45,0-6 0,-2 3 0,-5-9 0,-8 37 0,-8 16-1639,4 25 1,3 10 1445,0-7 1,1 1 13,1 6 0,3 0-271,8 6 0,4-3 135,-1-21 1,3 0-451,5 15 0,2-4 220,8-12 0,7-12 1,-9-9-1</inkml:trace>
  <inkml:trace contextRef="#ctx0" brushRef="#br0" timeOffset="20434">16557 3301 7982,'-14'4'1889,"4"-1"-1169,-1 0-450,30-6-540,18-1 270,-2-1 0,7-1 0,-3 0 0,-2 0 0,0 0 0,0 0 0,0-1 0,-1 1 0</inkml:trace>
  <inkml:trace contextRef="#ctx0" brushRef="#br0" timeOffset="20719">17116 3055 9062,'1'-25'1619,"1"2"-1439,1 39-90,-4 9 0,-1 6-180,1 3 0,-2 6-203,-2 3 1,-2 8 0,0 1-1,0-5-337,3-10 1,1-3 0,-1 1 219,-1 3 0,-1 3 1,1-2-1,2-6 1,2-5-1,2-6 0,2 5 1</inkml:trace>
  <inkml:trace contextRef="#ctx0" brushRef="#br0" timeOffset="21067">17215 2958 8792,'1'-16'1169,"16"10"-989,1 6-90,16 10-270,6 11 0,-10 10 90,-7 1 45,-36-2 0,-8-2 45,-1-5-315,-18 4 1,-2-3-1125,15-13 1439,-14 7 0,31-14 0,7-1 0</inkml:trace>
  <inkml:trace contextRef="#ctx0" brushRef="#br0" timeOffset="21501">17563 3168 10681,'-1'-8'1709,"4"1"-1349,23 0-270,14-8-180,-9 3-180,-2-11 0,-6-5-360,-20-15 361,3-5 89,-37 27 0,-7 49 135,20-6 0,1 2 45,4-3 0,3 3-45,6 15 0,7 0-225,14 4-450,2-9 1,5-4 172,-1-15 1,1-6 0,2-3 0,0-3 0,19-9 0</inkml:trace>
  <inkml:trace contextRef="#ctx0" brushRef="#br0" timeOffset="22199">18036 3104 8972,'-14'-8'1619,"2"1"-360,-20-1-899,9 6-180,-18 7-225,16 13 0,2 5-225,-4 7-90,6 3 1,8 1-631,25 6 900,-5-7-360,33-16 360,-19-26 1,1-8 403,5-2 1,-2-1-270,-3 2 0,-3 1 45,6-12 0,-14 35-90,3 7 0,-1 0-180,18 14 180,-18-20 0,36 0 0,-19-27 0,-5-1 0,0-9-23,-8-1 1,-2-8-1,0-3 1,-2 4 22,1 1 0,-2 1 0,1-3 0,0-6 0,0-4 0,0 0 0,-3 8 0,0-6 0,-3 23 270,-4 51-270,-4 0 0,-1 3 0,-2 12 0,0 4 0,0-1 0,1-8-90,0 0 0,2-1-315,-1 0 0,1 5 1,0-1-1,1-7 405,7 12 0,5-6 0,1-22 0</inkml:trace>
  <inkml:trace contextRef="#ctx0" brushRef="#br0" timeOffset="22951">18638 2921 11490,'-35'34'450,"10"-11"0,0 0-450,5-5 0,1-1-45,-1 1 0,0 0-675,-18 12-2557,22-17 1583,-9 6 2236,35-27-632,1 0-179,26-14 269,-21 14-90,5-2 90,-9 20 0,-2 12 0,7 24 0,-6-9 45,-1-13 0,2-2-45,8-6 1638,15-13 0,6-11-1623,-12-10 1,0-7 0,1-2-46,1 3 0,0-1 1,-2-3 127,-2-6 1,-1-3-1,-7 2-53,-6-2 0,-6 4-45,-3-5 90,-15 23-90,4 17 90,-10 43-90,14-24 45,2 10 0,2-1-45,3-11 45,5 10 0,2 1-45,0-1 0,2 2 0,-2 1 180,-7 13-180,-4-8-540,-22 5 180,9-31 360,-7 4 0,17-13 0,0 0 0</inkml:trace>
  <inkml:trace contextRef="#ctx0" brushRef="#br0" timeOffset="23166">19277 3156 10411,'8'-6'-360,"0"1"0,-2 2 1</inkml:trace>
  <inkml:trace contextRef="#ctx0" brushRef="#br0" timeOffset="23484">19196 3165 8972,'-10'6'2878,"2"-1"-2608,14-4 90,12-3-855,11-2 0,4-1-225,-6 1 1,0 1 719,9-3 0,-2 1 0,-5 1 0,-10 1 0</inkml:trace>
  <inkml:trace contextRef="#ctx0" brushRef="#br0" timeOffset="23747">19177 3355 10501,'27'7'1259,"-11"-2"-1259,16-6-1529,16-3 873,-4-5 1,-15 3-1,0-2 1,11-10 0</inkml:trace>
  <inkml:trace contextRef="#ctx0" brushRef="#br0" timeOffset="26049">20307 2874 8072,'26'-11'630,"-8"5"-495,13 1 0,3 1 45,10 2-180,-8 1 0,-1 0 90,11 4 0,-18 14 0,-18-3-90,-17 12 0,-16 0 0,-6 1-45,9-6 0,0 2-45,-10 13 0,3 0 90,7-2 0,30 10 0,1-30 0,14 9 0,-4 5 90,-21 2 0,-8 2-135,0 0 0,-4-1-285,-7 2 0,-6-5 330,-5-11 0,2-7 0,9-6 0,2-2 0</inkml:trace>
  <inkml:trace contextRef="#ctx0" brushRef="#br0" timeOffset="26534">20403 2640 5739,'-20'-23'449,"1"1"1,-15-15 0,-6 7 179,0 20 1,-4 10-390,2 7 0,-2 5 0,3 3-1333,8-1 1,2 2 0,3 4 957,-1 10 1,2 5 0,6 2-20,8 2 0,5 2 0,3 1 214,0 4 0,3 2 0,4 4-88,2-13 0,2 4 1,1 1-1,1 1 1,0-3-1,0-3 28,0 2 0,1-3 0,0-2 0,2 1-71,3 6 1,2 1 0,3-3-1,4-6 93,6-10 1,3-4 0,3-3-1,-1-3 8,4-1 0,-1-3 0,4-2-30,-3 0 0,3 2 0,2-2 0,1-4 0,-2-6 18,0-7 0,0-5 0,-1-5 0,0-2 0,-2-3 77,1-4 0,-2-4 0,-1-2 0,-1-2 1,-1 1-96,-2 2 0,0 2 0,-2-2 0,-3-3 0,-4-5-13,-8 0 0,-3-6 0,-3-3 0,-3-1 0,-2 1 1,-1 3-1,-1 6 13,-3-11 0,-4 6 0,-3-3-18,1 4 0,1-4 0,-4-2 0,-5 3 0,-8 6 3,-6 10 0,-9 2 0,-4 3 0,-3 3 0,-1 3 0,1 3-135,4 5 0,0 4 0,-1 2 0,-1 2 0,-1-1 0,-1-1-43,1-3 0,-3-2 1,0-1-1,-1 1 0,2 3 1,0 3-1,3 6 193,-8 9 0,0 6 0,3 5 0,4 3 0,7 0 0,1 7 0,9 4 0,2 2 0,5 3 0,0 1 0,-1 0 0</inkml:trace>
  <inkml:trace contextRef="#ctx0" brushRef="#br0" timeOffset="37698">22630 3505 6813,'9'-5'0,"-2"0"0,-4 3 0,-2 0 0</inkml:trace>
  <inkml:trace contextRef="#ctx0" brushRef="#br0" timeOffset="38531">23757 3520 6813,'0'0'0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6:15:15.779"/>
    </inkml:context>
    <inkml:brush xml:id="br0">
      <inkml:brushProperty name="width" value="0.09071" units="cm"/>
      <inkml:brushProperty name="height" value="0.09071" units="cm"/>
      <inkml:brushProperty name="color" value="#C00000"/>
    </inkml:brush>
  </inkml:definitions>
  <inkml:trace contextRef="#ctx0" brushRef="#br0">19270 792 8162,'7'-11'3276,"-2"5"-1874,1-1-503,-2 20-359,-7 21-405,-1-2 0,-1 3-270,0-6 0,-1 0-135,0 3 0,1-4-809,2-4 1079,7-19 0,0-11 0,3-14 0</inkml:trace>
  <inkml:trace contextRef="#ctx0" brushRef="#br0" timeOffset="422">19308 630 9512,'-17'-26'1619,"-17"9"-990,4 20 1,-2 12-390,6 6 0,1 9 0,3 3-121,2 5 1,3 4 0,7 3-120,7-3 0,5 3 0,3-1 0,3-4 0,1-2 0,4-3 0,5-4 0,9-1 0,5-3 0,-2-8 0,-4-12 0,2-8-30,5-9 0,4-8 0,-6-4-105,-2-12 1,-3-4 104,-3 13 0,2 0 0,-7-4-270,-9-8 0,-7-5 0,-6 6 300,-10 9 0,-3 3 0,3-9 0,-4 5 0,-25 8 0</inkml:trace>
  <inkml:trace contextRef="#ctx0" brushRef="#br0" timeOffset="37974">19960 953 7803,'-8'-4'3276,"1"0"-1335,2 11-1851,3-3 89,1 25-179,2-14 45,-2 16 0,0 2-135,-1-8 90,0 1 0,-1-1-179,0-1-361,-1 4-360,0 4-2377,0-4 2927,4-11 0,-1-8 0,2-6 0</inkml:trace>
  <inkml:trace contextRef="#ctx0" brushRef="#br0" timeOffset="38691">19884 912 9961,'-24'-31'360,"5"6"90,10 13 0,23 8-271,-5 3 451,23 7-360,-18-2-90,4 1 450,5 2-91,20-1-404,-7 0 0,1 0-135,-9-4 0,-1 2-45,14 8 0,-6 3 45,-17-3-180,12 26 0,-27-16-90,-10 23 135,-9-21 1,-2-2 134,-8 15 0,6-19 0,0-3-90,-9-1 0,6-4 90,-8 1 0,6-2 0,11-5 90,23-2 0,15 4-180,4 15 0,0 4 0,2 4 90,-13 3 0,-7 1 180,-18-4 179,-13 2-269,1-12 135,-3-8 0,-4-3-675,-2-1 1,1-2-1,-17 6 450,17-6 0,7 0 0,17 0 0,-2 2 0</inkml:trace>
  <inkml:trace contextRef="#ctx0" brushRef="#br0" timeOffset="40370">20505 1222 10501,'10'-24'810,"-3"9"1258,3-25-1168,-8 24 179,1-14-629,-6 22-270,-6 5 90,-5 11-90,-6 6 0,-2 5-1,-4 2-179,7-6 0,1-1 0,7-6-90,3 8-89,7 1 89,3 2-360,18 8 270,-7-14-90,16 8 90,-10-17 90,7-3 90,-10-5-90,5-11 90,-7-8 0,1-1-90,-6-5 90,-9-4 0,-3 10-180,-13-11-3097,0 20 2713,-5 1 474,6 10-450,-8 5 180,11 0 360,1 4-180,32 4 90,11 3 1,7 0 89,-15-5 0,0 0 0,5 0 3276,7 2-2981,-5-6-115,-12-5 90,5 0 270,-6-2-360,-8 1 180,6 0-271,-13 6 1,-4 14-90,-8 6 0,-3 2-179,-1 13-1,9-15 90,0 11 0,13-11 0,2-10 90,3-5 0,19-10 0,-2-11 0,9-5 0,-11-4 0,-13-1-90,-11 2 90,-6-3-90,-4 7 0,-1 1 0,10 0 90,13 2 0,12-8 90,2 7 90,-6 2 0,0 2-90,-3 7 0,10-2-90,-27 17 90,-5 11-180,-10 21 90,3-14-90,-1-1 0,-1 1 0,1 0 90,-2 2 0,4-10 0,2-9 0,9-11 0,18-26 90,0-1-90,4-6 0,2-2 0,-6 14 0,1 2-45,2 0 0,-1 6 135,12 15-90,-21 10 0,-15 24-90,-2-23-90,-5 22 0,5-19-1079,1 14 629,2-21-190,12 5 1,0-13 0,8 1 0</inkml:trace>
  <inkml:trace contextRef="#ctx0" brushRef="#br0" timeOffset="41002">21779 1380 10141,'-2'-14'1709,"-9"2"-1169,-10 4-360,-5 6 0,-5 7-90,-10 18-270,20-6 0,1 1 0,-14 12 90,10 1-450,20-12 540,4-9 0,17 0 135,6-25 0,3-8-45,10-2-30,-9-7 0,2-11 0,-3 2-1054,-9 11 0,-3 0 0,1-1 1016,1-5 1,2-2-1,0-2 1,-2 2 157,2-9 0,-2 2 0,-1 3-90,1-1 0,-3 4-1,-2 2 1,-4 8 270,-5 20-2464,-19 40 2194,8-9-678,-7 19 1,0 7 542,6-13 0,2-1 679,-1 0 1,0 2-845,2-2 0,1 3 0,1-5-60,2 14-225,2-1 1,4 0-1575,13-3 2069,9 0 0,4-21 0,0-12 0</inkml:trace>
  <inkml:trace contextRef="#ctx0" brushRef="#br0" timeOffset="41896">22137 1369 9781,'7'-12'2879,"-3"-1"-2070,-10-1-539,-3 7-270,-31 24-585,23 1 1,2 5-46,-4 2 1,3 1 269,4 17 270,15-22 90,8-18 0,14-18 269,-8-3 1,0-4-180,2 2 0,-1 0 45,-1-7 0,-3 9-135,-3 22-90,-6 2 0,-3 22-359,9 11 359,-1-19-1549,12 1 1,4-4 1433,-4-11 250,11-13 0,0-8 45,-11-10 44,-2-4 1,-2-1 45,-7-10-45,-7 15 0,-2 0 45,-5-5 90,-5 1-90,2 15 0,-3 4-180,17 9 0,13-2 90,11 0 1548,-4-1 0,1 1-1522,6-1 19,-8 7 0,-2 1-135,-9 2 89,-11 22 1,-7 4-180,-4-7 45,-4 9 1,0 0-136,1-6-90,-2 12-1889,9-1 2159,10-15 0,5-7 0,6-21 0</inkml:trace>
  <inkml:trace contextRef="#ctx0" brushRef="#br0" timeOffset="42835">22693 1365 10051,'-11'-30'2609,"4"11"-5886,-4-17 3502,9 24 1544,-1-11 389,5 4-1028,-1 8-860,6-6-540,1 21-90,3 6 180,-2 3 3032,2 8-3301,-6-7-271,-1 11 450,-2-9-719,-6 17 269,-3-9 360,-3 7 1,-1-5-181,-2 1 360,4-8-90,-4 9 180,7-12-180,-2 5-90,6 0 181,2-6 179,8 2 0,3-11 90,10-5-1,-7-2 91,16-11 45,-11-4 0,-1-2-45,11-10-135,-9 6 0,-3 0 45,-4-2 359,1-3 1,-1-1-3662,0 0 3437,0-1 0,-4 10-45,-14 28-270,-14 35 0,1-2 60,5-5 0,-1 6 0,1-1 30,2-1 0,0 0-30,0 4 0,-1 4 0,1-5 30,2-3 0,1-2-45,-3 11 0,0-3-45,0-3 90,-2 4 3276,2-25-3070,-1-25-206,0 1 135,-14-17 0,-2-4-775,1 2 820,-11-10 0,1 0-90,10 6 0,6 7 0,7-3-90,31-13-180,17 8 0,6 3 45,-12 3 0,3 1-685,3 1 1,6-2 0,1 0 0,-7 3 619,-5 1 0,-1 1 0,4-2 0,1-2 0,-3 2 0,12-8 0</inkml:trace>
  <inkml:trace contextRef="#ctx0" brushRef="#br0" timeOffset="43018">23347 1582 13020,'11'4'1799,"0"0"-5076,-3-1 2634,-10-1 1,-23-3-1,-14 0 1</inkml:trace>
  <inkml:trace contextRef="#ctx0" brushRef="#br0" timeOffset="44240">19162 2517 10501,'32'-4'810,"4"1"-810,12 2-90,-13 6-180,-10 16 90,-33 21 180,-4-14 0,-4 2 45,-5 4 0,-2-2 0,3-7 0,0-2 135,-5 6 89,28-15-89,29-11-225,1-2 0,1-1-45,-7-2 1,0 0-91,8 0 0,-3-1-360,-5 1 540,15-2 0,-15 1 0,4-3 0</inkml:trace>
  <inkml:trace contextRef="#ctx0" brushRef="#br0" timeOffset="44836">19433 2309 9602,'-7'-24'2788,"-18"-2"-2428,5 25 0,-29 7-91,12 16 1,-1 9-150,11-6 0,1 2 0,0 1-90,-1 1 0,0 0 0,3 1 0,4 0 0,2 0 0,3 1-120,2 12 0,5-3 45,2-14 0,3 0-45,5 8 0,6 5 0,4-5-90,11-7 0,4-3 135,1 13 0,7-5 22,4-22 1,10-7 0,2-7 0,-4-4 22,-6-4 0,-2-6 0,0-3 0,0-3 0,3-1 0,3-3 0,-1-2 0,-6-4 0,-11-3 89,-12-3 1,-6-6 0,-7-2 0,-7 2 0,-7 6-232,-9 5 1,-9 3 0,-5 4-1,-5 2 1,-1 3-406,0 4 1,-4 2 0,-3 3 0,-1 3 0,1 3 0,2 3 272,-3 4 1,1 3 0,0 4 0,2 2 0,4 2 0,-3 4 0,3 2 0,4 2 0,8-1 0,12 2 0,0 0 0</inkml:trace>
  <inkml:trace contextRef="#ctx0" brushRef="#br0" timeOffset="47303">20140 2685 9961,'-4'-18'810,"3"2"269,5 8-539,1 3-1440,0-3-719,-4 4 360,-2-3 719,-1 1 2879,0 1-1979,1 21-270,-5 32-330,3-15 0,-1 6 0,1-3-390,-1 1 1,1-1 461,-2 11 1,1-10 0,3-27 0,2-7 0</inkml:trace>
  <inkml:trace contextRef="#ctx0" brushRef="#br0" timeOffset="47602">20146 2463 8882,'-7'-12'2698,"1"1"-2698,2 0 0,2 6 0,2 2 0</inkml:trace>
  <inkml:trace contextRef="#ctx0" brushRef="#br0" timeOffset="48386">20351 2683 11041,'8'14'719,"-3"23"-719,-5-19-45,-2 5 0,-2 3-180,-2-1 1,-2-2 44,-6 17-90,-2 7 180,13-42 90,15-17 0,9-16 0,5-4 0,-1 5 0,1 1 0,3-3 0,0 5 0,4 7-540,-17 64 360,-10-20-90,-1 13 1,2 1-3008,4-5 2892,2 6 295,-1-20 90,-1-14 180,15-8-90,8-12-90,0-5 0,-15 0 0,0-6 60,-2-8 0,-1-6 0,-2-1 209,-3 0 1,-2-1 0,1 1-270,3-1 0,0 1 0,-10 16 90,-14 21-180,-2 42 0,6-2 0,1 8 0,2-6-90,4-14 0,1-2-45,0 15 1,5-3 1043,20-3 0,-1-19 0,12-11 0</inkml:trace>
  <inkml:trace contextRef="#ctx0" brushRef="#br0" timeOffset="48618">20770 2786 10591,'18'3'1079,"-5"-1"-989,20-6-450,-8 0-296,2-2 1,2 1-1,6-3 1,13-3 0</inkml:trace>
  <inkml:trace contextRef="#ctx0" brushRef="#br0" timeOffset="49456">21065 3005 12300,'6'-12'360,"6"1"-360,27-12-450,-4-7 135,-16 7 0,-9 0-134,-24-10 449,-8 10-90,-9 27 0,0 9-90,9 15 0,4-6 0,4 3-45,15 4 0,10-2 90,16-9 0,5-4 135,-7 2 0,3-5-45,17-12 1,1-12 133,-12-11 1,-3-4 270,-3 2 0,-2-1-135,0-5 0,-10 14-45,-22 29-180,0 5-135,-10 27 0,1 4 135,6-14-45,1 2 0,1-2 45,7-15 0,1-4-90,8-16 135,11-19 0,2-9-45,-6 11 0,1-1 0,6-9 0,4-4 0,-1 4 180,-4 3 0,0 7 179,19 9-449,-27 51-225,-10-10 1,-3 2-1,-2-1 0,3-4 315,21 3 0,0-22 0,12-5 0</inkml:trace>
  <inkml:trace contextRef="#ctx0" brushRef="#br0" timeOffset="49874">22005 2848 11670,'-6'-8'1619,"-2"2"-989,-8 7-180,-12 5-180,-15 10-405,13 0 0,3 4-630,12 2 1,4 1 224,-10 19 90,31-20 0,7-1-269,12 6 539,0 0 360,-3 9 0,-19-21 539,-25 21-539,-10-21-540,-9 5 360,7-10 0,20-7 0,2-3 0</inkml:trace>
  <inkml:trace contextRef="#ctx0" brushRef="#br0" timeOffset="50102">22109 3023 13829,'-1'11'-630,"0"-2"-2647,-1 4 3039,0-6 1,1 0-1,0-6 1</inkml:trace>
  <inkml:trace contextRef="#ctx0" brushRef="#br0" timeOffset="50369">22183 2581 11400,'-13'-10'810,"3"3"-810,3 6 0,4 1 0,1 4 0</inkml:trace>
  <inkml:trace contextRef="#ctx0" brushRef="#br0" timeOffset="50874">22454 2565 9961,'-3'-10'2069,"-5"7"-1619,-9 35-360,4-4 0,-2 5 0,0 2-135,3-1 0,-1 3 0,1 0 0,1 0-1048,-5 11 1,1 1 0,3-2 570,2-3 0,2-1 1,4-5-650,6-6 0,3-6-1348,9 7 2283,1-17 0,2-12 0,-3-5 0</inkml:trace>
  <inkml:trace contextRef="#ctx0" brushRef="#br0" timeOffset="51089">22319 2933 9691,'-1'-8'1889,"23"-3"-3528,2 4 1,3 0 1629,-1 1 1,1 0-1,4 0 1,-1 0 0,6 0-1</inkml:trace>
  <inkml:trace contextRef="#ctx0" brushRef="#br0" timeOffset="51674">22655 2917 10861,'-12'0'2968,"2"2"-2518,4 2-180,2 1-180,-1 2-90,-2 25-360,6-11-540,4 29 361,7-27 359,3 0-540,20-16 720,-18-7 180,10-10 0,1-4 630,2-8-541,-8 41-149,-17 18 0,-8 16 0,-1 1-98,2-16 1,0 0-1,-1 1 1,0 1-41,-1 3 0,1 2 0,-1 1 0,1-2 0,1-5-12,2 0 0,1-4 0,1-2-618,0 8 0,0-5 648,2-7-359,5-17 269,-7-25 90,-3-16 0,-5-5 90,-4 3 0,-3-1-1,-2-8 1,-1 1-45,3 14 0,0 2 135,-5-1 0,9 1-810,26 0 1,11-1 629,2-5 0,6-2 0,1 2 0,1 4 0,1 1 0,3 0 0,-3 2 0,-1 0 0,1 1 0,0-1 0</inkml:trace>
  <inkml:trace contextRef="#ctx0" brushRef="#br0" timeOffset="52235">23532 2750 11221,'-12'-20'1978,"3"19"-1978,5 2-330,-4 22 1,-2 18-1,-1 0-330,0-7 1,0-1-1,-1 1 360,-1 8 0,-1 1 1,2-2 209,-5 3 0,7-11 90,14-21 90,2-13 45,13-13 0,4-5-46,1 5 1,1 0-45,3-6 0,2 4 90,8 14 0,-5 10-45,-9 21 45,-20 15 0,-9 3-90,0-22 0,-6-2 135,-9 5 0,-6 2 0,0-10-360,-18-16-990,17 0 1,2-4 1169,-2-20 0,26-5 0,10-1 0</inkml:trace>
  <inkml:trace contextRef="#ctx0" brushRef="#br0" timeOffset="52969">23841 3096 12210,'-10'-17'3276,"-1"11"-2684,-22 20-592,12 3-585,-1 14 0,4 4-1483,17 11 1573,0-17 0,6-4 135,23-1 180,5-36 1,1-9 269,-5 2 134,3-9 1,-4 0 405,-15 11-540,-1 4-180,-11 23-630,5 23 361,6-12-91,24 2 360,-6-29 0,1-10 315,3-7 0,-2-4-46,-2 5 1,-5-3 90,-6-7 0,-9 2 180,-13 14-360,-7 4 90,-2 37-180,6-4-90,6 5 0,4 2 0,13 17 90,1 0 0,-12-13 0,-8-1-315,-11-7 0,-4-2-1324,1 1 1,0-2 1265,-22 5 1,24-20-1,12-5 1</inkml:trace>
  <inkml:trace contextRef="#ctx0" brushRef="#br0" timeOffset="53370">24337 3229 12660,'20'11'2248,"3"-5"-2248,5-3 0,-5-7-179,0-9-1,-9-1-90,5-17 180,-12 13-270,-30-15 270,2 32 45,-15 14 0,1 12-135,19 14 0,7 6-405,-1-3 1,6-1 134,9 1 1,11-7 449,14-18 0,3-8 0,6-2 0,-13-5 0,1 0 0</inkml:trace>
  <inkml:trace contextRef="#ctx0" brushRef="#br0" timeOffset="53902">24722 3327 13020,'-16'-2'1888,"-4"2"-1438,3 4-270,0 1 0,-3 10 0,-1 4-585,2 4 0,3 1-180,-1 4 1,2 0 314,-3 15 90,27-24-359,13-20 269,13-24 0,2-6 225,-14 16 0,0-3-23,4-13 1,4-10-1,-1-2 1,-6 4 157,-3-4 0,-4 0 45,-2 7 0,2-4 0,-2 2 0,-6 8 225,-9-5-91,-17 58 1,-3 22-150,5-7 0,2 6 0,0 0-120,-2 3 0,0 1 0,5-1-60,5-8 0,4-2 0,7-5-615,9-6 1,6-5-496,0-3 1,4-3 1169,11-6 0,2-5 0,-12-6 0,0-3 0,2-5 0,1 0 0</inkml:trace>
  <inkml:trace contextRef="#ctx0" brushRef="#br0" timeOffset="54573">21810 4069 10231,'10'-15'1979,"0"4"-270,7 8-1439,-10 8 89,0 19 1,-5 7-270,-4 5-45,-2 7 0,-2 5-165,0-15 0,-1 0 1,0 0-286,0 13 0,0 0-45,-3 5 1,2-5-181,4 1-1439,6-22 1249,6-14 1,3-5 0,4-7 0</inkml:trace>
  <inkml:trace contextRef="#ctx0" brushRef="#br0" timeOffset="54902">21867 4038 10501,'-2'-18'3058,"8"4"-2878,37 17-180,2 0 0,2 3-405,-10 7 1,-2 3 224,6-2 0,-9 5 45,-24 8 0,-12 0-135,-27 4 0,-10-5 45,14-7 1,-1-3 224,-11 3 0,4-4 0,18-10 0,6-3 0</inkml:trace>
  <inkml:trace contextRef="#ctx0" brushRef="#br0" timeOffset="55456">22235 4344 10771,'-26'-3'3276,"11"-3"-1875,23 1-1401,8-4 0,0 2-270,16-18 0,3-7-1369,-18 10 1,1 0 1510,4-3 0,2-2 0,-4 3 38,-1-14-45,-16 11 0,-5 3-135,-10 9-90,1-14-179,4 43-451,40 12 810,-9-5 1561,16-5 1,0-2-1382,-10-5 179,-2 1 1,-4 3 90,-19 9-90,-11 7 0,-3 1-180,-3 4-540,1 2 1,5-3-721,12-15 1260,14 11 0,4-22 0,10-2 0</inkml:trace>
  <inkml:trace contextRef="#ctx0" brushRef="#br0" timeOffset="56273">22932 4272 10861,'-9'-12'2518,"1"4"-1978,1 3 90,-10 12-271,-4 10-314,5 2 0,0 4-1684,5 6 1,2 0-775,-6 17 1988,21-14 0,10-8 155,7-31 1,4-5-25,9 16 429,-10-26 0,-7-9 495,-24-17-450,4 14 2977,-8-12-3337,19 38 0,27-8 225,-7 8 0,3 1 264,1 0 0,-1 2-219,-5 6 0,-5 2-90,-3 3 45,-25 30 0,-11 7-45,5-18 0,-1 0 0,-7 20 0,0 0 0,6-18 0,2-4 90,-2 3 90,28-25-180,7-22 45,7-10 0,3-5-1684,-9 10 1,-1-1 1580,3-4 1,1 1 57,-4 9 0,1 7 0,13 20 0,-25 16 0,-4 5 0,9 14-45,-23 2 0,-4-2-45,3-13-900,3 14-89,6-25 1079,18-10 0,-4-15 0,12-7 0</inkml:trace>
  <inkml:trace contextRef="#ctx0" brushRef="#br0" timeOffset="56686">23557 4422 10681,'-23'9'3276,"34"-7"-1965,27-13-1581,-9-2 1,0-3-1,-2-3 0,-6-3-270,-15-21 405,-30 43 0,-7 11 45,3 7 0,1 7-30,4 2 0,2 5 1,6 0 29,7 7 0,12-2-315,9-8 0,9-7 405,9-14 0,7-8 0,-1-2 0,6-3 0,2-2 0,-2-4 0,1 0 0,-1 0 0</inkml:trace>
  <inkml:trace contextRef="#ctx0" brushRef="#br0" timeOffset="57085">24434 4156 9871,'9'-45'1799,"-4"21"-449,5-10-1171,-9 38 1,0 0 45,-6 17 0,-4 8-1831,-1-1 0,-1 2 1651,0 3 0,-1 4-68,-1-4 1,-2 4-1,2 1 1,6-3-1617,13 14 1,3-1 1169,-12-11 1,-4 1 0,10-5 0,19-4 0,6-12 0,9-25 0</inkml:trace>
  <inkml:trace contextRef="#ctx0" brushRef="#br0" timeOffset="57285">24483 4343 10141,'31'-2'-1574,"-1"1"0,8-4 1574,3 1 0,1-1 0,2-3 0,-16 5 0</inkml:trace>
  <inkml:trace contextRef="#ctx0" brushRef="#br0" timeOffset="57657">24805 4385 10591,'-15'0'3276,"-26"13"-705,3 9-2302,4 10 1,2 4-360,4 3-360,8 0 1,11 0-1530,31-2 1574,4-23 0,2-11 855,-5-22 0,-4-9-405,-2 4 0,-8 0-1684,-24-9 1,-12 7-1639,-16 18 2621,13 17 1,2 6-1,4 4 1,-5 6 0</inkml:trace>
  <inkml:trace contextRef="#ctx0" brushRef="#br0" timeOffset="58590">21994 5395 11580,'11'-3'2339,"-4"-1"-1979,-7 46-360,-3-21-1639,-10 24 1,-3 1-1285,6-20 2833,-6 10 0,6-8 1409,11-26-1319,26-40 429,-5 4 1,3-3-475,1 0 0,2 2-180,-4 9 1,-1 9-136,-3 16 2762,-7 43-2402,-8-27-180,24 0 180,-13-19-45,17-11 1,2-2 44,-4 2-45,7-2 0,-1 2 135,-4 6-1,3 1-89,-20 9 360,-14 26-270,-4-10 0,-10 20 0,-3 5-1729,7-16 1,0-1 1490,-5 7 1,2-2-33,6 4-2788,25-24 2968,-3-7 0,16-1 0,-6-9 0</inkml:trace>
  <inkml:trace contextRef="#ctx0" brushRef="#br0" timeOffset="58800">22710 5500 12750,'-2'37'1259,"0"-18"-2024,0 9 1,0 1 764,5-2 0,-3 6 0,6-17 0</inkml:trace>
  <inkml:trace contextRef="#ctx0" brushRef="#br0" timeOffset="59020">22886 5100 10771,'-3'-9'0,"0"5"0</inkml:trace>
  <inkml:trace contextRef="#ctx0" brushRef="#br0" timeOffset="59469">23160 5385 13919,'-14'1'1169,"2"-1"-989,2 3 360,-13 6-540,9-1 90,-13 5-225,7 2 0,1 1-45,-1 0-405,-3 8 1,7 3-765,22 4 719,-1 6 360,15-11-539,13 5 809,-18-14 269,6 20-2941,-42-4 2852,5-9-90,-17 1 180,0-8-450,15-9-720,-13 7 900,21-10 0,3-1 0,4-3 0</inkml:trace>
  <inkml:trace contextRef="#ctx0" brushRef="#br0" timeOffset="59786">23531 5233 10951,'4'-35'1799,"-2"17"-180,4-11-1439,-10 35 269,-10 27-359,4-10 0,0 4-60,-5 17 0,-2 8 0,2-5-678,3-10 0,1-1 618,-2 8 0,-1 4 0,3-3-645,6 0 0,2-5 450,-1-13 1,2-1-1395,6 13 0,4-8 89,2-24 1530,15-2 0,-7-14 0,5-4 0</inkml:trace>
  <inkml:trace contextRef="#ctx0" brushRef="#br0" timeOffset="59969">23431 5503 10051,'14'0'2429,"1"-1"-3059,24-3 1,6-1-1260,-1-3 1233,-3 0 1,-1-2-1,-7-2 1,5-2 0</inkml:trace>
  <inkml:trace contextRef="#ctx0" brushRef="#br0" timeOffset="60486">23828 5571 12300,'-17'-11'1799,"6"5"-1259,-30 10-720,3 18 90,14-9 0,1 1-135,3 3 0,3 1-584,-3 16 359,13-10-90,17 5 270,8-21 180,31-10 180,-25-9 0,1-2 0,0 0 0,-2-1 90,13-16 450,-10 2-181,-15 23-269,5-2-90,-12 30 0,1 10-90,-2-4-90,13 15 0,-7-29-180,15 13-1798,16-24-1209,-1-3 2621,-13-2 1,0-3-1,14-10 1,-6 0 0</inkml:trace>
  <inkml:trace contextRef="#ctx0" brushRef="#br0" timeOffset="60852">24422 5181 11041,'5'-18'3276,"-2"7"-2235,-3 14-951,-6 14 0,-5 16 0,-3 6-90,2-8 0,-1 3-180,1 1 0,-2 7 0,0-1 0,2-5 45,0-2 1,1-1-959,-2 7 1,0 4 0,5-10-2185,4-14 2211,-1 10 1066,9-20 0,1-4 0,4 1 0</inkml:trace>
  <inkml:trace contextRef="#ctx0" brushRef="#br0" timeOffset="61552">24545 5466 12210,'-29'5'1214,"-1"6"1,-2 2-1395,-13 8-315,4 0 0,4-2-1484,17-8 1620,11-1 269,20-13 270,11-2-3457,3 5 2752,-16 6 1834,14 27-1219,-14-11 0,2 1 0,1 0 0,4-2-90,23 7 0,-10-19-90,-1-5 0,2-6 1606,2-15 0,-2-3-1561,-7 9 0,-1-1 0,7-22 0,-11-3 315,-24 10 90,-28 17-360,6 11 45,1 18 0,2 6 135,4 6-90,4 9 0,15 1 0,24-4-1035,14-20 1,5-4-855,6 3 1799,-2-12 0,-3-5 0,-11-8 0,10-5 0</inkml:trace>
  <inkml:trace contextRef="#ctx0" brushRef="#br0" timeOffset="61732">24970 5689 13379,'2'-6'-820,"-8"8"1,-3-3 0,-11 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6:09:23.649"/>
    </inkml:context>
    <inkml:brush xml:id="br0">
      <inkml:brushProperty name="width" value="0.09071" units="cm"/>
      <inkml:brushProperty name="height" value="0.09071" units="cm"/>
      <inkml:brushProperty name="color" value="#C00000"/>
    </inkml:brush>
    <inkml:brush xml:id="br1">
      <inkml:brushProperty name="width" value="0.12095" units="cm"/>
      <inkml:brushProperty name="height" value="0.12095" units="cm"/>
      <inkml:brushProperty name="color" value="#C00000"/>
    </inkml:brush>
  </inkml:definitions>
  <inkml:trace contextRef="#ctx0" brushRef="#br0">16363 2971 7353,'-2'-19'1259,"-1"-14"-719,0 4 809,-2-11 0,1 17-899,0 3 629,1 6-539,14 46-450,-4-10 22,-1 11 1,1 12-1,0 7 1,-3 0-634,-2-13 1,-2 3 0,-1 0-1,-1 1 1,1 0 0,1-1 538,1 5 0,0 0 0,1-1 0,-1 1 0,-1 1-18,-1-6 0,0 0 0,-2 1 0,0 0 0,0-1 0,0-1-69,0 5 1,-1 1 0,-1-2 0,1-1-1,0-3 69,-2 8 0,2-4 0,-2 5 15,1-9 0,0 6 0,0 2 0,0 0 0,0-4 0,0-6 15,0 0 0,0-4 0,1-1-30,-1 2 0,0 0 0,1-3 45,0-5 0,2-4-45,-1-2 90,-2 21-90,4-29 90,-1 8-90,5-24 90,3 0-180,17-6 135,6 4 0,8 1-45,2 2 0,8-1 0,3 2 0,0-1 0,-10 1 0,0-1 0,0 0 0,3 1 0,5 1 0,-9-1 0,4 1 0,3 0 0,2 1 0,1-1 0,1 1 0,0 0 0,-2 0 0,-1 0 0,-2 0-190,6 0 0,-3 0 0,-1 0 1,0 1-1,0-1 0,2 1 0,3 0 190,-6-1 0,1 1 0,1-1 0,2 1 0,0 0 0,1 0 0,0 0 0,-1 0 0,1 0 0,-2-1 0,0 1 0,0-1 0,0 1 0,0-1 0,0 1 0,0-1 0,-1 1 0,0-1 0,-1 0 0,-1 0 11,5 0 0,-1 0 1,-1 0-1,-1 0 0,0 0 1,0-1-1,1 1 0,0-1 22,1 1 1,2-1 0,1 1 0,-1-1 0,-1 0 0,-1 0-1,-3 0 1,-3-1 146,2-1 0,-2 0 0,-3 0 0,-3-1 0,-3-1 44,19-1 1,-10-2-135,0-6 360,-26-5-540,-12 9 407,4-7-3594,-6 10 2457,-9 1 1,-6-1 0,-11 0 0</inkml:trace>
  <inkml:trace contextRef="#ctx0" brushRef="#br0" timeOffset="5965">17997 4646 8972,'-4'-8'-990,"2"-2"990,1 4 360,1-4 180,-1-1 359,0-7-629,-1 6-180,2-2 180,0 9 0,0-2 90,-2 2-270,2 12 90,0 6-1,-2 36-179,1-14 45,-1 2 0,0 0-45,0-8 0,0 14 90,0-17-90,2-9 0,-1 5 0,5-21 90,1-13-90,3-15-90,-2-9-269,-1-13 179,-4 18 0,0 2 180,-1 22 0,-1 1 0,0 0 0</inkml:trace>
  <inkml:trace contextRef="#ctx0" brushRef="#br0" timeOffset="6596">18994 4660 9062,'6'-13'1979,"0"2"-990,-2 1-719,4 12-180,-5 2 360,9 31-360,-9-9 0,0 5 0,-2 4-46,-2-3 1,-1-1-45,0 19 0,-3-1 0,4-30 0,1-5 90,9-45-90,-5 16 0,0-15 0,0-9 0,-1 4-90,-4-15 45,1 14 1,0 1-1216,-4 2-1528,0 42 2788,2 3 0,2 23 0,5-1 0</inkml:trace>
  <inkml:trace contextRef="#ctx0" brushRef="#br0" timeOffset="7516">17763 5074 9602,'-3'-8'539,"0"0"-449,6 20 180,-2 12-270,3 2 90,-3 4-270,-1 3 0,1-17-2159,4 28 2339,-1-30 0,6 9 0,0-13 0</inkml:trace>
  <inkml:trace contextRef="#ctx0" brushRef="#br0" timeOffset="7933">17942 5156 8522,'-1'-14'1080,"-6"11"-991,4 3 91,-11 21-90,7-1-90,-3 16 0,7-9-180,6 1-89,12-11-1,11-11 180,-5-2 90,12-22 180,-23 1 89,-6-8 1,-5-1-90,-9-1-180,-16-8-809,-10 37 809,7 14 0,3 4 0,14 3 0</inkml:trace>
  <inkml:trace contextRef="#ctx0" brushRef="#br0" timeOffset="8350">18128 5201 8702,'-1'-11'1709,"-3"0"-1349,-11 15-270,4-2 270,-16 32-720,24 5 90,-1 4 0,23-7 0,20-29 180,-14-6 180,1-16 0,-3-4 0,-12 3 45,-2-11 0,-7-1-225,-25 8-180,-3-6-90,-3 21 360,4 14 0,15-3 0,-4 5 0</inkml:trace>
  <inkml:trace contextRef="#ctx0" brushRef="#br0" timeOffset="9032">18915 5174 8792,'-10'-10'1619,"3"1"-809,2 2 269,7-4-719,7 6-180,5-4-90,19 11-360,0 9 0,-2 10 180,-13-2-90,-27 7 0,-8 0 180,-2-3-90,-4 3 0,1-1 90,5-5-90,5 1-449,26-7-2738,20-10 3061,-3-1 1,7-10 0,-21 2 0</inkml:trace>
  <inkml:trace contextRef="#ctx0" brushRef="#br0" timeOffset="9466">19273 5181 10141,'0'-14'1799,"-12"8"-1529,-2 14-180,-10 7-90,-5 15-360,9 1 90,3 1 90,10-8-539,20-4 359,3-13 270,14-1 360,1-20 0,-9-4-180,-5-3 449,-16-15-269,-11 12-270,-12-8-719,-21 25 359,16 7-180,-8 10 540,21 5 0,8-6 0,-1 5 0</inkml:trace>
  <inkml:trace contextRef="#ctx0" brushRef="#br0" timeOffset="9866">19541 5240 9871,'-11'-15'2159,"-6"-1"-1259,-7 3-361,-2 3 181,-18 12-810,25 14 0,2 4-90,-12 4-405,25 11 1,10 1 314,7-16-180,12 6 0,6-7 450,-7-26 0,0-6 0,20 8 225,-24-22 0,-9-5-135,-24-3-360,-2 11 0,-4 4-2878,-25 3 3148,1 16 0,8 13 0,13 1 0</inkml:trace>
  <inkml:trace contextRef="#ctx0" brushRef="#br0" timeOffset="13950">19495 4856 8882,'24'-2'630,"-5"0"-406,9 3 1,6 1-90,-2 0 0,4 0-75,1 0 0,5 0 0,-2 0 0,-4-1 0,-1 1 0,3 0-218,6-1 1,3 0-1,2 1 1,1-1 210,-5 1 1,2-1 0,0 1 0,-1 0 0,-1-1-54,4 1 0,-1-1 0,-1 0 0,2 0 18,-4 1 0,3-1 0,-1 1 0,0-1 0,-3 1 4,-1-1 1,-1 0 0,-2 1-1,0-1 38,10 0 0,0 0 0,0-1 84,-10 1 0,0 0 1,0 0-1,-4-1 171,14-1 0,-8-1-225,0-2-270,0 0-719,-27 4 899,-2 1 0,-11 3 0,-7 0 0</inkml:trace>
  <inkml:trace contextRef="#ctx0" brushRef="#br0" timeOffset="21116">16929 4698 8882,'-2'-10'360,"0"0"0,3 5-1,0-1-359,-4 15 0,2-5 180,-7 26-180,4-11 0,-4 12 180,2-2 0,1-9 809,1 1-899,2-29 0,3-1 0,2-20-90,2 4 90,-1 7-90,0-7 0,-2 14 0,1-5 0,-7 38 0,-1-3-90,-4 23 90,3-13 0,1-2 90,2-11-90,6-9 90,2-19-90,3-2 0,6-32 0,-8 26 0,2-9 0,0 0 90,-1 8-90,2-11 0,-6 32-90,-5 30 90,0-7-135,-1 7 0,-1 1-45,1-5 180,0 7 0,3-16 90,4-24-90,-2 3 360,2-35-270,-4 16 90,0-22-360,-3 26-1169,-8 32 629,6-5 720,-7 38 0,11-27 0,-1 8 0</inkml:trace>
  <inkml:trace contextRef="#ctx0" brushRef="#br0" timeOffset="21735">16678 5099 9242,'1'-13'809,"-1"0"1,0 2-720,-5 8 90,0 6 0,-14 18-91,10-10-89,-5 9 90,8-1 0,7-7-180,6 11 0,14-5 1,-3-4-1,2 0-180,-9 2 180,-10 0 180,-3 10 0,-17-4-90,-7-1-2699,-13 1 2699,17-11 0,-3-3 0,19-10 0</inkml:trace>
  <inkml:trace contextRef="#ctx0" brushRef="#br0" timeOffset="21983">16676 5139 9332,'-10'-7'809,"11"-1"-539,12 1-1259,28-4-271,-13 6 1260,14-3 0,-25 6 0,6-2 0</inkml:trace>
  <inkml:trace contextRef="#ctx0" brushRef="#br0" timeOffset="22367">16948 5124 9332,'-13'1'2248,"-1"3"-1258,-15 22-720,2 10-360,1 1 0,10 1-270,19-18 270,0-6-270,17 2 180,-3-17 90,24-13 180,-13-4-90,3-5 540,-16-22-450,-12 24-45,-12-5 0,-5 1-495,-7 14 450,-5 7 0,-1 6 0,3 8 0,-8 13 0</inkml:trace>
  <inkml:trace contextRef="#ctx0" brushRef="#br0" timeOffset="24015">18538 4747 9062,'-1'-9'2338,"-1"0"-2248,2 23 45,-4 11 0,-1 4-135,1-1 0,1 0 0,-3 8 0,0-2 0,2-3 0,2-4 0,2-16-90,1 10 90,4-22 90,-2 2-90,2-8 0,0-22 90,-1 0 0,1-9 0,-4 11 0,0 1 0,1-5 0,-1-5-180,-3 41 0,0 10-90,-3 31 90,3-9 0,0-5-90,1 11 180,1-21-90,1 9 180,4-29-90,-2-7 0,3-25-90,-3 8-539,-1-5-1,-1 27-1529,-1 13 2159,0 16 0,-1 7 0,1-3 0</inkml:trace>
  <inkml:trace contextRef="#ctx0" brushRef="#br0" timeOffset="25016">18311 5590 9062,'-6'-10'2428,"-3"20"-2338,6-3-90,-3 15 0,-1 5-989,-3 15 719,0 0-180,3-9 450,10-17 0,0-8 0,3 4 0</inkml:trace>
  <inkml:trace contextRef="#ctx0" brushRef="#br0" timeOffset="25449">18484 5606 9961,'-11'2'360,"0"3"-90,-1 7-180,0 2 0,-6 9-90,8-4-180,4 5 90,6-10-450,14 9 270,-4-12-269,12 18 539,-13-18 0,0 7 90,-9-12 90,-9 8 89,0-3-89,-7 4-180,-5 2-359,9-9 359,-7 3 0,17-15 0,-3-2 0</inkml:trace>
  <inkml:trace contextRef="#ctx0" brushRef="#br0" timeOffset="25666">18482 5647 8432,'-22'-13'2699,"2"0"-2070,14 9-809,25-8-179,-8 7 359,15 0 0,4 0 0,-6 3 0,21-2 0</inkml:trace>
  <inkml:trace contextRef="#ctx0" brushRef="#br0" timeOffset="26067">18715 5613 10681,'-16'14'2429,"-12"13"-2250,16-16 226,-11 16 0,-1 2-315,9-9-45,-5 9 0,5 0-135,15-13-180,14 8 180,6-20 0,25-17 270,-13-23-90,-4 7 0,-14-9 90,-32 7-360,2 16-675,-5 1 1,-4 4-2423,-11 13 3174,-4 4 0,8 5 1,9-1-1</inkml:trace>
  <inkml:trace contextRef="#ctx0" brushRef="#br0" timeOffset="31725">14984 4261 8792,'-7'-5'180,"0"1"180,1-2 89,3 2-269,-5 32-90,7-6-60,-1 8 0,1 9 0,-1-1-120,1 7 0,-1 0-270,0-4 0,0 1 1,0-3-316,-1 0 1,-1-5 674,-2 10 0,4-36 0,0-4 0</inkml:trace>
  <inkml:trace contextRef="#ctx0" brushRef="#br0" timeOffset="32284">14827 4282 8342,'-4'-9'720,"12"-8"-91,35-4-539,-11 3 45,9 8 0,2 3 45,-6 5-180,-11 0 0,0 3 180,18 21-90,-29 9-45,-4-3 0,-8 5-15,-18-1 0,-9 1 0,1-2-30,1 3 0,-2-2-30,-4-3 0,-2 0 0,4-5-60,-1 0 90,12-7-90,47-19 0,6-3 90,9-5 90,-5 20-90,-31 1 0,4 28 0,-2 8 0,-7-22 0,0 1-30,2 9 0,2 5 0,-1-6-3247,10 12 3072,2-7-3072,13-21 1587,-10-18 1310,20-6 1,-15-14 0,3-6 0</inkml:trace>
  <inkml:trace contextRef="#ctx0" brushRef="#br0" timeOffset="32934">15643 4391 330,'0'-18'1889,"-1"2"1387,0-4-2131,-10 10 443,4 9-1318,-18 24 0,-2 15-135,7-6 0,1 3-135,-2 1 0,-1 4 0,2 2-120,7 2 0,3 0 0,1-3 120,0-4 0,3-1 250,7 16 0,9-8-430,11-28 90,7 5 0,14-43 90,-23 7-45,-3-5 0,-2-2 45,-10-2 3276,-1-6-3250,-10 4-296,1 9 180,5 1 0,13 6 90,8 1-90,16-1 90,-2 6 0,-6 2 0,-7 6 0,-23 32 0,0-16 0,-5 25 45,-2-13 0,1-2-135,0 6-135,0 2 1,4-1-2475,11-7 2699,3-7 0,9-18 0,-3-13 0</inkml:trace>
  <inkml:trace contextRef="#ctx0" brushRef="#br0" timeOffset="33234">15924 4527 9152,'-5'-22'899,"0"5"1,3 6-810,-1 15 359,-1 20-359,0 12 0,1 2 0,0 2-135,1-6 0,0 0-225,-1 8 1,1-2-1,1 8-1125,1-20 1,0-4 315,1-8 1079,0 9 0,0-19 0,1-3 0</inkml:trace>
  <inkml:trace contextRef="#ctx0" brushRef="#br0" timeOffset="33684">15908 4491 8882,'-7'-13'989,"5"3"-809,4-3-90,2 8 90,26-5-180,-4 6-180,21 5 0,-16 14 90,-12 7 0,-26 24 90,-15-6 0,7-16 0,-2 2-90,3-2 1,3 1-451,10 15 270,13 4 90,13-13 90,-3-2 90,-13-3 135,-20 5 0,-9 3-1651,-7-3 0,-3 1 1456,3-3 0,-2 1 0,1-1-264,1-5 0,-1-1 0,4-2 0,0-1 0,5-3 0,-5 10 0</inkml:trace>
  <inkml:trace contextRef="#ctx0" brushRef="#br0" timeOffset="36383">9408 3976 9242,'-5'-37'2158,"-1"12"-1258,-7-1-450,-13 23-270,-2 10 0,-2 9-1273,4 8 1,1 6 0,0-1 829,-4 0 1,2 2 359,8 1 1,2 3-1,10-2-322,19 2 1,11-3 44,3-3 0,6-4 120,-2-5 0,4-1 0,2-6 120,4-8 0,3-8 0,-3-3 75,4-4 0,-3-6-90,0 0 0,-8-8 194,-20-5 1,-8-7 0,-6 1-60,-9-4 0,-7-2-90,2 0 0,-3-2 0,-6 6-964,-13 11 1,-7 8 0,3 2 693,1 0 0,2 6-153,-12 7 0,7 13 333,23 19 0,8 6 0,4 7 0,6-3 0,-1 0 0</inkml:trace>
  <inkml:trace contextRef="#ctx0" brushRef="#br0" timeOffset="36849">10295 4007 8776,'-11'-17'1979,"1"-1"-494,9 9-1305,7 3 356,3 5-356,20 8-270,4-7 90,11-1 0,-6-13 0,-1-4 0,-3-3 0,-2-4 0,-4-2 90,-11-2 232,1-4-322,-15 62-90,1-3-60,-3 4 0,-1 7 0,3-3-1489,3 1 1,3-3 1001,-2 2 1,3-3-1003,5-8 1,0-5 1103,-1-7 1,4-4-1,-11-7 1</inkml:trace>
  <inkml:trace contextRef="#ctx0" brushRef="#br0" timeOffset="37065">10476 4298 10051,'-11'5'1529,"7"2"-629,27-6-540,14-2-405,9-5 0,7-5-365,-15 2 0,1 0 1,-1-1-1,10-3 1,-3 0-1,-4-1 0,1 1 1</inkml:trace>
  <inkml:trace contextRef="#ctx0" brushRef="#br0" timeOffset="38246">8309 3558 10051,'15'-24'674,"9"13"1,7 3-495,10-4 0,11 1-80,-20 8 0,5 1 0,5 1 0,3 1 0,3 0 0,1 1 0,1 0 0,1 1 0,-2-2-374,-4 1 1,1 0 0,1 1 0,1-1 0,1 1 0,1 0 0,-1 0 0,1 0 0,-1 0 0,0-1 0,-1 1 0,0 0 105,-1-1 0,-1 1 1,0-1-1,-1 1 1,0-1-1,1 0 0,-1 1 1,1-1-1,1 1 1,1-1-1,2 1 154,-5 0 0,2-1 0,3 1 1,1 0-1,1 0 0,1 0 1,-1 1-1,1-1 0,-2 0 1,-2 0-1,-1-1 0,-3 1 0,-3-1 1,-3 1-1,-5-1 36,21 0 1,-10 0-1,-3-1 1,6 1 67,-4 0 0,6-1 0,2 1 0,0 0 0,-2-1 0,-5 1 0,-7-2 314,13-1 1,-7 0 392,-1 0 0,-4 1-617,-1-1 90,-1 17-180,-24-4-1,6 17-44,-16-4 0,-3 5-15,-1 12 0,-1 8 0,0 2-48,0-9 0,1 3 0,-1 1 0,0 1 0,0-3 18,0 3 0,-1-2 0,1 0 0,0 2-18,1 0 0,0 3 0,1 0 0,0-2 0,-1-7 534,2-1 1,-1-6 0,1 1-517,0 2 0,1 0 0,-1 1 0,-1 5 0,0 1 0,0-8 0,-2 4 0,0-4 0,-2-5 0,-7-19 0,-21-8 0,8-4 30,-10-4 0,-12-3 0,-3-1-481,7 2 1,-4-1 0,-1 0-1,-1 0 1,2 0 450,6 1 0,1 0 0,0 0 0,-1 0 0,-1 0 15,0 0 0,0 0 0,-2 0 0,-1 0 0,0 0 0,-1 0 133,-1 1 1,-1-1 0,-2 0 0,0 1 0,1-1 0,2 1 0,2 0-149,-3 0 0,5 0 0,0 1 0,-2 0 0,-5-1 0,10 1 0,-5-1 0,-2 0 0,-2 1 0,-1-1 0,0 0 0,1 0 0,1 0 0,3 1 0,4 1 0,-14-2 0,6 1 0,1 1 0,1 0 0,-2-1-15,5 2 0,-2-1 0,1 0 0,0 0 0,3 0 0,3 1 15,-8-1 0,4 1 0,1 0-16,0 0 0,1 1 0,7 0-74,-2-1 90,4 1 0,1 0-90,7-1 90,-4-1 2833,4-3-2743,10 0 1598,-2-9-1688,11-4 0,-3-21 0,0 0 0,0-5-45,0 1 0,1-2-561,0 14 1,0-1 0,0-3 497,3-2 0,-1-5 0,2-2 0,0 2 0,0 6 63,0-10 0,1-2-45,0 8 0,2-8 0,-1-4 0,2-1 1,0 4-1,0 7-180,4 1 0,0 6 0,0-3 90,-1 0 0,0-2 0,0 0 1,1 7-1,2 0 0,2 10-3097,9 9 2679,-10 14 1,11 10-1,-10 5 1</inkml:trace>
  <inkml:trace contextRef="#ctx0" brushRef="#br0" timeOffset="38699">10097 3690 10051,'-4'-24'2339,"0"3"-1889,7 30-270,-1 12-91,-2 13 1,-1 16 0,-1 4 0,0-5-180,0-2 0,0-3 1,-1 7-380,1-11 1,-1 5 0,0 3 0,-1 1 0,1 0 0,1-2 0,-1-4 404,1 9 1,0-3 0,1-3 0,-1 1-1,0-1 1,0 1 0,0-3 0,2-2 0,1-4-1,1 0 1,0 1 0</inkml:trace>
  <inkml:trace contextRef="#ctx0" brushRef="#br0" timeOffset="51850">19697 3094 6363,'4'-21'1260,"0"0"-721,-4 7 451,-1-5-271,0 8-629,-1 15 90,-1 17-180,-2 23 45,1-15 0,0 0 0,1 2 0,0 1 0,-1 13 0,1-1-45,1-14 0,1-2 0,1 5 0,0-3 0,1-6 0,3-6 90,-1-9-90,1 0 0,12-13 0,-5 4 0,13-5 0,6-2 0,4 4 0,3 1-298,6-1 0,9 0 298,-13 2 0,7 0 0,5 0 0,3 1 0,-1-1 0,-3 1 0,-6 0-799,1 0 0,-6 0 1,1 0-1,11 0 799,-16 0 0,6 0 0,3 1 0,5-1 0,3 0 0,2 0 0,1 1 0,1-1 0,0 0 0,-1 1 0,-2-1 0,-2 1 0,-3-1 0,-5 0 0,-4 1 0,9-1 0,-8 1 0,-3-1 0,0 0 0,5 1 0,8 0-118,-14 0 1,4 0 0,4 0 0,3 0 0,3 1 0,3-1 0,1 1-1,1-1 1,2 1 0,-1 0 0,1-1 0,-1 1 0,-1 0 0,-2-1-1,-2 1 1,-2-1 0,-4 1 0,-2-1 0,-5 0 117,13 1 0,-5-1 0,-5 1 0,-1-1 0,-1 1 0,4-1 0,4 1-110,-6 0 1,2 0-1,3 0 1,1 0-1,1 0 1,1 1 0,0-1-1,0 0 1,-1 0-1,-2 0 1,-1 0 0,-3-1 109,8 0 0,-1-1 0,-1 1 0,-1-1 0,-2 0 0,-2 0 0,-3 0 0,-3-1 0,4 1 0,-5 0 0,-1 0 0,6-1 0,1 0 0,5 0 0,3-1 0,1 0 0,-1 0 0,-3 0 0,-7 0-290,11-1 0,-6-1 0,0 1 290,0-1 0,1 0 0,2 1 0,-3 1 0,2 0 0,0 2 0,-7-1 377,2 0 0,-3 1-317,3 1 0,3 0 0,-8-1 120,0 2 90,-1-2 1698,-8 0-1788,-16 0 1709,7-2-1799,-13 2 3186,1 0-3211,-7-7 902,-2 3-967,-13-16 0,-13-19 0,9 12 0,4 4 0,3-1-90,5-11 90,3 9 0,2-2 0,1-3 0,1-2 0,3-12 0,-1-3 0,-2 13 0,-1 0 0,0 2 0,1-8 0,-1 1 0,-4-3 0,-2 5 0,0 10-90,-2 4 90,4 14 0,-2 8 0,-3 7 0,-1 2 0,-5 4 0,-8-3 0,-3 0 0,3-2 0,-3-2-30,-17 1 0,-7 0 0,2-1-1063,10-3 1,1-1 0,-5 0 1057,4 0 1,-4-1 0,-3 0 0,-2 0 0,-1 0 0,0-1 22,6 0 1,-1 0 0,-2-1 0,0 0 0,0 0 0,1 0-1,1 0 1,1 1-159,-6-1 0,3 0 0,0 1 0,0-1 0,0 0 0,-1 0 170,3 0 0,-1 0 0,0 0 0,-1 0 0,0 0 0,0-1 0,0 1-156,-4-1 0,-1 1 0,-1-1 0,1 0 0,1 0 0,2 1 0,5 0 178,-4 0 1,7 0 0,-2 0-1,-8 0-109,13 0 1,-4 1 0,-5-1-1,-2 0 1,-3 0 0,-1 0 0,-1 0-1,2-1 1,0 2 0,3-1 0,4 0-1,3 1 87,-7-1 0,4 1 0,3 0 0,1 0 0,-2 1 0,-4-2 0,3 2 0,-3-1 0,-2 0 0,-2 0 0,1 0 0,0 0 0,2 0 0,3 0 0,4 1 0,-5-1 0,5 0 0,2 1 0,0 0 0,-4-1-15,-4 1 0,-4 0 0,-1 1 0,0-1 0,4 1 0,6-1 15,-4 0 0,6 0 0,-5 0-15,5 1 0,-5-1 0,-2 0 0,-1 1 0,3-1 0,4 0-15,-12 0 0,5 0 1,1 0 624,7 0 1,1 0 0,2 0-641,-10 0 0,3 0-45,2 0 0,5 0 0,-1-1-30,3 1 0,-6-1 0,6 0-60,-4-2-45,7 1 1,0 0-496,1 1-1529,6 2 2497,7 1 0,5 2 1,5 0-1</inkml:trace>
  <inkml:trace contextRef="#ctx0" brushRef="#br0" timeOffset="52449">20984 2728 7623,'-3'-8'719,"-3"-3"-269,2 4-180,-1-1-180,-5 14 90,1 15-135,1 7 0,1 7-1116,1 2 0,1 5 1,0-2 1070,0 4 0,1 0-329,0-2 1,1 2 0,0-3 193,3-2 1,1-3-181,-1-1 0,1 0-495,2 1 1,1-3 809,0-4 0,3-13 0,-4-11 0</inkml:trace>
  <inkml:trace contextRef="#ctx0" brushRef="#br0" timeOffset="52832">21622 2855 7982,'-4'-12'90,"1"0"360,-3-1 180,2 1-450,2 25-180,0-3 60,-1 19 0,-1 13 0,0-2-1699,-2 2 1,-1 2 1609,2-9 0,-1 3 0,0 2 1,2-2-1028,-1 8 0,2-1 0,0-4 336,2 1 1,2-3 719,1 1 0,5-6 0,10-16 0,4-5 0</inkml:trace>
  <inkml:trace contextRef="#ctx0" brushRef="#br0" timeOffset="53116">22541 2937 8252,'12'15'630,"1"29"-585,-10-20 0,-3 3-1138,-1 8 1,-2 4 0,-1-2-55,-2-1 0,-1 1 631,-1 7 0,-2 3 0,2-6 381,3-14 0,1-2 135,-2 11 0,4-6 0,10-17 0,2 0 0</inkml:trace>
  <inkml:trace contextRef="#ctx0" brushRef="#br0" timeOffset="53400">23241 2976 8522,'0'15'180,"-1"0"-90,-3-2 0,-6 33-90,3-15-90,1-1 0,-1 6 0,1-3-90,2-8 0,0 1-450,-3 20 1,1-2 629,4-6 0,1 6 0,2-19 0</inkml:trace>
  <inkml:trace contextRef="#ctx0" brushRef="#br0" timeOffset="53633">23837 3000 7803,'9'-9'269,"-1"2"91,-4 25-270,-2-5 0,-2 25 0,-2 11-90,0-2 0,-1 2-270,2-5 0,0 2 0,1 0-823,1 2 1,1-1 0,1-3 857,2 4 1,2-1 0,1-10 0,1 2 0,0-1 0,4 9 0,-1 0 0</inkml:trace>
  <inkml:trace contextRef="#ctx0" brushRef="#br0" timeOffset="637999">1645 2921 7623,'-1'-16'1799,"0"3"-1170,1 3 900,1 4-1259,2 15-180,-1-4 180,2 43-180,-4-5-90,0-12 0,-1 1 0,0-4 0,-1-1-45,-1 3 0,-1-2-45,-2 18 0,1-1 0,1-21 0,3-5-90,2-9 0,14-27 90,-4 1 90,1-8 0,1-2-89,-4 1-1,9-16 0,-7 19 90,6-6-90,-6 15 0,11 4 0,11 3 90,-6 1 0,10 0-90,-12-2 90,11-10 0,-11 4-90,6-18 90,-21 9 0,2-6 0,-8-22-90,-6 19 90,-6 20 90,-5 47-45,4 6 0,2 7-15,2-14 0,1 0 0,1 1-30,2 3 0,1 1 0,1-2-45,1 4 0,2-3-135,3-3 0,1-5-90,3-6-359,2-13-1890,2-15 2519,-4 0 0,6-10 0,-5 0 0</inkml:trace>
  <inkml:trace contextRef="#ctx0" brushRef="#br0" timeOffset="638279">2167 3167 8702,'3'3'1259,"-1"1"-1169,1 11-180,1 16-899,-1-3-180,0 4 1169,2-7 0,0-15 0,3 2 0</inkml:trace>
  <inkml:trace contextRef="#ctx0" brushRef="#br0" timeOffset="638532">2208 2912 8792,'0'-10'-1169,"1"0"1169,5 10 0,-4-2 0,3 5 0</inkml:trace>
  <inkml:trace contextRef="#ctx0" brushRef="#br0" timeOffset="639016">2439 3063 8702,'-12'10'1709,"-9"10"-1799,-10 6 0,6 3-180,50 10 180,-5-20 45,11 3 0,1 2 45,-9 5 0,0 9 0,-38-7 0,-10 0 0,8-11 0,-2-2-379,-11 12 0,0-3-251,3-6 630,10-7 0,20-17 0,6-6 0</inkml:trace>
  <inkml:trace contextRef="#ctx0" brushRef="#br0" timeOffset="639350">2700 2933 8072,'-4'-19'900,"1"4"-450,-1 0 629,0 4-899,0 13 0,0 5 89,-2 34 1,1 14-360,2-18 0,0 0 1,2 3-159,-1-2 1,2 3 0,0 0-1,0-4 68,-1 16 0,2-6-45,2-16 1,4-6-596,10-6 1,0-8 0,8 2 0</inkml:trace>
  <inkml:trace contextRef="#ctx0" brushRef="#br0" timeOffset="639566">2658 3206 9242,'21'-16'449,"8"-1"-1393,-2 8 0,2 2 944,15-5 0,-15 4 0,-1 1 0,4 0 0</inkml:trace>
  <inkml:trace contextRef="#ctx0" brushRef="#br0" timeOffset="640137">2912 3449 9422,'1'9'2608,"2"-2"-2248,9-7-270,-3-3 0,11-10-270,-6-13 0,-2-4 0,4-10 135,-5 10 0,-3-3-135,-8 0 0,-4 3 0,0-1 1,-4-18-1,2 35 90,6 19 90,3 0-180,25 12 180,8-10 0,5 2 90,5-5 0,-27 2 90,5 8-90,-20-2-90,-2 5 179,-3 5-179,0-2-359,3 21 179,0-20-1619,10 15-270,-2-25 2069,4 5 0,2-12 0,-1-2 0</inkml:trace>
  <inkml:trace contextRef="#ctx0" brushRef="#br0" timeOffset="640533">3524 3206 9062,'1'-10'1709,"-2"-3"0,-5 5-1439,-6 5 179,-9 11-359,-4 21-180,6-6-225,9 3 1,4 1-406,16 5 630,-5 4-180,25-18 180,-4-42 180,-6 4 0,-11-3 0,-7-3-45,-13 3 0,-4 3-315,-12-11-179,-10 7 449,9 31 0,15 0 0,-1 7 0</inkml:trace>
  <inkml:trace contextRef="#ctx0" brushRef="#br0" timeOffset="641233">3857 3151 9691,'-17'-14'1889,"0"0"-1619,7 11-90,-2 5 0,3 9-90,2 3 90,0 18-180,3-14-90,1 7 0,0 3-360,2 17 270,1 0 0,2-12 90,13-44 90,-8-1-45,5-15 1,0-6-1,-5 6 0,-1 0 0,2-2 0,0 1 45,4-15-90,1 37-180,2 19 270,-2-2-90,-2 6 90,-9-12-90,5 1 0,3-5 90,5-4 0,4-11 0,3-4-45,2-2 0,1 1 45,3-2 0,0 5 90,21 10-90,-22 47-180,-12-7 0,-1 1-90,-4-7 1,0-2-601,14 16-1379,-2-34 2249,-8-6 0,15-4 0,-1-4 0</inkml:trace>
  <inkml:trace contextRef="#ctx0" brushRef="#br0" timeOffset="641683">5227 2815 9332,'2'-14'1979,"-1"2"-1440,-15 12-269,-7 7-270,-11 7-90,8 5 0,1 3-90,-3 13 90,10-13 0,5-1-90,8 6 1,13-3-181,13 4 90,4 1 180,-7-11 0,1 1-90,-2 1 0,-1 0 135,-6 3 0,-3 0 45,-1 17-45,-22-16 0,-6-3-135,-10 0-180,5-7 1,2-1 359,0-2 0,7-3 0,11-6 0</inkml:trace>
  <inkml:trace contextRef="#ctx0" brushRef="#br0" timeOffset="642333">5615 3180 9062,'-9'-2'3276,"2"0"-2504,10-4-593,0 3 271,22-12-270,-9 7-90,12-9-90,-3-4 0,-11 6-180,0-26-180,-30 15 270,1-3 90,-13 15-90,4 25 0,0 5 90,-1 4 0,3-2 0,1 2-89,1 15-1,10 5 0,7-14 0,3 1 45,5-1 0,3-2 45,8 12-405,12-17 0,2-4 135,-4-5 90,0-2 1,3-3-3098,19-14 2621,-22 3 1,-1-3-1,0-1 1,-2-5 0</inkml:trace>
  <inkml:trace contextRef="#ctx0" brushRef="#br0" timeOffset="643000">6071 3112 9781,'-3'-17'2429,"-13"-4"-2069,2 12 180,-24-1-271,1 21-359,5-1 0,2 15-179,21-5 179,3 0-90,4-1-360,15 11 270,-2-13 0,17 11 1,10-31 269,-13 2 89,17-26 91,-26 4-90,-1 1 0,-4 11-90,-10 22 90,2 5-90,-3 8 0,-1 5 45,0 6 0,1 2-90,-1 6 0,0 3-15,1-5 0,-1 2 0,1-2 105,-1 1 0,0-3-45,1-1 0,-1-4 180,-5 1-90,-3-32 0,-7-5 90,-5-13-180,3-2 135,1-2 0,1-4-45,5 0 0,2-2-90,-2 0 0,2 0 45,8-5 0,4 4-135,7 2-180,14 0 0,6 0-1369,0 6 1,1 1 1554,3-4 1,1 0-1,-3 4 1,-3 1 0,3-4-1</inkml:trace>
  <inkml:trace contextRef="#ctx0" brushRef="#br0" timeOffset="643202">6511 3144 10771,'7'-7'719,"2"1"-719,-1 7 0,-3-1 0,0 3 0</inkml:trace>
  <inkml:trace contextRef="#ctx0" brushRef="#br0" timeOffset="644096">3612 3653 9422,'3'-11'1889,"-1"1"-1620,3 18 271,0 16-450,0 2 90,-2 6 0,-1 9 0,-1-1-90,0 6 0,0 2-131,-1-10 1,1 4 0,-1 1 0,0-1 85,0 0 0,-1-1 0,1 0 0,-1-2 15,0 2 0,0-2 0,-1-2-18,0 15 0,1-6 138,-1-1-90,2-33 90,-1 6 359,1-3-269,0-2 0,0-1 166,3-5-346,1-4-90,7 0 0,-2-3 0,19-2 0,8-1 45,3 1 0,3 0-1138,-3 0 1,3-1 0,-1 0 1023,-7 2 1,-1-1 0,3 1 23,6-1 0,4-1 0,1 1 0,-2-1-198,4 0 0,-1 1 0,1-1 243,-11 1 0,2-1 0,-2 1 0,-1 0-30,6 0 0,-2-1 0,-10 1-510,-9-2 91,6-1-2828,-19-3 2837,-9-2 0,-2 2 0,-2-2 0</inkml:trace>
  <inkml:trace contextRef="#ctx0" brushRef="#br0" timeOffset="644516">4483 4309 11940,'14'-3'810,"17"7"-630,-8 4 0,3 2-180,4 2 0,1-1-45,-1 1 0,-1 0-135,17 7 90,-28-11 0,4 5 0,-18-7 90,2 5 0,-18 6-90,-11 10 90,3-1 0,-6 2-180,11-6-180,-1 0 90,1 0-2788,-7 17 1439,14-24 1619,-7 13 0,14-20 0,0-1 0</inkml:trace>
  <inkml:trace contextRef="#ctx0" brushRef="#br0" timeOffset="646566">3956 4490 8342,'0'-11'3276,"1"3"-2504,1 23-682,-1-7-90,0 16-90,0-1-180,0 17-270,1 2-269,0 2-2468,0-23 3151,2-18 1,-1-6 0,1-6 0</inkml:trace>
  <inkml:trace contextRef="#ctx0" brushRef="#br0" timeOffset="647082">4444 4501 11400,'0'26'270,"0"-5"-719,4 4-91,-2-9 540,7 17 0,-5-19 0,3 4 0</inkml:trace>
  <inkml:trace contextRef="#ctx0" brushRef="#br0" timeOffset="648665">3749 4093 8612,'1'-11'599,"1"5"1,-2 3 0</inkml:trace>
  <inkml:trace contextRef="#ctx0" brushRef="#br0" timeOffset="655683">4171 3807 9602,'11'7'359,"0"-3"1,-14 0 0,-1 0 0</inkml:trace>
  <inkml:trace contextRef="#ctx0" brushRef="#br0" timeOffset="662799">888 7231 8522,'34'4'1529,"11"-4"-1499,-14 4 0,6 1 0,1 0-30,7-3 0,2-1 0,-1 0 30,-3 1 0,0-1 0,-2 0-30,-6 0 0,0 0 0,-3 0-800,5-1 1,-7 1 799,-14 1 503,5-2-503,-8 2 263,-4-2-353,4 1 90,0 0 0,-2-1 923,-1 2-383,-4-1-360,0-6-180,-2 1 180,1-15-90,-1-3 0,1-20-90,-3 2 0,-1-7 0,0 1 0,0-4 0,0 0 0,0 6 0,0 0 0,0 0-30,-1-8 0,1 0 0,0 6 30,0 14 0,1 2 0,0-14 0,1 3 0,1 3 0,0 3 0,-1 3 0,0 10 0,1-9 0,-3 21 0,2-16 90,-2 12-90,1-3 89,-1 5 451,0 5-270,-1 0-180,-2 3 0,-9-1-90,1 2 45,-16 1 0,-2 0-45,0 0 30,-10 0 0,-10-1 0,4 1-30,9 0 0,0-1-30,-4 1 0,-4-1 0,4 0 30,0 0 0,5 1-90,-13-3-90,-2 2 0,18 1 90,5 0 90,7 1-90,11 1 0,1-1 90,1 3 90,5 15 0,3 19 0,2 11-45,-2-16 0,0 3 0,0 12 0,-1 5 15,0-3 0,1 3 0,0-1-30,0-7 0,-1 0 0,1 0 0,0 4 0,-1-1 0,1-3-30,0-5 0,0-4 0,1 5 0,-1-8 0,1-2 90,1-3-90,-1 0 0,1-1 0,-1 1-180,1 4-270,-2-16 450,0-2 0,-1-10 0,-1 1 0</inkml:trace>
  <inkml:trace contextRef="#ctx0" brushRef="#br0" timeOffset="668436">6062 3959 8522,'-1'-11'630,"1"0"-540,3 26-90,-3-8 90,1 17 0,-2 4-90,0 11 0,-1-12 0,2 1 0,0 4 0,1-3 0,1 0 0,0 0 0,3-4 269,15-11-269,-7 8 90,10-19-90,-12-5 90,30-3-90,-11 3 0,1 1 0,-3-2 0,1 1-360,21 1 1,-2 2-1440,-9 0 1799,-10 0 0,-2 0 0,-3 0 0,-14 0 0</inkml:trace>
  <inkml:trace contextRef="#ctx0" brushRef="#br0" timeOffset="668871">6796 4128 7713,'3'-8'1349,"1"0"-720,-2 2-269,0 2-90,2 14-90,-4 2-90,1 17-90,-4 11-90,0 7-1549,4-11 1,0-1 1163,1 7-209,5-9 1,2-4-1116,1-15 1233,5 10 0,-6-22 1,-2-2-1</inkml:trace>
  <inkml:trace contextRef="#ctx0" brushRef="#br0" timeOffset="669369">7100 4189 8432,'7'-9'990,"-1"0"179,-3 5-1079,-12 26 180,1 13-270,-5 9 0,11-13 0,3-2 0,2-6 0,12 12 0,13-22 90,0-8-45,-3-10 0,-1-5 134,-8-10 1,-5-5-135,-1-2 0,-5-1 0,-6-4 0,-9 1-225,-23-1 1,-4 5-91,3 0-135,-1 11 0,1 7-1844,15 17 2249,0 4 0,1 4 0,5 1 0</inkml:trace>
  <inkml:trace contextRef="#ctx0" brushRef="#br0" timeOffset="669616">7728 4347 9602,'7'-8'-2609,"-2"-3"1789,-7 6 1,3 0 0,-4 3 0</inkml:trace>
  <inkml:trace contextRef="#ctx0" brushRef="#br0" timeOffset="672052">6297 4975 9152,'-5'5'2788,"3"-3"-2698,3 24 0,0-13 0,2 29-90,-2-23 0,-1 12 0,0-2-90,-1-12 90,-1 20 90,1-28-90,0 4 0,3-30-90,3-2 45,4-9 0,1-2 45,5-7-45,1 3 0,3 0-45,8-3 0,-5 10 0,0 3 0,3 2 90,3 7-90,-15 17 0,3 4 1,4 15-1,1 14-45,-9-1 0,0 3-180,-1 0 0,-1-1 180,-2-2 0,0-2-405,2-5 1,2-6 539,9-10 0,3-4 0,1-11 0</inkml:trace>
  <inkml:trace contextRef="#ctx0" brushRef="#br0" timeOffset="672333">6975 5056 10861,'28'-4'-1170,"19"-2"1170,-23 2 0,8-1 0,-26 5 0</inkml:trace>
  <inkml:trace contextRef="#ctx0" brushRef="#br0" timeOffset="672516">6950 5211 8972,'0'8'1709,"3"-2"-1259,21-7-990,17-3 71,0-3 1,3-1 0,-12 2 0,0-1 0,10-2 0,-1 0 0</inkml:trace>
  <inkml:trace contextRef="#ctx0" brushRef="#br0" timeOffset="674366">7609 4816 8342,'10'-9'1979,"0"5"-1709,-6 12 0,-3 7 90,-10 29-226,-1-10 1,-1 2-135,1-3 0,-1-1 45,-1 4 0,0-2 45,0 2 0,15-22-90,7-8 0,9-14-90,13-7 90,-17 10-359,30-6 269,-30 9-90,35-3 90,-19-6 90,-1 4 90,5-19-90,-27 17 180,12-17-90,-15 21 89,-2 13-89,-4 3-45,-6 19 0,-2 9-90,5-1 0,1 2-45,-2 2 0,2 1-135,3-2 1,5-4-3053,14-8 3106,-8-16 1,4-14 0,-11-8 0</inkml:trace>
  <inkml:trace contextRef="#ctx0" brushRef="#br0" timeOffset="674916">7763 4696 8702,'-24'-34'989,"-2"1"-89,-6 13-540,-1 10-180,-11 6-90,12 15 59,7 8 1,-3 8 0,4-2-105,4-7 0,3 4 45,-1 10 0,-2 10 0,2 5 0,3 0 0,6-4-150,13 5 0,7-3 0,-1 2 60,-10-3 0,-3 3 0,2-1 0,10-3-113,16-3 1,10-1 0,3-5-1,-7-8-552,-6-9 0,1-4 642,6 1 1,8 2-1,0-2 1,-7-4-68,15-8 90,-14-7 0,8-3 0,1-3 0,-7 2-45,-4-2 0,-2-1 45,8-2 0,4-3 0,-4-6 30,-6-9 0,-4-5 0,-4 0-75,-3 0 0,-3-4-671,-3 2 1,1-5 0,-2-1 0,-6 6 715,-5-1 0,-10 0-323,-5 6 1,-7-4 0,-4 2 0,0 6 322,-9-3 0,-9 9-128,3 9 0,-9 2 1,-3 2-1,0 2 1,7 5-83,0 2 0,3 5 0,-1 5-446,0 3 1,-3 5-1,-1 1 1,3 2 0,10-1 440,1 5 1,7 3 0,-4 12 0,7-1 0,12-3 0</inkml:trace>
  <inkml:trace contextRef="#ctx0" brushRef="#br0" timeOffset="675636">8485 5178 8792,'-4'11'1349,"0"10"-1169,3-10 180,-4 17-90,-7 15-810,-6 3 45,6-18 1,0-2-1935,-11 13 2261,8-18 1,1-3 0,3-4 0</inkml:trace>
  <inkml:trace contextRef="#ctx0" brushRef="#br0" timeOffset="676203">8887 4961 9332,'2'-9'1259,"4"-2"-719,8 1-360,2 1 89,29 5-269,-24 4 45,5 7 0,-4 4-135,-16 12 90,1 11-45,-17-8 0,-4-1-45,-1 3 1,-9 11-91,21-16 90,3-3 0,17 16-90,10-1 90,-6-8 90,-2 7-90,-31-4-90,-3-4-180,-3-5 0,-1-1-89,-5-2 449,-16 7 0,19-15 0,-9 3 0</inkml:trace>
  <inkml:trace contextRef="#ctx0" brushRef="#br0" timeOffset="676715">8878 4893 3564,'-20'-27'629,"1"3"2339,0 7-2428,-1 5-90,-9-2 359,-19 23-569,22 13 0,1 9 0,0-2-195,-2-4 0,1 2-434,8 3 1,1 7 0,2 1-1,6-4 389,7 2 0,5-1-97,0-2 0,1 2 0,4 0-83,9 3 0,6 0 0,5-4 309,0-9 0,3-1 0,4-4 1,2-1-153,8-1 1,3-3-1,2-4 1,-1-3 22,-3-3 0,0-4 0,-1-3 0,-1-5 0,0-5 0,-1-3 0,-2-5 0,-6-4 120,-3-10 0,-7-5 0,-5 0-90,-4 6 0,-5 0 0,-7-2 104,-13-2 1,-9-3 0,-3 1 0,1 6-90,0 1 0,-5 5-90,-7 6 0,-9 0 0,0 3 0,8 8-224,-15 12-824,11 8 1,-6 5 0,8 0 1064,6 5 0,1 5 0,5 1 1,15-4-1</inkml:trace>
  <inkml:trace contextRef="#ctx0" brushRef="#br0" timeOffset="676966">9592 5389 12210,'-9'37'-675,"-5"-1"1,0-1 44,3-9-989,-4 5 0,2-2 1619,8-15 0,-2 8 0,2-8 0</inkml:trace>
  <inkml:trace contextRef="#ctx0" brushRef="#br0" timeOffset="677483">9963 5137 10951,'2'-9'2698,"0"-2"-2248,7 2-450,-3 2-90,32-3-180,-12 7-90,16-1 91,-21 11 89,-17 9-90,-28 22 180,6-13 0,0-2 0,4 1 0,10-5-180,12 22 90,5-15 45,3 0 0,1-1 135,-1-3-90,5 9-269,-19-9-991,-4 0-1438,-2 3 2788,-1-8 0,5-9 0,0-2 0</inkml:trace>
  <inkml:trace contextRef="#ctx0" brushRef="#br0" timeOffset="678266">9871 5130 9871,'32'-5'689,"1"0"1,-3 2 0,-1 2-600,0-1 0,-3 7 90,-4 12 0,-9 7-180,-16 2 0,-8 4 0,-4 14 0,-6 2-1093,-1-14 1,-3 0 0,1-3 604,-3 5 1,2-2 549,1 1 1,7-4-63,9-9 90,16 3 90,29-19-180,0-3 0,1-3 0,3-1-720,-2-1 1,0-1 719,1-2 0,-1-1 0,-6 1 0,-4-2 0,5-11 0</inkml:trace>
  <inkml:trace contextRef="#ctx0" brushRef="#br0" timeOffset="678819">9999 4824 9512,'-24'-22'899,"5"7"-539,-5 6 269,-4 10-539,1 1 120,0 15 0,-4 10 0,5-2-165,7-8 0,2 3 22,-7 14 1,-4 11-1,2 3 1,8-3-68,13-3 0,7 0 0,0 1-23,-6-3 1,0 1-1,1 0 1,6-2 44,8-1 1,4-1-1,4-2 1,1-4-23,5 1 0,2-5 0,6-2 45,3-1 0,5-2 0,2-3 0,1-4-123,3-5 0,2-5 0,0-3 0,0-4 78,-9-1 0,1-2 0,-1-3 0,0-2 0,-3-1 0,4-3 0,-2-2 0,-2-4 0,-8-7 0,-7-5 0,-5-6 0,-4-5 0,-6 0 0,-6 3 89,-14-5 1,-11 0 0,-4 1 0,3 0-90,6-1 0,2-2 0,-3 3 0,-8 4 15,-1 14 0,-6 1 0,-3 2 0,-3 4 0,1 4 0,1 4-600,-9 7 1,0 9-1,1 3 1,2-2-16,-4-4 0,2-1 1,2 5 55,-3 9 1,0 4 0,14 0 0,15 7 0,-3 6 0</inkml:trace>
  <inkml:trace contextRef="#ctx0" brushRef="#br0" timeOffset="679049">11137 5313 12300,'12'-5'210,"-5"2"0,-3 1 0</inkml:trace>
  <inkml:trace contextRef="#ctx0" brushRef="#br1" timeOffset="708129">19534 9914 13379,'-8'3'2029,"-3"0"-1583,-1-1-458,-1 0 211,-9 4 237,4 4 152,-2 1-119,7-2 521,0 3-277,1-5-58,-2 4 342,3-4 228,2-3-203,4 0 1285,-1-1-1427,16-4-763,7-4 223,7-2 126,13-7 25,-13 3-282,5-4 1,0 0 302,5-4-569,-3 2 0,0-1 172,-3 3 245,5-2 1,0 0 82,-6 6-198,15-9 0,-1 1-120,-17 8-89,7-4 1,1-1-57,-8 3-167,4-1 1,-1 0-282,0 0 149,10-3 0,0 0-392,-14 7 413,9-4 1,-1 1-425,-15 8-68,19-8-30,-14 5 524,22-9 218,-18 6 1,0 0 131,6-4 1,-1 1 29,-4 1 1,-1 0 40,10-6 0,-3 1 171,-3 2-122,9-4 0,0-1 148,-9 7-241,2-3 0,4-1 17,-4 3 0,-1 0-76,-7 3 0,0 0-20,6-2 1,0 1-70,8-3-57,8-3 46,-14 7 1,1-1-893,-1 0 1,-2 1 789,-3 2 0,-1-1-562,6-1 0,-1 0 395,6-3 110,0 0 1,2-1-23,-2 0 1,0-1 26,6-2 1,1-1 71,-2-1 1,1 0 23,-10 6 0,1 0 1,-3 0 48,-3 2 0,0 0-4,10-4 1,-3 1 1474,-11 5-1324,14-8 12,-19 8 595,12-5 1,0 0-628,-5 3-30,7-3 1,0 1-21,-15 8-18,6-3 0,1 0 7,-1 2-69,10-7 14,-15 8-49,-5 2 14,-6 2 72,2-1-7,0 1 53,-2-1-345,2 1-624,-5 0-388,2 1 1275,0 2 1,1 0-1,1 1 1</inkml:trace>
  <inkml:trace contextRef="#ctx0" brushRef="#br1" timeOffset="709682">22366 8636 11863,'10'23'-595,"5"9"346,-5-4 297,1-1 1,0 3 132,1 7 0,1 1-160,-3-8 0,0 0 24,2 2 1,1 2 0,-1-6-56,3 5 39,1-2 1,4 6 0,-1-1 77,2 1 0,-1-2-86,2 5 1,0-1-11,-4-5 0,-2-5 0,-2-2-7,5 13 86,-1-7 45,0-2 0,3 2-90,0-4 0,-1 0 0,2 2 0,0 1-45,-2-5 0,-1-2 90,7 17 0,-12-18 0,0 0 0,8 13-45,-4-8 0,-2-4-45,-4-8 0,17 21 90,-13-14-90,-1-1 0,-1 1 0,6 9 44,-6-5 1,0 0-45,5 11 0,-8-15 0,0 2 0,2 5 0,0 0 0,1 4 0,3 10 0,-9-21 0,0 0 0,7 15 0,-3-7 0,1 2 0,2 0 0,-1-3 0,4 8 0,2 3 0,0 2 0,-9-19 0,0 0 0,4 10 0,1 2 0,1 2 0,-1-3 0,0-2 0,-1-5 0,3 5 0,-2-7 0,-1-1 0,3 4 0,0 0 0,-8-13 0,0 0 0,8 17 0,8 7 0,-5-10 0,0 2-45,0-3 1,-1-2 44,9 12 89,-7-12-89,-18-21 0,6 5-89,-5-6 89,1 1 0,-2-3 0,-2-2 0</inkml:trace>
  <inkml:trace contextRef="#ctx0" brushRef="#br1" timeOffset="717668">20193 13093 11452,'-4'9'854,"1"8"-1148,7 1-24,-1 22 83,-1-6 17,1 9 231,-1-7 1,0-1-243,-1-4 2,0 7 0,0-2-56,-1-14 132,0 6 0,0 1 24,0-3 58,1 12 1,2 4 0,2-8 0,0 0-2,-1-1 1,0 1 102,4 3 0,1-4-58,-4-13 11,3 4 1,0 1-14,-1-3 14,4 3 0,1 3 13,1-4 0,1 1 0,4 4 0,-1-1 45,0-3 0,-2-3-45,7 7 0,7 7 0,-3-5 0,-10-12 0,2 0 0,0 0 0,-1-1 0,7 6 0,0-2 0,11 9 0,-14-13 45,9 7 0,2 0-45,-5-5 0,10 6 0,-1-3 0,-10-8 44,9 4 1,2 0 45,-3-3 0,8 4 0,0 0 0,0-1-45,-4-1 0,0-2-45,-8-5 90,9 3 0,0 0-90,-7-5 30,0 1 0,8 3 0,-4-3 60,-1 0 0,1-1-1161,1 0 0,3 0 1,-3-1 1070,-3 0 0,0-2 60,2-3 0,2-1 0,-6-1 30,0-1-90,6-1 0,0-1 90,3-3-45,-15 1 0,3-2-45,5-1 0,3-4 30,1-3 0,3-3 0,0-2-30,-8 1 0,1-2 0,-1-1 0,-1 2-296,5-2 0,0 2 0,-1-4 318,-3-1 1,0-4 0,-1 0-1,-4 1 1544,5-10 1,-3-2-1523,-7 10 1,1-4 0,0 0 0,-1 1-15,0-4 0,-2 0 0,-1 0 0,-1-1 0,0-1 0,-3 1 0,-2 2 0,-2-1 0,-1 4-30,0 1 0,-1 0 30,3-10 0,0-4 0,-2 7-30,0 0 60,-1 3 0,3-6 0,-3 6 1357,1-5-1327,0 5 0,0-1 0,-1-12 0,-4 23 0,-1 0 0,2-22-45,-5 21 0,0 1-45,1-15-720,-2 1-899,-1 19-1658,-12 16 3174,6 5 0,-14 11 1,8-3-1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6:24:38.671"/>
    </inkml:context>
    <inkml:brush xml:id="br0">
      <inkml:brushProperty name="width" value="0.09071" units="cm"/>
      <inkml:brushProperty name="height" value="0.09071" units="cm"/>
      <inkml:brushProperty name="color" value="#C00000"/>
    </inkml:brush>
    <inkml:brush xml:id="br1">
      <inkml:brushProperty name="width" value="0.12095" units="cm"/>
      <inkml:brushProperty name="height" value="0.12095" units="cm"/>
      <inkml:brushProperty name="color" value="#C00000"/>
    </inkml:brush>
  </inkml:definitions>
  <inkml:trace contextRef="#ctx0" brushRef="#br0">16584 1769 6183,'6'-15'1350,"-1"4"-811,-4 2-449,-2 14 90,-3 29-180,2-11 0,0 8 0,0 1-450,5 14-270,-1-20 1,1 0 719,2 14 0,2-17 0,-2-14 0</inkml:trace>
  <inkml:trace contextRef="#ctx0" brushRef="#br0" timeOffset="528">16606 1443 7173,'-27'-16'-180,"9"8"360,-22 9-45,20 13 0,1 5-90,-5-1 0,1 5 15,3 12 0,2 8 0,3-2-15,2 0 0,4 2-16,2 4 1,1 5 0,3-7-30,4-11 0,3-1 30,2 3 0,4 2 0,3-4-30,8-3 0,3-4 0,-6 6 0,5-5 0,21-12 0,4-14 0,-16-15 0,-2-8 0,2 0 0,2-4 0,-5-1-1208,0-5 0,-4-5 1208,-7-4 0,-3-6 0,-3-3-23,-6 5 1,-3-2-1,-2-1 1,0 2 22,0 3 0,-1 1 0,-1 1 0,-1-1 0,-1-6 0,1-3 0,-5 5 0,-8 12-186,-26 9 1,-5 15 95,18 5 0,1 7-270,-6 15 0,-2 9 1,8-1 359,2 12 0,9-6 0,3 1 0,7 5 0</inkml:trace>
  <inkml:trace contextRef="#ctx0" brushRef="#br0" timeOffset="963">17421 1817 7083,'10'-10'809,"-3"-2"-269,-5-1-540,-5 4 270,-16 3-180,3 8 0,-18 10-270,12 10 180,2-3-90,11 4-180,23 10 135,1-10 0,0 0 135,0 2 0,-1-1 45,2 0 0,-6-1 45,-17 1-90,-35 3-405,9-10 1,-1 1-91,5-4 0,2 0 495,1 0 0,5-1 0,11-2 0,8-5 0</inkml:trace>
  <inkml:trace contextRef="#ctx0" brushRef="#br0" timeOffset="1277">17841 1420 7263,'1'-35'180,"0"14"-90,1 16 0,-8 51-45,-1-10 0,-2 8 0,0 3 0,-1-2-865,2-6 1,1-1 0,-1 1 0,0 1 516,-1 0 0,0 4 0,-1 0 0,1-3 0,1-4 123,0 0 0,2-5 1,0-2 211,0 8 0,3-4 0,1 8 1,1-16-1,1-1 0</inkml:trace>
  <inkml:trace contextRef="#ctx0" brushRef="#br0" timeOffset="1626">17801 2024 7173,'-5'-17'719,"16"0"-629,6 10 0,14 3-90,-8 6 0,6 8 0,-17-4-45,-2 15 0,-6 7-45,-15 11 1,-4 3-46,6 5 0,-1 2 15,-1-16 0,0 0 0,2-2 120,5 3 0,3-3 0,8 4 0,5 0 0</inkml:trace>
  <inkml:trace contextRef="#ctx0" brushRef="#br0" timeOffset="2330">18445 2101 7173,'-10'-5'270,"-15"-1"-270,13 4 270,-30 4-180,0 15-90,0 0 0,16-2 0,2 2-180,-4 17 90,13-10 0,9 3 0,28-23 90,2-7 0,6-7 0,0-17 0,-13 10 0,1-4 0,-9 21 0,0 12 0,-1 1-90,18 16 90,9-15-45,-6-10 0,3-5 45,6-11 0,-1-4 0,-9 2 0,-2-2 135,9-15 0,-5 1 135,-7 7 89,-19 53-299,-12 3 0,-8 7 0,1 0-60,2-4 0,-1-1 0,0 2-820,-2 4 1,-1 5 0,1-3 0,4-8 671,3-10 1,1 0-123,-2 9 0,-1 5 1,2-5-631,2 3 900,1-7 0,2-4 0,5-15 0,0-6 0</inkml:trace>
  <inkml:trace contextRef="#ctx0" brushRef="#br0" timeOffset="2660">18663 1996 7173,'2'-14'360,"14"6"-3637,8 9 1073,3 2 2204,4 6 1499,-15-3-1409,17 14-90,-19-2 0,3 17 949,-25-4-859,-8 1-90,-14 0 0,4-11 0,-10 3 0,22-15 0,-2 1 0</inkml:trace>
  <inkml:trace contextRef="#ctx0" brushRef="#br0" timeOffset="3073">19039 2168 7713,'-9'-7'1169,"7"-1"-1079,17 3 0,5-1 0,7-3 0,2-2 0,11-17-90,-17 10 0,-2-2 0,-2-10-90,-24 5 90,-7 14 0,-2 3 0,-15 12 0,6 8-45,5 6 0,1 3 45,1 4-90,13 9 0,10 1-450,23-13 0,10-3 540,1 4 0,2-2 0,-8-11 0,1-3 0,-2-2 0,9-6 0,-1 0 0</inkml:trace>
  <inkml:trace contextRef="#ctx0" brushRef="#br0" timeOffset="3944">20047 2223 8072,'-32'-11'495,"5"1"0,-1 1-315,-10 8-135,12-2 0,-1 3-135,-3 15 0,2 6-135,10 5 0,3 2 180,-4-5 0,5 0-135,10 9 0,6-5 180,5-14-180,26 4 135,-8-28 0,-1-6 45,15-1-45,-8-10 0,-3-5 135,-17 9 0,-2 0-90,6-2 0,-2 1 0,0-11 0,11 20 0,1 9 0,4-1 0,-2 0 0,1-3 0,8-7 0,4-5 0,-3-2 0,-9 1 0,-2-2 0,0-1 0,5-3 0,0-2 0,-2-2 0,-2-2 0,-2-1 0,-3 3 0,0 0 0,-9 16 180,-26 64-135,-1-16 0,-6 8 0,-3 5 0,-2 4 0,0 0 0,2 0-338,3-4 1,0 1 0,1 0 0,-1 2 0,0 0 0,0 1 0,0-1 213,1-1 0,-1 2 1,-1 0-1,1 0 1,0 0-1,1-2 0,1-1 1,2-4 42,-1 4 0,1-3 0,2-1 0,2-2 0,4-2-144,2 14 0,5-3 0,10-13-90,32-14 360,-6-31 0,1-12-45,-7 0 0,-3-7 15,-5-7 0,-3-7 0,-5 4-91,-9 3 0,-5 2 121,0 2 0,-1 3 0,-8-16 180,0 6-180,18 11-90,11-5-920,17 8 1,8 1 649,-9 2 1,3-1 269,-8 4 0,4-2 0,0-2 0,-2 2 0,-1-2 0,-1 1 0,0-1 0,6-5 0,1-1 0,-1 1 0</inkml:trace>
  <inkml:trace contextRef="#ctx0" brushRef="#br0" timeOffset="4247">21501 1609 7173,'6'-32'719,"-1"0"1,2-11-90,-22 30-540,1 24 0,-6 14 0,-5 12 0,2-2-267,7-8 0,0 5 132,3-1 0,-2 9 0,-2 4 0,2 1 0,2-1 0,5-4-735,4 9 1,6-2-1,-2 0 780,-6-2 0,-2 2 0,1-2 0,6-5 0,13 10 0,6-15 0,2-26 0</inkml:trace>
  <inkml:trace contextRef="#ctx0" brushRef="#br0" timeOffset="5095">21544 1866 7533,'-10'-11'0,"6"-4"90,13 3 0,6-2-90,16-5-45,-9 7 0,1 0-45,11-6 0,-11 5 0,0-1-270,6-12 270,-3 0 0,-2-10 0,-3-4 180,-10 17 0,-1-1-45,5-9 0,-2 1 135,-3-1 90,-7 21-180,-4 9 45,-9 30 0,-5 22-68,3-14 0,-1 4 1,-1 2-1,-1 0-49,2-2 0,-1 2 0,-1 0 0,1 0 0,0-1-158,0 0 1,0 0 0,0 0 0,1-2 0,0-3 139,-2 5 0,1-2 0,2-6 0,-2 11 0,22-42-45,20-23 0,6-9 45,-10 9 0,1 1-30,4-2 0,3 0 0,-5 6 30,6 6 0,-8 24 0,-19 32 0,-1-8 0,8-9 0,5-3 0,5-7 0,12-12 0,5-11 172,-13-13 0,0-7 1,-2-2-203,-1 2 0,-2-1 0,0 0-15,9-14 0,-7 2 45,-16-5 0,-22 44-90,-4 15 90,-5 18 0,7-4 0,10 1 0,5 1 0,9-3 0,5-2 0,5-2-90,18-3-495,10-12 0,4-3 38,-22-4 1,0-1 0,20-2 0,-2-3 0,2-4 0</inkml:trace>
  <inkml:trace contextRef="#ctx0" brushRef="#br0" timeOffset="6074">23031 1666 6723,'-3'-12'630,"-13"38"-585,0 8 0,-2 13 0,-2 4 0,3-7-1138,4-12 1,2-4 0,-2 5 914,-4 9 0,-2 9 0,-1 1 0,1-4 0,5-12 1352,-4 10-1174,4-9 0,1-3 0,1-8 670,20-20-670,19-29 0,-8 7 0,3-2 0,13-11 0,1 2 0,1 2 0,-10 12 0,-3 7 2413,-9 15-2413,-4 9 0,-8 8 0,-10 3 0,-8-5 0,-4 0 90,-19 8-135,14-12 0,-2-4-405,-2-10 0,1-5 450,-1-4 0,-6-7 0,20-3 0</inkml:trace>
  <inkml:trace contextRef="#ctx0" brushRef="#br0" timeOffset="7311">23075 2162 7263,'2'-16'1169,"0"5"-629,-8-4-450,-2 11 270,-33 28-360,20 5 0,5 6-45,1-3 0,6 0-90,11-1 0,6-5 135,19-8-90,13-32 0,-21-10 0,-3-3 0,-3-15-180,-11 4 90,0 7 90,-2 8 0,10 13 90,-2 6 0,21-5-90,-11 3 90,8-4 0,0 0 0,1-1 90,17-8-90,-31 13 90,5-3-90,-12 7 90,6 8-90,-10 0 0,3 17 0,-7-5 90,2 20-90,1-10 0,2-3 0,2-1 0,5 0 0,8 5 0,-2-23 0,5-5 0,0-7 0,-3-1 90,14-14-90,-18 9 45,7-10 0,-1-2-45,-9 8 0,4-9 0,-2 2 0,-7 10 90,7-16-90,-9 20 0,6-12 0,-12 39 0,3-17 0,-13 34 0,-4-6 90,-5 7-90,2-5 90,5-9 0,23-35-90,13-6 0,4-5 0,-2 1 0,2 0 0,8-7 0,1 4-45,-13 11 0,-1 4 45,2 3 0,-6 10 0,-14 13 0,-6 14 0,-2 3 0,-1-8 0,2 2-90,-1 2 0,4-2 90,17 12 0,0-7 0,20-27 0</inkml:trace>
  <inkml:trace contextRef="#ctx0" brushRef="#br0" timeOffset="7896">24077 2123 7533,'-2'-11'270,"-7"0"-181,-2 8-89,-6 1 180,-22 17 0,-4 11-135,16 3 0,0 2-1138,-1-12 1,-3 0 0,5 1 605,6 8 0,9-2-922,13-3 1409,0-14-90,32 0 90,-16-15 0,17-15 0,1-5 0,-8-1 0,-2-5 0,5-10 0,-4 2 364,-9 10 1,-3 0 0,0-1-365,2-3 0,2-2 0,-1 0 0,-2 3 0,4-11 0,-2 2-45,1-1 0,-2 6 45,-6 14 0,0 8 0,-16 34 0,-9 20 0,0 2-60,1 2 0,0 2 0,0 1 15,2-10 0,-2 0 0,2 1 0,1-2-152,-1 10 0,1-1 0,4-8-73,6-4 7,17 3 1,3-24 0,11 4 0</inkml:trace>
  <inkml:trace contextRef="#ctx0" brushRef="#br0" timeOffset="8690">24434 2156 7173,'-20'1'540,"5"1"-450,-23 16-90,10 4 0,0 1-45,7-7 0,-1 0 0,-9 13 0,6-2-45,12-8 0,0 5 90,14-9-90,23-20 90,4-7 0,11-14 0,-7-4 0,-5 5 0,-14 23 90,-6 6-90,-17 33 0,1 1 90,2-4-90,10-4 0,3-21 45,19-18 0,4-10 45,4-12-90,-9 8 0,2-3 0,-4 3 90,6-16-1,-11 6 1,-2 3-90,-9 10 0,3-10 90,-15 24-90,-4 8-90,-2 3 90,2 7 0,5 5 0,7-3 0,7 3 0,2-9 0,3-2 0,-6-4 0,5 3 0,-3 0 90,3 7-90,-11 5 90,-5 4-90,-6 5 0,-2 0-675,5-2 1,3 1 674,2 5 0,7 13 0,10-27 0</inkml:trace>
  <inkml:trace contextRef="#ctx0" brushRef="#br0" timeOffset="9297">24947 2333 7083,'11'-28'899,"-5"11"-269,4-6-540,-15 25-90,2 0 90,-15 21-270,0 6 0,0 2 90,-6 11-90,2-3 0,5-2 1,14-14 89,19-12 180,18-31-1,2-4 181,2-5 180,-40 60-360,-5-1-45,-4 0 0,-3 1 0,1-7 0,-1-1 0,0 4 0,-1 1 0,-5 10 0,0 4-45,3-1 0,1 3 0,0-1-30,2-8 0,2-2 0,0 1-60,-3 19 0,0-13 180,-1-31-90,11-15 135,2-28 0,8-9-90,6 16 0,4 0-45,1-3 0,2-1 0,1 3-225,10-2 0,5 4-185,-5 9 0,3 2 1,-1 1-1,1 1 1,-1 2-1,8 0 0,-1-1 1</inkml:trace>
  <inkml:trace contextRef="#ctx0" brushRef="#br0" timeOffset="90090">12950 4664 6903,'-9'-3'3276,"21"2"-1065,4 1-1941,23 3-90,5-1-61,-1-2 1,9 0 0,-4 0-1712,-4 0 1,1 0 1609,-5-1 0,5 1 0,5-1 0,1 1 0,1-1 7,-9 0 1,2-1 0,1 1-1,1-1 1,0 0 0,1 0 0,-1 0 60,1 0 1,1 1 0,-1-2 0,1 1-1,1 0 1,-2 0 0,1 0 15,1 0 1,0 0 0,0 0 0,0 0 0,-1 0 0,-3 0 0,-3-1 170,11 0 0,-2 0 1,-6-1-1,-10 2-183,8-3-270,-23 1 180,-8 1 0,-14 0 0,-5 0 0</inkml:trace>
  <inkml:trace contextRef="#ctx0" brushRef="#br0" timeOffset="94407">17023 4596 7083,'-25'-3'1169,"2"1"-269,3-1 449,-1 0-719,2 0 629,3 2-1079,20 0 0,2 1 119,18 1 1,15 0 0,8 0-587,-10-1 0,7-1 0,5 1 0,4-1 0,2 0 0,1 0 0,-1 0 1,-3 0-1,-3 0 299,1 0 1,-2 1 0,-2-1 0,0 1 0,1-1 0,2 1 0,2-1-13,-8 0 0,3 1 0,0-1 0,2 0 0,1 0 0,0 0 0,0 0 0,-1 0 0,0 0 0,-2 0 0,-1 0-103,7-1 1,-1 0 0,-1 0 0,-1 0 0,0 0 0,-1 0 0,-1 0 0,0 0 179,2-1 0,-2 1 0,0-1 0,-1 1 0,0-1 0,0 0 0,0 1-52,-1 0 1,0-1 0,-1 1 0,1 0 0,-2 0-1,0-1 1,-2 0-170,11 0 1,1-1 0,-2 0 0,-8 0 0,-11 1 323,0-3-519,10-3-110,-19 1-2250,-1 0 2699,-9 3 0,-16-6 0,-9 0 0</inkml:trace>
  <inkml:trace contextRef="#ctx0" brushRef="#br0" timeOffset="102842">7741 4588 7353,'-9'-3'1799,"0"0"-540,4 1-270,-1 0-629,16-2-180,-3 3-90,16-3 150,14 1 0,13 0 0,-2 1-1311,-11 1 0,0 0 1,7-1 1114,-9 1 1,5 0 0,4-1 0,2 1 0,2-1 0,1 1 0,-1 0 0,0-1-25,-3 1 0,2 0 0,1 0 0,0 0 0,0 0 0,-1 0 0,1 1 0,-2-1 0,-1 0-159,5 0 1,-1 0 0,-2 0 0,0 0 0,1 0 0,1 0 0,4-1 154,-7 1 0,3 0 1,3 0-1,2-1 0,1 1 1,-1-1-1,-2 1 0,-2-1 1,-3 1-1,-6 0 1,-5 0-17,13-1 0,-9 1 0,5 0 149,-1-1 1,8 0 0,3 0 0,-2 0 0,-7 0 0,-12 0 300,11-3-225,-13 2 0,-5-1 44,-8-3-538,-10 3-181,-1 5 3003,-3 1-4982,0 5 2790,-2-2 1,0-2 0,-3-1 0</inkml:trace>
  <inkml:trace contextRef="#ctx0" brushRef="#br0" timeOffset="107591">4417 5624 7263,'-7'-5'2968,"-2"2"-1978,5 0-181,-3 3-719,12-2 0,-2 2 0,28-5 0,-10 2-90,10-1 90,18-2-90,-10 2 30,-8 1 0,5 0 0,3 0-30,-1-1 0,3 1 0,1 0 0,-4-1-717,1 1 0,-3 0 1,5 0 731,-3 0 0,5 0 0,3 0 0,0 0 0,-4 0 0,-6 1-15,14 0 0,-1 0 0,-7 0 0,6 0 0,3 0 0,0 1 0,-3-1 0,4 2 0,-2 0 0,0 0 0,-2 0 0,-7-1 0,-1 1 0,0 0 0,1-1 0,6 2 0,2 0 0,-1-1 0,-6 1-1340,6-1 0,-3-1 1340,-8 2 0,3 0 0,-1-1 0,-1 0 0,1-1 0,2 1-77,1-1 1,4 1-1,1 0 1,1 0 76,-4-1 0,3 1 0,0-1 0,-1 1 0,-2 0 0,1-1 0,-3 1 0,1 0 0,4-1 0,-2 1 0,5 0 0,2-1 0,-1 1 0,-5-1 0,-6 1 0,10 0 0,-2 0 0,-8 0 0,6 0 0,3 0 0,-1-1 0,-4 1 0,-4 0 0,-2 0 0,-1 0 0,1-1 0,1 1 0,1-1 0,-1 0 0,-2 1 0,6 0 0,-2-1 0,-1 1 0,-5-1 0,-2 1 0,1-1 30,0 0 0,1 1 0,-2-1-30,8 0 0,4 0 0,-3 0 0,5 1 0,2-1 0,-5 0-262,-5 0 1,-3 0 0,3 0 283,5 0 1,3 1 0,2-1-1,-1 1-22,1-1 0,1 0 0,-1-1 0,-5 1 654,-4 1 1,-4-1-1,2 0-654,1 1 0,4-1 0,-1 0 0,-3 0 0,2 0 0,-2 1 0,-2-1 0,12 2 0,1 0 0,-14-1 0,2 0 0,1-1 0,0 2 22,2-1 1,1 0 0,-1 0-1,-2 1-22,-3-1 0,-2 0 0,3 0 18,3 0 0,5 0 0,1 0 0,0 0 0,-5 0-18,2 0 0,-3 0 0,1 0 0,6 1 0,1-1 0,0 0 0,-1 0 0,-1 0 0,-2 1-601,-8 0 0,0 1 0,-3 0 601,9-1 0,-1 1-341,4 0 1,-2 1 340,-6-1 0,-2-1 0,-8 0 0,0 1 635,14 0 1,2 0-636,3-1 0,0 0-753,3 1 0,0 1 753,1-1 0,-2 0 337,-9 0 0,-3 0-337,-6 0 0,-1 0 380,1 0 1,1 0-381,5 1 0,3-1 0,-5 0 0,3 1 0,0-1-418,5 0 1,1 1 0,-2-1 417,5 1 0,-2-1 772,3 1 0,-2-1-772,-6 0 0,-2 0 45,-11 0 0,0 0-75,10 0 0,6 0 0,-1 1-222,-5-1 0,0 0 0,-1 0 222,-2 0 0,-1 0 0,4 0 7,3 0 1,5 0 0,-2 1 0,-4-1 22,2-1 0,-1 1 0,7 1 0,5-1 0,-4 1 0,4-2 0,-3 0 0,-16 1 0,1-1 0,2 0 15,5 1 0,5-1 0,-2 0 1,-6 0 29,0 0 0,-1 0-45,5 1 0,8 0 0,-1 0 0,-10-1 0,-11 0 0,-1 0 0,10 1 0,7-1 0,3 0 0,-3 1 0,3-1 0,-3 0 0,0 1 30,2-1 0,0 0 0,-1 0 774,2 0 0,-1 0 1,-7 0-625,8 0-1,2-2-762,-13 1 583,-15-1 0,-13-7 0,-15-1 0</inkml:trace>
  <inkml:trace contextRef="#ctx0" brushRef="#br0" timeOffset="129975">15147 12033 6094,'-15'-3'269,"-19"2"-179,13 0 90,-10 4 0,-1 2 90,-5 5-90,5-2 0,-2 5 89,-1 6 1,1 3-135,6-1 0,2 1-45,-1 1 0,1 5 120,6 7 0,2 6 0,3-4-165,4-9 0,2 2-93,-1 3 0,0 7 1,0 4-1,1 1 1,4-3 137,4 6 0,5-1 0,0 0 0,0-1-610,-4-4 1,-2-1 0,2 1 0,5 2 579,3-3 0,5 3 0,2 1 0,2-1 0,-1-5 0,-2-7-15,4 2 0,5-3-3,0-1 0,6 5 1,4 0-1,1-3 1,0-9 77,12-7 0,2-11 0,2-1-75,-3 2 0,3-1 0,-1-3 0,-1-3-99,-6-4 0,0-3 1,-2-2-1,-1-5 76,-3-4 1,-1-3-1,-2-3 1,-3-2-23,1-5 0,-4-2 0,-1-6 18,-6 2 0,0-4 0,-1-3 0,-2 1 0,-1 3-18,3-3 0,-2 2 0,-5-6 0,-8 8 0,-3-6 0,-1-4 0,-3-1 0,-2 2 0,-1 3 0,-3 8 0,-6-5 0,-4 8 0,-6-4-49,4 6 1,-5-5-1,-2-2 1,-2 0-1,-2 2 1,0 4-1,0 7 49,-11 0 0,-2 8 0,-1 4 0,-3-1-15,8 2 0,-2-2 0,-2 2 0,0 1 0,-1 3 0,0 4-195,-1 6 0,-2 3 0,-1 4 0,1 2 1,2 0-1,4 0-285,-3 0 0,4 1 1,2 1-1,-1 4 393,-5 4 1,-2 3-1,5 3 1,11 0-1,14 6 1,8 1 0,5-1-1,0 0 1</inkml:trace>
  <inkml:trace contextRef="#ctx0" brushRef="#br0" timeOffset="139495">20313 13219 6094,'-8'-4'2158,"0"0"-1258,0 0-450,3 2-271,-4-2 271,2 1-270,0 0 0,-1 0 90,-2 0 0,-5-2-180,3 1 89,-19-4-89,16 5-90,-13-1 90,9 2 0,-8 1-90,6 0 90,-29 2-90,28-1 90,-23 3 0,17 0 0,-18 4 0,4 0 0,12-1 0,2 1-90,-3 2 90,6-2 0,-2 2 45,-6 5 0,-1 2-90,9-5 0,-1 2 0,-14 8 0,2 0-45,10-3 45,-3 5 0,-1 3 44,6 1 1,1 0-45,-7 7 0,-1 0 0,5-1 0,3-2-45,-4 8 45,9-10 0,0 0 45,0 8-60,5-8 0,-2 6 0,2-4 15,4-6 0,2-1-45,-4 8 0,1 1 45,-1 7 0,2-3 45,-2 5-45,1-1 0,0 0 0,5-16 0,1-1-45,-5 21 90,5-17 0,0 1-45,2-5 0,0 2 0,1 13 0,2 3 0,4 0 0,3 1 0,-2-5 0,1 1-45,6 5 0,6 0 0,0-13 0,3-1 0,4 1-30,7 3 0,3 1 0,3-1 30,-4-5 0,1 0 0,1-1 0,-1-2 0,1-2 0,-2-3 0,2 0 0,3-2 0,0 0 0,-4-4 0,-10-4 0,0-1 0,16 5 0,7 3 0,-2-2 45,-2-1 0,0 0-1138,-2-1 1,1 0 0,-3-2 1034,-8-2 1,-1-1-883,19 5 0,-3-1 940,-6-1 30,1-2 0,9 3 0,-8-3 15,-17-5 0,0 0-45,8 2 0,5 0 0,-5-1 0,8 1 45,1-2 0,0-1-45,1-1 0,-4 0 0,2-1 45,-14-2 0,-1-1 1208,16-2 0,4-2-1163,-1-1 0,0-2-45,3-2 0,-1-1 0,-11 2 0,-2-1 1517,4-7 1,-5 1-1473,-2 1-90,-3 0 0,0 0 90,3-6-45,-8 5 0,0-1 0,-3 3 0,1-3-45,3-7 0,3-4 0,-2 1 45,-1-1 0,-1-2-45,0 0 0,2-2 0,-3-1-1606,4-11 0,-5 3 1606,-7 14 0,-1 0-344,4-20 0,-2 0 344,-6 0-178,-2 16 0,0-3 268,-2-9 0,-2 0 45,-1 8 0,-1-1-90,1-8 0,-1-2 45,-3 11 0,-2-1 0,1 4 0,-5-16-46,1 7 1,-3-2 45,0 10 0,-2 0 45,-2-7 0,-1 0-90,-1 1 0,0 1 0,-2 0 0,-1 2 0,4 8 0,0 0-15,-2 0 0,-2-2 0,2 3-30,2 2 0,0 1 0,-7-10 0,-1 1 2831,-1-1-2831,8 15 0,0-2 45,-2 0 0,-1 0-45,-5-2 0,1 1 0,-3-4 645,0 3 1,-2 0-646,6 8 0,0-1 381,-13-6 1,-3-1-427,0 3 0,1 2 45,9 5 0,1 1 0,-1 2 0,4 1 0,3 3 0,-2-1 0,-13-1-45,10 2 0,-1 0 0,-5 1 0,1-1-45,-2 0 1,3 1-91,-6 1-810,3 2 1,-4 1-104,2 4 1,-3 1 0,1 1 727,1-2 1,0 0 0,-1 2 0,-11 3 0,-2 3 0,3 0 0,1 2 0,-1 1 0</inkml:trace>
  <inkml:trace contextRef="#ctx0" brushRef="#br0" timeOffset="143278">20289 13089 11580,'-15'46'1440,"3"-12"-1351,7-5 1,1 0 90,-2 13-90,2-5 0,-1 3-45,3-11 0,-1 4 0,-1 4 0,0 8 0,1 0 0,0-6-45,0-2 0,1 1-632,-1 2 1,0 8 0,0 0-1,0-7 677,1 1 0,0-3-15,0 5 0,-1 4 0,1-2 0,0-7 0,0-2 0,1 3 82,-1-2 0,0 3 1,1-1-1,-1-4-112,0 8 0,1-2 0,-1-5 0,0 2 0,0-7 0,0 0 45,1-4 0,-1-1-45,0 6 0,1-6 0,1 1 0,0 14 0,1-1-90,-1-2 2067,-1-23-1977,2 30 280,-1-4-280,2 7 0,-1-2 0,0-29 0,2 22 0,-2-26 0,2 29-180,-2-28 90,0 8-90,-1-12-989,2-1 1169,-1-3 0,0 1 0,-1-6 0</inkml:trace>
  <inkml:trace contextRef="#ctx0" brushRef="#br0" timeOffset="144507">18956 14202 8882,'-8'4'1079,"4"1"-899,8 1 720,39 1-2539,-11-5 1,5-1 1493,-4 0 0,3-1 0,-1 0 491,10-1 0,6 0-287,-14-1 1,4 0 0,4 0 0,3 0 0,1-1 0,-1 1-38,-6 0 1,1 0-1,0-1 1,2 1-1,0 0 1,1 0 0,0-1-1,1 1-241,-3-1 1,0 1 0,2-1 0,1 0-1,0 0 1,-1 1 0,1-1 0,-1 0 0,-2 0-1,-1 1 219,4-1 0,-2 1 0,-1-1 0,-1 1 0,0-1 0,0 1 0,0-1 0,-1 1 0,6-1 0,2-1 0,-1 1 0,0-1 0,-3 1 0,-4 0 0,-5 0-320,5-1 1,-6 1 0,2 0 341,8 0 1,4 0 0,-1-1-1,-8 1 627,-3 0 0,-6 0-649,2 0 0,-4 1 0,-1 0 215,12 0-215,-17 1 2369,6 0-2549,-8 0 2051,1-1-3940,-9 2 2253,-4 0 1,-3 1-1,-1 1 1</inkml:trace>
  <inkml:trace contextRef="#ctx0" brushRef="#br0" timeOffset="160825">18964 15942 6363,'6'-8'270,"1"-1"-90,0 3 450,18-19-540,-11 13 224,6-10 1,2-5-1954,-10 5 1,-1 0 1421,3 0 0,-1-1 871,3-12 1,-2 2-475,-4 11 449,9-21-539,-13 43 180,-6 19-180,-4 16 0,-4 6-45,2 0 0,1 0-45,0 4 45,0 2 0,4 2-45,7-21 0,1-3 0,2 15-90,19-12 90,-9-31-45,5-9 0,1-4-135,12-17 1272,-12 2 0,2-7 0,-3 1-1079,-2-5 0,-2 1 17,-4 10 0,0-1 0,-3 3 15,-1-3 0,-5 12 225,-5 19-180,-12 47 0,1-4-135,1 2 0,1 3-1594,6-15 1,1-2 1343,0 18 68,6-9-133,4-22-270,2-8 180,2 2 450,9-12 0,-3-4 0,10-6 0</inkml:trace>
  <inkml:trace contextRef="#ctx0" brushRef="#br0" timeOffset="161075">19842 15723 9152,'5'-2'1619,"-4"-1"-1709,26 7-270,-10-3-1709,10 1 2069,-15-2 0,4 1 0,-8-1 0</inkml:trace>
  <inkml:trace contextRef="#ctx0" brushRef="#br0" timeOffset="161309">19810 15900 11041,'15'9'-1440,"10"-5"1,2-4 1439,9-2 0,-4-1 0,0 0 0,3-3 0</inkml:trace>
  <inkml:trace contextRef="#ctx0" brushRef="#br0" timeOffset="161708">20359 15794 10861,'-11'-15'3058,"-21"6"-2608,10 15-225,-5 6 0,-2 5-225,-1 16 0,3 2-45,7-11 0,1 0-45,-3 13 0,8-1-270,17-2 135,12-12 0,4-2 225,4 8-90,10-23 0,11-7 0,-5-5 90,-10-6 0,-1-5 30,11-7 0,3-6 0,-7 1 60,-14 1 0,-9-3 0,-5-20 0,-17 5-450,-24 25 0,-7 6 90,13-5 1,-2 5 269,-6 19 0,-4 8 0,8 2 0,4 13 0,3-1 0,0 0 0</inkml:trace>
  <inkml:trace contextRef="#ctx0" brushRef="#br0" timeOffset="162861">19517 16558 10321,'5'-14'810,"-1"3"-271,-2 3-89,1 3 1529,-1-1-1439,-16 8 89,-14 4 1,-6 3-450,-3 1 0,-3 1-60,2 0 0,-2 0 0,1 1-76,-5 1 1,0 1 15,10-2 0,0 2 0,1 2-15,-5 10 0,3 1-45,2-5 0,6 4-135,10 20 0,9 1 46,11-7-181,10-2 0,6 8 0,-2-8 180,4-1-150,0-6 0,5 4 0,-3-8-29,5-8 179,-2-8 0,-1-4 90,-4-8 0,1-38 90,-24 2-90,0 8 0,-3-3 0,-8-4 0,-1 3 0,-3-5-585,0 8 0,0 4 136,9 15 449,0-19 0,14 20 0,7-7 0</inkml:trace>
  <inkml:trace contextRef="#ctx0" brushRef="#br0" timeOffset="163227">19777 16769 10771,'6'-9'2159,"-1"4"-1440,30 7-629,-6 0-719,21 2 179,-22-3 450,-1 1 0,-20-2 0,2 1 0</inkml:trace>
  <inkml:trace contextRef="#ctx0" brushRef="#br0" timeOffset="163443">19790 16885 10411,'-14'-1'1619,"3"1"-1259,13 2-360,12-1-90,1 1-1549,10-4 1,2-2 982,-5 1 1,3-1-1,1-2 1,-3 0 0</inkml:trace>
  <inkml:trace contextRef="#ctx0" brushRef="#br0" timeOffset="169661">20401 16704 7083,'4'-20'1799,"-1"3"-450,-1 5-719,-1 3 539,2-4-719,-2 5 449,1-3-449,0 5-360,2 16 90,0 14-180,1 12 0,-2-1 45,-2-6 0,0 2-45,-1 10-45,0-4 0,0 4-90,-1-4 0,1 0 0,0 6 0,0-1-45,1-2 0,0-2 90,-1-11 1,1-1-1081,3 15-2107,7-21 2882,-3 2 0,8-8 0,-7-9 0</inkml:trace>
  <inkml:trace contextRef="#ctx0" brushRef="#br0" timeOffset="169960">20860 17178 9781,'3'-13'-338,"0"0"1,-3 9 0,1-1 0</inkml:trace>
  <inkml:trace contextRef="#ctx0" brushRef="#br0" timeOffset="174440">7415 13652 7533,'-5'-8'3276,"5"14"-2595,-1-2 129,4 25-720,-3-17 270,1 20 0,0 5-91,-2 4-149,0-6 0,-1 7 0,1 0-1131,0 1 0,1-1 1,-1-1 1010,0-6 0,-1-1 0,1 1-609,1 2 0,1 0 1,1-5 698,4 7-59,0-7 0,2 6 0,-1-1 14,2 4 0,0 2-23,-2-5 1,1 4-1,0 1 1,-2-6 22,2 2 0,-2 0 0,-1-1 0,0 6 0,-1-1 0,0-7 1177,-1-5 0,0-1-1192,0 13 0,1 6 0,0-3-30,-1-12 0,1-2 0,-1 2 30,2 12 0,1 2 0,-1-2 864,-1-10 1,0-1 0,0 2-895,1 7 0,1 4 0,0-1 0,-1-7 45,-1-5 0,0-1-45,0 2 0,1 5 0,0 1 0,-1-8 0,-1-5 0,-1-1-1072,1 10 0,0 5 0,0-6 1072,-2 8 0,-1-4 0,-1 7 0,0-4 0,0-10 0,-1-1-323,0 1 0,0 3 1,0 0 322,-2 13 0,1-3 0,1-18 0,0 0 0,-1 19 0,1-1-90,-1-5-151,2-1 1,-1 0 240,0-15 0,0-2-133,0 7 1,-1 0 132,0-3 0,0-3 0,0 7-45,-1-5 1,1 1 2676,1-2-2677,-1 4 0,0 1-45,1-2 629,-2 11 1,1 1-720,-1 9-1108,1-14 1,0 0 1287,1 5 128,-3-3-218,3-21 90,-2 6-90,3-11 90,0-6 90,1 0-90,-1 0 3276,8 0-2980,13-6-296,5-2 0,15-9 45,-12 3 0,1 0-45,-2 2 0,0 0 0,12 0 0,6 1 0,-6 4 0,6 2 0,2 0 0,3 2-259,-9-1 1,3 1-1,1 0 1,1 1 0,1 0-1,0 0 284,-1 0 1,0 0 0,1 0 0,0 0 0,1 1 0,0 0-1,1 0-3,-4 0 1,2 0-1,0 1 1,0 0-1,0 0 1,-1 0 0,0 1-1,-1 0 16,1 0 1,-1 0-1,-1 1 1,0 0 0,0 0-1,0 0 1,1 1-1,0 0 1,-1 0-1,1 0 1,-1 1 0,2 0-1,2 0 1,1 1 26,-7-2 0,2 1 1,1 1-1,1-1 1,1 1-1,1 0 1,-1 0-1,1-1 1,-2 1-1,0-1 1,-2-1-27,3 1 1,-2 0 0,0-1 0,-2 0 0,1 0 0,0 0 0,1-1 0,1 1 0,2 1-203,-5-2 0,2 1 0,2-1 1,0 1-1,0 0 0,1 0 0,0 0 1,-1 0-1,0-1 0,-2 0 0,-2-1 1,-1-1 187,11 2 1,-3-1 0,-2-1-1,-1-1 1,0 1 0,1-1-1,1 0-271,-2 0 1,2-1 0,0 1 0,0-1 0,0 1-1,-2-1 1,-1-1 0,-4 1 245,4 0 0,-5-1 0,-1 0 0,2 0 0,6 0 9,-8 0 0,3 0 0,2 0 0,3 0 0,1 1 0,1-1 0,-2 0 0,0 1 0,-2-1 0,-3 0-123,4 0 0,-2 0 0,-2 0 1,0 0-1,0-1 0,0 1 1,2 0 101,-1 0 1,2 0 0,0 1 0,1-1-1,-1 0 1,-1 0 0,-1 0 0,-3 0-118,10 0 1,0 0 0,-3 0-1,-5 0 1,-9-1 128,-5 0 0,-4-1-128,9 1 1,-4-1 37,-11 0 719,7-1 0,1-1-719,-3 0 0,9-1 781,-10-1-781,-6 2 2269,2-1-3709,2 2-834,-8-1 2364,-2-1 0,-8 1 0,-1-1 0</inkml:trace>
  <inkml:trace contextRef="#ctx0" brushRef="#br0" timeOffset="178727">7544 17411 6993,'-7'-5'2968,"1"1"-2788,12 3 180,16-4-180,10 0-180,5-4 90,-6-3-90,-5 1 45,2-3 0,5-4-45,6-5 0,2-1 0,1 0 0,0-2 0,-12 6 0,-1 0 0,-2 1 0,1-3 0,-3 1 0,-3 2 0,-1 1 0,13-13 0,-6 6 90,0-1-90,3-4 45,-10 9 0,2-1 45,-2 0 0,1-1-1,0 2 1,0-2 180,9-11 0,1-5-30,-6 6 0,0-2 0,-1 1-317,2-1 1,-1 0 106,-3 3 0,0-3 0,-2 5 15,-2 2 0,-2 1 0,2-2 0,0-1 0,1-2 0,1-1 45,1-3 0,1-2-30,-6 7 0,1 0 0,0 0-15,3-6 0,0 1-15,-3 4 0,0 0 0,-2 3 59,8-13-44,-8 15 0,0-1 0,-2 4 0,0-1 166,10-12 1,1-2-167,-3 3 0,-1 0-45,-2 6 0,1 0 45,4-10 0,-1 0-45,-7 14 0,-1 0 0,4-6 0,0-1 45,2-1 0,-1-2-45,3-3 0,-2 1 0,-2 5 0,-1 0 0,0 0 0,-1 2 0,2-5 90,2-6-90,-3 9 0,4-9 0,-5 12 0,-6 11-90,12-20 90,-7 10 90,8-12-135,-10 17 0,-1-1 45,9-12 0,-5 9 0,0 0 0,-1 4 0,0 1 0,8-12 0,-2 5 0,-1 1 0,-1 2 0,-5 7 0,1-1 0,3-3 0,0 1 0,-2 1 0,2-1 0,4-4 0,4-3 0,-2 1 0,-2 2 0,-1 1 0,1 0 30,0-1 0,1 1 0,-3 1-30,2-2 0,-1 1 0,0 3 0,-2 3 0,3-3 45,-2 5 0,-1 0-45,-4 5 90,5-5-90,-11 10 90,18-9-90,0 0 45,8-2 0,1 0-45,-3 3 0,-4 1 0,-1 2 0,-3 4 0,-1 0 0,14-1 0,-2 2 0,1 1 0,-8 2 0,-7 3 0,2 1 89,20 3-89,-20 1 0,0 0 0,19 3 0,-10 2 0,-18-4 90,10 5-90,-2-1 0,2 3 0,0 0 0,1 2 0,7 6 0,2 1 90,-2 4-90,-5-4 0,2 2 45,-5-3 0,-1 1-45,-6-5 0,1 2 90,14 14 0,-1 0 0,-5-2-90,-3-3 0,1 1 180,2 9-45,-5-4 0,2 3-45,-5-7 0,1 2 0,-1-1-45,5 9 0,-1-2-704,-1 1 1,-2-2 748,-8-11 0,-2-3-90,6 11 45,-6-8 0,0 2 0,0-2 0,-1 1-310,1 2 0,-1 1 310,4 8 0,0-1-45,1 10 90,1-1 0,-3-10 0,0 0-90,0-1 0,0-2 0,0 3 90,-1-1 0,-1-2-90,5 15 45,1-1 0,-1 0 1352,-1-2-1352,1 2 0,0 1-45,-2-9 45,2 7 0,2 3-45,-7-21 0,0-1 45,6 13 0,0 1-45,-1-4 0,0 1 239,0-2 1,0 2 0,-1-3-240,-1-1 0,0-1 30,1 2 0,0 2 0,-2-5-30,2 3-45,-1-3 0,-1-1 135,2 0-90,0 0 0,0 0 0,0-1 0,-2-6 0,-1 1 0,5 7 0,-2-4 0,3 7 0,-6-13 0,5 9 0,-3-8 0,2 2 0,1-1 0,-2-4 0,2 1 0,1 0 0,-1-5-45,5 4 0,2 0 45,-1-1-90,4 4 0,2 0-90,0 2 180,8 7-90,-4-3 0,-10-6 45,-2-2 0,-1 1 45,4 2-45,-5-4 0,-1 0 45,-3-3 0,11 13 0,-7-7 0,3 1 0,-1 0 0,-1-2 0,2 2 0,0-1 0,-1-3 0,3 0 0,0 1 0,2 0 0,5 4 0,0 0 0,-7-6 0,-1 0 0,0-1 0,-1 0 0,11 6 0,-9-7 0,1-1 0,-1 0 0,-3-3 0,17 7 0,-19-10 0,10 3 0,-4-2-90,19 3 90,-25-7 0,16 4-90,-15-6 90,2 2-3277,7 0 3072,-11-1 115,0-2 1,7 3 89,-12-2 0,16 2-90,-9-1 90,6 0 0,9 0 0,13 2 0,-18-2 0,12 1-90,-11-1 0,4 1 90,5 0 3276,-13-3-3160,-8 0-296,20 2 135,-14-1 0,1 0 0,4 0 0,-1-1 0,0 2 0,-3-1-45,4-1-630,8 0 1,-15-1 719,17 0 0,-26-1 0,0 0 0</inkml:trace>
  <inkml:trace contextRef="#ctx0" brushRef="#br0" timeOffset="196878">14662 14491 8972,'4'-14'2788,"0"3"-2608,0 12 450,1 23-360,-2 8-61,-3 8 1,-2 10 0,-1-5-210,2-14 0,-1 2 67,-1 8 1,-1 9-1,0-1 1,0-8-68,1-10 0,0-2 116,-3 19 0,1-4 211,1-10-180,7-60 151,-1 4-220,2-15 0,1-8-156,0-4 1,1 1 66,-2 7 0,1 0-1082,-1 5 1,2-1 0,-1 6 745,1-10-594,11 4 614,-9 30-61,8 1 400,2 25 0,-1 9-38,0-1-221,0-1 0,2 7 0,-3-5 247,3 5 933,0-3 0,4 5 0,1-7-1518,1-7 1,3-5 149,10 6 1,1-7 0,9-21 0,-13-27 0</inkml:trace>
  <inkml:trace contextRef="#ctx0" brushRef="#br0" timeOffset="197155">15161 14438 10411,'-8'-10'1079,"1"3"-719,-1 9-180,4 2 315,-5 23 0,1 9-316,-1 11-530,2-8 1,0 8 0,2-3 170,1 3 0,2-1-825,2-9 1,0 0 0,1-3 734,0-1 0,2-3-193,7-1 0,1-4 1,2-5-1,10 12 1</inkml:trace>
  <inkml:trace contextRef="#ctx0" brushRef="#br1" timeOffset="197944">15339 14929 14912,'0'-14'43,"-3"2"-594,-2 12 1901,-14 11-742,0 6-217,1 10 0,1 1-274,2-2-16,5 4 0,4-2-325,7-12 132,8 11-189,10-14 623,1-4 197,14-12 637,-12-12-163,0-5-787,-14-9 0,-7-5-280,-10 3 1,-2 1 20,8-3 1,-2 2-11,-16 1 1,6 7-649,37 11 889,-9-7-1020,26 9 1170,-6-6-551,2-9 479,-7 1-243,-10 3 1,-3-1-299,-5 3-88,-4-6-1240,-6 17 571,-2-3-901,-3-1 997,1 2 454,14 10 292,19 11 90,-1 4 90,9 1 180,-21 0-90,-8 2 90,-5 20 0,-10 11-136,2-20 1,0 0-45,-1 10 0,2 0-90,1-13 1,2 0-801,5 15 0,4-3 86,1-9-2473,15 12 3310,-14-35 1,9 2-1,-3-4 1</inkml:trace>
  <inkml:trace contextRef="#ctx0" brushRef="#br1" timeOffset="198679">15835 14913 27921,'-5'-24'-3277,"2"8"0,2-8 1949,0 34 1313,-1 4-18,-1 17-102,0 3-103,-1 5-1622,0-6 1952,1-7 0,0 0 63,-1 8-81,1-8-300,2-10-17,13-29 1160,4-19-704,5-10 0,0-3-20,-10 18 1,1-1-46,9-19 0,0 4 295,-8 22 179,12-7 306,-7 28 507,10 28-2378,-2 6 541,-2 0-11,-3-16 403,-7-23 955,5-7-597,19-13-133,-13 10-614,9-7 1300,-7 22 501,-12 12-1324,-4 10 0,-2 4-876,-2 13-426,-5-3 0,0-1-2053,5-1 0,4-1 2457,-1-18 1,4-8 0,-2-2 0</inkml:trace>
  <inkml:trace contextRef="#ctx0" brushRef="#br1" timeOffset="199279">16657 14997 26742,'-8'-19'-3277,"-7"1"1743,-5 14 3116,-10 5-942,7 14 0,1 5-861,-5 7-191,9 0 0,6 1-1052,15 5-807,3-7 1719,24-11 825,-14-14-413,21-4-262,-27 1 679,10 1 248,2 7-78,3 4 655,8 1-42,-6-2-1013,20-11-349,-10-22 0,2-11-41,-10 6 1,1-3-1,-1-2-52,-5 5 1,-1 0 0,-1-2 0,-2-1-47,-2-4 0,-1-2 1,-3 0-1,0 2 10,-1 2 1,-2 2 0,-1 1-164,4-9 1,-2 3 104,-2 7 0,-3 13 194,-10 42 1,-4 21 19,2-7 1,-1 5-1,1 3 37,1-4 0,1 3 1,1 1-1,-1-3 15,-3 7 1,0-2 0,4-5-151,4 5 1,7-10 372,15-13 0,-2-6 0,12-5 0</inkml:trace>
  <inkml:trace contextRef="#ctx0" brushRef="#br1" timeOffset="199440">17497 14963 21615,'9'-6'-174,"-18"11"0,-8 7 0</inkml:trace>
  <inkml:trace contextRef="#ctx0" brushRef="#br0" timeOffset="200094">17913 14373 7689,'3'-12'899,"2"-2"-629,-3 20 270,-13 24-271,-2 1 1,-5 9 0,-2 3 0,1-1-684,2-5 0,0-1 0,-1 2 0,-5 7 487,6-11 1,-3 4-1,-1 4 1,-2 2 0,-2 3-1,0 0 1,0 1 0,-1 0-1,1-1 1,0-2 0,1-2-254,-1 2 1,-1-1-1,1-1 1,-1-1 0,1 0-1,0 0 1,-1 0 0,1 1-1,-1 1 171,3-3 0,-1 1 0,0 0 0,1 1 0,-1-1 0,0 1 0,0-1 0,0-1 0,0 0 0,0-1-101,-2 2 0,-2 1 0,0 0 0,0 0 0,1-2 0,0-1 1,2-4-1,2-3 0,3-4 216,-5 6 0,3-6 0,0 1 1,-2 3-1,-1 4 0,1-3 0,4-7 1,-4-1-1</inkml:trace>
  <inkml:trace contextRef="#ctx0" brushRef="#br0" timeOffset="201196">17325 16327 9691,'3'-12'540,"0"-1"1439,1 0-540,-1 0-629,-40 36-541,4 7 1,-2 7-180,8-11 0,0 2 0,-1 3 0,2 4 0,-2 4 0,2 1 0,3-2-30,5 1 0,4-2 0,0 1-30,0 0 0,0 1 0,5-2-30,6 9 0,9-5-90,21-1 0,7-21 0,5-9 0,2-14 0,0-7 45,-1 0 0,-4-4 0,-6-7 0,-8-1 45,-11-2-90,-15-8 90,1 21-180,-8-19 90,10 20-89,4-4 89,13 6-45,7 1 0,2 1 135,5-2 0,9 3 0,-3 3 0,-16 5 270,22 19-90,-36 7-1,-5 3 1,-2 7 0,0-3-135,-1-7 0,-1 1 0,-1 12 0,-2 9 0,1 0 0,1-9-180,0-9 0,1-2-785,0 9 1,-1 5-1,3-9-1239,4 0 1465,17-7 0,2-15 0,13-5 0</inkml:trace>
  <inkml:trace contextRef="#ctx0" brushRef="#br0" timeOffset="201362">18068 17085 12120,'-5'-15'1079,"0"1"-1079,-15 6 0,1 4 0,-12 9 0</inkml:trace>
  <inkml:trace contextRef="#ctx0" brushRef="#br0" timeOffset="215311">20215 14139 9512,'0'13'269,"0"-2"-269,-3-4 0,0-2 90,-1 2-180,1-1 90,-2 4-90,3-3 90,-1 0-89,2-2-1,0 0 180,1-13 89,-4-1-179,2-6 0,-4 5 90,1 5-90,-1 2 90,-5 2-90,2 5 0,-2 7 0,9 1 0,4 2 0,4-6 0,3-5 0,0-6 0,-2-3 0,4-5 0,-7 4 90,1-2 180,-3 1-180,-2 2 0,-6 5-90,1 2 0,-3 8 450,5-5-360,-5-7-180,4 1-360,-4-7-1529,4 5 1979,-1 1 0,-1 2 0,-2 1 0</inkml:trace>
  <inkml:trace contextRef="#ctx0" brushRef="#br0" timeOffset="217343">10773 13835 8612,'-6'3'2159,"0"1"-1619,5 14-451,0-7 361,2 16-180,0-9 90,2 28-270,-1-7 60,3 2 0,0 9 0,1 2-61,-2-10 1,1 0 0,0 2 0,1 3-161,-2-6 1,1 3 0,-1 1 0,1 1 0,-1 0 0,0-1 100,0-2 0,-1 2 0,1-1 0,-1-1 0,0-1 0,-1-2-30,2 5 0,-2-2 0,1-1 0,-1 0 22,-1 0 0,0 2 1,-1-2-1,1-4-22,0 9 0,0-1 30,0-3 0,0 3 0,0-1-1075,-1-8 1,1-1 0,-1-1 1044,1 9 0,-1 0-361,-1-4 0,0 1 0,0-3 361,-1-1 0,0 2-40,0 4 0,0 7 0,1 1 0,-1-5 40,1-7 0,1-4 0,-1 1-498,0 8 1,0 2 0,1-3 497,1 0 0,1-5 1474,-1-1-1519,0 11 0,0 2-453,-1-24 1,-1 0 497,1 10 0,-1 5 0,0-1-387,-1 7 1,-1-1 386,1 0 0,0 0-45,-1 2 0,1-2 45,1-13 0,0-2 420,-1 5 0,1-1-420,0-8 0,0 1 7,-1 2 0,0 1-7,0 4 0,-1-1 0,1-3 0,0-1 0,0 0 0,1-1 1027,-1-3 1,0-1-1028,1 4 0,0-1 1518,0 10-1518,0-12 0,0 1 0,-2 19 0,-1 1 0,0 2 770,1-21 1,1-1-861,-1 4 90,-2 11 0,2-12 616,0-8-616,0-8 0,0-1 0,0 1 0,0-6 0,0 8 0,0-7 0,-2 11 0,2-8 0,-2 3-90,0-1 90,1-3 0,0 1-820,1-4 1,7-27 0,0-6 0</inkml:trace>
  <inkml:trace contextRef="#ctx0" brushRef="#br0" timeOffset="224577">10749 13791 8792,'6'-6'0,"0"1"270,-3 1 180,0 0 179,-1-1 1080,0 0-1709,1 1 90,-1-4 0,1-5 90,0 0-90,-2 0 90,0 3-90,-1 3 0,0 0 0,2 2 0,14-10-90,-7 8 0,12-10 90,8-11-90,-5 3 45,-5 6 0,-1-1-45,2-4-270,-1 1-630,-7 7 450,0 3 450,-5 4 0,-12 8 0,-5 2 0</inkml:trace>
  <inkml:trace contextRef="#ctx0" brushRef="#br0" timeOffset="226860">20172 14184 12660,'-12'8'-90,"3"0"-180,5 3 90,4 0 90,11-11 90,0-4 0,2-4-90,-5-2 90,-6 1 0,-1-2-90,-3-2 90,-2 5-90,-3 5 90,1 6-270,0 4 91,12 10 179,-2-9 0,15-1 89,-11-14 1,5-5 0,-10 2-539,-7-2 89,-2 6-360,-4 2 720,-3 8 0,5 4 0,-4 3 0</inkml:trace>
  <inkml:trace contextRef="#ctx0" brushRef="#br0" timeOffset="228593">11198 13492 10951,'11'-7'629,"1"-2"-449,-1-4 0,3-4 0,9-19-180,-5 3 45,-4 3 0,-2-3-1684,-3 3 1,-3 1 1703,7-18-712,-6-1 647,-6 38 90,1-7-90,-8 20 0,0 8 0,-6 12 0,6 3 0,2 1 0,-2 2 0,2 17 0,10-2 3071,-4-23-3071,5 5 0,2-3 968,0-14-968,16 1 0,-4-20 0,8-16 0,-7-10 0,-3-3 0,2-5 0,-5 2 0,-2 2-90,-8 18 180,1-8-90,-12 46 90,3-7-90,-7 31 0,0 10 0,4-1 0,0-8 0,2-1 0,4-4 0,2-14-90,11 3 90,-5-13-270,15 8-899,4-17-1080,-3-4 2249,8-7 0,-12-5 0,0-3 0</inkml:trace>
  <inkml:trace contextRef="#ctx0" brushRef="#br0" timeOffset="228893">11815 13293 10591,'-4'-9'1349,"4"2"-1079,11 1-180,5 2-1349,12-2-990,-10 1 2249,-1 2 0,-12 2 0,-3 1 0</inkml:trace>
  <inkml:trace contextRef="#ctx0" brushRef="#br0" timeOffset="229113">11780 13399 9152,'-3'13'1259,"13"-4"-1169,-1-5-180,10-3-1259,0-3 1349,-1-2 0,6-2 0,-4 0 0</inkml:trace>
  <inkml:trace contextRef="#ctx0" brushRef="#br0" timeOffset="229593">12143 13256 9691,'-20'-37'3276,"-12"19"-255,-6 29-3021,3 17-135,16 3 0,5 3-45,5-8 0,4 0-135,1 13 1,4-1 224,3 1 0,7-14 0,3-4-90,10-11 180,15-3 90,3-19 0,-7-5 30,-15-6 0,1-8 0,-6 0 14,-5-2 1,-4-2-135,11-8 0,-6 0 45,-14 10 0,-9 6-225,-15 10-539,-11 1-1080,-5 19 540,15 6 1259,1 13 0,17-6 0,-2 8 0</inkml:trace>
  <inkml:trace contextRef="#ctx0" brushRef="#br0" timeOffset="229807">12790 13239 13199,'-1'-30'-629,"1"3"-2519,-11 34 3148,-33 4 0,6 3 0,-5 2 0,5-5 0,0 0 0,0-1 0</inkml:trace>
  <inkml:trace contextRef="#ctx0" brushRef="#br0" timeOffset="236524">18879 17515 6723,'-9'-2'2609,"2"-1"-1,1 1-2338,22 2 270,2 0-316,7 2 1,2 0-45,18 1-23,-13-2 1,8-1-1,1 1 1,-4 0-1618,3 0 0,4 0 1511,-9-1 0,5 1 1,6 0-1,2 0 1,2 1-1,0-1 0,-1 1-18,-3 0 1,-1 1 0,2-1 0,0 1 0,0 0 0,2 0-1,1 0 1,1 0-12,-8-1 1,2 0-1,1 1 1,1-1-1,1 0 1,0 1-1,1-1 1,-1 0-1,-1 1 1,-1-1 0,0 0-1,-3 1-22,6-1 0,-2 1 0,-2 0 0,1 0 0,-2 0 0,0-1 0,1 1 0,0 0 0,0 0 70,3-1 0,2 1 0,2 0 0,0 0 0,-1-1 0,-3 1 0,-4-1 0,-4 0 0,-6 0 334,17 0 1,-6 0-165,5 0 1,3 0 0,-11 0-61,-7-2-360,-15 0-3097,-9-2 2457,-16 5 1,-5-4 0,-16 4 0</inkml:trace>
  <inkml:trace contextRef="#ctx0" brushRef="#br0" timeOffset="240059">12052 13996 7083,'-10'9'1439,"1"1"-989,5-6 989,-3 4 0,4-4-1259,13-6 0,14-13-90,-1-4 0,1-1-90,9-11 90,-1-6-90,-22 12 0,-2-6 0,-1 4-90,-9-20-180,-6 26 180,-4-7-90,-11 29 0,12 9 90,-2 8-179,35-3 269,-5-7-180,19-6 0,2-3 90,-6-1 45,2-2 0,-2 5-3232,-10 17 3162,-5-5 115,-11 22 0,-9 10 0,2-3 0,2-8 0,2 1-90,10 8-180,10-2-989,17-22-900,-5-15 2159,1-8 0,-4-4 0,-4-1 0</inkml:trace>
  <inkml:trace contextRef="#ctx0" brushRef="#br0" timeOffset="240300">12700 13918 8882,'-8'-7'899,"15"0"-809,3 3-180,22-2-89,-13 3-2430,16-3 1789,-24 3 1,6 0 0,-15 3 0</inkml:trace>
  <inkml:trace contextRef="#ctx0" brushRef="#br0" timeOffset="240543">12697 14073 8522,'5'6'810,"2"-3"-720,31-5-2069,-1-5 1979,1-1 0,-5 0 0,-11 2 0</inkml:trace>
  <inkml:trace contextRef="#ctx0" brushRef="#br0" timeOffset="241592">13125 13914 8612,'-11'-4'1439,"1"0"-719,5 2 449,1 0-1079,5-3 180,8-3-180,6 0-90,7-5 0,-9 5 0,14-17 0,-17 14 0,16-31 0,-20 30 0,9-22 180,-9 42-90,0-7 224,-5 39 1,-5 14-225,1-15 0,-1 2 0,-1 9 0,2-8-90,1-1-135,2-2 0,1-3 45,4-11-449,7 3-811,-2-19-1078,0-2 2428,1-4 0,-7-2 0,-1-1 0</inkml:trace>
  <inkml:trace contextRef="#ctx0" brushRef="#br0" timeOffset="241815">13175 14226 9961,'-12'4'675,"41"-9"0,18-5-2314,-21 5 1,1-2 1169,4 1 1,5-1 0,-5 0 0,-2 0 0,-6 1 0,1 1 0</inkml:trace>
  <inkml:trace contextRef="#ctx0" brushRef="#br0" timeOffset="242092">13981 14070 11400,'-1'-11'180,"-1"1"0,2 6 0,-1 3 0</inkml:trace>
  <inkml:trace contextRef="#ctx0" brushRef="#br0" timeOffset="261308">20734 14475 6363,'7'-3'810,"4"0"-270,0 2-271,1-3-179,-1 0 180,12-13-180,-1-3 0,13-15 180,-3-1 180,-5 3-450,-10 20 90,-12 30-45,-6 10 0,-2 5-45,-3 14-90,5-5 0,2-2-270,5-10-90,2 14-539,0-27 989,2-8 0,-4-5 0,2 0 0</inkml:trace>
  <inkml:trace contextRef="#ctx0" brushRef="#br0" timeOffset="261558">20895 14706 8162,'-7'9'1709,"6"0"-1259,14-7 90,13-3-720,0-5 0,1 0-270,6-2-1079,-5 0 0,-3 0 709,-11 3 1,11-4 0,-11 5 0</inkml:trace>
  <inkml:trace contextRef="#ctx0" brushRef="#br0" timeOffset="263574">20089 14215 7982,'8'-5'540,"10"0"-90,5 2 0,7 2-241,5-2 1,6 1 0,-2-1-150,-4 1 0,0-1 0,2 0-75,6 0 1,5 0-1,0 0 1,-3 0 44,2 0 0,-2-1 0,2 1-336,-3 0 1,1 0 0,2 0 0,0 0 322,-5 0 1,2 0 0,0 0 0,-2 0 0,-3 0-18,7 0 0,-5 1 0,4-1 45,0 1 0,4-1 0,0 1 0,-2-1-81,-5 2 1,-2-1-1,1 1 1,1 0 53,-2 0 0,2 0 0,0 1 0,0 0 0,-2-1-18,5 0 0,-1 0 0,0 1 0,-1-1 22,-2 1 1,2 1-1,-3 0 1,-5-1-23,4 2 0,-3-1 0,11-1 0,-1 1 45,-14-1 0,-1 0-45,6-1 0,-1 1 203,6-2-203,-5 1 0,1 1 775,-12-1 1,-1 0-776,2 1 0,-2-1 387,10 1-387,-12 0 0,-3 0 0,7 1 0,6 0 0,-15-1 0,10-1 0,-16 1 0,3-1 0,-1 2 0,-5-2 0,7 2-180,-1-2-89,-2 2-271,0-1 540,-6 1 0,-4-1 0,0 0 0</inkml:trace>
  <inkml:trace contextRef="#ctx0" brushRef="#br0" timeOffset="266032">19157 14256 7892,'-11'2'180,"-12"0"90,9-2 0,-9-1 0,7-1 0,-3 0 180,-13-2 89,-17 1-449,9 0 135,-4 1 0,2 0-135,12 1 0,-16-1 0,-4-1 0,23 1 0,0 1-90,-7-1 0,-3-1 45,-11 0 0,3-1 45,5 2-1,-7-3 1,0 1 0,8 0-45,8 1 0,-2-1-45,-13 1 90,-1 0-1729,15 1 1,2 1 1523,-8 1 160,13-1 0,-1 0-45,-22 1 0,19 0 0,-14 0 0,-1 1 0,-4 1 0,18-1 0,0 0 0,-7 0 3276,0 0-3160,12 0-116,-14-2 0,11 2 0,1-1 0,0 1 0,-19 1 0,24-2 0,-24 2 0,17-2 0,-9 3 0,11-1 0,1 0 0,-4 2 0,-1-1 0,2 1 0,9-2 0,-22 4-270,16-2 180,4 0-269,-1-1 89,13-1-360,-5 1 630,-3 0 0,5-3 0,-3 0 0</inkml:trace>
  <inkml:trace contextRef="#ctx0" brushRef="#br0" timeOffset="270844">16964 14251 7892,'0'-11'360,"5"-2"-360,-1 9 0,4-4 90,2 0-90,-5 3 90,12-9 0,-2 1-90,5-4 0,-2 3 90,16-13-90,-14 10 45,2 0 0,-1 0-45,-2 2 90,2-3-90,-5 6 90,2-2-3367,12-7 3252,-10 6 25,5 0 0,-10 5 90,21-10-90,-14 8 0,12-6 0,3-2 0,6-1-445,-10 4 0,1 0 490,-8 5 0,0-1 35,7-4 0,0 0-35,-4 2 0,0 0-45,-2 1 0,0-1 45,-3 2 0,-3 2-45,0-2 90,21-11-90,-20 11 2896,12-6-2806,7-2-90,-6 2 0,-8 6 0,1-1 0,-4 1 0,-1 2 0,15-7 0,-4 2 0,0 1 0,-6 2 0,0 1 0,0 0 1460,-7 2-1460,24-8 0,-14 6 35,4-2-35,-11 6 0,0-1 0,12-3 0,-6 2 0,0 0 0,12-5 0,-14 6 0,0 0 0,5-2 0,-1 0 0,15-5 0,-22 8 0,-1 1 0,10-6 0,-7 5 0,-1-1 0,0 0 0,1 0 0,3-1 0,-2 1 0,-7 2 0,5 0 0,-1-1 0,-6 1 0,22-5 0,-14 3 0,6 0 0,12-3 0,-25 7 0,17-4 0,-6 1 0,-11 4 0,25-6 0,-19 4 0,12 0 45,-7 1 0,1 0-1213,5-1 1168,-7 2 0,-1 0-218,1 1 218,8-2 0,-7 2 90,2-2 0,-1 0 0,-3 1-90,-1 0 0,-2-1 90,-5 2 1140,14-4-1230,-17 3 90,15-1 156,-4 1-156,-6 2-90,25-1 90,-25 2-90,23-2 0,-24 2 0,11 1 0,2 0 0,5 0 0,1 1 0,-1 0 0,-2 0 0,0 1 45,-6 0 0,-1-1-45,5 1 45,-1 0 0,0 0-45,3 0 45,-11 0 0,-1-1-45,6 1 0,16 3 90,-14-1-90,3 1 45,-9-1 0,-2 0 45,7-1-90,6 3 45,-5-1 0,-1-1-45,3 0 30,-2 2 0,8 0 0,-6 0-30,10 1 0,2 1 0,-2 0 0,-5-1 0,7 2 0,-18-3 0,-1 0 89,4 1-89,4 1 0,4 1 0,-2 0 0,0 0 0,-7-2 0,1 2 0,0-1 0,3 2 0,-3-2 0,-4 1 0,-2 0 0,4 1 0,-2 0 0,10 4 0,-13-3 0,-2-1 0,8 5 0,12 4 0,-19-6 0,-1-1 0,3 2 45,-5-1 0,1-1-135,4 3 180,9 6-90,-14-8 0,7 4 0,-17-10 0,24 15 0,-11-6 0,3 1 0,2 1 90,9 6-90,-16-11 0,-2 1 90,8 3-90,-9-5 90,12 9 0,-4-2-90,8 7 90,-8-5-90,-9-4 90,9 11-90,-11-9 90,7 12-90,-14-15 0,5 7 0,-9-10 0,3 0 0,-2 2 0,-2-6 0,4 10 0,-2 0 0,-2-6 0,4 12 90,-3-12-90,5 13 0,-3-9 0,6 19 0,-8-20 0,6 16 0,-7-18 0,6 17 0,-1-6 0,4 5 0,1 1 0,-2-2 45,2 1 0,-2 0-45,-4-8 45,-1 5 0,0 0 45,0 2-90,-3-1 0,1-1 0,-2-1 90,0 3-90,-3 1 0,-2 2 0,-7 17 45,0-10 0,-1 1-45,2-13 0,0 1 0,-6 18 0,0-1 0,5-20 0,0 0 0,-2 4 0,0 0 0,-5 8 0,4-10 45,-2-2 0,0 0 45,-6 8-45,-3 2 0,-2-1 168,-3-1-161,9-12 0,-1-1 284,-10 5-119,6-8 0,-1 0 112,2-2 0,-2 0-52,-8 1 0,-5 1 0,5-2 111,5-3 1,0-1-112,-11 2 0,-6 1 1,5-3-2929,-9 0 3049,15-3 0,-4 1-908,-5-2 0,1-1 859,17-3 1,-1 1-469,-10 0 1,-5 1 0,2-2 312,-3 1 0,0-1 192,-8-1 1,0 1-22,9-1 1,-1-1-108,6 0 0,-2 0 1,1-1-20,1 0 1,1-1-1,0 0 562,-1 1 0,-1 0 0,2 0-524,-14-2 1,3 0 939,16 0 1,3 1-960,-1-1 1,0-1-311,-12 0 1,-1-1 838,6 2 0,-2-1-819,1 0 0,-3 0 0,1 0 41,4 0 1,0 1 0,-1 0-29,-11-1 0,-2 0 0,4 0-1,-3-1 1,3 1 55,-2 0 0,-2 0 16,12-1 1,-1 0-1,1 0-21,-9-1 0,0-1-964,7 2 0,-1-1 0,1 0 907,-5-1 0,-1-1-706,9 1 1,-1-1 0,2 0 671,-1 1 0,1 0-169,1-1 0,-1 1 0,-1-1 215,0 0 0,0-1 0,2 2-36,1 0 1,-2-1 56,-5 0 1,-4-2 0,3 2-39,6 1 1,-1-1 50,-5 0 1,-3-1-1,3 1 976,5 0 1,0 1-992,2 0 1,-3-1 0,0 1 7,-1-1 0,-1 0 1,2 0 7,0 0 1,-2 0-9,-4-1 1,-4 0 0,4 0-1,5 0 1,0 1-481,-4-1 1,-2 0 0,3 1 468,5 0 1,1 0-161,1 1 1,-2-1 0,-1 1 36,0-1 1,1 1 0,1 0-50,-1-1 0,-2 1 77,-10-2 0,-7-1 0,4 1-48,-1-1 1,2 1 32,2 1 1,-1-1 27,7 0 0,0 0 0,3 0-28,5 0 1,1 1-15,-13-5 0,0 0 171,18 4 1,1 0-41,1-1 0,0 1-61,-9-4 3,-13-4 1979,16 7-1963,-6-3 0,0 0-50,2 1 48,0 0 0,2-1 3007,8 2-3009,1 0 1,0-1-59,-6-5-277,-8-4-512,-3-7-191,10 7 625,2 1 1,-1 1-618,-2-3 588,9 7 1,0 0 571,-8-6-616,4 2 0,0 0-161,-4-2 684,9 6 0,-2-2-270,-4-6 1,1 0-91,-8-8 180,6 6 0,1-1-1080,6 2 1,4 1-1529,0-8 2788,5 7 0,2-1 0,3-12 0,5-1 0</inkml:trace>
  <inkml:trace contextRef="#ctx0" brushRef="#br0" timeOffset="305706">18475 16188 7533,'-10'-8'1709,"0"0"-1080,6 4 181,-2-1 809,2 1-989,-1 15-450,2-3-1,2 18-179,3-13 180,13 12-90,19-18-90,1-7 0,2-4-275,-6 0 0,2-4 245,-2-3 0,2-3 1,1-2-1064,4-7 1,1-2 0,-2 2 1035,0 0 1,-1 0-161,-3 1 1,1-2 0,-5 2-99,-7 3 0,-4 3-1754,10-7 2069,9 8 0,-20 21 0,-4 16 0</inkml:trace>
  <inkml:trace contextRef="#ctx0" brushRef="#br0" timeOffset="306362">18511 17262 8882,'-8'-14'720,"1"0"-451,4 7 631,0-1-630,3 20-90,0 3-91,0 9 1,1 2 0,1 9-90,3 9 0,6-29-90,28-24-36,-10-9 0,6-10 0,4-4 1,0 0-1,-6 6-726,0 2 1,-4 4 0,4-5 716,-1 1 0,4-5 0,2-3 0,0 1 0,-3 3 0,-5 5-1214,9-7 0,-4 5 1349,1-1 0,-1 1 0,-3 2 0,-3 2 0,10-7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6:30:32.981"/>
    </inkml:context>
    <inkml:brush xml:id="br0">
      <inkml:brushProperty name="width" value="0.09071" units="cm"/>
      <inkml:brushProperty name="height" value="0.09071" units="cm"/>
      <inkml:brushProperty name="color" value="#C00000"/>
    </inkml:brush>
    <inkml:brush xml:id="br1">
      <inkml:brushProperty name="width" value="0.12095" units="cm"/>
      <inkml:brushProperty name="height" value="0.12095" units="cm"/>
      <inkml:brushProperty name="color" value="#C00000"/>
    </inkml:brush>
  </inkml:definitions>
  <inkml:trace contextRef="#ctx0" brushRef="#br0">10687 10876 6094,'-8'-5'899,"0"2"-539,2-1-90,-1 1 179,2 1 541,-7-4 269,-6 0-90,0-1-989,9 6 0,35 2-90,17 2-60,-11-2 0,4 0 0,3-1-8,-4-1 1,2 1-1,2-1 1,1 0-679,-3 1 1,2-1-1,1 1 1,1-1 0,3 1 651,-3-1 1,2 1-1,2-1 1,1 1-1,0-1 1,-2 1-1,-3 0-171,4-1 1,-3 1 0,-2-1-1,2 1 1,4 0 174,-2-1 0,3 1 0,2-1 0,1 1 0,-1 0 0,-1-1 0,-2 1-396,6 0 0,-3 1 0,-1 0 0,1-1 1,3 1 395,-7-1 0,2-1 0,1 1 0,1 0 0,1 0 0,-1 0 0,1-1 0,-4 2 0,0-1 0,0 0 0,0 0 0,1 0 0,1 0 0,2 1 0,1-1 7,-8 0 1,2-1-1,1 1 1,1 0-1,1 0 1,1 0-1,-1-1 1,1 1-1,-1 0 1,-1 0-1,-1-1 1,-1 1-8,5 0 0,-1 0 0,-1-1 0,-1 1 0,0 0 0,1-1 0,0 1 0,2 0 0,1-1-102,-6 1 0,2 0 0,2 0 0,1-1 0,0 1 1,2 0-1,-2 0 0,1-1 0,-2 1 0,-2 0 0,-1 0 1,-3-1-1,-3 1 102,14 0 0,-6-1 0,-3 1 0,-1 0 0,2-1 0,4 1-10,-5 0 0,3 0 0,1 0 0,2 0 0,0 0 0,-1 0 0,-1 1 0,-2-1 0,-4 0 10,4 1 0,-5-1 0,-1 1 0,0-1 0,1 1 0,4 0-16,-5 0 1,4 0 0,1 0-1,1 0 1,1 0 0,-1 1-1,-2-1 1,-2 0 0,-4 1 15,7-1 0,-5 0 0,-2 0 0,0 0 0,3 1 0,2-1 0,3 1 0,1 0 0,-2 0 0,-6 0 0,-8-1 627,-3 0 1,-4 0-628,22 0 0,-2 0 90,-4-1 849,-13-1 0,2 1-909,2-1 0,4 0 0,-2-1-30,7 2 0,1-1 0,7-1 0,2 0 45,-4 0 0,-2 1-45,-4 0 0,0 0 0,2 0 0,-2 1 0,-13-1 0,-3 1 0,3 0 0,-2 0 0,-3 0 0,4 0 0,-1 1 2807,-6-1-2717,12 0-270,-15 0-574,-1 0-2124,-21 3 2878,2-2 0,-18 3 0,5-3 0</inkml:trace>
  <inkml:trace contextRef="#ctx0" brushRef="#br0" timeOffset="2530">19601 4924 9691,'13'5'540,"14"-12"-360,-2-10-135,-3-1 0,-1-2-45,-4 1 0,-2-3 45,6-17 0,-3-4-45,-5 6 0,-2-1 45,1-8 0,-3-1 45,-3 4 0,-2 4 90,-2 0-180,-4 13 180,-6 56-180,2-2 0,0 7 44,0 1 1,1 5 0,-1 3 0,2-4-45,-1 3 0,1-2 0,0 2 0,1-2 0,0 2 0,1 0 0,0-6 0,3 7 0,1-7 0,2-10 0,0-4 90,4 7-90,0-16 0,3-7 0,8-8 0,22-24 0,-21 9 0,0-3 0,6-10 0,-1-5 0,-5 0 0,-1-4 0,-1 2 0,2-5 0,-2-1-360,-1 4 0,-1-2 1,-1 3 359,-4 3 0,-2 2 0,-1-2 0,0 3 0,2-15 0,-3 10 0,-3 16 90,-2 12-90,-1 13 90,-5 22 0,-1 18-46,-1 2 1,0 4-1067,3-17 1,0 0 0,1 0 1021,-1 1 0,1 1 0,0-2 58,0 4 1,3-2-239,5 0 1,3-4-361,12 2 135,-6-7 0,2-4-404,10-5 809,9-15 0,-8-3 0,12-4 0</inkml:trace>
  <inkml:trace contextRef="#ctx0" brushRef="#br0" timeOffset="2780">20534 4854 8882,'4'-16'1259,"3"3"-989,16-1-270,-1 5-899,17-2-810,-15 5 1709,1 2 0,-14 3 0,-5 2 0</inkml:trace>
  <inkml:trace contextRef="#ctx0" brushRef="#br0" timeOffset="2966">20561 4971 8522,'0'8'1080,"5"-4"-901,9-2-179,13-7 0,3-1-359,5-1-1,-4 0 0,2-1 360,-5 0 0,-1-1 0,14-5 0,-10 3 0,0 0 0</inkml:trace>
  <inkml:trace contextRef="#ctx0" brushRef="#br0" timeOffset="3384">21304 4686 8702,'-4'-10'2429,"-6"-13"-1800,3 10 91,-11-5-540,7 17 90,-14 11-1,-6 12-179,12-5 0,1 1-90,-15 17-135,12 4 1,4 3-226,8 6 180,3-7 0,6-3 0,19-5 0,12-13 90,4-17 0,11-15 90,-22 1 0,-1-3 0,2-5 0,-3-2 45,-3-1 0,-4-2 90,-3-4 0,-7-3-1741,-7-2 0,-5-1 1606,-5-13 45,-2 21 0,-2 5-418,1 9 14,-15 6-271,12 12-2248,-8 17 2878,18 5 0,7 7 0,10-3 0</inkml:trace>
  <inkml:trace contextRef="#ctx0" brushRef="#br0" timeOffset="3633">21646 4950 9961,'2'-17'2159,"0"3"-1439,-3 2-1,0 4-629,1 1-1183,-1 2 1,-1-1 0</inkml:trace>
  <inkml:trace contextRef="#ctx0" brushRef="#br0" timeOffset="4119">22008 4701 9691,'-4'-15'720,"0"3"269,0 3-629,-2 4 0,-6 4 0,-2 5 0,-21 20-180,7 2-225,8-5 0,1 1-45,-5 21-180,9-2-135,17-5 0,5 1 135,6 3 90,8-7 1,4-6 89,9-15 90,-6-10 0,0-5 180,10-11-180,1-7 179,-19-2 1,-4-5-45,-7 5 0,-3-2-45,-2-15 0,-3 0-90,-12-9 0,-6 19 0,-4 4-270,-3 8-2608,-21 9 2878,24 20 0,-3 15 0,18 2 0</inkml:trace>
  <inkml:trace contextRef="#ctx0" brushRef="#br0" timeOffset="4511">22332 4698 9332,'2'-7'629,"1"-1"1,-2 2 0,-1-1 179,0-1 181,0 1-541,-8 36-359,6-16-405,-3 29 1,3 7-586,4-21 1,1 0-740,-1 11 1,2-1 818,4 4 1,2-18 0,-1-7 0</inkml:trace>
  <inkml:trace contextRef="#ctx0" brushRef="#br0" timeOffset="5694">23586 4661 9512,'8'-9'1259,"1"-2"-630,-6 6 631,1-1-4537,-10-1 2842,0 5 1211,-12 0-596,-6 5 0,-3 2-90,-9 3 0,-3 0 0,-3 3-90,5 0 0,1 2 0,6-3 0,-1 1-90,1 4 0,-2 1 0,6 1-180,-9 17 90,12-9 0,4 0 90,8 4-359,29 13 269,1-22 90,-1-2 0,5-2 1608,2-5 0,0-3-1518,8 4-90,13-6 349,-26-9-349,4-5 180,0-16 90,-19-25-135,-8 18 0,-4 0-45,-3 0 0,-4 1 0,-12-11-270,4 18-269,8 12 89,0 1 450,0 4 0,9 5 0,0 1 0</inkml:trace>
  <inkml:trace contextRef="#ctx0" brushRef="#br0" timeOffset="6013">23832 4745 10231,'9'13'630,"12"-2"-540,-4-9-630,13 0 540,0-4 0,-12 1 0,-1-2 0</inkml:trace>
  <inkml:trace contextRef="#ctx0" brushRef="#br0" timeOffset="6231">23797 4944 8162,'26'6'360,"-1"-2"-360,18-2-1709,-2-2 1709,2-2 0,0-3 0,-4-2 0</inkml:trace>
  <inkml:trace contextRef="#ctx0" brushRef="#br0" timeOffset="6683">24439 4838 8162,'-12'-4'2789,"12"-5"-2609,13-17-90,2 5-90,6-10 0,-4-3 0,-1-1 90,3-7-46,1-4 1,-1 2 45,-6 11 180,-2 5 0,-13 57 0,-4 14-270,2-9 0,0-2 0,0 11 0,0 1 0,2-6-135,1-5 0,1 0-105,1 2 0,0 3 1,2-4-1400,3-4 1,1-3 1377,4 6 1,2-7 0,-7-15 0</inkml:trace>
  <inkml:trace contextRef="#ctx0" brushRef="#br0" timeOffset="6850">24528 5062 10051,'-18'0'2879,"2"-1"-2160,39 1-1258,26-6-1,0 3-135,-19 0 1,-1-1-2603,9 0 2658,-10-1 0,14-3 0,-12 0 1</inkml:trace>
  <inkml:trace contextRef="#ctx0" brushRef="#br0" timeOffset="7868">21262 5723 10051,'4'-12'450,"-2"3"90,-2-4 539,-9-3-359,-4 3-271,-17 7-269,3 9 0,-11 19 0,-2 6-135,21-13 0,-1 2-45,-8 9 0,-4 5 0,5 0-180,8 0 0,4 1-45,-1 9 1,5 1 134,7-11 0,8-3-90,19-3 0,6-6 180,5-6-45,3-10 0,2-8 90,-6-12 0,-2-6 0,0-4 0,-2-2 0,0-4 0,-4-1-45,-13 8 0,-4 1 0,-6-9 0,-8 5-90,-10 0 0,2 6-2159,-21 12-1028,19 18 3264,-7 6 0,14 10 1,4-2-1</inkml:trace>
  <inkml:trace contextRef="#ctx0" brushRef="#br0" timeOffset="8096">21565 6036 10411,'11'-23'1799,"-4"5"-1079,0 6-1080,-4 5-810,2-1-1438,0 4 2608,0 2 0,3 0 0,0 1 0</inkml:trace>
  <inkml:trace contextRef="#ctx0" brushRef="#br0" timeOffset="8549">21953 5794 10951,'-4'-14'1889,"4"4"-1440,4 3-359,4 4 90,3-1-90,-2 1 0,5-2-90,-2-2 0,1 0-90,5-5 0,9-15 0,1-4 45,-8 6 0,0-1 0,-4 2 0,-1 0 45,9-15 0,-11 16 0,-2 2-90,0 0 90,1-2 90,-11 35-90,-3 1 0,-7 27 0,-3 5 0,1-1-90,4-10 0,-3 9 0,1 1 1,2-8-1,1-8 0,2-1 30,-3 7 0,1 4 0,2-4-705,3-1 1,2-5-1485,2 4 2249,4 17 0,0-33 0,2-5 0</inkml:trace>
  <inkml:trace contextRef="#ctx0" brushRef="#br0" timeOffset="8733">22077 6089 9961,'-11'4'1529,"16"1"-1349,1-3 90,23-2-405,-4-1 0,1 0-314,23-3 449,-9 2 0,10-2 0,4 0 0,-5 0 0,-2-1 0,-3-1 0,4 1 0,2-1 0,-1 1 0,0 0 0,1 0 0,-1-1 0</inkml:trace>
  <inkml:trace contextRef="#ctx0" brushRef="#br0" timeOffset="9383">24793 5791 9871,'-16'-18'1889,"-5"-6"-1169,4 6 179,-3-6-809,8 11 0,5 3 90,2 3-270,15-7 0,-2 0 0,14-10 90,-8 7-135,7-12 0,0-3-134,1 1 179,-4 13 90,-26 39 0,-13 22 0,1-1-1639,1-1 1,0 3 1541,4-12 1,-2 5 0,1-1 0,3-3-1353,3 13 0,4-4 1224,1-8 0,2-1 90,-2 5 0,3 1-855,4 1 1,3-4-1259,2-5 2248,-2-6 0,1-1 0,2-7 0,-1-5 0</inkml:trace>
  <inkml:trace contextRef="#ctx0" brushRef="#br0" timeOffset="9583">24589 6210 9152,'-11'-1'1889,"-2"-2"-900,5 2-809,14 0-720,24 0-674,-6 1 0,4 0 1214,11-1 0,2 0 0,-5 0 0,0-1 0,3 0 0,1 0 0</inkml:trace>
  <inkml:trace contextRef="#ctx0" brushRef="#br1" timeOffset="11450">21301 7011 12598,'-1'-13'-1439,"-1"1"757,-3 0 296,-2 2 572,-7 6 315,3 3 274,-11 13-553,1 10 0,0 9-256,1 5 0,0 5 0,1-1 45,3-9 1,0 0-1,1 1-834,0 5 1,0 0 0,7-3 917,8-6 1,6-4-517,10 9 40,5-7 0,3-2-214,10 0-352,1-17 1,8-5 0,-5-2 1008,-12-2 0,1-3-500,16-4 0,9-5 1,-7-4 651,-8-7 0,-3-5-103,-7 5 1,1-4-1,-5-2 54,-6-2 1,-5-1 0,-9-3 59,-13 1 1,-10-3 0,-5 1 0,3 4-221,3 3 1,0 4 0,-6 2-161,-9 0 1,-6 0 0,-2 4-1,6 11-692,2 11 0,2 10 801,-3 3 1,6 5-1,8 21 1,16 0 0</inkml:trace>
  <inkml:trace contextRef="#ctx0" brushRef="#br0" timeOffset="12316">24391 7203 8252,'6'-9'1080,"6"-8"-361,3 2-269,7-5-270,0 4 179,14 1 1,3 2-270,-3 3 30,-3 2 0,7-1 0,-4 4-165,-5 7 0,-2 3 45,1-2 0,-3 3-180,-1 29-1459,-47-1 1,-13 1 1061,15-10 0,-2 1 464,-9 3 1,-7 4 0,0 1-1,7-6 275,7-7 1,2 1-223,-5 6 0,-2 4 0,10-6 60,14-5 0,25 1-90,24-16 135,-9-5 0,1-1-90,-5 0 0,0-1 45,0-2 0,-1-1-720,-1 0 1,-4 0-451,4 0 181,15-2 1358,-29 5 0,4 2 0,2 0 0</inkml:trace>
  <inkml:trace contextRef="#ctx0" brushRef="#br0" timeOffset="13182">24548 8430 240,'0'-20'360,"0"4"2916,-6-13-2941,1 17 1434,-12-3-1410,-22 34-974,10 5 1,-1 4 614,4-6 0,0 2-120,3 9 0,1 6 1,5-6-61,2 4-246,3 0 1,4 0-24,11 4 89,23 0 450,6-15 224,6-31 1,2-10 855,-17 0 0,-2-4-945,10-15 0,-5-4-90,-19 11 0,-4 0 1457,-1 1 1,-2 1-1503,-7-16-1,-6 17 1,-4 4-269,-5 2 715,-22-4-1166,15 36-1169,1 9 1799,10 5 0,12 5 0,6-2 0</inkml:trace>
  <inkml:trace contextRef="#ctx0" brushRef="#br0" timeOffset="13381">24833 8697 8792,'-2'-13'540,"0"-2"-540,0 4-1799,0 1 1799,0 4 0,2 3 0,-2 1 0</inkml:trace>
  <inkml:trace contextRef="#ctx0" brushRef="#br0" timeOffset="13671">24998 8583 330,'2'-8'2879,"0"-4"-78,-11 17-2621,2-2 1319,-10 18-1769,10 5-270,5 4-839,9-2 0,4 0 929,4 6 450,2 1 0,1 0 0,-3-4 0,-5-8 0,1 1 0</inkml:trace>
  <inkml:trace contextRef="#ctx0" brushRef="#br0" timeOffset="13765">25046 8973 8252,'-33'12'30,"0"0"0,5-2 0,-2-1-255,-7 1 0,-1-1 225,11-3 0,3 0 0,1 0 0,5 0 0</inkml:trace>
  <inkml:trace contextRef="#ctx0" brushRef="#br0" timeOffset="13988">25069 8574 8072,'4'-27'2069,"0"5"-1169,7 4-810,-2 11 0,7-2-180,-4 8-1170,19 1-179,-8 1 0,14 1 1439,-14 0 0,13-1 0,1-1 0</inkml:trace>
  <inkml:trace contextRef="#ctx0" brushRef="#br1" timeOffset="48115">4161 11815 8938,'-10'-7'641,"1"2"-231,3 2 603,0 1-24,-1 1-623,18 1 219,17-2-400,-4 1 1,3 0 57,-2-1 1,3-1-89,7 1 1,4 0-1,-1 0 22,3-1 0,0 1-1045,-3 0 0,2 0 1,-1 0 830,-3 1 1,-2 0-1,0 0-44,12-1 0,1 1-102,-5 1 1,3 0-1,1 0-24,-1 0 1,0 1 0,2-1 48,-3 1 1,3 0 0,0 0 0,-1-1 35,4 1 1,-2 0-1,2 1-7,-10-2 0,0 1 0,1 0 0,0 0-76,0 0 0,1 0 0,-1 0 1,0-1 84,6 1 1,0 0 0,0 0-563,-8-1 1,1 1-1,0 0 1,-3-1 619,4 0 1,-1 0-1,0 0-557,7 0 0,0-1 0,-3 1 574,0-1 1,-2 1 403,-7-1 0,3 1 1,1-1-366,-2 0 0,3 1 1,0-1-1,-3 0 6,2 0 0,-3 1 0,5-1 23,-3 1 1,4-1 0,1 0-1,-1 0 1,-4 1-24,3-1 0,-3 1 0,-1-1 189,1 2 1,-1-1 0,-1 1-190,8-1 0,2-1 45,-8 1 0,4 0 0,-1 0 0,-3 0-45,6 0 0,0 0-221,-7-1 0,3 1 0,1 0 1,-3-1 279,2 1 1,-2 0 0,0 0-30,-4 0 0,0 0 0,1 0 30,15-1 0,3 0 0,-6-1-18,-11 1 0,0 0 48,5-1 0,4 0 0,-7 1 1340,5-1-1385,-1 0 0,0 0 45,3 1 0,-1-2-90,1 2 2727,-20-1-3266,-3 1-2070,-9 1 2609,3 0 0,-10 0 0,-3 0 0</inkml:trace>
  <inkml:trace contextRef="#ctx0" brushRef="#br1" timeOffset="51913">12689 11849 13518,'-10'-2'371,"1"0"-227,1 1 499,1 0 344,0 0-245,0 3 273,1-2-25,0 3 14,8 1-1425,16 1 671,1-1-12,15-1 1,4-2 20,-6 0 0,3 0-173,9 0 0,8 1 0,2-1 1,-6 1-275,1-1 1,1 0 187,-12 0 1,6 0 0,1 0 0,-2 0 0,-7 0-1640,4 0 1,-4 0 1867,8-1 1,0 0-687,-12 1 1,-2 0 425,5-1-69,3 0 239,1 0 57,-8 0-237,-5 0-113,-9-1 2658,-11 1-3130,0-2 1488,3 2-876,2 1 1,0 0 0,0-1-1</inkml:trace>
  <inkml:trace contextRef="#ctx0" brushRef="#br1" timeOffset="53450">19349 11952 9716,'13'-2'1877,"7"-2"-1909,11 3 0,5 0-29,-3-1 0,2 0-355,-1 0 0,4 0 1,-1 1 398,0 0 1,-1 1 0,0 0-2,11-1 1,0 1-492,-13 1 1,0-1 0,-2 1 416,3 0 1,0-1 91,3 0 0,-2 0 90,9-1 90,-14 1 0,-2-1-180,-7 1-450,8-1-1079,-19 2 1720,-1 0 1,-3 3 0,-5 1 0</inkml:trace>
  <inkml:trace contextRef="#ctx0" brushRef="#br0" timeOffset="60265">10907 13235 8792,'30'3'1529,"-10"-1"-1079,26-3-181,-13 0 1,4-1 0,0 0-1363,0 1 1,-1 0 0,5 0 723,0 0 0,6 0 1,1-1-1,0 1 1,-5 0 624,7 0 1,-3 1 0,6 0-213,-13 0 1,5 0 0,3-1 0,3 1 0,0 0 0,-2 1 0,-4-1 0,-6 0-23,2 0 1,-7 1 0,1-1-1,8 1-4,-5-1 0,6 0 0,5 1 0,4-1 0,1 1 0,0 0 0,-3-1 0,-2 1 0,-6-1 0,-7 0-18,9 1 0,-8-1 0,6 0-169,0 1 0,7-1 0,4 1 0,-1-1 0,-6 0 0,-11 0 213,-2 1 1,-5-2-598,14 1 0,-3 1 553,-8-1 1466,-2 0-1376,-17 1 425,7-1-875,6 2-629,-1 0-2160,-7 1 3716,-9 0 0,-7-1 0,-1 0 1</inkml:trace>
  <inkml:trace contextRef="#ctx0" brushRef="#br0" timeOffset="66742">10323 4042 8162,'7'-9'990,"-1"1"-540,-5 3-181,1-1 91,-2 1 90,0-2 90,0 1-540,-3 16 90,1-6-90,-2 21 0,-1-2 0,1 0 89,-1 7-89,2-8 0,1 1 0,-1 9 0,1-13 0,-1 9 0,2-12 0,0 2 0,-1 1 0,2-6 0,0-2 0,0-4 90,0 3-90,0-4 0,-1 1 0,4-1 0,0-2 90,9 1-90,0-3 0,12 0 0,-8-1 0,9-1 0,-7 0 90,13 0-90,8-1 0,3 0 0,2 1 0,-4 0 0,-12 1 0,-1-1 0,-8 0 0,-8 0 90,3 0 0,-4 0-90,-2 1 90,1 0-90,-3-1 450,0 1-180,0-2 0,0-4-270,-2-1 90,-1-1 89,0-8-89,-1 6 0,1-12 0,1-2-90,-2 5 0,2-6 0,-2 12 90,3-20-90,0 6 90,1-16-90,-1 11 0,-2 13 0,-2-2 0,0 10 0,0-6 90,-1 5-90,-1-1 0,-1 7 0,-3 2 90,-5 3 0,-10 0-90,6 1 90,-21-2 0,10-1 0,-22 1-45,15 1 0,-1 0-45,-8 0 0,15 0 0,0 0 0,-17 1 0,9 0-90,8 1 0,1-1 0,0 2-450,0-2 270,16 1-449,-4-2-2558,0 2 2724,6 0 1,-2-1-1,7 1 1</inkml:trace>
  <inkml:trace contextRef="#ctx0" brushRef="#br0" timeOffset="67833">10452 4153 9242,'-9'-5'180,"0"-3"179,4 4 451,-4-3-360,4 3-180,-2 0-181,1 5 1,1 2 0,-1 8-90,4 2 0,1 0 0,8 1 0,2-6 0,15-6 0,-6-5 0,4-4 0,1-9 0,-14 8 90,10-16 0,-15 9 90,-1-3-180,-6 3 90,-2 7-90,-10 5 0,7 4-90,-10 9 0,12-2-90,-1 3 0,12 4 180,0-8-90,20 4 90,-14-13 180,13-7 270,-20-6-360,-21-1-180,5 6-1169,-24 12-2018,23 10 3151,-2 2 1,8 5 0,5-3 0</inkml:trace>
  <inkml:trace contextRef="#ctx0" brushRef="#br0" timeOffset="71981">10636 4137 6633,'-11'-6'450,"1"2"-360,5 2 0,-1 1 0,-3 1 0,3-1-90,-3 2 90,0 1-90,-10 7 0,8-5 90,-11 11-90,14-9 0,-10 13 0,12-9 90,-4 7-90,10-10 179,2 2 91,1-5-90,5-4 0,-3-6 0,2-4 0,-4-3-3392,-2 0 3392,-1 3 0,-4-4-90,2 9 0,-7-4-1,2 7-89,-5 1 90,-1 8-90,4-3 0,-2 7 0,8-6-90,-1 6 90,5-3 3276,4 2-3160,2-4-116,3-5 0,0-4 0,0-4 0,-2-2 90,-2-4-90,-6 2 0,-2 2 0,-9 8 0,-1 6 0,0 4 0,3-2 0,5 1 90,8 0-90,-1-3 180,12-7 0,-8-5 90,3-11-180,-10 8 270,-7-11-180,-5 5-90,-5-2 179,-9 4-269,10 7 0,-10 5 90,15 4-90,-3 3 0,7 0-90,8 6 90,6-6 0,18 4 0,-9-7 0,20-7 90,-21-1 270,10-8 90,-14-2 0,-11-6-450,-3 9 0,-9-1-450,6 12-90,-3 5-719,5 5-2018,6 11 3196,4-3 1,10 7 0,-2-8 0</inkml:trace>
  <inkml:trace contextRef="#ctx0" brushRef="#br0" timeOffset="74549">10016 4908 8792,'6'-9'360,"-2"0"0,0 0 539,0-2-539,1 1 359,0-4 1,-1 6-180,0-1-450,-18 31 0,5-5-135,-6 8 0,0 1 45,1-3 0,1 0 0,0-2 0,4-5 0,-11 17-90,12-17 90,-2 5-90,3-6 90,3-5 0,7-13 0,2-4-90,5-8 90,0-3-90,5-7 0,-3 3 0,2 0-90,-6 10-719,-1 2 899,0-1 0,1 1 0,-2 2 0</inkml:trace>
  <inkml:trace contextRef="#ctx0" brushRef="#br0" timeOffset="75198">10044 4911 8252,'4'-7'-360,"0"-1"360,-1 4 180,2-5-90,0-1 0,1 0 180,4-12-180,-3 9 0,6-16 90,8-16-90,-3 5-45,-5 10 0,-1 1-45,-1-2 45,-2 5 0,0 1 45,1-2-90,5-17 0,-4 21 180,0-2-90,-3 10 0,3-3 89,-5 7-89,2-1 180,-1-2-180,1 2 0,-1-1 0,-3 5-90,0-1 0,2 1 0,-1 0 0,1 0-180,0 1 90,-1 1-270,2-2-89,-1 3 269,-1-1-450,3-1-899,-1 3 1529,-1-1 0,-1 2 0,-3 2 0</inkml:trace>
  <inkml:trace contextRef="#ctx0" brushRef="#br0" timeOffset="78939">10817 4209 6723,'-4'-7'3276,"-1"1"-2504,13 7-502,0 2-90,11 7-46,3 3 1,0 0-45,4 2-45,9 5 0,4 3 0,-5-4 0,3 1-15,4 2 0,4 1 0,-1 1 0,-6-5 0,-2 1 0,2-1-30,4 3 0,1 0 0,-2-1 0,-8-3 0,-2-1 0,-2-2 0,5 3 0,-1-1-1093,2 1 1,2 0 0,-4-3 887,12 6 205,-2-2 0,0-1 0,-3-1 0,-8-4 0,1 1-45,-3-2 0,0 0 45,-2-1 0,1 1-45,7 3 0,-2-1 45,11 4 0,-12-4 0,-1 0 0,2-1 0,7 3 0,-2 0 0,-7-6 0,2 2 0,4 1 0,-11-5 0,-1-1 0,20 6 0,-11-3 0,-2 0 3276,1 1-3160,10 4-116,2 1 0,-15-4 0,7 2 0,2 2 0,-1-1 0,-4-1 0,0 0 0,5 2 0,-16-7 0,0 0 0,20 8 0,-5-1 0,-1-1 0,-21-7 0,1 1 0,-10-3 0,7 2 0,-6-3 0,4 1 0,1 0 0,2 1 0,-3 0 0,14 5 0,-12-5 0,14 6 0,-8-5 0,-1 0 0,11 5 0,-11-5 0,4 3 0,-4-3 0,-6-1 0,7 2 0,-6-1 0,4 0 0,-10-4 0,8 4 0,-11-4 0,8 3 0,-8-3 0,7 2 0,-5-3-180,5 4 180,-5-3 0,-2 0 0,-2-2 0</inkml:trace>
  <inkml:trace contextRef="#ctx0" brushRef="#br0" timeOffset="79498">13624 5278 8432,'0'-10'2339,"1"0"-2249,2 13 0,1 3 90,5 13-180,-1-1 90,5 8-90,-4-9-90,15 24 90,-10-17 0,7 9 0,-10-17 0,-5-8 180,-1-2-91,-13 4 1,-5-3-180,-22 7-269,-5 2-496,16-8 1,0 0-1485,-16 7 2339,14-5 0,5-3 0,5-1 0</inkml:trace>
  <inkml:trace contextRef="#ctx0" brushRef="#br0" timeOffset="81315">10696 4332 9602,'8'4'1079,"0"2"-899,-4-2 270,4 7-361,-5-5 451,13 23-270,-7-8-90,4 10 0,1 6-1191,-3-6 0,-1 2 1,-1-1 1010,4 5 0,0 1-565,0 8 0,-1-1 610,-4-18 0,-1-1 0,3 10 0,0 3-15,-1-6 0,0 2 0,0-2-631,1 7 0,0 0 601,0 5 0,-1 1 90,1 0 0,-2-1-45,0-4 0,0-1 254,1 5 1,1 1-240,-2-10 0,-1 2 0,0-6-60,3 16 0,-4-14 0,2 4 0,-1-4 0,0 8 45,0 0 0,1 1-45,-4-17 0,0 1 490,2 7 0,1 5 1,0-5-446,-1-7 0,0 1-45,5 20 0,2-1 1586,-5-19 1,0-1-1587,4 16 0,1 0 0,-5-14 0,1-1 0,-1 3 0,0 0 0,1 6 0,0 0-1366,-3-11 0,0 1 1411,3 13 0,0 2-45,1 1 0,-1 0 0,-3-11 0,0 0 45,2 11 0,-1 0 0,-2-2 0,-1-2-45,0-11 0,-1-1 0,2 11 0,-1-3 0,0-8 0,5 19 0,-4-23 3276,3 12-3160,-3-6-116,-2-8 0,0 1 0,-1-4 0,1-5 90,1 7-90,-1-9-90,0 3 90,1-4 0,-2-2-90,1 0 0,-1-2-2788,1 0 539,-2-10 450,-1 0 1069,-2-8 1,-3-1 0,-1 0 0</inkml:trace>
  <inkml:trace contextRef="#ctx0" brushRef="#br0" timeOffset="81805">11232 7123 10681,'9'5'1979,"-7"-4"-1889,19 13 270,6 10-181,1 4-89,5 6-90,-3-1 0,-13-14 0,2-2 0,0-8-90,-2-8-89,5-8 179,-7-1-90,3-4-540,11-28 270,-11 9-315,1-7 1,-3-1-1485,-3-5 2159,-7 14 0,-2 2 0,-3-7 0,-3 1 0</inkml:trace>
  <inkml:trace contextRef="#ctx0" brushRef="#br0" timeOffset="84275">10849 3458 6633,'-9'-12'990,"14"3"-900,5 6 89,23 1-179,-2 0 0,3 0-90,-9 1 1,0 0-1,-1 2 90,2-1 0,0 1 0,-8 4 0,9 1 0</inkml:trace>
  <inkml:trace contextRef="#ctx0" brushRef="#br0" timeOffset="84817">10870 3516 8432,'-10'38'1080,"2"0"-901,7-8-89,0-6 0,0 3 0,1 3 0,-1 0-90,1-2 0,-1-1-1639,0 5 1,1-4 754,-1-8 1743,1 5-859,0-14 0,3 0 90,2-2-90,0-3 0,13-6 3212,17-2-3347,-11 1 0,2-1-134,21-2-1,-6 1-1259,-9 1 1529,2-2 0,10 0 0,1-1 0</inkml:trace>
  <inkml:trace contextRef="#ctx0" brushRef="#br0" timeOffset="86000">13652 3383 10051,'18'1'810,"7"0"-630,2-1 0,1-1-90,6 1-46,3-1 1,0 0 45,-3-1-90,1 1 90,-8 0-90,-15 1 0,-1 0 0,3 4 0,-9 0 0,5 10 0,-4 8 0,0 7 0,-1 16 45,-3-20 0,0 2-45,1 0 0,-1-1 0,3 20 0,0-4-90,0-8 90,-1-9 0,0 0 0,3 12-90,0-2 90,0-9 90,-4-8-90,-3 5 0,-4-10 0,-8-3 90,-10-5-180,-24 2-90,-1-2 135,22-2 1,-1-1-451,-5 0 0,2 1-314,-7 0-451,9-2 1,0 1 1259,0-1 0,-2 0 0,7-1 0</inkml:trace>
  <inkml:trace contextRef="#ctx0" brushRef="#br0" timeOffset="88750">10452 4129 9242,'7'7'270,"0"0"-270,-6 2 0,2-1 0,0 2 0,2-2 0,1-1 0,3-1 0,3-2 0,14-8 0,-11 0 0,11-14 0,-19 8-90,3-9 90,-11 7 0,-2 3 0,-3 3-90,-6 6-360,-4 5-989,1 2 1439,1 1 0,9-2 0,2-1 0</inkml:trace>
  <inkml:trace contextRef="#ctx0" brushRef="#br0" timeOffset="92564">11269 3592 7533,'-13'-2'449,"3"0"-269,2 3 0,-1 1-90,3 1 270,-8 2-180,4 1 90,-15 9-90,5 2-90,-8 12-90,12-7 0,4 5 0,11-9 0,7 1 0,0-6 0,4-4 0,5-4-90,4-4 90,20-8 0,-12-2 0,7-8 0,-17-3 0,-7 0 0,-5-12 0,-10 3 90,-8-5-540,-4 10-360,-4 12 810,2 12 0,3 10 0,4 1 0</inkml:trace>
  <inkml:trace contextRef="#ctx0" brushRef="#br0" timeOffset="92833">11391 3705 7533,'9'-2'-60,"-1"0"0,-1 1 0</inkml:trace>
  <inkml:trace contextRef="#ctx0" brushRef="#br0" timeOffset="93616">11649 3546 6903,'1'-11'720,"-3"-1"-540,-1 7-1,-8-1-3456,1 10 2483,-1-1 1653,0 7-859,7 0 0,1 2 0,5 6 0,7 1 0,8 5 3276,18 8-3250,-13-13-116,13 9 90,-20-17-179,10 15 89,-12-7 90,1 5 0,-19-3 0,-3-10 0,-6 4 90,0-9-90,4-2 0,0-2 89,-1-3 91,2-3-180,0-4 0,5-2 90,15-25 0,-3 10-45,1 0 0,-1-1-45,-1-3 90,-4-8-3367,-8 11 3252,-3 3-89,-6 8-156,-2 8 90,2 4 180,-13 6 0,9 1 0,-10 3 0</inkml:trace>
  <inkml:trace contextRef="#ctx0" brushRef="#br0" timeOffset="93922">11952 3773 8072,'12'-3'1170,"-4"3"-900,2 6-180,-7 0-1080,-11 27 1,1-18 989,-14 25 0,6-21 0,-5 6 0</inkml:trace>
  <inkml:trace contextRef="#ctx0" brushRef="#br0" timeOffset="95037">10541 4136 8342,'-4'6'0,"0"0"0</inkml:trace>
  <inkml:trace contextRef="#ctx0" brushRef="#br0" timeOffset="97421">12031 3580 8252,'2'4'3276,"-2"-1"-3224,8 13 38,-4-1-90,-1-4 0,1 7-180,2 2 90,2 1-89,6 8 89,0-9-90,6 0 180,-8-8-270,15 4 270,-15-12-90,29 1 0,-21-10 90,17-8 0,-18-6 90,-6-7-90,-7 7 0,-16-26 90,-6 16-90,2 6 0,-1 1-90,-11-2-90,-7 7 90,14 11-270,-7 3-719,-2 14-270,8-1 809,-6 5 540,17-5 0,3 1 0,0 2 0</inkml:trace>
  <inkml:trace contextRef="#ctx0" brushRef="#br0" timeOffset="97732">12481 3721 8432,'7'-8'-23,"-2"0"1,-3 6 0,-1 0-1</inkml:trace>
  <inkml:trace contextRef="#ctx0" brushRef="#br0" timeOffset="98316">12640 3619 7803,'1'-10'629,"0"1"-539,1 4 90,3-1 0,3 2 0,2-2 0,8 1-90,-1 3 0,6 1-90,-10 3 0,7 8-90,-17 10 0,-1 5-90,-14 2 0,-6 0 90,-5 6 0,3-5 0,0-1 0,-1 1 90,6-3 180,19-4 0,13-12-180,3 0 90,13-9-270,-14-2-90,7-1-899,-5 0 809,-8 1 360,-1 1 0,1-2 0,0 0 0</inkml:trace>
  <inkml:trace contextRef="#ctx0" brushRef="#br0" timeOffset="98788">12960 3647 7982,'3'-8'1170,"0"-4"-541,-1 7-539,-7 6-90,1 4 90,-6 6-90,2 1-270,-1 9 91,2 1-1,2 4-450,13 5 90,1-5 91,2 9 179,-13 1 180,-2-15-180,-21 9-3007,7-17 3023,-3 1 0,1-4 1,6-4-1</inkml:trace>
  <inkml:trace contextRef="#ctx0" brushRef="#br0" timeOffset="99050">12897 3641 7892,'4'-12'1350,"5"-1"-1260,19-2-720,-4 5 630,15-4 0,-18 8 0,1 0 0</inkml:trace>
  <inkml:trace contextRef="#ctx0" brushRef="#br0" timeOffset="99699">13077 4047 8072,'1'-11'630,"-1"0"270,-1-5-541,0 5 1,0-6 90,0 10-720,-19 34 0,10-15-1349,-10 19 0,-1 1 1619,6-10 0,0 0 0,-1 0 0,-2 0 0</inkml:trace>
  <inkml:trace contextRef="#ctx0" brushRef="#br0" timeOffset="102798">12652 3574 7353,'-12'2'-180,"3"-1"180,3 1 180,-2 3 0,1 0 899,0 1-899,13-6-90,-1-1 90,12-6-90,1-11 0,-3 0 90,6-15-90,-10 13 0,-2 0-1,-4 10 91,0 14-180,-2-1 270,3 24-270,-5-13 90,2 18 90,-3-3-90,1 3 0,-1 13 0,-1-3-90,0-3 0,0-9-90,1-10-630,-1-4 1,0-2-1440,0 2 2159,0-7 0,0-3 0,0-4 0</inkml:trace>
  <inkml:trace contextRef="#ctx0" brushRef="#br0" timeOffset="103117">12578 3921 7892,'-9'6'1620,"1"1"-1171,10-3-269,3-1 360,12 0-270,4-5-46,10-2 1,6 0-720,-7-1 1,1 1-541,9-2 1,-3 1 1034,10-2 0,-27 4 0,-8 1 0</inkml:trace>
  <inkml:trace contextRef="#ctx0" brushRef="#br0" timeOffset="108450">13319 3701 8522,'-4'-8'540,"0"0"-180,2 4-1,-1-1-269,-2 4 0,-1 1-90,0 3 90,-2 3 0,-4 7 0,0 4-90,-4 17-90,7-2-180,7 17 90,11-18 1,11-3-1,9-22 90,-5-9 0,4-12 90,-12-7-90,-9-20 135,-12 15 0,-2 0-45,-3-13 0,-14 1-540,9 34 90,0 2 450,0 7 0,8 0 0,3 1 0</inkml:trace>
  <inkml:trace contextRef="#ctx0" brushRef="#br0" timeOffset="108713">13468 3743 8702,'6'-10'-225,"1"3"0,-7 4 0,2 2 1</inkml:trace>
  <inkml:trace contextRef="#ctx0" brushRef="#br0" timeOffset="109280">13623 3633 7713,'-3'-8'809,"-5"9"-629,-3 9-180,-1 5 90,6 0-180,1 12 0,4-10 0,3 15 0,6-13 0,-1-5 0,9-2 90,-10-9 0,8-1 0,-7-4-90,12-5 90,-10 1 90,16-17 180,-17-11-90,-2-6 0,-9-1-270,-18 5-450,-2 20 360,3 1 180,-4 18 0,19-1 0,-4 3 0</inkml:trace>
  <inkml:trace contextRef="#ctx0" brushRef="#br0" timeOffset="109737">13818 3584 7533,'7'-5'1889,"0"1"-1709,-9 9-180,-1 7 89,-2 1-89,-1 9-89,6-9-1,6 15-90,1-10 90,9 10-180,1-4 270,-5-7-90,1 10 0,-11-19 90,-1 13 0,-7-5 0,1 1 0,-9 4-90,8-13-540,-11 10-449,11-12 1079,-6 4 0,9-8 0,1-1 0</inkml:trace>
  <inkml:trace contextRef="#ctx0" brushRef="#br0" timeOffset="110032">13964 3578 7623,'-14'-7'180,"-1"1"-91,4 2 1,1 0-90,2 1-1529,30-8 1529,-10 3 0,29-10 0,-15 5 0</inkml:trace>
  <inkml:trace contextRef="#ctx0" brushRef="#br0" timeOffset="118916">14728 14826 7263,'-5'-6'3276,"-1"0"-2235,0 5-1041,13-2 270,20-1-180,10-1 0,7 0-90,-3 0 0,3 1 30,-3 0 0,3-1 0,4 1-224,-2 1 0,4 1 1,1-1-1,-2 1 194,-8 0 0,-1 0 0,1 1 0,5-1-13,-6 1 0,5-1 0,2 1 1,2-1-1,-2 1 0,-3-1 0,-4 1 13,2 0 0,-5 0 0,0-1 0,2 1 0,5 0 0,4-1 0,0 1 0,-3-1 0,-6 1 90,9-2 0,-6 1-45,-4 1 0,-4-1 225,12 0-270,-33 2-90,2-1-539,2 3 269,-11-1-2519,11 4 2879,-13-3 0,2 0 0,-5-1 0</inkml:trace>
  <inkml:trace contextRef="#ctx0" brushRef="#br0" timeOffset="123198">12886 17285 7982,'18'1'720,"-6"-1"-720,1 3 180,-1-2 90,10 0-90,21-1-90,-5-1-90,-13 0 0,1-1 45,0 1 0,2-1 44,14-1 1,6 0-267,-5 0 0,5 0 0,3-1 1,0 1 194,-5 0 0,0 0 0,2 0 0,2 0 0,1 0-201,-4 0 0,2 0 0,3 1 0,-1-1 0,0 0 0,-2 1 0,-4 0 183,1-1 0,-3 1 0,-2 1 0,0-1 0,2 0-529,5 0 0,1 0 1,1 0-1,-4 1 0,-4 0 529,-6 0 0,-4 0 0,4 1 18,3-1 0,5-1 0,3 1 0,1-1 0,-2 1-84,-1-1 0,0 0 0,0 1 0,1-1 0,0 0 66,-2 0 0,0 1 0,2-1 0,-1 1 0,-2-1 0,-1 1 0,6-1 0,-1 0 0,-3 0 0,-1 0 0,5 0 0,-2 1 0,-5 0 278,-5 0 1,-2 1-279,5-1 0,0 0 45,-4 0 0,-2 1 45,13-1-45,-16 0 0,-2 1 969,7 0-879,-6-1 0,1 1 45,12-1 89,8 0 3007,-19 0-2887,-13 1-389,0 0 986,-7 0-1346,-2-1-2917,1 1 2904,-9 5 1,-8 0-1,-7 4 1</inkml:trace>
  <inkml:trace contextRef="#ctx0" brushRef="#br0" timeOffset="127667">8280 17504 7623,'-6'-7'1349,"0"1"-90,3 2-809,9 0 180,6 2-451,3 0 181,8 1-180,-1 0-1651,15-1 0,3 0 1516,-14 0 0,2 1 0,7-1 0,8 0 0,2-1 0,-3 1-189,3-1 0,-2 1 1,2-1 143,-6 1 0,2 0 0,2 0 0,2 0-18,2 0 0,3-1 0,2 1 0,-1-1 0,-2 1-141,-1 0 0,-2 0 1,-1 0-1,2 0 141,-4 0 0,1 0 0,0 1 0,-2-1 0,-2 0-398,11 0 0,-4-1 0,0 1 356,0-1 0,1 0 0,-2 0 60,-2 0 0,-1 0 0,-1 0 778,-1 0 0,0 0 1,-2 0-509,15-3 0,-9-1 653,-16-1-1013,6-3 0,-18 4-22,-4 4-428,-5 2 1571,0 1-1031,-11 8 0,-5-4 0,-9 4 0</inkml:trace>
  <inkml:trace contextRef="#ctx0" brushRef="#br0" timeOffset="133267">9945 17150 8882,'-11'0'899,"1"-1"-269,3 1 0,-1-2 269,2 2 271,-2-1-4383,43 2 3303,-20-1-45,29 0 0,3 0-45,-13 0 0,1-1 0,-2 1 0,-11-1 0,-4 3 0,-12 0 0</inkml:trace>
  <inkml:trace contextRef="#ctx0" brushRef="#br1" timeOffset="134716">9787 15696 9871,'-6'-19'3276,"-2"2"0,-2 9-1272,-25 20-166,2 15-1721,9-5 0,2 2-238,-4 17-174,15-14 1,4 2 927,5 20-1714,9-7 1,7 1 263,8-11 1,4-5 626,2 0 1,3-7-23,3-13 0,1-10 631,-5-13 0,-4-5-275,-4 3 0,-4-4-140,2-23 0,-7-3-76,-9 16 1,-6 1 25,-2-16 1,-8 2-94,-7 16 1,-3 5-16,-9-7-786,-11 13 290,22 19 1701,-5 4 569,4 4 398,0 10-90,16 5-1753,-1-5-493,43 9 512,-17-22-89,18 2 1,4-1-864,-2-5 229,-1-1 1,0 0 198,-4 0 506,-8-2 0,0-1 0,4 1 1,13-2-1</inkml:trace>
  <inkml:trace contextRef="#ctx0" brushRef="#br1" timeOffset="135533">10548 15495 26099,'-13'-6'-1403,"-11"5"2657,5 8-630,-10 12-884,5 13 1,3 6-389,5-9 0,1 3 298,-2 10 1,-2 7 0,5-3-16,6-12 1,2-2 0,2 2-414,0 9 1,1 2 0,2-4 22,1-2 0,4-2-645,5 1 0,5-2 382,4-9 1,3-3 551,-6-3 1,3-2 190,8 1 1,4 0 0,-2-5-1241,19 1 1851,-11-4 1,-1-2 0,6-12-1,-9-3 1</inkml:trace>
  <inkml:trace contextRef="#ctx0" brushRef="#br0" timeOffset="137333">10710 15987 9602,'24'-5'449,"-1"-1"-359,-7-3 0,1-4-90,-3 2 0,11-21-90,-7-3 90,-6 13 0,-1-2-90,3-19 90,-7 5-90,-2 10 90,-3 4-90,0 8 0,-3 8 90,-5 15 0,3-2 0,-6 24-90,5-4 90,-2 10 0,2 1 0,2 12-3277,6-2 3162,0-9 26,20-9-91,12-48 45,-12-1 0,0-4 90,-3-3 0,-2-2 45,-4 0 0,-4 0-90,-2-8 90,-12 52 3276,2-5-3160,-5 38-116,7 0 0,3-13 0,2 5-270,11-17-3007,6-13 2821,-2-3 0,5-12 0,-11 0 0</inkml:trace>
  <inkml:trace contextRef="#ctx0" brushRef="#br0" timeOffset="137599">11262 15882 8612,'10'-5'1349,"-4"4"-719,-12 39-540,0-18-405,-10 14 0,-2 1-764,1-10 1079,0 0 0,0-2 0,1-6 0,0 0 0</inkml:trace>
  <inkml:trace contextRef="#ctx0" brushRef="#br1" timeOffset="138368">11710 15628 28632,'2'-13'-3277,"-13"6"1909,-13 12 1,-5 6 1913,5 0 1,-1 1-377,-8 7 0,2 2-460,7 5 1,4 1-576,-5 11 346,14-10 1,5 0-1611,10 4 1626,12 7-1824,-1-15 624,25 4 1254,-23-19 542,6 2 0,1-3 722,-9-4 590,11-1 877,-18-7 19,-3-5-1959,-5 1-953,-23-20 198,1 9-55,-16-12-1125,1 10 1497,15 11 0,2 2 1,15 6-1</inkml:trace>
  <inkml:trace contextRef="#ctx0" brushRef="#br1" timeOffset="138850">11910 15525 4066,'-10'-7'3276,"1"0"0,5 4-163,1-2-2454,20 16 505,1 13-1104,2 3 0,-1 4-233,-5 13 0,-3 0 343,-2-9 1,-3-1-699,-2 4 1,-6 0-1010,-14 5 1,-4-3 179,1 2 1329,-2-4 1,-1-3 0,1-13 0,-1-1-1</inkml:trace>
  <inkml:trace contextRef="#ctx0" brushRef="#br0" timeOffset="233732">12780 17256 7892,'21'-11'1260,"4"1"-1080,-8 6 0,3 0 269,5-1-224,-2 1 0,5 0 15,13-2 0,8-1 0,-3 1-730,-1-1 0,6 0 546,-16 4 0,7-2 0,6 1 1,2-1-1,1 0 0,0 1 0,-4-1 1,-5 2-708,2-1 0,-5 1 0,-2 0 0,3-1 0,4 1 651,-1 0 0,5-1 0,3 0 0,1 1 0,1-1 0,-1 0 0,-3 0 0,-2 1 15,-1 0 0,-2 0 0,-2 0 0,0 1 0,-1-1 0,2 1-15,0-1 0,-1 1 0,1 0 0,0-1 0,1 1 0,0 0 0,-1-1 0,1 1 0,0 0 0,1-1 0,-1 1 0,-2-1 0,-3 1 0,12 0 0,-5 0 0,0 0 0,3-1-209,-5 1 1,3-1 0,1 1 0,0-1-1,-4 1 1,-4 0 208,3 0 0,-4 0 0,1-1 45,-1 1 0,2 0 0,0 0 0,-3 0-21,-2 0 1,-3 1 0,-2-1 110,11 1 0,-3-1 0,-8 2 0,-2-1 203,17 0-203,-18 2 0,0-1-112,18 1 22,-20 0 0,0 0 45,24 1 863,-6-2-908,-16 1 0,-1-1 174,20 0-174,-18 0 0,0-1 135,8 0 89,12 1 1,-9-1-90,-15 1 0,-2 0 0,-13 0 2616,1 0-3785,-4 0 1979,-16 4-3058,4-2 2068,-18 4 0,11-4 0,-2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6:33:08.398"/>
    </inkml:context>
    <inkml:brush xml:id="br0">
      <inkml:brushProperty name="width" value="0.09071" units="cm"/>
      <inkml:brushProperty name="height" value="0.09071" units="cm"/>
      <inkml:brushProperty name="color" value="#C00000"/>
    </inkml:brush>
    <inkml:brush xml:id="br1">
      <inkml:brushProperty name="width" value="0.12095" units="cm"/>
      <inkml:brushProperty name="height" value="0.12095" units="cm"/>
      <inkml:brushProperty name="color" value="#C00000"/>
    </inkml:brush>
  </inkml:definitions>
  <inkml:trace contextRef="#ctx0" brushRef="#br0">9297 13015 8522,'4'3'1259,"5"-1"-1169,9 0 90,9-3-90,-7 1 45,5-2 0,3 0-90,0 1 0,2-1 15,9 0 0,6 0 0,1-1-15,-6 1 0,1 0 0,1 0 0,-3 0-45,4 1 0,-1-1 0,1 1 22,-1-1 1,4 1-1,-3-1 1,-9 1-23,8 0 0,-4 0 0,0 1 90,-2 1-90,-3-1 0,2 2-540,-7 0-2737,-7 0 3219,-2 0 0,-9-1 1,-6-1-1</inkml:trace>
  <inkml:trace contextRef="#ctx0" brushRef="#br1" timeOffset="9749">4425 14752 9818,'-16'0'-211,"2"-1"252,3-1 451,-1-1-396,1 1 501,-5-1 855,6 1-1048,10-3-18,13-1 531,10-1-533,5 2 1,2 1-73,-2 1 0,3 0-158,9-1 1,4 0-1,-2 1 21,0-1 0,2 1-158,-6 0 0,5 0 0,3 0 0,0 0 0,-2 1-135,1 0 0,-1 0 1,0 1-1,0 0 117,4-2 0,1 1 1,1 0-1,3 0-244,-12 2 1,4-1 0,1 2-1,1-1 1,-1 1 0,-2-1-1,-4 1 28,7-1 1,-5 1-1,-1 0 1,5 0 97,-4 0 1,3 0-1,2 0 1,0 1-1,-1-1 1,-4 0-11,6 0 0,-1 1 1,-4-1-1,-4 1-127,6 0 1,-3-1 118,-6 0 0,1-1 0,-9-1-184,-7 1-1,22-4 173,-23 2 245,7 1-91,-10-1 0,-5 3-5,-2-1 309,-4 0-363,9 2 1050,-6 2-1055,0 0 0,-3 1 2,-4-1-1,1 0 6,-1 0 718,1 0-486,-10-11-180,4 1 90,-13-19-45,2-7 0,0-5-45,2 0 0,1-2 0,-4-4 0,2 0-45,5 10 0,3 0-45,1-14 0,1 1 45,2 20 0,-1-2-23,1-12 1,0-10 0,1 0-1,-1 9 68,2 13 0,-1-1-45,0-6 0,-1-8 0,1 0 0,-1 8-45,-4-12 45,3 11 0,-1 2 45,-2 4-89,1 6 89,1 17 0,-1-4 2,-1 9 118,-5 3 73,2 1 200,-20 5 14,4 0-374,-8 1 1,-6 1 50,7-2 1,-2 0-1,-4 1-367,-2-1 1,-5 1 0,-3-1 0,-1 0 0,3 0 328,1 0 1,2-1 0,-1 0 0,0 1 0,-1-2-8,-3 2 0,-1-1 0,-1 0 1,3-1-1,3 0 29,-6 0 1,4 0 0,-1-1-26,4 0 0,-1 0 1,1 0-1,5-1-11,0 0 1,0 0 90,-1 0 1,-7 1 0,0 0 0,5-1-15,-2 0 0,2 0 5,-3 1 1,0 0 3,6-1 1,4 0-412,-8 0 239,15-1 1,0 1-31,0 0 1,0 1 14,-23 2 39,19-1 1,3 0-8,7-1 100,-20 4-5,28-5 1618,-7 1-1122,9-2 1102,1 0-281,2-2-208,3 3 864,-1 18-1029,4-5-372,0 18-6,-1 12-967,1-8 0,1 5 186,-1-5 1,1 2 0,0 4-88,2 0 0,2 4 1,-1 0-1,1-4-56,-2-4 0,1-3 0,2 3-275,3 6 0,2 5 0,1-3 0,-1-8-637,0-10 0,1-2 556,8 20 1,0-4-1,0-20 1,0-10 0</inkml:trace>
  <inkml:trace contextRef="#ctx0" brushRef="#br1" timeOffset="40270">4279 15571 18774,'-5'-8'845,"-1"2"-860,-2 5 3126,3 2-596,6 5-2301,23-3 0,10-2 233,-1 1 0,6 0-312,-4-1 0,5-2 0,4 0 0,0 1 0,-2-1-778,6 1 1,-1 0-1,1-1 1,1 1 975,-4 0 1,0-1 0,2 1 0,1-1 0,1 1-189,-7 0 1,2 1-1,1-1 1,1 1-1,-1 0 1,-1-1-1,-2 0-607,9 1 1,-2-1 0,-2 0 0,2 0-1,0 0 350,-3 0 1,2 0 0,0 0-1,0 0 1,-3 0 0,-2 0-44,5-1 1,-3 1 0,-3-1 0,-4 0 85,10-1 0,-6 0-193,-13 0 0,-3 1-77,11-1 1736,-10 0-1552,-7 1-428,-9 0 1182,5 1-3876,-7 0 2457,-4 5 1,-13 2 0,-6 4 0</inkml:trace>
  <inkml:trace contextRef="#ctx0" brushRef="#br0" timeOffset="46512">10569 3568 8702,'18'4'720,"17"-1"-630,-10-1-90,23 0-180,-13 1 90,-6-1-450,9 1 540,-21-3 0,5 2 0,-10-2 0</inkml:trace>
  <inkml:trace contextRef="#ctx0" brushRef="#br0" timeOffset="47026">10591 3639 9602,'8'3'809,"0"6"-179,-3 36-540,-2-6-90,0 5 0,0 3-1639,-2-4 1,1-2 1060,-1-8 1,1 0 758,-1-2 1,1-3-272,1-3 90,1 1 90,1 2 0,4-3 0,1-10 3146,3-7-3146,13-8-180,-3-2 0,18-6-90,-18 3 833,6-2-1013,-5 3-1169,14-3 449,-10 1 1080,11-1 0,-21 4 0,5-1 0</inkml:trace>
  <inkml:trace contextRef="#ctx0" brushRef="#br0" timeOffset="47649">11274 3716 8702,'-25'-24'2519,"7"8"-2160,-13 11 91,-2 23-270,0 4-180,8 8 0,4 1 0,2 1-90,6-4 0,4 1-270,14 10-89,14 0 314,-3-19 0,3-4 45,12 2 90,2-16-90,3-17 90,-11-2 90,12-15 0,-21-7-90,-10 10 90,-5-6 0,-14 6 0,-6 3-720,-17 4 45,13 1 1,-1 6-1845,-7 22 2429,20 7 0,10 2 0,4-3 0</inkml:trace>
  <inkml:trace contextRef="#ctx0" brushRef="#br0" timeOffset="47862">11399 3838 9332,'4'-11'0,"-2"4"0,0 3 0</inkml:trace>
  <inkml:trace contextRef="#ctx0" brushRef="#br0" timeOffset="48499">11629 3672 8432,'-18'0'2699,"-11"19"-2834,9 1 0,1 3 0,4-2 0,2 1-45,-1 17-90,26-12 0,23-4 180,-5-4 45,-7-11 0,1 1-314,12 6 359,-13-5-90,5 11-90,-25 2-90,-14 8 0,-3-3-539,-16-2 179,16-16 630,-6 0 0,9-6 0,-4 0 0</inkml:trace>
  <inkml:trace contextRef="#ctx0" brushRef="#br0" timeOffset="48800">11613 3768 7982,'-6'-9'1080,"2"0"-900,1 1 629,1-1-539,2-4 90,29-8-450,-12 9-1260,15-2 1,1 2 693,-5 3 1,-3 1-1,-1 0 1,2 1 0</inkml:trace>
  <inkml:trace contextRef="#ctx0" brushRef="#br0" timeOffset="49133">12049 3970 9871,'-6'8'270,"-6"7"-2159,-7 19 1069,-2-3 1,4-9 0,0-2 0</inkml:trace>
  <inkml:trace contextRef="#ctx0" brushRef="#br0" timeOffset="50216">12349 3699 11400,'-15'15'540,"0"8"-540,5 20-180,5-1 45,6-16 0,3-1-134,16 14 179,1-13 0,4-8 0,4-15 90,-5-5 0,6-11 0,0-7 0,-13-1 0,-3-2 45,7-4 0,-6-4 134,-22-14 1,-10 1-180,-1 6 0,0 7 0,-4 5-179,-18 14-721,9 13-179,-13 3-1170,21 12 2249,12-3 0,3 3 0,2-2 0</inkml:trace>
  <inkml:trace contextRef="#ctx0" brushRef="#br0" timeOffset="50499">12594 3798 10591,'13'-2'-2339,"0"2"2339,-8 3 0,-2 0 0,-2-1 0</inkml:trace>
  <inkml:trace contextRef="#ctx0" brushRef="#br0" timeOffset="50984">12848 3653 9332,'2'-8'2158,"0"-1"-1798,-6 5-270,-7 8 90,-9 12-180,4 2-270,2 11-90,26 0 1,18 2 359,-4-7-135,-2-10 0,-2-1-45,-7 2 90,4 12 0,-20-3-495,-14-4 1,-3 0 224,-2 1 360,-2-4 0,0-2 0,6-8 0,-6 1 0</inkml:trace>
  <inkml:trace contextRef="#ctx0" brushRef="#br0" timeOffset="51234">12813 3727 8882,'-2'-11'1529,"6"1"-1169,12-1-360,11-1-450,6 0 450,11 0 0,-23 6 0,6 0 0</inkml:trace>
  <inkml:trace contextRef="#ctx0" brushRef="#br0" timeOffset="51529">13157 3904 10231,'9'6'900,"-2"4"-720,-10 9-360,-3-1-2609,-18 22 1440,12-23 529,-9 10 1,13-17 0,-1 1 0</inkml:trace>
  <inkml:trace contextRef="#ctx0" brushRef="#br0" timeOffset="52051">13546 3665 11490,'-8'-7'1260,"-5"7"-721,-19 37-539,11-6-135,6 2 1,4 3-136,10-10 0,4-1 90,4 23 0,10-25 0,6-7 180,23-17 0,-19-1 0,1-4 90,3-14 0,-4-5 90,2-14-1741,-24 0 0,-6 0 1651,-10 4-180,-12 13 0,-8 0 0,2 6-90,-5 7-1459,-14 7 1,3 6-302,26 5 1940,-14 11 0,27-9 0,-1 1 0</inkml:trace>
  <inkml:trace contextRef="#ctx0" brushRef="#br0" timeOffset="52616">13823 3462 10501,'-2'-8'1979,"15"-2"-1349,25-1-496,-12 5 1,1 0-45,-1 1 0,-1 0-90,10 0 0,-17 15 0,-12 18 0,-5 8-135,6 7 0,1 5 67,-2-6 1,0 6 0,1 0 0,-1-5 37,-1-6 0,0-4 0,2 3 7,3 7 1,2 4-1,0-1 1,-3-8 22,-2-6 0,0-2 45,4 12 0,-3-1 45,-13 2 0,-11-22-90,-13-1-225,-8-8 0,-6-3-868,7-2 1,-1-1 0,1 0 545,-12 2 1,2-2 0,-2-1 0,7-2 0,17-5 0</inkml:trace>
  <inkml:trace contextRef="#ctx0" brushRef="#br0" timeOffset="52849">14924 3861 12120,'8'-14'359,"-1"5"1,-3 3 0,-1 5 0</inkml:trace>
  <inkml:trace contextRef="#ctx0" brushRef="#br0" timeOffset="54767">10444 4123 8972,'8'-3'1799,"0"0"-1709,-7 7-90,-2 6-90,-2 6 0,-1-2 0,4 1 90,3-8-90,8-10 90,-5-5 0,1-12 0,-12 2 0,-6 2-90,-12 4 90,7 8-90,-9 10 0,19 5 90,3 1-90,23 0 90,-9-8-90,21-5 90,-22-5 180,4-11-90,-13 6 0,-6-5 0,-5 7-90,-7 8 0,3 7 0,0 9-270,10 6 270,3-8-90,9 3 90,0-15 0,2 1 90,6-13 180,-10 0 180,6-6 269,-11 2-629,-4 15-180,4 8 90,-3 5-180,18 10 180,-9-17 0,16 3 0,-13-14 0,1 0 180,-11-11-180,-4 7 0,-10-3-359,5 12-1440,0 13 1799,9 0 0,3 4 0,3-8 0</inkml:trace>
  <inkml:trace contextRef="#ctx0" brushRef="#br0" timeOffset="55801">10433 4137 11131,'-15'33'329,"-1"1"1,0 5 0,-2 0-240,2-2 0,-1 2-60,-1-1 0,0 3 0,1-5-30,2-3 0,1-2 30,-3 2 0,-1 3 0,4-8-30,1-1 90,-8 13-90,11-19 90,3-9-90,-1 2 0,2-7 0,0 2-90,1-2-1080,3-2 1170,-1 2 0,1-3 0</inkml:trace>
  <inkml:trace contextRef="#ctx0" brushRef="#br0" timeOffset="56213">10117 4649 9062,'-4'-12'1439,"3"21"-1349,1 5-180,3 20 0,2 0-90,-2-9 0,12 8 180,2-26-90,7-1-180,11-27-1079,-16 4 0,-1 0 1157,13-10 1,0-6 0,-18 18 0</inkml:trace>
  <inkml:trace contextRef="#ctx0" brushRef="#br0" timeOffset="57716">10455 4144 9512,'15'10'899,"-3"-3"-179,10 9-540,-10-8-1,21 14 46,-8-6 0,2 1-135,-3-2 0,2 2-30,7 4 0,5 3 0,2 1-340,0-3 1,2 1-1,1-1 1,-1 0 279,-8-3 0,0 0 0,0 0 0,3 1 0,0-2 0,3 1 0,2 1 0,1 0 0,-1-2 0,-2-1-18,1-1 0,-1-1 0,-1-1 0,1 0 0,0 0 0,0 1 0,1 0 0,0 1 0,1-1 0,1 1-27,3 0 0,4 0 0,0 1 0,0-1 0,-3 0 0,-6-2 45,4 1 0,-6-1 0,4 1-30,-6-2 0,6 3 0,2 0 0,-2 0 0,-4-2 0,-8-2 30,-2-1 0,-2 0 146,14 6 1,6 2 0,-5-3-57,-11-6 0,0-1 16,0 1 0,3 0 1,-2 0-107,8 1 0,-1 0 45,1 0 0,-2 0-1622,-9 0 0,-2 0 1577,6 1 240,0 1 1,-2-1-241,-11-5 0,12 4 0,-1-1 0,-12-4 0,19 5 0,-6 0 0,-2-1 0,16 5 0,-7-2 0,-9-3 0,-5-1 0,-1-1 0,-3 0 0,15 6 0,7 8 0,-20-12 0,1 2 0,6 2 0,2 0 1638,11 4 0,2-1-1625,-10-3 0,-1-1-103,7 2 0,-2 0 45,-13-5 0,-2-1-1034,11 5 1079,-20-7 0,1 0 0,-11-6 0</inkml:trace>
  <inkml:trace contextRef="#ctx0" brushRef="#br0" timeOffset="58151">13852 5348 8882,'-6'-15'1799,"0"0"-1259,1 3 899,0 1-1349,10 14 539,14 15-359,6 9-225,-7-6 0,1 0-45,11 17-90,-3-2 90,-5-6 0,-9-12 0,-3-4 0,-7-10 90,-3 7 0,-9 0-90,-16 10-1639,-13 0 1,-2 0 1419,16-8 1,0 0 0,-15 8-1,2-2 1,14-6 0</inkml:trace>
  <inkml:trace contextRef="#ctx0" brushRef="#br0" timeOffset="101882">13235 6036 8882,'0'-10'2608,"1"2"-1438,3 5-1260,3 6 90,-2-1 0,3 1 90,-3-4-90,0-7 0,-5 1-90,-2-1-180,-5 7 0,5 4 90,-2 4 90,6 0 90,-3-1 0,-3-1 0,-5-1 0,-3-2 0</inkml:trace>
  <inkml:trace contextRef="#ctx0" brushRef="#br0" timeOffset="103598">13239 5996 10321,'-9'-5'900,"-2"-3"-810,7 4-1,-3-1 181,2-2-90,-5-5-90,3 3 270,-11-18 90,-4 0-90,-10-11-181,0 5 91,10 13 0,-2 0 0,3 1 0,-1 0-1,-5-4 1,0 1-180,7 4 0,0 1 180,-3 0 0,1 2 0,-9-5-180,-5-2-90,17 10 90,-1 2-90,14 7 0,-8-2 0,9 2-180,-1 2-1619,0-1 1169,1 4 360,3 1 540,1 3 720,4 1-810,-1-1-90,-2-1 0,-2 11-1,1-7-89,-3 11 0,0-5 0,0 2 90,-1 2-90,2-4 0,0 4 0,1-7 0,7-23 0,0-20 0,2-5 0,-3 0 90,0-1-90,-2 15 0,2-16 0,-3 21-90,2 2 90,2 6 0,12 8 0,-4 4 0,14 13 0,-16-7-3277,20 12 2983,-19-13 114,15 7-540,-9-10 720,1-4 0,-5 1 0,-6-3 0</inkml:trace>
  <inkml:trace contextRef="#ctx0" brushRef="#br0" timeOffset="105765">12222 5221 9152,'7'-9'1979,"-13"10"-1889,-1 4-90,-7 6 0,4-4 0,6-3 0,-1 1 0,4 1 0,1-1 0,0 1 0,-1 0 0,0-1 90,-2 0-90,1 0 0,0-1 0,-4 2 0,3-1 89,-5 2-89,-2 3 0,0 0 0,-16 17 0,10-7 0,-7 11-3277,14-7 2983,6-6 114,13 8 90,-1-16 90,11 6-90,-6-11 0,7-1 90,-9-2 0,6-1 3276,-2-6-3160,-7 2 64,6-10 90,-18-7-270,3 5 359,-19-15-359,11 21 180,-18-12-629,12 13 449,-3 0 0,9 5 0,5 2 0</inkml:trace>
  <inkml:trace contextRef="#ctx0" brushRef="#br0" timeOffset="106066">12334 5330 9332,'3'-10'1259,"5"0"-1079,7-1-810,17-4 630,-10 4 0,1 0 0,-17 8 0</inkml:trace>
  <inkml:trace contextRef="#ctx0" brushRef="#br0" timeOffset="106305">12364 5380 9422,'14'2'90,"5"-3"-810,-1-7 720,7-5 0,-6 0 0,-1-2 0</inkml:trace>
  <inkml:trace contextRef="#ctx0" brushRef="#br0" timeOffset="106834">12676 5123 8432,'1'-13'2968,"-1"3"-6245,-6 12 1254,2 0 3792,-8 31-1679,9-16-90,-3 19 859,7-17-949,3-1-180,7 3 180,0-8 3366,14-2-3250,-8-11-116,9-10 90,-13 1 0,3-12 0,-11 3 0,-4-15 90,-9 6-90,-18-13 0,6 19-1639,-3 10 1,-1 4-545,5 4 1988,-13 12 1,23 1-1,-1 4 1</inkml:trace>
  <inkml:trace contextRef="#ctx0" brushRef="#br0" timeOffset="107533">12933 5069 9242,'-2'5'-360,"-1"-5"0,3 13 0</inkml:trace>
  <inkml:trace contextRef="#ctx0" brushRef="#br0" timeOffset="111715">13049 4931 8792,'11'3'1799,"-4"-1"-1709,-6 14 0,-3 2 0,1 2-90,9-2-90,7-4-90,17-4 90,-2 2 90,-3 0 0,-14 2 0,-18 4-90,-4-6-180,-9 7 90,8-11-2788,-9 6 2968,11-10 0,-3 3 0,8-6 0</inkml:trace>
  <inkml:trace contextRef="#ctx0" brushRef="#br0" timeOffset="113715">12619 5179 10951,'26'-15'270,"-5"2"-180,11-11-90,-18 12 89,10-20-89,-19 21 0,3-17 90,-6 11-90,1-7 0,-3 8 0,1 3 180,-1 7 0,2 44-135,-1-14 0,1 2-45,0 10 0,0 3-1093,1-5 1,1 2 0,-1-5 1067,3 15-20,3 1 0,0-2-45,-1-20-360,9 19-989,-7-38 1439,-5-9 0,-2-5 0,-7-4 0</inkml:trace>
  <inkml:trace contextRef="#ctx0" brushRef="#br0" timeOffset="113988">12712 5431 9152,'23'-13'2968,"1"1"-3658,9-4 1,10-5-1,-5 3-839,-10 4 0,0 1 1529,18-9 0,-5 2 0,-15 7 0,-10 5 0</inkml:trace>
  <inkml:trace contextRef="#ctx0" brushRef="#br0" timeOffset="118171">9717 4734 6813,'-4'-7'225,"7"2"0,-3 3 0,5 2 0</inkml:trace>
  <inkml:trace contextRef="#ctx0" brushRef="#br0" timeOffset="122515">10039 5249 7892,'2'-9'1710,"2"16"-1710,2-9 179,1 12 1,-2-16 90,-3 0-90,-3-1-810,-1-1 630,-3 7 0,5 3 0,0 8 0</inkml:trace>
  <inkml:trace contextRef="#ctx0" brushRef="#br0" timeOffset="123754">10032 5211 9242,'-5'-10'809,"0"-8"-629,5 1 0,-2-15-45,1 5 0,1-2-90,0-2 0,0-1-45,0 1 0,1-4 30,1-5 0,0-6 0,1 2-1123,-1 7 1,1 1 0,0-2 797,0-7 0,0-2 0,0 1 134,-1 2 1,1 2 0,0 4 205,-2 6 0,0 2-85,1-1 1,-1 0 129,0-5 0,-2 2-90,2-3 45,-1 4 0,0 1-45,0-1 90,1-10 2509,0 20-2509,1-22 2241,0 28-2241,-1-10-90,0 12 331,-1-1-241,-2 7 0,1-3-540,-1 6 450,0 1 0,1 2 0,0 1 0</inkml:trace>
  <inkml:trace contextRef="#ctx0" brushRef="#br0" timeOffset="124404">10000 3878 8882,'-6'10'360,"-5"9"-270,4-4-90,-5 11 0,3-9 0,-6 10-90,8-15-360,-5 11 360,15-24 90,6-8 0,5-11 0,1-3 0,0 2 0,0-1 90,13-18-90,-12 17 180,-8 17-3457,3 10 3252,-3-1 25,15 18-90,-12-9-2358,11 10 2268,-12-13-200,13 0 1,-13-7 0,7 1 0</inkml:trace>
  <inkml:trace contextRef="#ctx0" brushRef="#br0" timeOffset="125315">9432 3897 7982,'-5'-9'1350,"1"1"-901,1 3-89,-2 3-180,-6 6 180,-8 9-90,-5 7 0,0 3-91,-9 10-134,9-8 0,1 0-45,6 3-179,4 16 89,11-16-360,17 17 180,7-28-90,21 6 180,-17-15 0,0-2 1,-2-1 179,-8-3 269,22 0 1,-32-5-180,1-7 90,-14 1 90,-11-6 0,-7 2-180,-1-1 0,0 3-450,4 1-90,7 5 450,6-3 0,7 7 0,5-3 0</inkml:trace>
  <inkml:trace contextRef="#ctx0" brushRef="#br0" timeOffset="125671">9555 3981 9512,'0'-10'359,"0"2"-179,16-3-450,-7 5-449,10-7-720,-12 9 1439,1-1 0,-7 4 0,1-1 0</inkml:trace>
  <inkml:trace contextRef="#ctx0" brushRef="#br0" timeOffset="125898">9556 4048 8252,'14'9'-719,"16"-12"719,-11-6 0,10-8 0,-14 4 0</inkml:trace>
  <inkml:trace contextRef="#ctx0" brushRef="#br0" timeOffset="129732">9675 3642 7083,'-3'-9'2339,"8"9"-2249,-2 4 89,7 8 1,-2 15-180,-3-13 0,4 19 0,-7-19-90,5 20 90,-4-19-449,6 22 179,-6-25-450,4 10 360,-4-13 360,0 1 0,-2-5 0,1-1 0</inkml:trace>
  <inkml:trace contextRef="#ctx0" brushRef="#br0" timeOffset="130684">9820 3718 9961,'7'11'-300,"-2"-4"0,-4-5 1</inkml:trace>
  <inkml:trace contextRef="#ctx0" brushRef="#br0" timeOffset="131851">9901 3597 7803,'9'-6'719,"0"1"-539,-1 2-90,6 1-90,-2 0 0,8 1 0,-13 2 0,8 6 0,-12-3-90,2 15 90,-6-3 0,-3 10 0,0-8 0,-5 7 0,5-15 90,-3 12-90,6-15 90,1 4 0,4-7-180,11-5-270,3-4-270,4 0-269,-5-2 899,-5 4 0,-7 0 0,1 0 0</inkml:trace>
  <inkml:trace contextRef="#ctx0" brushRef="#br0" timeOffset="132335">10119 3571 7982,'3'-13'1440,"-1"2"-541,0 4-989,-5 27 0,4-13-180,5 27 180,-1-27 0,10 4-359,3 1 269,-4 1 180,3 2-180,-12 13-90,-17-4-3007,-7 11 2843,-1-13 1,-4-7-1,11-9 1</inkml:trace>
  <inkml:trace contextRef="#ctx0" brushRef="#br0" timeOffset="132544">10057 3496 8252,'1'-9'-135,"21"-7"0,7 0-854,12-5 989,-6 3 0,1 0 0,-2 1 0,-1-1 0,-4 2 0,0 0 0</inkml:trace>
  <inkml:trace contextRef="#ctx0" brushRef="#br1" timeOffset="152154">3198 14343 10846,'-7'-9'-1126,"-3"-3"608,1 3 411,0 0 462,-3-1-193,5 5 430,-23 1 178,-6 15-328,4 1 1,-1 8 360,-1 7 1,-1 8 0,3 3-303,9-7 1,2 2 0,1 1 0,0-1 95,-8 6 1,1-1 0,6 5-206,10 1 1,4 5 0,5 0-1,7-3-341,5-9 0,7-2 1,2 0-1,-2 0-871,-1 5 1,-1 0 0,0 0 0,4-2 688,1-4 0,3 0 1,1-3-1,0-4-395,13 8 0,-2-7-1375,2 1 1261,-12-12 1,0-2-690,4-3-1121,8 0 2621,-12-6 0,-2-3 0,-16-6 0</inkml:trace>
  <inkml:trace contextRef="#ctx0" brushRef="#br1" timeOffset="152632">3123 15135 18830,'23'13'-3277,"-6"2"2113,9 9 0,3 6 654,-7-3 1,-1 1 0,-1-1-100,0-1 1,-1 1 355,2 2 0,2 2 1,-7-7-401,-5-6 274,10 19-1044,-36-14 2373,-18 2 0,-7 0 55,10-6 0,-2-1-774,-2 0 1,-3 1 0,6-3 494,-4 5 0,4 5 0,19-13 0</inkml:trace>
  <inkml:trace contextRef="#ctx0" brushRef="#br0" timeOffset="154671">19894 4520 7263,'0'-23'1799,"-5"-12"-720,-8 9-539,-20 16-360,-12 24-113,20 11 1,-3 12-1,0 3 1,4-6-68,-2 3 0,3 1-371,1 1 0,-2 7 0,3 0 0,9-6 236,13 0 1,6-4 89,-6 0 0,5-1-45,19 2 0,6-7-328,12-11 358,-12-13 0,5-3 0,-2-6 150,8-16 0,-3-8-46,3 2 1,-6-8-886,-19-10 1,-7-9-1,-5 5 886,-1 11 0,-8 0-6,-9-2 0,-6-6 1,-3 3-1,1 9-129,2 13 0,-2 5-180,-23-14 1,1 10 560,14 28-1821,9 8 1,4 2 1529,5 1 0,-1 21 0,9-15 0</inkml:trace>
  <inkml:trace contextRef="#ctx0" brushRef="#br0" timeOffset="154881">20122 4809 9152,'-1'-13'-540,"1"1"540,0 6 0,-1 2 0,2 1 0</inkml:trace>
  <inkml:trace contextRef="#ctx0" brushRef="#br0" timeOffset="155399">20540 4544 7892,'-6'-37'1710,"2"14"-991,-3 2-179,-2 22-3817,-2 2 2662,-4 9 1640,-11 23-890,13-14 0,2 4-45,2 9 0,2 7 0,1-3-90,-2-4 0,4 0-30,5 6 0,4 3 0,4-5-60,4-9 0,2-3 45,1 5 0,4-2-45,6-4 0,3-6 45,-6-9 0,1-4 0,7-4 0,-2-3 45,8-7-45,-10-9 0,-5-7 1683,-20-2 0,-4-2-1618,6-22-155,-25 23 0,-10 8-1304,-5 20 0,0 8 1439,8-5 0,2 2 0,-3 8 0,6 2 0,15 0 0</inkml:trace>
  <inkml:trace contextRef="#ctx0" brushRef="#br0" timeOffset="155965">21795 4440 9062,'-16'-19'1259,"-4"8"-989,-11 25 0,-4 14-180,12-1 0,2 6 0,0 0-120,-2-2 0,1 1 0,4 3 0,4 6 0,4 3 0,8-5-60,16 1 0,6-5 90,-7-9 0,1-4-45,7 0 0,3-8-45,14-17 180,-10 0 0,15-17-1651,-26-5 0,-4-3 1561,5-7 89,-16 3 1,-5-9 0,-4-1 0,-7 7-30,-16 7 0,-8 8 0,2-3-180,5-8 0,2-3 1,-4 10-336,-6 14 0,-3 8 0,10 9 455,14 15 0,8 6 0,5 15 0,15-3 0</inkml:trace>
  <inkml:trace contextRef="#ctx0" brushRef="#br0" timeOffset="156215">22007 4659 10591,'-1'-10'240,"1"4"0,-2 2 0</inkml:trace>
  <inkml:trace contextRef="#ctx0" brushRef="#br0" timeOffset="158849">22229 4565 8252,'-11'-11'720,"4"1"-360,7-6 89,28-2-269,-2 0-135,4 6 0,2 3-45,-3 2 45,6 5 0,-1 2-45,-15 2-90,19 11 90,-38 3-45,-11 7 0,-6 4-45,-8 8 0,-3 1 45,5-1 0,0 0 0,0-1 1,6-3 44,14-7 0,11-11 0,7-7-90,8-1 90,16 4 0,-13-4 0,10 15-90,-30-12 90,0 18 0,-20-1 0,-17 14-90,1-3-135,10-16 0,0 0 225,-8 7 0,11-11 0,3-4 0</inkml:trace>
  <inkml:trace contextRef="#ctx0" brushRef="#br0" timeOffset="159266">22772 4646 7803,'-1'-28'1079,"1"3"-359,-1 14-271,0 2 271,-21 29-360,0 21-315,6-5 0,3 3-90,4-4 0,4-1-45,5 1 0,3-3-90,9 7 0,3-3 0,3-6-90,-1 2 270,-6-10-90,-12 4-629,-21-6 269,5-5 450,-16 5 0,23-15 0,-6 1 0</inkml:trace>
  <inkml:trace contextRef="#ctx0" brushRef="#br0" timeOffset="159505">22746 4664 8792,'-19'-28'1169,"13"5"-899,31 4-855,13 5 1,7 0 584,-1 1 0,2 0 0,-13 3 0,2 0 0,-2 0 0,2 0 0,1-1 0</inkml:trace>
  <inkml:trace contextRef="#ctx0" brushRef="#br0" timeOffset="159988">24011 4516 9422,'-17'-9'2428,"-20"6"-2068,6 9-135,0 4 0,-3 7-75,6 4 0,0 6 0,2 2-270,5 0 0,2 1 0,0 1 60,-2-1 0,1-1 0,7 0-165,12 9 0,9-5 135,8-13-90,13-11 0,2-4 90,-5-5 30,6-14 0,8-8 0,-9 1 60,-1-8 30,-7-3 0,2-7 0,-7 5-30,-14-6 0,-8-8 0,-4 1 0,-9 11-90,2 7 1,-4 9-3188,-23 32 3016,18-4 1,-7 27 0,26-16 0</inkml:trace>
  <inkml:trace contextRef="#ctx0" brushRef="#br0" timeOffset="160199">24158 4727 9781,'12'-16'1440,"-5"6"-1171,-2 0-3546,0 5 2972,2 4 0,-2-1 0,-1 4 0</inkml:trace>
  <inkml:trace contextRef="#ctx0" brushRef="#br0" timeOffset="160666">24576 4534 9602,'-19'-18'1888,"9"10"-1618,-15 7-90,8 15-1819,0 5 1,1 2 934,-5 5 704,4 3 0,3 1 679,7 3-859,10 1 0,3 0 90,11 1-45,12-11 1,4-6 44,6-14 90,-8-7 0,-2-3 90,-4-8-46,-8-9 1,-4-5 45,-7-7-45,-2 1 0,-4 1 3231,-10 0-3160,-5 2-655,-9 7-2430,-4 18 2969,3-6 0,6 20 0,17-2 0</inkml:trace>
  <inkml:trace contextRef="#ctx0" brushRef="#br0" timeOffset="161065">24936 4435 10411,'0'-16'2519,"-3"0"-2160,-2 12 91,-12 7-180,-12 24-360,5-1-45,8-4 0,5 3-270,14 2 1,5-1 44,5 15 90,6-9 0,3-1-90,8 7 360,-6-6 90,-30 6 0,-11-22-180,-17 10-180,7-9-989,-1-2 1259,7-2 0,7-5 0,8-5 0</inkml:trace>
  <inkml:trace contextRef="#ctx0" brushRef="#br0" timeOffset="161306">24901 4433 9602,'-9'-13'449,"5"1"-269,12 0-270,0 5-270,12 0-2428,-1 1 2788,-4 1 0,6-6 0,-8 2 0</inkml:trace>
  <inkml:trace contextRef="#ctx0" brushRef="#br0" timeOffset="161583">25048 4097 9602,'26'1'674,"12"21"1,1 9-630,-21-15 0,0 3-15,8 9 0,4 6 0,-6 2 15,-8 8 0,-7 4-105,-4-6 0,-2 3 0,-3 2-323,-2-7 0,-2 1 0,-3 1 1,-3 1-274,-6 0 1,-5 2-1,-1 0 1,-2-1 0,4-4 327,-2 5 0,1-3 0,-4 0 1,-3-1-1,-4 2 0,0-3 1,4-6-1,0-3 0,0 0 1</inkml:trace>
  <inkml:trace contextRef="#ctx0" brushRef="#br0" timeOffset="162514">19026 4143 8612,'5'-18'1079,"-5"1"-899,-1 1 270,-11 9 180,-26 36-451,14 1 1,-2 8 0,0 1-113,7-7 1,1 1 0,-1 1-1,1 1-22,-3 6 0,0 2 0,2 1 0,4 4-581,8-7 1,3 4 0,3 2 0,1-1-1,0-2 1,0-5 535,-1 4 0,1-5 0,5 4-120,5-1 0,5 5 0,2 4 0,3-2 0,2-5 0,0-10-450,8-4 1,1-8-1,4 0 570,1 5 0,4 1 0,-1-1 0,-1-6 0,-3-7 0,-2-6 0,0-2 0,8-4 0,-1 0 0</inkml:trace>
  <inkml:trace contextRef="#ctx0" brushRef="#br0" timeOffset="163272">19621 5272 9062,'-9'0'0,"-3"1"629,3-1 1080,-1 0-1079,39 7-360,17-5-180,-11-1 0,9 0 0,5-1 0,2-1-247,-10 0 1,2-1 0,3 0-1,0-1 1,2 1 0,-1-1 0,-1 1 168,1 0 1,-1 0 0,1 0 0,0 0 0,-1 0 0,0 0 0,0 0 12,-1 0 1,1-1 0,0 0-1,-1 1 1,-2-1 0,-2 1 0,-4 0 3,18 0 1,-5-1 0,-11 2-209,0 1-3098,-19 5 2971,-7-1 1,-3 3 0,-9-6 0</inkml:trace>
  <inkml:trace contextRef="#ctx0" brushRef="#br0" timeOffset="166021">21688 5236 6183,'-18'-4'1620,"-5"-2"-1081,5 0 990,-6-5-989,13 6-180,55 6-1999,0 1 1,8 0 1654,-11 0 0,4 1 0,3-1 1,4 1-5,-12-2 1,4-1 0,2 1 0,1-1 0,0 1 0,-3-1 0,-3 0-140,10 1 0,-5-1 0,1 0 0,5 0 127,-12 0 0,6-1 0,2 1 0,2-1 0,-2 1 0,-2-1 0,-6 1 0,-6-1-45,14 0 0,-4-1-45,-2 1 0,6 0 0,-2-1 1,-13 1-361,-5 0 450,9 0 0,-18 0 0,10 1 0</inkml:trace>
  <inkml:trace contextRef="#ctx0" brushRef="#br0" timeOffset="171600">20473 6909 7982,'-2'9'3149,"2"-1"-2700,14-13-179,3-5 0,16-15-1909,-6-5 1,-1-2 1285,-10 14 1,0-2 698,5-20 1,1-9 0,-4 2-302,-8-2 0,-3 0-45,2 7 0,0-1 0,-4 7 0,-11-1 0,0 38 0,-2 24 0,2 17 0,1-5 0,0 6 0,3-2 0,1 7 0,2-7 0,7 7-45,-3-7 0,7-4 45,9-23 0,3-7 0,14-7-45,0-18 0,0-11 15,-16-3 0,-3-5 0,-1 1 30,6-3 0,-2-2-23,-9 5 1,-1-6-1,-2 2 1,-3 7 22,1-11-90,3 5 90,-9 59 0,-1 14 0,1 13 0,1-2 30,1-8 0,2-1 0,1 1-60,2 8 0,1 0 0,2-3-15,3-1 0,5-8-532,22-5-458,-12-26 1,2-6-605,-5 0 1,-1-2 1302,5-1 1,-2-2-1,10-12 1,-16 3-1</inkml:trace>
  <inkml:trace contextRef="#ctx0" brushRef="#br0" timeOffset="171883">21682 6719 9781,'18'-5'2249,"-6"11"-1799,-8 20-315,-9 5 0,-5 2-225,-1-4 0,-2 0 0,0 3 0,-3 0-450,-5-2 1,-3-2-1890,-8 8 1484,12-15 1,1-1 944,-5 3 0,8-8 0,1 0 0</inkml:trace>
  <inkml:trace contextRef="#ctx0" brushRef="#br0" timeOffset="172544">22560 6401 9871,'16'-26'900,"-3"8"719,12-21 540,-10 15-1530,-27 5-269,-32 24-300,15 4 0,-3 4 0,-2 3-83,-2 3 1,-3 3-1,0 2 1,3 0-68,-2 1 0,2 0 0,1 2-23,3 1 1,0 2 0,2 0-1,5-4 68,5-2 1,6 1-226,4 14 0,12 1 90,14-12 0,4-3 135,-7 2 0,4 0-75,13-3 0,9-2 0,-6-4 30,4-3 45,7 2 0,1-4-45,-5-9 1,9-7-1,-12-2 180,-14-24-1,-20 10-89,-11-12 180,-14 3 0,-6 1-135,10 9 0,-2 0 0,-13-14 0,-1 2-855,11 11 1,2 5 0,-4-3-2468,1 3 3016,15 13 1,0 0 0,1 1 0</inkml:trace>
  <inkml:trace contextRef="#ctx0" brushRef="#br0" timeOffset="176432">21106 5453 8702,'6'-14'3276,"-1"1"-2324,1 19-503,-4 15-179,0 18-180,-3-1 45,-3 2 0,0 4-195,2-11 0,1 0 0,1 1-270,-1 7 0,1 1 1,1-2-346,1 11 0,2-6-964,1-16 1,2-5 818,0-11 1,-2-6 0,-3-7 0</inkml:trace>
  <inkml:trace contextRef="#ctx0" brushRef="#br0" timeOffset="176802">20918 5863 13199,'17'12'899,"1"3"1,2 3-855,2 0 0,1 0-90,2 4 0,2-2-180,10-1 1,-3-4 134,-2-4 0,7-10 0,-1-7 0,-13-8-150,-1-6 0,5-8 0,-5 0-1399,-4-2 1,-2-1 1394,7-5 0,-3 2 0,-2-4 0,-17 34 0</inkml:trace>
  <inkml:trace contextRef="#ctx0" brushRef="#br0" timeOffset="178967">17966 4491 9691,'4'-20'1350,"-8"-1"-991,-4 1-179,-6 6 135,-11 8 0,-4 4-135,-18 7-90,9 4 0,-6 4 0,5 0-635,10-2 0,1 2 515,-3 4 0,-2 3 0,6-2-60,1 10-148,22 10 0,8 1-32,15 6 225,-4-12 1,5-3-91,7-11 0,-1-6 135,-10-3 90,-23 27 811,-27-17-856,-5 4 0,-3 3 0,8-1 0,4 2-1589,1 7 0,5 1 1544,8-9 0,8 0-159,11 4 1,10-2 113,10-7 0,7-5-64,3-5 0,3-2 0,0-1-341,11 1 1,0-4-631,4-5 1,-4-5 1079,-21-3 0,-4-1 0,7-6 0,-5 0 0</inkml:trace>
  <inkml:trace contextRef="#ctx0" brushRef="#br0" timeOffset="180101">17757 6660 8972,'-2'-34'1889,"0"13"-450,-2-2-989,5 48-360,-3-15 29,1 18 1,1 12 0,-1-4-120,0-9 0,0 0-30,0 12 0,0 4 1,1-3-16,0-1 0,2-4 0,3-7 0,1-4 45,6 1 0,1-45 0,0-20 0,-5 5 0,-3-7 0,-1-2 0,1 4 0,1 4 0,0 2 0,0-4-45,-1-10 0,-2-6 0,0 2 0,-1 13-45,1-1 90,5 0 0,2 55-30,2 12 0,2 10 0,-1-3-15,-2-7 0,1 0 15,2 6 0,1 2 0,1-7 30,17-6 0,-1-14-30,-6-22 0,3-10 0,-2 0 30,-4 0 0,-1-1 0,5-7 0,1-3 0,-5 4 0,3-7 0,-5 39 0,-13 31 0,-5-1 0,0 8 0,-1-4 0,0-4 0,1 0-60,1 7 0,1 4 0,1-6-120,6 9 45,-4-13 0,3-2-1574,21 4-1259,-5-17 2968,7-5 0,0-18 0,-3-2 0</inkml:trace>
  <inkml:trace contextRef="#ctx0" brushRef="#br0" timeOffset="180384">19091 6690 9961,'6'12'2069,"9"-5"-1799,15-2 0,9-2-1363,0-2 1,5-2 0,-3 1-235,3 0 1,2 0 506,-8-1 1,5-1 0,-1 0 0,-8 0 708,-6 0 1,-3-1-1,18-1 1,-1-2-1,4-1 1</inkml:trace>
  <inkml:trace contextRef="#ctx0" brushRef="#br0" timeOffset="180767">19678 6508 10501,'-10'-7'1709,"-2"-2"-360,14 11-809,18 8-360,10 4-150,2-2 0,8 3 0,-5-3-75,-11-3 0,1-1-75,11 4 0,6 1 0,-9-2 30,-11-4 0,21 7 180,-34-8-3212,-37 24 3167,8-13 0,-2 0-409,-9 4 1,-2 4 3,-1 5 0,-1 4 0,4-2-630,7-5 1,0 1 989,-2 5 0,-2 4 0,5-5 0,10-7 0,3-2 0,1 1 0,0 1 0</inkml:trace>
  <inkml:trace contextRef="#ctx0" brushRef="#br0" timeOffset="183051">21212 7385 9512,'7'4'539,"0"7"-359,-3 6-90,-1 3 90,1 5 0,0 0-90,0 3 0,1 9 0,1 4 0,-3-12 0,0 2-1729,3 18 1,-1 1 1105,-2-20 1,1 0 512,2 16 0,0-5-1059,-3-19 1079,0 16 0,-3-31 0,-3-3 0</inkml:trace>
  <inkml:trace contextRef="#ctx0" brushRef="#br0" timeOffset="183401">21153 7861 8342,'-12'-7'810,"2"6"-630,4 5 449,11 33-539,-1-17 90,11 19 0,4 2-90,0-10-45,4 3 0,5-4 135,16-14-180,4-9-1639,-4-27 1,-1-7 1490,-22 14 1,-1-3-946,9-15 1,2-8 0,-8 8 1002,-10 6 1,0-3 0,-8 8-1,-18 26 1</inkml:trace>
  <inkml:trace contextRef="#ctx0" brushRef="#br0" timeOffset="184234">19771 8216 7982,'-9'-5'540,"-29"13"-270,11 17-90,3 1 0,-5 7 0,3 4-46,7 2 1,2 5 0,2 2 0,3 1-386,4-7 0,0 1 0,3 2 0,4-1 0,2 0-184,6 2 0,4 2 1,3-1-1,2-3 1,1-3 310,6 5 1,3-5-1,4-6 124,9-5 0,5-7 0,-2-6 0,2-6 0,-1-5 0,5 1 0,0 0 0</inkml:trace>
  <inkml:trace contextRef="#ctx0" brushRef="#br0" timeOffset="185134">24932 8174 7803,'11'-5'1709,"7"6"-1350,10 8 1,5 10-180,-12 0 0,-2 4 0,1 7 0,-3 5-1273,-6 7 1,-1 6 0,-3-3 784,0 1 1,-4-1 161,-3-6 0,-2 0 0,-4 1 26,-9-1 0,-4 1 0,0-5-15,5-5 1,-3 2 134,-7 6 0,-7 7 0,0-1 0,4-8 0,4-9 0,0-3 0,-6 6 0,1-1 0,-1 1 0</inkml:trace>
  <inkml:trace contextRef="#ctx0" brushRef="#br0" timeOffset="186900">19954 8583 7892,'-5'-11'1710,"0"2"-4987,-9 24 1613,6-7 2548,-7 23 0,1 3-884,5-9 90,-3 18 0,3 3-90,10-7 0,0-7 0,2-2 860,6-2-860,16-3 0,-11-20 0,17 1 0,1-21 0,-12-4 0,-1-3 0,11-9 0,-16 4 0,-6-2 0,-11 2 0,-5 0-90,1 0 0,-3 0 45,-3-6 0,-4 3-315,-12-4-269,-1 21 629,6 25 0,11 4 0,5 10 0</inkml:trace>
  <inkml:trace contextRef="#ctx0" brushRef="#br0" timeOffset="187167">20312 8786 9062,'10'0'-428,"0"-1"1,-7 2 0,0-1 0</inkml:trace>
  <inkml:trace contextRef="#ctx0" brushRef="#br0" timeOffset="187701">20624 8486 7803,'3'-8'539,"0"0"1,-1 3 719,0 0-1079,-11 11-90,4-2 135,-16 23 0,-2 5-135,3-3-45,-4 7 0,0 4-45,9-8 0,3 2-1639,3 7 1,2 0 970,-2-6 1,5-2 917,15 9 0,6-7-250,-2-18-90,10 0 0,3-6 90,2-17-90,14-11 90,-19 0 0,-13-10 0,-10-2-360,-26-5-359,3-10-1260,-20 30 1979,22 16 0,3 6 0,8-2 0</inkml:trace>
  <inkml:trace contextRef="#ctx0" brushRef="#br0" timeOffset="188167">20955 8585 8432,'5'-10'1619,"-1"2"-989,-9 1-540,-3 6 270,-23 18-91,5 7-269,-4 8 180,16 12-180,13-23-90,8 10-89,27 4 179,-7-12-45,2 1 0,1 1 90,-8-6 0,-7 1 44,-14 6 1,-4 0-90,4 8-405,-28-10 1,-8-5 404,-2-7 0,0 3 0,10-12 0</inkml:trace>
  <inkml:trace contextRef="#ctx0" brushRef="#br0" timeOffset="188367">21022 8568 8702,'0'-10'720,"1"2"-630,1 2 179,5-2-448,23-5-91,-10 5 270,10-1 0,2 0 0,1 1 0,-5 1 0,-1 1 0</inkml:trace>
  <inkml:trace contextRef="#ctx0" brushRef="#br0" timeOffset="188683">21624 9028 9961,'-9'25'1799,"-1"0"-2204,-3-4 1,-1 1-416,-8 20 1,7-12 0,1 2 0</inkml:trace>
  <inkml:trace contextRef="#ctx0" brushRef="#br0" timeOffset="189467">22066 8487 10051,'-23'1'854,"-3"12"1,-1 8-630,6 8 0,2 6-165,4-6 0,-1 2 0,3 0-60,1 12 0,7-2 0,9-8 0,8-4-45,12-11 0,5-9 0,4-13 0,1-5 45,-5 8 0,-2-6-45,5-29 0,-10-5 45,-15 10-30,-9-2 0,-3-6 0,-1 7 30,-9-3-45,2 3 0,-5 2-45,-3 14 0,0 5-90,-1 1-495,-11 6 1,-1 8-2603,4 18 2457,-8 2 1,22 4 0,12-12 0</inkml:trace>
  <inkml:trace contextRef="#ctx0" brushRef="#br0" timeOffset="189734">22310 8644 9332,'7'2'-2339,"0"1"2339,-2 1 0,-3-2 0,1 1 0</inkml:trace>
  <inkml:trace contextRef="#ctx0" brushRef="#br0" timeOffset="190417">22692 8377 8342,'-3'-10'1439,"0"0"630,0-1-1529,11-2-270,22-5-270,-5 7-135,8 6 0,0 3 45,-9 3-225,7 5 0,-4 4 135,-17 11 1,-1 17 89,-22-9 0,-6-1 0,-3 11 90,6-12 0,6 1-90,21 5 90,-3-8-45,9-5 0,1-1 45,-7-7-90,8 34 180,-30-21-180,-10 17-1260,-3-22 1,-2-4 1349,-7 5 0,-8 0 0,25-15 0</inkml:trace>
  <inkml:trace contextRef="#ctx0" brushRef="#br0" timeOffset="190967">23487 8742 9242,'-13'-12'2878,"2"2"-2338,7 7-90,-7 12-3727,-10 19 2122,3-4 1745,-4 9-2389,-8 6-360,12-18 2159,2-1 0,1 0 0,3-5 0,2-1 0</inkml:trace>
  <inkml:trace contextRef="#ctx0" brushRef="#br0" timeOffset="191500">23910 8418 9691,'6'-20'3059,"-12"10"-2879,-8 11-90,-7 10 0,-8 19-46,12-6 1,1 2-90,-1 4 1,2 2-1,0-6 0,3 1-180,4 4 0,7-2-315,20 6 270,2-2 180,8-12 90,-2-29 0,-2-7 0,-7 2 0,7-16 0,-5-8 0,-18 7 0,-7-2-225,-3-15 1,-7 3-1415,-5 15 1,-3 4 6,3 3 0,0 8 1065,-15 27 0,25 3 0,-2 4 0</inkml:trace>
  <inkml:trace contextRef="#ctx0" brushRef="#br0" timeOffset="191735">24115 8601 9152,'10'-11'1259,"-2"1"-1754,-6 10 0,-2 5 1,-6 10-1</inkml:trace>
  <inkml:trace contextRef="#ctx0" brushRef="#br0" timeOffset="192201">24437 8503 9602,'7'-14'3276,"-20"2"-2505,-28 36-1086,16-2 1,2 5-541,1 13 1,5 3 539,8-7 0,6-3 90,10-5 0,3-5 135,5-6-180,21-12 540,-10-19-180,5-4 0,-12-15 0,-22-17-1729,-6 23 1,-1 0 1433,-7-18-470,-2 23 1,-1 7 674,6 12 0,-9 1 0,15 8 0</inkml:trace>
  <inkml:trace contextRef="#ctx0" brushRef="#br0" timeOffset="192614">24667 8493 9512,'7'-10'2338,"-2"1"-2068,-14 13 0,-1 7-180,-5 4 0,-1 18-270,18 6 0,0 1-90,13-7 0,4-1 180,0-4 90,-3-4 0,-2-2 90,-9-8-90,-13 9 90,-2-13-90,-16 10-180,-4-6-1459,6-3 1,1-1 1310,-7 1 1,2 0-1,26-11 1</inkml:trace>
  <inkml:trace contextRef="#ctx0" brushRef="#br0" timeOffset="192817">24656 8524 9332,'-2'-13'1889,"2"-3"-1350,5 6 91,29-10-630,-12 10-450,11-1 0,2 0-359,-6 2 809,3 0 0,1 0 0,-4-1 0,13-3 0</inkml:trace>
  <inkml:trace contextRef="#ctx0" brushRef="#br0" timeOffset="193501">21573 9672 9781,'5'-30'2159,"-1"9"-810,2-2-809,4 37-2179,-4 17 1,-2 6 1420,2-11 1,-2 4-180,-1 5 0,-2 8 0,0 1 0,0-9 352,-1-9 0,0 0-181,-1 10 0,1 4 1,0-4-945,1 12 1170,3-3 0,-1-12 0,0-18 0</inkml:trace>
  <inkml:trace contextRef="#ctx0" brushRef="#br0" timeOffset="193880">21444 9987 10681,'-3'9'2339,"9"14"-2070,6 1-1908,7 7 1,1 1-385,1 0 2312,6 3 0,1-2-379,0-10 934,8 6-889,-11-23 0,1-8 45,1-12 0,0-5-45,3 3 0,-1-5-45,-2-16 0,-2-9 0,-5 5-45,-7 14 0,-2 0-958,2-10 1,0-4 0,-5 9 899,-7 14 0,0-9 1,-5 21-1</inkml:trace>
  <inkml:trace contextRef="#ctx0" brushRef="#br0" timeOffset="196034">20657 10998 9422,'9'3'2788,"4"-3"-2428,3-3-180,0-1 90,23-16-270,-10-5-90,-5-1 0,0-5-45,-4-8 0,-3-2 90,-3 7 0,-2 0-90,1-15 0,-3 4 135,-6 14-180,2-8 90,-14 69 90,4-14-45,-2 25 0,1 7-135,6-16 0,2-1 90,-2 8 1,2-2-1,3-9 0,4-8-180,16-12 180,-9-9 0,12-18 45,-14-2 0,-1-4 0,1-3 0,-1-1 45,4-8 0,-2-1 45,-2 0 0,-2 9 45,-5 24 90,-6 51-135,-3-16 0,-1 4-75,1 0 0,2 3 0,2-5-150,14 15-270,2-4 450,7-32 0,2-6 0,5-7 0,-6-4 0,1 1 0</inkml:trace>
  <inkml:trace contextRef="#ctx0" brushRef="#br0" timeOffset="196330">21471 10929 9242,'11'4'1889,"-3"12"-1709,-4 2-91,-4 9 1,-1 4-495,1-5 1,-1 0-181,-1 4 1,1 0 584,4 15 0,2-23 0,5-2 0</inkml:trace>
  <inkml:trace contextRef="#ctx0" brushRef="#br0" timeOffset="196714">21979 10860 690,'13'6'1619,"1"6"1093,-4-4-1903,-2 29-809,-8-21-585,-7 14 1,-4 2 368,-12 3 1,7-12-1,1-1 1,-13 9-1</inkml:trace>
  <inkml:trace contextRef="#ctx0" brushRef="#br0" timeOffset="197635">22785 10554 12570,'-10'10'450,"2"-1"-91,-15 6-269,5-4 0,-5 6 0,-7 6 0,8-4-90,3-2 0,-1 2-90,-3 4 0,2 2-45,-1 6 0,2 2 0,3 3 1,3-1 134,3-9 0,6 0-90,14 9 0,6-3 0,13-1 45,-6-6 0,4-2 45,3-9 0,1-8 180,-4-13 0,-4-8-46,-7-11 1,-8-6-90,-12-7 0,-9-1-315,-5 4 1,-5 4-361,-2 9 0,0 7 630,-2 13 0,11 4 0,5 5 0</inkml:trace>
  <inkml:trace contextRef="#ctx0" brushRef="#br0" timeOffset="197933">23037 10947 10771,'14'-4'2428,"2"1"-1618,-12 12-720,2-3 180,-6 16-180,-2 8-720,1 8 0,-1 3 360,2-17 1,-1 2 269,0 12 0,-2 5 0,1-6 0,-4 5 0,0-4 0,1 0 0</inkml:trace>
  <inkml:trace contextRef="#ctx0" brushRef="#br0" timeOffset="198870">21857 11709 9422,'-1'-15'629,"0"-3"91,1 1-1,-1-2-179,1 9 180,2 6-450,0 16-91,-1 17 1,-1 12 0,1-3-180,-1-7 0,1 3 54,-1 3 0,1 8 0,0 3 0,0-2 0,1-6-1693,1 6 1,0-2 1599,-1-1 1,1 4 0,1-3-292,3-7 0,1-3 1,-1-4-571,3 8 900,1-1 0,-5-10 0,-9-26 0,-3-7 0</inkml:trace>
  <inkml:trace contextRef="#ctx0" brushRef="#br0" timeOffset="199234">21662 12325 10321,'-9'2'1889,"8"8"-900,18 23-899,-3-8 225,9 15 0,2 2-225,-3-9-90,1 5 0,4-4 0,15-15 0,-11-5-90,-5-25 0,3-12 0,-4-4-120,-8-4 0,-6-4 1,3 0 29,6 3 0,1 1 0,-4-2-1459,-2-19 1,-12 10 1063,-9 30 0,-9 9 0,-3 13 0</inkml:trace>
  <inkml:trace contextRef="#ctx0" brushRef="#br0" timeOffset="199817">19814 12416 9871,'3'-11'1619,"1"-2"-989,-21 37-540,7-10 120,-11 19 0,-6 14 0,3 3-1030,9-12 1,3 1 0,1 1 0,-2-1 710,-2-3 0,-3 0 1,2 0-1,6 3 127,5 5 0,5 6 0,2-1 0,3-3 0,2-9 411,3-4 1,5-3-430,0 3 0,4 4 0,3 0 0,3-7-180,12-5 0,3-6 1,-1-1-569,0 5 1,3-3-73,1-8 1,8-1 0,0-2 0,-10-4 490,-12-4 1,-1-2-1,9 0 1,5-2-1,-7-1 1,2-8-1</inkml:trace>
  <inkml:trace contextRef="#ctx0" brushRef="#br0" timeOffset="200868">20375 12678 9422,'-14'-7'1169,"3"3"-809,-16 20 0,-6 13-211,12-1 1,2 6 0,0 0-90,-4 3 0,0 0 0,4 2 0,4 6 0,6 3 0,8-6-15,14-2 0,11-9 0,21-15 0,5-10 45,-14-6 0,0-7 30,0-13 0,0-9 0,-7-1 15,-11-8 0,-8-2-76,-4 4 1,-3-2 0,-5 2 75,-12-12 0,-9 5-90,-3 6 0,-6 7-585,-6 13 1,-1 11-1100,14 13 1,2 6-662,-16 14 1480,34 13 1,14-19 0,2 1 0</inkml:trace>
  <inkml:trace contextRef="#ctx0" brushRef="#br0" timeOffset="201086">20878 12981 10861,'-1'-16'1439,"1"4"-2608,-1-2-2108,2 7 3061,2 1 1,-1 4 0,1 2 0</inkml:trace>
  <inkml:trace contextRef="#ctx0" brushRef="#br0" timeOffset="201717">21383 12773 9961,'-21'-25'1439,"-12"0"-1169,9 16 90,-25 5-270,23 7-45,-4 11 0,1 2-45,7 3-45,0 0 0,2 3-225,2 16-269,22 11 269,11-29 0,6-5 180,10-8 0,3-9 225,5-17 0,-2-6-135,-11 7 0,-5-2 180,-2-13 0,-4 11-90,-4 30 44,-3 23 1,-1 9-135,-2-14 0,-1 2 0,0 6 0,0 9 0,0-1 0,-1-6 45,1-6 0,-2-1 0,4 20 0,-5-2 45,-7-21 0,-3-3 0,-10 7-270,-5-18 0,-1-3-179,0-3-1440,-17-10 1799,31-7 0,1-3 0,11-4 0</inkml:trace>
  <inkml:trace contextRef="#ctx0" brushRef="#br0" timeOffset="201967">21737 13218 9691,'10'-1'3239,"-1"3"-2610,-14 20-629,-2 2-180,-8 10-540,0-5 1,-1 0 179,1-3 180,1-1 1,0 0 359,-3 3 0,4-7 0,-4 9 0</inkml:trace>
  <inkml:trace contextRef="#ctx0" brushRef="#br0" timeOffset="202521">22178 12847 10501,'-2'-26'3276,"-4"11"-2684,-8 14-323,-7 21 1,-1 7-180,-5 6-90,5-5 0,2 4 90,10 0 0,3-2-90,0 3-90,3 4 0,4 1-89,16 0 44,3-12 0,3-3 45,12 3 0,11-27 0,1-15 90,-17-19 0,-4-9 0,-6 14 0,1-1 0,-7-2 30,-5-4 0,-7-3 0,-6 4-1669,-13-1 1,-6 5 1310,5 10 1,-2 7-1312,-9 11 1,1 8 1310,8 8 1,-6 17-1,28-8 1</inkml:trace>
  <inkml:trace contextRef="#ctx0" brushRef="#br0" timeOffset="202751">22623 12983 11221,'12'3'299,"-3"-2"1,-7 0 0</inkml:trace>
  <inkml:trace contextRef="#ctx0" brushRef="#br0" timeOffset="203101">22845 12668 8132,'10'-16'1169,"-2"3"707,3-5-1066,-5 9-203,2 28-607,-6-7-180,0 20 0,0 7-1369,-1-9 0,1 0 1234,-1 10 0,1 1 0,2-4 0,0-1-128,2-3 0,1-1 443,3-1 0,1-2 0,-2-4 0,1-3 0,12 18 0</inkml:trace>
  <inkml:trace contextRef="#ctx0" brushRef="#br0" timeOffset="203401">23228 13096 9152,'16'7'2608,"-6"5"-2563,-7 14 0,-8 8-45,-18 6 0,-6 2 0,10-4 0,-2 0 0,-3-14 0,0 1 0,0-1 0</inkml:trace>
  <inkml:trace contextRef="#ctx0" brushRef="#br0" timeOffset="204435">23748 12684 11670,'-12'3'270,"2"1"-90,3 3 0,0 3-180,-1 1 180,-6 15 0,0 17-90,8-11 0,1 2-90,1-7 0,2 0-45,6 3 0,4-2-45,5-6-45,6-3 0,3-2 45,11-2 45,-8-5 0,1-2 45,13-8 0,-12-11 0,-2-9 45,-5-21 0,-6-9-45,1 3 0,-8-2-60,-14 3 0,-7-2 0,-6 8-300,-11 5 0,-8 11-733,0 12 1,-6 6 0,4 4 903,5 4 1,2 5 0,-9 8 0,7 4-1,15-1 1</inkml:trace>
  <inkml:trace contextRef="#ctx0" brushRef="#br0" timeOffset="205384">24230 12197 8972,'6'-2'1259,"0"4"-1079,21 26 90,-10-3 0,2 5 0,-2 4-1090,-2 5 1,0 4 0,-1 1 0,0-1 324,4 3 0,0-1 1,-2 1 516,-5-7 1,-2 2-1,-2 0 1,-1 1 384,-3 2 0,-2 0 1,-3 2-1,-1-1-362,-3-1 0,-3 1 0,-1 0 0,2 1-68,3 1 1,3 1 0,-3 0-1,-6-2-633,-5-8 1,-6 1-1,-1-2 1,-1-5 0,4-7 541,0-7 1,-1-4 0,-20 15-1,3-7 1,15-21 0</inkml:trace>
  <inkml:trace contextRef="#ctx0" brushRef="#br0" timeOffset="205600">24797 13066 11670,'2'-7'120,"-13"10"0,-4 5 0</inkml:trace>
  <inkml:trace contextRef="#ctx0" brushRef="#br0" timeOffset="215250">21121 11437 7533,'-6'-9'3276,"12"9"-2774,22 3-368,4-1 1,11 1 0,5 0 0,-1 0-99,-7-1 0,0 0 0,1 0 0,1 0 0,1-1-307,1 1 0,0-1 0,1 1 0,2-1 0,2 0 0,1 0 281,-6 1 0,3-1 0,2 0 0,1 1 0,0-1 0,-1 1 0,-2-1 0,-2 0 0,-4 0-10,4 0 0,-5 0 0,-2 0 0,1 0 0,3 0 0,0 0 0,2 0 0,3 0 0,-1 0 0,0 0 0,-1 0 0,-3 0 17,3 0 1,-2 0 0,-1-1 0,-3 1 0,-1 0 102,6 0 0,-3 0 0,2 0 47,0 0 1,4 0 0,-2 0-1,-6 0 13,2 0 0,-9 1 0,-8-1-90,-2 0-270,-5 0-360,-9 0-1079,6 0 1948,-8 0 0,-2 0 0,-3 0 1</inkml:trace>
  <inkml:trace contextRef="#ctx0" brushRef="#br0" timeOffset="222334">4868 6251 8882,'2'-11'1439,"-2"4"-1169,-7 2-90,1 3 0,-1 2-90,-1 0-90,-1 0 90,1 0 0,-2 2-90,0-1 0,0 2 90,-4 1-90,0 1 0,-2 2 89,2-1-89,3 0 0,4-2 0,-5 5 0,7-5 0,-9 8 0,10-8 0,-8 9 0,0 1 0,-2 5 0,-2 5 0,5-7 0,4-1 0,2-3 0,0 12 0,2-9 0,0 8 0,2-11 0,0 10 180,0 5-180,0-2 90,1 10-90,3-8 180,2 18-2062,0-7 1972,0-1-2768,2 4 2678,-5-23 0,4 11 90,0-7-90,-3-9 0,5 8 1348,1 6-1348,-1-9 0,6 18 3276,-8-20-2980,9 22-116,-5-9-135,-2-7 0,0 2 135,7 17-90,-7-16 0,1-1 0,5 12-1,1 7-89,-8-25 180,4 16-180,-7-24 90,8 26-90,-9-26 0,5 15 90,0-5-90,-3-5 0,8 14 90,-4-11-90,2 5 0,9 7 0,-8-15 0,6 8 0,-8-14 0,5 6 0,-2-6 0,9 7 0,-5-6 0,0-2 0,12 2 0,-16-5 0,33 8 0,-31-9 0,28 5 0,-28-7 0,25 4-90,-13-4 0,16 2 90,-16-3-90,17 0 90,-27-2 0,17-1-90,-7 0 90,11-2 0,-8 0 0,-3-1 0,-1 0-90,-3-3 90,14-3 0,-14 0 90,6-5-90,-8 2 0,13-11 0,-12 5 0,-1-2 0,6-13 0,-13 11 90,7-18 0,-8 6 0,-2-3 135,-6 5 0,0-1-45,-2-1-45,0 4 0,-1 1 45,-4 1-90,-2 1 0,0-2-46,-3 2 1,1 1 0,0 0 0,-1 0 0,-4-9 0,1 3-45,1 8 0,-7-19 0,-1-1 90,3 10-90,-5-8 0,-1-2 0,8 21 0,1 1 0,-4-6 0,-1 0 0,-4-1 0,1 3 90,-1-1-90,-1 2 0,-1-2 0,-11-7-1639,16 16 1,0 0 1523,-12-11 205,-3 5-90,1 4 0,-4-2 0,4 4 0,11 10 0,5 2-90,-5-2 180,7 5-90,-3-3 0,0 2 3276,-2-1-3250,-17-1-26,-1 1 0,-3 1 0,4 1 0,8 3 0,-1-1 0,2 1 0,-1 0 0,-4-1 45,2 1 0,2-1-135,7 0 0,-12 0-90,16 1-449,-11 2-1010,-3 11 1,-2 4 1348,6-5 0,-1 1 0,-12 8 0,0 1 0,14-8 0,0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6:37:02.698"/>
    </inkml:context>
    <inkml:brush xml:id="br0">
      <inkml:brushProperty name="width" value="0.12095" units="cm"/>
      <inkml:brushProperty name="height" value="0.12095" units="cm"/>
      <inkml:brushProperty name="color" value="#C00000"/>
    </inkml:brush>
    <inkml:brush xml:id="br1">
      <inkml:brushProperty name="width" value="0.09071" units="cm"/>
      <inkml:brushProperty name="height" value="0.09071" units="cm"/>
      <inkml:brushProperty name="color" value="#C00000"/>
    </inkml:brush>
  </inkml:definitions>
  <inkml:trace contextRef="#ctx0" brushRef="#br0">11436 4637 22600,'-4'-10'-3277,"9"1"3022,19 5 1,7 2 1704,9-3-1142,4 2 0,10-1 1,-5 0 27,-13 1 1,4 0-269,-6 1 1,9-1-1,5 0 1,3 0-1,0 0 1,-3 0-1,-5 1 7,8-1 1,-5 1 0,0 0-1,8-1-63,-13 2 0,5-1 0,4 0 0,1 0 0,2 0 1,-1 0-1,-2 0 0,-3 1 0,-4 0 480,4-1 1,-6 1 0,-1 0 0,3 1 0,6-1-537,-10 1 0,3-1 0,4 1 0,2 0 1,3 0-1,0-1 0,0 1 0,-1 0 0,-1 0 1,-3 0-1,-3 0 0,-5 0 27,12 1 1,-6-1-1,-4 0 1,3 1 0,7-1 5,-11 0 0,5 0 1,3 1-1,2-1 1,1 0-1,1 1 1,0-1-1,-2 0 0,-2 1 1,-3-1-1,-4 0-11,13 1 0,-7 0 0,-3 0 1,3-1-1,4 1 2,-7 0 1,3-1 0,2 1 0,2 0 0,0-1 0,0 1 0,0 0 0,-3-1 0,-2 1 1,6 0 1,-1 0 0,-3 0-1,0 0 1,1 0 0,0 0 6,-3 0 0,2 0 1,0-1-1,0 1 1,-1 0-1,-4 0 0,-3 0 62,5 0 0,-3 0 0,-4 0 0,-6 0-7,-1 0 0,-4 0 54,6 0 1,-4 0-121,-14 0 55,5 0-96,-10 0-78,10 0 4,-9-1 26,3 0-1748,1-2 1937,-6 1 1,2 0-1,-7 0 1</inkml:trace>
  <inkml:trace contextRef="#ctx0" brushRef="#br0" timeOffset="2830">7587 6568 24240,'0'-7'-3277,"9"1"6392,40 2-2337,-17 1-657,0 0 1,6 0-1,1 0-98,-2 1 1,-1 0-1,1 0-32,4 0 1,1-1-1,-1 1-3,-2 0 1,-1 0-1,-2 1-113,5 0 1,-4 0 1022,6 1-1900,0 0 529,-17-1 64,-3 0 190,-1 0 60,9 0-82,-17 0-315,8-1 541,-12 3 1,-1-1 0,-5 1 0</inkml:trace>
  <inkml:trace contextRef="#ctx0" brushRef="#br0" timeOffset="7298">8854 6646 16396,'-10'-2'1720,"1"0"-561,3 3 123,9 1-2579,9 0 1554,4 0 84,28-2-1980,3-1 1,3 1 1502,-17-1 1,5 0 200,0 1 0,9 1 0,3-1 0,2 1 1,-4 1 11,-8-1 1,0 0 0,0 1 0,-1 0 0,2-1-140,3 1 0,1-1 1,0 1-1,0-1 1,0 1-180,0 0 0,1 0 0,-1 0 1,-4 0-1,-5-1 246,3 1 1,-4-1-288,0 0 1,1 0 0,-3 0 7,-2 0 1,0 0 884,18 0 0,0 0-864,-22-1 1,-1 1 66,18-1 1,-4 1 260,-17-2-242,8 1 0,2 0-181,5-1 62,1 0 3196,-8 0-2770,-16 1 1884,0 0-2011,2-2 0,-8 3 0,-3-2 1</inkml:trace>
  <inkml:trace contextRef="#ctx0" brushRef="#br0" timeOffset="13205">11350 7583 17231,'-12'0'630,"0"0"-300,-2-1-100,3 0-24,-2 0 274,56 0-293,-11-1 0,7 0 1,6-1-1,5 0-439,-11 1 0,3-1 0,4 0 0,2 0 0,2 1 1,2-2-1,1 1 0,0 0 0,0 1 287,-10-1 0,1 1 1,1 0-1,1 0 0,1-1 1,1 1-1,0 0 0,0 0 1,0-1-1,0 1 1,0 0-1,-2 0 0,0-1 1,-1 1-202,5-1 1,-2 1 0,-1-1-1,-1 0 1,-1 1 0,1-1-1,1 1 1,1-1 0,2 1-1,1-1 1,4 1 181,-13 0 1,2 0-1,2 1 1,2-1-1,2 0 1,1 1-1,1-1 1,0 0-1,1 1 1,1-1-1,-1 0 1,-1 1-1,0-1 1,-1 1-1,-1 0 1,-2-1-1,-2 1 1,-2 0-1,-3 0 1,-2 0-1,-3 0-218,15 0 1,-6 0-1,-6 0 1,-1 0-1,2 0 1,3 1-1,8-1 218,-13 0 1,3 0 0,4 0 0,3 0 0,2 0 0,3 0-1,0 1 1,2-1 0,1 0 0,-1 0 0,0 0 0,0 0 0,-3 0-1,-1 0 1,-2 0 0,-3 0 0,-3 1 0,-4-1 0,-5 1-111,21-1 1,-11 0-1,-4 1 1,2 0 0,10-1 102,-13 1 1,5-1 0,3 1-1,4-1 1,2 0 0,1 1-1,2-1 1,-1 1 0,-1-1-1,-1 0 1,-2 1 0,-4-1-1,-3 1 1,-5-1-71,14 1 0,-8-1 0,-3 1 1,2-1-1,6 1 32,-8-1 0,4 1 1,4-1-1,3 0 0,0 1 1,-1-1-1,-2 0 0,-4 1 1,-5 0-1,-6-1-74,8 1 1,-8 0 0,1 0 66,10 0 0,2 0 0,-10 0 1107,-5 0-1082,14 0-48,-16-1 1900,17-3-1801,-19 2 1,2 0 44,0-1 1,3 1-45,4 0 0,3 0-30,0 1 1,2 0-1,-3 1-2,-3-1 0,2 1 93,-2 0 1,7-1 0,3 1-1,-2 1 1,-6-1-195,11 1 0,-1-1 19,-11 1 1,4-1 0,-1 1 0,-5-1-60,0 1 1,-3-1 6,7 0 0,-4-1-183,-4 1 323,11-2 1,-1 0-125,-16 0 146,22-2 3239,-35 2-3003,5 0-489,-10 2 936,10-2-541,-9 1 573,4 1-147,-6-1-318,-5-3-259,-5-13-1006,-1 5 416,-7-34-549,7 27 626,-1-10 0,1-3-415,1-12 637,1 5 0,-1-8 0,0 4-219,1 8 1,-2-4 395,0 4 0,-2-7 0,-1-5 0,-1-1 0,0 2 0,1 6-734,-1 1 1,0 4 0,-1 0 0,0-4 795,1-1 0,-2-3 0,1-3 0,-1 0 0,1 1 1,0 1 48,1-3 1,-1-1 0,2 2 0,-1 2 0,2 3-18,-2-4 1,2 4 0,0-4 38,1 0 0,0-5 1,0-1-1,1 3 0,1 8-276,0-1 1,0 2 279,0 0 0,0-7 1,-1 2-1,1 7 89,1 7 0,-1 1-97,-1-6 1,-1-5-1,0 4-10,-2 1 1,0 2-38,-1-7 0,0 1-54,0 9 1,0 7-434,1 8-262,-4-7 191,5 12 8,-2-3 147,-8 3 1167,7 7-55,-17 0 1,-7 0 170,-10 1 0,-4 1-375,11 0 0,-3 0 1,-2 0-1,1 0 56,0 0 1,1 0 0,-2 0 0,0 0-27,-3 0 1,-1 0 0,-1 0 0,-4 1-259,9 0 0,-4 0 0,-2 1 0,0-1 0,0 1 0,2-1 0,3 1 207,-9-1 0,5 0 1,-1 1-1,-7 0-367,12-1 0,-6 1 1,-2 0-1,-3 1 1,-1-1-1,1 0 1,1 1-1,3-1 0,5 0-25,-9 1 1,6 0-1,2-1 1,-2 1 0,-4 0-69,9 0 1,-1-1 0,-3 1-1,0-1 1,-2 1 0,0 0-1,1-1 1,1 1 0,1 0-2,-5 0 1,2 0-1,1 1 1,0-1-1,-2 0 1,-1 1-1,-3-1-15,8 1 1,-1-1 0,-3 0 0,0 0 0,-1 1 0,-1-1 0,-1 1 0,1-1 0,-1 1 0,1 0 0,1-1 17,3 1 0,0 0 0,0 0 0,0 0 0,0 1 0,0-1 0,0 0 0,0 1 0,0-1 0,0 0 0,1 0 0,1 1-12,-2-1 0,1 0 1,-1-1-1,2 1 0,-1 0 1,1 0-1,-1 0 1,1 0-1,0 0 0,0 0 1,0 0 3,-4 1 0,-1 0 0,0-1 0,0 1 0,1 1 0,0-1 1,0 0-1,2 0 0,2 0 0,1 0 2,-5 0 1,3 1 0,1 0 0,1-1-1,1 1 1,-1-1 0,-1 1-2,-3 0 0,-1 0 1,0 1-1,0-1 1,0 0-1,1 1 1,2-1 5,-2 1 0,0-1 1,1 1-1,1-1 1,1 1-1,1 0 7,-2 0 0,1 0 0,1 0 0,1 0 0,1 0-9,-1 1 1,1-1-1,3 0 1,2-1 51,-10 2 1,0 0-60,7-2 1,-5 0 0,1-1 0,9 0-25,9-2 0,2 0-49,-16 0 1,-6 1-1,5-1 2,10 0 1,1 0 9,-3-1 0,-4 1 0,4 0-38,-1 0 0,0 0 19,-4 0 1,-3 1-1,5-1-142,-13 1 174,15-1 0,-6 0 1,5 0-13,8-1 1,1 0 25,-3 1 1,-1-1-45,2 0 0,3-1-76,4 1 86,-5 1-25,13 0 269,9 2-200,3 1-1139,2 4-581,1 5-120,-1 6 1068,1 10 0,-1 1-759,-1 5 966,5 5 0,2 8 0,-1-6-1439,2 6 1578,-1-10 0,2 12 0,-1 2 0,0-4 459,0 0 0,-1-2 0,0 2-8,0-5 0,0 1 1,0 1-1,1 3-104,0-4 1,0 3 0,2 1 0,-1 0 0,0-4 0,-1-5 21,0 2 0,-2-5 0,3 6-85,1-3 0,2 7 0,1 5 0,0 0 0,1-1 0,-2-6 0,-2-7 63,2 8 1,1-2 53,-3-9 0,4 7 0,0 3 0,0 0 0,-1-5 0,-2-8-28,-2-3 1,0-1-37,6 17 0,2 7 0,-3-10-118,-2-3 130,-2-7 0,1 5 0,-1-6-159,-2-2 187,1-2 1,-1-1 2590,-3-11-2921,3 4-547,-4-11 1446,2 2 0,-4-6 1,0-2-1</inkml:trace>
  <inkml:trace contextRef="#ctx0" brushRef="#br0" timeOffset="17338">6044 11742 10092,'-10'4'3276,"3"-2"0,7 4-1508,9-3-1977,38 1 406,-10-4 1,6 0-107,-3-1 0,5 1 1,5-2-285,-8 1 1,4 0 0,3-1-1,0 1 1,-1-1 0,-5 1 361,0 0 1,-4 0-1,0 0 1,5-1-639,-5 1 1,6 0 0,2-1 0,0 1 0,-1 0 0,-3-1 0,-6 1 260,6 0 1,-5 0-1,3-1 233,3 1 0,6 0 0,1-1 0,-2 1 0,-6 0 52,-5-1 0,-5 1 1,4 0-137,7 0 0,6-1 0,-2 1 0,-7-1-53,-5 1 0,-3-1 34,8 1 0,-2-1-246,10-1 3,-9 2-15,-23 1-499,11 0 0,0 1 474,-14-1 2269,29 3-2297,-20-2 5,7 1 260,-5-2 6,-8 0 28,-6 0 85,-5 1 3281,1-1-2128,-2-1-264,-3-15-757,0 6 121,-2-26-166,2 1-6,1-1 0,1-6-36,0-3 1,1-5-112,-1 8 1,1-5 0,-1 0 0,0 5 90,0 6 0,-1 3 1,0-4-117,0-1 1,1-7 0,-1 0 0,0 2 0,0 9 262,-1 3 1,-1 2-140,1-10 1,-1-4 0,0 6 416,-4-4-219,0 4-3503,-3 5 2572,3 20 665,-3-3-645,2 10 77,-8 2 1206,-10 2 326,6 1 183,-5 2 121,6 2 667,-16 2-150,-2 2-670,0-1 1,-7 1-418,-3 1 1,-6 1 0,0 0-449,8-2 0,-1 0 0,-2 0 1,-1 0-140,0 0 0,-1 0 1,-2 0-1,-1 0 0,0-1-31,4-1 0,-1 1 0,-1-1 0,1-1 0,2 1 0,3-1-39,0 0 0,4-1 0,0 0 0,-2 0-64,-2 0 0,-3 1 0,-1-1 0,5 0 1,7-2-63,3 1 0,3-1-33,-7 1 1,-3 0 0,4 1 46,6-1 0,1 0 14,-8 2 0,1 1 4,6 0 1,2 0 91,0 1 1,-1 0 102,-16 4 49,2 1 71,28-8-128,-11 4 220,15-6-326,-6 2 132,8-2-234,1-1 124,0 5 250,3 4-862,-1 5-223,3 0-386,-3 0 461,-3 26-218,2-16 713,0 14 0,0 11 1,1-3-252,-1-11 1,2 1 170,-1 4 0,1 9 0,-1-1 1,1-7 176,-1-4 1,0-1-2,1 2 0,0 6 0,0 0 0,1-6-267,1-2 1,0-2 193,-1 0 1,0 1-1,2-4-1596,4 10 1570,2-27 0,2-2 1,3-4-1</inkml:trace>
  <inkml:trace contextRef="#ctx0" brushRef="#br0" timeOffset="24832">6157 15030 19229,'-10'-4'-2576,"-4"-2"1535,4 2 1056,-19-7 643,-1-1-607,3 3 696,-5-4 145,19 8-1479,12-2 26,15 2 1305,17 1 0,13 0-522,-11 2 0,7 0 0,4-1 0,2 1 0,0-1 0,-2 1-67,-2 0 0,0 0 0,-1 1 0,1-1 0,1 0 0,2 1-27,0-1 0,2 0 1,1 0-1,1 0 0,0 0 1,1 0-1,-2 0-5,3 1 0,1 0 1,0 0-1,0 0 1,-2 0-1,-2 1 0,-4-1 76,7 1 1,-5 0 0,-1 0 0,3-1-72,-5 1 1,3 0 0,1 0 0,-1 0 0,-3-1 0,-6 1 455,3 1 1,-5-1 0,-2 1-611,12-1 1,-4 0 311,-13-1 1,-4 0 36,-1 0 94,-2-3-451,-12 1 86,0 3-759,-1 0-680,-4 4-1890,-5 4 2904,0-2 0,-6 7 1,1-4-1</inkml:trace>
  <inkml:trace contextRef="#ctx0" brushRef="#br1" timeOffset="25904">5938 18117 8432,'-28'-5'-629,"10"2"1078,-18-2 1,21 4-90,-14-2 719,14 3-809,28-1 45,25-3 0,11 0-255,-17 2 0,2 0 0,3 0-179,-1-1 0,3 0 0,2 1 0,3-1 1,0 1 143,-3 0 1,1 0 0,2 1-1,1-1 1,0 1 0,0 0-1,-1-1-528,3 1 1,-1 0-1,0 0 1,0 0-1,1 0 1,1 0 514,-1 0 1,1 0 0,2 0 0,0 1 0,-1-1 0,-3 0 0,-4 1-65,7-1 1,-5 1 0,-1 0 0,2 1 69,-1 0 0,2 0 0,1 1 0,-4 0 0,-5-1 27,9 1 0,-2 0 67,-6 1 1,4-1-1,-2 1 1,-9 0 787,4 3-342,-17 1-1097,-14 0 2021,-10-2-1482,0-3 0,3 0 0,0-1 0</inkml:trace>
  <inkml:trace contextRef="#ctx0" brushRef="#br0" timeOffset="37549">21797 8414 11118,'3'-14'728,"-1"4"-842,-3 0 303,-9 2-422,-6 6 777,-14 8-67,10 15 0,-1 9 0,2-1-236,0 2 1,2 2-745,-1-1 0,0 3 0,5-1 731,7 13 1,8 0-172,6-12 1,4 0 0,0 1-24,-3-3 0,0-1 0,6 0-88,8 0 0,7 1 0,2-3 1,-4-6-170,1-3 0,2-6-13,9-2 0,6-2 0,-4-10-1129,-2-15 0,-4-8 1482,2 2 0,-4-6-54,-10-15 1,-5-8 0,-6 5 54,-4 12 1,-6 1-64,-1-10 0,-3-4 0,-6 6 684,-12 7 0,-6 7-828,-2 4 1,-4 3-1,0 4-1151,-11 4 1,1 5 859,2-2 0,5 8 381,3 28 1,32-13 0,3 1 0</inkml:trace>
  <inkml:trace contextRef="#ctx0" brushRef="#br0" timeOffset="37814">22698 8642 8983,'10'-4'1905,"-1"1"-1420,-4 0-2332,3 4 1818,-2-1 0,0 2 0,-4-2 1</inkml:trace>
  <inkml:trace contextRef="#ctx0" brushRef="#br0" timeOffset="38549">23482 8370 9685,'-4'-19'-185,"-2"4"387,-23 0 86,-4 13 215,-12 2-172,11 8 140,-5 11 33,19-5-236,0 8 1,4 2 273,9-3-516,14 15 1,11 3-1666,10-12 1,4-3 1276,-3 5 1,3 2 205,2-8 0,3-1 1,-4-1-94,-7 0 0,-2 0-82,9 5 0,-6 1-437,-13 18-580,-29-21 0,-7-3 1887,-11 8-283,7-12 0,-2-1 37,2-5 1,2-2 2244,-15 3-2080,-2-6-33,46-38-182,20-8 0,6-3-47,-7 9 0,1-2-199,0 2 1,1-2 0,-4 1 1605,-6 2 0,-6-1-1561,-11-13 0,-4 0 0,5 16 1,-5 2-230,-19-7 1,-6 9-268,-3 15 159,6 6 0,0 4-1276,-13 11 1674,9 3 1,12 7-1,13-3 1</inkml:trace>
  <inkml:trace contextRef="#ctx0" brushRef="#br1" timeOffset="38982">24209 8404 8342,'7'-17'720,"-3"4"-270,-7 0 269,-26 20-674,7 9 0,0 2-45,-18 9-135,17 7 0,7 0-259,13-12 214,4 5 0,3 1 0,12-3-45,5 0 1,1-1 134,6 3 45,-4-8 0,-6 2 494,-26 22-494,-7-21 1,-6 0-1036,-10 7 1,-2-3 1079,6-10 0,2-3 0,-15 4 0,33-16 0</inkml:trace>
  <inkml:trace contextRef="#ctx0" brushRef="#br1" timeOffset="39199">24383 8293 8072,'6'-22'1530,"8"8"-1351,5-4-674,21 6 1,10 1 494,-6 0 0,3-2 0,-4 1 0,3-1 0,-1 0 0,-5 1 0,-1 0 0,1-1 0</inkml:trace>
  <inkml:trace contextRef="#ctx0" brushRef="#br1" timeOffset="573630">21739 5372 8432,'0'-10'3276,"0"4"-2954,-17 1-52,0 4-45,-9 3 0,-3 1-135,-13 5 0,-2 3 0,0 2 0,0 3-31,8 0 1,-5 3 0,5-2 30,-7 6-68,10-4 1,-7 6 0,-1 0-1,6-2 23,6-4 0,2 2-23,-3 1 1,-3 3 0,-1 1-1,4 1 8,2 3 0,4 0 0,-1 3 0,-2 4 0,0 1 0,1 2 0,1 4 0,2 1 0,2-2-30,6-9 0,2-1 0,2 0 45,-3 12 0,3-3-45,5-16 0,3-1 90,-2 23-90,3-10 0,3 0 45,3-2 0,2 2-45,2 9 0,-3-14 0,2 0 45,5-2 0,1-2-45,-1-7 0,2-1 45,9 14 0,6 1 15,1-10 0,4-2 0,-2-1-15,2 2 0,2-1-15,2 0 0,4 0 0,-3-2-30,-2-2 0,0-2 30,-7-2 0,1-1 0,3 0-1123,11 2 1,3 0 0,-3-2 1034,2 0 1,0-1-577,-2-2 1,3 0 0,-4-2 633,-6-3 0,-1-3-537,0 0 1,1 0 0,-2-1 536,-4 0 0,0-1-171,11 0 0,3-1 171,-5-2 0,1-1 0,3-1 0,2 0 0,-8 0 0,3 1 0,0-3 507,3-1 0,1-2 0,1-1-485,-11 0 1,1-1-1,0-1 1,1-1-1,7-3 1,2-2-1,0-1 1,-1-1 30,-3 1 0,-1-2 0,-1 0 1,-1 0-54,6-3 0,-2 0 0,-4 0 0,1-1 0,-2 0 766,-8 2 1,0-1-1,-3 2-721,-2 1 0,0-1-15,6-5 0,5-4 0,-6 4 362,-10 6 0,0 1-362,3-6 0,3-2 0,-3 1 15,-1-1 0,0-2-835,4-6 1,2-4-1,-2 4 835,-6 5 0,-1 1 581,7-12 1,-1 0-537,-10 14 0,-1 0-1,1-6 1,0-1 0,-1 3 0,-1 0 0,-3-1 0,-2 0 90,-1-15 0,-6 14 0,-3-1 0,-4-13-135,0 19 0,-3 1 135,-13-13-135,1 15 0,-2-1 0,3 3 0,-3-1 14,-10-2 1,-6-1 0,2 3-60,-1 0 0,0 3 30,-2 0 0,-2-1 0,2 3-30,2 2 0,0 2 1032,3 3 0,-1 1 0,-1-1-1002,0 2 0,1 1 0,0 0 418,-8-3 0,1 0-448,-4 2 0,1 1 0,10 4 0,1 0 0,-9 0 0,-1 0 0,-2 0 0,-2-1 30,4 2 0,-3 1 0,5-1-30,6 1 0,1 0 0,-6 0 0,-4 0 0,6 0 0,7 1 0,2 0 0,-9 0 0,0-1 0,-7 2 0,3-1 0,14 2 0,0 0 0,-19 0 0,4 1 0,9 1 0,-3 1 0,-4 0 0,13 0 0,0 0 0,-6 0 0,-3 1 0,4 0 0,-3 1 0,5-1 0,-11 1-30,7 0 0,-5 1 0,4 0-15,11-1 0,1 0-45,-16 2 0,-2 2-360,2 1 0,3 0 180,-6 1-1259,7 0 0,3 0-1748,11 2 2457,-5-1 1,16 0 0,10-7 0</inkml:trace>
  <inkml:trace contextRef="#ctx0" brushRef="#br1" timeOffset="575182">23520 5692 10231,'0'0'0</inkml:trace>
  <inkml:trace contextRef="#ctx0" brushRef="#br1" timeOffset="575533">23311 5799 9242,'-2'-9'-750,"0"4"1,3 1-1</inkml:trace>
  <inkml:trace contextRef="#ctx0" brushRef="#br1" timeOffset="575766">23273 5696 7623,'-3'-11'-338,"1"2"1,1 3 0,1 2-1</inkml:trace>
  <inkml:trace contextRef="#ctx0" brushRef="#br1" timeOffset="575979">23233 5560 7263,'-5'-7'0,"2"0"0</inkml:trace>
  <inkml:trace contextRef="#ctx0" brushRef="#br1" timeOffset="576479">23560 5784 7083,'9'4'0</inkml:trace>
  <inkml:trace contextRef="#ctx0" brushRef="#br1" timeOffset="576713">23607 5977 9602,'11'-1'-240,"-4"3"0,-4 2 0</inkml:trace>
  <inkml:trace contextRef="#ctx0" brushRef="#br1" timeOffset="576899">23607 6110 8612,'3'6'0,"-1"0"0</inkml:trace>
  <inkml:trace contextRef="#ctx0" brushRef="#br1" timeOffset="577079">23541 6255 8432,'9'6'0</inkml:trace>
  <inkml:trace contextRef="#ctx0" brushRef="#br1" timeOffset="579683">23830 5801 7533,'-7'-5'180,"0"2"1079,1 4-1169,0 3-90,1-1 90,1 0-90,-1 0 0,2 0 0,0 2 90,-1-2 270,2 1-360,-3-4 0,2 3 0,-5 1 0,11-7 0,-4 5 0,8-11 0,-6 6 0,0 1 0</inkml:trace>
  <inkml:trace contextRef="#ctx0" brushRef="#br1" timeOffset="582103">23401 5067 8882,'5'7'90,"0"1"-90,-1-6 0,0 0 270,1 0-180,1-3 629,-2 0-719,-9 6 0,3-3 90,-6 9 0,10-7-90,6-6 0,-2-3 0,-2-5 0,-7 9-90,-1 1 90,1 8 0,9-4-90,1 0 90,6-6 90,-5-2 0,3-8-90,-9-1 0,-2-1-1169,-9 4-900,2 8 2069,0 5 0,5 1 0,2-1 0</inkml:trace>
  <inkml:trace contextRef="#ctx0" brushRef="#br1" timeOffset="587233">22377 6157 8612,'1'-9'990,"1"0"-990,2 9 179,0 1 1,2 6 90,3-9 90,-4-4-270,2-4 180,-4 1-90,-10 5-270,0 7 90,-3 1-180,7 10 360,10-11 179,1-1-269,-1-12-2968,-11 5 2878,0 1 0,-4 11 0,8 0 0</inkml:trace>
  <inkml:trace contextRef="#ctx0" brushRef="#br1" timeOffset="591120">22286 6431 9781,'5'-7'900,"7"-1"-900,8-6 0,-3 3 0,-1-7 0,0-8 0,-6 11-90,8-17 0,-11 20 0,-8 16 90,-1 1-90,-8 21-90,5-6 90,0 0-180,1 5 91,3-10 89,0 1-180,4-6 0,5-4 270,2-1-180,10-11 180,-9 0-90,12-14 90,-5-2 0,0 0 0,-1 0 0,-3 9 90,0 27 0,-4 9-90,-1 13 0,-7-5-270,10-9 180,-4-12-1439,17 3 1529,-10-13 0,11 1 0,-7-5 0</inkml:trace>
  <inkml:trace contextRef="#ctx0" brushRef="#br1" timeOffset="592552">22417 6097 8972,'5'-12'630,"7"-18"-451,-1 0-179,6-17 90,-8 15 0,0-1-90,2-14 0,-4 20 0,-1-1 90,1-5 0,0 1 0,3-12-45,-2 8 0,0 1-45,4-8 90,-4 18 0,0 0 0,6-15 0,0 1 0,-5 12 90,0-1-180,-4 14 180,5-17-180,-5 12 90,-1 2-90,2-5 0,-4 15 0,2-9 0,-3 12 0,0-1 0,3-6 0,-2 5 0,2-6 0,-3 7-1709,0-1 1259,-6 7 90,2 0-270,-3 5-899,1 1 1529,2-2 0,1 0 0,0-3 0</inkml:trace>
  <inkml:trace contextRef="#ctx0" brushRef="#br1" timeOffset="593066">22637 5273 8792,'-13'12'540,"1"-2"-450,-4 4 0,5-5 0,-12 11-1,0-1 1,-3 4-90,7-4 0,-1 0 0,11-9-90,-4 3 90,7-8-89,2-1 89,13-7-90,11-14 90,0 4 0,7-9 0,1 3-90,-10 9 90,13-5 0,-17 13 0,0 7 0,-3 9 0,3 22-180,-2 3 90,-3-2-360,1-9 450,0-14 0,-1-2 0,5 1 0</inkml:trace>
  <inkml:trace contextRef="#ctx0" brushRef="#br1" timeOffset="593716">22844 5718 8162,'4'-8'990,"-1"0"-900,-4 2 90,-2 3-90,-13 4 0,5 2-1,-29 14 1,21-7-90,-22 13-90,9-1 1,0 7-91,4 6 180,16-10-90,13 2 0,8-13-90,17 7-180,11-4 270,-4-3 90,-3-5 0,-19-9 180,-3-6-90,-3-1 90,-4-9-90,-5 4 90,-9-6-180,-2 4-90,-1 0-90,2 6-1349,4 2 1529,3 3 0,0 0 0,1 1 0</inkml:trace>
  <inkml:trace contextRef="#ctx0" brushRef="#br1" timeOffset="596583">22331 6170 6813,'7'-6'450,"2"-1"-450,0 4 90,4-3 0,-1 2-90,-1-1 0,-2 1-180,1-1-540,1 0 720,-1 0 0,-5 2 0,-3 3 0</inkml:trace>
  <inkml:trace contextRef="#ctx0" brushRef="#br1" timeOffset="598050">22424 6122 8432,'14'-4'450,"5"-2"-180,3-7-180,-2 2 0,4-6 90,-6 4-180,0 0 179,9-7 1,-2 0 0,5-4-90,-5 3 180,7-7-270,-19 17 270,22-19-90,-20 17-180,12-10 180,5-4-90,5-4 0,-1-1 0,-5 1-3213,-3 4 3123,-13 11 270,19-18 0,-13 9-180,4-3 0,-3 3-90,-14 15 90,12-16 0,-13 17-90,18-23 0,-8 11 0,0 0 3276,10-10-3160,-18 22-116,16-20 0,-9 12 0,3-3 0,7-9 0,-3 3 0,0-2 0,-1 2 0,-3 4 0,-6 6 0,7-10 0,-7 7 0,0 1 0,-3 3 0,-3 6 0,-2 0-270,2 0 270,-4 3 0,-1 3 0,-2 1 0</inkml:trace>
  <inkml:trace contextRef="#ctx0" brushRef="#br1" timeOffset="598746">23445 5106 8162,'-5'-1'810,"2"0"-630,-34 13-180,16-4 0,-20 6-180,12-4-450,3 0 540,23-7 0,18-8 90,9-3 180,18-4 90,-3 2 180,7 2-90,-8 5-270,-20 9 0,-13 13-270,-7-3-180,0 5-180,1-9 540,3 2 0,-1-8 0,1 2 0</inkml:trace>
  <inkml:trace contextRef="#ctx0" brushRef="#br1" timeOffset="606233">22671 4897 6723,'20'1'360,"-3"0"-180,2 0-180,-8-1 90,8 2 0,-6-1 0,12 6-90,-6-2 90,6 3-90,-13-5 0,3 1 0,3 2 0,-2-1 90,8 5-90,-13-6 0,9 4 0,0 1 0,2 0 0,12 6 0,-16-8 0,14 8 0,-10-3 0,6 3 0,-6-3 0,2 1 90,-6-4-90,-1 1 0,-4-3 0,-6-1 0,-1-3 89,1 1-89,3 3 90,1-1-90,-1 1 0,0 0 90,-1-1-90,-1-1 0,4 4 0,-6-5 0,5 5 0,-5-5 0,2 3 0,2 0 0,-2 0 0,8 6 0,-10-8 90,8 7-90,-9-8 0,4 3 0,-2-2 0,3 2 0,-4-2 0,4 2 90,-5-2-90,9 7 0,-7-5 0,6 5 0,-8-6 0,1 0 0,4 7 90,-2-4 0,3 4-90,-4-3 90,-1-2 0,3 6 0,-3-2 0,1-1 0,-2 3-90,-2-9 90,0 6 0,1-2 0,-1 0-90,1 4 90,-1-4 0,1 1-90,-2-4 90,3 5-90,-2-2 0,0 0 0,0 0 90,-1-2-90,-1 0 0,2 1 0,0 3 90,0 5-90,1-1 0,-1 2 89,-2-4-89,0-4 0,-1 1 0,0-1 0,1 2 0,-1 0 0,0-1 0,1 1 0,0 2 0,0 1 0,-1 2 0,0-3 0,0-2 90,0 5-90,0-1 0,1 3 0,-1 1 0,-1-2 0,0 1 0,0-4 90,0 5-90,0-11-3277,0 8 3162,1-10 205,-2 16-90,0-7 0,0 5 0,1-3 0,0-8 90,-2 14-90,1-11 3276,-2 11-2980,1-4-296,0-4 0,-2 13 0,2-16 90,-2 15-90,1-9 0,-1 7 0,-3 3 90,3-3-90,-2 4 0,1-5 90,1 0-90,0-2 90,-3 6-90,1-5 90,-2 8 0,-1-5 0,2 0 0,-7 10 0,-1 5-90,0-2 90,1-5-90,5-12 0,-2 2 0,4-6 90,-7 10-90,5-5 0,-1 1 0,0-2 0,-2 4 90,-4 7-90,1-5 0,2-1 89,-3-2-89,3-1 90,-8 8-90,0-1 0,6-11 90,-2 2-90,8-11 0,0 0 90,-11 10-90,11-11 0,-11 11 90,12-12-90,-5 3 0,1 0 0,-2 2 0,5-6 90,-6 4-90,-8 6 0,9-6 0,-10 7 0,12-9 90,-12 10-90,8-7 0,-13 8 0,9-7 0,-2 0 0,1 0 0,0 0 0,4-3 0,-12 9 0,12-9 0,-15 8 0,-3-2 0,8-3 45,0-3 0,2 0-45,9-5 0,-9 4 0,-3-1 0,-4-1 0,-8 1 0,11-4 0,8 0 0,-2-1 0,-1 1 0,-15 0 0,5-1 90,-4 1-90,-3 0 0,5-1 45,11-2 0,0 0 45,-14 0-90,3 0 0,-6-1 0,23 0 90,-22 1-90,5-1 0,-8 0 0,-1-1 135,10-1 0,2 0-45,3-1 45,-8-1 0,-1 0-45,10-1-1,-2 0 1,-2 0 90,-12-2-90,1-2 45,10 1 0,2 0-45,3-1 0,-8-2 0,0-1 90,7 1-90,-3 0 0,-3-1 90,2-1 0,1 1-136,5 1 1,1 0 45,-11-5 0,2 1 90,0-4-90,15 7 0,-1-1 45,-2-4 0,0 0-45,-8-7 0,6 3 0,0-2 90,-10-9-135,18 14 0,-1-1 0,-8-10 0,0-1 0,0-3 0,1 1 0,2 4 0,0-2-15,0 0 0,-1-2 0,3 4 59,-5-7-89,-2-2 0,-1-2 45,10 9 0,1 2-45,3 5 0,1 0 45,-2-4 0,0 0-45,-6-17 0,12 20 0,0-1 0,-2-7 0,0-2 0,3-5 0,1-2 0,2 0 0,1 0 0,1 4 0,1 0 0,1-2 0,2 0-45,2 12 0,1 1 45,-1 0 0,1-1 0,4-12 0,1 1 0,1-9 0,-1 12 0,0-1 0,0 7 0,-1 1 0,3-15 0,3 6 0,0 3-90,-2 4 90,9-7 0,1 0-89,-3 10 44,4-2 0,3-4-45,0 4 0,1 2 45,-4 3 0,1 0 0,10-9 0,0 1 45,2 2-90,-4 5 0,-1 1 90,0 1-135,2-1 0,3-1 45,-7 8 0,1-1 90,1-1 0,2 0-45,14-4 0,0 3 45,-15 8 0,0 2-45,14-6 0,-1 2 45,5 0 0,-4 3 0,-1 1 0,3-1 0,-13 3 0,6 0 0,-1 0 0,10-3 0,0 2 0,-5 0 0,3 0-30,-2 1 0,3 0 0,-7 0 30,8 0 0,-13 2 0,5 0 0,-4 1 45,-9 1 0,-1 1-90,9-2 0,-1 1 135,8 0-90,-15 2 0,9-1 0,-1 2 0,-9-1 0,2 1 0,-1-1 0,-2 0 0,15 1 0,-7-1 0,-1 1 0,-4 0 0,21 0 0,-12 1 0,-4 1 0,-5 0 0,0-1 0,18 2 0,-10-1 0,0 0-90,-19-1 90,9 1 0,6 1 0,-3 0 0,-3 0 0,4 2 0,-2 2 0,0-1 0,-4 0 0,-11-2 0,5-1 0,-2 1 0,18 4 0,-4-3 0,-1 1 0,-4-2-90,-13-1-90,2 0 90,-2 0-1079,6 3 629,-11-3-2428,7 3-270,-9-2 3238,0 3 0,-3-2 0,-1 1 0</inkml:trace>
  <inkml:trace contextRef="#ctx0" brushRef="#br1" timeOffset="609349">23993 5754 8522,'0'-10'810,"1"1"-630,-3 4-90,0-2-1,-1 2 1,0-2 90,-3-1 0,0-1-90,-3-2 0,1 2 0,2 2 90,-3 0-180,0 2 90,-3 0 0,-11 0-3367,9 4 3162,-7 2 205,4 5-90,4 0 0,-3 1 90,-6 7-90,7-4 0,-10 7 180,-6 10-180,14-11 0,-16 19 3276,21-22-2891,-16 28-205,8-7-45,4-6 0,1 0-45,-6 12 0,8-11 0,0 0 0,1 0-45,2-4 0,1-1-45,2 0 0,-1 2 90,4-8-90,-1 8 0,2-4 90,-1 10-90,3-1 0,6 16 0,4-11 45,3-8 0,2 0-45,9 3 0,10 3 180,8-10-180,-15-10 90,9 2 180,8-2-181,-10-5 136,5-2 0,2-3-135,-10-10 0,-2-2-45,4 0 0,-2-6 15,-5-9 0,-1-7 0,-4 1-60,-2 0 0,-1-2 30,2-7 0,1-6 0,-2 3-1669,-4-1 1,-1 2 1580,-1 3 1,0-1-259,-3-7 1,-4 2 315,-3 0-166,-1 11 0,-1-1 76,-8-7 0,-3 1-225,-1 12 0,-3 1-1259,-12-15 0,-2 5-65,8 19 1,0 4 1625,-25-3 0,14 19 1,3 1-1</inkml:trace>
  <inkml:trace contextRef="#ctx0" brushRef="#br1" timeOffset="652233">19898 2553 8072,'-3'-11'1709,"-1"0"-1169,2 1-270,2 0 719,15-1-809,-5 5 0,14-1 135,10 5 0,6 1-225,-3 0 0,1-1-135,11 1 0,0-1-1594,-5 0 1,-14-2 1490,-27 1 0,-9-2 1,-38 2-1</inkml:trace>
  <inkml:trace contextRef="#ctx0" brushRef="#br1" timeOffset="652652">19849 2517 9602,'-9'-2'89,"-7"-3"1,7 2 990,-18 14-810,15 6-90,-10 27-61,10-6 1,0 7 0,1-3-75,2-6 0,-1 2 9,0-3 0,-2 8 0,0 2 0,-1 0 0,3-5 6,-1 4 0,1-3 0,0 0 0,-2 5 0,1 0 0,1-3 210,1 12 0,5-11-90,10-21 89,15-12 1,10-6-210,5-3 0,6-5 0,2 1-263,0 1 1,4 0 0,0 1 0,-2-1-8,-7-1 1,-1 0 0,0 1-1,2 0 210,3 1 0,3 0 0,1 0 0,-4 1 0,-7 0 0,-1 0 0,-2 0 0,8 0 0,1 0 0,-1 0 0</inkml:trace>
  <inkml:trace contextRef="#ctx0" brushRef="#br1" timeOffset="653467">24101 2821 9422,'20'-6'449,"19"-7"271,-1 2-540,-13 3 0,3 0 89,11 0 1,6-1 0,-4 2-180,-7 1 0,0 0-1183,7-1 1,3-1 0,-7 1-931,1 1 3215,4-4-922,-21 5 924,3 9-1104,-19 22 0,-6 6-90,2-5 0,-2 2 30,-3 12 0,-3 7 0,0-1 0,0 0 0,1 0 0,0-2-30,1-7 0,1-3 0,-1 2 0,1 5 0,0 1 0,2-8 0,2-2 3273,0 12-3273,-2-30 90,-12 2 540,-1-15-630,-20-2 0,-8-1-45,7-1 0,-2 0 15,5 1 0,0-1 0,-4 1-280,-6-2 0,-5 1 1,2-1-1,5 1 85,3 0 1,0 0-596,-4-1 1,-8 0 0,2 0 0,10 1 448,-2-1 1,4 0 0,2 0 0,5-3 0</inkml:trace>
  <inkml:trace contextRef="#ctx0" brushRef="#br1" timeOffset="654049">20043 3040 10411,'19'15'2339,"18"-4"-2249,-14-7 0,4-2-570,10-1 0,6-3 0,-4 1 480,1-1 0,-1-1 0,-4 1 0,1 0 0,-4 0 0,17-2 0</inkml:trace>
  <inkml:trace contextRef="#ctx0" brushRef="#br1" timeOffset="654399">20987 3141 10591,'-13'-10'2698,"14"2"-2248,27 3-270,15 2-360,-7 1 0,5 1 0,-3 0 0,-9-1 1,1 0 179,5 1 0,7-1 0,-1 1 0,-7 0 0,-8 0 0,-1 0 0,22 0 0,1 0 0</inkml:trace>
  <inkml:trace contextRef="#ctx0" brushRef="#br1" timeOffset="654729">22285 3253 10231,'-11'-3'2879,"0"0"-2700,31 1-89,-8 1-180,23 1 0,2 0-315,-2 0 1,3 1 179,-9-1 0,3 0-868,15 1 1,8-1 0,-8 1 682,-15-1 0,-1 0 1,9 0-1,3 0 1,-4 0-1,-10 0 0,0 0 1</inkml:trace>
  <inkml:trace contextRef="#ctx0" brushRef="#br1" timeOffset="654983">23647 3343 10141,'-10'1'1619,"17"2"-1349,9 2-675,19 1 1,9 0 39,5-1 1,1-1 0,-15-1 0,0 0 0,0 0 0,-1-2 0,0 0 0,0 1 0</inkml:trace>
  <inkml:trace contextRef="#ctx0" brushRef="#br1" timeOffset="661866">20062 2665 6633,'-11'-3'2339,"3"0"-1530,1 1-449,-9 6 0,-9 16-270,-4 2 0,8 6 0,3 2-90,0 11 0,11-10 0,4 0-90,11 3 90,11-18 0,5-6 0,17-13 0,-15-1 0,0-4 0,-5-8 0,-3-5 0,-1-22-45,-15 3 0,-6-2 45,-1 15 0,-3 0-90,-6-6 0,-4 5-270,-8 13-1978,-4 24 2338,15 4 0,-1 11 0,13-4 0</inkml:trace>
  <inkml:trace contextRef="#ctx0" brushRef="#br1" timeOffset="662179">20279 2855 8612,'8'-11'1979,"0"2"-1979,-4 1 0,4 5 0,-1 1 0</inkml:trace>
  <inkml:trace contextRef="#ctx0" brushRef="#br1" timeOffset="664152">20526 2682 8162,'-9'-7'270,"1"1"-270,1 5 90,-5 1 90,-14 5 0,-5 19-180,6-5 0,8 10 0,28-2 0,-5-13 0,23 22 0,-16-22 0,20 18 0,-17-15-90,9 19 90,-14-19-90,-5 19 90,-17-21 0,0 4 0,-12-9 0,8-17 0,3-2 0,12-18 0,8 8 0,7-8 0,1 0 90,-3 5-45,4-9 0,-2-2 45,-10 7-90,2-11 0,-13 16 0,0 10 0,-2 3-540,-7 0 0,7 4 540,-7-1 0,8 6 0,0 0 0</inkml:trace>
  <inkml:trace contextRef="#ctx0" brushRef="#br1" timeOffset="664770">20766 2700 7713,'3'-11'1079,"-2"3"-809,-15 2-180,2 7 0,-13 8 0,12 0-180,-8 14 90,14-8-90,-4 5-270,11 3 180,5-12 0,8 7 180,-3-14-90,14-5 90,-12-7 0,6-4 90,-10-3 0,-4 4 90,-1-4 0,-3 3-90,-7 17 0,-1 19-90,0-1 0,1 3-279,-2 8 1,0 2 188,-1-3 0,-1-1 45,-3-1 0,-2-1-391,-2-6 0,-2-4-553,-10 4 989,1-12 0,17-11 0,2-2 0</inkml:trace>
  <inkml:trace contextRef="#ctx0" brushRef="#br1" timeOffset="666252">21256 2726 7892,'-10'1'810,"0"0"-720,0 1 90,-6 5-90,4-2 0,-12 19 0,12 14-90,-1 8 0,11 3-45,9-24 0,3-3 45,8 3-90,20 5 90,-16-24-45,11-6 0,3-6 0,-12-3 0,-1-3 45,14-5 0,-3-2 45,-12 1 0,-6-3-45,-8-9 0,-7-1 0,-12-13 45,-4 13 0,-4 2-225,-19-1-540,-7 11 720,9 21 0,8 10 0,5 5 0</inkml:trace>
  <inkml:trace contextRef="#ctx0" brushRef="#br1" timeOffset="667162">22686 2848 8162,'-5'-16'990,"-1"3"-630,-14 7-181,-2 14-179,0 1 180,-6 31-225,24-8 0,5 3-45,3 0 1,5 0 44,4 1 0,4-5 45,20 0-90,1-27 90,-19-5 90,17-9 89,0-13-179,-5 4 135,-9-7 0,-4-1-135,-6 4 90,-11-17 0,-9-1-225,-11 25 0,-3 2-90,-2-12 1,-2 6 224,-13 23 0,1 10 0,3 10 0,13-2 0,-1-1 0</inkml:trace>
  <inkml:trace contextRef="#ctx0" brushRef="#br1" timeOffset="668449">23526 2876 7623,'-8'-4'629,"-1"1"-539,-5 6 0,2 2-90,-5 6 90,-1 7 0,-1 16-90,6-10 0,3 16 0,11-22 90,11 14-90,2-14 0,19 6 0,-12-15 45,9-4 0,2-3 135,7-8-90,-6 2 0,-2-6 179,-9-12 1,-7-7 45,-11-4 0,-4-1-225,1 3 0,-5 1 0,-13-2 0,-7 7-900,-20 15 810,-1 14 0,9 8 0,16 9 0</inkml:trace>
  <inkml:trace contextRef="#ctx0" brushRef="#br1" timeOffset="668812">23788 3048 8342,'11'0'2249,"-2"0"-1709,-3 0-540,-1 3-900,-3 1 900,-1 1 0,-1-2 0,0 0 0</inkml:trace>
  <inkml:trace contextRef="#ctx0" brushRef="#br1" timeOffset="672879">23944 2944 8522,'2'-11'1799,"-1"1"-899,1 5-810,1 8-1,-1-1 1,1 8 180,-2 8 0,1 21-270,-1-10-225,1 4 0,0 0-1124,2 4 989,-1 3 360,6-10 0,-5-25 0,5 4 0</inkml:trace>
  <inkml:trace contextRef="#ctx0" brushRef="#br1" timeOffset="673115">24183 2993 8702,'8'-14'540,"1"8"-270,-7 18-180,1 0-46,-5 13 1,-1 2-494,2 4-316,0-3 1,0 1 764,5 7 0,2-3 0,4-2 0</inkml:trace>
  <inkml:trace contextRef="#ctx0" brushRef="#br1" timeOffset="677516">24878 6303 6813,'-8'-4'450,"-1"3"90,-16 6-1,-7 2-359,0 1 180,3 0 0,1 0-270,7-1 89,-8 4 1,-4 4 45,6 2 0,0 1-135,-1 0 0,-1 1 0,-7 8 0,-2 3 45,1 1 0,0 2-45,5-4 0,-2 2 0,1 1-60,-2 2 0,1 1 0,-1 0-8,9-8 1,-2 1-1,2-1 1,1-1-23,1 1 0,1-1 0,2-2 0,-6 4 0,1 0 45,-2 4 0,2-2-45,-2 3 0,-1 4 0,2 1 0,6-4 0,6-7 0,1 2 0,4-4 0,2-1 89,-5 18-89,6-14 0,1-1 0,2 1-45,0 0 1,1 1 44,2 5 0,2-4 0,1 1 0,5 5 0,10 11 0,1-16-45,2-6 0,2-2 45,8 3 0,-1-7 0,2-1-45,-6-8 0,0-2 45,1 0 0,0 0 0,16 3 0,-17-5 0,0-1 0,8 1 0,15-1 0,-6-1 45,-5-3 0,-1-2-45,5-1 45,-4-2 0,3-1 44,-9-1 1,-1-1 0,5-2 0,0 0-45,-5 0 0,1 0 90,2-2 0,-3-1-45,9-3 135,0-4 0,0 0-135,1-3 0,-9 4 0,-1 0 90,8-8-1,-12 7 1,0-1-180,8-5 225,-1-3 0,-3 1-225,-12 9 180,13-18 0,0-2-3344,-14 14 3209,2-2 0,0-1-823,-1-5 868,3-4-1133,-2 3 0,-1-2 1133,4-5-60,-7 10 0,1-5 0,-1 1 15,-1-8 0,-1 1 0,4-3 0,-1 1-45,-4 3 0,-9 27 328</inkml:trace>
  <inkml:trace contextRef="#ctx0" brushRef="#br1" timeOffset="677516">25399 6621 10764,'-2'-7'0,"-9"-21"0,-8-5 0,-6 5 0,-3 0 0,-4 0-30,7 8 0,-5-3 0,3 4 497,-15-4-602,14 9 0,-1 2-675,-17 0-629,-1 6 810,8 3 629,5 7 0,1 3 0,-2 3 0,6-1 0,-1 0 0</inkml:trace>
  <inkml:trace contextRef="#ctx0" brushRef="#br1" timeOffset="686413">24770 7007 9242,'0'-9'269,"-1"3"1,2 4 0</inkml:trace>
  <inkml:trace contextRef="#ctx0" brushRef="#br1" timeOffset="690552">24546 7444 8432,'0'0'0</inkml:trace>
  <inkml:trace contextRef="#ctx0" brushRef="#br1" timeOffset="691091">24614 8819 8432,'6'9'-405,"-1"-2"0,-4 2 1,-1-1-1</inkml:trace>
  <inkml:trace contextRef="#ctx0" brushRef="#br1" timeOffset="691254">24608 9205 6993,'13'29'0,"-1"-3"0</inkml:trace>
  <inkml:trace contextRef="#ctx0" brushRef="#br1" timeOffset="715216">23499 3217 6183,'-9'-5'630,"0"2"-270,0 0 90,-3 0-270,2 1 269,-5 0 91,7 2-450,17 5 90,23 2-120,3-3 0,9 1 0,-2 0-15,6 0 0,2-1-102,-10-1 0,5 0 0,0-1 0,-6 1 57,0-1 0,-2 1-30,2-1 0,1 0 0,-3-1-150,-8 1 1,-1 0 44,2-1 0,-1 0 135,8 0 0,-30-1 0,2 0 0</inkml:trace>
  <inkml:trace contextRef="#ctx0" brushRef="#br1" timeOffset="720102">25097 7889 8342,'-8'-8'-1799,"1"2"1799,1 6 0,2 0 0,1 2 0</inkml:trace>
  <inkml:trace contextRef="#ctx0" brushRef="#br1" timeOffset="720736">24226 7311 7533,'-2'8'-450,"1"1"0,2-3 450,1 0 0,0 0 0,1 0 0</inkml:trace>
  <inkml:trace contextRef="#ctx0" brushRef="#br1" timeOffset="720966">24352 7473 8252,'3'-11'1350,"4"-6"-901,-2 7-359,13-12-3238,6 10 3148,-3-2 0,4 8 0,-11 3 0</inkml:trace>
  <inkml:trace contextRef="#ctx0" brushRef="#br1" timeOffset="721179">24979 7094 9062,'10'-11'719,"-3"2"-988,-3 0 269,-2 3 0,0 1 0,-1 3 0</inkml:trace>
  <inkml:trace contextRef="#ctx0" brushRef="#br1" timeOffset="721350">25053 6823 8252,'-3'-22'-1529,"1"-2"709,-2 8 1,-2-1 0,-1 2 0</inkml:trace>
  <inkml:trace contextRef="#ctx0" brushRef="#br1" timeOffset="721550">24866 6580 7173,'-10'-3'-360,"0"1"360,-1 5 0,1 2 0,-4 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6:50:22.450"/>
    </inkml:context>
    <inkml:brush xml:id="br0">
      <inkml:brushProperty name="width" value="0.09071" units="cm"/>
      <inkml:brushProperty name="height" value="0.09071" units="cm"/>
      <inkml:brushProperty name="color" value="#C00000"/>
    </inkml:brush>
    <inkml:brush xml:id="br1">
      <inkml:brushProperty name="width" value="0.12095" units="cm"/>
      <inkml:brushProperty name="height" value="0.12095" units="cm"/>
      <inkml:brushProperty name="color" value="#C00000"/>
    </inkml:brush>
  </inkml:definitions>
  <inkml:trace contextRef="#ctx0" brushRef="#br0">10497 1958 6723,'-29'-7'1709,"-4"1"-1259,-4 2-90,12 3 0,-1 3 899,-20 5-450,6 0-359,9 2 360,77 0-631,-3-6 1,9-1-836,-15 0 1,6 1-1,3 0 1,0-1 0,-1 0 532,-2 0 0,-1-1 0,0 1 0,2-1 1,2 1 134,-2-1 1,2 1 0,1-1 0,2 1 0,-1-1 0,0 1 0,-2-1-42,5 1 1,-1 0 0,-1 0 0,0-1 0,0 1 0,-2 0 28,1-1 0,-2 1 0,0-1 0,0 0 0,3 1 0,-6-1 0,4 1 0,1 0 0,0-1 0,-3 1 0,-4-1 0,-6 0-90,16 0 0,-5 0-226,-7 0 0,4 1 0,-3 0 0,-10-2 316,-3-1 0,-23 0 0,-2 1 0</inkml:trace>
  <inkml:trace contextRef="#ctx0" brushRef="#br0" timeOffset="7647">4294 6589 7533,'25'-3'719,"1"1"1,2 0-540,15 1-55,-7 1 1,13 1 0,6 2 0,0-1 0,-5 0-946,-7 1 1,-3 0 0,2 0 0,7 0 643,-11 0 0,3 0 0,3 1 1,3-1-1,2 1 0,2 0 1,1 0-1,1 0 0,-1 0 0,0 0 1,-1-1 195,-4 1 1,0-1 0,0 0 0,1 0-1,0 0 1,1 0 0,0 0 0,-1-1 0,1 1-1,0 0 1,0 0 0,0 0 0,0 0-91,0 0 1,-1 0 0,0 0 0,0 0 0,-1 0 0,1 0 0,0 0 0,1 0 0,1 0 0,0 0 0,2-1 0,2 1 0,1 0 81,-12-1 0,2 0 0,2 0 1,1 0-1,2 0 0,0-1 1,1 1-1,1 0 0,0 0 0,0 0 1,1 0-1,-1-1 0,0 1 1,0 0-1,-1-1 0,-1 1 1,-1 0-1,-1-1 0,-2 1 0,-1-1 1,-2 0-1,-1 1-36,12 0 0,-2-1 1,-3 1-1,-3-1 1,0 0-1,-1 1 1,0-1-1,0 0 0,2 1 1,2-1-1,3 1 29,-7-1 0,2 1 1,2-1-1,1 1 0,2 0 1,1-1-1,0 1 0,0 0 1,0-1-1,-1 1 0,0 0 1,-2-1-1,-2 1 0,-3 0 1,-1 0-1,-4-1 0,-3 1-54,16 0 0,-8 1 0,-4 0 0,-1-1 0,2 1 0,6 0 76,-7-1 0,5 1 0,2 0 0,1 0 0,1 0 0,0 0 0,-3 0 0,-2 0 0,-4-1 0,-5 1-27,7 0 0,-8-1 0,-1 1 0,6 0 15,5 0 0,6 0 0,3 1 0,-1-1 0,-4 1 0,-6-2 45,-1 1 0,-5-1 0,-3 0-15,9 1 0,-1 0-15,-6 0 0,3-1 0,-9 0 1296,-3 0-1281,2-1 0,0-1 45,0 1 1714,13-2-3603,-11 1 2540,-10-3 1,-11 2 0,-8 0 0</inkml:trace>
  <inkml:trace contextRef="#ctx0" brushRef="#br0" timeOffset="8633">4437 7655 9242,'-11'-2'899,"-3"-1"-449,21-1 90,21-1-1633,3 2 1,8 0 0,1 0 1067,-2 0 0,0 0 0,9 1 96,-12 0 1,4 1 0,5-1 0,3 1 0,2-1 0,1 1 0,0-1 0,-1 1 0,-3 0 0,-3 0-277,9 0 0,-4 0 0,-2 0 1,1 0-1,2 1 0,6-1 227,-12 0 1,5 1-1,2-1 1,2 1-1,2-1 1,0 1-1,1-1 1,-2 1-1,-1-1 1,-3 1 0,-2 0-1,-5-1-134,8 1 1,-6 1-1,-3-1 1,0 0-1,4 1 1,5-1 145,-8 1 1,3 0-1,4-1 1,2 1 0,3 0-1,0 0 1,1 0-1,-1 1 1,-1-1 0,-1 0-1,-4 0 1,-2 0 0,-5 0-20,9 0 0,-6 0 0,-3 0 0,0 1 0,2-1 0,6 0-1,-9 0 1,5 0 0,3 1 0,2-1 0,1 1 0,1-1 0,-1 0 0,-2 1 0,-1-1 0,-5 1 0,-3-1 0,-6 0-15,20 1 0,-11 0 0,3 0 45,3 0 0,3 1 0,-2-1 0,-11 0 45,6 0 0,4 2 0,-4-1 0,-15 0 901,1 0 0,-1 0-991,-8-1-90,15 2 90,-28-4 1211,4 3-1211,-17 1 0,-2 0 0,-13 2 0</inkml:trace>
  <inkml:trace contextRef="#ctx0" brushRef="#br0" timeOffset="22837">5307 9570 8072,'24'-11'180,"6"1"-90,1 6 0,9 0 0,4 0-36,-7 1 0,4 1 0,1 0 0,0-1 0,-2 1-874,0-1 1,-2 0 0,2 0 0,5 0 797,-6 1 1,4 1 0,4-1 0,2 0 0,1 0 0,0 1 0,-2-1 0,-4 1 0,-4 0 21,12-1 0,-6 1 0,0 1 0,4-1 12,-10 0 1,3-1 0,1 1 0,2 0 0,0 0 0,0 0 0,-1 0-1,1 0 1,2 1 0,1 0 0,-1-1 0,-2 1 0,-4 0 0,-4 0-13,6-1 0,-6 1 0,8 0 11,-8 0 0,6 0 0,4 0 1,3 0-1,1 0 0,-1 1 0,-3-1 1,-4 1 24,7 0 0,-2 0 0,-3 0 0,0 0 0,0 0-442,0 0 0,-2 0 0,1 0 0,0 0 0,1 0 406,-2 0 0,3 0 0,0 0 0,-2 0 0,-4 0 0,-7 0 508,0 0 1,-1-1-491,6 0 0,7 0 0,5 0 0,0 0 0,-6-1-18,-4 1 0,-3-1 0,0 0 0,1 0-47,4 0 0,1 1 1,1-1-1,1 0 47,-3 0 0,2-1 0,1 0 0,-3 1 0,-5-1 0,0 1 0,-5 0 0,3 0 22,8-1 1,4 0 0,1 0-1,-2 0-45,-2 1 1,0-1 0,-2 1-1,-3 0 481,-5 0 0,-3 0 1,3 0-459,3 0 0,6 0 0,0 1 0,-2-1 0,-8 0 0,-4 0 0,1 0 536,4 0 0,9 0 1,3 0-1,1 0 0,-5-1-536,0 1 0,-3 0 0,1-1 0,0 1-18,-2 0 0,0-1 0,1 1 0,2 0 0,1-1-27,2 1 0,3-1 0,1 0 0,0 0 0,0 1 1,-3-1-584,-1 1 0,-1-1 0,-1 1 0,0 0 1,1 0 609,3-1 0,0 0 0,1 1 0,1-1 0,2 0-8,-6 0 0,2 1 0,1-1 1,1 0-1,-2 0 0,-2 1 1,-4-1-364,5 0 1,-6 0 0,1 0 0,3 0 373,-2 1 0,5-1 0,1 0 0,-1 1 0,-2-1 0,-7 0 15,2 1 0,-5-1 0,3 0 0,3 1 0,3 0 0,1-1 0,0 1-23,-5-1 1,0 1 0,1-1-1,5 0 34,-6 1 0,3-1 1,4 1-1,1-1 0,1 0 1,1 0-1,0 0 0,-1 0-163,-4 1 0,1-1 0,0 1 1,0-1-1,0 0 0,1 1 0,-1-1 1,0 0-1,0 1 162,0-1 0,-1 1 0,0-1 0,1 0 0,-1 1 0,0-1 0,-1 1 0,1-1 0,-1 1 23,3 0 1,2-1 0,0 1 0,0-1-1,-2 1 1,-2 0 0,-3 0 0,-5 0-100,18-1 0,-8 1 0,-2 0-54,-4 0 0,-1 0 0,-8 0-640,1-1 760,-21 1 0,-5 1 0,-4 0 0</inkml:trace>
  <inkml:trace contextRef="#ctx0" brushRef="#br1" timeOffset="34554">5377 10423 13303,'-8'-4'259,"1"0"99,1 2-337,12-1 1286,0 1 110,42-3-1117,-20 4 1,2-1-210,3 0 0,4 0-1086,-3 1 1,2 1 0,-2 0 1213,2 0 1,3 1-159,-5 0 0,7 1 1,2-1-1,0 1 1,-4-1-45,4 1 0,-3 0 1,5-1-196,-3 1 1,4 0 0,3-1 0,1 1 0,-1-1-203,-5 1 1,0-1 0,2 0 0,-1 0 0,-1 0 0,-1 0 145,3 0 1,-2 0 0,0 0-1,0 0 1,2 0 71,0 0 1,3 1 0,0-1 0,0 1 0,-3-1 0,-4 1-95,-1-1 0,-4 0 0,-1 0 0,1 1 71,6 0 0,1 0 0,-1 0 1,-3 0-427,-2 0 0,-3-1 0,2 1 405,10 0 1,1 0 0,-2 0 61,-11-1 1,-2-1-1,4 1 34,-1 0 1,5 0-1,2 0 1,-1 1-1,-4-1 51,6 0 1,-4 1 0,4-1 370,-4 1 1,4 0-1,1 0 1,-1 0-1,-4 0-370,4 1 1,-5 0-1,5 0 41,-4 0 1,3 0 0,1 0 0,0 0 0,-2-1 8,-1 1 0,-2-1 1,0 0-1,2 0 1,0 1 1,4-1 0,-1 0 0,-2 0 0,-6 0-10,9-1 1,-1 1 15,-8-2 0,5 1 0,0 0 0,-2 0 0,2 0 0,-2 1 0,1-1 0,4 0 0,0 0 0,1 1 0,0 0 0,0 0 0,-3 0 45,-1-1 0,1 1-565,5-1 1,4-1 0,-3 1 519,-4-1 0,1 0 199,-3 0 0,5-1 1,1 0-1,-3 0-169,0 1 0,-3 0 0,2 0-30,-7 0 0,1-1 0,1 1 0,2 0 0,-1 0 0,2 1 0,1-1 0,0 1 0,-2-1 0,5 2 0,-1-1 0,0 1 0,3 0-57,-7-1 1,3 0 0,2 1 0,-1-1-1,0 1 1,-3-1 56,8 1 0,-2 0 0,-1 0 0,2 0 0,-5 0 0,0-1 0,1 1 0,-1 0 0,-3-1 0,10 1 0,-4-1 0,1 1 0,-1-1 0,0 0 0,4 0 0,-11 0 0,3-1 0,2 1 0,-1-1 0,-1 0 63,4 1 1,-2-1-1,1 0 1,3 1-64,-7-1 0,1 0 0,2 0 0,0 0 0,0 0 0,0 0-15,-1 0 0,1-1 0,-1 1 0,0 0 0,-2-1 0,-2 1 37,3 0 1,-3 0-1,-1 0 1,1-1-46,5 0 1,2 0-1,-3 0 1,-6 0 148,-2 0 0,-2 0-156,2 0 0,2 0 0,0 0 30,7 0 0,1 0 30,-5 0 0,3 1 0,-4-1-30,-4 0 0,1 1-30,11-2 0,6-1 0,-8 1 75,-19 1 0,0-1 144,11 0 1,5 0 0,-5 0-1314,-8 0 0,-3 0 1124,21-2 0,-21 2 0,-22 1 0</inkml:trace>
  <inkml:trace contextRef="#ctx0" brushRef="#br1" timeOffset="46248">5053 11413 16258,'3'-3'3276,"-3"1"-2848,15-4 299,-8 3 230,3-1-254,4 0-469,3 0-148,8 3 0,8 0 10,8 1 1,6 0-1,9-1-461,-17 1 1,6-1 0,3-1 0,4 1 0,2-1 0,-1 1 0,-1-1 0,-2 1 0,-4 0 350,4 0 1,-6 0-1,-1 1 1,1-1-1,4 0 1,9 0-127,-21 0 1,5 0 0,3 0 0,3-1-1,2 1 1,3-1 0,1 1 0,1-1-1,1 0 1,0 1 0,0-1 0,-1 0-1,0 0 1,-3 1 0,-1-1 0,-2 1-1,-3-1 1,-4 1 0,-3 0 16,13-1 0,-7 1 0,-5-1 0,-1 1 1,2 0-1,6 0 0,9-1 45,-22 1 1,3 0 0,3 0 0,2-1 0,3 1 0,2 0 0,1-1 0,3 1 0,1-1 0,1 0 0,1 1 0,1-1 0,1 1 0,0-1 0,0 0 0,1 1 0,-1-1 0,-1 0 0,0 1 0,0-1 0,-2 1 0,-2-1 0,0 1 0,-3 0 0,-1-1 0,-3 1 0,-2 0 0,-2 0 2,17 0 1,-4 0 0,-4 0 0,-3 0 0,-1 0 0,-1 1 0,0-1 0,2 0 0,1 0 0,4 1 0,4-1 48,-14 0 0,3 0 1,1 0-1,2 0 1,1 0-1,1-1 0,1 1 1,1 0-1,1 0 1,0-1-1,0 1 0,0 0 1,1 0-1,-1 0 1,-1-1-1,0 1 0,0 0 1,-2 1-1,-1-1 1,-1 0-1,-2 1 0,-1-1-60,11 1 1,-2 0 0,-2-1 0,0 2 0,-2-1 0,0 0 0,-2 0 0,1 1 0,-1-1 0,1 1 0,0-1 0,0 0 0,1 1 58,0-1 1,0 1 0,0-1 0,-1 1-1,1-1 1,0 1 0,-1-1 0,1 1-1,0 0 1,1-1 0,0 1 0,0 0 0,0 0-20,-2-1 1,1 1 0,0 0 0,0 0 0,1 0 0,1-1 0,-1 1 0,0 0 0,0 0 0,0 0 0,-1 0 0,-1 0 0,0 0 0,-1 0 0,-1 0 34,5 0 0,-1 0 1,0 0-1,-2 0 1,0 0-1,-1 0 0,0 1 1,1-1-1,-1 0 1,1 0-1,0 1 6,2-1 1,1 0 0,1 1-1,0 0 1,-1-1 0,1 1 0,-1-1-1,-1 1 1,-1 0 0,-1-1 0,-2 1 2,5-1 0,-2 1 0,-1-1 0,-1 0 1,-1 1-1,0-1 0,-2 0 0,1 1 23,1-1 0,0 1 0,-1-1 0,-1 1 0,-1 0 0,0-1 0,-2 0 9,7 1 0,-1-1 0,-1 0 1,-2 0-1,-4 0 257,7 0 1,-5 0 0,-3 0-224,-4 0 0,0-1 58,5 1 1,4-1-1,-6 0-153,6 0 17,5-1 1558,-1 0-1770,-22 0 1511,11 1-1264,-28 0 0,-16-3 0,-15-1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6:51:52.588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9071" units="cm"/>
      <inkml:brushProperty name="height" value="0.09071" units="cm"/>
      <inkml:brushProperty name="color" value="#C00000"/>
    </inkml:brush>
    <inkml:brush xml:id="br2">
      <inkml:brushProperty name="width" value="0.12095" units="cm"/>
      <inkml:brushProperty name="height" value="0.12095" units="cm"/>
      <inkml:brushProperty name="color" value="#C00000"/>
    </inkml:brush>
  </inkml:definitions>
  <inkml:trace contextRef="#ctx0" brushRef="#br0">2033 3595 24575,'27'0'0,"0"0"0,16 0 0,7 0 0,-8 0 0,3 0 0,4 0 0,1 0-547,-11 0 1,2 0 0,1 0 0,1 0 0,0 0 0,1 0-1,4 0 1,0 0 0,1 0 0,1 0 0,1 0 0,0 0 102,-3 0 0,2 0 1,0 0-1,0 0 1,0 0-1,0 0 1,-1 0 443,-2 0 0,-1 0 0,0 0 0,0 0 0,-1 0 0,1 0 0,0 0 0,0 0 0,0 0 0,0 0 0,0 0 0,1 0 0,-1 1 0,1-1 0,1 0 0,1 1 0,-1-1 0,1 0 0,0 1 0,-1-1 0,0 1 0,-4-1 0,1 0 0,-1 1 0,0-1 0,0 1 0,0-1 0,0 1-115,2-1 1,0 0 0,0 1 0,1-1 0,-1 1 0,1-1 0,-1 0 114,1 1 0,0-1 0,0 0 0,1 1 0,-1-1 0,-1 0 0,1 0 0,-4-1 0,1 1 0,-1-1 0,0 0 0,0 0 0,0 0 0,-1-1 0,8 0 0,0 0 0,0 0 0,0-1 0,-1 0 0,0 0-213,-4 0 1,0 0-1,-1 0 1,0-1-1,-1 0 1,-1 0 212,1 0 0,0-1 0,-1-1 0,-1 1 0,-1 0 353,6 0 0,-2-1 1,-1 1-1,-1-1-353,7 0 0,-2 0 0,-1 0 0,-7 1 0,-1-1 0,-1 1 1539,11-2 0,-3 0-1539,-8 2 0,-4 0 1638,-7 1 0,-2 0-1388,11-1 2195,-12 1-2445,-9 3 1271,-3-1-1271,-5 4-820,-5 4 1,-1-4 0,-3 4 0</inkml:trace>
  <inkml:trace contextRef="#ctx0" brushRef="#br1" timeOffset="13145">16355 2742 6633,'-3'-13'720,"0"1"89,-9-12-449,2 7 270,-16-14-180,-4 12-271,2 8 1,-6 6-916,-3 8 1,-7 6-1,-1 3 1,4-2 765,3 0 0,2 0 0,-2 2-8,-4 1 1,-3 2-1,-2 3 1,1 6-122,8 4 1,-1 5 0,1 5-1,0 0 1,3-2 0,4-4 98,-4 1 0,5-3 0,-2 7 0,6-4 0,-3 5 0,-2 4 0,-1 3 0,1 1 0,4-1 0,4-2 0,8-4-23,5 9 1,8-4-1,4-1 1,-1 3 22,-5-3 0,-1 2 0,1 0 0,4 0 0,6 0-30,6-4 0,6 0 0,4 1 0,2-2 0,-1-3 0,-3-5 30,3 3 0,-1-5 0,3 0 0,3 4 0,4 2 0,2-2 0,3-5 0,6-5 0,4-6 0,1-2 0,-3-2 30,1 0 0,-2-2 0,7-1-140,-15-5 1,5 2-1,2-1 1,3-1-1,1-1 1,1-1 0,-2-4-1,0-2 132,-1-5 1,1-2-1,0-3 1,0-2-1,-1-3 1,1 0 0,0-2-1,0-1-13,-5 2 0,1-2 0,0-2 0,1-1 0,-1-1 0,0-1 0,-1 0 0,0 0 0,-1 1 0,-1-1-9,0 1 0,0 0 0,0 1 0,-1-1 0,0 0 0,-2-2 0,-1 0 0,-2-2 0,-1-2 22,1-6 1,-1-3-1,-1-2 1,-2-1-1,-2 0 1,-3 0-1,-2 1 1,-5 2-5,-1-5 0,-5 1 0,-4 1 0,-2 1 0,1-1 0,2 2 0,0 0 0,-2 1 0,-4-1 0,-7 0-18,-9-3 0,-8-1 0,-5-1 0,-3 2 0,-1 3 0,2 6-416,-2 2 0,1 6 0,-2 2 0,-6-1 390,2 3 0,-5-2 1,-3 0-1,-1 1 1,-2 2-1,2 3 0,3 5-100,-5 3 0,1 6 0,1 3 1,0 1-1,0-1 304,2 0 0,0-1 0,0 1 1,1 3-1,-1 3-178,-2 5 0,-1 4 0,0 2 0,4 0 0,6-1 0,-8 7 0,5 1 0,6 1 0,-1-1 0,1 1 0</inkml:trace>
  <inkml:trace contextRef="#ctx0" brushRef="#br1" timeOffset="14045">16922 2145 8882,'3'-15'1619,"-2"4"-1079,-1 0-540,0 4 0,0 3 0,-1 0 0</inkml:trace>
  <inkml:trace contextRef="#ctx0" brushRef="#br2" timeOffset="15210">17459 3002 11255,'0'0'0</inkml:trace>
  <inkml:trace contextRef="#ctx0" brushRef="#br1" timeOffset="21828">16810 2140 6453,'3'-7'1260,"0"0"-721,-1 2-89,1 0-270,-2 19-90,-1 2-45,-3 11 0,-3 4 0,1-5 0,-1 3-1116,-3 6 0,-1 6 1,0-3 1070,-1 2 0,-2 1-57,3-5 0,-2 5 0,1-1 1,0-4 11,-4 8 0,1-3 45,3-7 0,1 1 0,-1-2-180,0 0 0,1-4-2373,-1 6 2553,1-5 0,6-18 0,3-11 0</inkml:trace>
  <inkml:trace contextRef="#ctx0" brushRef="#br1" timeOffset="22279">16490 2889 8522,'12'36'450,"3"11"-450,-10-31 90,10 20-90,0-18 90,8 1 40,6-14 22,14-19-56,-9-2-280,4-11 0,0-3-1271,-4 1 1469,-3 3 0,-3 1 0,-8 4 0,-3 2 0</inkml:trace>
  <inkml:trace contextRef="#ctx0" brushRef="#br1" timeOffset="26031">5182 6629 8972,'29'5'1079,"19"-1"-1079,-7 1 90,0-3 0,10-1 0,-6 1-335,-12-1 0,1 0 267,3 0 1,6 0-1,4 0 1,0 0 19,-3 0 0,2 0 0,1 0 0,-1 0 0,-3 0-42,-1 0 0,-2 0 0,0-1 0,4 1-467,-6 0 0,3-1 0,2 1 0,1 0 0,2 0 0,0 0 0,0 0 489,1 0 0,1 0 1,0 0-1,1 0 1,1 0-1,1 0 1,1 0-1,0 0-241,-5 0 0,0 0 1,1-1-1,0 1 1,1 0-1,0-1 1,2 1-1,1 0 1,0-1-1,3 1 225,-10 0 0,2 0 0,1 0 0,1 0 0,1-1 0,1 1 0,0 0 0,1 0 0,-1 0 0,1 0 0,-1 0 0,0 0 0,0 0 0,-2 0 0,0 0-90,0 0 0,-1 0 1,1 1-1,-1-1 0,1 0 1,-1 0-1,-1 0 0,1 0 1,-1 1-1,-1-1 0,0 0 1,0 0-1,-2 0 0,1 0 84,7 0 0,-2 0 0,-1 0 0,-1 0 0,0 0 0,0 0 0,0 0 0,2 0 0,2 1 0,2 0-53,-11-1 1,2 1 0,1 0 0,2 0 0,0 0 0,1 0 0,0 0 0,1 1 0,-1-1-1,1 1 1,0-1 0,-1 1 0,0-1 0,-1 1 0,0-1 0,-2 0 65,4 1 1,0 0 0,-1-1 0,0 1 0,-1 0 0,0 0 0,-1-1-1,1 1 1,0 0 0,0 0 0,1-1 0,0 1 0,1 0 14,-3-1 0,0 1 0,0-1 0,0 1 0,1-1 0,0 1 1,0-1-1,0 1 0,1-1 0,-1 1 0,1-1 0,1 1 1,-1-1-1,1 1 0,0 0-23,-2 0 0,1-1 0,1 1 1,0 0-1,1 0 0,0 0 1,1 0-1,-1 0 0,0 0 1,0 0-1,0 0 0,-1 0 1,-1 0-1,-1 0 0,0 0 0,-2 0 1,-1-1-6,5 1 0,-1 0 0,-1-1 0,-1 1 0,-1-1 0,-1 1 0,0-1 0,0 0 0,-1 1 0,1-1 0,-1 0 0,1 1 0,2-1 0,0 1 0,-1 0 0,0-1 0,0 1 0,0-1 0,0 1 0,0-1 0,-1 1 0,1-1 0,0 1 0,1-1 0,2 1 0,2 0 0,0-1 0,-1 1 0,0-1 0,-2 1 0,-3-1 0,-3 0 0,-4 0 0,-4-1 351,13 2 0,-10-1 0,7 0-351,0 0 0,7 0 0,3 0 0,0-1 0,-3 1 0,-9-1 0,-3 1 0,-6-1 0,3 0 71,2-1 1,5 0 0,1 1 0,-3-1 0,-6 0-27,3 0 0,-5 0 0,14-1 0,-7 0 1656,-19 0-1701,16 2-90,-23-1 458,20 2 0,-28-2 0,6 2 0</inkml:trace>
  <inkml:trace contextRef="#ctx0" brushRef="#br2" timeOffset="29560">5466 10120 7702,'-15'-6'649,"3"1"-360,-3-1 381,3 0-356,36 1-183,10 4 1,12 1 0,6 0 0,-2 1-357,-7-2 1,-1 1-1,2 0 1,5 0 239,-7 0 1,4 0-1,3 1 1,1-1 0,2 1-1,0-1 1,-1 1 0,-1-1-327,-4 0 0,-2 0 0,0 0 1,-1 0-1,2 1 0,2-1 0,3 0 1,4 0 315,-15 1 0,3-1 1,2 1-1,1-1 0,3 1 1,0-1-1,2 1 0,0-1 1,1 1-1,1 0 0,-1-1 1,0 1-1,0-1 0,-1 1 1,-1 0-1,-1-1 0,-2 1 1,-2-1-197,9 1 1,-2-1 0,-2 1-1,-2 0 1,0-1 0,0 1-1,0-1 1,1 1 0,0-1-1,3 1 1,2-1 0,3 1 193,-13-1 0,2 1 0,1 0 0,1-1 0,2 1 0,1-1 0,0 1 0,2 0 0,0-1 0,0 1 0,1 0 0,0-1 0,-1 1 0,1 0 1,-1-1-1,0 1 0,-1 0 0,0-1 0,-1 1 0,-2-1 0,-1 1 0,-1-1-105,6 1 1,-1-1 0,-1 1 0,-1-1 0,0 0 0,0 1 0,-1-1 0,-1 1 0,0-1 0,0 0 0,-1 0 0,0 1 0,-1-1 0,1 0 0,-1 1 0,0-1 90,4 0 0,-1 1 0,-2-1 0,0 0 1,-1 1-1,0-1 0,1 0 0,-1 1 0,1-1 1,2 0-1,0 1 0,2-1 0,2 0-30,-8 0 1,3 0 0,2 0 0,2 0 0,1 0 0,1 0 0,1 0 0,0 0 0,0 0 0,1 0 0,-1 0 0,-1 0 0,-1 0-1,-2 0 1,-1 0 0,-2 0 0,-2 0 0,-3 0 0,-3-1 0,-4 1 48,20 0 0,-10 0 0,-5 0 0,0 0 0,4-1 0,9 1 17,-15-1 1,4 1-1,4 0 1,2-1-1,3 1 1,1 0 0,2-1-1,1 1 1,0-1-1,0 1 1,0-1-1,-2 0 1,-1 1 0,-3-1-1,-2 0 1,-4 0-1,-3 0 10,14-1 0,-5 0 1,-4 0-1,-1 0 1,-1 0-1,2 0 0,3 0 121,-1 0 1,2 0 0,2 0 0,1 0 0,0 0 0,-1 0 0,-1-1 0,-2 1 0,-4 0-113,3-1 1,-1 0 0,-3 0 0,-2-1-1,-2 1 1,-3 0 530,7-1 1,-4 0 0,-5 1-418,0-1 0,-6 0 1411,4 4-1626,15-2 1,-10 0 0,-4 0-1</inkml:trace>
  <inkml:trace contextRef="#ctx0" brushRef="#br2" timeOffset="31282">12071 10502 14455,'8'-40'1725,"-4"15"-1680,4 3 676,-6 17-273,4 19-1247,-3-1 804,2 19 0,0 16 0,0 1-1098,-1-2 1,-1 1 0,1 3 763,0-7 1,0 3 0,0 1-1,1 1 270,-2-3 1,0 3-1,0 0 1,0-2 0,0-4 247,1 3 0,0-4 0,0 0-339,-1 5 1,1 1 0,-1-6-137,1-8 1,0-7 359,0-11-295,15-9 296,9-11 0,5-3-74,-3 2 1,5 1 23,10-2 1,8 0 0,-3 0-2,-14 3 0,-2 1 0,4 1 518,2 0 0,4 0 0,2 0 1,-1 1-1,-6 0-519,-3 0 1,-4-1 0,5 2-80,3-1 1,7 2 0,1-1-1,-2 0 1,-7 0-421,9-1 1,-3-1-430,-5 1 0,3-1 0,-7-1 911,13-5 1,-38-4 0,-9 3 0</inkml:trace>
  <inkml:trace contextRef="#ctx0" brushRef="#br2" timeOffset="31690">13321 11229 9319,'-7'-8'714,"11"18"-561,17 12 0,8 4-42,-2-2 0,4 2 0,0-1-57,5 4 1,2-1-1,-2-1-58,-4-4 1,0-3 0,-3-1 44,2-1 0,-4-3-47,-6-3-26,-9 3 114,-48 19-82,13-9-90,-5-4 0,-7 4 0,4-3-90,7-4 0,1 1-135,-15 9 0,2 2 315,13-6 0,4-2 0,-5 8 0,6 2 0</inkml:trace>
  <inkml:trace contextRef="#ctx0" brushRef="#br1" timeOffset="32631">14424 11168 8612,'-1'-10'1497,"1"0"-929,2 4 117,0 0-446,-2 12-133,-2 27 0,-1 7-152,-1 4-53,3-8 0,0 10 1,0 1-1,1-8 9,1-8 0,0 0-1003,1 10 1,1 4 0,0-7 46,2-2-593,0-7 1,1-4 1420,-1-9 1,3 10 0,-5-22-1</inkml:trace>
  <inkml:trace contextRef="#ctx0" brushRef="#br1" timeOffset="33163">14292 11199 8432,'-2'-22'1349,"17"-7"-1079,9 16 0,5 2-180,-1-1 0,3 2 0,13 1 0,2 6-45,1 5 0,-2 6 42,-12 5 1,-4 3-67,-1 1 1,-9 3 100,-24 29-122,-16-20 0,-3 1 0,8-2 0,3 0-45,-1 0 0,5 0 45,19 19 0,3-20 0,-1 2-38,-10 7 1,-5 1 10,4-4 0,-6 0 46,-10-5 1,-8-1 0,-2-3-245,-16 0 0,-3-6 225,5 0 0,2-2 0,2-4 0,5-4 0,12-6 0</inkml:trace>
  <inkml:trace contextRef="#ctx0" brushRef="#br1" timeOffset="33729">15165 11606 9422,'-22'-26'674,"1"8"1,-2 2-405,-10 1-225,9 5 0,0 2 45,-8 4 0,-15 12-1,16 4-134,3 7 1,3 4-136,11 13 90,6 9 45,24-27 0,10-6 0,7-10 0,2-5 45,-7 5 0,0-3 0,15-12 0,-5-4 0,-17 5 0,4-6 0,0 3 90,-2 10 0,14 11 0,-11 17-90,5 12-405,-5-19 0,1-2-45,6 1 450,1-7 0,-1-5 0,-6-5 0,16-2 0</inkml:trace>
  <inkml:trace contextRef="#ctx0" brushRef="#br1" timeOffset="34379">15578 11556 8882,'0'-12'1439,"1"-3"-809,1 2 89,0 1-629,1 12 270,-3 11-270,4 30-180,-3-6-90,6 0 0,2-2 180,0-8-180,21 10 180,-17-33-90,10-11 0,3-7 1,5-18 44,-11 16 0,-2 2 45,-6 2 0,-33 58 0,3-2 0,-2 3 0,2-6 0,-1 4 0,3-1 0,-1 6 0,1 2 0,2-4 0,3-3 0,1-2 0,0 1 112,0-2 0,0 1 1,-1-1-1,-3-7-22,-11 0 0,0-12-90,-3-18 30,1-22 0,-5-13 0,4 1-75,4 2 0,5-2-15,9-2 0,3-3 0,3 3 15,1 5 0,7 3-1048,24-3 1,15 0 0,-5 6 315,-14 9 0,2 0 525,6-3 0,7-3 0,1 0 0,-8 3 0,-4 2 0,-2 2 0,19-10 0,1 1 0</inkml:trace>
  <inkml:trace contextRef="#ctx0" brushRef="#br1" timeOffset="34850">16010 11675 10141,'10'-11'1259,"6"-2"-1079,-10 11 450,21-10-270,10-4-270,-5 0-180,5-9 90,-28 14-180,-5-9 90,-12 8-90,-38 10 90,10 19 0,2 9 90,3 10 0,4 3 0,-2-3 0,11 2 0,22-6 0,10 2 0,4-6-90,5-11 0,4-3-180,3 8 1,3-5-1370,4-14 1,-3-6 1400,-1-4 0,11-13 1,-23 3-1</inkml:trace>
  <inkml:trace contextRef="#ctx0" brushRef="#br1" timeOffset="35615">16626 11567 9152,'9'-6'629,"-2"2"-179,-16-3-360,-3 6 180,-32 6-180,14 4 0,2 6 0,1 3 0,8 2-90,-1 15 0,29-12 0,18 7 0,-6-12 0,1 1 0,15 11 0,-4-4 0,-2 1 0,2 10 0,-12-14 0,-3 1 0,-6 3 0,-26-4 0,-9-10-360,-8 1 0,-1-2 360,-10 2 0,-5 1 0,34-12 0</inkml:trace>
  <inkml:trace contextRef="#ctx0" brushRef="#br1" timeOffset="35893">16873 11777 10591,'8'-11'3238,"-3"24"-3238,-5-5-809,-3 42 809,8-13 0,-2 2 0,5-6 0</inkml:trace>
  <inkml:trace contextRef="#ctx0" brushRef="#br1" timeOffset="36110">17044 11238 10861,'5'-39'1349,"-1"9"-2069,-2 29-1618,-1 8 2338,1 8 0,2 3 0,3-2 0</inkml:trace>
  <inkml:trace contextRef="#ctx0" brushRef="#br1" timeOffset="37099">17484 11789 11490,'-34'-14'569,"0"-1"1,-3 11 0,-1 5-570,0 4 0,1 8-360,-5 15 1,9 8 44,21-10 0,9 0 135,7 1 0,7-5 90,28-2 45,-1-28 1,1-11 44,-9-4 0,-2-2 0,-4 6 0,-2 0 0,0-5 0,-5 4 0,-10 14 89,5 16-89,-9 35 45,4-13 0,2 0-45,-1-1 0,3-2 45,4-6 0,5-6-45,16-17 0,4-10 45,-5-2 0,0-7-781,-5-3 1,1-7-1,0-1 1,-4 4 780,0 0 0,-2-1 15,0-9 0,0-4 0,-13 21 30,-24 43-45,-1 3 0,0 3-45,-2 1 0,-1 1 45,-4 15 0,2-3-45,5-10 90,21-19-90,15-35 0,0-6 0,3-5 0,-5 4 0,1-2 0,-1 2 0,3-4 0,-1 2-45,1-1 0,0 8 45,5 12 3276,-14 10-3070,-3 48-116,-19-7 0,-2 5-30,8-13 0,3 2 0,-1-2-150,-7 15 0,8-6-630,15-13 0,9-9 720,6-18 0,4-7 0,-5 2 0,2-2 0,4-7 0,0-1 0</inkml:trace>
  <inkml:trace contextRef="#ctx0" brushRef="#br1" timeOffset="37298">18696 12045 11850,'3'8'3276,"1"-2"-6553,3-3 2625,-16 1 0,-7-3 0,-16 2 1</inkml:trace>
  <inkml:trace contextRef="#ctx0" brushRef="#br1" timeOffset="38196">19453 11327 10321,'-9'-19'1529,"-3"-8"-899,5 23-180,-7 23-360,0 22-1,4-8 1,-2 7 0,-2 4 0,2-1-45,0-1 0,0 1 0,0 0 0,0 1-45,1-4 0,-1 0 0,1 1 0,0-1 0,2-4-30,-2 15 0,2-4 0,10-24 30,15-38 0,4-16 0,-6 1 0,-1-5 0,2-5-36,-2 4 0,1-4 0,0-3 0,0 0 0,-1 1-65,-2-2 1,0-1 0,0 0 0,-1 2 0,0 2-50,2-7 0,-1 3 0,1 4 60,5-13 1,-2 22-1,-8 35 0,-5 43-90,2-17 0,3 0 90,9-9 0,2-1 90,-7 8 0,3-6-45,23-17 0,1-11 45,-8-7 0,-1-2 0,5-5 0,-5 3 0,7-8 160,-2 4 1,-2 7-161,-14 18 0,-6 42 90,-16-4-90,0-9 0,-2 9 0,-1 0 0,2-6-45,1-4 0,0 1-297,2 3 0,0 8 1,0 3-1,2-3 0,3-7-127,5-1 1,3-2 0,-3 4 0,1 3 0,2-8 0,20 2 0</inkml:trace>
  <inkml:trace contextRef="#ctx0" brushRef="#br1" timeOffset="38596">20271 11805 9512,'-13'-42'3238,"5"12"-2159,-16 13-989,13 15 180,-18 3 90,-4 27-360,11-9-45,2 10 0,3 0-45,9-5-180,-2 21-450,25-12 405,6-20 1,3-1 224,18 6 90,-8-20 0,-1-8 0,-1-15 0,-15-1 0,-5-2 0,-13-21-855,-9 22 1,-5 3 854,-16-1 0,-3 16 0,14 16 0</inkml:trace>
  <inkml:trace contextRef="#ctx0" brushRef="#br1" timeOffset="39649">20671 11832 10501,'-5'-36'3058,"-15"6"-2968,5 3 225,-24 29 0,-7 15-345,21 4 0,2 6 0,-1-2-15,-18 2 0,2 2-225,17 3 0,3 5 0,10-7-89,15-3-1,11 10 180,12-28 90,1-17 0,4-10-1003,-5-7 1,0-7 0,0 1 1079,6 0 1,0-6 57,-15 7 0,2-7 0,-1-5 0,0 0 0,-3 3 0,-2 5-617,0-1 1,-3 4 0,0-4 607,1-1 0,2-6 0,0-1 0,-2 2 0,-2 8 9,0-2 0,-2 5 45,3-11 0,-7 16 0,-30 62-90,16-30 0,-9 28 0,-4 19 0,4-7 1249,8-19 0,2 1-1249,-2 7 0,-2 8 0,1 0 0,3-5-45,2-3 0,4 1-45,2 2 0,2 5 0,2 1 1,0-8 44,-1-6 0,4-2 884,8 8 0,7 3 0,4-13-884,8-19 0,3-7 45,-4 10 0,2-6-30,7-20 0,4-11 0,-8 1 30,-16 6 0,-3-2 0,8-6 0,1-4 0,-7 4-90,-8-3 90,-19-2 0,-2 26-45,-18 13 0,-3 11 45,11 4 0,2 2-45,-11 5 0,4 2 0,14 8 0,7-2 45,5-5 0,12 11 0,27-18 0,3-27 0,6-9 0,-14 3 0,1-2 0,1-5-146,-1-4 1,1-5 0,0-4-1,-2-3 146,-4-2 0,0-3 0,-2-3 0,-1 0 0,-1 2 22,-2 1 1,-1 1-1,-2 0 1,2-2-5,0-3 0,2-5 0,0 1 0,-4 4 0,-6 10 162,1-3-135,-35 55 0,-11 21-153,11-13 0,-1 5 0,-1 3 0,1 2 0,1 0-324,-1 3 0,0 3 1,0 0-1,3-1 0,1-3 432,2 1 0,1-2 0,3-2 0,6-4 0,11 8 0,8-10 0,18-13 0</inkml:trace>
  <inkml:trace contextRef="#ctx0" brushRef="#br1" timeOffset="39815">22129 11889 9691,'-10'30'67,"-3"2"1,1-5 0,-2-2-1</inkml:trace>
  <inkml:trace contextRef="#ctx0" brushRef="#br1" timeOffset="40465">14001 12191 9602,'32'6'503,"1"-4"1,13 0 0,6 0-1,0-1 1,-7 0-414,-1 0 0,-4 0 0,10 0-418,-13 0 0,6 0 0,4 0 1,3 0-1,3 0 0,1 0 1,1 0-1,-2 0 0,-2 0 1,-3 0 164,-1 0 0,-2 0 0,-3 0 0,1 0 0,0 0 0,4 0 0,4 0 0,6 0 116,-21 0 0,3 0 0,3 0 1,2 0-1,1 0 0,3 1 1,1-1-1,2 0 0,0 0 1,2 1-1,1-1 0,0 0 1,1 1-1,0-1 0,0 1 1,0-1-1,-1 1 0,0-1 1,0 1-1,-2-1 0,0 1 1,-2-1-1,-1 1 0,-2-1 1,-2 1 34,9 0 1,-2 0 0,-1-1 0,-3 1-1,0 0 1,-1 0 0,0 0 0,-1 0-1,0 0 1,1 0 0,1 0 0,1 1-1,2-1 1,1 0 0,2 1 0,3 0-20,-16-1 0,2 0 1,1 0-1,2 0 1,0 0-1,2 0 0,1 1 1,0-1-1,1 0 1,1 1-1,0-1 0,1 1 1,1-1-1,-1 1 1,1 0-1,0-1 0,0 1 1,-1 0-1,1-1 1,-1 1-1,0 0 0,0-1 1,-1 1-1,-1 0 1,0 0-1,-2-1 0,0 1 1,-1 0-1,-1-1 1,-2 1-1,-1 0 0,-1-1 15,13 2 0,-2-1 0,-2 1 0,-1-1 0,-1 1 1,-2-1-1,0 1 0,-1-1 0,0 1 0,-1-1 1,1 1-1,-1 0 0,1-1 0,0 1 0,1 0 0,1-1 1,1 1-53,-1 0 0,1-1 1,1 1-1,0 0 1,1 0-1,0 0 0,0 0 1,1 0-1,-1 0 1,0 0-1,0 0 0,0 0 1,-1-1-1,-1 1 1,-1 0-1,0-1 1,-2 0-1,0 1 0,-2-2 53,8 2 0,-1-1 0,-1 1 0,-2-1 0,-1 0 0,0 0 0,-1-1 0,0 1 0,0-1 0,0 0 0,0 0 0,1 0 7,1 0 1,0-1 0,1 1 0,0-1 0,0 1 0,-1-1 0,0-1 0,0 1 0,-1-2 0,-2 0-1,0 0 1,-3-2 7,8-1 0,-1-1 0,-3-2 0,0 0 0,-1 0 0,-1-1 0,-1 1 0,1 1 0,1 1 0,0 0 0,-1 1 0,0 0 0,-2-1 0,-2-1 0,-2-2 0,5-9 0,1 0 0,0 0 0,0 1 0</inkml:trace>
  <inkml:trace contextRef="#ctx0" brushRef="#br1" timeOffset="130780">3207 12489 6543,'-8'-31'539,"-1"-1"1,2 4 0,-1 0-315,-2-12 0,-2 7-45,-7 19-90,7 29-60,3 19 0,2 16 0,0-3-342,0 0 1,0 2 333,2-13 1,0 3-1,0 3 1,-1 4-438,1-3 0,0 5 0,0 3 0,-1 1 0,1-1 1,0-3-1,1-4 415,-1 2 0,2-6 0,-1 1 0,0 6-80,0-9 1,0 5-1,0 3 1,-1 2-1,1 1 1,0-1-1,0-2 1,0-2-1,1-5 102,-1 13 1,2-7-1,0 0 1,-1 5-282,1-6 1,1 3 0,-1 3 0,0 2 0,1-2 0,0 0 0,-1-4 276,1 4 0,0-3 0,0-2 0,-1 3 0,1 5-8,0-9 0,0 5 0,-1 2 0,1 3 0,0-1 0,-1 0 0,0-2 0,1-3 0,-1-4-222,0 6 1,-1-4 0,1-3 0,-1 0 0,-1 5 211,1-5 0,-1 4 0,0 1 0,0 1 0,-1-2 0,0-2 0,-1-4 160,-2 9 0,-1-5 0,0-2 1,0-3-161,0-1 0,-1-2 0,1-2 141,-5 12 0,2-5-51,-2 1 0,3-10 0,2-8 1923,2-5-1834,4-15 2697,-2 8-2516,9-3 1625,-2-1-1760,18-4 0,13-2-136,-1-2 1,9-2 0,4-1 0,1-1 0,-3 1-655,-2 1 0,-2-1 1,0 0-1,4 0 1,4-1 564,-6 1 0,3-1 0,3 0 0,2 0 0,2 0 0,1-1 0,1 1 0,1 0 0,1-1 0,-1 2-20,-9 0 1,1-1 0,1 1 0,1 1-1,1-1 1,0 0 0,0 0 0,0 0-1,1 1 1,0-1 0,-1 1 0,0-1-1,0 1 1,-1-1-170,2 1 1,-1-1 0,0 0-1,0 1 1,0-1 0,0 1 0,-1-1-1,1 1 1,0 0 0,1 0-1,0 0 1,0 0 0,2 0 176,-6 1 1,1-1 0,2 1 0,0-1-1,1 1 1,0 0 0,0 0 0,1 0 0,-1 0-1,-1 0 1,-1 0 0,0 1 0,-2-1-1,-1 1 1,-2-1 0,-2 1 1,10 0 0,-2 0 0,-3 1 0,-1-1 0,-1 1 0,-1-1 0,0 1 0,0 0 0,1 0-50,6 1 1,0-1-1,0 1 1,0-1-1,-2 1 1,0 0-1,-3 0 1,-3-1 94,5 1 1,-4-1 0,-1 1 0,-2 0 0,-1-1-36,5 1 0,0 1 0,-3-1 0,-5-1-495,12 3 1,-17-5 2031,-28-3-1537,-1-1 0,-27-7 0,-6 0 0</inkml:trace>
  <inkml:trace contextRef="#ctx0" brushRef="#br1" timeOffset="132996">2795 15922 8252,'11'-1'1350,"-2"1"-1261,-1-2 1,-3 1 180,11-9 180,10-14-315,-7 2 0,1-3-90,-3 3 0,0-2 0,3-10 0,-1-4-15,-4 4 0,-1-4 0,0 0 0,1-1 0,-1-1 0,0 0-30,0 0 0,1 0 0,-3 3 0,3-6 0,-2 1 0,-1-2 0,0 2 0,-2 9 0,-1-2 30,2-7 0,0-5 0,0 5-30,-3 9 0,-1 0 0,2-1 0,1-6 0,0 1 0,-1 6 0,-2 5 0,0 0-65,4-8 1,1-8-1,2-2 1,-2 3 64,0 2 0,-1 1 0,1-3 22,0 0 1,1-4-1,1-1 1,-1 0-135,0 1 1,-1-1 0,1 0-1,0 0 112,0 0 0,0-1 0,1 1 0,-1 1 0,-1 7 0,-1 1 0,1 0 0,0 2 0,2-7 0,0 1 0,-1 5 0,2-1 0,1 3 0,1 0 0,-1 3 0,1 1 0,3-2 0,1 1-90,-4 11 90,-2 2 0,1-1 0,12-3 0,-10 9 0,13-4 0,-15 14 247,4-2-247,8 10 273,-9 16 1,0 7-185,4 7 1,0 4-90,-3-3 0,-2 4 45,-7-4 0,-1 6 0,-1-1 0,-2-5-45,-1-4 0,-1 1-60,1 8 1,1 9 0,0 2 0,-1-6 59,-1-7 0,-1-4 0,0 3-1085,2 10 1,0 3-1,-1-4 1130,1 3 0,0-1-711,-2-6 1,1 2 0,0-4 710,-2-8 0,1 0-500,1 7 0,0 4 0,0-3 590,1-2 0,-1-3-28,1 1 0,-1 1 28,3 11 0,1 1-45,-3-14 0,1 0 0,0-1-60,-1 0 0,1-1 0,1 2 37,0 1 1,0 2-1,2 1 1,-1-1-8,4 8 0,1-2 0,-1-1 209,-3-6 0,-1-2 0,2 1-239,5 10 0,2 1 0,-3-9 1517,-1-3-1502,7 8 0,2 1-45,3-5 0,-8-11 0,1 1 0,-1-6 0,0 0 90,15 12-90,2 0 0,0-4 2683,-9-12-2683,6 3 0,-5-9 0,0 0 0,9 4-30,7-3 0,11 1 0,-9-4-2653,4-1 2653,-12-3 0,5 2 0,-1-3-580,5-3 0,-3-2 520,-8-1 0,3 0-46,3-1 1,7-1-1,2-1 1,-1-1-315,-1-2 0,1 0 0,0-2 1,2 0 449,-5 1 0,2-1 0,1 1 0,-1-1 0,-3 0 0,3-1 0,-2 1 0,-2-1 0,-2 0 0,0 0 0,0-1 0,1 0 0</inkml:trace>
  <inkml:trace contextRef="#ctx0" brushRef="#br1" timeOffset="135749">9630 13161 9242,'-10'-24'-270,"1"1"0,1-2 764,3 1 1,1-1 0,-2-6 0,1 0-315,0-13 809,4 11-719,-4 63-1251,0 10 0,-2 11 1,1-2 1010,1-12 0,0-2 0,0 7 26,0-6 0,0 5 0,-1 4 1,1 2-1,-1 2 0,0-2 0,0-2 1,1-5-247,-1 2 0,0-5 0,0 0 0,1 2 0,-1 6 230,1-6 1,0 5 0,0 4 0,-1 3 0,1 1 0,-1 2 0,1-2 0,0 0 0,0-4 0,0-2 0,1-6-41,-2 11 0,1-7 0,0-2 0,1 1 0,-1 7-172,2-9 1,0 5-1,-1 4 1,1 1 0,0 2-1,0-1 1,1-3-1,-1-3 1,2-4 0,0-8 171,0 9 0,1-9 0,1 7 12,0-4 1,0 8 0,0 3 0,1 2 0,-1-2 0,1-4 0,-1-7-265,1 2 1,0-7 0,-1 4 251,1 3 0,-1 7 0,1 0 0,-1-3 0,0-8 562,-1-5 1,-1-3-608,-1 11 0,0-4-44,0-10 647,-4 18-648,5-25 2399,-3 10-2309,4-20 1755,-1 3-1665,24-3 0,9-3-60,4-2-1,12-1 1,6 0-175,-14 1 1,3-1-1,4 1 1,2 0 0,2 0-1,2 0 1,0 1 144,-8-1 0,1 1 0,3 0 0,0 0 0,2 0 0,0 1 0,1-1 0,-1 1 0,0-1 0,-1 1 0,-1-1-274,1 0 1,0 1-1,-1-1 1,0 0-1,-1 0 1,1 0-1,1 1 1,-1 0-1,2 0 1,1 0 266,-6 0 0,1 0 0,1 1 0,1-1 0,0 1 0,1 0 0,0 0 0,-1 0 0,0 0 1,-1 0-1,-2 0 0,0 0 0,-2 0 7,6 0 0,-1 1 0,-1-1 0,-2 0 0,0 1 0,-1-1 0,0 0 0,-1 0 0,-1 0-73,5 0 0,-2 1 0,-1-1 1,-1 1-1,1-1 0,1 0 1,1 0 83,2 0 0,4 0 0,1-1 1,1 1-1,-2 0 0,-4-1 0,-5-1 1,-8-1 32,14 1 1,-5-2 22,-2 1 1,8 0 0,-3 0-1,-10-1-157,9-1-3187,-5-3 3160,-27-5 1,-17-7 0,-17-4-1</inkml:trace>
  <inkml:trace contextRef="#ctx0" brushRef="#br1" timeOffset="138082">9512 15914 8522,'18'15'-180,"-4"-4"450,11 6 90,-2-9 0,6-4-91,10-2 1,8-5 0,4-2-144,-7-3 0,4-2 0,2-2 0,0-1 0,-3 1-199,-6 3 0,-2-1 0,-1 0 0,1-1 0,2-1 118,3-3 0,3-2 0,1-1 0,-1-1 0,-3 2 0,-6 1 15,2-1 0,-7 2 0,5-3-6,1-2 0,5-3 0,2-1 0,0-2 0,-2 2-1,-5 0 1,-1 1 0,0-1 0,-1 0 0,1 0-669,0 1 0,0 0 0,0 0 0,0-1 0,0-1 633,3-2 0,0-1 0,1-1 0,-2 0 0,-1 1 18,-6 2 0,-2 0 0,0 1 0,-1-1 0,1 1-36,5-6 0,0 2 0,0-1 0,0-1 0,-4 3 0,0-2 0,1 1 0,-3 0 0,-1 3-420,1-2 1,-2 2 0,1-2 464,-3 2 0,1-1 0,0-2 0,0-1-93,3-4 1,0-3-1,0 0 1,1-2 82,-2 3 1,1-3 0,0 1 0,0-1 0,-2 2-14,2-3 1,-1 2 0,-1-1-1,-1 2-370,-1 0 1,0 1-1,-2 1 1,-3 5 392,-1 0 0,1 2 541,3-8 0,2-4 1,-1 3-542,-1 3 0,1 0-45,-4 4 0,2-3 0,1 0 0,-2 3 45,6-6 0,-2 2-45,0 1 0,0 0 0,1 0 0,-1 2 0,1 1 1325,4-4-1325,-10 14 0,2 0 181,-2 3 1,1 0-182,6-5 0,-1 2 0,12-8-90,-5 13 90,-21 11 3202,17 1-3202,-11 9 80,4 3 9,4 17-89,-11-5 45,-3 9 0,-1 4-45,-1 14 0,-3-11 0,-1 5 120,-4 3 0,-3 5 0,0-4-30,1 0 0,-1 2-23,-1-8 1,0 6-1,-1 0 1,1-4-8,0-2 0,1-3 0,-1 1 30,0 7 0,1 1 0,-1-1-30,2 1 0,0 0 0,0-3-60,0 4 0,0 0-909,2-1 0,0 2 0,0-6 909,-1-15 0,0 2 20,2 9 0,2 8 0,1 3 0,0-4 70,1 3 0,1-3 0,-1 1-90,-1-7 0,0 1 0,-1-1 0,1-1 30,1 3 0,0-1 0,-1-4 15,-2-2 0,0-3-45,1 2 0,1 1 52,1 4 1,0 2-50,3 6 0,0-2-1,-4-14 0,2 0 48,1 3 0,3 3 0,-3-5 33,3 6-54,0-3 1,2 8-1,-1-7 22,-5-11 0,1-1 9,8 19 1,1 0 3,-7-17 0,2-2 37,5 6 0,0-2 3060,5 5-3043,9 2 0,6 1 169,-5-10 1,2 0-200,-5-4 0,1 1 0,-1-2-1638,10 2 0,-3-4 1717,-14-9 1,1-1-1105,9-2 0,4-2 1,-4-1 971,-8 0 1,1-3-26,12-3 1,11-4-1,4-1 1,0-1 0,-9 0-1,-4-1 1,-6-1 0,5-1-1,5-2 1,0 0 0,0 0-1,0 0 1,0 1-1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6:54:35.322"/>
    </inkml:context>
    <inkml:brush xml:id="br0">
      <inkml:brushProperty name="width" value="0.09071" units="cm"/>
      <inkml:brushProperty name="height" value="0.09071" units="cm"/>
      <inkml:brushProperty name="color" value="#C00000"/>
    </inkml:brush>
    <inkml:brush xml:id="br1">
      <inkml:brushProperty name="width" value="0.12095" units="cm"/>
      <inkml:brushProperty name="height" value="0.12095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1944 1946 6633,'-4'-11'900,"0"1"-720,3 3-180,8 0 179,15-1-89,7 2-90,11 1 90,-10 2-90,4 1 0,6 0 30,-1 1 0,3 0 0,-1 0-30,-8 0 0,-1-1 0,5 1-181,5 0 0,7 0 0,3 0 0,-3 0 0,-5 0 181,-5 0 0,-3 0 0,3 0 0,3-1 0,6 1 0,1 0 0,1 0 0,-2 0 18,-6 0 0,0 0 0,-1 1 0,0 0 0,1-1-631,1 1 1,1 1-1,0-1 1,0 0 0,-2 1 612,4-1 0,-1 0 0,-1 1 0,-2-1 0,2 2 0,-4-1 0,3 1-53,-1-1 0,2 1 0,-1 0 1,-5 0 52,3-1 0,3 1 15,-9-1 0,6 1 0,4 0 0,1 0 0,0 0 0,-4 0-140,1 0 1,-2 0 0,-1 1 0,1-1-1,1 0 125,5 0 0,2 1 0,1 0 0,-1-1 0,0 1 0,-2 0 0,2-1 0,-2 1 0,-1 0 0,-4-1 0,5 1 0,-4-1 0,2 1 18,-6-1 0,3 1 0,1 1 0,0-1 0,-4-1-18,9 1 0,-3-1 0,3 0 0,-8 1 0,1-1 0,3 1 0,-1 0 0,1-1 0,2 0 0,1-1 0,0 1 0,-1-1 0,-3 0 17,-1-1 0,-2 1 0,-1 0 0,3-1-17,1 1 0,3-1 0,1 0 0,-2 1 0,-5-1 301,1 0 0,-5 1 0,1-1-301,6 0 0,2 1 0,0 0 0,-6 0 0,1 0 0,0 0 0,-2 0 0,0 0 0,-2 0 0,3 0 18,0 1 0,3-1 0,3 1 0,-2 0 0,-4-1-54,4 1 1,-3-1 0,1 1 35,7 0 0,1 0 0,-2 0-209,-9-1 1,-1 1 0,-1-1 208,-2 0 0,0-1 0,1 1 177,9 0 0,1-1 1,-1 0-178,4 1 0,0 0 60,1-1 0,2 0 0,-10 1 1697,-5 0-1667,11 0 0,-1 0 0,-12 0 44,12 1 1,1 0-2295,-16-1 2160,18 2 1573,-2-3-1573,-20 0 0,-3 1 0,-27 0 0</inkml:trace>
  <inkml:trace contextRef="#ctx0" brushRef="#br0" timeOffset="7496">7678 4689 7173,'-7'-7'2878,"0"1"-2788,12 4 0,2 1 180,22 1 0,15 0-145,-5 0 1,7 0 0,5-1 0,2 1 0,0 0-428,-9 1 0,0-1 0,1 0 0,2 1 0,1-1 0,1 0 0,2 0 342,-7 1 1,1-1 0,2 0 0,1 0 0,1 0 0,1 0 0,0 0 0,-1 0 0,-1 0 0,-1 0 0,-2 0-289,7 0 1,-1 1-1,-2-1 1,0 0 0,0 1-1,-1-1 1,-1 0 0,1 1 258,-3-1 0,1 0 0,0 0 1,0 0-1,-2 0 0,0 0 0,-3 1 1,-2-1 33,14 0 0,-4 0 0,-2 1 0,-1-1-23,-5 1 0,-1 0 1,-1 0-1,-2-1 68,3 1 0,-2 1 0,-2-1-90,9 0 0,-3 1 90,-10-1 0,-5 0-90,-6 0 90,4 1 1151,-9 2-1510,-11-2 1088,2 2 0,-5-3 0,0 0 0</inkml:trace>
  <inkml:trace contextRef="#ctx0" brushRef="#br0" timeOffset="12897">15535 4678 6993,'-10'-7'899,"2"1"-629,0 3 180,-1 0-180,-1-1 0,-1 2 269,-9 1-89,6 1-90,-9 2 90,15 0 89,24 8-359,-4-5-90,22 4 135,9-5 0,8-2-105,-7 0 0,4 0 0,0 0-120,-4 0 0,-1 0 0,3 1 45,-2-1 0,4 0 0,-1 0 0,-4 0 15,-3 0 0,-4 0 0,4 0 29,6 0 1,3 0 0,2 0 0,-4 0 90,2 0 0,-2 0 0,-1 0-120,-1 0 0,-1 0 0,-7 0 210,10 0-270,-31-1 180,-3 2-990,0-2-2467,-2 0 2859,-12 4 1,-8-3-1,-10 3 1</inkml:trace>
  <inkml:trace contextRef="#ctx0" brushRef="#br0" timeOffset="18743">3057 9345 7713,'-10'4'1259,"1"1"-899,5-3 269,-2 4 91,-1 4-540,1-1 90,0 5 269,4 2-449,0-2 0,1 7 0,-1-1-90,1-3 90,0 1-90,0-4 0,0 1 0,1-2 90,-1 9-90,1-3 0,0 3 90,2-5-90,-1-7 0,1-6 90,7-4-90,4-2 0,7-5 0,-6 3-3277,11-3 3162,-16 5 115,9-2 0,4 0 0,-4 2 0,12-2-90,3 2 90,-14 1-90,8 0 3366,-19 2-3160,3 0-206,0-1 90,0 1 0,3 0 180,-4 0 90,-1-2-180,-5 0 0,0-6 0,1-6 0,-3 2-90,2-10 0,-3 9 0,0-15 90,0 9-90,-1-5 0,1 2 0,1 9 90,-1-4-90,-1 5 0,0 4 90,0-10-1,1 10 91,-2-5-90,-3 4-90,0 3 90,-3-1 0,-13 3-90,-3 0 45,-2 2 0,-2-1-45,-20-1-180,0 2-359,13-1-631,14 1-2107,3 0 2882,6-1 0,3 1 0,5 1 0</inkml:trace>
  <inkml:trace contextRef="#ctx0" brushRef="#br0" timeOffset="19403">3267 9399 10231,'1'-10'360,"0"0"-90,4 1-90,1-5 90,10-19-181,-2 1-29,0-2 0,3-9 0,-2 5-15,-4 10 0,1-2-45,4-8 0,5-8 0,-1 0 0,-3 8 45,-2 8 0,-1 1-45,4-6 0,3-4 0,-3 5 45,-3 7 1,-2 4 46,7-13-90,-2 9 94,-12 18-186,2-1 90,-2 2-270,0 0-270,-4 2-2429,2-2 2946,-5 2 0,1 3 0,-2 0 0</inkml:trace>
  <inkml:trace contextRef="#ctx0" brushRef="#br0" timeOffset="20343">4262 7808 8162,'-8'-5'540,"-5"6"-180,-4 15-90,1 4-46,1 5 1,0 6-15,4-2 0,1 3 0,2 4-75,0 6 0,0 5 0,2 1 0,1-1-955,1-3 1,2-2 0,0 1 0,1-1 650,1 2 0,-1 0 0,3-2 0,3-1 316,8 3 0,3-3 1,-1-6-388,6 8-1399,7-8 1,0-8 1297,-12-20 1,21 4 0,-20-12 0</inkml:trace>
  <inkml:trace contextRef="#ctx0" brushRef="#br1" timeOffset="21527">4627 8142 9276,'-9'-2'1866,"-1"-1"-886,6 0-887,5-3 85,0 2 638,30-8-475,-13 7-7,28-5-322,-25 10-66,6 11-211,-31 30 201,2-9-56,-7-7 1,-6 2-45,-16 13 1,-1-3-1273,5-4 1284,-6 6 0,3-4 65,17-17 93,-3 10 6,37-8-25,-14-3-306,23-13 1,5-6 44,-14-1-1365,9-2 1,-2-1 1407,-14 2 1,15-5 0,-16 3 0</inkml:trace>
  <inkml:trace contextRef="#ctx0" brushRef="#br0" timeOffset="22010">5012 8255 8882,'8'-14'180,"-1"2"360,-2 4-91,0 1-89,-1 0 0,0 1-180,-19 17-180,3 1 0,-10 8-90,7 11 90,17-15 0,13 14 0,-1-18-90,29 14 90,-24-10 0,12 13 90,-25 3-90,-9-7-270,-13-2 0,-5-1-539,-6 2-91,-12 4 900,19-20 0,12-5 0,3-3 0</inkml:trace>
  <inkml:trace contextRef="#ctx0" brushRef="#br0" timeOffset="22262">4995 8284 8342,'2'-22'2069,"23"-9"-1889,-1 14 0,1 1-315,0 1 0,0 1 0,-1 3 0,-1 2 135,16-5 0,-20 7 0,13-4 0</inkml:trace>
  <inkml:trace contextRef="#ctx0" brushRef="#br0" timeOffset="22694">5331 8125 8882,'16'-6'2159,"2"-2"-1800,-7 1 541,0 1-720,-14 16 0,-6 3-180,-8 15-90,-2 3 0,8-7 90,4-3-90,17 4 0,0-10 45,8 5 0,1 0 45,1 0 0,13 17 0,-24-13-90,-4-2-90,-16 12 90,2-20 0,-9 10-539,-4-9-900,-7-1 1529,1-2 0,-3-10 0,13-7 0</inkml:trace>
  <inkml:trace contextRef="#ctx0" brushRef="#br0" timeOffset="22943">5334 8212 9242,'8'-17'1619,"0"5"-630,28-14-899,-12 13-315,3 2 0,1 1-584,-1 2 269,3 2 540,-8 5 0,-7 4 0,5 2 0</inkml:trace>
  <inkml:trace contextRef="#ctx0" brushRef="#br0" timeOffset="23210">5830 8428 11760,'8'13'810,"-6"5"-1350,-19 13-1099,-1-8 1,-1 0 1286,-9 11 0,9-13 0,0-3 0,3-3 0</inkml:trace>
  <inkml:trace contextRef="#ctx0" brushRef="#br0" timeOffset="24043">6191 8054 9242,'-4'-9'1889,"1"2"-1799,4 21 44,0 16 1,0 7-630,1 5 1,1 2 494,0-8 0,-1 1 0,1-2 0,0 1 0,1-3 0,5 9 0</inkml:trace>
  <inkml:trace contextRef="#ctx0" brushRef="#br0" timeOffset="24543">6378 8192 9422,'3'-27'2428,"0"0"-1528,-2 21-271,0-4-449,-6 15 90,-4 13-180,-1 15-90,4 14 0,11-19 0,2 1-90,9 15 0,7-14 0,4-4 90,3-5-45,0-11 0,1-5-45,4-18 0,-9-18 0,-3-5-2541,-5-9 2631,-7 9 0,-6 1-180,-21-6 38,0 17-488,-19-4 1,10 20-2520,-18 18 3149,23 4 0,-4 9 0,14-5 0</inkml:trace>
  <inkml:trace contextRef="#ctx0" brushRef="#br0" timeOffset="24828">6818 8412 10141,'13'-7'2249,"-5"14"-2429,-19 27-450,2-3-1009,-5-1 1,1-3 1310,3-5 1,-5 7-1,8-16 1</inkml:trace>
  <inkml:trace contextRef="#ctx0" brushRef="#br0" timeOffset="25327">7204 8005 9152,'-13'-14'809,"1"2"-359,7 6 90,7 34-360,0-5-46,3 11 1,1 5-315,0-6 1,0-2-91,-1 1 0,0-2-90,6 18-1619,-3-20 1885,-1-10 0,6 4 0,-1-4 0</inkml:trace>
  <inkml:trace contextRef="#ctx0" brushRef="#br0" timeOffset="25811">7526 8115 9512,'3'-32'3148,"-1"6"-2698,-4 19-1,-12 20-359,5 2 0,-1 13 0,1 2-90,4-1-45,3-1 0,3-1-135,11 4 90,4-2 0,1-2 0,4-10 0,3-10 90,-3-1-89,4-6 89,3-11 0,-10 1-45,5-19 0,-2-5 45,-10 5 0,-6-4 0,-2-9 0,-6 6 0,-17-7-180,2 7 0,-4 5-360,-13 18-719,2 24 1259,10 24 0,10-3 0,8 6 0</inkml:trace>
  <inkml:trace contextRef="#ctx0" brushRef="#br0" timeOffset="26067">8216 8364 10411,'10'-2'2609,"-2"26"-3239,-21 22 90,2 0-809,-5-15 0,-5-1 1349,-11 0 0,-5 3 0,-2-5 0</inkml:trace>
  <inkml:trace contextRef="#ctx0" brushRef="#br0" timeOffset="31534">10006 7922 9512,'-8'11'0,"3"-4"134,-20 28 1,-4 6-135,11-9 60,3-1 0,-2 7 0,6-7-60,6-3 135,9 13 0,3-1-135,2-16 45,4 3 0,4-1 225,19-7-180,0-8 45,-1-10 0,2-6-1741,-3-10 0,-1-5 1651,0 2 0,-1-5-27,-7-9 0,-4-5 0,-5 1-63,-6 3 0,-6-2 15,-2-2 0,-3-4 0,-4 6 30,-3 9 0,-4 3-90,-18-10 0,-3 5-180,-4 11-630,4 13 1,-7 5 0,5 3 899,9 4 0,2 4 0,-17 6 0,4 4 0,5 7 0</inkml:trace>
  <inkml:trace contextRef="#ctx0" brushRef="#br0" timeOffset="31960">9642 8469 9062,'10'-11'1799,"0"1"-810,-6 4-899,-1 9 0,-6 7-1529,-15 31 783,-3-2 1,8-16-1,0-1 1,-9 10 0</inkml:trace>
  <inkml:trace contextRef="#ctx0" brushRef="#br0" timeOffset="33811">9104 8207 9332,'10'-1'2428,"-2"-1"-2338,-4-1 0,0-4 90,3-7 0,8-24-90,-2 4-90,-2 2 0,-1-1 0,0-2 0,-3 10 0,0 0-90,0-6 90,1 8 0,-3 18-45,0 28 0,-2 15 45,1-11 0,-1 1 0,1 4 0,0 2 0,1 0 0,3 11 0,1-2-1639,2-4 1,0-1 1220,-3-6 1,1-3 148,7 10-451,-11-28 720,-1-2 0,-1-3 0,-2-2 0</inkml:trace>
  <inkml:trace contextRef="#ctx0" brushRef="#br0" timeOffset="34066">9163 8492 8882,'-8'11'1349,"9"3"-1169,1-6 0,8-1 270,16-7-270,6-3-270,-6 1 0,4-2-810,15-4 1,2-3 899,-1-2 0,0-1 0,2 0 0,-2 0 0,-9-1 0,0 0 0</inkml:trace>
  <inkml:trace contextRef="#ctx0" brushRef="#br0" timeOffset="34560">10873 7671 8612,'-17'-17'2249,"-1"-2"-2159,18 24 180,3-1 89,20 27-179,8 7-1819,-15-19 1,1 2 1715,-1 0 1,0 1-33,1 3 0,-1 3-681,-1 8 0,1 5 0,-2-2 680,2-2 1,-3 2-206,-9-3 1,-1 8-1,-3 1 1,-1-2 0,-2-7-335,-7 1 0,-3-2-315,-2 11 1,-3 5 0,-1-8 809,-3-14 0,0-5 0,2-3 0,-1-1 0,1-2 0,0 0 0</inkml:trace>
  <inkml:trace contextRef="#ctx0" brushRef="#br0" timeOffset="34778">11521 8321 11041,'8'-4'2069,"1"0"-5346,-4 3 3151,1 2 1,-3-1 0,-1 2 0</inkml:trace>
  <inkml:trace contextRef="#ctx0" brushRef="#br2" timeOffset="73497">4377 6834 24575,'0'0'0</inkml:trace>
  <inkml:trace contextRef="#ctx0" brushRef="#br0" timeOffset="73775">4377 6834 5914,'-11'-7'359,"-4"-5"-269,9 7 270,-5-7 0,2 2 90,0-3-270,2 3-90,0 1 89,4 5-89,16-3-90,-6 3 0,35-1-90,-18 5-180,7 0 1,1 2-181,6 1 450,-9-1 0,-1 1 0,5 1 0,-1 0 0</inkml:trace>
  <inkml:trace contextRef="#ctx0" brushRef="#br0" timeOffset="73892">4819 6788 6813,'13'1'0</inkml:trace>
  <inkml:trace contextRef="#ctx0" brushRef="#br0" timeOffset="74329">4837 6790 6273,'30'2'0,"-11"-1"90,7 1 180,-1-1-180,1-1 0,-2 0 0,3 1 45,1-1 0,1 0-90,1 0 0,1 1 45,20-1 0,-3 1 0,-4-1-90,-6 1 0,-2-1 90,-12 1 0,9 0-3367,2 1 3341,-13-1 26,7 0 0,-7 0 0,-4 0 0,5 0 0,-11-1-90,2 0 90,-1 2-90,-3-1 0,1 2 1323,-6-1-1323,-10-1 0,2-1 0,-10-1 0</inkml:trace>
  <inkml:trace contextRef="#ctx0" brushRef="#br0" timeOffset="93179">1846 5693 5914,'19'-16'809,"-8"6"-719,6-6 540,-4-3-270,-3 3-91,3-6 181,-6 4-360,-6 8 0,-21 6-180,-14 13 0,-3 4 45,10-4 0,-2 1-45,-17 9 0,4 4-135,21-3 1,5 1 224,-7 6-180,26 16 180,36-30 45,-12-8 0,1-3-45,22-3 134,-16-14 1,-4-5-45,-5 0-45,-5 1 0,-1 1 45,-5 0 0,-3 4-90,-5 15 0,-2 6 45,-4 19 0,-3 6-45,2-7 0,-1 0 0,-1 19 0,0-1 0,0 4 0,0-6 0,-1 0-90,-4 2 90,4-11 0,-4-1-90,-6-8 0,-4-4-90,-15 2 90,10-9 1,-1-2-1,-11-4-585,6-5 0,2-2 675,4-1 0,-25-4 0,29 1 0</inkml:trace>
  <inkml:trace contextRef="#ctx0" brushRef="#br0" timeOffset="93631">2517 5688 7353,'8'-15'450,"-2"5"-271,-1 1-89,-12 14-90,2-1 0,-15 14 90,-2 3 0,-3 4-90,-2 4 0,-1 1 0,1-2 0,1 0-45,2 7 0,7-4 45,12-12-90,7 6 0,4 0 0,4-8 0,11 9 1,3 2-91,6 3 135,-11-10 0,-4-1 45,-11 10-540,-42-7-90,-1-5 630,-7-3 0,10-6 0,10-3 0</inkml:trace>
  <inkml:trace contextRef="#ctx0" brushRef="#br0" timeOffset="93846">2537 5695 7353,'9'-28'809,"6"1"-719,1 1-45,7 11 0,7 4-720,9 6 1,1 3 674,-8-3 0,1 2 0,9 4 0,-3 2 0,-8 3 0</inkml:trace>
  <inkml:trace contextRef="#ctx0" brushRef="#br0" timeOffset="94131">2644 6345 7892,'15'-11'540,"0"1"-180,-8 6-360,-5 10-180,-10 6 90,-2 6 90,-11 8 0,-2 1 0,0 1 0,0-1 0,0 0 0</inkml:trace>
  <inkml:trace contextRef="#ctx0" brushRef="#br0" timeOffset="94780">3322 5934 7892,'3'-30'720,"-1"7"-450,-6-5-180,-1 14 270,-17-7-270,2 14 0,-12 8 0,-5 4-135,13 4 0,0 1 45,-7 2 0,1 2-270,-7 16-180,18 3 270,5-7 90,5 2-180,23-11 90,18-24 180,-5 7 45,0-14 0,-1-4 45,-4 0-90,12-8 90,-13 11 0,-8 14 0,-2 16-45,-9 18 0,-5 5-45,0 5 30,-1-7 0,-2 6 0,-1-7-30,-3 4 45,-4 0 0,-3 0-225,-10-6-225,4-13 1,-3-3-406,-10 0 810,0-6 0,10-8 0,5-3 0</inkml:trace>
  <inkml:trace contextRef="#ctx0" brushRef="#br0" timeOffset="95416">3632 5964 7803,'15'-14'1349,"-3"0"-1169,-15 7-90,-6 3 179,-23 7-179,-8 11-90,-1 4 0,2 9 0,23-1 0,21 5 0,5 1-90,2 4 30,3-8 0,5 3 1,-2-3-121,3 13 135,-4-9 0,-6 1-90,-12 0 0,-8-2 90,-5-7 0,-4-1 45,4 0 0,-2-3 0,-26 0 90,16-20 0,4-2 0,2-12-90,18 1 45,23-24 0,11-7-45,-13 19 0,0-1 0,2-2 0,3-5 0,0 0 0,-4 5 0,-3 3 0,-2 2-1569,3-16 1,-8 2 1658,-21 3-462,-6 5 0,-7 3 327,-3 6 0,-3 6-256,-14 5 0,0 5 0,15 3 0,2 3 0,-1 9 0,1-1 0</inkml:trace>
  <inkml:trace contextRef="#ctx0" brushRef="#br0" timeOffset="95614">3837 6259 9152,'6'-10'60,"-15"20"0,-7 5 0</inkml:trace>
  <inkml:trace contextRef="#ctx0" brushRef="#br0" timeOffset="96345">2276 7085 9332,'1'-11'629,"8"57"-719,-10-16 0,-2 4-30,2 2 0,0 5 1,-3-1-16,-5 9 0,-3-1-45,1-12 0,-1 0 0,1-3 0,0-2 0,-1-2 90,1 3 0,1-4 0,2-6 90,14-16 0,4-15 90,9-12-90,4-12 90,-4-1 0,1-3-45,-5 10 0,1 1-45,4-6 0,1 5-270,10 6-179,2 20 269,-7 3-540,7 1 360,-17-3 360,5-1 0,3-2 0,1-2 0</inkml:trace>
  <inkml:trace contextRef="#ctx0" brushRef="#br0" timeOffset="96563">2648 7341 6903,'32'-35'450,"-15"15"-90,4-17 269,-17 22-449,-6 16 0,-6 31 0,-1 15-1819,3-16 1,0 1 1629,0 2 1,0 2 0,1-3-82,5 1 0,2-3-1279,5 17 1369,1-19 0,1 0 0,8 11 0,5-12 0</inkml:trace>
  <inkml:trace contextRef="#ctx0" brushRef="#br0" timeOffset="96809">3017 7216 8882,'13'2'449,"32"0"1,6-1-540,-8-1-600,1 0 1,9-1 0,-9 0 33,-6-4 1,-8 1-1,-2-1 1,-8-3 0</inkml:trace>
  <inkml:trace contextRef="#ctx0" brushRef="#br0" timeOffset="97012">3193 7175 9871,'4'35'720,"-4"13"-630,-1-20 0,-1 5-1183,-3 10 1,-1 6 0,1-5-547,0-4 1,0 0 1091,1 0 1,-2 4 0,3-7 0,-1 7 0,2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6:58:17.267"/>
    </inkml:context>
    <inkml:brush xml:id="br0">
      <inkml:brushProperty name="width" value="0.09071" units="cm"/>
      <inkml:brushProperty name="height" value="0.09071" units="cm"/>
      <inkml:brushProperty name="color" value="#C00000"/>
    </inkml:brush>
    <inkml:brush xml:id="br1">
      <inkml:brushProperty name="width" value="0.12095" units="cm"/>
      <inkml:brushProperty name="height" value="0.12095" units="cm"/>
      <inkml:brushProperty name="color" value="#C00000"/>
    </inkml:brush>
  </inkml:definitions>
  <inkml:trace contextRef="#ctx0" brushRef="#br0">16554 14500 8072,'-6'-7'810,"8"-2"-270,12 7-271,5 0 91,7 9 540,10 23-630,-17-8-91,4 19-89,-19-15 180,-3 18-270,2-15 90,11 10-90,15-31 0,4-7 0,-4-13 0,8-9 0,2-3 0,-6 4-156,0-1 0,2-4 78,-6 5 1,6-6 0,4-2 0,1-2 0,0 0 0,-4 2 0,-6 5-883,2-3 1,-6 4-1,4-3 960,3-1 0,5-5 0,1 0 0,-3 2 0,-6 6 0,-4 2 0,-3 4 0,3 0 0,0 0 0</inkml:trace>
  <inkml:trace contextRef="#ctx0" brushRef="#br0" timeOffset="1918">15347 10738 9152,'4'-12'1079,"0"1"-899,0 11 0,1 2-90,-1 5 270,2 15-270,-4-11 0,5 16 0,-4-4-90,2 7 89,-1-2-89,-1-6 0,6 2 0,4-20 0,16-8 0,7-9-1093,-3-5 1,2-6 0,-1 1 1053,-3 3 1,0 1 0,0-2 38,2-2 0,2-2 0,0-1-90,-3 0 0,2-1 0,-1-1 1,-3 4-406,4-5 0,1 1 210,-3 2 0,5-4 1,-1 1-1,-7 6 1,9-6-1,-4 5 1</inkml:trace>
  <inkml:trace contextRef="#ctx0" brushRef="#br1" timeOffset="5831">17180 8252 21719,'0'-10'-3277,"11"-6"2552,-3 8 1486,19-7 435,0 17-1109,4 14-763,-7 10 133,-23 18 0,-11 5 174,-3-13 0,-3-1 559,3-4 0,0 2 0,-1-4-212,-3-4 0,1-4-962,-5 4 583,9-11 820,1 0 390,46-33 1020,-19 8-1363,8-5 0,3-4-120,-4-2 1,-3 0-53,5-4-198,0-2-1,1-2 20,-3 0-159,7-8 119,-13 17-588,-11 19 404,-12 20-257,-2 4 0,-1 4 45,-1-1 1,1 2 359,-2 15 1,5 2-923,9-12 1,4-2-638,1-2 1,4-4 1402,20-5 0,2-23 0,-9-3 0</inkml:trace>
  <inkml:trace contextRef="#ctx0" brushRef="#br1" timeOffset="6065">17827 8532 11112,'-4'4'718,"1"-2"-351,-17 33-653,10-18 278,-16 16 1,-1 2-1,5-10 1,-1 1-1,0 0 1</inkml:trace>
  <inkml:trace contextRef="#ctx0" brushRef="#br1" timeOffset="6782">18163 8365 12019,'15'-18'2307,"-5"5"-2143,-16 15 237,-8 16-385,-5 4 90,5 3 1,3 4-614,10 18 180,-6-2-31,22-24 1,6-6-84,11-15 378,2-7 1,1-3 34,2-5 81,-15 1 1,0-2-207,8-20 299,-12 15 136,12-15 170,-18 58-643,-12 23-70,-1-9 1,-3 4-66,-3-3 0,-3 3 0,-1-1-38,1-3 1,-1-1 0,0-1 132,-2 10 1,0-2-561,-2-3 0,2-8 475,5-18 113,-3 5 569,-5-12 11,-1-11-296,-3-3 305,4-39-559,13 23-8,7-25 11,10 27-322,17-13-616,4 4 604,-12 11 0,1 1 1,14-8-1,-1-2 1</inkml:trace>
  <inkml:trace contextRef="#ctx0" brushRef="#br0" timeOffset="6988">19218 8486 8072,'13'-3'180,"7"1"-1079,-12 2 899,5 2 0,-17 5 0,-4 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6:58:43.204"/>
    </inkml:context>
    <inkml:brush xml:id="br0">
      <inkml:brushProperty name="width" value="0.09071" units="cm"/>
      <inkml:brushProperty name="height" value="0.09071" units="cm"/>
      <inkml:brushProperty name="color" value="#C00000"/>
    </inkml:brush>
    <inkml:brush xml:id="br1">
      <inkml:brushProperty name="width" value="0.12095" units="cm"/>
      <inkml:brushProperty name="height" value="0.12095" units="cm"/>
      <inkml:brushProperty name="color" value="#C00000"/>
    </inkml:brush>
  </inkml:definitions>
  <inkml:trace contextRef="#ctx0" brushRef="#br0">9542 8228 6004,'-10'-3'449,"0"0"-269,5 0 0,-1-1 0,1-1 0,-1-1-90,2 1 90,-2 2 180,-1-3-181,1 2 361,-7-4-360,8 4 90,-5-2-90,6 4-180,9 0 0,6 0 30,21 2 0,13 0 0,-4 0 15,-9-1 0,4 1-45,1 0 0,11 0 0,6 0 0,0 0 0,-3 0 0,-9 0-181,-3 0 0,-6 0 1,6 0 194,-2 0 1,4 1 0,4-1 0,0 0 0,0 0 0,-3 0-211,9 1 0,-2-1 0,-1-1 0,-1 1 218,-4 0 1,-2 0-1,0-1 1,3 1-614,0-1 1,3 0-1,1 0 1,-3 0-1,-6 0 591,11-1 0,-5 0-414,-6 0 0,1 0 0,-6 1 504,6-1 41,-6 0 1,-2 1-132,-11 1 0,10-1 0,-22 1-281,8 0-1518,-7 1 2470,2-2 0,-8 1 1,-2 0-1</inkml:trace>
  <inkml:trace contextRef="#ctx0" brushRef="#br0" timeOffset="543">11124 7882 7713,'10'-1'539,"10"7"-449,23 12-45,-8-2 0,1-1 0,-11-5 0,0 0-45,7 2 0,1 2 0,0-2 0,-1 1-45,-7-3 0,0 0 45,8 4 0,-1-1 0,10 5 270,-14-5 90,-56 7-1966,4-5 0,-4 1 1426,-7 1 0,-5 2 0,2 0-180,-3 4 0,1 1 157,4 2 1,-1 3 0,3-2 0,3-2 0,2-1 0,0 0 0,1-1-1,-1 1 1</inkml:trace>
  <inkml:trace contextRef="#ctx0" brushRef="#br1" timeOffset="3363">5675 10753 10188,'-10'-12'-1378,"1"1"996,4 5 322,0 1 77,-3-2-21,3 3 128,-1-2-155,-2 8 131,4-1 683,-4 12-351,1 16 0,0 6 107,-2 13-372,4-11 1,-2 10-1,2 1 1,0-7-557,2-7 1,1 2 498,0 0 0,0 9 1,0 2-1,1-2 0,0-8 16,3 3 1,0-2-251,-1 9 1,1 5 0,1-8-104,0-16 0,0-3-224,3 13 1,0-5-89,-1-11-77,3 17 553,-7-28 0,-3 0 1,-1-1-1</inkml:trace>
  <inkml:trace contextRef="#ctx0" brushRef="#br1" timeOffset="3847">5334 11595 9498,'-6'-11'-112,"0"1"-3165,21 37 585,-7-15 2523,16 24 0,4 4 67,-6-13 500,2 3 1,2-1-489,0-4-136,5-1 152,-9-8 29,-3-7 55,-5-10 245,12-9-28,2-9 1,1-3 46,-7 5 1,-1 0 17,9-10 0,0-3-183,0-5 0,-2-2-206,-1 4 1,1-4 123,1-1 1,3-3 0,-3 2 0,-3 2-1,-1 1 1,2-2 0,1-1 0</inkml:trace>
  <inkml:trace contextRef="#ctx0" brushRef="#br0" timeOffset="17801">8088 16849 5845,'-4'-8'-179,"-1"-1"1134,2 4-1045,-1 0-1349,1 0 1533,-7 6 1,0 1-1,-6 4 1</inkml:trace>
  <inkml:trace contextRef="#ctx0" brushRef="#br1" timeOffset="37678">17952 15148 22382,'10'-1'900,"-1"-1"-191,-2 2-634,-1-2 616,6 0-468,-4 0 95,7-2 23,0 0 248,0-1-270,3 0-43,-5 2 53,6-3 2947,-5 1-2307,6-2-938,-2 0-161,-2 1-108,0-2-99,-8 4-11,-1-1-270,-1 1 163,4-4-340,-2 2 256,5-7-216,-6 7 201,4-4-33,-7 7 121,2-3 158,-1 1 47,2-2 148,-2 2-121,6-5 268,-5 4-271,4-3 265,-3 3-119,-2 1 221,0 1 4,2-1 256,0 2 150,3-3-116,-2 2 193,1 0 6,1 0 114,-4 2-74,3 0-186,0 2-269,-1 1-693,2 0 312,-5 1-795,1 0 199,0 0-358,4 2-40,-3-1 28,3 1 241,1 3 127,-4-2-310,4 4 493,-2 0-346,-2-1 18,0-1 108,-2-1-15,-3-2-312,3 2 409,-2-1-129,2 5 204,-1-2 64,0 2 31,1 2-98,-3-6-90,-1 6 371,0-3 46,0 4 272,0 3-10,0-3 6,-1 1 77,1-5 87,0 0-23,2 6-153,0 0-181,1 2-17,0-4 18,1-1 239,3 0 231,2 1 182,1 0 276,-2-4 28,-1 0 215,-3-4-29,4 2 156,-3-2-281,3 2-169,-3-2-122,-1-1 95,3 1-137,-1-1 39,3 2-67,2 1-137,-1 0 78,2 2-247,-3-3 164,-3-1-495,0 0 348,1 0-350,-2 0 62,4 3-144,-3 0-59,0-2 75,3 5-229,-6-7-2748,4 8 1430,-1-4 1451,0 1-18,0-1 219,2 1 270,-5-5-77,6 3 337,-4-1-42,1 0 76,-1 0-37,-3-2-476,1 1 148,-2-1-733,3 5 219,-2-1-580,2 2 263,-1 0 43,-1-4 112,0 0 420,2-1 287,-2-2 656,6 4 191,1-2 556,3 2-30,2-2 240,-4-1 47,0-1-36,-3-2-351,7 2 727,-2-1-1060,10 2-358,-3-2 67,-2 1-436,6 1 3028,-9-1-2918,3 0-350,0-1 10,-4-1 35,8 1 71,-3-1-74,-1-1 185,-1 1-69,-4-1 195,0-1-54,2 1-92,4-1-3,-5 0 3,2-1 64,-5 0-177,4 0 107,-7-1-305,8 1 127,-9 0 20,10-1-132,-8 1 128,9-2-233,-9 3 130,8-3-134,-7 3 326,3-2-220,-5 3 90,4-2 110,0 1-162,4 0 117,-2 0 16,-4 2-198,8 1-201,-8 0-63,6 1-154,1 3-177,-8-2-60,7 3-77,-5 2-430,-6-4 85,5 5-9,-8-6-43,5 11-386,-4-9 183,3 11-74,-1-4 90,-1-1 442,3 2 290,2-1 365,-1-3 377,3 2 269,2-1 472,-4-4 42,6 3 250,1-2 193,-4-2-204,8 1-24,-6-3-77,3 0 69,-6-2-208,0 0 51,1-1-53,-2 0-166,4-1 45,-6 0 78,0-2-313,-1 1 101,5-3-403,-4 2 0,6-3-84,0-4-551,-6 4 142,5-4-510,-6 3 18,-2 1-93,5-4 247,-6 5-96,3-3 55,-3 2 242,5-5-114,-3 2 118,2-3 266,0-2-291,-3 5-2,2-5 79,-3 4-262,-1 2 277,3-5-38,-2 3-161,-2-1-142,0 1-24,-3-1-207,0 1 185,-2-3 113,0 1 121,0 2-224,0 0 443,4 0 13,-1 4 288,6-3 927,1 4 383,1-1 65,8 1 164,-2 2 274,2 1 38,-4 1-48,-1 1-229,6-1-542,-2 1-529,11 0-139,-8 2-346,-1-2-221,-4 2-105,-2-2 145,2 2 45,2-1-63,2 2 488,-9-2-581,10 2 197,-11-2-236,6 1 352,0 1-155,-6-2-36,9 2 108,-5-1-461,0-1 652,-1 0-137,0 0 126,-1 0-26,2 0 21,2-1 729,-5-1-662,4 1 233,3-1-188,-3-1-41,5 1 190,3-2-162,-9 1-37,9-1-701,-6-1 431,2-2-225,-1-1-50,-2 0-104,-1-1-107,1-4-178,-1 1 83,5-7-74,-3-1-113,-1 0 178,0-4-70,-4 2-66,-2 2 82,2-13-27,-4 10 67,2-5 26,-2 7 246,0-4-2,0 6 82,1-9 137,-3 14 175,4-17-20,3 2 186,-1 0 57,9-11 80,2 10 216,-2 0-243,1 6 1,1 1 429,-4 5 21,12-10 118,-2 1-209,-10 11-165,3-1 1,1-2 255,8-3-146,1 0 67,5-1-98,-4 6 83,-5 2 36,18-3 137,-25 10-60,12-4-83,-11 6 91,-10 3-45,21 0-130,-18 0-142,19 3-165,-17-1-223,5 1-93,-2 2-224,-7-2-32,10 6-300,-9-1-212,4 4-7,-4 1-222,-3 6-275,-3 5-274,-2 6 820,-8-2 1,-2 0-477,-1 2 869,-7 9 1,-3 1-99,-3 0 388,4-9 0,-2 3 0,2-3-280,4-8 0,1-1 572,-8 14 0,0-3-72,3-4 582,-8 13-278,8-14-270,1-1 1,0-1 13,5-7-114,-7 9 0,-1 0 857,8-12-850,-4 7 1,-1 0 33,2-3-26,-6 13-61,1 1-17,7-11-50,-3 5-31,10-17 556,0 1-754,-3 8 44,0 7-123,-1 0 96,1 2-67,7-16-151,2 8-148,1-8 77,6 18 300,-4-17 10,6 10 217,-5-11 29,2 4 90,1 2 150,4 10 212,-5-12-91,12 17-17,-6-16 207,5 6-163,14 6 175,-16-18 129,22 13 156,-18-15 139,18 5 59,1-3-548,-3-2 0,1-1 453,5 1-549,6-1 0,0 0 365,-1-1-462,-9-1 0,3 0-10,1 0 0,-3 0 75,7 1-204,-8-2 1,-2 1-89,-6-1-26,-1 1 0,1-1-17,9 3-26,2 0 0,0 0-40,-8-2 39,6 1 1,1 1-23,-9-3 35,-5-1 0,1 0 17,17 3 32,-9-2-18,-8-1 0,-1 1 15,-1 0-37,19 4-22,-24-4-77,0 0-125,0 4-112,-10-2-217,3 7-312,-7 0-440,-2 6-114,-4 13-181,0-13 146,-2 23 70,2-22 166,-1 14 383,0 3 161,1-16 515,-2 20 285,2-27 9,-3 14-28,2-18 106,-2 3-3331,-2 5 3477,1-9 90,-12 22 141,9-22 161,-9 11-70,4-10 309,-3 1-87,-5 1-28,-4 0-22,-3-3 786,3-3 0,-1 0-130,-8 1-1135,6-2 0,1-1 555,5 0-668,-5-1 1,0 0 336,3-1-331,-20 1 1,-2-1 241,14 0-432,-4 0 1,-8 0 0,6 1 144,-4-1-128,-6 1 0,2 1-256,13-3 227,0 1 0,0 1-25,5-2-43,-14 3 0,-3 0-42,-3 2 9,8-2 1,0 1-6,12-2 0,1 1-9,-4 0 0,0 0-28,-10 2-56,-9 1 68,17-4 44,7 0 3,-9-1 79,2-1 59,-1 0-54,7 0 0,1-1 45,-6 0-51,1-1 1,0 0-9,-10 0-57,7-1 0,-6-1 1,2 1-180,0 1 1,1-1 153,-12 0 0,1 0-461,7 1 0,2-1 451,3 1 1,-3-1 11,6 0 1,-2 0 0,-3 0 35,-11 0 1,-4-1-1,4 0-31,5 0 1,1 1 9,-2-2 1,-3 0 0,5-1-37,6 0 0,3-1-1364,-7 0 0,0-1 1337,10 2 0,-1-1-35,-10-4 1,2 0 515,-3-1-586,4 0 1,-1-1-219,-8-5 166,24 6 0,-1 0-16,-3-2 0,0-1 47,5 2 0,-1-1-133,-10-8 1,0-1-139,-3-1 241,3-2 1,2 0-285,6 4-12,-4-6 42,16 13 3410,-4-4-3366,-5-7-2833,2 4 2452,0-2 638,6 8-7,-8-8 159,5 6-1,-4-5 103,-1 0-20,11 8-79,-20-16 3308,15 14-2901,-16-11-241,8 7 19,-11-4 82,14 11-28,-2 2 0,0 0 271,-2 1-153,2 1 0,-2 1 249,-3 0 68,-12-1-7,10 1-120,-17 2-249,19 3 1,0 2 310,-19-2-371,16 3 0,3 1 196,3 0-28,-21 3-40,26-4-283,-6 2 0,-3 1 24,-19 0-91,15 0 1,0-1 4,5 0 1,0-1-53,-6 1 1,1-1 67,-9 1-3,16-2 1,0 0 54,-2 1-94,1-1 97,5 1-15,-18-1-18,10 0-53,-9 0-100,10-2 20,1 1 101,-9-3-170,17 2 30,-2-2-91,14 1-53,0 1-38,-14-7-145,9 2 31,-9-4-82,11 4-50,-1-2-52,-3-2 26,-2-1 79,-6-4 59,8 5 262,-6-2 81,5 4 59,-1 1 204,-15-3 198,15 7-56,-9 0 1,-3 1-2996,-11 7 3470,-4-2-614,-2 8 374,22-4-224,-14 6 53,12-4-270,-9 3-164,19-6-147,-16 2 76,21-7 3153,-10-2-2893,12-10-108,4-3-1250,4-18 493,4 8 0,3-3-334,2-5 1,2-4 0,-1 2-214,2-7 0,1-1 959,3-2 1,4-3 0,-2 5-210,-2 12 1,1 2-333,3-8 0,1 4 1102,-2 12 0,-1 3 729,7-5-11,12-4 0,2 1 385,-2 4-773,-6 4 0,6-1 0,-6 3 2732,4 1-2062,10 0 0,4-1-517,-20 9 0,-1 1-55,12-4 0,1 2-76,-12 3 1,0 2-211,4-1 1,-2 2 175,8-2-313,-7 1 0,1-1 497,7-2-351,3-2-73,-9 1 1090,-8-6-1624,-7 1-94,4-8-95,-10 6-359,1-18-581,-9 10-372,1-21-104,-7-3-379,-2 0 312,-1 3 56,-5-2 171,3 19 219,-2-8 286,9 1-45,18-4 1217,-4 6 360,15-3 1,-10 18-1,5-3 1</inkml:trace>
  <inkml:trace contextRef="#ctx0" brushRef="#br0" timeOffset="41694">19629 14617 7803,'-11'-1'989,"2"0"-359,-1-8-361,-7-17-224,3 3 0,-1 0 45,-8-15-90,6 10 0,-1 0 0,-7-12 0,3 6 0,6 10 0,2 3 0,6 11 0,-10-12 0,13 17-3277,-15-10 3162,12 11 115,-29-8 0,20 11 0,-23-1 0,16 4-90,-5 3 90,0 1 0,6-2 3276,0 1-3160,6-2 64,1-1-180,2-4 90,10-5-180,2 1 90,35-16 0,-8 13 0,7-3 0,6 0 0,-3 4 0,1 2 0,1-1 0,0 1 0,-6 1 0,1 1 0,10 0 0,-3 2 0,6 0 0,-6 1 0,1 0 0,5 3 0,-20-1 0,0 0-1639,5 3 1,0-1 1523,10 1 115,-7 1 0,-2 0 0,-9 0 0,22 5 0,-28-5 0,14 7-2268,-11-3 2268,3 1 278,-3-1-278,-11-6 0,6 3 0,1-1 90,8-2-180,-2-2 90,-2-2 2496,-8-3-2496,-3 1 2976,0-1-3066,2 0-3187,-29 25 3162,14-13 115,-11 11 0,-1 0 0,5-3 0,-4 10 0,-1 4 0,-6 12 0,6-8 0,2 3 0,4 0 0,3-1 0,-1 11 0,6-15 0,2-1 0,4 0 0,7 13 0,-3-21 0,2 3 0,5-11 3276,-3-1-3160,11 5-116,-5-5 0,7 9 0,-9-6 0,5 10 0,-12-16 0,4 9 0,-4-9 0,3 3 0,-4-5 90,11 4-90,-9-7 90,26 12-90,-19-14 90,27 8 0,-27-8-90,24 8 235,-22-5 183,11 3 371,-8-1 280,5 1 141,-10-3 197,8 1 198,-15-4-107,4 0 35,2-7 109,-3 1-398,12-15-949,-14 8-248,6-9-392,-4-2-332,-6 10-17,7-11-111,-8 11-492,0 1 133,0 1 643,0 3 383,0 6 865,-2 15-1443,-1-5 60,-3 11 41,-6 4 289,2-12 177,-2 10 0,-1 0-284,0-5 271,-8 15 1,-1-1-949,4-10 1464,-11 11 0,-4-2 491,-4-6-298,6-7 0,-2-1-39,4-5 0,1-2 602,-16 6-518,11-8 1,1-1 581,-2 0-593,-2-1 0,0-1 507,-1-2-589,1 1 0,1-1 238,3-2-161,-21 4-150,29-2-328,-20 6-34,11 5-401,6-2-118,1 4-259,14-6-426,0 2-68,0 8-301,2-7 138,0 11-115,5-13 256,-1 10-71,1-4 92,1 3 479,0-3 63,-5-1 615,-12-3 861,5-5 126,-16-2 718,13-7 231,-8 0-9,-3-2-5,-7-8-359,-7-12-593,11 5-1025,8-9 0,4-1-592,3 0-1,0-4 0,1-3-1002,-2-14-7,3 2 895,3 14 0,-1 1-536,3 7 819,-6-2 1,-1 2 66,-1 11 833,-20-9 325,-6 19 898,10 1-709,1 6 1,-1 4 984,-3 6-1084,7-3 1,-1 1-59,1 3 1,2 0 474,-13 7-930,7-1 0,1 0 44,1-1-465,7-4 0,0-2-287,2-2 147,-15-1 457,15-5 54,-12-3 1,0-1 200,10-3-106,-25-2 62,10-7-2017,13-1 1,0-1 1168,-18-9-5,8-8 1,5-5-263,14 8 0,3-2 48,-3-6 1,-1-4 0,3 2-291,3 1 1,2 0 294,3 1 0,1-3 0,3 1-148,6-7 1,3 2 197,0-5 0,2 2 480,2 2 1,1 5-950,6-5-337,-8 14 0,-1 3 1116,-1 3 175,6-10 1,2 0 97,1 5-120,-4 3 1,3 0-836,-2 4 1,0 1 778,5-5 735,2-1 0,-1 1-508,-7 9 0,4-3 0,0 0 2358,5-1-2358,9-4 0,4-3-45,-11 13 0,-2 0 45,2-1 2943,14-3-4832,-26 10 1889,1 0 0,-4-2 0,-6 3 0</inkml:trace>
  <inkml:trace contextRef="#ctx0" brushRef="#br0" timeOffset="44328">18776 14062 7892,'14'4'540,"-2"1"90,-6 13-540,-5-7 224,-14 19 1,-7 4-225,1-9 0,-1 1-1250,-4 8 1,-2 0 1204,-1-3 0,-4-1 196,2-6 0,-5-1 0,-1 0-219,2-4 1,-2-1-1,-1 0 1,1 1-1,2-1 1,0 1-1,0-1 1,-1-2-23,-2-1 0,-2-1 0,1-2 0,5-1 0,-3 0 0,2-1 0,-5 2 0,-1 0 0,-1 2 0,2 0 0,-5 1 0,10-2 0,3 1 1866,8-2-1866,1 1 0,0 1 0,-6 5 0,1 5 0,0 0 0,5-5 0,-4 9 0,2 0 0,8-7 0,0 1 0,1 0 0,2-3 0,-13 18 0,9-18 225,-4 4 0,0 1 512,2-6-157,-1 3 0,-1 0 837,-5 0 161,2 1-589,1-8 1,1-1 1239,4-5 134,-17 10-470,12-10-62,-2-2-197,4-1-226,-13-5-677,19-2-517,-29-13-635,23 1-162,-7-13 0,1-6-237,11 10 1,2-1-820,-7-12 1,2 1-952,1-6 951,7 7 1,1-1 357,3 10 1,1 0 25,-3-6 1,1-3 409,0-6 1,1-1 300,0 4 0,1 0 192,-2-5 0,1 0 122,1 3 0,0 4-161,2-7 384,6 3-78,9-7 47,2 7 629,5 4 0,1 0-610,4-1 236,-8 10 0,2 2-217,12-5-1254,-2 10 1,2 0 1253,-8 5 0,-1-1-464,11-4 1,-2 2 553,-5 3-90,3-1 0,2-1 0,3-3 0,-3 2 0,5-4 0,-4 2 530,4-3-530,3-4 0,1 0 0,-2 2 1447,-5 3 1,0-1-1448,6-2 0,-11 7 0,-2 1 1499,-4 4-1499,21-13 0,-17 10 0,9-7 0,0 1 0,-5 2 0,7-5 0,-2 1 0,-16 10 45,9-6 0,3-5 0,-7 2 0,0-1 0,5-11 0,0 0-45,-6 6 0,-2-1 0,-6-2 0,-4 0 0,-5-4 0,0 0 0,-5 10-90,-2-4 90,-1 10-90,-3-19 0,2 19 1,-5-24-1,6 19-45,5-12 0,3-1 45,7-1 45,3 3 0,2 3 45,2 7-45,-2 6 0,2 2 45,12-4-45,2 3 0,1 1 45,7-1 0,-15 8 0,3 1 0,13 1 0,1 0-1639,-3 2 1,1 0 1629,-7 1 1,2 0 0,0 0 8,4 2 0,0 0 0,-6 2 90,9 2-90,-2 0 0,-1 1 0,-13 4-90,15 3 0,-13-1 90,-6-1 0,-5 3 3276,-6 5-3160,0 12-116,-2-5 90,-5 2-90,-3-8 0,-2 6 0,0 3 0,-1 16 0,-3-1 0,0 3 0,0-17 0,-1-1 0,-9 21 0,4-18 0,-1-1 45,0 1 0,0-2-45,-8 15 45,4-4 0,1-1 45,3-6-90,-1 2 0,1 1 0,1 10 90,2 0-90,4-15 0,0 1 0,1-4 0,1 0 90,-2 12-90,0-3 0,-1-1 90,1-5-90,-4 10 0,0-2 0,2-15 0,-2 3 0,-2 1 90,-14 12-90,-1-4-135,-4 0 0,-3 1-1504,10-11 1,1-1 1483,-3 2 1,3-2 0,-7 9 0,20-20 0</inkml:trace>
  <inkml:trace contextRef="#ctx0" brushRef="#br0" timeOffset="46777">20484 16389 8882,'5'-11'2249,"1"2"-1710,-4 5 541,2 1-900,1 9-90,-3-2-90,1 13-180,1 1 180,-2-4-90,11 5 90,0-16 0,9-1 0,20-18 0,-13 1 0,3-4-30,6-5 0,4-4 0,-2 2 30,-9 6 0,-3 1 0,2-1-60,10-7 0,1-2 0,-5 4-1579,-7 5 1,-4 3 818,13-11 1,-15 12 0,-20 12 0</inkml:trace>
  <inkml:trace contextRef="#ctx0" brushRef="#br0" timeOffset="48262">7476 8391 9602,'4'-11'-360,"5"-2"1079,7-3-359,-6 5 90,10-5-270,-16 13 90,6-3-180,-4 8 179,6 16-179,-5-5 0,0 12 0,-1 1-90,-3-8 90,7 26-90,-4-32 90,13-1 0,23-25-1183,-7-6 1,6-7 0,-1-1 873,-2 2 1,0-1 0,2-2-52,-2-1 0,3-2 1,-1 0-1,-3 2-14,0-1 1,-3 1-1,-3 2 1,1-2-1,-4 3 1,-9 8-1,0-1 1</inkml:trace>
  <inkml:trace contextRef="#ctx0" brushRef="#br0" timeOffset="50178">17572 15843 9961,'5'-10'1439,"0"2"-1528,-9 20-1,3-8-90,-4 16-450,5-7 450,0-3-90,8 8 270,2-11 90,15-1-3212,18-17 3212,-10 4-120,-2-8 0,5-4 0,-6 2-150,1-2 180,-1 1 0,6-3 0,-9 3 0,-8 4 0,15-10 0</inkml:trace>
  <inkml:trace contextRef="#ctx0" brushRef="#br0" timeOffset="51795">5333 9485 8342,'19'-19'0,"-3"3"720,10-8-540,-13 13 90,17-14 269,-11 13-449,-6 4 0,9 5 0,-14 10-90,2 8 0,-4 4-3277,2 17 3252,-3-14 115,5 11-90,-4-23 0,18-10-1089,2-18 0,2-8 1089,1 1 0,2-5-56,-3 0 1,3-8 0,3-3 0,-2 2 0,-4 4-387,-1 1 0,-4 3 1,3-3 459,-2 2 1,4-4-1,0 0 1,-2 3-1,-6 6 1,-2 3-1,-4 4 1,14-15-1</inkml:trace>
  <inkml:trace contextRef="#ctx0" brushRef="#br0" timeOffset="53246">18118 14056 9512,'13'-14'2068,"-2"3"-1978,-1 7 90,-12 20-180,0-4 0,-7 12-270,0-3 90,4-7 1,-3 13 89,25-18 180,-6-2 89,32-20 46,-14-5 0,4-6-105,-2 0 0,3-3 0,1-1-132,-2 2 1,0 0-1,2-2 1,0-1-97,-5 3 0,2-3 0,-1 0 0,-1 1 0,-1 1-312,10-7 0,-3 1 1,-2 0 419,-2-2 0,-1-1 0,-7 4 0,-9 8 0,-4 1 0,4-24 0</inkml:trace>
  <inkml:trace contextRef="#ctx0" brushRef="#br0" timeOffset="54578">8546 8762 9691,'6'-10'180,"-1"4"0,0 0 90,-1 3 270,6 2-1,2 5-359,2 12-180,-5-5 90,-2 19-90,-4-15 0,3 5 90,9-13-90,-4-11 90,25-20-45,-18 7 0,0-1-45,1 0 0,0-1-450,6-8 1,-3 2-361,-3 4 810,10-8 0,-23 25 0,1 0 0</inkml:trace>
  <inkml:trace contextRef="#ctx0" brushRef="#br0" timeOffset="55263">9303 8695 8972,'2'-14'1079,"2"0"-809,-3 7 90,4 0-90,5 10-270,-3 0 90,3 6 180,-3 15-270,-4-10 89,2 21-178,-4-23 89,1 10 0,13-19 0,-6 3 0,12-14 0,3-8 0,9-15-180,-7 8 0,1-2-1459,-3 0 1,-2 1 1467,4-5 1,-5 4 0,-16 21 0</inkml:trace>
  <inkml:trace contextRef="#ctx0" brushRef="#br0" timeOffset="62351">17168 16073 6453,'-41'1'-135,"9"1"0,14 1 0,5-1 1</inkml:trace>
  <inkml:trace contextRef="#ctx0" brushRef="#br0" timeOffset="88678">20917 2827 7173,'-1'-10'1349,"-3"-12"-1079,2 9 540,-1-17-1,4 12 810,3-14-1529,-1 14 450,2-1-180,-4 45-181,-3 9-119,-3 6 0,-2 10 0,0-2-60,-1 0 0,0 0-30,0-3 0,-1 4 0,1-6-15,2-6 0,0-7-44,1 2-1,2-10-90,5-24 90,2-7-90,8-34 180,-4 16-45,-1-7 0,1 0-45,1 9 0,8-10-90,23 19 180,-18 10 0,17 0-90,-5-2 90,-15 3-45,11-9 0,2-8 0,-6-16 0,-2-2 45,-1 12 0,0-1 0,1-16 0,-5 2 90,-6 11-90,0 4 90,-3 13 0,-9 35 0,-5 16-30,0 1 0,-2 5 0,1-1-60,0-2 0,1-1 0,-1 1-864,-1 6 1,1 0 0,1-6 818,2-11 0,2-4-909,3 4 0,1-2-35,3 8 989,13 4 0,-9-28 0,6-3 0</inkml:trace>
  <inkml:trace contextRef="#ctx0" brushRef="#br0" timeOffset="88917">21472 3104 9602,'4'-4'1619,"-1"1"-1170,1 31-1078,-3 8 359,0-2 270,5 14 0,-1-33 0,6 11 0</inkml:trace>
  <inkml:trace contextRef="#ctx0" brushRef="#br0" timeOffset="89145">21628 2823 9422,'-1'-25'449,"0"3"-269,2 15-360,-1 0-179,6 8 359,3 7 0,2 4 0,-1 3 0</inkml:trace>
  <inkml:trace contextRef="#ctx0" brushRef="#br0" timeOffset="89584">21859 2913 8882,'14'-2'2698,"-4"0"-2158,-27 21-450,0-3-90,-2 0 0,-1 2-450,-6 19 270,14-15-359,20 23 269,6-27-180,15 20 180,-16-6 270,-4-9 45,-20-2 0,-7-1 45,-8-3-90,2-2 0,0 0-270,-8 2-269,6-3 539,5-1 0,10-7 0,4-1 0</inkml:trace>
  <inkml:trace contextRef="#ctx0" brushRef="#br0" timeOffset="89896">22135 2790 8612,'0'-21'2249,"1"-1"-2069,-5 24-90,2-2 89,-9 32 1,-2 15-135,6-14 0,-1 2-105,0 0 0,0 3 0,2-2-120,0 2 1,3-3-496,4 2 0,2-3 46,2-1 629,13 9 0,-4-30 0,6 2 0</inkml:trace>
  <inkml:trace contextRef="#ctx0" brushRef="#br0" timeOffset="90118">22090 3052 8972,'10'-12'1889,"-5"4"-1934,26 2 0,9 2-1594,-12 1 1,-1 0 1537,9-1 1,-2 1 0,14-4 0,-29 4 0</inkml:trace>
  <inkml:trace contextRef="#ctx0" brushRef="#br0" timeOffset="90511">22490 2996 9152,'7'-4'2159,"-1"-2"-1440,-45 27-629,18-5-180,-9 9 0,0 3-270,5 15-90,19-10 1,3 1 269,1 1-90,26-12 0,6-10 180,11-40 135,-14 20 0,-3-2-45,2-33 135,-33 6 0,-10 0-90,4 12 0,-1 1-135,-8-15 0,0 3-180,-7 9 270,5 26 0,15 7 0,-4 8 0</inkml:trace>
  <inkml:trace contextRef="#ctx0" brushRef="#br0" timeOffset="91497">22887 2993 9602,'-3'-31'2698,"-20"3"-2158,-16 8-360,-7 15-315,10 28 0,3 8-225,4 2 45,8 2 0,9-1-134,20-6 179,10 0 180,1-16-180,20-15 180,-13-4 90,12-7 0,-17-2 0,-2-2 90,-1-2 90,13-14-180,-28 48 90,-2 0-90,-8 28 0,1-17 0,0 2 0,-3 17 0,-1 5-30,2-14 0,0 1 0,0 1 0,0 6 0,-2 1 0,1 0-30,0-5 0,-1 0 0,-1-4-75,-3-1 0,0-3 135,-6 13-90,-11-76 90,20 5 90,0-8 0,4-3 0,12 5 0,3 2-90,-3 5 0,1 1 45,5-1 0,5 2 0,13-5 0,6 2-1684,0-1 1,2-2 1629,0 0 1,3-3 0,-2 1 8,-3 2 0,-1 0 0,-2 0 26,-3 1 1,-1-1-1,-3 1 19,2 0 0,-4-2 45,-5-7 0,-6 3-90,-9 11 90,-6-21 0,-15 28-360,-13 12-179,18 16 359,-3 4-270,50 21 180,-1-18 90,9 6 3366,-14-12-3255,-9 5-6,-12-8 75,0 38 0,-10-17-90,-1 5 0,1 2-90,0-3-1034,5 2 0,3-1 1124,6-8 0,10 18 0,-3-27 0</inkml:trace>
  <inkml:trace contextRef="#ctx0" brushRef="#br0" timeOffset="92647">23722 3062 9062,'-13'-21'2878,"-14"2"-2698,14 18 180,-11 6 0,-4 4-270,4 8 0,1 2-135,-2-2 0,1 3-270,1 14 0,6-1 225,9-8-360,26 17 180,9-40 180,23-7 45,-17-18 1,-1-8 44,-6 4 0,-3 0 0,2-2 0,-4 2 0,-1-1 0,-16 35 0,0 4-45,-3 13 0,-1 3-45,2 14 45,-1-14 0,1 0-45,9 18 0,1-24 0,33-1 180,-9-25-45,-1-23 0,-2-9 0,-17 10 0,-4-1-45,5-13 0,-5 2 0,-11 0 0,-6 32-270,-11 38 90,1 12 45,2-5 0,3-2 45,9-13 180,2-8-90,18-52 0,0-8 0,-3 7 0,0-2-45,0 7 0,-1 2 45,-3 2 0,1 5-90,14 6 90,-19 27 0,13 19 0,-13-12 0,2 4 90,-5-14-90,9-10 0,-5 1 0,25-21 0,-6 3 0,5-7 0,1 12 0,-23 14 90,1 10 0,-15 23 0,1-8 0,-9 24 0,3-8 0,-2 7-90,2 1 0,4-16-360,9 4-2917,9-25 3241,-1 7 1,5-22 0,-8-4 0</inkml:trace>
  <inkml:trace contextRef="#ctx0" brushRef="#br0" timeOffset="93280">23323 3577 9242,'-8'-13'809,"-10"0"-629,0 5-90,-6 2 0,2 11 90,-1 5-180,-7 22-90,14-9-135,11 3 0,5-1 135,8-4-180,15 13 1,3 0 359,-8-10 134,1 9 1,-8-2-45,-20-15-90,-8 6-90,-17-9-360,14-5 1,-8 1 359,18-5 0,6-3 0,2 0 0</inkml:trace>
  <inkml:trace contextRef="#ctx0" brushRef="#br0" timeOffset="93684">23424 3846 11850,'9'-14'2609,"9"1"-2429,5 5-135,1 0 0,-1-1-45,0-1-90,11-8-270,-19-11 180,-9 14-180,-15-29 180,-23 41 90,-16 6-180,20 19 1,4 6 179,-6 9 0,17-13 0,7 0-540,25 12-269,15-15 899,-3-12 0,6-2 0,-3-2 0,1-4 0,1-4 0,-2-2 0,1-1 0,-1 1 0</inkml:trace>
  <inkml:trace contextRef="#ctx0" brushRef="#br0" timeOffset="94364">24026 3656 10051,'-11'-1'2519,"-7"1"-1800,-2 5-359,-3 6 0,-2 3-450,-5 7-270,4 2 0,7 3-899,20 18 1079,-1-10-45,22-12 1,5-6 403,-4-13 271,26 0 0,-31-15 0,-2-4-91,-7 0 1,-2 4 270,-4 3-540,-4 10 90,-12 27 0,-4 12-90,-2 3-68,3-5 1,-3 12-1,0 1 1,3-6-1662,2 0 1,1-2 1599,-2 2 1,-1 3 0,4-3-97,2 2 0,4-5-573,5-12 1,0-2 572,-1 1 0,1-3 135,5-5-90,-5-27 45,-18-33 0,-6-8 45,4 12 0,-5-7 0,-1 0-90,1 8 2870,15 18-2780,11-28 0,29 23-150,-2 3 0,5-1 1,2 0-421,-2 1 0,2 2 1,0-1 48,6-4 0,0 1 1,-1-1 520,-5 2 0,-2 0 0,-3 1 0,2-3 0,-3 0 0,-4 1 0,0 0 0</inkml:trace>
  <inkml:trace contextRef="#ctx0" brushRef="#br0" timeOffset="94563">24729 3787 13289,'6'-7'-450,"-3"10"0,-11-3 1,-6 7-1</inkml:trace>
  <inkml:trace contextRef="#ctx0" brushRef="#br0" timeOffset="95179">21642 3693 9602,'-4'-18'2608,"0"5"-269,0-6-1800,-5 44 1,-1 13-450,-2-4 0,3-3 0,-4 11 0,-1 4 0,0 0 0,2-7-1183,0-2 1,2-5 0,-1 4 848,-4 8 0,0 4 1,-1 0-1,3-5 584,0 5 0,2-3-1195,2 5 1,2-4 44,3-19 1,1-3 809,1 7 0,-3-9 0,-8-27 0,-4-7 0</inkml:trace>
  <inkml:trace contextRef="#ctx0" brushRef="#br0" timeOffset="95496">21032 4208 13110,'18'36'944,"5"7"0,1 1-989,-12-23 0,1 1-195,11 15 0,4 6 1,1-7-166,-4-16 0,2-2 270,4 10 1,4-6-91,11-21 0,-2-10 225,-3-7-158,-11-8 1,5-11-1,0-3 1,-5 5-653,-3-2 1,-1-1 444,1 1 1,3-5 0,1 0 0,-6 7 0,-3 3 0,-2 5 0,3-2 0,1 1 0</inkml:trace>
  <inkml:trace contextRef="#ctx0" brushRef="#br0" timeOffset="130262">22795 4532 7263,'-10'-6'1259,"2"0"-629,1 5-450,-3-2-90,2 2 179,-9-1-179,5 0-90,-2 0 0,-3 2 90,0 4-90,-8 4 0,7-1 0,3 2 90,3 6 0,6-6 0,0 13-90,12-12 90,1 0-90,14-8 0,-11-2 90,28-16 0,-20-10-90,-3-12 0,-14 11 0,-18 11 0,4 20 0,-3 8 0,4 2 0,1 0 0,4 2 0,4-1 90,0 0-90,4 0 0,1-7 0,4 0 0,4-4 90,1-2-90,4-3 0,0-8 0,-3-6 0,-1-2 0,-6 1-90,-6-1 90,-6 7-90,-4 4 90,-1 11-90,3 11 90,7 2-90,7 1 90,18-5 0,-7-7 0,11-8 0,-14-10 0,-3-4 90,-4-7-90,-11-6 0,0 11 0,-15 2 0,-2 22 0,0 2-90,0 4 90,9-1 90,6-4-540,10-8-719,-2-3 1169,0-10 0,-11 6 0,-6-1 0</inkml:trace>
  <inkml:trace contextRef="#ctx0" brushRef="#br0" timeOffset="131294">21883 5095 9062,'7'-9'1799,"-4"0"-1709,-8 6 180,-3 4-180,-1 6-1,-2 3 91,-1 8 0,8 0-180,11-9 90,10-12-90,2-11-90,-6-16 90,-11 18 0,-5-9 0,-5 21-180,-6 11-179,10 11 359,-1-3-90,25 3 90,0-23 90,4-1 0,-7-28-1,-12 15-178,-21-25-1,7 32-3187,-26-2 3039,24 14 0,-16 10 1,11-1-1</inkml:trace>
  <inkml:trace contextRef="#ctx0" brushRef="#br0" timeOffset="132552">19945 5776 9512,'-4'-11'629,"-1"4"-269,-10 5-180,5 4 90,-15 8-270,14-3 180,-12 19-180,17-17 90,-3 21 0,14-20-90,7 6 89,19-21-89,-11 2 0,18-25 0,-29 17 90,7-24-90,-20 21 0,-1-3 0,-12 24 0,9-1-90,-3 15 90,10-14 90,4 5 360,7-18-360,-8-4 90,-5-14-3392,-27-2 3122,10 12-1549,-9 11 1,0 4 1602,8 9 1,-20 10 0,22-3 0</inkml:trace>
  <inkml:trace contextRef="#ctx0" brushRef="#br0" timeOffset="133651">17834 6329 9781,'7'-5'2069,"-1"-1"-1709,-8 0 90,-13 8-360,5 0 0,-20 25-90,22-16-180,-6 20 90,14-19-90,3 4 90,4-8-3187,17-17 3072,-12 3 295,13-33-90,-23 26 90,1-19-90,-10 22 0,1 1 0,-19 13 0,15 1 3276,-17 24-3250,21-17-26,-1 14-90,12-16 180,3-3 180,11-6 629,2-22-629,-17-12-270,1 5-629,-36 2 89,18 25-280,-21 12 1,23 2 0,-8 10 0</inkml:trace>
  <inkml:trace contextRef="#ctx0" brushRef="#br0" timeOffset="135931">17825 6244 8522,'-2'-4'3276,"-20"-22"-2710,0 4 0,-4-4-447,1 1 1,-2-2 0,-5-3-60,5 5 0,-5-3 0,-1-1 0,-1 0 0,1 1 0,2 2-602,0-1 0,3 2 1,-1 0-1,-7-5 558,6 7 0,-3-4 1,-5-1-1,-2-3 1,-2 0-1,0-1 0,-1 0 1,1 1-1,2 2 1,3 2-1,4 2-609,-10-5 1,5 3-1,2 3 1,-3-2 0,-5-4 592,9 6 0,-4-2 0,-3-2 0,-2-2 0,-1 0 0,-1-1 0,1 1 0,1 1 0,2 2 0,3 2 0,3 2 0,-7-4 0,5 4 0,1 1 0,1 0 0,-4-1-150,3 2 1,-4-2 0,-1-1 0,1 0 0,1 2 0,4 2-1,5 3 150,-15-8 0,6 3-30,6 4 0,-2-2 0,10 6-239,8 5-181,0-2 244,-1 2-1054,5 1 1100,3 2 160,3 3 0,4 2 0,1 0 0</inkml:trace>
  <inkml:trace contextRef="#ctx0" brushRef="#br0" timeOffset="136847">14218 4358 9332,'-2'-12'449,"0"-1"451,6-8 449,8-3-1079,-4 8 270,6-2-271,-2 35 1,-1 11-270,1 6-45,0 2 0,-1 1 45,-6-2-179,-1 1 89,-2-50 90,3 6-45,1-27 0,2-9-1594,3 6 1,1 1 1535,-2 2 1,1 1 62,1 3 0,0 4-140,2 3 90,0 8 0,6 8 0,-6 20-180,4 12 270,-9-5-90,0-1 3173,-2-12-3353,29-29 270,-6 8-45,4-9 0,0-2-3232,4 1 3189,-14 11 1,-1 3-3,3 13 90,-15 18 0,-4 7-45,0-3 0,-2 1 0,0 13 0,0 1-1594,1-6 1,-1-2-142,4 4 1726,5 1 0,-2-29 0,2 1 0</inkml:trace>
  <inkml:trace contextRef="#ctx0" brushRef="#br0" timeOffset="137276">15064 4157 9062,'0'-10'899,"-1"2"-719,-11 17-90,-5 10 0,1 14 0,0 3 0,0 4-90,6 3 0,5-2 90,14-14-90,8 8 0,11-37 90,-3-29 0,-7-10-45,-15 13 0,-5-1-45,-6 4 0,-4 2 0,-1-1 0,-3 3 0,-4 4 0,-1 4-360,-10 0 90,7 14-1889,12 18 1080,9-8 1079,2 10 0,8-3 0,2 2 0</inkml:trace>
  <inkml:trace contextRef="#ctx0" brushRef="#br0" timeOffset="138047">15509 4175 8972,'-20'-23'989,"-9"-3"-539,-9 30-315,12 13 0,0 4-135,5-8 0,1 2 90,-3 26 0,9 4-270,20 1 0,18-7 180,1-20-45,7-41 0,0-19-1048,-20 9 1,-4-2 0,0 0 1034,13-11 1,-3-1 57,-10-1 0,-4-4 0,-2 11 0,0 3-1134,-2 3 0,-1 4 1044,1 19-674,1 45 764,1-10-87,-1 12 0,1 12 0,0-3 87,2-1 0,0-1 0,-2-8 0,0 1 0,1-3 833,0 1 1,3-4-834,5-5 0,2-4-90,7 4 1293,17-11 0,3-7-1203,-3-14 0,-4-12 0,5-9 0,-8 0-45,-13 5 0,-4-2 45,4-7 0,1-4 0,-7 3 0,-10 6 0,-4 2 0,-7-15 1563,-7 24-1563,-2 34 0,1 13-90,1 13 120,6-11 0,-1 4 0,6 0-1352,9 8 1,5-3 1366,-6-7 0,5-3-345,22 2 1,5-10-1141,1-20 1440,2-4 0,0-3 0,3-15 0,1-7 0</inkml:trace>
  <inkml:trace contextRef="#ctx0" brushRef="#br0" timeOffset="138246">16452 4274 8702,'10'7'989,"3"-1"-1168,-4-2-2340,2 2 1699,-7-3 1,0 4 0,-4-3 0</inkml:trace>
  <inkml:trace contextRef="#ctx0" brushRef="#br0" timeOffset="138529">16498 4844 9242,'-36'-12'485,"-1"0"1,3 4 0,-5 1 0,-3 0-1,-4 1-318,3 3 0,-5 2 0,-3 0 0,-2 1 0,0 1 1,2-1-1,3-1-714,4 0 1,3-1 0,1 0 0,-1 1 0,-4 1 0,-5 1 572,11 0 0,-4 2 0,-3 0 0,-3 1 0,-2 1 1,-2-1-1,-1 2 0,-1-1 0,1 1 0,1 0 1,1 0-1,2-1 0,2 1 0,4-1 0,4 1-333,-9 0 1,5 1 0,4-1 0,1 1 0,-1 0 0,-3 0 0,-6 2 171,9-2 0,-4 1 0,-3 1 0,-2 0 0,-2 1 0,-2-1 1,1 1-1,-1 1 0,2-1 0,2-1 0,1 1 0,4-1 0,4 0 1,4-1-100,-12 3 0,7-1 0,3-1 0,1 2 0,-4 1 164,-3 1 0,-4 3 1,-1 1-1,3-1 0,5 0 1,8-3-1,1 1 0,5 0 1,-11 7-1,-1 0 0</inkml:trace>
  <inkml:trace contextRef="#ctx0" brushRef="#br0" timeOffset="142748">16732 6740 7173,'-6'3'2069,"1"0"-1979,6 6-90,4-9 0,2-6 90,-1-4-90,2-3-90,-5 5 90,2 10 0,2-3 0,10 3 0,-7-3 90,9-10-2519,-13 6 2429,-3 7 0,-2-3 0,-3 9 0</inkml:trace>
  <inkml:trace contextRef="#ctx0" brushRef="#br0" timeOffset="145213">16847 6771 8972,'8'3'809,"12"5"-629,-2-1-30,8 4 0,9 4 0,-4-1-150,-7-4 0,3 1 36,4 2 0,7 4 0,5 2 0,-1 0 0,-2-2-856,-1 1 1,-1-2 0,-1 0 0,3 1 660,-4-1 0,2 1 0,0 0 0,2 0 0,0 0 159,1 1 0,3 0 0,1 0 0,-1 0 0,-3-1 0,-5-2 279,4 1 1,-5-2 0,2 1-280,2 0 0,2 2 0,1-1 0,-1 0-23,-3-1 1,0-1-1,-1 0 1,-3-1-440,-2 0 1,-2-2-1,4 2 462,1 1 0,5 1 0,2 1 0,-1-1 0,-4 0 0,10 4 0,-2-1 0,-2 0-30,-4-3 0,-2-1 0,2 2 7,-3-1 1,1 1 0,0 0-1,-3-1 1303,10 5 1,-3-1-1281,-1-1 0,-2-1 0,-2 1 0,-6-2 0,-7-3 0,7 5 133,-14-9-223,0 3 2194,-10-7-2104,12 9-90,-11-8 90,3 3-90,-3-3 0,-3-2 90,3 2 0,-5-3 0,2-1 0</inkml:trace>
  <inkml:trace contextRef="#ctx0" brushRef="#br0" timeOffset="145714">19184 7635 8612,'5'-8'1259,"1"0"-989,3 7-180,-2-1 90,7 12 0,-5 4-180,0 1 0,3 18 0,-8-17-90,6 15-90,-3-6 0,1-2 90,1 4 90,-2-13 0,-35-12-180,6 0-765,-5-5 1,-1-1 944,-8 3 0,1-1 0,6 1 0</inkml:trace>
  <inkml:trace contextRef="#ctx0" brushRef="#br0" timeOffset="146430">16757 6902 8342,'3'-10'720,"13"-6"-450,2 5 89,16-5 1,3-1-180,2-2-135,-5 4 0,4-2 165,-4 0 0,2-2 0,0-1-90,-1 0 0,0-1 0,1 0-120,2 0 0,1-1 0,0 0-90,0-2 0,-1 0 0,-8 5-90,-7 5 180,1-2 0,-4 3 0,-14 10 0,3-2 0</inkml:trace>
  <inkml:trace contextRef="#ctx0" brushRef="#br0" timeOffset="146929">17379 6430 8882,'21'8'180,"-2"0"-270,14 10 90,-17-10 90,17 6 180,-26-12-270,-7 8 90,-25 21-559,6-4 1,0 1 0,2-4 0,2 0 0,3 2 0,1-1 0</inkml:trace>
  <inkml:trace contextRef="#ctx0" brushRef="#br0" timeOffset="147862">16838 6813 7982,'22'6'450,"-2"-2"-90,28 2-225,-17-2 0,5-1 0,-2-2 0,5 1 0,2-1 0,-2 0-76,9 0 1,-1-1 0,3 0-381,-10 0 1,1-1-1,2 0 1,2-1-1,0-1 321,0 0 0,1-2 0,2 0 0,0-1 0,1-1 0,1-1-234,-7 0 1,1 0-1,1-2 1,0 0 0,1 0-1,-1-1 1,0 1 0,0 0 221,-2 1 1,0 0 0,0 0 0,0 0-1,0 0 1,-1-1 0,1 0 0,-1-1 11,6-2 0,2-2 0,-1 0 0,0-1 0,-2 1 0,-2 0 0,-4 0 0,9-3 0,-4 0 0,-2 0 0,-1 0 0,-2 1 0,-1 0 0,-1-1 0,1 0 22,4-4 1,0 0-1,0-1 1,-5 2-97,-3 3 0,-4 0 0,1 0 104,8-6 0,0-1 0,-6 4-350,-13 5 0,-3 2 320,2-2 0,0 0 649,6-8-649,-10 8 1422,-4 4-1512,-4 4 1261,-4 3-1441,2 0 520,-4 0 0,-1 3 0,-1 0 1</inkml:trace>
  <inkml:trace contextRef="#ctx0" brushRef="#br0" timeOffset="149263">17254 6881 7713,'25'5'179,"0"-1"1,7 0 0,4 1-1000,1-3 1,6 1 0,1-1 0,-4 0 234,-5 0 1,-3 0 0,7 0 648,-2-1 0,5-1 0,5 1 1,2-1-1,-1 0 0,-2-1 0,-5 1-289,7-2 1,-5 0 0,0 0 0,4 0 224,-2 0 0,3 1 0,1 0 0,3-1 0,0-2 0,1-1-33,-7-1 0,3-1 0,1-2 0,1 0 0,-1-1 0,-1 0 0,-2 0 0,-2 1-3,5-1 0,-4 0 0,-1 0 0,2-1 0,5-1 0,-11 2 0,4-1 0,2-1 0,2 0 0,1-1 0,0 0 0,0-1 0,-3 2 0,-2-1 0,-4 1 36,5-2 0,-3 1 0,-3-1 0,0 1 0,0 0 0,1-1 0,0 0 0,1 1 0,0-1 0,0 0 0,0 0 0,0-1 0,-1 1 60,4-4 0,2 0 0,-2-1 0,0 1 0,-3 0 0,-3 2-38,-1 0 1,-3 2-1,-1-1 1,1 0-1,5-2 1,1-1-1,-1 0 1,0-2 89,-2 0 1,0-1-1,-1 0 1,-1 0-381,2-2 1,-1 1-1,3-2 358,-5 3 0,3-2 0,1 0 0,-1-1 0,-2 1 45,0-2 0,0 0 0,-3 0 0,-2 3 536,9-7 0,-3 1-626,1-2 0,-2 0 225,-10 5 0,-4 0-136,-5 7 1,-1-2-45,9-9 0,-1 0 914,-8 5 0,-2 2-1004,6-10 1602,-5 5-1872,-6 11 3302,-8 11-4111,-1-6-2198,-8 2 3129,1 2 0,-5 2 1,4 5-1</inkml:trace>
  <inkml:trace contextRef="#ctx0" brushRef="#br0" timeOffset="150432">17367 6943 8612,'13'13'720,"27"5"-450,2-6-181,-16-4 1,5-1 150,13 0 0,9-1 0,-3-1-1333,-14-2 1,-3 0 0,6 0 902,-1-1 0,5 1 1,3 1-1,2-1 0,-2-1 1,-2 0 224,-2-1 1,-2-1 0,-1-1 0,2 0 0,2 0-21,3 0 0,2-1 0,2 0 0,1-1 0,0-1 0,0 0-28,-4-1 0,0-1 0,0 0 1,1-1-1,-1 0 0,-1 0 0,0-1-2,1 1 0,-1-2 0,0 1 0,-1-1 0,1 1 0,1-2-11,-5 2 0,0 0 1,1-1-1,0 0 1,1 0-1,-1 0 1,-1-1-14,1 1 0,0-1 1,-1 0-1,1 0 1,-1 0-1,1 0 1,-1 0 8,6-1 0,-1 0 0,1-1 0,-1 1 0,1-1 0,-1 1 15,1 0 0,-2 0 0,1 0 0,1 0 0,0-2 0,1 0 26,-6-1 0,3 0 0,1-2 1,1 0-1,-2-1 0,-1 1 1,-2 1-1,-5 0-347,10-2 1,-6 0-1,-1 1 1,6-4 357,-9 3 1,4-3-1,2 0 1,2-2-1,-1 0 1,-2 0-1,-2 1 1,-5 2-1,5-4 1,-5 2-1,-2-1 1,4-2 128,-2 1 1,3-2-1,1 0 1,0-1 0,-1-1-1,-2 1-79,1-2 0,-1-1 0,-1 0 0,-2 1 0,0 1-50,0 1 1,-1 0-1,-1 1 1,-1 0-1,0 0 1,-1-1-1,-1 0 1,-2 0 127,3-7 0,-2-1 0,-1 1-30,-5 5 0,-1-1 0,0 0-60,8-8 0,1-2 0,-1 0 29,-4 3 1,-2-1 0,-2 5-45,-5 8 0,-1 1 0,9-14 0,-2 2-45,-5 11 90,4-7 1796,0 5-1975,5-1 3248,-5 5-3339,1 4-629,-11 10 809,-2 1 0,-16 6 0,-7 4 0</inkml:trace>
  <inkml:trace contextRef="#ctx0" brushRef="#br0" timeOffset="151680">17326 6952 8882,'5'-13'360,"1"3"359,23 0-629,-10 6 180,30 2 0,-3 5 0,6 2-1363,-9 0 1,3 0 0,4 0 723,-7-1 0,3 2 0,1-1 1,3 0-1,0 1 407,-7-1 1,1-1-1,2 1 1,0 0 0,0 0-1,-1 0 1,-1 0 39,3-1 0,-1 1 0,-1-1 0,0 1 0,0-1 0,0 0-78,-2 0 0,-1 0 0,1 1 0,-1-1 0,2-1 0,2 1 0,-4-1 0,2 0 0,2-1 0,0 1 0,0-1 0,-1 1 0,-2-1 0,-2 0-197,7 0 0,-4 0 1,-1 0-1,2 0 1,4 0 184,-5 0 1,4 0 0,1 0 0,2 0 0,1 1-1,-1-1 1,-1 0 0,-2 0 11,0 0 0,-1 0 0,1-1 0,-2 1 0,-1-1 0,-2 1 0,-2 0-53,9-1 1,-3 1 0,-1 0 0,0 0 52,-4 0 0,0-1 0,0 1 0,-1 0 0,-3-1 0,6 2 0,-4 0 0,-3 0 932,-2 0 1,-1-1-963,1 1 0,3 0 0,-1 0 30,14 4 0,-3 1-646,-7-1 0,-1 0 646,7 2 0,-2-1 1066,-17-2 1,-3 0-977,21 6 269,-23-6-314,11 3 0,1 1-45,-5-2 45,-6-1 0,0-1-45,-2 0 0,1-1 0,-11-1 3276,3 0-3169,4 1-81,-4 0-26,5 1-90,3 3 0,-10-5-449,8 5-1,-15-7-2069,6 4 2609,-6-4 0,-1 1 0,-2-2 0</inkml:trace>
  <inkml:trace contextRef="#ctx0" brushRef="#br0" timeOffset="152130">21255 7085 9602,'5'-11'1619,"0"2"-810,17 14-629,-6 3 0,20 17-270,-6 4 0,-5-3-45,-6-4 0,0-2 45,-4-4 0,10 11-180,-7-9 180,-6-9 90,-26 2-449,-21-6-766,-5-1 1,-2 1 1214,5 2 0,2 0 0,-2 2 0,1 0 0,9-1 0,1-1 0</inkml:trace>
  <inkml:trace contextRef="#ctx0" brushRef="#br0" timeOffset="153014">17535 6797 9152,'29'-3'809,"12"2"-539,-11 5 0,4 2 0,1 1-1363,7 1 1,1 2 0,4 1 831,-7-2 0,2 0 0,2 2 1,3 0-1,1 2 350,-8-1 1,2 1 0,2 1 0,1 0 0,0 1 0,0 0 0,-1 0 0,-2-1-240,7 3 1,-3-1-1,0 0 1,0 0-1,0 1 1,3 1 171,-5-1 1,3 1-1,0 0 1,1 0-1,0 1 1,-2 0-1,-1-1 1,-3 0-75,6 3 0,-3 0 0,-1-1 0,-2 1 0,0 0 70,-1-1 0,0 1 0,-2 0 0,-1 0 0,-2-2-343,6 4 1,-3-1 0,-1 1 324,1 0 0,-2 1 0,-2-1 314,-5-3 0,-2-1 0,0 1-284,0 0 0,1 0 0,1 2-30,0 0 0,3 3 0,-1-1 0,-2-2 0,7 7 0,1 0 0,-1 1 0,3 2 0,-3 0 30,-7-4 0,-1-1 0,-2-1-30,6 4 0,-1 0 0,-6-1 0,1 3 0,-4-4 45,-9-4 0,-1-1-45,5 4 0,-1 2 706,-1 5 0,-3-2-796,-3-6 987,-2 0 1,0 0-1797,-4-8 359,0 4 1329,-1-7 0,-3-12 0,0 3 1</inkml:trace>
  <inkml:trace contextRef="#ctx0" brushRef="#br0" timeOffset="153530">20586 8101 9871,'12'-15'1889,"-2"3"-719,-4 5-901,-1 14-179,-2-3 0,-4 19 0,-4 7-90,-2 1-90,-1 8 0,-2 3-45,3-13 1,0 0 44,1-2 0,0 0-45,-1 3 0,2-2 135,0-9 90,0 9 0,1-24 90,-13-11-270,-17-11 0,-6-3-315,11 5 0,-1-1 405,-8-1 0,-5-2 0,6 3 0,8 6 0,2 1 0,-5 0 0,0-1 0</inkml:trace>
  <inkml:trace contextRef="#ctx0" brushRef="#br0" timeOffset="175847">17039 6514 9152,'-6'-10'719,"1"2"-449,2 4-180,-1-1 180,-4-2-180,1 2 180,-7-6-180,5 5 180,-13-6-1,-2 1-269,5 2 180,-14-2-90,15 6 0,-7-2 0,-1 2-90,-2 3 90,2-1 0,-1 2 0,14 1 0,-12 0 0,-5 2-90,-4 2 0,-3 1 90,-3 5 90,3 4-135,12-4 0,-1 2 0,-1 6 0,2 1 45,-12 10-90,14-5 0,1 1-1639,6-2 1,3-2 1613,-10 14 56,6 1 0,2 3 14,6-6 0,1 1 0,-4 11 0,1 2-45,4 1 0,1-3 45,3-18 0,2 0-45,1 6 0,2 0 90,7 15-90,0-1 0,0-22 0,1 0 3276,10 15-3225,-4-17 0,1 1-51,10 14 45,-8-18 0,0-3-45,5 2 0,8 4 41,-11-10-41,18 8 90,-16-11-90,1 0 0,2 0 0,-1-3 0,0 0 45,2 0 0,0-1-45,-2 0 0,0-1 0,19-1 0,-10-2 0,-9-2 0,1 0 0,5-1 0,1-1 0,0-2 0,1-3 45,-5 2 0,0-1-45,13-5 0,-2-2 0,-13 4 90,13-12 0,-17 7 90,14-10 90,-5-4-90,-6 0-1,-9 7 1,-1 0-90,0-2 270,2-18 0,-6 8-135,-5 7 0,0-1-180,-1 2 0,0-1 45,-2 0 0,-1 0 0,-1-23-1,-2 23 1,0 1-90,0-1 0,-1 1 90,-2-20 90,-3 3-180,0 11 0,0 4 90,-7-4 0,4 14-90,-4-9 0,-10-1 90,13 14-90,-9-5 0,0 1 0,6 8 90,-17-11 0,12 10 180,-9-5-180,5 2 0,-16-10-90,-1 2 0,6 2-180,0 4 0,2 0-180,6 5-225,-3-1 1,1 1-1215,-1 4-1478,-10 4 2457,3 10 1,0 4 0,1 4 0</inkml:trace>
  <inkml:trace contextRef="#ctx0" brushRef="#br0" timeOffset="187118">19052 15894 8252,'-11'-5'1799,"-2"0"-1529,4 5 360,-11 1-630,10 0 270,-11 3-180,5 1-1,5-1 1,-17 10-90,16-6 90,-7 5-90,2 2 0,11-9 90,-13 16-90,8-6 0,-4 6 0,3-2 0,2 5 0,4-4 0,2 4 0,1 7 0,4-13 90,2 23-90,3-10 0,6 10 0,-4-16 0,3-2 0,-8-18 0,7 9 0,-5-8 0,8 9 0,-8-10 0,7 8 0,-7-9 0,3 4 0,1-1 0,1-1 0,-1 0 0,9 1 0,-6-3 0,8 2 0,1-1 0,-8-3 90,16 2-180,-16-4 90,14 1 0,-16-2 0,12-1 90,-13 0-180,23-2 90,-20 1 0,16-4 90,-16 3-90,9-3 0,-4-3 0,-3 3 0,-2-2 0,-7 5 0,7-8 0,-6 3 0,12-11 0,-6-1 0,-2 6 0,4-12-3212,-4-3 3212,-2 7 90,0-12-90,-7 24 0,-1-8 90,2 4-90,-2 1 180,2-14-90,-2 17 3186,1-13-2980,-2 15-206,0-7 180,-1-2-180,-1 0 179,-4-10-179,1 12 180,-4-9-180,1 9 90,-2-1-90,2 2-90,1 6 90,-3-2 0,-14 1-90,3 1 90,-17-2-90,20 7-90,-23-2 90,23 4-180,-21-2-360,3 4 91,4 0 179,-5 0-1439,-1 2-1568,11 0 3061,-5 1 1,2 1 0,5-1 0</inkml:trace>
  <inkml:trace contextRef="#ctx0" brushRef="#br0" timeOffset="188879">19164 16106 9512,'11'7'449,"2"0"-89,18 3-180,14 0 0,4-1-180,-18-2 0,1 0 45,7-1 0,7 1 0,1-1 0,-7-1-1684,-4-1 1,-1-1 1343,4 2 0,3-1 0,-4 0 295,-7-2 0,-1 0-279,5 1 0,-2-1 279,13 1-180,-9 0 0,-3-1-359,-7 0-1440,10 2 1979,-28-4 0,-2 1 0,-5-1 0</inkml:trace>
  <inkml:trace contextRef="#ctx0" brushRef="#br0" timeOffset="189345">20001 16149 9152,'-7'-8'1259,"14"8"-1169,11 9-135,4 3 0,1 1 45,4 2-90,16 10 90,-33-20 360,9 6-180,-24-5-90,3 0 0,-15 1 89,-8 3 1,-1 1-269,-10 5 89,7-1 0,-6 3 0,6-2 0,-8 8 0,9-5 0,1 0 0</inkml:trace>
  <inkml:trace contextRef="#ctx0" brushRef="#br0" timeOffset="191495">20577 15999 9871,'1'14'720,"-1"4"-540,1-3-180,0-3 90,5-4 0,8-13-90,-7 1 360,10-12-271,-14 8 271,1-7-90,-9 8-90,-7 6-90,-1 5-90,2 8 90,10 3-90,2-6 0,12-2 0,-6-8 90,9-8-90,-8 0 0,-1-3 0,-6 0 0,-2 6 0,-5 3 0,0 6 0,4 4 90,4-7-90,-1-2 0,-9-2-90,-4 5 90,-1 4 0,9 4 0,6-5 0,4-2 0,3-4 0,-1-7 0,-2 2-720,-5-3 271,-8 10-2430,1 3 1440,-1 5 1439,3-1 0,1 0 0,1-1 0</inkml:trace>
  <inkml:trace contextRef="#ctx0" brushRef="#br0" timeOffset="192496">20600 15912 8972,'14'-4'-720,"3"-1"630,10-1 0,6-2 90,4 1 0,3 0-100,-2-1 0,2 0 0,0 1 145,7-1 0,0 0-1052,-11 1 1,1 0 0,1-1 1006,7-3 0,3 0 0,4-1 0,-15 3 0,3-2 0,2 0 0,1 0 0,-1 0 0,-1 1 0,1-1 0,-1 1 0,0 0 0,1-1 0,2 0 0,-4 0 0,3 0 0,2-1 0,-1 0 0,0 1 0,-3-1 0,-2 2-574,5-2 1,-3 2 0,-1-1 0,0 0 573,3 0 0,0-1 0,-1 1 0,-4 0 0,11-3 0,-6 1-47,-5 1 1,-5 1 46,-2 0 50,-3 0 1,0 0-231,-3 2 1942,-4 1-1762,-5 2 0,-13 5 0,2-1 0</inkml:trace>
  <inkml:trace contextRef="#ctx0" brushRef="#br1" timeOffset="193384">22921 15171 9691,'6'8'3179,"-5"13"-1317,-6 2-1009,-3 16-470,2-17 415,1-1-146,4-16-581,-2 4 734,7-24-566,-3 12-546,10-30 229,0 14-90,12-21-428,-1 8-43,-2 4 435,-6 11-73,-5 17-734,-2 13 976,0 0-365,-3 15 436,-1-11 97,3-3-23,6-13-721,5-12 426,2-2 554,1-1-749,2 0 72,-9 7-168,6 4-285,-17 21 945,2 8 625,-5 1-308,0 2-194,4-13-283,12 3 0,-1-7 0,9-4 1</inkml:trace>
  <inkml:trace contextRef="#ctx0" brushRef="#br1" timeOffset="193878">23505 15199 16527,'-3'-18'-1531,"-1"-2"1514,-9 4 284,-5 7 176,-14 7-147,6 15 1,0 4-249,-7 7-88,11-4 0,3 1-787,9 2 780,7-2-341,20 6 253,-6-13-134,12 3 20,-14-16 242,3-2 127,6-6 58,0-13-49,-5-2 16,-6-5-276,-11 8-30,-1 5-962,-6 3-2154,-2 8 3197,3 3 0,3 3 0,6 0 0</inkml:trace>
  <inkml:trace contextRef="#ctx0" brushRef="#br1" timeOffset="194727">23797 15273 13141,'-1'-18'-58,"-2"4"509,-17-8-73,-7 10-307,-1 1 38,-3 11 91,6 12-204,6-2-376,-9 19 718,17-9-225,-1 11-81,9-1-266,8-3 84,0-8-60,8-5-39,4-15 54,8-15 1,2-5-83,7-2-487,-7-2 0,-1-3 662,-6 4 1,-3-4 55,0 0 0,0-4 0,-1 1 60,4-3 1,0-1-348,-4 3 0,0-2 1,-4 5 232,0-2-201,0 3 270,-6 12-2,-19 49 13,6-13 60,-3 5 0,-1 5-52,1 7 1,2 0-1,3-12 1,1 1-46,-2 22 1,3 0 44,4-22 0,3-2-2,4 7 1,4-1-889,7-8 0,2-2 891,18 11 34,2-23 0,2-8-30,-17-5 0,-1-5 2,17-8 0,-4-7 428,-17-3 0,-6-3-380,-8 4 0,-4 1 43,-12-16 107,-16 40 1,-5 10-212,1 6 50,2 13 1,3 5-17,15 10-14,4-15 1,4 0-2,10-3 1,5-3-362,16 7-495,-2-12 1,6-4 854,6-3 0,2-4 0,-3-1 0,0-1 0,4-2 0,0-1 0</inkml:trace>
  <inkml:trace contextRef="#ctx0" brushRef="#br0" timeOffset="194912">24968 15357 11850,'-1'-12'3238,"0"-6"-6116,2 6-180,-2-1 899,-6 8 2159,-5 5 0,-17 4 0,-2-1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7:01:32.099"/>
    </inkml:context>
    <inkml:brush xml:id="br0">
      <inkml:brushProperty name="width" value="0.09071" units="cm"/>
      <inkml:brushProperty name="height" value="0.09071" units="cm"/>
      <inkml:brushProperty name="color" value="#C00000"/>
    </inkml:brush>
    <inkml:brush xml:id="br1">
      <inkml:brushProperty name="width" value="0.12095" units="cm"/>
      <inkml:brushProperty name="height" value="0.12095" units="cm"/>
      <inkml:brushProperty name="color" value="#C00000"/>
    </inkml:brush>
  </inkml:definitions>
  <inkml:trace contextRef="#ctx0" brushRef="#br0">5726 7616 7982,'-9'3'2609,"24"0"-2339,-4-1 179,20 1 1,14 0 0,1-1-1543,-9-1 1,0 0 0,8 0 940,-8-1 0,4 1 0,4-1 1,4-1-1,2 1 0,3 0 1,2-1-1,2 1 137,-18 0 0,2-1 0,3 1 0,1-1 0,2 1 0,2-1 1,0 1-1,2-1 0,-1 1 0,1-1 0,0 0 0,0 1 0,0-1 1,-2 1-1,-1-1 0,-1 0 0,-1 1 0,-2-1 22,7 1 1,-3-1-1,-2 0 1,-1 1-1,-1-1 1,-1 0-1,2 1 1,0-1-1,2 0 1,3 1 0,3 0-1,4-1-10,-18 1 0,1 0 1,2 0-1,2 0 0,1 0 1,2 0-1,0 0 0,2 0 1,2 0-1,-1 0 0,2 0 1,1 0-1,-1 1 1,2-1-1,-1 0 0,1 0 1,-1 0-1,1 1 0,-1-1 1,0 0-1,0 1 0,-1-1 1,-1 1-1,-1-1 1,-1 1-1,-1-1 0,-1 1 1,-1-1-1,-2 1 0,-2-1 13,12 1 1,-2 0-1,-3 0 1,0 0 0,-3 0-1,0 0 1,-1 0 0,0 0-1,-1 0 1,1 0-1,-1 1 1,2-1 0,0 0-1,2 1 1,1-1 0,2 1-1,2 0-42,-11-1 0,0 0 0,1 0 0,0 1 0,1-1 0,1 0 1,0 1-1,1-1 0,0 0 0,1 1 0,0-1 0,0 1 0,1-1 1,0 1-1,1 0 0,-1-1 0,1 1 0,1 0 0,-1 0 0,1 0 1,0 0-1,-1 0 0,1 0 0,0 0 0,1 0 0,-1 1 0,0-1 1,0 1-1,-1-1 34,-3 1 1,1-1-1,0 1 1,0 0-1,1 0 1,0 0 0,1 0-1,0 0 1,1 1-1,0-1 1,-1 0-1,2 1 1,-1-1 0,0 1-1,0 0 1,1-1-1,-1 1 1,0 0-1,0-1 1,0 1 0,-1 0-1,0 0 1,0-1-1,0 1 1,-1 0-1,-1-1 1,1 1 0,-2 0-1,0-1 1,-1 1-1,0-1 1,-1 0 0,-1 1-1,-1-1 1,-1 0-3,13 1 0,-3 0 0,-1 0 0,-1 0 0,-1-1 0,-2 1 0,0-1 0,-1 1 0,0 0 0,0-1 0,-1 1 0,1-1 0,-1 1 0,1 0 0,1 0 0,0 0 0,2 0 0,0 0 0,2 1 0,1-1 0,-7 0 0,1 1 0,2-1 0,0 0 0,1 1 0,1 0 0,1 0 0,0 0 0,1 0 0,0 0 0,1 0 0,-1 0 0,1 0 0,0 0 0,0 1 0,-1-1 0,0 0 0,0 1 0,-1-1 0,0 0 0,-2 1 0,0-1 0,-1 0 0,-1 0 0,-1 0 0,-1 0 0,-2 0 0,-1 0 0,-2-1 0,14 3 0,-3-1 0,-1 0 0,-2 1 0,-2-1 0,-1 0 0,0 0 0,-2 0 0,0 0 0,0 0 0,0 0 0,1 0 0,0 0 0,1 0 0,4 1 0,0 0 0,-1-1 0,0 1 0,0-1 0,0 1 0,0 0 0,0-1 0,1 1 0,-1 0 0,2 0 0,-1 0 0,1-1 17,-2 1 0,0 0 0,2 0 0,0 0 0,0 0 0,1 0 0,0 0 0,0 0 0,-1 0 0,-1 0 0,0-1 0,-1 1 0,-2-1 0,-1 0 0,-2 0-17,11 0 0,-3 1 0,-1-1 0,-2-1 0,-1 1 0,0-1 0,-2 0 0,1 1 0,-1-1 11,1 1 0,1-1 0,-2 1 1,0 0-1,-1-1 0,-1 0 1,-2-1-1,-1 0-173,6-1 0,0 0 0,-3-1 0,-4-1 1,-7 0 123,-1 0 1,-4-2-1602,8 1 1,-14-2-325,-23 0 1963,-5-2 0,-24-2 0,-2-2 0</inkml:trace>
  <inkml:trace contextRef="#ctx0" brushRef="#br0" timeOffset="42085">6665 15389 8702,'-15'-12'720,"1"1"449,1 1-90,4 2-899,6-3 563,47-3-296,-9 7-293,-4 2 0,7 0 55,4 2 0,8 1 0,4 0 1,0 0-683,-15 0 1,0 1 0,1-1 0,2 1-1,2 0 1,2-1 560,-6 1 1,1 0 0,2 0 0,2-1-1,0 1 1,2 0 0,1 0 0,1 0 0,1 0-1,1 0-185,-8 0 0,1 1 0,2 0 0,1-1 1,1 1-1,1 0 0,0 0 0,1 0 1,0 0-1,-1 0 0,1 0 0,-2 0 1,-1 0-1,-1 0 0,-2 0 0,-1-1 168,7 1 1,-3 0 0,-3 0 0,0 0 0,-2 0 0,1 0-1,2 0 1,2 0 0,4 0 0,4 1-43,-16-1 1,3 1-1,1-1 1,3 1-1,1 0 1,2-1-1,1 1 1,1 0-1,1 0 1,1 0-1,0 0 1,1 0 0,0 0-1,0 0 1,0 0-1,-1 0 1,0 0-1,-1 1 1,0-1-1,-2 0 1,-2 0-1,0 0 1,-3 0 0,-1 1-69,11-1 0,-2 1 1,-2-1-1,-2 1 1,-1-1-1,0 1 1,-1 0-1,-1 0 0,1-1 1,0 1-1,1 0 1,1 0-1,2-1 1,1 1 98,-6 0 0,1-1 0,1 1 0,0-1 0,1 1 0,1-1 0,0 1 0,0-1 0,0 1 0,1-1 0,0 1 1,0-1-1,0 1 0,0 0 0,-1-1 0,1 1 0,-1 0 0,-1-1 0,1 1-47,0 0 0,2 0 0,1 0 0,0 0 0,0 0 1,0 0-1,0 0 0,0 0 0,0 0 0,-1 0 1,-1 0-1,-1 0 0,-1 0 0,-2 0 0,-1 0 1,-2-1-1,-2 1 0,-2-1 166,13 2 1,-6-2 0,-4 1 0,-2 0 0,0-1 0,2 1 0,4 0 0,5 0-126,-11-1 1,4 1-1,2 0 1,3 0 0,2 0-1,1 0 1,1 1-1,1-1 1,0 0 0,0 0-1,-1 0 1,-1 1-1,-1-1 1,-2 0 0,-3 0-1,-3 0 1,-3-1 91,10 2 0,-4-1 1,-4 0-1,-2 0 0,0 0 1,1 0-1,2 0 1,5 0-38,-7 0 1,3-1 0,2 1 0,1 1 0,1-1 0,1 0-1,0 0 1,1 0 0,-1 0 0,0 0 0,-1 0 0,-1 0-1,-1-1-35,1 1 0,0 0 0,0 0 1,0 0-1,-1-1 0,-1 1 1,0 0-1,-2-1 0,0 1 0,-3-1 1,0 0-5,10 1 1,-4 0 0,-2-1 0,0 1 0,3-1 0,5 0-69,-11 0 1,4 0-1,3 0 1,2 0 0,2-1-1,0 1 1,0 0-1,-1-1 1,-2 1 0,-3-1-1,-4 1 1,-4-1-97,7 1 0,-6-1 0,-3 0 0,2 0 0,6 0 56,-4 0 1,5-1-1,3 1 1,3 0-1,1 0 1,0 0 0,-1 0-1,-1 0 1,-4 0-1,-4 0-39,4 0 0,-4 0 0,-2 0 0,0 0 0,-1 0 0,4 0 13,-1 0 0,1 0 0,1 0 0,1 0 0,0-1 1,0 1-1,1 0 19,-2 0 0,1 0 1,2 0-1,-1 0 0,0 0 1,-1-1-1,-3 1 1,-3 0-46,4 0 0,-5-1 0,-2 1 1,2 0-1,5-1-7,-1 1 0,4 0 1,4 0-1,0 0 1,1-1-1,-3 1 0,-3 0 1,-5 0 1,6-1 0,-6 1 1,-2 0-1,3-1 251,1 1 0,2 0 1,0 0-1,1 0 1,-2-1-427,8 1 0,1 0 0,-3 0 0,-7 0-405,-5-1 1,-1 1 778,0 0 0,5 1 0,-2-1 0,-8 1-1454,3-1 677,12 2 1,0-1-912,-11-2 463,5 0 1690,-21-2-3846,-37-14 2740,5 8 0,-27-13 1,9 10-1</inkml:trace>
  <inkml:trace contextRef="#ctx0" brushRef="#br0" timeOffset="44768">2967 9032 9062,'1'-10'1169,"-1"2"-809,-2 1-90,0 2 90,-2 0 269,-3 1-89,-12 1-360,-3 2 0,-13 3-90,9 4 0,1 1-90,-7 1 90,-13 7-45,21-2 0,0 1-45,-9 6 0,-5 7 0,-2 2 0,14-10 0,2 1 44,-8 9 1,-1 2 45,1 6 0,2-2-90,12-13 0,0 1 60,-1 4 0,-1 4 0,3-4-60,-1 7 45,-1 2 0,1 4 0,6-2 0,2-1-45,2-11 0,1 2 45,-1 21 0,4 0-45,5-23 0,0 0 45,1 15 0,0 3 45,2 0 0,2-1-45,-2-10 0,1 0 45,2 7 0,2 2 0,3-2 0,1-2-90,-5-13 0,2 1 90,6 6 0,3 4 0,2-3 44,11 3 1,4-1-90,-8-10 0,2 1 0,2 0 0,-1-3-45,5 4 0,1-3 0,1-1 30,-3-4 0,2-2 0,1-1 0,5-1 0,3-3 0,0-1 0,1 0 0,1-2 0,1 1-850,-7-2 1,3-1 0,0 1 0,-2-1 780,5 0 1,-1-1 0,-3-1 38,1 0 0,0-1-756,-3-1 0,2-1 0,-5 0 756,-11 0 0,0-1 0,5 1 0,4 0 0,-1-1 0,11-3 0,-5 0 90,2-1-90,-8-1 0,12-1 0,0-1 0,-9 0 0,-7 0 0,0 0 567,3-1 0,7-2 0,0-1 0,-4 0-432,8-7 0,-4 0 1503,-6 4 0,0-2-1510,-4-4 1,1-2 0,-6 3-129,-2-3 45,-1 2 0,2-4 45,-5-4 0,-3-1 44,-3 0 1,1 0-90,4-7 0,-1-3 135,-7 5 0,-2-1 0,-2 4-90,2-10 90,-5 6 0,0-6 0,-2 5 0,-3-8-91,0 12 1,-1-5 0,-2 1-1606,-3-10 0,-2 2 1561,3 9 0,-1 0-196,-2-1 0,-2 0 286,-5-2 0,-1 2-90,1 7 0,-1 0-15,0-2 0,-3-3 0,-1 0 13,-6 1 0,-3-1 0,3 4-43,2 2 0,-1 0 30,-9-6 0,-5-3 0,3 6 15,9 8 0,-1 3-45,-1-3 0,-3-2 0,-1 1-678,-3 1 1,-2 0 0,4 2 677,2 1 0,-2 0 483,-2 0 1,-7-3-1,1 1 1,8 4-439,10 5 0,-1 1-45,-10-5 0,-9-2 0,-1-1 0,5 4 45,0 4 0,-1 1-45,-2-1 0,-4-1 0,0 1-603,0 3 1,0 2 0,4 1 602,2 0 0,1 1-222,-5-1 0,-2 2 177,1 4 0,-1 3-195,8 3 0,-1 1 1,-1 0 149,2-3 0,-1 0 0,-2 4-315,0 3 0,-4 4 0,2 1 1,6-1-301,2 4 1,4 0 344,0-3 0,-1 0 0,2 5 360,1 7 0,2 4 0,3-2 0,2 0 0,0 0 0,-3 7 0,-1-1 0,1 0 0</inkml:trace>
  <inkml:trace contextRef="#ctx0" brushRef="#br0" timeOffset="49751">5654 12276 7982,'-10'4'1889,"9"0"-1619,6-1 450,26 6-406,6-4 1,13 0 0,4 0 0,-6 0-285,-9-1 0,-2 0 0,10-1-283,-14-1 1,6-1 0,4 0 0,4 0 0,3 0 0,2 0 0,3 0 0,0-1 0,0 1 0,0-1 0,-2 1 0,-2-1 0,-2 0 108,0 0 1,0 0 0,-3 0 0,1 0 0,-1 0 0,0-1 0,1 1 0,1-1 0,1 1 0,2-1 0,3 1 91,-11 0 0,2 0 0,2-1 0,1 1 0,1 0 0,1 0 0,1-1 0,1 1 0,0 0 0,0 0 0,0 0 0,0-1 0,-1 1 0,0 0 0,-1 0 1,-1 0-1,-1 0 0,-2 0 0,-2 0 52,10 0 0,-2 0 0,-3 0 0,-1 0 0,-1 0 0,0 0 0,0 0 0,0 1 0,2-1 0,1 1 0,3 0 0,2 0-33,-13 0 1,2 0 0,2 1 0,0-1-1,2 1 1,1 0 0,1-1 0,0 1-1,1 0 1,1 0 0,-1 1 0,0-1-1,1 0 1,-1 0 0,-1 1 0,-1-1 0,0 0-1,-1 1 1,-2-1 0,-1 0 0,-1 0-1,-3 1 18,13-1 0,-3 1 0,-2 0 0,-2 0 0,-1 0 0,-1 0 0,0 0 0,0 0 0,1 0 0,2 0 0,1 1 0,3-1 10,-6 0 0,1 0 0,2 0 0,1 0 0,1 1 0,1-1 0,1 0 0,0 1 0,1-1 0,-1 1 0,0-1 0,-1 1 0,-1-1 0,-1 0 0,-1 1 0,-2-1 0,-2 0 1,-2 0-5,11 1 0,-2 0 0,-1-1 0,-2 1 0,-2 0 0,0-1 0,-2 1 0,-1-1 0,-1 0 0,-1 1 67,12 0 1,-2 0-1,-2 0 1,-1 0 0,-3-1-1,-1-1 122,8 1 0,-2-2 0,-4 0 0,-5 0-90,0 1 0,-6-2-360,-8-3 0,-6 0 1019,-9 0-749,5 3 0,-12 0 0,3 1 0</inkml:trace>
  <inkml:trace contextRef="#ctx0" brushRef="#br0" timeOffset="62317">21519 12079 7443,'-1'-11'3276,"-3"3"-3044,-4 11-232,-3 2 90,-4 6-45,-8 6 0,-2 1-45,-1 1 22,1 0 1,-6 5-1,-4 2 1,2 0-206,0 1 0,0 0 0,0 0 0,1 0 183,2-2 0,0-2 0,0 2 0,-1 1 0,0 1 0,-3 2 0,0 1 0,3-3 0,6-4-45,2-2 0,2-1 45,-4 4 0,-2 2 0,3-4-90,-6 9 90,5-5 0,9-11-180,9-8 360,9-7 0,0 4 179,6 7-179,-5 8 45,-1 11 0,-1 3-135,0 7 30,1-2 0,1 8 0,0-6 246,0-11 0,-1 0-336,2 9 0,1 4 0,-1-4-938,0-2 0,0-2 952,1 6 1,0 4-283,-1 2 1,1 4 0,-1-4 282,0 3 0,0-3-231,-1-8 1,0 2 0,-1-4 275,-1 3 0,0-6 0,0 3 0,0-3 0,1-2 1490,-1 0-1490,1 1 1121,-2-18-1121,0-4 833,0 2-923,0-6 0,0 3 0,4-6 0,6-2 0,10 0 0,-4-1 0,23 6 0,-19-2 45,7 0 0,3 2-1684,6 0 1,1 1 1580,1-1 1,3 1-18,-2 1 0,7 0 0,0 1 1,-4 0 74,-3-1 0,-3-1 0,3 2 0,3-1 0,3 2 0,0-1 0,-3 0-30,2 0 0,-2 0 0,-2-1 30,4 1 0,0-1 0,-2-1 0,3 0 0,-7-1 0,-10-2 0,-1-1 0,12 1 0,-3 1 0,-4-3 0,-4 1 0,-3-2 3154,0 2-3154,-10-2 447,0 1-447,-9 0 0,1 0 0,-3 4 0,-2-2 90,1 4-90,-3-3 1439,0 1-1439,3-17 0,5-7-45,9-19 0,2-5 0,-7 19 0,0 0-15,8-13 0,3-6 0,-1 5 15,-4 6 0,2-1-23,0 3 1,3-5 0,0 0-1,-1 3 38,-2 3 0,-1 2 1,2-2-16,5-7 0,3-4 0,1 0 0,-3 4 15,-2 2 0,-2 3 0,1-1 30,2-4 0,1-1 0,-4 4 0,0 1 0,-5 4-3277,3-9 3072,-14 22 205,5-9 0,-8 17-90,2-5 0,-4 5 90,-7 4 0,2 2 3276,-6 2-3160,3 4-116,1-2 0,0 0 180,1-1-180,-3-3 0,1-2 0,-17-10 90,-1-2-90,-13-6 0,-7-4 0,12 7 0,0-2 0,-1 0 0,-4-2 0,0-1 0,0 1 0,7 3 0,1 0 0,-2-2-74,0 0 0,-3-2 0,2 0 1,3 3 73,2 1 0,-1-1-23,-7-4 1,-8-5-1,-1-1 1,4 2 22,5 3 0,2 1 0,-2-2-45,0-1 0,-2-3 0,-1 1 0,4 2 45,3 2 0,3 2 0,-1 0-30,-1-5 0,0 1 0,7 4-60,0 1 45,2 3 0,2 0 45,1 2-90,-14-11 0,14 12 90,-7-6-90,6 6 0,5 4-809,-8-5-1350,6 4 385,2 2 1864,6 3 0,3 3 0,2-1 0</inkml:trace>
  <inkml:trace contextRef="#ctx0" brushRef="#br1" timeOffset="73451">12184 5947 9748,'-4'-11'-1208,"-1"1"1043,-6-2 218,1 3 58,-16-8 149,-10 3-30,-3 3-53,-5 7 1,-4 4-9,17 1 1,-1 4 120,-10 4 1,-6 2 0,5 5 48,10 0 1,3 4-1,-1 2-254,3-1 0,-1 2 0,1 3 0,2 4 78,2 8 1,2 5 0,2 3 0,2 1 0,1-2-858,0 2 1,2-1-1,2 1 1,1 3 747,2-8 0,1 3 0,-1 1 0,2 1 0,2-1 0,3-2-69,2 1 1,3-1 0,2-1 0,1-1 0,0-1-150,0 0 1,0-3 0,1 1 0,5 0 6,4 1 1,3 2 0,3 0-1,-1-3 1,-1-5-267,4 6 0,2-4 242,-1-3 0,4 0 0,2-6 156,15-4 0,2-8 241,-10-7 0,3-2 30,4 1 0,5-1 0,0-8 132,-8-11 0,2-6 1,-1-6-1,-3-4-293,-7-1 1,-1-5 0,-2-3 0,-1 0 0,1 1 102,-1 2 1,2 2 0,-2-1 0,-3-3-1,-3-3-145,-6 2 0,-2-2 1,-3-3-1,-1-2 1,-2 1-1,-3 0 1,-3 1-80,-3-4 1,-4 0-1,-4 0 1,-1 0 0,1 2-1,1 1-87,2 0 0,2 2 0,-1 1 0,-1 0 1,-2-1-59,-3 2 1,-1-2 0,-1 0 0,-2 2-1,-1 2 1,-1 4-49,-5 0 1,-2 5-1,-2 2 1,1 0-135,-4-5 1,-2 2 0,-4 1 399,4 7 0,-4-2 1,-2 2-1,-1 4 1,-1 7 99,-8 7 1,-2 10 0,0 4 0,1-2 0,6-2-1,0 0 1,1 2 0,0 3 0,-4 12 0,1-1 0,-1 0-1,0 1 1</inkml:trace>
  <inkml:trace contextRef="#ctx0" brushRef="#br1" timeOffset="76219">3563 9828 18353,'-5'-8'-3277,"-3"4"0,2 5 4359,-1 3 1685,2 1-841,2-1-1190,-1-6-1634,-4 5 1737,2 1 1822,-2 4-1174,4 9-1795,4-9-1505,3 2-555,5-8 1512,1-3 2055,4-8-529,-8 2-1943,-3-2 1128,-10 11 0,4-1 1,-4 8-1</inkml:trace>
  <inkml:trace contextRef="#ctx0" brushRef="#br1" timeOffset="82384">5885 10003 7264,'10'-11'759,"-2"4"521,-3 1-864,0 8-193,-2-1-294,0 8-99,-2-2 322,-9-14 71,-6 2 170,-9-6-414,-3 14 435,8 4-1,3 6 223,10-4-521,2 0 0,4-5 0,0-2 1</inkml:trace>
  <inkml:trace contextRef="#ctx0" brushRef="#br1" timeOffset="85235">3599 9868 20252,'20'-6'3158,"15"0"-2834,1 2-265,1 1 0,5 1-1152,-8 1 1,2 0 0,-1 0 277,-1 0 0,0-1 0,2 2 1094,8 1 1,4 0 0,0 1 0,-7-1-393,-4 0 1,-1 1 137,2-1 1,5 1 0,0 0 0,-8-1-292,-6 0 0,-1-1 139,6 0 0,4 0 0,-4-1 416,-7 1 1,-1 0-480,10-1 0,-3 0-74,-9 0-13,7 1-89,-14 1 3026,-6 1-4342,7 3 549,-16 1 946,-1 1 0,-4-3 1,1-2-1</inkml:trace>
  <inkml:trace contextRef="#ctx0" brushRef="#br1" timeOffset="85735">4590 9718 16874,'3'-6'440,"12"9"-1199,-2 3-269,18 12 307,-7-3 177,8 2 345,2 0 93,-13-6-287,3 0-164,-17-6 295,-15 14 803,1-7 355,-14 12-930,0-1 1,-5 5-1,3-4-381,-8 15 1,8-12 0,-4 4 0,6-5 0,3 5 0</inkml:trace>
  <inkml:trace contextRef="#ctx0" brushRef="#br1" timeOffset="87118">21694 13357 9288,'-1'-10'1506,"-7"9"-2054,3 6 275,-4 2 306,6-14-160,3-3-2059,1-10 2181,-5 19 0,2 5 0,-2 8 0</inkml:trace>
  <inkml:trace contextRef="#ctx0" brushRef="#br0" timeOffset="87802">21800 13382 7803,'7'-2'989,"-3"-2"-899,16 11 0,10 2 0,12 1 0,4 2 0,-7-3-1024,0 1 0,1 0 952,0 1 0,8 1 0,3 1 0,-3-1 0,-8-2 272,1 0 1,-3 0-321,-4-1 0,3 0 0,-6-1-60,14 5 216,-11-4-2105,-14-2 1979,-14-1 0,3-2 0,-9-1 0</inkml:trace>
  <inkml:trace contextRef="#ctx0" brushRef="#br0" timeOffset="89218">21834 13610 7713,'1'-12'809,"-1"-2"-629,1 5 90,0-1-270,-7 30-90,1-4-180,-7 30 180,7-25 0,-2 7 450,4-18-360,4-8 90,11-8-90,-1-7 45,11 1 0,2 2-135,0 2 90,0 0 0,0 2 0,6 14-90,-11 13-90,-3 9-90,-13 4-180,4-4 450,20 0 0,0-5 0,15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7:03:15.781"/>
    </inkml:context>
    <inkml:brush xml:id="br0">
      <inkml:brushProperty name="width" value="0.09071" units="cm"/>
      <inkml:brushProperty name="height" value="0.09071" units="cm"/>
      <inkml:brushProperty name="color" value="#C00000"/>
    </inkml:brush>
    <inkml:brush xml:id="br1">
      <inkml:brushProperty name="width" value="0.12095" units="cm"/>
      <inkml:brushProperty name="height" value="0.12095" units="cm"/>
      <inkml:brushProperty name="color" value="#C00000"/>
    </inkml:brush>
  </inkml:definitions>
  <inkml:trace contextRef="#ctx0" brushRef="#br0">10820 8251 8792,'11'-7'2249,"35"1"-2204,-20 5 0,5 1-45,9-2 0,5 0 0,-3 0 0,1 0 0,2 0 0,-9 0 0,5 0 0,1 0 0,-4 0 0,0-1 0,-4 1 0,1-1 0,1 1 0,1-1 0,-3 1 0,7-2 0,-4 0 0,5-1 0,2-1 0,-16 3 0,-8 0-270,0 1 180,-10 1-1079,9 0 1169,-10 1 0,-3 0 0,-4 0 0</inkml:trace>
  <inkml:trace contextRef="#ctx0" brushRef="#br0" timeOffset="767">11119 7849 7982,'-12'-18'-269,"5"8"359,-2-2 359,5 5 271,0 1-1,0-2-719,1 13 180,2 20-90,0 9 0,1 8-45,0-2 0,-1 0-45,0 3 0,0 0 0,1 3 45,-1-5 0,2-2 0,0-3 0,0-1-45,0 10 0,1-1 45,2-8 0,0-2-45,1 10 90,3-4-90,-6-22-810,1-9-1258,-5-15 2068,1 2 0,-5-14 0,1 5 0</inkml:trace>
  <inkml:trace contextRef="#ctx0" brushRef="#br0" timeOffset="1291">10656 8231 8072,'-2'-9'810,"7"1"-180,8 2-271,4 3 91,20 0 0,11 0-315,-13 1 0,4-1 0,1 0 0,-2 0-222,5 0 1,-2 0 0,6 0 140,-1-1 0,5-1 0,3 1 0,-3-1 0,-8 1-24,-7 0 0,-5 1 0,4-1 37,13-1 1,6-1-1,-1 1 1,-9 0 22,-4 1 0,-3 0 45,13-1 0,-7 1 23,-21 2-248,2 0-3187,-6 7 2724,-10-1 1,-3 10 0,-11-4 0</inkml:trace>
  <inkml:trace contextRef="#ctx0" brushRef="#br0" timeOffset="30803">15677 9693 7353,'0'-11'1529,"0"-2"-450,-1 2-449,-1 2-270,-1 0 0,-1 6-271,-4 1 91,-4 6 0,-5 9-90,1 0-90,0 7 0,4 6 0,6-10-180,2 17 90,5-20-90,11 16 180,-3-18-89,17 6 89,-7-14 0,2-2-90,12-16-3187,-8-9 3252,6-5 25,-13 1 179,-14-9-179,-6 18 90,-10-14-90,3 24 0,-18 6 0,11 8 0,-11 7-90,7 10-2268,7 2 2358,3-2 2268,10-5-2268,11-6 0,-4-8 90,14 1 0,-6-10 0,5-8 0,-3-6 3186,-7-2-2980,-6-7-296,-8 12 90,-12 1-90,3 13 0,-18 14 0,12 3-90,-3 4-180,3 14 180,17-9 0,-4 3 0,17-10 90,2-18 90,6-3-90,-2-8 90,-10-9-90,-9 3-269,-15-2-91,5 12-270,-9 6 630,13 6 0,-1 3 0,6 2 0</inkml:trace>
  <inkml:trace contextRef="#ctx0" brushRef="#br0" timeOffset="31736">15782 9686 11041,'16'-7'629,"28"-3"-494,1 3 0,4 1-1774,-9 0 1,7-1 1413,-11 3 0,5-1 0,5 0 1,4 0-1,3 0 0,2 0 0,0 1 259,-13 1 1,1 0-1,2 0 1,1 1 0,1 0-1,1-1 1,2 1 0,0 0-1,0 0 1,1 0 0,0 0-1,0-1 1,0 1-92,-5 0 1,1-1 0,1 1 0,0 0 0,0-1 0,0 1 0,1-1 0,1 1 0,-1-1 0,1 1 0,-1-1 0,1 1 0,0-1 0,-1 1 0,1 0 0,-1 0 56,-1 0 0,1 0 0,0 0 0,0 0 0,1 1 0,-1-1 0,1 0 0,0 1 0,-1-1 0,1 0 0,-2 1 0,0-1 0,0 1 0,-2-1 0,0 1 0,-2 0 0,0-1-40,8 1 0,-2 0 0,-2-1 0,-1 1 0,0 0 0,-1 0 0,-1 0 0,1-1 0,1 1 0,0 0 0,2 0 53,-4 0 1,1 0 0,1 0 0,0 0 0,0 0 0,1 1 0,-1-1 0,1 0-1,-1 0 1,-1 0 0,0 0 0,-1 0 0,-1 0-107,5 0 1,-2-1-1,-1 1 1,0 0-1,-1-1 1,0 1 0,0-1-1,1 1 1,0 0-1,0-1 93,4 1 0,0 0 0,1 0 0,0 0 0,0-1 0,-1 1 0,1 0 0,-2 0 0,-1-1 0,-1 1 45,5-1 0,0 0 0,1 0 0,-2-1 0,-2 1 0,-4 0 0,-6 0 0,-6 0 90,8-1 0,-7 0 391,16-1 0,-2 0-391,-19 1 0,-6 1 1356,-3 0-1401,20 0-90,-21 2 2229,2 3-2319,10 5 3366,-10-1-3398,14 8 32,-11-6 0,10 1 90,1-3-90,8-2 0,2-1 45,-10-2 0,2 0-1563,-3 0 0,1-1 1563,0 1 0,-1-1-87,0 0 0,-2 0 132,12 0 0,-10 0-90,7-1 90,-18-2 0,17 0 0,-15 1-90,5-1 0,-13 0 3215,1 2-3754,-7-2 694,0 1 0,-13-2 0,-3-2 1</inkml:trace>
  <inkml:trace contextRef="#ctx0" brushRef="#br0" timeOffset="32545">22396 9395 9871,'3'-13'990,"1"3"-271,-3 4-719,-3 24 90,-3 4-90,-5 19-135,3-13 0,-1-1-44,-3 9 44,3-12 0,1-1-45,-2 4 180,2-8-90,2-7 180,3-21 180,15-35-180,-3 15 0,3-4 0,0 0-1,5-13 1,2 2-90,2-2 0,-1 16-449,-6 32 269,-10 18-180,-7 9 0,-3 2-179,1 1 359,-1 2 180,18-19 0,-4-17 90,21-13 89,6-18-89,-3 2-45,-6 7 0,-1 2 45,2 2 0,8 11 0,-21 18-90,-1 33 0,-12-17-45,-3 3 0,0 0-135,-1-6-89,1 9-451,4-15-359,1-5 1079,3-3 0,4-2 0,2 0 0</inkml:trace>
  <inkml:trace contextRef="#ctx0" brushRef="#br0" timeOffset="32971">23200 9453 9242,'-9'-21'1259,"0"2"630,-19 2-1349,2 12-316,0 2 1,0 4-45,-15 18-180,15-1 0,0 1 0,-4 7-180,-3 10-179,19-8 269,7-8-180,9 8 180,15-23 90,1 1 0,25-25 0,-20 4 45,-1-2 0,-1-3 45,2-23-90,-8 0-90,-8 5-630,-16 20-1169,-4 21 450,3 2 1439,0 12 0,8-2 0,1 6 0</inkml:trace>
  <inkml:trace contextRef="#ctx0" brushRef="#br0" timeOffset="33745">23445 9469 8167,'-3'-26'2788,"-5"-2"-2248,-2-2 750,-5 4-1020,2 16 0,-18 13-360,3 10-135,5 5 0,1 3-314,-6 14-226,12-7 0,5 1-314,4 10 359,12 2 541,10-21 89,16-14 359,14-26-179,-21 7 0,0-5 0,6-9 0,0-5 139,-8 3 1,-1-2-1,-2 2-184,3-4 0,0-1 22,-1-1 1,2-5-1,0 0 1,-3 6 220,0 1 0,-1 3-288,8-15 0,-5 17 589,-15 35-679,-13 23 0,-10 16 0,2 1-60,8-4 0,2 0 0,0 1 150,-4 2 0,1 1 0,4-3 0,6 10 0,12-10 90,19-22 0,10-12-1071,-6-10 1,3-6-1,-1 1 981,-6 4 0,1 1 0,1-5 45,7-12 0,4-8 0,-2-2 0,-8 4 0,-12 5 0,-2-1 15,9-6 0,2-4 0,-12 3 300,-17-4-270,-4 11 180,-45 16-270,18 15 45,-9 8 0,0 6-90,17-8 0,2 2 0,-6 6 0,3 2-45,9-1 0,4 0-90,7 9-135,8-12 0,7-3-1124,9-7 0,3-3 629,-3-1 1,0-2 625,6-1 1,0-2 0,-6-3 0,1-1 0,1 1 0,1-1 0</inkml:trace>
  <inkml:trace contextRef="#ctx0" brushRef="#br0" timeOffset="33920">25186 9588 12210,'-12'-14'3276,"2"2"-5293,6 7 578,-1 7-1838,-5-1 2837,-2 5 0,-18-6 0,-2-1 0</inkml:trace>
  <inkml:trace contextRef="#ctx0" brushRef="#br1" timeOffset="65336">11022 8233 20767,'21'-9'2721,"-3"4"-1884,20-6-366,4 3-386,-5 0 0,6 0 50,2 1 1,3 0 0,-2 0-99,2-1 1,2 0 3,-7 2 1,5-1 0,1 1 0,-2 0-265,-8 1 0,-3 0 1,1 1-1,1-1 162,1 1 0,1-1 1,1 0-1,1 0 0,1 1-408,2-1 1,2 0 0,1-1-1,0 1 1,-1 1 0,-4-1 430,5 0 0,-4 0 0,0 1 0,2-1 10,-5 0 1,1 1 0,0-1-1,1 1 1,1-1-313,-1 1 1,2 0-1,0 0 1,0-1 0,-2 1-1,-4 1 293,12-2 1,-5 0 0,6 0-177,-11 1 0,6 0 0,4-1 0,0 0 0,0 0 0,-2 1 0,-5-1 175,7 1 1,-4 0-1,-2 0 1,1 0-154,-1-1 0,0 0 0,1 0 0,2 0 190,-4 1 1,2-1-1,3 1 1,-1-1-1,-2 1 1,-3 0-63,2 0 1,-3 0 0,-1 1 0,2-1 14,1-1 1,2 1 0,0 0 0,0-1 0,-3 2-71,2-1 1,-2 1 0,-2 1-1,-4-1 245,7 1 1,-5-1-270,0 2 0,-2-1-55,0 0 0,-5 0-221,-5 1 1317,19-2-1153,-22 1 1877,-2 0-1959,5 2 918,-10-1-1206,-9 4 3066,-3 0-2680,-3 1 0,0-1 1,-1-2-1</inkml:trace>
  <inkml:trace contextRef="#ctx0" brushRef="#br1" timeOffset="65970">14784 7644 20501,'14'10'-2650,"-4"-4"1752,3 1 805,9 5 31,-4-2 35,17 9 50,-12-6-23,8 3-621,-7-3 721,0 1-1,0-1-116,-10-5-6,2 4-206,-11-4-225,-4 6-123,-16 6 656,-10 5 103,-1-3 1,-2 1-79,7-8 1,1 0 54,-4 3 0,2 0 60,-1-2-73,-6 9 0,10-10 0,-10 9 1</inkml:trace>
  <inkml:trace contextRef="#ctx0" brushRef="#br1" timeOffset="66953">12772 7372 16435,'21'-14'1993,"-3"0"-1834,-9 7 187,-4 0-20,-1 3-49,-51 15 88,20-3-189,-14 5 0,-6 4 55,3 5 0,3 1-187,9-7 1,1 2-806,0 2 1,-2 2-1,6-1 715,-1 10-776,7-4 1,4 2 456,8 4-562,8 8-508,30-8 871,-7-20 0,2-2 239,1 2 0,1-3 177,5-5 1,-1-4 92,13-7 489,-10-1 210,-5-14 2004,-22 10-2061,-11-24-815,-12 15-230,-12-11-353,-13 6 1877,18 12-3696,-18-2 2502,28 15 0,-3-2 0,12 4 1</inkml:trace>
  <inkml:trace contextRef="#ctx0" brushRef="#br1" timeOffset="67454">13071 7520 13686,'11'-7'700,"-1"1"-605,2 3-259,-2 0-28,3 0-516,-3 1 725,-4 1 0,-2 0 0,-1 1 1</inkml:trace>
  <inkml:trace contextRef="#ctx0" brushRef="#br1" timeOffset="68053">13154 7637 7327,'13'1'2178,"-2"0"-1520,2-2-21,10-2-335,-9 1-29,10-2-209,0 0-297,-4 0 371,10-3 0,-12 1 1,0-1-1</inkml:trace>
  <inkml:trace contextRef="#ctx0" brushRef="#br1" timeOffset="68604">13647 7457 14797,'16'-16'738,"-5"5"-605,-3 5 225,1 1-5,1-1-132,3-2-283,8-7 4,-7 2-71,9-14-33,-8 5-205,4-17-81,-8 13-257,-1-1 36,-11 26-69,0 5 466,-4 18 0,1 8-1367,3-5 1,1 1 1099,-1 3 0,0 0 191,4 17-386,2-13-110,-2-15 754,1 12 1,-3-22 0,0 2 0</inkml:trace>
  <inkml:trace contextRef="#ctx0" brushRef="#br1" timeOffset="68812">13714 7616 16225,'48'6'-1397,"-4"-2"1421,-18-3 1,1-1 0,17-2 0,-15 0-1</inkml:trace>
  <inkml:trace contextRef="#ctx0" brushRef="#br0" timeOffset="88461">11970 5371 10591,'8'-23'809,"12"-14"-719,-2 15-1183,8-9 1,9-9 0,-3 4 125,-8 9 1,2-2 984,0 0 0,5-6 0,3-3 0,0-1 0,-3 3 141,0-2 0,-2 2 1,0-1-1,1-2-141,-3 4 0,1-1 0,0-1 0,0-2 0,0-2-18,-5 5 0,0-2 0,1-2 0,-1-1 0,0 1 0,-1-1 0,-2 3 0,-1-2 0,0 2 0,-2 0 0,-1 0 0,1 0 0,-1 0 0,4-7 0,0 0 0,-1 0 0,-1 1 0,-2 2 0,1-1 0,-2 1 0,-2 3 0,-1 5-45,-2 0 0,-1 4 74,1 2 1,-1 4-1109,0 1 1079,1 6 0,-8 15 0,0 1 0</inkml:trace>
  <inkml:trace contextRef="#ctx0" brushRef="#br0" timeOffset="89029">13144 3486 8972,'4'-11'899,"-2"-1"-449,-1 2-360,-7 7 270,-20 16-225,1 4 0,-4 3-75,2-1 0,-2 2 0,0 0-1,-1 2 1,0 0 0,0-1-60,-8 7 0,-2 2-86,3-1 0,-3 2 0,6-4 41,11-9 0,1-1-447,-7 7 1,-3 2 0,7-5 491,3 0 0,3-3 0,20-12 0,20-16-45,16-15 0,6-6 45,-10 6 0,3-2 0,-6 3 0,3-3 0,1 0 0,-3 2 0,-1 0 0,-1 1 0,-1 1-1320,10-8 0,-3 2 1365,-10 8 0,-1 5 1205,9 9-1160,-9 16-90,9 1 45,-14 16 0,-2 3-45,-1 1-90,1 5 0,4 1-315,-3-15 1,-1-2 3436,13 17-3572,-8-20 1,0-5-721,-2-5 1260,17-1 0,-5-5 0,10-2 0</inkml:trace>
  <inkml:trace contextRef="#ctx0" brushRef="#br0" timeOffset="89879">8443 6452 10501,'-18'8'1799,"-6"-2"-1035,-9-3 1,-3-2-405,-14 1-136,17-2 1,-7 0 0,-2-1 0,3 0-256,1 0 0,3-1 0,-5 0 192,-2-1 1,-4-1 0,-3 0 0,-1-1 0,1 0-372,0 0 1,0 0 0,0-1-1,0 0 1,-1-1 239,7 2 0,0-1 0,0 0 0,-1 0 0,-2 0 0,-1 0 3,4 0 1,-3 0 0,0 0 0,-2-1-1,0 1 1,1 0 0,2 0 0,2 0-19,-4 0 0,2 0 0,2 0 0,0 0 0,0 1 0,0-1-45,0 0 0,-1 1 0,0-1 0,1 0 0,2 1 0,3 0-900,-18-3 1,4 1-1,13 2 914,11 1-1333,12 2-1928,49 13 2457,-15-4 1,13 8 0,-17-6 0</inkml:trace>
  <inkml:trace contextRef="#ctx0" brushRef="#br0" timeOffset="90379">6631 6012 9961,'10'-17'900,"-2"1"179,1 0-359,-6 5 89,-24 6-719,5 6 45,-9 4 0,-6 4-45,-1 3 0,-4 2 0,1 0-1183,4-2 1,0 0 0,-2 2 1057,-6 2 0,-5 3 0,2 0 1,4-2-101,-8 6 0,4-1 45,12-6 0,-1 1 0,6 0 524,-9 18-613,24-8 179,14-4-135,14-4 0,8 0 45,16 5-700,-12-7 1,6 3-1,-3-3 610,1-2 0,0 0 3,2 1 0,1 1-1442,4 2 0,-3-1 1437,0 3 1,-6-4 0,-3 1 0,-3 1 0</inkml:trace>
  <inkml:trace contextRef="#ctx0" brushRef="#br0" timeOffset="91244">10545 11164 9691,'14'-20'360,"-4"8"90,10 22-270,-17 28 0,-6 9-180,6-17 0,-2 3 90,-5 8 0,-4 6 0,-1 3 161,2-10 1,-2 1 0,-1 3 0,0 1 0,-1 3-508,2-7 1,0 2 0,-2 3-1,1 1 1,0 0 0,-1 0-1,1-2 1,0 0 293,1-1 1,-1-1-1,1-1 1,0 1 0,0-1-1,0 1 1,0 0-14,-2 4 1,1 1 0,-1 1 0,0 0-1,0-1 1,1-1 0,1-3-390,-1 6 0,1-3 1,0-1-1,1 0 0,-1-2 418,1-4 0,1-1 0,-1-1 0,0 2 0,0 3-245,1 0 0,-1 3 0,0 3 0,0 0 0,0 0 0,0-1 0,1-3 137,-1 5 0,1-2 0,0-1 0,1-1 0,0-1-171,0 5 0,-1-2 1,2-1-1,1 0-113,1 0 1,1 2 0,1-3 0,0-9 647,2-8 1,1-3-311,2 26 0,3-14 0,-2-37 0,5-1 0</inkml:trace>
  <inkml:trace contextRef="#ctx0" brushRef="#br0" timeOffset="91646">9932 13686 10051,'-11'-3'2159,"-1"0"-1799,6 11 90,0 14-271,5 3-89,1 0 0,0 3 90,1 7 0,0 1-135,0-8 0,0 3 15,2 8 0,1 5 0,-1-6 30,5 11-45,-2-1 0,5 2 0,2-17 0,3-5-1684,3-3 1,4-5 1625,5-1 1,4-10-928,11-20 1,2-13 849,-13 2 0,-1-4 0,0-6-255,-2 2 0,0-6 1,1-2-1,-1 1 1,-2 2-476,-4 3 1,-1 1 0,-1 1 0,0-2 584,2-6 1,1-1 0,-2 1 0,-6 6 0,-5 5 0,-5 4 0,-2-4 0</inkml:trace>
  <inkml:trace contextRef="#ctx0" brushRef="#br0" timeOffset="97452">13404 2795 6723,'7'-31'2249,"-1"6"-1619,-5 10-451,7 20 1,10 29-135,-4-8 0,4 3 0,4 2 0,4 5 0,2 0 0,-3-3-45,4 5 0,1-1-23,-3-5 1,4 2 0,1 0-1,-1-3-554,3-3 0,0-4 0,-1 0-203,-1-2 0,0-2 1,0 0 779,-1 1 0,1-1 0,-3-5 0,1-6 0,-4-4 0,3-6 0</inkml:trace>
  <inkml:trace contextRef="#ctx0" brushRef="#br0" timeOffset="97612">14174 2742 8612,'-31'-8'45,"0"0"0,-6 11 0,-3 5 0,-3 3-23,5-1 1,-1 2-1,-2 3 1,-3 2-570,4 1 1,-2 2 0,-2 3 0,-1 1 0,0 0 0,2 2 266,6-4 0,0 2 0,0 1 0,0 0 1,1 0-1,0 0 0,1-1 145,-2 1 0,1-1 0,1 0 0,0 0 0,0 0 0,0 1 0,0 2 1,-1 1-1,0 0 0,1 0 0,2-1 0,2-2 0,2-1 0,-1 0 0,1 0 1,-1 0-1</inkml:trace>
  <inkml:trace contextRef="#ctx0" brushRef="#br0" timeOffset="98939">4877 5862 6004,'-8'-1'449,"-4"1"-89,2-1 270,-5 0-181,6 2 361,4 9-540,7 1-180,3 7-3122,17 20 3212,-6-13-91,7 10 1,4 5-816,-6-10 0,0 0 0,1 1 696,0-1 0,1 0 0,0 0-213,-1 0 0,0 0 0,1-1-147,5 0 1,0-2-1,-1-3 390,-4-5 0,1-1 0,10 8 0,-1-2 0,-1-10 0</inkml:trace>
  <inkml:trace contextRef="#ctx0" brushRef="#br0" timeOffset="99144">5255 5929 8252,'-14'-36'450,"-5"11"-315,-9 26 0,-6 10-105,6 2 0,-2 4 0,-4 6-577,2 0 1,-3 5 0,-3 3 0,-1 2 0,0 1 0,2-1 529,5-5 0,1 1 1,0 0-1,0 1 0,0 0 1,0 1-1,-1 0 0,-3 2 1,0 2-1,-1 0 1,0 0-1,1 1 0,0-1 1,2-1-1,0 1 0,0 0 1,1 0-1,-1 1 0,1-1 1,-1 0-1</inkml:trace>
  <inkml:trace contextRef="#ctx0" brushRef="#br0" timeOffset="101095">9937 14580 9152,'20'-15'989,"-6"3"-719,2-1 180,-4 28-360,0 10 0,5 7 0,3 3-90,-7-13 0,3 0-180,9 3 0,7 4 0,2 0 0,-5-6 0,-3-3 0,2-2-585,4 2 1,7 3-1,-1-1 1,-7-6 138,12 0 1,-8-5-1,0-3 1,3-3 0</inkml:trace>
  <inkml:trace contextRef="#ctx0" brushRef="#br0" timeOffset="101262">10690 14566 9242,'-42'8'-150,"0"-1"0,1 1 0,-1-1 0,0 1 0,1-1 0,-1 7 0,-1 1 0,0 3 0,0 0 1,1 3-1,-1 0 0,2 2 150,4 0 0,1 1 0,0 2 0,0 0 0,1 2 0,0-1 0,0 1 0,0 0 0,-1 0 0,1 0 0,0 1 0,-1 0 0,1 0 0,1 0 0,0 0 0,0-1 0,-3 3 0,-1 1 0,0 0 0,0-1 0,1 1 0,-1 0 0</inkml:trace>
  <inkml:trace contextRef="#ctx0" brushRef="#br1" timeOffset="105579">11128 8319 18838,'11'9'-1784,"3"1"1999,8 0 0,4-1 62,4 2 0,2 0-141,5 2 1,3 0-15,-6-2 1,1-1 0,-1 0 10,8 3 1,0-1-59,-2 1 1,4 0-92,-8 0 1,4 1-1,-1 0 1,-5-2 198,-2 0 1,1 0-105,8 3 1,10 4 0,0 1-1,-9-4-43,-8-3 1,-1 0-68,3 1 1,4 2 0,-2-1 14,-4-1 1,-1 0 0,-2-1-62,-1-1 0,0 1-1016,12 3 1,4 3 0,-7-4 971,-15-6 0,0-1-120,6 3 0,4 2 0,-3-2 223,-2-1 0,-2 0-61,-3-1 0,0 0 96,5 0 1,-1 0 4,3 2-15,-6-3 24,-9-2-82,-6-3 2942,-4 0-3419,4 1-2749,-5-2 3122,-9-4 1,-1-2 0</inkml:trace>
  <inkml:trace contextRef="#ctx0" brushRef="#br0" timeOffset="106102">12714 8713 8252,'-11'-8'2811,"3"2"-1507,1 2-7,5 13-1444,5 0-58,5 15 293,16 14 35,-7-13 1,0-1 246,10 16-400,2-3 148,-13-18-328,-5-5 513,5 5 172,-16-11-466,-3-3 284,-43 7-63,8 2 0,-1 2-643,-1-2 0,-1 1 467,10-1 0,0 1 0,3-1 0,-12 10 0,5-2 0</inkml:trace>
  <inkml:trace contextRef="#ctx0" brushRef="#br0" timeOffset="123524">21307 15957 6453,'-11'-13'1080,"0"-2"-810,6 8-1,-1-2 181,3 5-180,8-3-60,21 3 0,15 3 0,0-1-120,5-2 0,4 0-910,-8 2 1,6 0 0,2 0 0,3 0 859,-10 1 1,2 0 0,1 0 0,2 0 0,2 1-1,1-1-10,-6 1 0,2 1 0,1-1 0,2 1 0,0 0 0,2 0 0,-1 0 0,1 0 0,-1 0-248,-3 0 0,0 0 0,0 0 0,0 0 1,0 0-1,1 1 0,1-1 0,1 0 1,1 1-1,1 0 224,-9 0 0,2 0 0,1 0 0,1 0 0,1 0 0,1 1 0,0-1 0,-1 1 0,1-1 0,-1 1 0,-1-1 0,-1 1 0,-2-1 0,-1 1 0,-2-1-175,8 1 0,-3 0 1,-1 0-1,-2-1 1,0 1-1,-1 0 1,-1 0-1,1-1 1,1 1 190,6 1 1,1-1-1,1 1 1,-1 0-1,-1-1 1,-3 1-1,-3-1 1,-5-1-302,17 2 1,-8-2 0,-9 0 458,6 0 230,-3-2-500,-21 0 318,4 7-2027,-16-2 1799,3 6 0,-13-4 0,-1 0 0</inkml:trace>
  <inkml:trace contextRef="#ctx0" brushRef="#br0" timeOffset="124319">21728 16622 7892,'-15'-17'-89,"2"2"358,9 4-179,4 3 630,21-8-360,12 8 0,5 1-672,-10 0 0,2 0 402,3 3 0,4 0 0,4 1 0,2 1-18,1 0 0,4 1 0,1 1 0,0-1 0,-3 1-311,0-1 1,-2 0-1,1 0 1,4 1 250,-8 0 1,2-1 0,3 2 0,1-1 0,0 0 0,-1 1 0,-1-1-447,5 1 1,-1 1-1,1-1 1,-2 0 0,0 1-1,-1-1 452,2 1 0,-2-1 0,-1 0 0,2 1 0,3 0-18,-9-1 0,3 1 0,3-1 0,0 1 0,-1 0 0,-2 0 0,-3 0 0,-4-1-69,17 2 1,-8-1 0,0 0 68,4 1 0,0 0 0,-6-1 0,-8 0 0,-6-1 280,1 1-730,6 1 551,-22-2-2800,-1 3 2699,-12 0 0,0 0 0,-3-1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7:05:31.475"/>
    </inkml:context>
    <inkml:brush xml:id="br0">
      <inkml:brushProperty name="width" value="0.12095" units="cm"/>
      <inkml:brushProperty name="height" value="0.12095" units="cm"/>
      <inkml:brushProperty name="color" value="#C00000"/>
    </inkml:brush>
    <inkml:brush xml:id="br1">
      <inkml:brushProperty name="width" value="0.09071" units="cm"/>
      <inkml:brushProperty name="height" value="0.09071" units="cm"/>
      <inkml:brushProperty name="color" value="#C00000"/>
    </inkml:brush>
  </inkml:definitions>
  <inkml:trace contextRef="#ctx0" brushRef="#br0">11197 8235 10760,'-8'-3'1981,"18"3"-1704,-4 1-207,17 3 177,-1 0-274,-8-1-2902,25 6 3126,-21-4-589,13 3 0,4 3 425,12 3 70,-9-2 1,5 2-44,-8-4 1,2 1-1,2 0-48,-2-1 0,2 0 0,0 0 1,-2 0-24,2 0 0,-1 1 0,3-1-61,3 1 0,3 0 0,0 0 0,-8-2-62,-4-1 0,-2 0-47,-1 0 0,3 0 0,-2 0 138,4 1 0,-4-1-121,-8 0 0,-1-1-53,3 1 1,-2 0-66,8 4 62,-7-2 2468,-1 0-2851,-6-1 587,-4-2 1,-8-4 0,-5-2 0</inkml:trace>
  <inkml:trace contextRef="#ctx0" brushRef="#br1" timeOffset="542">12358 8479 7713,'0'-10'899,"5"9"-629,0 7-180,3 5 180,14 18-90,-3-6-90,13 16-90,-4-8 0,-1-4 90,-8-10-90,2 2 0,-14-13 629,8 7-449,-23-10-90,5 1-3367,-37 1 3252,18-2-472,-2 2 1,-3 1-1079,-4 5 1,0 1 1574,-13 4 0,10-2 0,1 1 0,-1 2 0</inkml:trace>
  <inkml:trace contextRef="#ctx0" brushRef="#br0" timeOffset="6709">21516 15811 7773,'-17'-10'1613,"0"1"-1221,9 4 727,-2-1 379,3 3-1008,9-2-455,3 3 242,25 0 0,18-1 0,0 0-109,-12 2 0,-1 0 1,4 0-250,3-1 1,5 0 0,4 1 0,1-1 0,0 1 153,-9 1 0,2-1 0,1 1 0,1 0 0,0 0 0,0 0 0,-1 0-440,1 0 0,1-1 1,-1 1-1,0 0 1,0 0-1,0 0 0,0 0 388,-1 0 0,-2 0 0,0 0 0,0 0 1,2 0-1,1 1 0,3-1-12,-6 1 0,3 0 0,3 0 0,1 0 1,1 0-1,0 1 0,-1-1 0,-1 0 1,-3 1-1,-2-1 0,-5 0-289,13 0 0,-7 0 0,-2 0 0,1 1 0,6-1 270,-6 1 1,4-1 0,3 1 0,1 0 0,2 0 0,-2 0 0,-3-1-1,-3 1 1,-6-1-9,9 1 1,-7 0 0,-2-1-1,-1 1 5,6-1 1,-1 0 0,-4 1-53,10 0 0,-3 0 184,-6 0 1,-4-1-145,2 1 254,1-1-412,-29-1 318,0 5-238,-11 3 1,0 3 0,-6 3-1</inkml:trace>
  <inkml:trace contextRef="#ctx0" brushRef="#br1" timeOffset="38325">11925 7801 7713,'1'14'629,"0"3"-359,-4-2-90,-1 5 90,-3 9-180,2-9 45,-1 4 0,0 2 45,-2 20-180,0-4-540,5 5 270,5-37 270,3 13 0,-3-17 0,4 5 0</inkml:trace>
  <inkml:trace contextRef="#ctx0" brushRef="#br1" timeOffset="38836">12210 7909 8612,'6'-11'1979,"-12"24"-1709,-4 8-90,-11 21-90,-1 3-90,9-11-180,10 14 90,29-25 90,0-17 0,4-6 0,-5-2 0,-1-6 0,10-15 0,-5-8-1639,-18-1 1,-5-1 1580,3 7 1,-3 0-41,-6-6 1,-8 2-353,-22 0-450,0 9-1528,-15 5 1869,17 17 1,-3 8 0,5 1-1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7:06:13.950"/>
    </inkml:context>
    <inkml:brush xml:id="br0">
      <inkml:brushProperty name="width" value="0.09071" units="cm"/>
      <inkml:brushProperty name="height" value="0.09071" units="cm"/>
      <inkml:brushProperty name="color" value="#C00000"/>
    </inkml:brush>
  </inkml:definitions>
  <inkml:trace contextRef="#ctx0" brushRef="#br0">13682 8378 8702,'-5'-7'540,"-5"1"-450,2 5 359,-22 13-2088,4 9 1,-1 3 1286,6-8 0,0 2 728,-8 14 1,-2 9-1,6-8-376,3 3 30,6-6 0,-1 7 0,6-8-30,9-6 0,4 22 0,17-12 0,9-2 0,-9-14 0,4-4-1089,5-7 0,-1-4 1089,8-1 473,-9-10 1,-3-3-474,-14 1-90,-21-33-1170,-22 25 136,11 4 0,0 1 1124,-12 6 0,11 8 0,5 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7:05:51.692"/>
    </inkml:context>
    <inkml:brush xml:id="br0">
      <inkml:brushProperty name="width" value="0.09071" units="cm"/>
      <inkml:brushProperty name="height" value="0.09071" units="cm"/>
      <inkml:brushProperty name="color" value="#C00000"/>
    </inkml:brush>
    <inkml:brush xml:id="br1">
      <inkml:brushProperty name="width" value="0.12095" units="cm"/>
      <inkml:brushProperty name="height" value="0.12095" units="cm"/>
      <inkml:brushProperty name="color" value="#C00000"/>
    </inkml:brush>
  </inkml:definitions>
  <inkml:trace contextRef="#ctx0" brushRef="#br0">15620 9717 7263,'4'-10'1889,"1"-3"-1170,-1 3-539,0-3 270,-1-7-270,-2 3-90,-1-11-45,1 2 0,0 0-45,-1-9-60,2-7 0,0-12 0,0 3 0,-1 13 0,-1 3 0,1-2 60,0-6 0,1-2 0,-1 3-90,0-13 0,-1 13 0,0 27 90,0-18 0,0 28 0,0-4 0</inkml:trace>
  <inkml:trace contextRef="#ctx0" brushRef="#br1" timeOffset="507">15651 8969 11413,'-5'46'144,"2"-21"-116,-2 1 1,-2-1-429,0-2 244,-3 1 1,1-1 14,-1 0 40,-3 5-150,6-14-1,4-16-38,1 2 129,11-33 166,1 6-49,0 3 0,1 0 45,1-6-89,4-2 88,-9 19-87,-1 4 75,1 23-164,0-3-312,2 11 1,1 3 464,4 2 0,6 10 0,-5-19 0</inkml:trace>
  <inkml:trace contextRef="#ctx0" brushRef="#br0" timeOffset="1190">15825 9641 7443,'-14'-3'2248,"42"7"-2068,18-2-135,2 2 0,3-2-45,-11-1 0,0-1-60,-5 0 0,1 0 0,-2-1-1579,0 0 1,-2 0 311,1 1 1,-3-1 2645,5-1-1949,-17 0 630,-10 0 0,0 0 0,-5 0 0</inkml:trace>
  <inkml:trace contextRef="#ctx0" brushRef="#br0" timeOffset="1591">16227 9596 8072,'-7'-8'900,"10"5"-810,0 3 180,25 11-270,-16-6 0,13 5 90,4 1-180,-6-1 90,9 2 0,-15-5 180,-8-3-90,-5-1-1,-14 4-448,-21 7-181,-12 3 0,-3 0 540,18-6 0,2 0 0,-9 3 0,10-4 0,1 0 0</inkml:trace>
  <inkml:trace contextRef="#ctx0" brushRef="#br0" timeOffset="2184">15829 9861 7982,'-6'-10'2159,"1"1"-1889,1 17-180,3-1 180,-1 29 0,1 10-225,0-18 0,-1 1 15,1 13 0,-2 5 0,1-2-16,-1 0 1,0-2-45,1 3 0,-1 0-180,2-9 1,1-4 89,0 1 0,3-6-1259,2-22 1349,2-10 0,-1 2 0,1-9 0</inkml:trace>
  <inkml:trace contextRef="#ctx0" brushRef="#br0" timeOffset="2607">15682 10268 8792,'-8'-8'2069,"1"1"-1799,12 8-180,6 11 179,7 14-179,2 11-180,-4 5 0,-6-18 1,-1-1 89,2 3-180,21 0 90,-9-35-45,0-2 0,1-4 45,-6-5 0,-1-2-90,1-3 0,-1-1-45,-6 3 0,-2 0-1843,1-21 2068,-6 11 0,-9 0 0,-3 10 0</inkml:trace>
  <inkml:trace contextRef="#ctx0" brushRef="#br0" timeOffset="3056">15667 9721 8792,'-8'-19'1889,"-28"0"-1574,4 12 0,-4 4-181,-5-2 1,-2 1-90,3 2 0,-3 2 75,-3 1 0,-3 0 0,5 0-1169,14 0 0,-2 0 1071,-5 1 1,-8 0 0,-1 0-1,8 1-1,-1 1 0,3 1-66,-4-2 0,1 2-1394,-6 7 1439,51-3 0,-2-1 0,14 0 0</inkml:trace>
  <inkml:trace contextRef="#ctx0" brushRef="#br0" timeOffset="3491">15132 9647 8792,'17'-25'1169,"-5"7"-449,-10 2-450,-8 11-90,-10 2-1,-10 12 1,-4 5-135,7-4 0,-2 2 0,-17 9 0,1 0-45,5 0 0,9-3 0,4-1 0,11-6 90,-5 18-90,20-17 0,15 8 0,20-5-270,8-2-495,-3-4 1,1-1 217,-11-2 1,-1-1 0,7 1 0,-1 0 0,10 1 0</inkml:trace>
  <inkml:trace contextRef="#ctx0" brushRef="#br0" timeOffset="27126">15002 8690 6633,'1'9'1439,"0"0"-1259,3-7 0,6-4 0,5-9 0,4-8 270,12-19-1,-6 4-359,-2 0 0,-9 13 270,-8 12-270,0 8 0,-1 0 180,-5 26-180,0-11 45,-3 19 0,0 2-45,2-5-135,-2 4 0,1 1-2744,-1 1 1530,0-8 1121,-1-6 1,1-17-1,0-2 1</inkml:trace>
  <inkml:trace contextRef="#ctx0" brushRef="#br0" timeOffset="27352">15006 8870 8882,'-12'3'1439,"15"3"-1169,36 0-450,-6 0-230,3-6 0,7-2 1,-5-1-1,-13-1 1,0 0-1,23-4 0,1 0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7:06:23.334"/>
    </inkml:context>
    <inkml:brush xml:id="br0">
      <inkml:brushProperty name="width" value="0.09071" units="cm"/>
      <inkml:brushProperty name="height" value="0.09071" units="cm"/>
      <inkml:brushProperty name="color" value="#C00000"/>
    </inkml:brush>
  </inkml:definitions>
  <inkml:trace contextRef="#ctx0" brushRef="#br0">22665 12287 7533,'3'-8'2338,"-2"0"-2248,-5 5 180,-3 6 90,-15 14-180,-11 20-90,12-12 0,1 2-45,1-2 0,2 2 45,2 4 0,3-1 0,5 5-46,16-6 1,8-3 45,18-4-90,-13-7 0,2-4 45,9-9 0,0-6-45,6-8 45,-4-1 0,-2-5 0,-9-5 0,-6-5 15,-7-3 0,-4-5 0,-4 1-15,-6-8 0,-5 2 0,-3-5 0,-7 6-90,-2 17 0,-4 10-360,-7 13 1,1 5-46,-9 5 450,4 8 0,2 4 0,9 5 0,7-6 0,1 0 0</inkml:trace>
  <inkml:trace contextRef="#ctx0" brushRef="#br0" timeOffset="273">22981 12564 9961,'8'-16'1979,"-1"2"-1979,-3 6 0,0 10 0,0 3 0</inkml:trace>
  <inkml:trace contextRef="#ctx0" brushRef="#br0" timeOffset="851">23402 12379 9602,'-4'-30'1529,"-1"4"-1170,-5 19-179,-2 3 180,-15 11-180,0 7-90,-4 5 0,7 1 0,2 2-90,0 1 45,2 0 0,2 2-135,7 7 90,9 11-90,4-12 90,24 2-90,16-25 90,-10-9 0,3-4 0,-3-3 0,-1-4 0,3-9 0,-4-4 0,-2-7 0,-15 3 0,-8-3-360,-24-11-1079,-6 8-720,-11 17 2159,9 33 0,11 4 0,4 2 0</inkml:trace>
  <inkml:trace contextRef="#ctx0" brushRef="#br0" timeOffset="1290">23747 12420 9602,'5'-28'1798,"-1"4"-988,-7 16-540,-9 8-90,-6 6-45,-3 9 0,-1 6-180,4-1 0,0 3-852,-3 15 0,5 2 762,10-13 1,4-1 89,3 1 0,5-3-45,18-5 184,6-18 0,3-8-4,12-12-1,-10 0 1,-3-4 0,-5-19-45,-22 14 0,-5 0-45,-7-4-180,-19-3-1459,1 36 1,-1 5 1627,-7 3 1,10 4 0,3 3 0,7 7 0</inkml:trace>
  <inkml:trace contextRef="#ctx0" brushRef="#br0" timeOffset="1778">24179 12449 9781,'-7'-20'900,"-7"7"-630,-3-1 0,-27 23-136,11 11 1,0 6-225,2 3 1,3 5-1550,4 4 1,6 0 1163,10 11 385,36-30 0,9-8 90,-12-12 0,1-4 45,18-2 0,-1-7-1135,-13-8 1,-5-4 1134,-7 5 0,-3-1-132,-7-5 1,-6 1 86,-11-2 2183,-2 7-2363,-22 16-270,10 16-360,1 3 1,1 2 2274,1 10-1465,4 3 0,17-9 0,3-4 0</inkml:trace>
  <inkml:trace contextRef="#ctx0" brushRef="#br0" timeOffset="2250">24565 12529 9062,'-9'-16'2428,"-12"-5"-1708,-14 20-630,5-4 90,2 16 0,0 6-90,8 2 0,1 2-90,-1-4 0,1 1-45,0 8 0,5 1-225,9 7 270,1-4-90,26 8 0,4-29 90,14 3 90,7-24-90,-22-5 0,-1-2 90,11-9-90,-15-6 0,-7-2 90,-12 5-90,-4 3 0,-4 1-90,-8 9-180,-32 5-810,18 20 1,0 5 1079,0-3 0,0 2 0,1 5 0,3 1 0,4 10 0</inkml:trace>
  <inkml:trace contextRef="#ctx0" brushRef="#br0" timeOffset="2585">24857 12548 9781,'9'-25'1889,"-1"4"-360,-3 4-179,-2 7-1080,-8 15 269,-15 40-449,9-20 0,0 3-120,-1 3 0,0 3 0,1-1-1609,-2 8 1,2-2-1,0-1 1,2-2-1,1-2 1,2-3 1370,0-3 0,-2 0 1,0-14-1</inkml:trace>
  <inkml:trace contextRef="#ctx0" brushRef="#br0" timeOffset="3323">21815 13469 9152,'-1'-13'2069,"8"4"-1485,21 4 1,7 3-450,-11 0 0,4 1 26,8 0 1,9 0 0,4 1 0,0-1 0,-7 1-679,-1-1 1,-5 1-1,8-1 568,-4 1 1,7 0-1,3 0 1,3 0-1,0 0 1,0 0-1,-4 0-243,2 0 0,-2 0 1,0-1-1,0 1 1,-1-1-1,1 1 192,-2 0 0,0 0 0,-1 0 0,1 0 0,3-1 0,2 1-110,-8 0 0,3 0 1,3-1-1,2 1 1,0 0-1,-1-1 0,-1 1 1,-4 0-1,-3-1 1,-5 1 109,8 0 0,-8-1 0,-1 1 0,6 0-34,-3-1 0,6 1 0,3 0 1,2-1-1,-1 1 0,-4 0 0,-5-1 1,-9 1-327,5-1 0,-5-1 360,21 1 0,-9-1 0,-28 0 0,-7 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7:06:46.908"/>
    </inkml:context>
    <inkml:brush xml:id="br0">
      <inkml:brushProperty name="width" value="0.09071" units="cm"/>
      <inkml:brushProperty name="height" value="0.09071" units="cm"/>
      <inkml:brushProperty name="color" value="#C00000"/>
    </inkml:brush>
    <inkml:brush xml:id="br1">
      <inkml:brushProperty name="width" value="0.12095" units="cm"/>
      <inkml:brushProperty name="height" value="0.12095" units="cm"/>
      <inkml:brushProperty name="color" value="#C00000"/>
    </inkml:brush>
  </inkml:definitions>
  <inkml:trace contextRef="#ctx0" brushRef="#br0">6466 12486 0,'42'19'0,"1"0"0,-1-1 0,1 1 0,-1 0 0,1-1 0,-1 1 0,0 0 0,1-1 0,-1 1 0,5 3 0,-3 0 0,-3-1 0,1 0 0,0 0 0,4 2 0,-2-1 0,-1-1 0,1 0 0,-1 1 0,1-1 0,-1 0 0,0 1 0,1-1 0,-1 0 0</inkml:trace>
  <inkml:trace contextRef="#ctx0" brushRef="#br1" timeOffset="6650">6919 13094 7071,'-7'-8'3276,"10"5"-2475,0 2-679,9 3 192,22-3-255,-4 0 20,8-1 1,2 1-97,8-2 54,-15 1 0,6 0 0,2-1 0,-3 0-109,0 1 1,-2-1 0,1 0 62,-1 0 1,0 1-1,3-1 1,4 0 27,-4 0 1,5 0 0,2 0 0,1 0 0,0 0 0,0 0 0,-3 1-5,-1 0 0,-2 0 0,-1 0 0,1 1 0,4-1 0,4 0-262,-11 1 1,4 0-1,3-1 1,1 1-1,3-1 1,0 1 0,2 0-1,-1-1 1,-1 1-1,0 0 1,-2 0-1,-2 0 1,-3 0 246,7 0 0,-2 1 0,-3-1 0,-2 1 0,1 0 0,2-1 0,1 1 0,4 1 0,-7-1 0,3 0 0,2 0 0,3 1 0,1-1 0,0 1 0,0-1 0,-1 1 0,-1 0 0,-2-1 0,-3 1 0,-4 0 0,-3-1-108,12 1 1,-6 0-1,-4 1 1,1-1 0,5 0 118,-4 0 0,5 0 0,2 0 1,1 1-1,0-1 0,-3 0 0,-4 0 1,-5 0-42,9 1 0,-6-1 0,0 0 30,-3 0 0,0 0 0,1 1 0,-2-1-30,10 0 0,-1 1 0,-3 0 30,7 1 0,-3 1-45,-6-2 0,-3 1 45,-7-1 0,-1 1 0,17 1 0,-14-2 0,4 1 182,-9-1-182,-13 0 3118,6-1-3118,-9 2 827,-2-2-737,-1 1-90,-4-1 450,2 0-450,-15 0 180,1-1-90,-8 0 0,3-4 89,3-2-89,-1-1 90,-7-21-90,7-1 0,1-5-1161,1 3 1,0-3-1,1 0 1071,0 0 0,0-1 0,2-3 72,1-1 0,1-5 0,1-2 0,0 2 0,0 6-777,0-11 0,2-1 735,1 11 0,1-6 0,2-5 0,-1 0 0,1 2 0,-1 7-621,2-6 1,0 6-1,0-3 591,1 3 0,0-3 0,1 0 0,-1 3 7,-1 0 1,-1 2 0,0-3 14,1 1 1,1-2-1,0-2 1,-1-1 13,-1 5 0,0-2 0,0 0 0,0 0 0,1 1-36,0-7 0,1 1 0,-1 0 0,0-1 0,0-2 0,-1-2 0,0 3 0,-1 7 536,0 7 1,0 0-537,-1-10 0,1-6 0,-1 6 1113,-1 11 0,1 2-1113,-2-1 0,1-2 0,-2 4 0,1 4 0,-2 3 0,0-18 0,1 16 0,-1 2 129,0 5-129,-1-8 0,0 16 3213,-1-12-3213,1 13-90,-2-7-90,0 6 90,-2-3 0,1 3 90,-1 2 0,2 4-90,-1-2 90,-3-4-90,-3-4 90,5 4 0,-2 0 0,-2-4 0,7 9 0,-12-13-90,10 13 90,-4-2 0,3 4-90,-26 6 90,7 3-2,-16 2 0,-6 0 62,14-1 1,-2 0-22,-2-1 0,-6 1 0,-4-1 0,-1 0-267,8-2 0,-3 0 0,-1-1 0,0 0 0,1 0 0,2 0 339,-8 1 0,4 1 1,-1-1-1,-6 0-63,10-1 0,-6 0 0,-4 0 0,-1-1 0,1 1 0,2-1 0,3 1 0,7 0 70,-2-1 0,6 1 1,1 0-1,-5-1-516,-2 1 0,-4 0 0,-3 0 0,1 0 0,1 0 1,5 0 494,1 0 1,4 0 0,1 0-1,-4 0-15,-5 1 0,-3 0 0,-2 1 0,3-1 0,4 0 6,-1 0 1,4 0 0,-5 1-36,8-1 1,-6 2 0,-4-1 0,0 1 0,2 0 0,4 0 0,8-1 165,-9 1 1,1 0-579,0 0 1,-9 1 0,-3 1 0,3-1 0,10-1 594,5-1 1,1 0-395,-2 0 1,-6 0 0,0 0 0,3 0 300,3-1 1,2-1 0,1 0 232,1 0 0,0 1 1,-3-1-299,-6 0 0,-4-1 0,-1 1 0,3-1-377,0-1 0,3 0 0,-3 1 385,4-1 0,-3 1 1,0-1-1,2 1-29,1-2 1,-1 1 0,3 0 0,5 0 392,1 0 1,2-1-363,-8 1 1,0-1 860,10 2 0,3-1-823,-15-1-84,12 1 0,3 0-72,1 1 735,11-1-743,3 1 3101,1-1-3048,-1 1 1774,-4 6-1111,-1 14-438,2 3 9,2 22-523,11-17 28,4 19 1,2 3-637,-1-2 668,-1-14 1,2 6 0,-1 1-107,0 2 1,-1 1 0,0-2-1320,1 3 1,0 1 1005,-1-8 0,0 4 0,1 0 0,-1-2 377,0 2 0,0-2 0,0 2-425,0-4 1,1 2 0,-1 0-1,1 1 680,0 4 1,-1 1 0,1 0-1,0-2-309,-1-5 0,1-2 0,0 0 1,0 2 283,0 6 1,0 2 0,1 0-1,-1 0-91,-1 0 1,0 1 0,0 0 0,0-2 41,0-6 0,0 0 1,-1-1-1,0 0 25,1 6 1,-1 1 0,0-2-1,0-8-51,-1-7 1,0-3-1,2 21 0,2-2 1444,-2-6-1521,0 7 1,0 0 13,-1-11 87,-1-1 0,0-1 2362,-1-9-2349,1 21-165,1-17 5,2 18 164,-2-21 2405,1 7-2505,-2-3 497,-1 11-454,0-1-91,0-2 160,0-16-175,4 4-93,-3-12-802,2 9 355,-3-12 767,1-3 0,-1-2 0,-1-4 1</inkml:trace>
  <inkml:trace contextRef="#ctx0" brushRef="#br0" timeOffset="9695">15250 3579 8432,'0'-12'1259,"1"1"-449,0 5-720,1 10 180,-1-1 0,4 34-1,-5 9-179,1-12 0,-2 5-60,0-3 0,-2 2 0,0 1-150,0-1 0,-1-1 1,0 0-181,1 0 0,0-1 0,0-1-1339,-1 10 1,0-5 1602,3-10 1,3-9 0,0-16 0</inkml:trace>
  <inkml:trace contextRef="#ctx0" brushRef="#br0" timeOffset="10163">15597 3689 9152,'2'-19'1529,"-1"0"-1079,-2 11-270,-8 8 269,-28 24-314,11-5 0,-3 2-90,-9 7 0,0 0-45,9-7 0,2-1-135,-6 4 0,4-2 135,7-5-90,-6 7-180,20-13 270,13-6-90,3 1 90,8-8-89,15-5 89,-10 1 0,9 2 0,-13 4 89,13 38-89,-5-1 0,3 3-1093,-6-14 1,0-1 0,1 0 710,1 3 0,-1-1 0,0-5-338,1-6 1,0-6 110,13-6 1,-7-7 0,10-4 0</inkml:trace>
  <inkml:trace contextRef="#ctx0" brushRef="#br0" timeOffset="10462">16038 3701 9871,'-3'-13'2159,"-2"-4"-1799,9 40-180,-4 1 0,1 5-90,1 6 0,0 2-90,-1 1 0,-2 2-315,-2 10 0,-2-4 45,2-7-1369,-1 8 1,2-3 1602,4-24 1,-1 12 0,2-26 0</inkml:trace>
  <inkml:trace contextRef="#ctx0" brushRef="#br0" timeOffset="10828">15973 3732 9691,'-15'-19'1260,"5"6"-721,21 1-269,8 10-180,14 0 30,-3 5 0,5 3 0,0 1-1759,10 8 1,1 3 933,-7-6 1,1 0 0,-3 7 1143,-5 10 1,-4 6-1,-8 0-439,-11-4 0,-8 3-30,-5 5 0,-6 4 0,-4-5-674,-8-7 0,-3-4 704,-3 4 0,-2-1-753,-11-2 0,1-4-866,0-2 1518,9-4 1,2-3 100,12-9 0,11-9 0,1-1 0</inkml:trace>
  <inkml:trace contextRef="#ctx0" brushRef="#br0" timeOffset="11161">16722 3797 10321,'-2'-10'2789,"0"-6"-2430,1 25 91,-3 31-450,2-4 45,0-5 0,0 3 0,1 4 0,1 1-585,1 3 1,1 1-1100,5 6 1,1-1 1088,-4-16 0,2-6 0,13-7 0,-10-23 0</inkml:trace>
  <inkml:trace contextRef="#ctx0" brushRef="#br0" timeOffset="11429">16754 3718 10411,'-13'-11'2339,"3"2"-1710,26 5-359,15-1-360,2 2 0,2 0-180,-7 0 1,0 1-1370,8-2 1,-4 1 973,-8 2 0,-2-1 0,-21 4 0</inkml:trace>
  <inkml:trace contextRef="#ctx0" brushRef="#br0" timeOffset="11646">16734 4001 11221,'29'-4'539,"-7"3"-539,8-3-270,11-1-449,-7 2-920,-5 1 1,-2 1 1512,-1 1 1,-1 2 0,-20 1 0</inkml:trace>
  <inkml:trace contextRef="#ctx0" brushRef="#br0" timeOffset="11862">16709 4304 9422,'-3'12'1259,"2"-4"90,24 5-899,15-10-360,3 2-450,5-6 0,1-2-269,-4-1-316,-4 0 1,0 1 944,1-3 0,-4-1 0,5-2 0</inkml:trace>
  <inkml:trace contextRef="#ctx0" brushRef="#br0" timeOffset="13258">18084 3916 10141,'-13'0'-90,"2"0"450,-1-2 540,4 2-631,18-2-179,15 0-225,1 0 0,3 0-1504,9 0 1,-1 0 1355,8 0 1,1 1-1,-40 3 1</inkml:trace>
  <inkml:trace contextRef="#ctx0" brushRef="#br0" timeOffset="13461">18123 4079 9242,'8'6'270,"11"-2"-315,6-3 0,6-3 45,6 0 0,4-2 0,-1 1 0,6 0 0,1-1 0,-7 0 0,0 1 0,0-1 0</inkml:trace>
  <inkml:trace contextRef="#ctx0" brushRef="#br0" timeOffset="16979">7085 11603 7803,'-2'-11'89,"0"0"271,0 5 90,1-3 0,-1 3 449,-5-9-539,0 7 180,-14-7-270,5 9 89,-30 5-269,23 3 0,-17 7 0,12 12 0,0 7-45,9-6 0,0 3-23,0 4 1,-3 5-1,2 3 1,3 1-1,6 4 1,3 4-1,3 1 1,0-2-602,0-5 1,-1-1-1,3 0 1,2 2 524,4 1 0,1 2 0,3 0 0,2-2 0,3-4-6,10 3 0,4-5 0,-1-2 30,-6-2 0,-1-2 0,4-3 0,13-2 0,6-4 0,-5-9 30,-11-9 0,0-5 0,11-3 0,5-3 0,-4-4-45,-1-10 0,-3-6 45,-5 3 0,0-1 0,-3-6 0,-7-3 0,-4-5 0,-2-1 0,-1 3 0,-1 2 0,-2 2 0,-3-4-61,-3 0 1,-3-5 0,-1-1 0,-1 3-1,-1 5 61,-4-4 0,-5 2-609,0 5 0,-3-3 1,-2 0-1,0 6 609,-7 0 0,0 3 484,-4-6 0,-4 1-454,-3 8 0,-5 1 0,5 3-30,10 7 0,1 1 0,-14-4 0,-4-1 0,5 4-180,-4 8 45,13 2 0,0 5-765,5 10 1,1 5 634,5 4 1,3 3 0,-2 0 0,2 2 0,7 0 0,0-1 0</inkml:trace>
  <inkml:trace contextRef="#ctx0" brushRef="#br0" timeOffset="21711">8298 11802 7083,'10'-1'2339,"-8"1"-2070,35 0-179,-11-3 0,17 0 0,3-1-45,-19 3 0,1-1-45,0 1 0,2 0-45,17 0 0,1 1 45,-17 0 0,-1-1 0,9 1 0,4 0-90,-7 0 0,2 1 0,-4-1 90,-4 0 0,1 0-68,5 1 1,7 0 0,0-1 0,-6 1 22,-4 0 0,-2-1 45,13 1 0,2-1-45,-6 1 0,-5 0 45,0-2 0,4 1 0,2 0 0,-15-2 0,-2 0 0,5 1 0,0-1 0,17-2 90,-7 0-90,-8-1 90,-3 2 0,1 0-90,3-2 45,-6 2 0,0 1-45,-4 0 0,4 0 89,-3 2-89,-10 0 0,6 0 0,-12-1-89,8 1-91,-8 0-180,2 1 360,0 1 0,-3 1 0,2 0 0</inkml:trace>
  <inkml:trace contextRef="#ctx0" brushRef="#br0" timeOffset="23344">8555 10831 7533,'-15'-21'449,"-1"2"1,-6 7-270,1 5-90,-1 1 225,-5 12 0,-1 4-225,-2 4 59,1 2 1,-6 7 0,4 3-30,9 6 0,4 3 0,-1 0-90,-3 1 0,-1 0 0,4 1 0,3-1 0,2 0 0,6 3 30,7 8 0,7 2 0,0-6-60,-1-12 0,3-1 0,4 8 0,5 6 0,3 1 0,1-9 0,10-1 0,3-6 0,-9-1 0,0 0 0,4-6 0,10-9 0,4-7 0,-4-5 0,-7-5 0,1-4 0,9-5 0,4-5 0,-5-6 0,-10-7 0,-5-6 0,-4-5-23,-7 0 1,-4-3-1,-2-2 1,-3 0-798,-1 3 1,-1 0 0,-4-1 0,-5 1 767,-6-3 1,-5-1 0,-3 2 0,0 5 51,-3 6 0,0 4 0,-3 3-663,1 2 1,-2 3 0,1 4 617,-7 1 0,-1 6-1000,-9 5 0,-1 5 820,11 5 0,1 5-950,-9 9 1,6 5 1174,16-2 0,4 1 0,1 4 0,5 1 0,3 13 0</inkml:trace>
  <inkml:trace contextRef="#ctx0" brushRef="#br0" timeOffset="25668">17872 13589 8342,'0'0'0</inkml:trace>
  <inkml:trace contextRef="#ctx0" brushRef="#br0" timeOffset="25710">17872 13589 7892,'0'0'0</inkml:trace>
  <inkml:trace contextRef="#ctx0" brushRef="#br0" timeOffset="29527">19954 3821 9871,'1'10'1799,"3"2"-1619,2-5-90,3-2 0,5-8 180,14-14-270,-6 3 45,4-11 0,-1-2-45,-5 1 0,-2-7 0,1-8 0,-3 3 0,-5 1 0,-3 1 0,1 2 0,1-1 0,-2 1 0,-3-9 0,-3 6-90,0 5 90,-2-4 0,-6 38 0,-1 14-45,-5 25 0,1 6 90,5-21 0,1 0-45,-3 18 0,0 7 0,2-10 0,3-1-30,3-6 0,0 5 0,1-7 30,4-2-45,-3-3 0,4 0 45,13 0 0,-8-15-3277,34-3 3162,-23-17 115,4-11 0,5-10 0,-1-5 0,-9 0 0,-2-4 0,-1-2 0,1 3 0,6-5 0,1 1 0,-2-2 22,-7 5 1,-1-4-1,-2 2 1,-4 10-23,-4-4 90,-2 7 0,-8 63-90,3-11 0,-1 3 30,0 4 0,0 3 0,1 1-30,1 4 0,3 0 0,-1-3 45,0 0 0,1-2-478,6 8 1,3-5 252,8-10-180,8 2-1169,12-16 1529,-4-20 0,3-5 0,-6-10 0</inkml:trace>
  <inkml:trace contextRef="#ctx0" brushRef="#br0" timeOffset="30083">21279 3649 9602,'-15'-4'2878,"-3"-2"-2518,23 2 269,23-2-359,22 1-300,-5 2 0,9 0 0,-5 1-150,-9 0 0,0 0-360,8 0 1,5-1-1,-10 1-629,-4 1 1169,-1 0 0,-24 0 0,-6 2 0</inkml:trace>
  <inkml:trace contextRef="#ctx0" brushRef="#br0" timeOffset="34250">22409 3380 9602,'-20'-9'-180,"-10"-4"360,10 5 269,-9-6 91,20 9-90,0-3 89,36-6-449,-11 8 45,28-3 0,0 12-1741,-33 30 0,-5 7 1606,17-20 0,-5 2 30,-21 13 0,-12 8 0,-2-6-330,2-13 1,-3-2 299,-11 13 0,-6 6 0,4-5 0,6-6 0,1-1 0,-2 0 0,-3 3 0,7-6-90,-1 3 90,27-23 0,22-23 0,1-5 0,6-6 0,-1-1 0,-4 4 0,-1-1 0,0-1 751,1-1 0,1-1 1,0 0-1,-4 3-751,7-9 0,-4 3-45,-4 3 0,-2 4 851,0 6-806,-2 7-90,-13 24 180,-9 29-90,0-6 0,-4 1 0,2 4 45,5 3 0,3-1-45,-2-7 0,2 1-90,8 8 0,3-5-359,9-10-1190,2-16 1,2-5 1429,-1-3 1,-2-7 0,0-4 0,-1-5 0</inkml:trace>
  <inkml:trace contextRef="#ctx0" brushRef="#br0" timeOffset="34499">23117 3739 9781,'9'-4'1530,"-1"8"-1261,-5 1 271,-3 14 90,-7 21-406,1-13 1,-1 3-90,-1 12 0,-1 1-225,3-11 0,2-1-899,0 8 0,4-4 989,12-6 0,4-4 0,7-23 0</inkml:trace>
  <inkml:trace contextRef="#ctx0" brushRef="#br0" timeOffset="34728">23380 3398 10141,'-6'-16'1349,"0"2"-719,4 9-630,1-1-989,8 7 989,0 5 0,3 3 0,-4 2 0</inkml:trace>
  <inkml:trace contextRef="#ctx0" brushRef="#br0" timeOffset="35393">19942 4749 9332,'-41'-20'629,"18"8"1,1-3 809,-9-14-1259,9 6 314,46 8 1,23 3-375,-9 6 0,9 2 0,6 1 0,2 0 0,-1 1 0,-4-1-590,-6-1 0,-3 0 0,0 0 0,2 1 0,6-1 488,-9 2 0,4 0 0,3 0 0,1 0 0,2 0 0,2 0 0,-1 1 0,1-1 0,-1 1 0,0 0-183,-4 1 1,0-1-1,1 1 1,1 0-1,-1 1 1,1-1-1,-1 0 1,0 1-1,0-1 1,0 1-1,-1-1 147,1 0 0,0 0 0,0 1 0,-1-1 0,0 0 0,0 0 0,0 1 0,0-1 0,1 0 1,1 1-172,-2-1 0,1 0 1,1 1-1,0-1 1,0 0-1,0 1 1,0-1-1,-1 1 0,0-1 1,-1 1-1,-2-1 149,4 1 0,1 0 0,-1-1 0,-1 1 0,-1 0 0,-1 0 0,-2-1 0,-3 1 1,-2 0 16,11-1 1,-6 1-1,0-1 1,6 0-26,-9 0 1,6 1 0,2-1 0,2 0 0,0 0 0,-4 0 0,-3-1 0,-6 0 77,8-2 0,-7 0 0,1 0-30,0 1 0,4 1 0,-4 0 0,-11-3-36,-4-10-2303,-34 13 1030,-3 1 1309,1 5 0,-1 1 0,0 0 0</inkml:trace>
  <inkml:trace contextRef="#ctx0" brushRef="#br0" timeOffset="38344">17924 13503 8702,'21'-18'450,"4"-5"-315,5-9 0,4-6-105,-9 10 0,0-2 0,0 1 0,1-1 0,0-1 0,2-5 14,-5 5 1,4-5 0,0-3 0,0 0 0,-2 3 0,-3 4-636,0-2 0,-2 4 1,4-6 626,-5 7 0,3-5 0,3-4 0,2-3 0,1-2 0,1 0 0,-1 1 0,-2 2 0,-1 4 0,-3 3-799,8-10 1,-3 6 0,-1 0-1,5-6 781,-8 12 0,3-4 0,2-3 0,1-1 0,1-2 0,0 1 0,-1 1 0,-1 3 0,-2 2 0,-4 5-18,8-8 0,-5 6 0,0 1 0,2-1-141,0 0 1,1-1 0,0 0 0,0 1 0,-2 1 185,-1-1 0,0 3 0,-2-1 0,1 2-516,4-7 0,-1 2 0,1-2 493,-2 3 1,1-2-1,-1 1 1,-2 2 22,8-9 0,-4 5 32,-9 11 0,0 0 58,9-9 0,-1 1-45,0 1 0,2-3 0,-2 1 1579,-11 14-1399,8-14-270,-14 19 2011,7-12-2011,-8 11 90,2-4 3134,15-20-3179,-9 18 0,0-1 462,15-16-507,-2 7 0,-2 3 0,-8 11 0,18-16 0,-20 19 0,2-2 0,-1 0 0,5-5 0,-6 3-90,-4 2 0,-3 4-90,-6 6 103,-1 2-926,-1 0 736,-4-4-105,0 4-60,-6-2 330,2 4 467,1-3-120,2 0-432,2-3 309,0 0 99,1 1 280,1-1 455,-2 2-814,-8 4-7,-19 14 1,-10 9-24,4-3 1,-3 3-1,0-1-10,1 1 1,0-1 0,0 1-573,2-2 0,0 0 1,5-2 556,-12 9-182,21-14 229,10-3-91,48-31-26,-13 6 0,1-3-19,14-8 0,1-1-47,-5 2 0,-3 1 43,-9 7 0,-1 1 5,8 0 1,-3 4-21,-1 8 50,9 7 1424,-23 14-1672,5 28-91,-9-18 157,-2-3 1,0 1-330,7 6-2346,12-4 2757,2-4 1,7-17 0,-7-8-1</inkml:trace>
  <inkml:trace contextRef="#ctx0" brushRef="#br0" timeOffset="39670">21480 5008 9332,'2'-20'1619,"0"3"-360,1 1-899,0 6 180,1-1-91,5 20-269,-2 11 0,3 9-90,-6 20 45,-4-14 0,-3 4-75,-1-1 0,0 3 0,-1 0-30,0-5 0,1 0 0,-1-1-30,-1 2 0,0 0 0,0-3 45,0 0 0,2-4 135,-1 9-180,40-73-1639,-9 0 1,2-5 1599,-5 5 1,0-3 0,2 1-749,6-3 1,1 1 0,-4 7 786,-10 9 0,0 7-45,19 9 0,-2 14 45,-21 23 0,-6 10 0,10 0 0,-1 4 0,-9-5 0,-4 3 0,2-2 0,2 6 0,4-2-30,1-9 0,3 0 0,0-3-15,-1-2 0,2-4 0,5 0 0,2-8-1304,23-19 720,-21-4-1010,7-10 1,-2-6 1584,-8-20 1,-7 12-1,-2-3 1,-8 3-1,-1-1 1</inkml:trace>
  <inkml:trace contextRef="#ctx0" brushRef="#br0" timeOffset="40196">21886 4727 8587,'-37'-19'54,"0"0"0,0 0 0,7 5 0,0 0 0,-2 1 36,-7-1 0,-4 0 0,-1 1 0,3 2-1183,-1 3 1,3 3 0,-1 1 708,1-2 0,0 2 0,-2 3 496,5 4 1,-2 3-1,1 2 1,0 3 246,2 3 1,0 4 0,1 2-1,-1 2-269,0 1 0,-1 3 0,0 2 0,1 3 0,2 1 13,6-2 1,0 2 0,1 1 0,1 2 0,4 2-1,2 2-39,4 2 0,3 2 1,3 3-1,1 1 0,1-1 1,2-2-1,-1-3-46,-1 2 0,2-3 0,0-1 0,2 0 0,3 1-18,2 5 0,1 2 0,3 0 0,5-2 0,6-3 18,10-2 0,6-3 0,5-2 0,3-3 0,0-2-18,0-5 0,1-2 0,3-3 0,0 0 0,1 2-78,-9-2 1,0 2 0,1 1-1,1 0 1,0-3 0,2-2 0,1-5 77,0-4 0,4-4 0,1-2 0,0-2 0,0-2 0,-1-1 0,-2-1 0,-4-1-23,12-3 1,-5-4-1,0-1 1,2-2 7,-7 2 0,3 0 0,1-2 0,0-1 0,-3-3 0,-2-3 0,-6-2 0,-2-4 0,-2-2 0,-1-2 0,-2 1 0,-1 0 15,4-5 0,-2-1 0,-2-1 0,-3-5 0,-7 6 0,0-4 0,-1-2 0,-2-1 0,-2-1 0,-5 1 0,-4 1 30,-7-2 0,-5-1 0,-5 2 0,-3-1 0,-1 1 0,1 0-30,2 1 0,0-1 0,-2 1 0,-1 0 0,-4 2 0,-4 1-12,0 7 1,-3-1 0,-4 2 0,-1 0-1,-2 2 1,-1 2 0,-1 3 0,0 2 100,-3 2 0,-2 4 1,-2 3-1,0 1 1,0 2-1,-1 1 1,0-1-193,-1 0 0,0 1 0,-1 0 0,1 1 1,-2 2-1,-1 2 0,-1 3-225,7 2 0,-2 3 0,-2 2 1,-1 1-1,0 1 0,0 1 1,2 0-1,1 1 0,3-1 1,4 0 245,-13 2 0,6 0 0,2 1 0,0 2 0,-2 1 0,4 1 0,-2 1 1,-1 2-1,0 1 0,3 0 0,3-1 0,5 0 0,-1 8 0,0 0 1,0 0-1</inkml:trace>
  <inkml:trace contextRef="#ctx0" brushRef="#br0" timeOffset="43062">18736 3968 6813,'-3'-11'1079,"-3"-3"-629,-1 4 180,-7-1-90,-10 12-271,-3 8-134,5 1 0,-1 6 15,0 6 0,-1 5 0,2 0-60,-6 7 0,2 4-45,6-6 0,-1 5 0,2 2 0,3-3-45,4 3 0,4-1 0,1 0-30,-1 2 0,1 0 0,4-1-30,6-3 0,5-1 0,-1-5-30,8 13 90,2-19 0,3-6-90,6-13 0,7-3 90,-7-11 0,1-6-1639,-4-8 1,-1-2 1535,1 1 1,-1-2-515,-5-3 1,-4-1 616,-5-8-90,-6 3 90,-5 5 0,-7-2 0,2 12 2691,-5 0-2691,17 21 1844,9 2-1754,3 5-90,16 5 90,-16 5 0,1 5 0,-15 19 0,-13 3-135,0-5 0,1 2-270,3-9 0,2 0 45,-1 1 1,3-2-1170,11 3 1439,6-19 0,6-5 0,2-3 0</inkml:trace>
  <inkml:trace contextRef="#ctx0" brushRef="#br0" timeOffset="43742">19059 4150 7892,'-3'-9'540,"0"2"540,1 1-721,-7 21-89,0 18 0,1 7-225,1-9 0,-1 3-45,0 5 0,1 5 0,1-3-90,0-6 0,1-1-405,-1 9 1,1-2-316,0 2 810,3-5 0,6-29 0,1-3 0</inkml:trace>
  <inkml:trace contextRef="#ctx0" brushRef="#br0" timeOffset="43995">19070 4146 7892,'-3'-8'360,"3"0"-180,2 4-90,5 2-90,0 1 180,23-2-540,8-3-90,5 1-359,-8 0 809,-16 4 0,-10 0 0,1 1 0</inkml:trace>
  <inkml:trace contextRef="#ctx0" brushRef="#br0" timeOffset="44200">19036 4286 7713,'-2'6'1169,"23"-4"-1169,6-3-540,22-5 540,-13 2 0,-4 1 0,-7 3 0</inkml:trace>
  <inkml:trace contextRef="#ctx0" brushRef="#br0" timeOffset="44608">19281 4451 8342,'-9'-10'1529,"7"0"-1169,6 6-270,5 1 360,14 11-315,0 6 0,0 3-945,15 10-135,-13-7 1,-2-1 944,-4 2 0,-9-7 0,-1-1 0</inkml:trace>
  <inkml:trace contextRef="#ctx0" brushRef="#br0" timeOffset="44803">19525 4409 8676,'-3'-19'629,"-3"1"10,-1 3 81,-17 16-2359,3 15 1,-2 7 1552,2-4 1,0 3 53,-6 10 0,1 2-418,9-9 1,2-2-40,-7 11 489,1 5 0,13-22 0,-3 7 0</inkml:trace>
  <inkml:trace contextRef="#ctx0" brushRef="#br0" timeOffset="45254">19782 3075 8792,'5'-10'630,"4"13"-181,-2 13-89,3 24-60,-7-8 0,0 5 0,-2 1-151,1 4 1,-2 1 0,1 2-192,0 0 1,0 2-1,0 1 1,-1-4 71,0-2 0,0-3 0,0 3-75,1 3 0,0 4 0,0-1 0,1-7-90,0-1 0,1-2-375,0 8 0,1 6 1,2-9 509,0-14 0,2-5 0,9 19 0,0-25 0</inkml:trace>
  <inkml:trace contextRef="#ctx0" brushRef="#br0" timeOffset="46204">23642 3123 8702,'19'-10'180,"3"-2"180,-10 7-90,4-3 179,-4 4-269,-1 2 450,4 17-450,-7 1 44,-1 17 1,-2 8-90,-3-5 0,-1 6-389,-2-3 1,0 7 0,0 4 0,-1 1 0,0-5 275,0-3 1,0-2-1,-1 0 1,1 5-62,-1-5 0,0 3 1,0 3-1,0 1 1,0 0-1,1-2 1,0-3-394,2 5 0,-1-2 0,2-2 1,-1 0-1,0-1 72,0 5 0,-1-1 1,1-1-1,1-1 360,2-2 0,2-1 0,0-2 0,-1-6 0,1-5 0,-1-3 0,1 6 0,1 0 0</inkml:trace>
  <inkml:trace contextRef="#ctx0" brushRef="#br0" timeOffset="51943">4886 17099 6453,'14'-15'1080,"-4"3"-810,-1 1-91,-4 5 271,1 2-180,8 0-180,-2 0 0,15 2 45,2 2 0,7 0-45,-1-1 0,7-2 0,1 1 0,-2-1-584,3 1 1,0 1 0,8-2 546,-16 1 1,5-1 0,4 0 0,4 0 0,1-1 0,0 1 0,0 0 0,-3-1 0,-3 1 0,-5 1-688,13-2 0,-7 1 0,0 0 1,11 0 660,-19 1 1,5 0 0,4 0-1,4 0 1,1-1 0,3 1-1,0 0 1,-1 0 0,1 0-1,-3 0 1,-2 0 0,-3 0-1,-4 1-301,6 0 1,-5 0 0,-3 0 0,0 0 0,0 1 0,3-1 0,4 0 288,-6 1 0,4-1 0,1 1 0,3-1 0,0 0 0,2 1 0,0-1 0,-1 1 0,0-1 0,-1 1 0,-2-1 0,-2 1-154,4-1 0,-2 1 0,-1 0 1,-1 0-1,0-1 0,0 1 1,-1 0-1,1 0 0,1 0 139,1-1 0,1 1 0,0 0 0,0 0 0,0 0 0,-1-1 0,0 1 0,0 0 0,-1 0-8,2-1 0,0 1 0,0 0 0,0-1 0,-2 1 0,-1-1 1,-2 1-1,-3 0 30,13-1 1,-5 1-1,-2-1 1,0 1 44,1-1 1,1 1-1,-4-1 1,-11 0 22,1-1 676,2 1 0,-1 1-586,-5-1-135,-4 0 0,-2 1 1934,0 0-1889,14 0-180,-27 1-1529,12 0 2325,-28 8 0,-2-2 0,-12 8 0</inkml:trace>
  <inkml:trace contextRef="#ctx0" brushRef="#br1" timeOffset="54727">12227 14031 24287,'-9'4'3276,"2"-1"-3309,12-1 13,16 0 1,9 0-1074,4-1 1,5 0 0,1-1 548,-1 1 0,1-1 1,0 1 306,2-1 0,1 0 0,-2 0 126,-4-1 0,-1 0 0,-4-1 1,-5 0-1,-2 0 0,13-2 0,-1 0 1</inkml:trace>
  <inkml:trace contextRef="#ctx0" brushRef="#br0" timeOffset="91210">19402 6600 7173,'1'-23'2698,"0"5"-2338,-5 29-90,-1 9-30,-2 11 0,0 10 0,-1-2-195,1-4 0,0 3-865,0 1 1,-2 6 0,0 3 0,1-2 732,0 1 1,1-1 0,0 1 0,0 3 131,1-10 0,0 1 0,0 2 0,0 1 0,1 0 0,-1 1-3,1-3 0,0 1 1,0 1-1,-1 0 1,2 0-1,-1 1 1,1 0-5,0 4 1,0 1-1,1 1 1,0-1-1,0 0 1,1-3 0,-1-3-21,1 1 0,-1-3 0,1-3 0,0 1 0,0 0-18,1 1 0,0 1 0,0-1 0,1-1 0,1-3 29,1 7 1,2-2 0,0-4 15,0-1 0,-1-1-45,1 2 0,0 2 0,0-7 180,2 8 0,-3-20-90,2-18 0,10-8 0,11-6-90,9 5 15,-4 4 0,9 1 0,8 0 0,2 1 0,0 0 0,-5 0-402,-3 0 1,-3 1-1,1 0 1,2 0-1,8 0 387,-14-1 0,4 1 0,2 0 0,3 0 0,3 1 0,1-1 0,1 0 0,1 1 0,0-1 0,0 1 0,0-1 0,-2 1 0,-1 0 0,-3-1 8,6 1 0,-2 0 0,-1 1 1,-1-1-1,1 0 0,-1 1 0,0-1 1,1 1-1,1-1 0,2 1 0,1 0-8,-8-1 0,2 1 0,0 0 0,2-1 0,0 1 0,1 0 0,1 0 0,-1 0 0,1 0 0,-1 0 0,0 0 0,0-1 0,-2 1 0,0 0 0,-1 0 0,-2-1-85,8 1 0,-2 0 1,-1 0-1,-1 0 1,-1-1-1,1 1 1,-2 0-1,2-1 1,-1 1-1,2 0 1,0 0 70,-2 0 0,0 0 0,2 0 0,0 0 0,1 0 1,0 0-1,0 0 0,-2 0 0,0 0 0,-1 0 0,-2 0 1,-2-1-1,-3 1-131,10-1 0,-4 1 0,-1-1 0,-3 0 0,0 0 0,1 0 0,1 1 132,3-1 0,2 1 0,1 0 1,-1-1-1,-2 1 0,-2-1 0,-4 0 294,4 0 1,-2 0 0,-4 0-1,-6-1-236,-3-1 0,-2 0 90,16 1 0,-4-1 1528,-14-3-1483,4-1-360,-16-2 1948,-4 0-5045,-4-1 2457,-6 0 1,-1 1 0,-5 1 0</inkml:trace>
  <inkml:trace contextRef="#ctx0" brushRef="#br0" timeOffset="94295">19239 8855 8702,'16'-10'630,"-5"4"-91,31-16-359,-17 7 0,1-1-90,6-4 0,2-1-1183,-6 1 1,2 0 0,-1-2 915,-2 0 0,-1-2 1,1-4 234,-1-1 0,2-5 1,1-2-1,-1-1 1,-1 1-412,0-3 1,-2 1 0,0-2 0,1-2 352,-5 7 0,0-2 0,1-1 0,0-1 0,-1 0 0,-2 0-47,0-1 1,-2 0-1,0-1 1,-1 0-1,0 1 1,0 2 37,2-2 1,1 1 0,-1 1 0,-1 0 0,1 1 20,1-7 0,-1-1 0,0 2 0,2 4-12,5-4 0,2 3 0,-4 8-153,7 1 86,-8 7 0,3 1-23,14-3 90,-1 4 0,-1 5 2081,-2 5-2129,-10 6 3233,0 2-3275,2 4 715,-12 2-535,24 10-90,-9 6 45,-8-5 0,0 2 0,-3 2 0,-2 3 0,7 20 0,-2 5 0,-2-3 0,0 3-45,-6-12 0,1 2 0,-1 0 30,1 4 0,-1 0 0,-1-5-30,-4-9 0,1-1 30,3 9 0,3 3 0,-4-7-30,0-2-1639,6 8 1,0-2 1523,-7-14-1020,3 3 1,0 0 1134,-2-5 90,18 20-90,-13-21 0,13 8 0,-17-16 0,13 5 0,-11-6 2269,8 3-2180,8-1-89,3-7 0,-4 1 90,2-8-90,-3-9 0,-2-1 0,-4 0 0,3-4-1134,3-3 0,-1 0 1134,-7 5 0,0 0-90,2-2 1,2 1 44,-1 5 1,0 2 44,8-2 0,1 1 0,-1 1 2179,-3 4-2179,19 0 0,-12 8 0,9 2-45,-15 5 0,-2 2 135,11 11-135,-8 0 0,1 5 90,-10 6 0,-1 3-45,1-1 0,-1 0 0,-6 0 0,-1 2 0,-3-2 0,0 3 0,-1-1 0,2 2 0,-1 2 1086,2 2 1,1 3 0,-1-3-1087,1-1 0,1-2 30,-2-8 0,3 0 0,1-1 103,4-2 0,3-1 0,0-2-133,9 11 0,2-3 30,-6-11 0,2-2 0,-2-3-1669,-1-5 1,0-2 1580,2-2 1,-1-1 57,-4-1 0,1-2-480,6-1 1,3-1-1,-2-1-1094,-2-1 0,-1 0 1120,15 0 0,-3-2 1,-9-7-1,-9 1 1</inkml:trace>
  <inkml:trace contextRef="#ctx0" brushRef="#br0" timeOffset="95110">20460 7243 8612,'11'-9'90,"1"1"90,-5 3 0,2 1 180,-1 2-180,0 1 179,5 9 1,-2 20-158,-7 4 1,0 11-1,-1 3 1,-1-3-114,1-1 1,-2-1 0,1 6-194,-2-10 0,1 5 1,-1 4-1,0 1 0,0 0 1,0 0-1,0-3 149,-1 1 0,1 0 0,-1-1 0,0 0 0,0-1 0,0-2-45,0 4 0,-1-2 0,1-1 0,0 0 0,0-1 0,0 7 0,0 0 0,0-1 0,2-3-30,0 4 0,2-3 0,2-3-555,2 5 1,2-2 164,-4-4 0,0 2 0,2-6 420,4-7 0,1-8 0,2-12 0,3-4 0</inkml:trace>
  <inkml:trace contextRef="#ctx0" brushRef="#br0" timeOffset="95801">21818 7796 8252,'-8'16'540,"3"-8"-180,2 28-135,4-9 0,0 5-1318,1 3 1,0 3 0,-1-1 125,1 8 0,-1 1 997,1-8 0,-1 2 0,0-5 266,-1-9 0,0 1-206,-2 17 0,1 7 0,-1-5-90,1-10 0,0 2-36,1-2 0,0 9 0,1 1 0,0-3 0,0-8-54,0-5 0,2-1-369,3 16 1,2 6-1,-1-9 459,4-5 0,-3-8 0,1-2 0,-1-5 0</inkml:trace>
  <inkml:trace contextRef="#ctx0" brushRef="#br0" timeOffset="97311">21296 8042 8072,'-6'2'990,"3"-4"-900,-4 16-90,4-4 0,-1 1 0,0 3 0,2-2 90,0-2 0,-1-18-90,-2-1 0,-2-7 0,-3 14 0,3 8 0,2 9 90,7 1-90,3-2 0,4-3 0,4-10 90,-3-1-90,7-8 0,-6-2 90,1-14-1,-8 5-89,-4-2 0,-14 17 0,7 11-89,-6 3 89,11 5 0,3-8 0,0 2 0,-1-6 0,0-1 0</inkml:trace>
  <inkml:trace contextRef="#ctx0" brushRef="#br0" timeOffset="97891">21256 8138 8162,'-7'-10'630,"-8"-7"-450,-1 3 90,-19-16-180,7 5 0,-1 0-45,4 3 0,-1-1 0,-9-10 0,1-1-45,8 8 0,2-1 44,-7-10 1,0 0-90,8 9 1,0-2 44,-1-1 0,-1-4 0,3 5-45,4 6 0,0 0 45,-1-2 0,-2-2 0,1 2 0,2 4 0,2 3 0,-11-13-90,5 6 90,13 18-90,-1-2 0,2 3-90,-4-4-630,3 5 810,0 0 0,2 1 0,5 4 0</inkml:trace>
  <inkml:trace contextRef="#ctx0" brushRef="#br0" timeOffset="99358">21297 8144 7623,'17'-11'539,"12"-4"-539,-12 8 0,10-4 90,-10 5-90,10-4 45,3-2 0,5-3-1684,6-4 1,1-2 1151,1 0 0,1-3 149,-10 2 1,1-2-1,-6 3 293,-8 4 0,-2 0 45,9-6 0,-4 1-180,-10 8-449,1 1 629,-6 8 0,-2 1 0,-5 4 0</inkml:trace>
  <inkml:trace contextRef="#ctx0" brushRef="#br0" timeOffset="99887">21696 7752 7263,'17'12'270,"13"6"-180,-3-3-90,0 1 0,6 0 0,-18-9 0,3 0 90,-1 0-90,-8 0 90,-3 10-90,-20 25-180,5-20 0,-2 2-289,-6 14 1,-1-1 0,7-11 0,1-1 0,-1 2 0,-1 0 0</inkml:trace>
  <inkml:trace contextRef="#ctx0" brushRef="#br0" timeOffset="111300">22217 9680 8252,'3'-10'360,"1"1"-90,2 3 0,4 0-90,2 1 0,4 1 89,2-1-179,-5 3 180,18-3-180,-14 3 90,18-1-90,-16 5 0,1 11-90,-20 16 90,-9 11-45,-4-9 0,-1-1-45,-8 10 45,-4 0 0,0-2-45,2-4 0,4-5 0,1-3 90,7-11-90,16-16 0,32-31 0,-10 8 0,4-2 0,-2 2 0,1-2 0,0 1 0,6-5 0,-1 1 0,1 1 0,-5 4 0,-1 1-90,-4 6 90,-19 21 90,-10 35-90,0-15 0,-3 9 0,0 0 0,5-4 0,1-2 0,3 0 0,5 6-1350,8-10 1,3-2 1349,3-7 0,17-2 0,-16-17 0</inkml:trace>
  <inkml:trace contextRef="#ctx0" brushRef="#br0" timeOffset="111529">23079 9944 11311,'4'14'899,"-3"10"-719,-6-4-1819,-2 6 1,-2 1-566,-2 1 2431,-1-2 1,-3-2-228,-22 7 0,5-7 0,10-11 0,-1 0 0</inkml:trace>
  <inkml:trace contextRef="#ctx0" brushRef="#br0" timeOffset="112276">23439 9792 10771,'4'-11'1979,"-1"0"-1799,-12 19 0,2 2-91,-14 31-89,10 3 0,1 0-89,7-10-91,16-10 0,12-21 180,-1 6-1639,5-22 1,-1-7 1433,-7 4 160,0-1 0,0-1 45,2-13 0,-9 15 0,5-8 0,-11 24-90,-5 41 90,1-8 0,-4-4 0,0 7 0,0-1 0,-1 9 0,1 3 0,0-10 0,0 4 0,0 0 0,0-4 1638,0 10 0,0-1-1570,0-1 1,-1 2 0,0-10-69,0-9 0,-1-2 0,-2-2 90,-11-10-90,4-5 0,-13-12 0,-1-4 90,-1-6 0,-12-12 0,-1-4 0,8-2-90,5 5 0,6-1 90,24-20-90,6 18-45,9 5 0,7 2-135,6 4 0,5 1-330,-3 2 0,3 0 1,-2 0-706,12-5 1,-2 2 1214,-1 1 0,-6 2 0,-10 4 0,-14 4 0</inkml:trace>
  <inkml:trace contextRef="#ctx0" brushRef="#br0" timeOffset="112550">21950 10531 10411,'-24'3'2249,"18"-3"-1979,23-1 179,28-4 1,8 0-1069,-17 2 0,7 0 720,-10 0 0,8 0 0,5-1 0,4 0 1,0 0-1,0 0 0,-5 0 0,-5 1-295,3 0 0,-6 0 1,1 0-1,4 0 168,0 0 0,4-1 1,2 1-1,2-1 0,1 0 1,0 0-1,-1 0-384,-6 1 0,2-1 1,0 0-1,0 0 1,0 0-1,-2 0 0,-1 1 1,-3 0-247,6-1 1,-3 1-1,-2-1 1,1 1 0,4 0 436,0-1 1,3 0-1,3-1 1,0 1-1,-1-1 1,-3 1-1,-5 1 1,2-1-1,-4 1 1,-3 0 0,-1 0-1,2 0 1,0-1-1,0 1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7:08:52.408"/>
    </inkml:context>
    <inkml:brush xml:id="br0">
      <inkml:brushProperty name="width" value="0.09071" units="cm"/>
      <inkml:brushProperty name="height" value="0.09071" units="cm"/>
      <inkml:brushProperty name="color" value="#C00000"/>
    </inkml:brush>
  </inkml:definitions>
  <inkml:trace contextRef="#ctx0" brushRef="#br0">5452 4429 7892,'3'-10'1530,"0"-2"-1261,-1 4 271,0-1 90,1 1-360,0 3 539,0-2-719,3 11 90,-1 8 90,5 27-135,-7-3 0,0 1-135,0-9 0,-1-1 45,0 7 0,-1 1 0,-2-4 0,-1-2 45,0 17-90,1-16 0,-1-1 0,0-1 0,2-17 0,0-5 0,4-8 0,3-9-45,7-17 0,4-9 15,-1-2 0,2-4 0,0 2 0,-3 7 0,-1 2 0,0 0 30,3-8 0,1 0 0,-4 9-90,-1 7 90,-3 13 0,5 26 0,-6 9 0,-2 0 0,0 3 0,-3-1 0,1 2-225,7 16 0,0-1 180,-6-18 0,1-1-405,15 19 1,2-8-181,-3-24 270,15 7 360,-16-31 0,-2-6 0,3-10 0,-3 3 0,0 0 0</inkml:trace>
  <inkml:trace contextRef="#ctx0" brushRef="#br0" timeOffset="483">5727 4090 9512,'-39'-15'389,"1"0"1,-2 1 0,0 4-210,9 3 0,-2 4-1,-4 7 1,-4 6 0,1 6-1000,4 7 1,1 8 0,1 2 0,0-3 264,-5-2 1,1-1 0,2 6 607,9 1 1,0 6 0,2 4 0,4-1 0,6-2 346,6 6 0,8-2 0,1 2-378,-2-7 1,1 2-1,1 1 1,5-2-312,4 0 0,3 1 1,4-2-1,1-3 289,4 1 0,3-3 0,8-3 0,3-8 0,9-1 0,3-2 0,1-3 0,-4-3-327,-2-5 1,-1-3-1,0-2 1,3-2 326,-3-1 0,4 1 0,0-1 0,1-3 0,-2-5 0,-4-6 170,-4-7 1,-2-7 0,-2-4 0,-2-3 0,-2 1 0,-2 1-171,4-2 0,-4 2 0,-3-3 0,-4-6 0,-5-3 0,-3-6 0,-3-3 0,-3-1 0,-2 4 0,-4 7 0,-3-3 0,-6 6 0,-6-2 15,-2 5 0,-5-4 0,-4-1 0,-1 0 0,1 5 0,3 7-15,-9-7 0,-6 8-60,7 10 0,-7-2 0,-5 1 0,0 2 0,3 2 0,7 5 30,-10 2 1,1 7-151,0 0 0,-7 2 0,0 3 1,7 6-811,7 9 1,6 6-1,0 2 990,0 0 0,2 1 0,0 3 0,0 5 0,1 3 0,3 0 0,10-5 0,-1 1 0,1-1 0</inkml:trace>
  <inkml:trace contextRef="#ctx0" brushRef="#br0" timeOffset="18415">14949 9693 7533,'-8'-3'209,"3"2"1,4-1 0</inkml:trace>
  <inkml:trace contextRef="#ctx0" brushRef="#br0" timeOffset="20200">15690 9671 8252,'-6'-11'1529,"2"1"-989,1 5 629,-5-3-359,-4 2-630,-1 1 539,-21 12-719,19-1 180,-6 7 0,1 4-180,6 8 0,-5 7-90,22 1 0,22-23 90,6-3 90,12-20-90,-16-6 270,-2-12-90,-20-2-90,-3 8 0,-25 13-90,3 23-90,-9 11 0,10 6 0,5-7-360,4 20 360,10-22 90,13 12 180,10-30 90,11-11-90,-7-10 180,-3-20 90,-18 2-271,-5 0 1,-14 12 0,-15 19-180,1 12-180,-6 11 90,15 1-539,11 17 539,9-22-360,17 17 450,1-27 90,4 1 0,-6-12 270,-10-7-180,-5 3-90,-4 2-180,-12 18 0,6 3-180,-2 19-90,15-6 360,0-4-180,23-8 180,-13-16 180,20-13 90,-21-9-90,-4-2 0,-14 0 90,-18 11-180,-10 16-90,-2 6 0,2 21-180,16 0 90,6-2-90,14 2 180,0-16 0,13 4 90,0-16 270,9-11-181,-11-4 271,-11-24-360,-18 19-180,-14-3-450,2 23-2737,-1 21 3084,16 5 1,5 8-1,11-3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7:09:24.704"/>
    </inkml:context>
    <inkml:brush xml:id="br0">
      <inkml:brushProperty name="width" value="0.09071" units="cm"/>
      <inkml:brushProperty name="height" value="0.09071" units="cm"/>
      <inkml:brushProperty name="color" value="#C00000"/>
    </inkml:brush>
    <inkml:brush xml:id="br1">
      <inkml:brushProperty name="width" value="0.12095" units="cm"/>
      <inkml:brushProperty name="height" value="0.12095" units="cm"/>
      <inkml:brushProperty name="color" value="#C00000"/>
    </inkml:brush>
    <inkml:brush xml:id="br2">
      <inkml:brushProperty name="width" value="0.12095" units="cm"/>
      <inkml:brushProperty name="height" value="0.12095" units="cm"/>
      <inkml:brushProperty name="color" value="#92D050"/>
    </inkml:brush>
    <inkml:brush xml:id="br3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9007 13075 6273,'-11'-6'450,"2"2"-270,4 1-630,0 2 450,2 4 0,3 2 0,3 6 0</inkml:trace>
  <inkml:trace contextRef="#ctx0" brushRef="#br0" timeOffset="1032">8993 13094 6183,'-38'9'-179,"18"-3"179,-13 8 0,0 2 0,11-1-30,-1 4 0,-4 7 0,3-1 30,8-1 0,1 1 0,-3 1 0,0 4 0,3 3-1093,4 10 1,4 5 0,1-5-100,0-5 0,2 2 1399,4-4 0,2 8 0,1 2 0,0-2 0,1-8-207,2 4 0,3-2 22,0 1 1,2 6 0,1 0-1,1-7-22,6 3 0,1-5 45,6 7 0,2-3 0,6-4 0,-2-5 0,-12-13 0,-1-2-45,8 4 0,0-1 90,9 2 898,-9-5-943,11 2 0,1-2-45,-12-6 0,10 2 0,0-3 90,-14-6-90,15-3 0,3-1 0,-12-2 0,0-1 30,2 0 0,3 0 0,1-3 30,5-9 0,0-5 0,-4 3-15,-4 2 0,-1 0-15,2-6 0,2-4 0,-8 3-1646,-3-5 1661,-6 1 0,1-4 0,-1-4 0,-1-5-15,-4 3 0,0-4 0,-1 2 15,3-4 0,-1-4 22,-7 5 1,0-5-1,-2-1 1,-3 6 67,-3-6 0,-2 0-90,0 9 0,0-4 0,-1 0 0,-2 4 14,-4 1 1,-3 3 0,-1 1-30,-2 0 0,-3 1 0,1 3 15,-1-3 0,-2 1 808,-7-1 1,-5 0-1,4 4-853,-8-4 22,4 9 1,-11-5 0,-1 0-1,8 8 1369,4 7 1,1 2-1392,-8-6 0,-6-1 0,1 6 0,10 10 0,0 5 0,0 2-1093,-4 4 1,-1 3 0,1-1 873,4-2 1,1 0 0,1 2-221,-15 7 1,7 6 438,19 0 0,5 2 0,-7 13 0,7-9 0,0 1 0</inkml:trace>
  <inkml:trace contextRef="#ctx0" brushRef="#br0" timeOffset="2449">6597 10907 7263,'-1'-12'450,"0"1"-91,1 5 1,-2 0 270,-1-2-360,0 1 359,-2-1-359,2 2 180,-3-3 180,-14-2-271,-26 18-269,1 3 0,6 16 0,3 8-45,15-3 0,3 2-45,-4 9 0,6 4-30,13-3 0,7 4 0,2-4-15,0-2 0,6-1 22,3-6 1,4 3 0,2-1-1,-2-8 23,-2-6 0,3-4-30,14 1 0,8-1 0,-3-8 75,-2-12 0,2-6-15,2 0 0,4-2 0,-3-1-30,-1-3 0,-3-5 30,2-9 0,0-6 0,-7 3-30,-13 10 0,-2-1 22,1-7 1,2-7-1,-2-1 1,-5 6-23,-5-17 0,-7 8 0,-4-7 0,-5 5 0,-4 10 0,-9 3 90,-7 0 0,-8-2 0,-2 1 0,3 5-90,-2 0 0,-4 5-95,4 8 0,-7 1 1,-4 2-1,4 2 0,6 4 5,-4 5 0,2 6-203,4 1 1,-5 2 0,1 2 0,8 0-23,4 2 1,5 3 314,-8 14 0,8 2 0,12 0 0,0 12 0</inkml:trace>
  <inkml:trace contextRef="#ctx0" brushRef="#br0" timeOffset="4315">8286 10601 9062,'-7'-4'180,"0"-2"180,-4-4-181,3 4 451,-20-7 85,-3 11-422,-3 1-116,-5 9 179,2 18 1,1 10-179,12-5 0,1 4-94,-2-4 1,-1 2 0,6 2-25,9 2 0,6 3 0,5-2-30,4-3 0,3-2 0,2 0-17,4 16 0,4-3-68,7-6 1,6-6-3,5-14 1,3-6 15,0-6 0,1-4-18,-5-4 0,2-2 1,-1-6-1035,7-11 1,-1-8 0,-3 1 952,1 1 0,-4-2 140,-6 2 0,-1-3 0,-6-4-38,-10-5 1,-6-4 0,-2 4 37,1 7 0,-5-2-23,-7-8 1,-6-8-1,-6 0 1,-5 11-8,-15 11 0,-8 10 0,1-2-28,7-9 1,2-2-1,-3 8 58,-5 9 0,-3 7 0,3 9-240,3 14 0,1 10 1,5-3 14,7-9 0,1 5 225,0 10 0,-3 9 0,2 1 0,11-6 0,13-7 0,5-2 0,-1 9 0,0 0 0,1 0 0</inkml:trace>
  <inkml:trace contextRef="#ctx0" brushRef="#br0" timeOffset="5316">11565 10762 9242,'-8'-5'1529,"0"0"-630,-13-4-539,0 5-90,-13 10 0,-3 5-180,9 3 0,1 5 0,-4 5 0,-1 5 0,4 3-31,7 1 1,4 3 0,1 0-60,2-1 0,0-1 0,4 1-30,2 1 0,3 0 1,5-1-61,9 13 0,4-3 45,-7-16 0,5-1-15,9 1 0,7 1 0,2-9 15,11-12 0,2-8 45,-7 3 0,1 0 0,-1-4 0,9-7 0,0-8-91,-14-4 1,2-5 0,-2-3-1,-3 1 91,4-8 0,-2-5 0,-2 2 0,3-7 0,-4-1 0,-10 2 30,-13 0 0,-8 1 0,-4 2-30,0 0 0,-2 1 0,-6 5 0,-3 6 0,-5 5 0,-5 6-45,-11 12 0,-9 9 0,-1 4 0,8-1-907,2-1 1,0 5 295,2 4 1,-9 6-1,-2 2 1,4 1 0,10-2 599,4 4 0,5 3 1,1-4-1,-2 4 0,0 0 1,5-2-1,1 6 1,0 0-1</inkml:trace>
  <inkml:trace contextRef="#ctx0" brushRef="#br0" timeOffset="6132">12260 11894 8882,'-10'-12'90,"-15"-8"360,3 7 89,-19-7 91,-3 10-360,16 9 0,-3 6-1,-6 10 1,-4 7 0,3 2-127,9-3 1,4 0-1,-2 3-35,-9 11 0,0 3 0,10 2 57,16-4 0,8 1 1,2-1-72,2 5 0,8-2-60,12-5 1,7-1 0,-1-6 12,-7-9 0,2-5 32,10-1 1,7-3 0,-3-6 118,6-14 1,0-8-170,-2-3 0,2-5 0,-3-1-24,-5 4 0,-2-2 0,-5-7-48,-10-2 1,-2-7-1,-3-2 1,-2 1 0,-3 6-1597,-1-10 1,-6 2 1377,-1 7 1,-1-4 0,-5 2 0,-6 6 247,-14 7 1,-8 6 0,0 4-252,-3 2 1,-5 7 25,2 5 1,-7 2 0,0 6-1,4 6 120,8 9 0,4 6 0,2 4 0,-2 0 1,-2 0-1,0 0 0,1 3 0,3 1 1,7 5-1,-1 0 0,1 0 0,-1 0 1</inkml:trace>
  <inkml:trace contextRef="#ctx0" brushRef="#br0" timeOffset="7115">12391 15635 10141,'2'-9'-360,"1"-7"1350,-3-12-810,-1 10 809,-25-15-899,12 29 45,-14 3 0,-4 11-23,8 12 1,0 12-1,2 4 1,1 0-158,3 0 0,4 2 0,-1 0 0,0 0-356,-6 2 0,-2 0 1,3-1-1,11 1 311,13 0 0,9 2 0,3-4 0,1-12 91,12-5 29,12-15 0,10-7 0,-5-10 15,-9-18 0,-3-9-15,3 7 0,3-2 0,-5-7-111,-13-3 1,-5-6 0,-3-2-1,-3 4 81,-3 4 0,-4 2 0,-7-3-337,-8 2 0,-6-5 0,-5 0 0,-1 3 0,2 8 605,-9-3 1,-4 7 330,-6 1 0,-7 1 0,4 15 321,0 23 1,4 12-547,8-2 0,0 3-448,2 0 0,-2 3 0,5 2 269,-2 12 0,7 2 1,4-6-1,3 1 1,2-1-1,1 0 1</inkml:trace>
  <inkml:trace contextRef="#ctx0" brushRef="#br1" timeOffset="7762">11533 16297 26555,'-1'-13'-3277,"-2"2"0,-3 11 1911,-14 36 1186,13 0 0,8 7-627,5-5 1,6 3-1,2-1 337,-3-7 1,2-2 0,5-3 380,6 0 0,5-2 0,2-11 34,5-16 1,3-10 0,-4 0 1437,-3 3 0,0-6-787,0-11 0,4-10 1,-1-2-1,-8 5-1070,-8 5 0,-4-3 537,0-4 1,1-7 0,-2-2-1,-7 3 126,-9-2 1,-6 1 0,-6 0-15,-5-2 0,-4 1 0,-6 4-34,-6 2 1,-5 4-1,-3 10-194,6 12 1,-2 7 0,-1 4 0,1 5-20,1 4 0,0 5 0,2 4 0,1 3-748,0 7 1,1 6 0,3 2 0,3-2 750,2-1 0,3-1 0,4 1 0,1 5 1,3 2-1,5-6 0,6 14 0</inkml:trace>
  <inkml:trace contextRef="#ctx0" brushRef="#br1" timeOffset="8582">6671 16621 25768,'-14'-6'-3277,"2"-1"649,1 1 1598,0-7-412,7 8 757,-5-9-126,5 4 804,-1-6-1326,0 4 44,-1 3 876,-13 21 1316,3 7-393,-3 11 0,3 9-510,13 1 0,5 4 0,1-1-55,-3-6 0,1-2 1,7 3 12,8 3 1,7 3 0,3-2 0,0-7 250,-2-10 0,1-4 0,4-3 100,6 1 0,5-1 0,2-4 0,0-7 162,2-12 1,2-8 0,-2-3 0,-1 1-283,3 1 0,-2 0 0,-2-8-110,-10-1 0,2-6 1,-3-3-1,-4-1 1,-7 1 20,-8-9 1,-9 0 0,-4-3-148,-1 0 1,-3-4-1,-4 0 1,-4 1 38,-7 2 1,-5 1 0,-2 2 0,-1 1-70,3 5 1,-2 1-1,0 3 1,-1 2-148,-6-5 0,-1 3 0,-5 11 78,-1 14 0,-4 10 0,-1 4 0,4 4-92,-2 8 0,3 6 1,-1-1 279,2-7 1,-1-2 0,0 3 0,4 4 18,4 9 0,2 7 0,5-1 0,4-5 0,6-3 0,3 0 0,0 2 0,0 1 0,-1 0 0</inkml:trace>
  <inkml:trace contextRef="#ctx0" brushRef="#br0" timeOffset="9449">6696 14252 8612,'-6'-9'630,"-3"1"-91,-7 3 181,-27 5-360,0 3-91,6 6 1,-6 5 0,5-1-225,11-3 0,1 3 85,-3 9 1,-4 9-1,3 0 1,8-3 28,9-6 1,7 4-61,2 13 1,2 10-1,6 2 1,6-6-35,14-6 0,9-4 0,-2 0-64,-7 8 0,-1 1 0,3-5 22,4-10 1,2-4 0,2-8 109,10-12 0,-1-10 76,-12-2 1,-1-5-62,9-5 1,4-7-1,-7-6-158,-18-4 1,-5-6 0,-3-2 0,1 3-100,5 1 0,-1 2 0,-7-6 68,-11 3 1,-5-8-1,-4-2 1,-4 0-1,-1 5 1,0 8-815,-4 4 1,-2 6-1,-6 0 821,-5-4 1,-5-4 0,-5 0-1,0 8 1,0 12-27,-2 15 0,-1 13 0,0 7 0,0 2-596,8-2 1,0 3-1,1 2 1,1 1 0,2 0-23,-1 4 0,1 1 1,4 1-1,4 2 697,3 7 0,6 2 1,7-3-1,8 0 0,5-2 1,0 3-1,0 0 1</inkml:trace>
  <inkml:trace contextRef="#ctx0" brushRef="#br1" timeOffset="14480">9133 13683 14617,'-10'-11'-1357,"-4"-2"1109,-2 1 482,-7 0 62,-8 6 237,6 8 209,-12 31-454,28-4 1,3 2-385,-4-7 1,2 1 333,10 12 1,5-2-207,8-8-264,4 3 113,2-15 0,5-6 232,7-11 1,1-4-124,-5 8 0,0-2 92,2-12 0,2-7 0,-8-3 100,-13-10 0,-5-3-9,12 6 0,-6-1-66,-18-4 0,-9-4 0,-2 8-3384,-12 1 3281,6 2 0,-3 4-472,-17 16 522,9 20 1,0 9-145,5 6 1,1 2-1091,-2 2 0,4 2 1144,14-4 1,8-1 163,14 8-1057,18-11 991,-8-3 987,12-19 0,1-11-909,-14-11 0,-5-6-993,4-5 0,-4-1 787,-5 4 0,-8 2 632,-20 2 1,-5 11-500,-7 33 831,-8 1-542,25 5 1,6 3-257,8 7 402,10-11 1,7-6-1081,23-23 773,-2 1 470,-7-35-192,-29 5-917,-17-14 3051,-23 13-2797,-1 24 565,1 9 284,23 36-805,40 0-495,18-17 386,-23-5 1,2-5 474,14-22 0,-9-13 182,-29-8 0,-10-3-350,11 4 1,-5 1-305,-15-3 1,-7 13 254,-7 36 0,1 13 351,8 1-70,2 13 0,6 1-389,15-11-1534,9-5 1,4-1 818,1-6 1,22 3 0,-15-24 0</inkml:trace>
  <inkml:trace contextRef="#ctx0" brushRef="#br2" timeOffset="27184">13279 11103 7894,'-21'-32'2969,"-13"4"-2751,14 11 1,-3 3-35,-7 8 0,-1 7 61,6 5 0,0 6 237,-12 19 0,4 8-101,13-9 0,5 5-292,5 7 1,4 6 0,11-2-138,13-2 0,12-3 1,3-3 26,-3-9 1,2-2 0,3-3 0,-1-1-1073,10 4 1,0-4 0,3-10 1001,-5-13 1,3-7 0,-1-5 0,-3-5 320,-6-6 0,-3-5 0,-1-2 0,0 1-38,5 0 1,0 2 0,-2-5-122,-7 0 0,0-3 0,-4-1 1,-7 1 404,-9-4 1,-8 0 0,-2 1-352,1 4 0,-2 0 0,-4 0-533,-6 0 1,-5-1 0,-2 1-1,1 6 304,-8-4 1,-6 8 20,-8 10 1,-10 5 0,-1 2 0,9 4-166,8 2 0,-1 6 2,-7 7 0,-9 5 0,2 4 1,13-1 103,17-3 0,6 3-951,-6 17 1,0 8 0,9-8 886,11 0 1,4 0 0,4-1 0,9-8 0</inkml:trace>
  <inkml:trace contextRef="#ctx0" brushRef="#br3" timeOffset="27804">14253 10402 8972,'-25'-17'1439,"-14"0"-1079,16 17-79,-1 3 1,-2 6-1921,-6 19 1,3 9 1737,3-2 1,2 4-55,7-1 1,1 4-1,6-2 137,4 3 0,9-1 165,12-3 1,8 1 0,-1-6-375,-7-10 0,3-4 79,10 2 1,5-1-1,-2-7 182,-6-13 0,1-5-67,19-3 1,2-6-52,-3-3 0,0-9 27,-15 3 1,2-6 0,-3-3 0,-7-3-65,-9-2 0,-7-4 0,-4 0 0,-2 1 152,-1-10 1,-5 0 0,-10 5-207,-7 10 0,-8 1 1,-5 5-1,-1 10 244,-8 13 1,-4 11 0,-1 6-1,5-3 31,5-2 0,3-1 0,1 6-155,-10 10 1,2 6 0,13 3-299,23 5 1,9 1-1045,-4-10 1,4 0 1115,7 10 1,6-3 0,4-10 0,2-1 0,3 2 0,-1 0 0</inkml:trace>
  <inkml:trace contextRef="#ctx0" brushRef="#br3" timeOffset="28681">17897 10620 8882,'0'-10'2161,"-5"5"-1746,-12 9 495,-8 5-445,0 3 0,-1 3-19,-9 6-201,-2 9 1,1 6-68,11 0 1,3 2-10,-4-3 0,3 4-226,10 7 1,4 5-1,5-5-31,7-10 0,6 0-165,-1-2 0,3 6 0,3-2 0,4-6-45,7-7 1,4-5 0,0-2 114,1 2 1,0-1-1,1-5-25,9-2 0,3-10 134,0-9 0,3-8 0,-2-6-64,-11-3 0,-2-6 0,0-2 0,0 0 135,4 1 1,0 0 0,-1-2 0,-5-4 20,-2-6 1,-2-4-1,-8 0 1,-12 1 24,-18 5 1,-13-1 0,-6 4-1,0 5-41,-4 3 1,-4 6 0,-5 5-144,6 6 1,-6 3-1,-1 2 1,1 5-1,3 6-679,0 9 1,1 8 0,3 3 0,2-1 498,-5 2 0,4 1 0,3 3 1,2 6-1,3 4 0,4-2 1,2 3-1,1 0 0</inkml:trace>
  <inkml:trace contextRef="#ctx0" brushRef="#br3" timeOffset="29716">19370 14553 9332,'-2'-12'1169,"-13"-4"-989,5 11 180,-19-1-270,11 7 179,-18 9 1,-6 8-1909,6 6 1,1 2 1331,-8-2 0,2 2 434,6 7 0,6 6-45,16-8 1,4 3-1,1-1 72,-2 4 1,3 2-50,2-1 0,2 3 0,4-5 26,7-3 1,5-2-58,6 4 1,6-1 144,3-5 0,5-3 198,-1-10 0,3-2 1,3-5 377,4-7 0,2-4 1,-2-3 92,-8 2 0,-1-2 0,0-3 1,6-6 0,-1-5 1,-3-3-276,-6-5 1,-3-4 0,-1 1 114,5 1 0,-4-6-662,-12 0 1,-2-8 0,-2-3 0,-4 2 0,-2 9-267,-2 0 1,-11 3-175,-9 5 0,-11-4 0,-7-1 0,-3 2 0,1 5 0,3 9-720,-10 9 1,0 11 0,-4 0 436,3-4 1,-5-2-1,-2 2 1,4 1 0,6 5-438,3 7 1,5 4 0,5 1 623,-2 7 1,5 2 0,0 4 0,1 1 0,-2 2 0,-1 1 0</inkml:trace>
  <inkml:trace contextRef="#ctx0" brushRef="#br3" timeOffset="30615">18799 16716 9512,'-19'-4'0,"5"0"629,-17 0 91,0 4-540,1 0-90,-2 5 179,2 12 1,1 3-180,-2 2 0,3 1 0,-6 8 0,4 1-30,13-3 0,3 2 0,1 1 0,-1 4 0,1 2 0,3 0-60,4-2 0,2-1 0,5-3-709,6 1 1,6-4 708,12-4 0,6-6-45,9-9 0,4-5 45,1 1 0,0-4-45,2-3 0,0-9 45,-10-5 0,-1-6 0,-3-3-30,-8-2 0,-3-3 0,1-1-914,3-2 0,1-1 0,-6-1 944,0-12 0,-11-2 30,-11 12 0,-7-2 0,-6 1-497,-7 2 1,-8-1 0,-1 1 0,4 2 436,2-5 0,3 2 0,-6 1-257,-6 2 0,-6-1 0,-3 4 1,2 8-14,1 10 0,0 8 0,-4 3-356,4 1 1,-4 4-1,-2 1 1,2 0 0,2 0 586,-7 0 1,2-1 0,-2 4 0,1 4 0,-2 2-1,1 1 1,7 0 0,5 2 0,-1-1 0</inkml:trace>
  <inkml:trace contextRef="#ctx0" brushRef="#br3" timeOffset="31799">13698 16982 8882,'-10'-2'90,"-5"0"1169,0-1-719,3 1 179,-7 0 271,-8 7-900,7 0 224,-18 13 1,-3 7-1223,14-4 0,0 3 938,1-1 0,-3 2 0,5 0-193,0 1 1,7 3 102,10 3 0,6 5 0,3-4-1357,8 4 1,4-2 1326,-2-1 0,1 2 0,2-4-45,10 1 0,7-6-239,2-12 1,6-5-1,-2-3 284,2-4 0,1-3 60,-6 2 0,3-2 0,-2-8-38,-3-13 1,-1-9 0,-1-3-1,-5 2 68,2-6 0,-4-4 0,0 3 0,4-6 0,-4-2 0,-11 1 90,-12 5 0,-8 0 0,-5 0 0,-1 3-285,-5-7 0,-5 4 1,-3 1 239,1 6 0,-2 1 0,-2 3 0,0 5-45,0 6 0,-1 5 0,-4 4-255,-9 7 0,-7 4 0,0 4 1,7-1 119,3 0 0,0 4-157,2 1 0,-8 3 0,-1 2 0,3 1 0,10-1 292,4 4 0,5 1 0,-16 11 0,5 0 0,20 3 0</inkml:trace>
  <inkml:trace contextRef="#ctx0" brushRef="#br3" timeOffset="32800">13275 13600 9422,'-5'-22'359,"-5"-6"541,-5-6-270,-8-1-91,-6 20 1,-3 5-405,5 6 0,-2 7 36,-9 9 1,-3 8-1,4 4 12,13 0 1,4 3-1,1 2-66,-6 10 1,2 2 0,10 3-1211,17 3 1,9 1 0,2-4 516,-3-2 0,5-4 642,1-7 1,4-1-1,3-7-35,15-8 1,2-9 176,-11-3 1,3-5-24,0-3 1,7-2 0,0-4 0,-4-5 7,-5-9 0,-3-6 0,-2-2 0,0 3 17,9 0 1,-2 2 0,-7-9-69,-13-5 0,-4-9 0,-6-4 0,-4 3 0,-4 10 22,-11-5 1,-11 5-159,2 9 0,-7-5 1,-3 1-1,-1 5 0,0 11-91,-6 12 0,-1 11 1,-1 4-353,1 0 0,-1 3 0,1 4 1,6 5 463,5 8 1,6 6 0,4 1 0,-1 9 0,9 1 0,13-8 0,-1 1 0</inkml:trace>
  <inkml:trace contextRef="#ctx0" brushRef="#br2" timeOffset="34551">15640 13698 14905,'9'0'71,"-1"-1"0</inkml:trace>
  <inkml:trace contextRef="#ctx0" brushRef="#br2" timeOffset="34561">15663 13697 14365,'0'0'0</inkml:trace>
  <inkml:trace contextRef="#ctx0" brushRef="#br2" timeOffset="34582">15673 13697 12566,'7'1'-91,"-1"-1"0</inkml:trace>
  <inkml:trace contextRef="#ctx0" brushRef="#br2" timeOffset="36716">15654 13605 13001,'-37'16'1638,"9"3"0,-1 3-3277,1 3 1,2 1 885,-3 1 1,9 0 2243,31 19-2174,18-30 619,-2-7 0,3-4-20,19-14 257,-20-5 1,-4-6-145,-12-6 1,-4-2-391,9-15 1025,-23-5-610,-19 13-70,11 20-78,-29-3-132,21 38-88,-4 2 1792,22 6 0,5 0-1737,2-4-164,22 17 204,-9-43 768,5-1 149,-16-34-713,-7 19-269,-27-20-83,4 36 630,-16 6-249,15 26 377,10-9-615,13 10-255,19-22 445,9-8 485,-1-6 493,-14-31-856,-17 13-328,-29-12-54,-2 29-44,-8 12 184,14 14-273,14 8-2850,22 6 2793,1-16 0,15 1 1,-6-16-1</inkml:trace>
  <inkml:trace contextRef="#ctx0" brushRef="#br2" timeOffset="37315">15656 13373 2569,'-23'-19'754,"-13"1"2501,-9 0-2575,7 17 1,-7 6 0,5 1 439,9-2 0,-1 5-807,-6 6 1,-7 5 0,0 3 0,8-1 166,3 8 0,4 3-306,0-7 0,-1 2 0,4 5 48,10 0 0,2 6 1,4 0-1,2-4 6,1 8 0,6 2-249,1 0 0,2 6 0,3 2 0,8-7-336,12-3 0,9-5 0,-2-1 119,-8-2 0,-1-1 0,3-4 34,4-5 1,2-3 0,3-8-30,6-9 0,3-8 1,-4-1 77,-6 2 0,2-3 249,3-3 0,9-3 0,3-4 1,0-2-1,-6-3-22,-9-1 1,-3-4 0,-2-2 0,0 1 0,2 1 14,9-2 1,1 1 0,0 0 0,-4-2 49,-4-2 0,-1-1 0,-3-2 0,-5-1 11,-2-10 0,-6-3 1,-3 4-66,-3 2 1,-4-2-109,-6-1 1,-2-8 0,-5 0 0,-8 8-69,-6 13 1,-5 5 0,-5 2-1,-2-1 506,-2 0 0,-5-1 1,-2 1-1,-1 1 0,3 3-500,2 2 1,1 2 0,-2 2 0,-5 3-58,5 5 0,-5 1 1,-4 3-1,-1 0 0,-1 2 1,2 0-1,2 2 1,6 1 133,-9 2 0,6 1 1,0 3-1,-5 3-2,8-2 0,-6 2 0,-2 1 0,-1 2 0,0 0 0,2 1 0,5 1 0,6 0-114,-4 6 0,7 0 0,3 4 0,4 4-530,4 4 1,2 7-1,3 2 1,4-1 0,5-5 367,7 13 1,10-2 0,2-11 0,5 3 0,3-1 0,-1-4 0,11 4 0,0 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7:10:18.436"/>
    </inkml:context>
    <inkml:brush xml:id="br0">
      <inkml:brushProperty name="width" value="0.12095" units="cm"/>
      <inkml:brushProperty name="height" value="0.12095" units="cm"/>
      <inkml:brushProperty name="color" value="#92D050"/>
    </inkml:brush>
    <inkml:brush xml:id="br1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9925 13780 12827,'9'11'-2021,"8"6"1558,-10-11 1032,24 6-137,-20-10 654,32-7-309,-23-4-215,3-3 0,1-3-286,-5-6 1,-3-1 510,14-17-283,-8-3 344,-14 2-678,-10 11-443,-5-16-223,-21 8-454,4 14 334,-19 4 548,14 23 339,-8 10-59,16 3 0,3 1 380,-5 7 87,0 8-25,15 2-3621,6-3 3076,-1 5-266,9-13-719,13-3-155,-8-12 344,32 11 268,-10-22 520,8 1 200,-11-10 0,-3-4 565,5-11-494,-10 5 1,-3-2 509,-3-21-386,-12-2-314,-11-2-425,-5 13-652,-14 3-12,7 18 48,-24 0 433,21 11 3691,-18 6-2926,3 19 556,6 1-463,6 1 1,2 5-66,11 1 1,3 2-159,1-3 1,2 0-195,6 4 0,4-4-433,6-2-351,24 4 164,9-21 133,-5 2 330,-9-15 1,-3-6 545,-10-5 60,11-26-22,-27-5-320,1 8 186,-10 1-448,-6 11-551,4 14 38,-16-2-11,0 29 843,5-3 184,1 9 181,15 4-344,7-6 47,5 11-127,17-15 47,-1-9 28,22-18-281,-26 3 158,9-29-164,-31 15-266,-1-5 148,-32 19 768,17 12 106,-22 15-6,28-4-790,0 6-326,16-5-182,1-6 480,10-4 497,1-10 74,-5 0-229,2-2-149,-5-6-254,-12 3-567,4-2 712,-11 7 676,-9 13 144,11-3-702,-16 18-3319,23-7 1423,-2 1 1705,25-6 1,-10-11 0,12 0 0</inkml:trace>
  <inkml:trace contextRef="#ctx0" brushRef="#br0" timeOffset="1333">10281 13590 15817,'-11'0'1378,"2"1"-660,5 2 386,1 1-1224,4 0-856,4-1 674,4-2 372,4-3 159,2-2-30,9-4 0,3-2-21,6-2-163,-1-2 0,8-3 0,-3 1 247,-2-2 0,0 0 303,9-4 1,-1-1-202,-8 4 0,-5 0 41,5-6-307,-8 6-32,6-7-164,-20 14-97,10-7-117,-11 6-37,-3 5-439,0-2-37,-4 5-222,0-2-89,-2 3 1047,-1 0 0,1-1 1,-1 1-1</inkml:trace>
  <inkml:trace contextRef="#ctx0" brushRef="#br0" timeOffset="1817">10772 13203 15727,'1'-9'-765,"1"2"1019,4 4 1719,21 3-1660,-9 1-25,28 3-165,-21-2-35,7 1-240,-11-1 396,-7 0-240,-16 17-1129,-5 1 869,-11 10 1,-4 4 14,6-8 1,-1 1 223,-7 14 1,2 0 0,9-16-1,3-2 1,-6 23 0</inkml:trace>
  <inkml:trace contextRef="#ctx0" brushRef="#br0" timeOffset="4067">12160 15309 27232,'-2'-12'-3277,"1"4"0,-2-1 0,-1 1 2819,-3-4 729,-2 1 748,-11-2-265,9 7-1870,-11 1 3326,9 10 101,-16 16-1655,12 1 0,0 1 68,-9 12-505,13-12 1,4 1-457,10 4 0,7 0-213,7-7 1,4 0 67,-4 8 1,2-3-23,16-11 1,0-9 249,-5-6 702,6-10 0,0-6-214,-15-5 0,-2-2-216,5 4 1,-2-1 960,-1-26-835,-27 1-903,2 23 214,-8-7 1,-5 3-815,-13 13 565,-8-3 949,8 23 0,1 7 430,-4 10-608,9-3 0,4 2 530,8 17-125,11-9-800,22 7 13,-7-23-548,14 3 44,-4-19 1155,0-6 201,2-11-178,-17-26-692,-11 12 23,-9-7 108,-1 27 418,-9 12 795,4 8-1407,-3 1-2891,-7 22 2390,17-13 1668,-1 18-20,19-22-501,11-3 3016,10-22-2314,-8-5-1497,-4-10-773,-15 8-614,-21 5 1754,7 11 784,-10 4 286,12 5-1711,1 3 0,5-5 0,2 0 0</inkml:trace>
  <inkml:trace contextRef="#ctx0" brushRef="#br0" timeOffset="5297">11995 15185 25948,'3'-4'-473,"0"4"2819,-12-20-5623,3 7 531,-19-26 2176,-1 2 0,-6-4 331,4 5 0,-2-3 0,0 1 213,7 8 1,-1 1-1,0-1 1,-1-2-364,-1-1 1,-1-1-1,-1-1 1,1 0-1,1 2 45,1 0 1,2 2-1,-1-1 1,0-2-77,-2-5 1,-2-4-1,-1-1 1,2 2 0,3 4 411,0 1 1,2 3 0,0-3-54,2-1 1,-1-5 0,1 2 0,5 7-1391,3 5 1,2 3 1073,-2-9 0,0-1-52,3 5 0,1 4-166,0-1 161,-4-9 1867,6 19-1768,-2-5 348,4 8-239,-3-5 3502,5 12-3790,-1-4 557,2 6 1,-1 8 0,1 6 0</inkml:trace>
  <inkml:trace contextRef="#ctx0" brushRef="#br0" timeOffset="5800">11108 13717 15265,'-15'23'88,"3"-6"-186,1 6 1,1 2-179,1-2 194,-6 18-45,8-21 101,-2 5-134,3-7-98,8-27 38,2-3 172,6-16 0,1-2-60,0 1 106,-1 4 0,0 2 42,-3 13 103,4 4 198,9 30-606,1 1 152,-5-3 1,1-1-183,2-4 1,2-2-438,13 7 76,-7-12 1,1-3-1,5-2 1,10-1 0</inkml:trace>
  <inkml:trace contextRef="#ctx0" brushRef="#br0" timeOffset="6666">12176 15477 25097,'16'-14'-564,"2"-1"471,23-12 411,-4 0-263,-11 7 0,3-4 0,-2 3-81,-5 3 0,-1 0-44,17-14 0,-3 2-332,-10 7 262,0-2 1,-16 15 0,-2 3 0</inkml:trace>
  <inkml:trace contextRef="#ctx0" brushRef="#br0" timeOffset="7133">12416 15070 25169,'9'9'-3277,"3"0"0,4-6 4040,-1 0-16,10-1 73,-9-3 178,3 0-340,-18 7-3241,-19 22 1747,1-1 1,-1 2 857,2-5 0,0 1 0,1 3 0,2-1 0,4-2 0</inkml:trace>
  <inkml:trace contextRef="#ctx0" brushRef="#br1" timeOffset="8330">13579 16005 7803,'0'-12'1349,"-1"-2"-180,-4 2-719,-5 4-360,1 4 0,-4 7 359,-7 15-359,5-1 0,1 5 0,1 2-90,2 7-45,9-3 0,2-1 45,6-1-90,13 1 0,6-3 1,12-10 89,-13-1 0,2-2 0,7-13 0,-2-6 0,1-6 0,-1-4 0,-3-6 44,-16-4 1,-4-2-45,1 6 0,-6-1 90,-12-6 0,-8 5-90,-10 11 0,-19 4 0,12 17 0,0 7-90,11 3 0,2 2 1,0-1-181,0 28 180,24-35-90,21 13 0,-3-23 180,9 0 0,-10-6 0,-2-17 0,-12 8 90,-10-16-90,-22 23 90,-5 3-180,-2 11-360,11 9 0,3 3-1618,-1 6 2068,-8 12 0,24-14 0,6-6 0</inkml:trace>
  <inkml:trace contextRef="#ctx0" brushRef="#br1" timeOffset="8916">13669 16046 9062,'-5'-10'1799,"2"1"-1349,6 0 269,14-15-539,1-4-45,6-5 0,0-3-90,-10 13 0,0 1 0,9-15 0,-2 1-45,-6 2 0,0 2 90,-1-2-180,-7 19-90,4-12 0,-7 17-2069,-1 0 1260,-9 10-1080,2 0 2069,-5 4 0,7-2 0,0-1 0</inkml:trace>
  <inkml:trace contextRef="#ctx0" brushRef="#br0" timeOffset="9400">13873 15619 26950,'-29'14'177,"0"-1"1,1 1-335,-3 1-22,-3 1 1,2 0 16,8-4-462,-6 2 552,33-17-1095,15-9 793,5-2 395,17-4 318,-11 12 479,5 6-472,-10 8-272,8 29-1602,0 0 847,-14-17 0,-1-2-2335,16 4 3073,-13-23 1,-5-5 0,-1-2 0</inkml:trace>
  <inkml:trace contextRef="#ctx0" brushRef="#br0" timeOffset="10884">12866 12864 15281,'0'-13'74,"-4"4"-805,-23 7 1901,-6 9-530,6 4 0,0 6-18,-5 14 0,4 4-336,7-11 1,3 1-15,-2 17 0,8 0 76,15-5-64,11 5-62,23-22-148,-12-12-7,10-10 342,-2-24 599,-14 6-780,-2-6 1,-4-4-125,-11 5 0,-3 0-75,0-2 1,-3 2 294,-8-17-1013,-18 10-138,11 21-139,-28 9-2311,14 38 2743,4-8 1342,9 13-77,20-5-380,3-14 45,12 18-577,5-28 271,9-5 3186,5-30-2327,-15 8-389,-5-31-578,-22 30-897,-12-5 795,2 19 1654,-17 26 232,19-8-1059,-9 20-1520,22-2-754,7-1 720,12 1 928,14-17 555,-7-13-671,8-19-129,-24-7-1129,1 0 986,-12 4 1,2 14 0,-2 0 0</inkml:trace>
  <inkml:trace contextRef="#ctx0" brushRef="#br0" timeOffset="11318">12772 13056 21294,'-2'-12'-3216,"1"2"2591,9-5 2567,22-14-482,-9 10-720,14-9 0,1 0 176,-11 10-654,2-3 1,5-5 0,-4 2-64,-8 5 1,-1-1 212,4-3 1,2-3 0,-3 2 648,9-13-1302,-4-2-483,-20 29 506,2-6 0,-12 11 0,1-3 1</inkml:trace>
  <inkml:trace contextRef="#ctx0" brushRef="#br0" timeOffset="11766">13108 12594 18554,'2'2'-1095,"9"1"1724,12 0 145,15 3-281,-14-4-34,17 1-112,-17-2 1,0 0-18,-12-1 624,-18 9-720,-10 16-49,-10 13-314,12-12 1,1 0-352,-4 11 388,10-10 1,2 0-1,1 1 1,1 15 0</inkml:trace>
  <inkml:trace contextRef="#ctx0" brushRef="#br0" timeOffset="43949">10280 12778 7926,'3'-8'1278,"-5"2"-1164,-3 2 87,-17 10 173,-13 20-182,1 4-119,16-9 1,4 1 33,8 12-133,6-11 89,10-3 0,11-8 36,0-5-68,5-3 80,12-24-10,-18 3-42,-1-2 0,-2-3 79,-14-10-127,-5 3 121,-10 10-274,-21 18 80,9 9-65,-13 10-56,20 4 166,10-5-98,7-4 100,21-14 161,-5-5 177,18-16 10,-20-8-278,-23-2-176,-5 12-4,-30 16 31,20 17 105,1 5 38,23-2-136,9-9-46,38-15 241,-25 1-6,3-5 1,-5-2 55,-16 5-69,-11-6-504,-37 26 28,11 2 28,-4 17-58,37-4-278,14-4-710,19-5 1384,-10-8 0,10-6 1,-14-5-1</inkml:trace>
  <inkml:trace contextRef="#ctx0" brushRef="#br0" timeOffset="44950">12259 12973 23465,'-21'-5'-157,"5"3"210,0 4 1423,-12 14 308,10-3-1247,-3 4 1,0 3-366,7 2 1,3 1-419,5 3 0,3-1-474,9 15-23,25-19 44,2-27 798,-2-13-161,-10 1 75,-8-29-788,-13 27 304,-7-8 0,-6 2-535,-14 12 1116,-8-3-554,-3 36 814,26 1-1445,5 12-86,20-16-39,15-7 1972,3-19 1637,-9 4-921,-9-20-547,-22 14-3425,-13-7 1373,-7 11 845,-18 12 1902,20 2-3230,-3 24 430,29-20 344,4 11 1,11-12 0,3 0 0</inkml:trace>
  <inkml:trace contextRef="#ctx0" brushRef="#br0" timeOffset="46383">16930 13454 11831,'0'-18'525,"-1"0"-329,-1 6-94,-9 0 140,-12 13 222,-9 9 16,-6 15-302,20-4 1,3 0-219,-2 9 294,8 4-76,24-19-82,22-16 39,-7-3-159,11-25-169,-29 5-46,-11-17-85,-25 16 102,7 4-16,-21 26 320,30 7-394,2 17-4,25-11 132,4-1 34,1-9 498,2-14-151,-17 1 121,4-11-92,-37-6-334,-3 2 156,-3 6 1,-4 4-166,9 12 0,0 3-326,-17 0 297,19 15-152,28-11-144,7-2 277,3-4 182,0-5-700,-17-8-285,0 4 965,-16-6 0,6 4 0,-4-2 1</inkml:trace>
  <inkml:trace contextRef="#ctx0" brushRef="#br0" timeOffset="47350">16628 12089 10229,'4'-9'292,"0"1"94,-3 4 485,1-2-747,-13 19 122,0 14-179,-1 8-87,11 5-159,28-17 106,-5-11 4,21-13-24,-23-9 25,4-13-78,-24-2 62,0 6 1,-10 1 83,-9 15-89,7 4-91,-11 7 0,22 5 180,-1-2 0,11-1-90,15-10 90,-8-5 90,7-2 57,-24-9-141,-3 8-267,-36 3-951,9 13-1247,-12 4 1639,17 0 1,11-2 0,5-3 0</inkml:trace>
  <inkml:trace contextRef="#ctx0" brushRef="#br1" timeOffset="48216">15082 12887 8972,'-12'-14'1259,"-2"0"-809,1 1-180,0 3 539,-7 2-539,5 7 90,-25 10-225,20 6 0,0 1-135,-12 8 90,4 7 0,29-6-90,6-12 90,20 7-45,-1-30 0,0-9 0,-7-1 0,-1-2-45,4-1 0,-6 0-90,-21-26 90,-2 41-180,-20 3-90,15 20 180,-4 2 90,14 0-180,23-5 270,-10-8 270,32-8 89,-25-11-359,6-2-719,-25 2-361,-8 13 990,-9 11 0,8 2 0,0 8 0</inkml:trace>
  <inkml:trace contextRef="#ctx0" brushRef="#br0" timeOffset="50649">1553 11342 12306,'-1'-10'-952,"0"-3"998,1 5 1009,2-3-331,2 16-662,-4 28 255,-2 7 1,-2 5-140,0-2 1,-1 4-110,1-12 0,0 5 1,0-1-1,1-3-77,0 7 0,1-1-163,1-5 1,1 2-1,3-5-1468,5 0 1,2-5 1331,3 9 0,10-11 0,-10-24 0</inkml:trace>
  <inkml:trace contextRef="#ctx0" brushRef="#br0" timeOffset="51116">1852 11436 5686,'1'-15'767,"-1"3"2174,-1-3-2160,-13 31 281,8-7-262,-10 37 409,12-9-1111,1 1 183,5-1 0,4 4-1445,7-6 1,2-1 1172,-4 2 0,0-1 348,4-7 1,2-6-1157,15-6 225,5-16 432,0 3 98,-5-16 151,-17-5 0,-4-7 30,-8-16 1,-7-5-99,1 13 1,-1-2 0,-4 0-27,-6-3 1,-5 0-1,-3 4-25,-13-1 0,-3 8-51,7 11 1,0 8 13,2 8 1,2 7 34,6 8 1,5 6-933,4 15 1,6 3 937,5 0 0,5 1 0,4 0 0,3-1 0,6-12 0,-1 1 0</inkml:trace>
  <inkml:trace contextRef="#ctx0" brushRef="#br0" timeOffset="51549">2626 11467 9601,'-2'-28'1518,"-23"-11"-4795,9 17 866,-19-2 2290,2 37 0,0 10 611,0-1 70,-2 1 1,3 6-296,15 12 0,9 3-126,6-16 1,3 2-124,1 9 1,4 6 0,8-7-25,9-12 1,6-4 0,5-6 56,10-5 1,5-6 0,-1-4-38,-9 1 0,0-3 0,-2-9-10,-3-12 1,1-11 0,-4-2-1,-8 3-23,-3 2 1,-11-4-25,-13 0 1,-9-7 0,-4-3 0,-2 4 0,2 8-48,-2 5 1,-4 4-185,-9-6 1,-8-5-1,-2 6 1,8 16 619,8 24 0,2 8 0,-6-7 0,3 2 0,13 13 0,0 0 1</inkml:trace>
  <inkml:trace contextRef="#ctx0" brushRef="#br0" timeOffset="56050">3128 11521 24839,'38'-16'264,"1"0"1,-1 1 0,1-1 0,-1 0 0,3-1 0,1-1 0,0-1 0,2-1 0,0 0 0,2 0-149,-6 1 1,2 0 0,1-1 0,1 0 0,0-1 0,-1 1-1,0 0 1,-1 0-320,4-2 0,0 0 1,0 0-1,0 0 0,-2 1 1,-3 1-1,-2 0 240,9-4 1,-4 1-1,-3 1 1,-3 2-140,-1 0 0,-3 2 0,-8 7-2135,-5 11 1705,-10 3 0,-14 17 0,-6-2 0</inkml:trace>
  <inkml:trace contextRef="#ctx0" brushRef="#br0" timeOffset="56649">3186 11602 15067,'-9'-3'2033,"1"1"-1686,48 10-135,-3 1 0,8 2 0,-2 0-317,-9-2 0,0-1 0,1 0 98,2 2 1,2-1 0,3 2 0,2 3-375,-1 1 0,4 3 0,1 1 0,1 1 1,-2-1-1,-3-1 369,1 1 1,-4-2-1,1 1 1,4 3-16,-6-4 1,4 4 0,3 0-1,2 2 1,-2-1 0,-1-1-1,-5-1 1,-6-2-529,8 3 1,-8-2 0,0 1 344,5 4 1,0 0 0,-10-6-1027,-11-5-2041,-2-2 3102,-16-15 0,-1 0 0,-5-5 1</inkml:trace>
  <inkml:trace contextRef="#ctx0" brushRef="#br0" timeOffset="57100">4568 11896 9816,'5'-6'681,"19"21"0,5 11-896,6 7 133,-1 0 0,0-1 75,-15-12 0,0-1 104,4 4 0,3 3 1,0-1-1191,-1-2 1,-1 1 0,1-1 811,1 2 0,0 0 1,-2-2 680,6 2 1,-11-6-425,-20-13 265,-17 2 8,-14-7 1,-11-1-194,7 6 0,-4 2 0,-2 1 0,3 0-83,1-1 0,2 0 0,-3 2-167,-2 3 0,-5 3 1,3-1-1,7-1 0,9-2 1,2 1-1,-3 2 1,-1 1-1</inkml:trace>
  <inkml:trace contextRef="#ctx0" brushRef="#br0" timeOffset="57866">3037 11708 14998,'-4'7'1937,"0"0"-5214,5 0 500,0-2 3854,13 8-1410,22 12 300,-6-3 0,6 7 65,-11-5 1,4 5-1,2 2 1,-1 0-1,-2 0-522,4 4 0,-3 0 0,1 1 1,0 2 304,-4-4 1,2 2 0,0 1 0,-1 0 0,-1 0 0,-2-2-59,0 5 1,-2-2-1,-1 0 1,2 3 156,-3-5 0,1 2 1,1 1-1,-1 1 0,0-2 1,-1-2 27,4 7 0,-2-3 0,0-1 0,2 3 32,0-1 0,1 2 0,1 0 1,1 0-1,0-2-12,-3-6 1,2-1 0,0-1 0,-1-1 0,-2-3-82,5 6 0,-2-4 0,0 0 78,4 2 0,0-1 0,-5-7-442,2-1-669,-13-13 2537,-7-11-3128,-5-4 1259,-2-7 1,0-2 0,0-3 0</inkml:trace>
  <inkml:trace contextRef="#ctx0" brushRef="#br0" timeOffset="58317">4397 13236 12350,'1'-13'1906,"-3"43"-2000,1-1 106,0 3 1,1 7 0,0 0-33,3 4 0,2 2 6,0-6 0,0 3 0,2-3-7,3 7 1,2-4-5,-1-5 0,1-3-87,-1-8 1,-4-4 15,-7 3 66,-19-14 157,-8-11 0,-4-3-154,4 0 1,-2 0-686,-8-1 1,-5 0 0,4 1-654,8 0 0,2 0 709,-13-1 1,2 0-1,5-2 1,8 1 0</inkml:trace>
  <inkml:trace contextRef="#ctx0" brushRef="#br0" timeOffset="58947">2867 11747 15897,'12'37'-887,"4"7"914,-7-10 0,2 8 0,1 4 1,1 2-575,-2-8 1,1 4 0,1 1 0,0 0 0,0-1 0,-2-1 192,1-2 1,-1-3-1,0 1 1,0 2 0,0 6 417,-2-8 0,0 4 0,0 4 0,1 2 0,-1 2 0,1 0 0,-1 0 0,0-1 0,-1-3 0,0-3 1,-2-5-237,2 10 0,-1-8 1,-2-1-1,1 2 0,1 5 195,-1-6 0,0 3 0,1 4 0,-1 2 0,1 1 0,0 0 0,0 0 0,0-4 0,-1-2 0,1-4-154,0 8 1,1-5 0,-1-2-1,0-1 1,1 2 177,1 3 1,1 2 0,0 0 0,0-1 0,0-1-226,1-2 1,0-1-1,1 0 1,-1-1 0,1-3 126,-1 0 0,0-3 0,1 0 0,0 2-141,3 9 0,2 2 0,0-2 0,-3-6-216,0-4 1,-2-4 677,4 7 1,-3-8-424,-8-20 0,1-12 0,1-2 0</inkml:trace>
  <inkml:trace contextRef="#ctx0" brushRef="#br1" timeOffset="59483">3668 14462 9422,'2'-17'1889,"0"3"-1800,1 24 91,0 3 45,-1 31 0,-1 10-180,-1-21 0,0 2-15,0 9 0,-1 6 0,1-1 82,0-9 1,0-2 0,0-1-10,0 9 0,1-2 97,2 6 0,0-4 388,1 1-16,-2-16-29,-12-15 673,-13-23 1,-7-8-589,1 2 0,-3 0-266,-4-3 0,-5-1 0,0 1-18,-3 0 0,-1 1 0,2 0-135,7 3 1,1 1-1,0-1-365,-1 0 0,1 0 0,6 0 179,-5-13 1,17-1 0,12-5 0</inkml:trace>
  <inkml:trace contextRef="#ctx0" brushRef="#br0" timeOffset="60334">4097 10654 20089,'8'-9'3276,"15"0"-2233,8 4-1241,1 3 1,7 1 0,-3 1-77,-6-1 0,2 0 185,5 1 0,7 1 1,0-1-1,-9 0-233,11-1 300,-10 1 0,4 0 0,-7 0 104,-7 2-987,11 0 228,-35 26-378,-6-12 555,-6 22 313,0-1 1,0 2-86,-2 9 52,4-14 1,-1 4 0,1-6-343,0 6 1402,0-5 1,0-2-953,2-4 1,-7 15-1,5-16 1</inkml:trace>
  <inkml:trace contextRef="#ctx0" brushRef="#br0" timeOffset="63617">5427 10270 8692,'8'-18'440,"-4"8"-118,3-4-259,-7 24 64,-1 9 52,-1 24 1,0 4-149,0-20 1,1 0-10,-1 18 0,2 4 30,4-2 0,1-3-140,-2-15 0,2 2 81,2 8 0,2 6 1,0-7-1,-2-11 1,1-2-1,4 6 0,0 0 1</inkml:trace>
  <inkml:trace contextRef="#ctx0" brushRef="#br1" timeOffset="64800">5454 12125 7803,'9'-15'359,"10"-8"1,17 1-225,-8 11 0,1 2-90,-2 1 0,-1 5 0,0 9 0,-5 9 0,-15 12 0,-10 7-1138,-4 2 1,-5 4 0,-1-1 827,2-6 0,-1 0 0,-1 1 502,-3 1 1,-2 3-1,0-2 1,4-4-193,2-4 0,4-1 45,2 6 0,9-6-90,32-17 29,-3-11 1,6-4 0,1-2-180,1-1 0,1-2 1,1 0 149,6-1 0,2-1 0,-4 0 0,2-1 0,-7 1 0,7 0 0</inkml:trace>
  <inkml:trace contextRef="#ctx0" brushRef="#br1" timeOffset="65433">5049 13889 8432,'-3'-11'360,"2"1"180,0-4-91,7-5-269,4-2-45,9 5 0,3 3-135,2 0 45,0 3 0,1 2 135,10 4-180,-5 4 0,5 17-45,-34 8 0,-7 4 45,4 11 0,-9-10 0,-4 1 0,-1-3 0,2-3 0,0 6-135,7-1 0,6-2-45,25-4 0,16 3 180,-7-13-180,-10 1 1,-5 3 179,-18 18 0,1-8 0,-7 2-30,-13 0 0,-9 1 0,-2-1-270,5-3 0,-1-2 0,-1 0-110,-6 6 0,-1 0 1,2-2-1,0-2 1,3-2-1,7-6 0,1 0 1</inkml:trace>
  <inkml:trace contextRef="#ctx0" brushRef="#br0" timeOffset="66197">3994 15408 10550,'-6'-20'-2374,"1"0"4281,-2 9-2906,-3 20 4275,-3 22-2625,5-7 1,-1 3-509,-5 7 0,0 1 259,0 8 0,-1 0-668,3-8 0,1 0 510,0-1 0,5-3 3032,8-7-2501,5-16-2527,12-14 2105,13-17 423,-1 4 94,10-1-46,5 13-278,-17 4-278,-4 3 0,1-2 628,6-10 801,-2 4-1807,-2-24-196,-22 18-178,-3-26-545,-4 29 97,-8-2-299,4 17 1778,-6 31-1259,8-7 120,2-1 0,1 1-518,3 4 55,3-6 0,1-1 877,-1-6 1,7 6-1,-7-22 1</inkml:trace>
  <inkml:trace contextRef="#ctx0" brushRef="#br0" timeOffset="66717">3871 15001 22253,'-44'4'354,"0"0"0,1 3 1,-3 2-1,2 8 172,11 8 0,2 7 0,1 2 0,0-4-1487,-7-4 1,1-3 0,3 11 948,13-4 1,1 9-1,0 5 1,1 2 0,2 2-1,1-1 1,3-5-1,3-5-318,1 13 1,6-7 0,0 5 196,-4-8 0,-1 4 0,-1 2 1,2 0-1,3-1 0,7-4-197,9 9 0,9-3 1,2-4-1,1-5-213,-3-8 1,1-4 0,4 0 234,4 2 1,4 4 0,4-1 0,2-5 0,0-9 137,3-12 1,2-8 0,2-6 0,-2-1 0,-1 4 6,-1 4 0,-3 1 0,0-1 0,3-8 260,-7-3 0,3-5 0,1-3 0,0-3 0,-1 0 0,-5-1 1,-5 2 225,6-12 1,-7 0-1,0-3-111,3 1 1,2-3 0,-2 0 0,-5 2 162,-7 4 1,-4 1 0,-5-5-225,-4-7 0,-5-5 0,-4-2 1,-2 6-136,-2 5 1,-3 3-1,-3-3-260,0-1 1,-3-6 0,-2 0-1,-1 2 1,-1 7-327,-2 2 0,-1 7 1,-8 0 235,-1 6 0,-8 0 1,-3 1-1,1 3 0,2 4-34,-5 2 1,1 6-1,-4 2 245,8 1 1,-4 1 0,-3 1-1,0 2 1,3 0 0,5 1 90,-8 2 1,5 2 0,-2 4-302,-3 5 0,-5 5 0,3 1 0,10-1 188,13 0 0,3 2 0,-12 10 1,9 1-1,29 2 0</inkml:trace>
  <inkml:trace contextRef="#ctx0" brushRef="#br0" timeOffset="67416">4964 13299 11034,'-20'-12'-739,"-8"2"1053,-5 2 159,-7 22 0,-3 12-98,18-4 1,3 4 0,-1 2-444,-8 8 0,0 3 0,3 0 194,6-4 0,4-1 1,4 5-348,5-2 0,2 5 0,3 1 1,2 2-1,3 0 244,3-2 1,4 1 0,3 1 0,0 0-1,0 0 1,-2-1-24,-3 2 0,-1 0 0,-1-1 0,3 1 1,5 0-37,5-1 1,4 2 0,3 2 0,2-1 0,1-3 0,-1-6 0,-3-6-158,4-3 1,0-8 0,3 1-3,8 7 0,5 2 0,0-3 1,-3-8-149,9-10 1,-1-10 136,-6-4 0,2-6 0,-2-6 99,-7-9 1,-1-6-1,-2-3 1,-1 2 55,1 5 0,-1 1 0,-3-8 23,-8-2 1,0-7 0,-1-5 0,-3-2 0,-3 2 0,-5 4 20,-4-2 1,-5 4-1,-4-1 1,-4-6 28,-1 8 1,-3-5-1,-3-2 1,-2-2-1,-1 0 1,0 2-1,1 3 1,0 4-617,-4-8 0,2 6 0,-3 2 0,-6-1 609,-2 5 0,-6-3 0,-3 0 0,-1 3 0,3 5 0,5 9-15,-9 4 0,-3 10-56,6 3 0,-7 2 0,-2 1 0,-1 4 1,5 3-598,2 6 1,2 5 0,2 1 0,-2-2 404,-4-4 1,-1-4 0,2 2 0,6 4-2,-1 9 0,6 2 0,16-3 0,25-2 0,4-1 0</inkml:trace>
  <inkml:trace contextRef="#ctx0" brushRef="#br1" timeOffset="68104">5389 11683 8612,'-12'-10'630,"-26"-7"-450,9 7-46,-4 1 1,-2 6 45,8 11 0,1 6-21,-9 14 1,5 11 26,18-1 1,5 8-1,2 2 1,1-4-346,-3-2 0,1-3 0,4 4 215,5-3 0,2 4 1,3 1-1,3-1 0,1-3 19,5 0 1,4-3 0,0-2-1,-1 0-42,-1 3 0,-1-2 0,6 1-11,3-1 0,5 2 0,4 1 1,1-5-1,-1-6 44,-1-10 0,1-6 0,0-3 0,-1 4-32,2 4 0,-1 3 1,1-1-1,-1-6-63,7-4 1,1-6 0,-2-7 44,3-12 0,-1-9 0,-4 0 47,-12 6 1,-2-1 0,3-4-34,2-4 0,4-5 1,1-3-1,-3-3 1,-6-1-687,-6-3 1,-6-3-1,-3-2 1,-2 0 0,2 3 445,4 1 1,1 2-1,-3-1 1,-9-6 165,-7 7 1,-6-5 0,-4-4 0,-3-1 0,-2 0 0,0 3 0,0 6 0,1 7-432,-3-4 1,-2 8-1,-7-2 428,1 3 0,-7-4 0,-4-3 0,-3-1 0,-1 1 0,-1 4 0,2 5 1,4 8-320,-12 6 1,3 9 0,-1 5 0,-2-3 324,1-5 0,-1-3 1,-1 2-1,1 3 0,2 9-615,4 8 1,0 8-1,2 3 1,4 1 0,6-4 697,-4 5 1,6 3-1,1 3 1,2 5 0,8-6-1,13 1 1</inkml:trace>
  <inkml:trace contextRef="#ctx0" brushRef="#br0" timeOffset="68801">5324 9617 17643,'-31'6'3276,"-9"10"-3985,14-4 1316,2 8 1,-5 8-1,4-1-374,5 1 1,0 3-191,0-1 0,-2 4 1,1 4-1,3 1-114,6-2 1,3 2 0,2 2 0,1 1 0,1-2-68,0 0 0,2 0 1,0-1-1,2 2 0,1 1 156,1 1 0,-1 2 1,2 1-1,2 0 1,3-1-1,3-1-565,7 1 1,5 0 0,3 0 0,1-2 0,-1-2 0,-2-2-177,-3 1 1,-2-3 0,2-1 0,9-2 399,1-7 0,9 1 0,3-1 0,3-1 0,-1-4 0,-2-5 0,-7-5-471,4-7 1,-4-8-1,4 0 555,1 2 1,5 2-1,2-1 1,-2-4-1,-4-7 245,-3-11 1,-3-7 0,-3-3 0,-2 1-29,2-3 0,-3 0 0,-2-2 20,-3 4 0,1 0 0,-2-3 0,-5-4 140,-6-4 1,-2-4-1,-5-3 1,-2-1 0,-3 3-67,-5 2 0,-3 1 1,-3 1-1,-1-2 1,2 0-83,2 2 0,1-1 0,1-1 0,-3 0 0,-2 2 0,-3 3-167,-9-5 0,-3 2 0,-4 2 1,-1 5-1,-2 5 3,-4 7 0,-2 6 0,0 4 1,0 0-139,-2-3 1,1 2 0,-5 9 150,3 10 1,-6 6-1,-1 6 1,2 1 0,7 1 296,-2 6 1,6 3 0,-2 3 0,3-5 0,-3 2-1,-1 2 1,2 0 0,5 1 0,6 1 0,1 0-1,0 0 1,0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7:10:51.269"/>
    </inkml:context>
    <inkml:brush xml:id="br0">
      <inkml:brushProperty name="width" value="0.09071" units="cm"/>
      <inkml:brushProperty name="height" value="0.09071" units="cm"/>
      <inkml:brushProperty name="color" value="#92D050"/>
    </inkml:brush>
    <inkml:brush xml:id="br1">
      <inkml:brushProperty name="width" value="0.12095" units="cm"/>
      <inkml:brushProperty name="height" value="0.12095" units="cm"/>
      <inkml:brushProperty name="color" value="#92D050"/>
    </inkml:brush>
  </inkml:definitions>
  <inkml:trace contextRef="#ctx0" brushRef="#br0">2176 1940 7263,'14'7'989,"6"1"-494,5-3 0,6-2-271,10 0 1,2 0-1864,-1 0 1,1-1 581,0 0 1,3-2 899,-11 0 0,3 0 0,2 0 0,2 0 217,-3 0 0,1 0 0,2 0 0,1 0 0,1 0 0,0 0 54,3 0 0,1 0 0,0 0 0,1-1 0,1 1 0,2 0-94,-10 0 0,2 0 0,1 0 0,2 0 0,-1 0 0,0 0 0,-1 0 0,-2 0 0,-1 0-113,6 0 0,-2 0 0,-1-1 0,-1 1 0,1 0 0,1 0 105,-3 0 1,1 0 0,1 0 0,0 0 0,0 0 0,1 0 0,-1 0 12,4 1 1,0-1 0,0 0-1,1 1 1,-1-1 0,0 1 0,-2 0-11,3-1 0,-3 1 0,0 0 0,1 0 0,1 0 0,2 0 5,-6 0 0,2 1 0,2-1 0,1 0 0,1 1 0,-2-1 0,0 1 0,-3-1 0,-3 1-5,3-1 0,-4 1 0,-1-1 0,-1 1 0,3 0 0,2 0-6,-1 0 1,2 0 0,3 0 0,1 1 0,0-1 0,0 1 0,-1-1 0,-3 1 0,-2-1 5,2 0 0,-4 0 0,-1 1 0,-1-1 0,3 0 0,3 0-5,-3 0 0,4 0 0,2 0 0,2 0 0,-1 0 0,0 0 0,-2 0 0,-3-1 0,-4 1-10,3-1 0,-4 1 0,-3-1 0,2 1 0,3-2 12,4 1 1,5-1 0,2 0 0,1-1 0,-3 1 0,-5-1 0,-8 1-13,12-1 0,-2 0 279,-9 0 1,6-1 0,2 1-1,0-1 1,-1 1-280,-1 0 0,-1-1 0,0 1 0,0 0 0,-2-1 0,2 1 0,-2-1 0,0 1 0,5-1 14,-6 1 1,4 0 0,1-1 0,2 1 0,0 0-1,-2 0 1,-2 0-15,8 1 0,-1-1 0,-1 1 0,-2-1 0,-1 1 0,3-1 0,-3 0 0,0 1 0,5-1 0,-8 1 0,4 0 0,1 0 0,2 0 0,-1 0 0,-3-1 0,-4 1 0,7-1 0,-5 1 0,-1-1 0,3 0-172,-1 0 0,2 1 0,1 0 0,-2-1 0,-3 1 172,7-1 0,-4 0 0,-2 0 0,-6 1 0,-1-1 0,0 1 0,-2-1 0,1 1 0,4-1-235,-1 0 1,6-1 0,1 1 0,1-1 0,-3 0 211,0 0 1,-2-1 0,1 1-1,1 0-115,-2-1 0,3 0 0,0 0 0,-2-1 0,-5 2 138,3-2 0,-5 1 0,0 0 269,-3 1 1,-1-1-1,3-1-269,4 0 0,4 0 0,-1-1 0,-3 1 0,-5 0 0,-3 0 0,2 0 0,6 0 0,3-1 0,1 0 0,-3 0 0,3 0 0,-2-1 0,-5 1 0,-4 0 0,-2 1 471,1 0 1,3-1 0,3 0-472,4-1 0,5 0 0,-1 0 0,-3 0 0,-6 1 0,-3 1 0,6-1-136,-2 0 1,6 0 0,3-1-1,1 0 1,-3 1 0,-4 0 135,10-1 0,-5 1 0,5 0 0,-5 0 0,4 0 0,2 0 0,-2 0 0,-6 1 0,-3 0 0,-4 0 0,5 1 0,-3 0 0,6-1 0,3 1 0,0 0 0,-5 0 0,-8 1 353,2 0 0,2 1-353,-3 0 0,9 0 0,6 0 0,3 0 0,1 0 0,-2 0 0,-4 0 192,-4 1 0,-2 0 1,-1 0-1,0 1 0,0-1 1,1 0-193,3 0 0,0 0 0,0 0 0,1 0 0,1 0 0,0 0 12,0 1 1,2-1 0,1 0 0,0 1 0,-1-1 0,-2 1 0,-3-1 5,-1 1 0,-4 0 0,-1 0 0,2 0 0,3-1-154,1 1 1,2 0 0,3 0 0,1-1-1,0 1 1,0 0 0,-1 0 147,-1 0 1,0 0 0,1 0 0,-1 0 0,-1 0 0,-1 0 0,-3 0-13,5 0 0,-3 0 0,-1 0 0,0 0 0,4 0 0,-3 0 0,3 0 0,1 0 0,1 0 0,-1 0 0,-2 0 0,-3 1 0,0-1 0,-3 0 0,-2 1 0,1-1 0,2 0 0,0 0 0,1 0 0,1 0 0,0 0 0,2 0 0,0 1 0,-1-1 0,3 1 0,0 0 0,1 0 0,-3 0 0,-2 0 0,-4-1 0,1 1 0,-5-1 0,-1 0 0,5 0 0,2 1 0,5 0 0,2 0 0,-1 0 0,-3 1 0,-5-1 0,2-1 0,-5 1 0,1 0 0,6 0 0,0 0 0,-2 0-320,-4 0 1,-2 0 0,-3 0 319,-3-2 0,-3-1 0,2-1 0,-4-2 0,-8-8 0</inkml:trace>
  <inkml:trace contextRef="#ctx0" brushRef="#br1" timeOffset="41167">9635 4187 20897,'30'33'-1639,"-11"-17"1,2-1-1,2 0 1,4-3 1997,6-7 1,8-5 0,2-3 0,-3-2 337,4-5 1,-2-5-1,2-1-315,-1 4 1,2-1 0,0-1-1,-4-6-235,-5-6 0,-1-5 0,-5-1 0,-3 4-170,1-3 1,-4-3-159,-5 0 0,-1-7 0,-1 1 0,-5 7 406,-4 9 1,-4-1-350,-1-17 0,-3-7 0,-11 7-405,-10 18 1,-9 5 0,-4 3 269,-7-1 0,-6 2 0,-4 3 0,-3 5 155,13 5 0,-3 4 1,-2 2-1,-1 1 1,0 2-1,2-1 0,3 0 142,-4-1 1,3 1-1,1 0 1,0 2-1,-1 3-4,1 2 1,-3 3-1,0 1 1,3 1-1,7-1 1,8-2 36,-5 16 0,10-4 0,5 1 0,8 6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7:11:48.452"/>
    </inkml:context>
    <inkml:brush xml:id="br0">
      <inkml:brushProperty name="width" value="0.12095" units="cm"/>
      <inkml:brushProperty name="height" value="0.12095" units="cm"/>
      <inkml:brushProperty name="color" value="#92D050"/>
    </inkml:brush>
    <inkml:brush xml:id="br1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21247 8925 6319,'-4'-19'-1578,"1"0"3168,1-7-1355,1 2 381,4-2 234,-1 12 637,2 13-1242,1 33 0,-2 24-208,-1-16 0,-1 7 1,1 4-1,0 0 0,-1-4 22,1 1 0,-1-2 1,1 1-1,-1 2-25,-1-7 1,1 1-1,0 2 1,-1 1 0,-1 1-1,0 1 141,-1-5 0,0 2 0,-1 1 0,0 1 0,-1-1 1,1 1-1,-1-2 0,1-1-131,1 0 1,-1-2 0,0-1 0,0 0-1,1 1 1,-1 2 0,0 3-156,0-3 0,0 3 0,0 2 1,0 1-1,0 1 0,0 1 0,0-1 1,1-1-1,0 0 0,0-3 108,2 4 0,0 1 1,0-1-1,1-1 0,1-1 1,-1-2-1,0-1 1,0-3 7,0 5 1,0-4-1,-1-2 1,2 1-1,2 2-5,1-2 0,1 3 1,2 1-1,0 0 1,0-3-1,0-5 0,-2-8-1110,2 2 0,0-3 17,3 9 1,1 4 0,-2-5-547,-2-6 1,1-13 1755,26-51 272,-1 59-447,-15-49 1,2-6 2,11 21 1,4 7 205,-2-2 1,2-1-43,6 0 1,4 0 0,-1 0-253,-11 0 0,-1 1 0,5 0 269,4 0 0,7 0 0,3 0 0,-2 0 0,-5 0-67,1 1 1,-4 0 0,8 0 10,-12 0 0,6 1 0,4-1 0,4 1 0,1-1 0,-1 1 0,-2 0 0,-4-1 0,-5 1-135,8 0 0,-6 0 0,-1 1 0,8-1 101,-12 0 0,4 0 0,3 0 0,2 0 0,1 1 0,2-1 0,-1 0 0,-2 0 0,-1 0 0,-4 0 9,10 0 0,-3 1 0,-2-1 0,0 0 0,2 0 0,5 0-13,-12 1 1,3-1 0,1 0-1,3 1 1,0-1 0,1 1 0,-1-1-1,0 1 1,-3-1 0,-1 0 0,-3 1-18,12-1 0,-4 0 0,-1 0 0,-2 0 0,1 0 0,1 1 10,-1-1 1,3 1 0,2 0-1,-2 0 1,-4-1 0,-4 1-1,-9-1 20,4 0 0,-6 0 604,-2 1 1,-2 0-1009,5 0-181,-15-1 1583,-1 1-1043,-11 0 0,-2-1 0,-1 1 0</inkml:trace>
  <inkml:trace contextRef="#ctx0" brushRef="#br1" timeOffset="5050">21254 11879 8972,'12'-8'1079,"2"-11"-899,-2-5-90,3-14-45,-6 11 0,0 0-45,2-10 45,-1-10 0,-2 1-45,-4 14 0,-1 0 0,1-6 0,-2 3 0,-1 3 0,-1 1 0,1-9 0,0 0 0,0 11 0,0-1 0,2-9 0,1 2 0,1-7 0,0-1 0,1-2 0,-1 17 0,0 2 0,-1 0 0,1 1 0,4-13-90,5-3 90,-3 16 0,7-17 0,1 12 0,-9 13 0,12-7 0,-14 17-90,7-5 90,-8 9 160,-1 1-160,4 5 0,-2 1 0,8 14 0,-6-1 0,3 16 0,-5 5 0,0-4-80,-3-2 0,-1 0 80,1 9 0,-2-12 0,0 0 0,1 19 0,-2-21 0,1 8 0,0-14 0,-1-4 0,1 4 0,-1-10 0,0 3 0,0-4 0,4 4 90,-3-8-90,5 1 0,2-9 0,-2-1 90,9-11-90,-10 9 90,10-15-90,-9 7 0,1 0 90,2-7-90,-7 15 0,7-10 0,-5 9 0,2 1-90,-1 0 90,1 4 0,0 1 0,5 5 0,-6 3 0,2 4 0,-5 0 0,1 8 0,1 8 0,1 4 0,0-4 0,-2-8 0,1-6 90,-3-7-90,5 2 90,-2-10-90,2-1 90,4-12-90,-7 8 90,12-19-90,-12 18 90,13-26 0,-10 7 0,2-6-90,-4 7 90,-2-22-90,-4 10 44,0 6 1,0-1-45,-3-12 45,0 17 0,0 0-45,0 1 0,0 1 90,-1-14-90,-1-4-90,5 31 90,1-3 0,4 18 0,-1 6 0,5 23 0,-3 13 0,0 2 0,-2-7 0,-1 0-90,2 10 90,-3-20 0,1 1-45,0 5 1,1-3-46,1 4 45,0 1 0,1-1-45,0-6 0,3 5 90,-4-19 0,1-4 0,-1-5 0,5-3 0,-3-3 0,8-5 0,0-9 0,-3 4 0,1-6 0,-1-4 0,-3 5 90,8-13-90,-10 15 0,6-7 90,-7 10-90,3-4 0,-1 4 0,-4 5-90,8 0 180,-5 8-90,3 5-90,1 16 90,-6-10 0,5 22 0,-6-23-90,4 15 0,1-9 0,-2-3 90,4 0 0,-5-12 0,1 0 0,6-10 0,-6 3 0,10-14 0,-11 8 0,4-4 0,0 0 0,-2 5-90,3-3 90,-3 6 0,1 0 0,1 3 0,0 0 0,3 3 0,-6 1 0,5 0 0,-3 2 0,0-2 0,1 4 0,-6-3 0,2 2 0,-3 0 0,1 1 0,-1-1-90,2 7 90,-2-7 0,2 6 0,-1-7 0,5-3 0,-3-2 0,6-7 0,-3-1 0,-1 2-90,2-1 90,-5 8 0,5 5 0,-3 7 0,4 6 0,-3-3-90,9 2 90,-5-11 0,11-1 90,19-19 0,-6-2-45,-10 4 0,-1-1 45,7-8-90,-12 9 0,0 10 0,-15 5-180,6 21-180,-5-1 270,1 0-90,1 1 90,-3-16-90,6 1 180,-1-8 0,7-8 90,-5-1-90,-1-2 90,-1 0 0,-5 5-90,2-2-90,-1 6 90,-1 5-180,4 8 180,-4-5 0,6 6 0,0-13 90,3-1 90,17-22-90,-16 8-45,4-9 0,-2-2-45,-8-2 45,-1-2 0,-2-4-45,-3-4 0,-3 1 0,1 11 0,0-1-30,0-6 0,-1-5 0,2 4-1609,2 2 1,0 1 1580,1-8 1,1-3 27,3 5 0,2-1 0,0 4 30,-2 6 0,1 1-30,3-5 0,2-4 0,-1 5 30,5-8 0,-4 12 0,-1 1 0,8-9 0,-6 9 0,-2 6 0,1 11-90,-4 6 90,14 5 0,-8 16 0,5 20 0,-12 9 0,-2 4 0,-2-23 0,-1 1 1092,0 16 0,0 7 0,0-6-1034,-1-13 0,0 0-58,0 1 0,0 3 0,2 1 60,2 0 0,1 0 0,0-3-60,-2-3 0,1-1 60,2 1 0,1 2 0,0-3 30,-1-6 0,0-1 0,7 14 0,0 1 0,-4-10 0,0 0 0,7 17 0,0-2 0,-2-2-45,-3-6 0,0-1-45,0-2 90,5 6 0,-2-12-90,4-1 0,5-1 0,-10-10 0,7 5 89,-14-12-89,5 4 0,5-1 0,-1-1 0,16 7 0,-14-7 0,24 9 0,-22-9 0,0 0 0,14 6 0,0 0 90,-7-4-90,-13-5-135,11 3 1,5 2-856,-6-5 1,-1 0 404,1 1 0,0-1-494,20 4 1079,-33-9 0,5-1 0,1 1 0</inkml:trace>
  <inkml:trace contextRef="#ctx0" brushRef="#br0" timeOffset="21867">10352 3305 22247,'7'-4'1355,"0"-5"-2075,-5 2-1676,-2-2 690,-5 1-62,-16 1 1677,8 2 248,-12 2 0,-1 2-233,7 1-74,-14 3 1,-1 0 414,9 1 512,-15 5 1,-5 6 252,10 4 1,2 2 167,-3-4 1,1 2-615,-1 8 1,5 4-408,7 1 0,3 3-411,0 10 0,2 1-175,1-6 0,3-1-129,5-1 0,6 1-390,9 4 0,8 2-51,3-7 0,3 1 0,1 0 41,-4 0 0,0-1 0,5-1 386,2-4 0,3 0 0,3-3 1,0-5 244,2-7 1,2-5 0,-1-1 163,10 9 1,1-5 248,-10-10 1,2-4 0,-1-2 409,8-7 0,-1-5 189,-7 1 0,1-3 0,-1-2 291,0-3 0,0-2 1,-2-5-465,-7-2 1,-1-4 0,-3-4 0,-4 1-316,-4-3 1,-5-1 0,-1-1 0,-1 1-226,3-8 0,-1 1 1,-5 1-207,-4 4 1,-4 0-1,-4 1-399,-8 1 1,-4 1-1,-5 2 174,-2 7 1,-4 2 0,-2 0 0,3 0-277,-3-10 0,2 0 0,-7 5 361,2 11 0,-6 2 0,-2 3 0,-2 6 0,3 7 406,1 10 0,1 9 0,0 5 1,0 0-1,0-3 0,2-5 0,1-3 1,0 1-1,0 1 0,0 4 1,3 7-1,-1 1 0,0-1 0,0 0 1,0 1-1,1-1 0</inkml:trace>
  <inkml:trace contextRef="#ctx0" brushRef="#br0" timeOffset="27501">10397 4615 20111,'11'5'-3203,"-1"6"-74,-4 2 593,0 2 1204,-1 8 700,2 7 166,0 5 72,0-2 49,-3-16 1,2 4 0,-1-6 0</inkml:trace>
  <inkml:trace contextRef="#ctx0" brushRef="#br0" timeOffset="28117">10262 4691 20372,'2'31'-1639,"0"0"1,2-1-1,6 17 1,3 0-1639,0-16 2021,7 4 0,3 0 710,14-2 742,-1 0-80,3-15-893,-6-22 2656,0-10 704,3-11-193,-14-3-1600,-12-3 0,-4-5-531,-6-7 1,-3-2-297,5 4 0,-3 0-64,-3 6 0,-3 0 0,0 4-84,-1 4 0,-1 2 0,-1-3 1,0 1-1,-1 2 0,0 1 0</inkml:trace>
  <inkml:trace contextRef="#ctx0" brushRef="#br0" timeOffset="28134">10506 4472 20082,'-14'-17'-1093,"-5"-2"1,-1 1 0</inkml:trace>
  <inkml:trace contextRef="#ctx0" brushRef="#br0" timeOffset="29183">11635 4518 20262,'-17'-1'-216,"10"-5"-3061,20 2 5370,5-3-595,18 3-1158,-11 6-401,1 2-161,-13 2-650,-10 6-904,-14 17 2360,5-9-2124,-7 10 150,4-3 291,4 1 119,0 4-6,6-9 221,9-6 759,14-4-186,0-2 222,10-5-329,-12-8 650,-7-1 1,-4-2-1,-7 1 1</inkml:trace>
  <inkml:trace contextRef="#ctx0" brushRef="#br0" timeOffset="29683">11224 4234 20981,'-9'31'-1093,"0"0"1,2-7 0,3 2-1,6 14 1,5 8 0,4-3-1,0-10 1,3-3 0,0 3 553,0 2 0,-1 2 1,3 1-1,4-3 448,8 2 1,5-1-1,2-3 1,-5-4 50,2 3 1,3-4 133,-1-5 0,7 3 0,-1-4 0,-8-6-1117,7-3 1231,-5-9 0,6-2 1,-8-3 1442,1-9-145,7-13 1,-3-11-935,-25 3 1,-7-6 0,-1-2-511,0-1 1,-1-4 0,-2 0 0,-1 2-85,-1-4 1,-1 1 0,-4 0-179,-2 5 1,-2 0 0,-2 0-1,-1 5-441,-7-10 0,-6 5 549,1 10 0,-4 3 0,0 2 0,-4-4 1,-1 6-1,-7 15 0,1-1 0</inkml:trace>
  <inkml:trace contextRef="#ctx0" brushRef="#br1" timeOffset="35268">7972 12554 7263,'-9'2'629,"2"2"-629,1 1 0,4 1 0,-1 4-89,2-4-1,0 3 0,0-2 180,2-2-90,-2-12 90,0 5-90,-6-6 0,2 11 0,-1 4 0,4 3 0,2-4 0,5 2 0,0-8 0,3-4 0,-4-10 0,-2 1 359,-6-11-269,0 11 0,-4-2-270,5 17 90,4-1 0,13 2 90,0-10 90,6-5 180,-18-4-180,-22 16-270,1 1-359,-5 16 539,25-2 0,11-6 0,7-2 0</inkml:trace>
  <inkml:trace contextRef="#ctx0" brushRef="#br1" timeOffset="36501">12069 12549 8072,'7'13'1260,"-4"-4"-1080,2-1-180,-4-3-180,2 5 90,-1-4 90,4 1 180,-3-3-180,-7-6-90,2 1-1170,-8-7 181,9-2 1079,0 0 0,5-10 0,1 3 0</inkml:trace>
  <inkml:trace contextRef="#ctx0" brushRef="#br0" timeOffset="38001">9843 3945 21625,'-4'3'625,"1"2"-1549,1 16-1492,1 0 818,2 5 217,2-5 356,8 2-171,14-15 494,-4-1 10,12-10 1154,10-15 1,1-4 519,-21 11 0,2-2-590,7-5 0,9-5 1,3-2-1,0-2 1,-4 2 102,-5 2 1,-4 0 0,2-1 0,4-4-405,-7 5 1,5-2-1,2-3 1,1 0-1,2-2 1,-2 1 0,0 1-1,-3 1 1,-3 3 341,3-3 0,-3 2 1,-1 2-1,-1-1 1,3-2-349,2-2 1,2-2 0,2-1 0,-2 1 0,-3 3-1,-4 4 1,10-7 0,-5 5 0,2-2 0,-1 0-1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7:12:46.634"/>
    </inkml:context>
    <inkml:brush xml:id="br0">
      <inkml:brushProperty name="width" value="0.09071" units="cm"/>
      <inkml:brushProperty name="height" value="0.09071" units="cm"/>
      <inkml:brushProperty name="color" value="#92D050"/>
    </inkml:brush>
    <inkml:brush xml:id="br1">
      <inkml:brushProperty name="width" value="0.12095" units="cm"/>
      <inkml:brushProperty name="height" value="0.12095" units="cm"/>
      <inkml:brushProperty name="color" value="#92D050"/>
    </inkml:brush>
  </inkml:definitions>
  <inkml:trace contextRef="#ctx0" brushRef="#br0">15338 3023 7443,'-6'-22'2878,"-7"-10"-1169,-1-8-1349,-1 8 90,6 11-270,-1 31-90,4 2-1,-5 20-29,2 1 0,-3 8 0,2-2-15,-1 1 0,0 3-45,0-4 0,0 7 0,0-1 0,1-3 0,4-7 0,1-2 0,0-2 0,-2 9 0,3-5-90,13 5 90,5-58-45,1-4 0,0-8 0,-4-2 0,-1-7 0,-1-3 1,0 3-16,3-8 0,-1 1 0,0-1 30,-1-2 0,1-1 0,-2 7-15,0 4 0,0 18-135,12 57 90,-9-7 0,0 3 90,-2-1 0,0 1 0,0 1 0,0-6-90,7-14 90,3-8-45,18-29 0,2-11 45,-16 17 0,-1-2-30,7-7 0,3-3 0,-2 8 30,-6 13 0,-3 3 0,14-5 0,-17 38 0,-6 8 0,-6 0 22,-1-3 1,0 8-1,2 2 1,1-5-428,9 1 0,2-1-688,-3-1 1,1 1 0,3-8 608,9-10 0,1-11 0,-4-12 1,-2-6-1,16-14 0</inkml:trace>
  <inkml:trace contextRef="#ctx0" brushRef="#br0" timeOffset="467">16555 2762 9512,'-5'-20'1709,"2"9"-1530,-5-1 271,-4 11 180,-25 11-315,-2 7 0,-2 3-271,13-10 1,0 4 75,-7 11 0,-1 6 0,9-4-30,8-2-45,7 20 0,13 5-1684,20-20 1,8-2 1535,-1 8 1,4 2 42,3-5 0,5 0 0,-5-3 60,-9-8 0,-5 1 0,-5 8 0,-2 4 0,-7-5 0,-17 2-60,-12-7 0,-9 4 0,2-6-1446,-12 2 1326,7-5 0,2-1-809,8-5 989,16-7 0,14-3 0,8-3 0</inkml:trace>
  <inkml:trace contextRef="#ctx0" brushRef="#br0" timeOffset="1200">17650 3103 9332,'-28'-8'2068,"8"3"-1708,18 5 0,29 2-270,12 4-1729,5-5 1,4-1 1330,-12 1 1,0-1 352,7 1 0,3-2 241,0 1 1,4-1 0,-4-1-647,-1-1 0,-1-1 60,-4 1 0,2 1 1,-6-2 299,-5-1 0,-8-2 0,-13-2 0,-8-1 0</inkml:trace>
  <inkml:trace contextRef="#ctx0" brushRef="#br0" timeOffset="1567">17971 2911 9332,'-3'-13'2878,"1"2"-2788,2 27 45,2 16 0,0 9-135,0-2 0,0 4 0,1 1-698,2-6 1,1 1 0,0-1 0,-1-2 128,0 3 1,-1-3 0,3-3 568,5 5 0,3-10 0,3-16 0,5 2 0</inkml:trace>
  <inkml:trace contextRef="#ctx0" brushRef="#br0" timeOffset="3001">19553 2744 8522,'1'-11'540,"0"0"359,1 4 181,-1 10-945,1 20 0,-3 8-46,1 5-29,-1-2 0,0 7 0,0-4-105,-1-7 0,0-1-90,0 10 1,-1-2-667,1 3 531,-1-16-446,3-7-1173,-1 0 1889,1 0 0,2-6 0,0-4 0</inkml:trace>
  <inkml:trace contextRef="#ctx0" brushRef="#br0" timeOffset="3472">19968 2780 9422,'3'-23'1439,"0"-3"-1169,-6 20 89,-37 23-269,0 9-90,12-7 0,-3 4-30,-4 6 0,-4 3 0,6-4-15,13-11 0,-1 1-45,-10 9 0,-4 4 1,8-5-181,6-4 180,1-1-90,12-10 90,20-15-90,16-10 180,-1 3 0,15 4 0,-15 29 0,2 4 0,-1 10 0,-2 1 0,0-3-225,6 1 0,1-4-134,-13-18 359,9-3 0,0-3 0,0-10 0,18-3 0</inkml:trace>
  <inkml:trace contextRef="#ctx0" brushRef="#br0" timeOffset="4867">20504 2815 9602,'1'4'1619,"2"20"-3258,1 2 1,1 1 626,-2-2 0,0 0 1102,1 21 0,-1-2 1409,0-6-1439,-1-5 0,1 6 0,0-5 979,2 15-1039,-2-16 0,0-5 0,0-17 0,-3-37-90,-1-4 90,-1 0 0,0-3 0,0 5 0,0-1 1638,0-10 0,-1-4-1690,1 5 1,1-2 0,-1 3 51,1 0 0,-1 0-135,2-13 0,3 10 135,6 27-90,6 21 90,4 31-90,-2 7 90,8-7 0,2-27 180,13-18-135,-6-17 0,-1-6 0,-5 8 0,0-1-45,-1-1 0,3 0 0,-4 11 90,16 32-90,-23 7 0,-6 7 0,-7 8 0,-4 4-1093,-2-2 1,-1 3 0,0-7 1034,1-12 1,2-2-528,10 22 1,8-8-1845,18-24 2429,-5-3 0,4-5 0,1-14 0,1-7 0,4-1 0,-1 0 0</inkml:trace>
  <inkml:trace contextRef="#ctx0" brushRef="#br0" timeOffset="5183">21797 2764 9512,'-6'-17'1169,"-1"2"-270,-6 6-89,-28 14-675,16 2 0,-2 1-45,-2 3 0,-2 5 59,-6 12 1,-4 7 0,5 0-15,5 3 0,3 3-105,-3-4 0,-1 2 0,10 1-1547,13 9 1,10-3 1471,2-21 0,6-1-285,18 4 0,12 0 0,3-8 330,-1-14 0,3-8 0,-1 2 0,0 7 0,0 2 0,-2-5 0,-3-14 0,0 1 0,-1 0 0</inkml:trace>
  <inkml:trace contextRef="#ctx0" brushRef="#br0" timeOffset="5867">18365 4625 9422,'-16'-8'1169,"2"1"90,7 3-539,36-3-630,1 4 0,3 1-135,-4-1 0,2 0-1048,12 0 1,4 0 0,-8 0-1298,-2-1 1946,2 1 1,-5-2 0,-19-1 0,-2-1 0</inkml:trace>
  <inkml:trace contextRef="#ctx0" brushRef="#br0" timeOffset="6167">18493 4280 9871,'4'-11'1350,"0"15"-1036,-3 20 1,-4 12-285,2 0 0,0 3 0,2 4-850,5-1 1,2 2 0,2 1 0,-2-2 756,-1 1 0,-1-2 1,4-3-1,6-1 1,4-2-1,-1-10 1,16-7-1</inkml:trace>
  <inkml:trace contextRef="#ctx0" brushRef="#br0" timeOffset="7033">19887 4122 8882,'-8'-28'2518,"-5"-1"-1618,-5 6-540,-7 14-151,1 25 1,-6 15 0,3 4-120,7-4 0,2 4 0,0 1 0,0 0-910,-4 0 1,0 1 0,1 0 0,4 1 517,2 1 1,3 2-1,3-2 1,7-3 640,14 13 1,12-8-610,6-15 0,4-5 180,-3 1 0,2-9-90,5-19 0,-5-13 306,-19-8 1,-8-5-217,1 0 0,-4-1 45,-4 3 0,-3 2-45,-10-7 0,21 23 90,-1 4 1236,18 0 1,6 1-1237,12-3 0,-9 3 0,0 0 0,6 0 90,10 5-90,-30 4 90,15 1 179,-24 28-3481,-14 12 3257,4-18 0,-1 0 0,-5 5 0,-1 0-1134,2 1 0,1-1 1134,1-5 0,2 1-360,6 21 0,3-3-45,2-12-405,7-3 1,3-6-1754,4-18 2518,5 1 0,3-11 0,-5-3 0</inkml:trace>
  <inkml:trace contextRef="#ctx0" brushRef="#br0" timeOffset="8000">20773 4168 8522,'3'-9'1349,"2"-3"-89,-5 3-1080,-2 0 179,-11 8-89,-11 14-1696,-6 13 0,-2 6 1516,4-5 0,0 5 0,3 3 0,-3 8 0,2 0 0,4-4-732,-1 5 1,6 1 663,6-8 1,0 6-1,5 0 1,7-7-885,18 6 0,9-5 862,-2 1 0,7-5-398,7-14 0,8-6 0,-4-5-232,-6-4 1,1-6-464,-1 0 1,4-3 0,-7-2 1017,-9-1 0,-4-2 0,2-3 1,-2 0-1,10-10 0</inkml:trace>
  <inkml:trace contextRef="#ctx0" brushRef="#br0" timeOffset="8217">21307 4532 11311,'-25'9'1888,"2"0"-1258,17-5-810,2 4-1079,1-1 1259,4 2 0,-3-4 0,-2-2 0</inkml:trace>
  <inkml:trace contextRef="#ctx0" brushRef="#br0" timeOffset="11290">19897 4185 6903,'-6'-23'1259,"1"6"-269,-1 2 269,0 5-809,0-2 179,1 3-3661,-8 29 3122,3-2-60,0 12 0,-2 14 0,-1 3 0,2-7 15,2-5 0,-1 3 0,2-3 0,-3 8 0,0 5 0,-1 0 0,2-2 0,1-7-16,1 4 1,2-6 0,-1 3-30,-1-2 0,-1 2 0,0-1 0,2-2-210,2 2 0,1-2 1,0-7-61,1 2-3007,2 7 3264,8-45 0,1-7 1,3-12-1</inkml:trace>
  <inkml:trace contextRef="#ctx0" brushRef="#br0" timeOffset="12200">19775 4230 9332,'-6'-22'1169,"3"6"-90,20-7-719,8 8-90,14-4-45,6 11 0,3 3-180,-18 4 0,1 2-15,5 0 0,3 2 0,-4 3 15,-5 5 0,-5 6 45,-2 19 0,-6 3-90,-7-16 0,-6 2 29,-14 17 1,-10 7 0,-4-6-30,-6-8 0,-3-3 0,6 0 0,-1 2 0,-2-5-30,-1-6 0,-2-4 1,3-4-241,-1-4 0,2-2 90,0 2 0,1-3-630,-9-8-539,30-9 360,13-1 719,4 0 630,7 8 90,-10 9-271,-3 0 181,0 4 90,16-4-360,-6-2 135,15-4 0,5-6-91,4-13 1,1-6-90,2 0 0,0-5-15,-11 2 0,-2-3 0,-6-4 60,-10-3 0,-6-2 0,-2 2-45,2 2 0,-3 2-481,-7-13 0,-7 5 526,-18 5-45,9 16 0,-3 3 0,-3 0 0,-4 3-135,-15 7 0,0 6 0,16 1 0,1 4-315,-19 6 1,3 4-226,5 3-1009,13-2 1,2 0 818,4-1 1,-2 6 0,13-10 0</inkml:trace>
  <inkml:trace contextRef="#ctx0" brushRef="#br0" timeOffset="12567">19655 4207 8882,'2'-17'540,"-1"4"539,1 2-630,-2 29 1,-1 16-1543,-3 3 1,-2 6 0,1 0 977,2-8 0,0-1 1,0 4 181,-2 7 0,-2 4 1,0 1-1,0-1 148,1-7 1,0-1 0,0 0-1,0-2-215,0 3 0,1-1 0,-1 2-135,1-3 0,-2 3 0,2-2 1,1-7 134,3-5 0,1-5 0,1 14 0,5-17 0</inkml:trace>
  <inkml:trace contextRef="#ctx0" brushRef="#br1" timeOffset="29500">17281 10451 17891,'-4'-12'-3277,"0"2"0,0 2 714,1 3 1772,-3-3 261,-4-6 193,3 4 103,-9-8-1344,-1 8 2017,4 1 102,-26 12 669,6 15 1,-3 10-307,9-4 1,-1 4-1,1-1 15,1-3 0,-1-2 0,3 4-197,1 14 0,3 5 0,5-8 1087,6 4-1519,9 1 0,3 9 1,5-7-417,3-16 1,3 0-98,4 8 0,3 3 0,1-5-940,5-8 0,1-4 82,1 0 1,2-2 207,2-6 1,1-7 798,7-17 0,-1-10 501,-12 0 0,-2-3 1,-1-1 78,-1 1 1,-1 0 0,-3-6-300,-5-10 0,-1-9 1,-3-4-1,-2 2 1,-2 7 399,-2-6 0,-3 0-310,4 4 1,0-7 0,-1 0-1,-5 9-149,-11-2 0,-5 9-437,5 12 0,-5 2-558,-17-10 0,-10 9 753,6 22 1,-3 9 0,1 0-1,-3-5 1,1 3 0,9 11-1,0 0 1,-1-1 0</inkml:trace>
  <inkml:trace contextRef="#ctx0" brushRef="#br1" timeOffset="30216">17846 10194 16763,'-11'-18'-3277,"1"7"861,-6 4 3160,-20 36 1318,15-8-1546,-1 8 0,2 1-17,8 2-482,1 2 1,4 6-173,5 2 0,7 3 299,6-1 1,5 2-1,1-2-146,-5-10 1,1-2 0,2-1-842,7 2 1,2-2-1,0-7-464,16-2 158,-5-15 1,4-10 1718,0-14 1,-1-10 16,-10 1 1,-2-4-1,-6-5-411,-9-6 0,-5-6 0,-6-3 0,-3 2-98,-4 3 1,-5 1-1,-3 0 1,0 2-59,0 1 0,-2 1 0,-1 3 0,-2 4-176,-3 2 0,-2 5 0,2 9-532,-13 12 1036,12 15 1,2 8-1,6-1 1</inkml:trace>
  <inkml:trace contextRef="#ctx0" brushRef="#br1" timeOffset="31089">18817 9097 13277,'-19'-2'-728,"-15"12"-911,5 8 1,-2 6 2127,0 3 0,1 3-199,0 1 1,2 1 525,9-7 0,3 2-806,3 3 1,2 4-1,4 2-175,6 0 0,5 1 0,-1 2 105,-4 5 1,0 2 0,6-2-572,9-3 1,6-2 0,0-6 40,-2-10 0,0-4-172,3-1 1,0-5 255,5-6 1782,4-10 0,2-5-727,-9 1 1,0-4 398,13-5 1,-3-7-281,-12-11 1,-6-3 458,3-8-1000,-17 9 0,-5-9 0,-3-2 0,-3 7-604,-6-3 0,-5 2 269,6 7 0,-2-5 0,0 1 0,-2 8-617,-7 3 0,-2 9-101,3 11 1,0 7 928,-7 10 1,2 8-1,8-1 1</inkml:trace>
  <inkml:trace contextRef="#ctx0" brushRef="#br1" timeOffset="31700">19117 8856 18704,'-13'-1'1617,"-3"16"0,-1 10-2206,-4 12 1,2 9 157,9-11 1,2 4 0,1 1 0,1-2-24,-1 4 1,1-3 0,3 2-25,6 3 1,2 0 0,3-5-244,4-7 1,1-4 5,0-1 1,3-3-46,5 1 1,5-5-90,4-6 1,3-6 793,3-5 1,0-6 495,-5-2 1,-2-4 355,-5-5 0,-3-3 1040,0-7-906,-1-17 0,-2-10-515,-13 9 0,-4-3 0,2 1-73,4 5 0,2 1 0,-5-1-379,-7-8 1,-6-2-1,-6 14-776,-6 21 0,-5 8 244,-4 2 1,-2 6 558,0 10 1,1 6-1,6 5 1,3 3-1,7-3 1,0 0-1</inkml:trace>
  <inkml:trace contextRef="#ctx0" brushRef="#br1" timeOffset="32417">20122 10186 18062,'-6'-14'-3277,"-10"-10"0,10 16 1972,-18-11 1526,9 17 881,-25 8 53,12 3-74,-11 7-569,2 8 375,12-1 1,1 5-242,2 12 1,4 3-217,3 3 1,7 1-418,14 3 0,7-4-578,-2-21 1,2-3-938,22 10 138,-15-27 900,6-10 1,3-6 270,-1-2 0,2-7-433,3-9 1,3-7 0,-4 1 652,-5 5 0,-3-3 48,-6-2 1,0-8 0,-2 0-1,-6 7 380,-6 3 0,-4 0-254,5-19 0,-9 5-376,-18 22 1,-6 9-72,2 9 1,-4 8 246,-9 7 0,-4 7 0,4 1 0,3 0 0,3 2 0,2 2 0,0 0 0,0 0 0</inkml:trace>
  <inkml:trace contextRef="#ctx0" brushRef="#br0" timeOffset="33084">19203 10723 6004,'-7'-27'1083,"2"12"-735,-5-12-226,5 18-188,-2-3 330,-5-2 361,-15-1 190,-4 21 1,-2 5 295,8-4 1,1 4-419,-3 12 0,1 9 0,8 0-44,9 8 0,7 0-215,-6-1 0,6-1-138,18 7 1,11-7-67,1-22 0,5-7 257,13 0 1,3-10-1894,-4-17 0,-3-10 1427,-6-3 0,-7-6-463,-9-4 0,-8-3 317,-8 8 1,-6-1-50,-7-5 0,-5-4 0,1 5 72,3 6 1,-3 2-63,-11-7 0,-7-1 1,-1 15-51,0 23 1,-3 9-282,-13 0 0,0 5 307,13 5 1,4 4 326,5 3 1,3-1 0,-4 10 0,0 1 0</inkml:trace>
  <inkml:trace contextRef="#ctx0" brushRef="#br1" timeOffset="33767">18489 10866 9679,'-5'-21'-513,"0"9"193,-20-2 961,2 19 1,-2 5 101,0-1 1,-2 4-271,-8 14 1,-4 9 0,6-4-45,10-9 0,1 2-1230,-3 10 1,-1 6-1,8-5 1753,13 9-529,10 1 0,5 0-259,-1-17 0,5-3-129,7 2 1,6 0-1,-2-6-439,-2-8 0,0-3-336,8 1 1,1-5 696,-3-14 0,0-9 243,-1-9 0,-1-4-1,2 1 0,-3-6-173,-12-1 0,-4-9 0,-5-1 0,-6 2-29,-9 6 0,-7 2 0,-3 1 0,0-1 3,1-2 1,0-1 0,-3 3-1,-3 4 755,-12-2 1,-6 6 0,0 16-593,8 18 0,-2 11 0,1 5 0,5-3 0,-2 3 0,2 3 0,3 6 0,-1-1 0,0 0 0</inkml:trace>
  <inkml:trace contextRef="#ctx0" brushRef="#br0" timeOffset="34522">17581 11673 7173,'-13'-27'285,"1"0"1,-4-7 35,-11 6 200,2 35 1,-2 13 202,5 5 1,1 6 0,0 0-341,0-3 0,1 0 0,2 2-1371,1 12 1,3 3-1,6-3 1100,7-6 0,8 0-604,5 2 1,6 1 0,0-3 557,-5-5 0,5-3-57,8-2 1,7 2 0,2-2 0,-5-8-16,-7-8 1,2-5-121,8-1 0,9-2 0,-1-2 1,-7-3 45,-7-3 1,-1-6 49,6-7 1,6-8-1,-1-2 1,-8 4 1075,-6 4 0,-7-5-959,-4-9 1,0-12-1,-4-4 1,-5 1-1,-10 7-117,-11 7 0,-11 4 1,-4 2-1,0-1 474,4-1 1,0-2 0,-2 0 0,-2 4 0,-1 7-353,-7 3 0,-3 5 1,0 6-1,2 5 1,-1 9-1,3 6 1,4 4-1,7 7 1,0 0-1</inkml:trace>
  <inkml:trace contextRef="#ctx0" brushRef="#br1" timeOffset="53150">19534 5119 24127,'16'-4'2175,"4"-1"-2059,12 3 0,8-1-263,-1 1 1,3 0-1,2 0-673,-7 0 1,1 1 0,1 0 0,-1-1 374,-1 1 0,-1 0 1,1-1-1,3 1 421,5 1 0,3-1 1,2 1-1,-2 0 1,-2 0 31,-3-1 0,-4 1 1,2-1-1,5 0-33,-7 1 0,5-1 1,3 0-1,2 0 1,0 0-1,-1-1 1,-2 1-1,-4 0-163,5-1 0,-2 1 1,-3-1-1,0 0 1,1 1 14,0-1 1,2 0-1,-1 1 1,-3-1 0,-2 0 10,4 0 0,-4 0 1,-6 0-2558,4 4 1938,2 0 589,-8 15 0,-21-1 0,6 10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7:13:37.943"/>
    </inkml:context>
    <inkml:brush xml:id="br0">
      <inkml:brushProperty name="width" value="0.12095" units="cm"/>
      <inkml:brushProperty name="height" value="0.12095" units="cm"/>
      <inkml:brushProperty name="color" value="#92D050"/>
    </inkml:brush>
    <inkml:brush xml:id="br1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19604 3723 21449,'47'-8'820,"-18"4"0,1 0-665,-4 1 0,3 0-118,7-1 0,7 1 0,4-1 0,-4 1-26,3-1 1,-2 1 0,7-1-1,-13 2 1,4 0-1,3-1 1,2 0 0,2 1-1,1-1 1,-1 1 0,-1 0-13,-2 0 1,0 1 0,1 0-1,1-1 1,-1 2 0,0-1 0,0 0-1,0 0 1,-2 0-9,2 0 0,-1-1 0,-1 1 0,0 0 0,0 0 0,0 0 0,1 0 0,0 0 26,3 0 1,2 1 0,0-1-1,1 1 1,-2-1 0,-1 1 0,-4 0-1,-4 0-95,6 1 1,-4 0-1,-3-1 1,-1 1 1,5-1 1,-3 0 0,-2 1-10,3 0 1,-10 2-1193,-16 4 674,-15-1 1,-4 7-1,-1-2 1</inkml:trace>
  <inkml:trace contextRef="#ctx0" brushRef="#br1" timeOffset="11684">8662 5189 0,'-44'-17'0,"0"-1"0,-1 1 0,1-1 0,0 1 0,-1 0 0,1-1 0,-1 1 0,-2-1 0,0 1 0,1 0 0,1 1 0,2 0 0,2 3 0,-3 0 0,-1 0 0,0 0 0,0 0 0</inkml:trace>
  <inkml:trace contextRef="#ctx0" brushRef="#br1" timeOffset="12744">7673 5640 6004,'-29'-7'719,"9"2"-89,-14-1-91,10 4-269,6 0 810,0 1-631,63-2-359,-19 1 0,5 0 0,8-2 0,8 0 0,5-1 0,-3 0-893,-1 0 0,0 0 0,1-1 0,3 1 833,-10 0 0,4 0 0,0 0 0,1 0 0,-2 0 0,-3 0-30,5 0 0,-3 0 0,0-1 0,3 1 15,-7 1 0,3 0 0,1 0 0,0 0 0,-2 0 0,-4 1-560,2 0 0,-3 1 1,-1 0-1,2 0 545,3-1 0,2 0 0,-1 0 0,-3 1-303,0 0 0,-3 1 0,-8 1 303,-1 0 0,-2 0 0,-8 4 1774,-9-1-2224,8 4 2202,-10-3-3371,2 1 2177,-4-2 1,1 0 0,0-1-1</inkml:trace>
  <inkml:trace contextRef="#ctx0" brushRef="#br0" timeOffset="13809">11218 5619 9626,'-10'-3'-327,"0"2"666,1-1 943,1 1-675,30-1 1,17-1-319,-6 0 1,7 1-166,-5 0 1,7 0-1,5 0 1,2 0-1,-1 0 1,-2 0-738,-1 1 0,-1 0 0,-1 0 0,3 0 0,5 0 680,-10 0 1,2 0-1,3 0 1,2 1-1,1-1 1,1 0 0,1 1-1,0 0 1,0-1-1,-1 1 10,-5 1 1,1-1 0,1 0 0,1 1 0,0 0 0,0-1 0,-1 1 0,1 0 0,-2 0 0,0 0 0,-1-1-1,-1 1-257,3-1 1,-1 1 0,-1-1 0,-2 1 0,1-1 0,-1 0 0,2 1 0,1-1 0,2 1 227,-3 0 1,3-1 0,2 1 0,2 0 0,1 1 0,-1-1 0,-1 0 0,-1 0 0,-3 0 0,-3 0 0,-4-1 0,-5 1-235,11-1 0,-9 1 1,-2-1-1,4 0 314,6 1 1,3 0 0,2-1 0,-4 1 0,-6-1 293,8 0 0,-8 0 78,3 0-185,-14-1 66,-11 1 1400,-5-1-1741,2 0 2259,-2 1-3184,-4 2 2403,-1 0-4301,-2 2 2601,-4 1 0,-2 0 0,-1 2 0</inkml:trace>
  <inkml:trace contextRef="#ctx0" brushRef="#br0" timeOffset="15043">21238 4431 8073,'-2'-19'-454,"1"6"272,-3-3 479,-7-3 153,-20-4-379,6 2 62,-10 8 1,-2 4-113,2 7 142,4 6 1,-10 3 0,-1 2 0,7-1 206,3 1 1,-1 5-334,1 2 0,-8 7 1,-3 3-1,0 3 0,3 1 1,7 0 123,2 5 1,7 1 0,2 2 0,-3 4-230,3-8 0,-2 1 0,-1 3 0,0 1 1,1 2-1,3 0 0,4 2 165,2 3 1,4 4 0,3 1 0,1 1 0,2-1 0,0-2 0,0-3-59,0 0 0,2-2 0,0-2 0,1 1 0,1 1 0,0-2 0,0 1 0,1 0 1,1 1-1,4-1 0,3-2-66,6 1 1,3-1 0,4 0 0,1-2-1,1-1 1,1-1-55,0 0 0,2-3 1,0-1-1,3 1 1,2 2-162,-4-4 1,1 3-1,2 1 1,1 0 0,2 0-1,1-2 1,1-2-1,0-3 215,2-4 1,0-3 0,1-1 0,2-2 0,0-1 0,2-2-1,0-1 1,2 0-132,0-3 1,2-1 0,1-1 0,2-2 0,0-1 0,0 0 0,0-1 0,-2-1 0,0 0 111,-2 1 0,-1 0 0,0 0 0,-1-1 0,0-1 0,1-2 0,2-3 0,1-2 39,-2-3 1,2-2 0,3-2-1,0-1 1,1-3 0,0 0-1,-1-3 1,-1 0 0,-2-2-1,-2 0 1,-4-2-22,4-5 0,-4-4 0,-2-1 0,-2-2 1,-1-1-1,-1 0 0,1 1 0,2 2 27,-1 3 1,2 2 0,0 1 0,-1-1 0,0 0 0,-2-1 0,-3-3-1,-3-4-11,-2-4 1,-2-6 0,-1-2 0,-3-2 0,-3 0 0,-2 3 0,-5 2 0,-3 6-19,-4-10 0,-9 7 0,-3-7 30,1 8 0,0-4 0,-3-4 0,0-1 0,-3 0 0,-2 3 0,-2 2-15,-6 1 0,-3 2 0,-2 2 0,-2 1 0,0 0 0,0 0 0,0-3 0,-1 0 0,-1 0 0,0 0 0,0 3 0,-1 1 15,-3 0 0,2 2 0,-2 1 0,-2 2 0,-4 0-12,6 9 1,-3-1 0,-3 1 0,-1 1-1,0 0 1,2 2 0,2 1 0,4 1 11,-4-1 0,5 2 0,-1 1 0,-7-2-18,5 4 0,-5-3 0,-4 0 0,-3-1 0,-2 0 0,-1 1 0,0 1 0,2 2 0,1 2 0,4 4-21,-2 2 0,1 4 1,2 2-1,1 2 1,-1 0-1,0 0 1,-1-1 21,1-2 0,-1-2 0,0-1 0,-1 1 0,1 1 1,-1 3-1,1 2 0,1 5 29,0 3 1,0 4 0,-1 4-1,0 2 1,1 1 0,2 1 0,2 0-1,4-1 1,3-2 0,-6 9 0,7-2-1,2 2 1,-1 3 0,2 2 0,0 0-1,1-1 1,-1 1 0,1-1 0,-1 1-1</inkml:trace>
  <inkml:trace contextRef="#ctx0" brushRef="#br1" timeOffset="15825">21587 5481 8252,'9'-17'720,"-2"-5"-360,-4 10-90,-1-4-91,-2 8 361,0 1-540,-2 15 90,4-1-90,1 17 0,3-12 0,1 2 0,1-8 0,2-7 0,0-3 90,3-7-90,-7 3-180,2-7 0,-11 17 0,3-5-90,-7 13 91,5-4-91,0 3-720,1-4 990,-9-3 0,8 0 0,-7-4 0</inkml:trace>
  <inkml:trace contextRef="#ctx0" brushRef="#br1" timeOffset="16326">21614 5468 7982,'22'-10'405,"5"3"0,5 1-2044,4 1 1,4 1 903,-5 1 1,2-1 0,5 0 763,-5 1 1,6 0 0,2 0 0,1-1 0,-2 1 0,-3 1-84,1-1 0,-5 1 0,2-1 0,5 1 65,-4 0 0,6-1 1,3 1-1,2 0 0,0-1 1,-3 1-1,-3 0 0,-6 0 334,12 0 1,-7 1 0,3-1-328,-8 0 0,4 1 0,0-1 0,-2 0 0,-6 1 162,10-2 0,-7 1-90,2-3 0,9-2-90,-36 4 0,3-1-540,-7 2 540,-1 2 0,-4 0 0,-3 1 0</inkml:trace>
  <inkml:trace contextRef="#ctx0" brushRef="#br1" timeOffset="18275">22514 5614 7892,'12'-3'450,"0"-1"540,-2-4-810,-15 0-1,-35 4-89,-8 6-90,14 4 0,-4 3 0,3-1 45,7-1 0,0 2-45,-10 5 0,-4 4 0,7 1-45,12 5 0,3 0 45,-11-3 0,8 3-90,22 11 1,12-3 89,17-6-45,3 0 0,4-1-1594,0-10 1,0-3 1580,-8-2 1,-1-1 57,22 2 0,-18-10 0,-14-1 0,9-9 0,-33-12 0,-12-11-1135,-1 8 1,-2 1 1134,-6-4 414,8 7 1,2 1-415,10 7 0,-5-5 0,11 9 0</inkml:trace>
  <inkml:trace contextRef="#ctx0" brushRef="#br0" timeOffset="22360">4896 6654 21126,'-10'-4'-2328,"0"-1"1698,1 2 950,2 1-224,9-2 918,4 1 454,14-1-1026,20-1 1,12-1-625,-16 2 0,3 1 1,1-1-1,2 0 383,-5 1 1,-1 0-1,3-1 1,3 1-1,5-1-358,-8 1 1,3 0 0,4 0-1,2-1 1,3 1 0,1-1-1,1 0 1,0 1 0,-1-1-1,-1 1 1,-2 0 0,-2 0 217,3 0 0,-2 0 1,-2 1-1,0 0 1,-1-1-1,2 1 1,0 0-1,2-1 1,3 1-126,-8-1 0,2 1 1,2-1-1,1 1 0,2-1 1,0 0-1,0 0 0,0 1 1,0-1-1,-1 0 0,0 1 1,-2-1-1,-2 1 0,-1 0 11,8 0 0,-2 0 0,-2 0 1,-2 0-1,1 0 0,-1 1 1,0-1-1,2 1 0,1 0-64,-5 0 1,1 1-1,0-1 1,1 1 0,1-1-1,-1 1 1,0 0 0,1 0-1,-1 0 1,0 0-1,-1 0 60,4 0 0,0 0 1,0 0-1,0 1 0,0-1 1,0 1-1,-1-1 0,0 1 1,-2-1-1,0 1-29,6-1 0,-2 1 0,1 0 0,-2-1 0,0 1 0,-2 0 0,0 0 0,-2 0-49,7 0 0,0 0 1,0 1-1,-4 0 1,-6-1-1,-7 0-187,5 1 1,-9-1-937,6 1 588,-9-1 677,-7 0-876,-10 1-266,-4-1 2529,5 2-3135,-7 0 2021,0 1 1,-1 2 0,-3-1-1</inkml:trace>
  <inkml:trace contextRef="#ctx0" brushRef="#br0" timeOffset="25275">21620 5416 12817,'2'9'-2111,"0"-4"1345,-10 6 1286,4-6-145,-4 9-215,4-6-47,-1 7-163,8-7-561,2-2 723,4-8 188,0-7-215,-2-3-138,-4 0-103,-5 1-194,-4 9 366,-5 2 608,3 4-564,-1 2-683,10-11 579,0 2 0,4-6 0,-2 5 0</inkml:trace>
  <inkml:trace contextRef="#ctx0" brushRef="#br0" timeOffset="25976">21482 5203 11918,'-17'-1'1133,"-10"15"-155,-1 10-898,-3 11-235,17-3 1,3 2-254,2 10 242,4-15 0,3 0-106,7-3 1,5 0 20,13 5 0,2 0-70,-9-7 0,3 0 96,7-1 1,4 0-1,-3-5-177,3-4 542,8-1 0,5-2-1512,-8-10 0,-1-2 1726,-1 4 1,2-4-53,3-9 0,2-4 0,-5-3 112,-6-5 0,-2-3-247,0 3 0,1-2 0,-5 0 4,-3-2 1,-7-2-250,-4-11 1,-10-3-907,-13 12 0,-7 1 0,2 0 524,2-10 0,-3 1-70,-2 12 1,-4 1 0,-2 6 268,-14 1 1,-2 8 1045,-5 3 1,-1 4-964,12-2 1,0 1-1,-1 3 188,-1 4 1,0 4 0,4 0 0,5 2 0,3 2 0,-3 2 0,0 0 0</inkml:trace>
  <inkml:trace contextRef="#ctx0" brushRef="#br0" timeOffset="32592">8839 10337 14167,'-22'-10'-1864,"1"1"1243,1 1 425,-7-3 72,14 6-41,-11-4 155,15 6 89,-4-1 358,6 2-3270,34-7 3893,-4 3-1307,8 2 1,13 1 0,8-1 0,-2 0 0,-8 1 655,5 0 1,4 1-475,-17 1 0,7 0 0,5 0 1,4 0-1,3 1 0,1-1 0,-1 1 1,0 0-1,-3 0 160,-2 0 0,-1 1 0,-1 0 0,0 0 0,1 0 1,2 0-1,1 0 0,4 0 0,3 0-113,-16-1 0,2 1 0,2-1 0,2 1 0,2 0 0,1-1 0,2 1 0,0-1 0,1 1 0,0-1 1,1 1-1,-1-1 0,0 0 0,0 1 0,-2-1 0,0 1 0,-2-1 0,-1 1 0,-1-1 0,-3 1 18,10 0 0,-2-1 0,-3 1 0,-1 0 0,-1 0 0,-1-1 0,0 1 0,1 0 0,1-1 1,2 1-1,2 0 0,3-1 28,-12 1 1,2-1-1,2 0 1,2 1 0,1-1-1,2 1 1,1-1 0,1 1-1,0-1 1,0 0-1,0 1 1,0-1 0,-1 0-1,-2 1 1,0-1 0,-2 0-1,-2 1 1,-3-1 0,-1 0-1,-4 0 1,-3 0-1,-3 1-105,25-1 1,-10 0-1,-6 0 1,2 0 0,6 0 71,-10 1 1,4-1 0,1 0 0,3 1 0,0-1 0,0 1 0,0-1 0,-1 0 0,-2 1 0,-4-1-30,12 0 0,-3 0 0,-1 0 1,-2-1-1,-2 1 0,-1 0 20,4 0 1,-3 0 0,0 0 0,3 0-5,-4 0 1,3 0 0,1 0-1,0 0 1,-3 0 0,-6 0 169,5 0 0,-4 0 1,-5 0-103,0 0 1,-3 0 481,1 1 0,-2 0-682,-3 0 1436,7 0-4563,-19 0 3259,-16 2 1,-5 0 0,-14 2-1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7:14:27.299"/>
    </inkml:context>
    <inkml:brush xml:id="br0">
      <inkml:brushProperty name="width" value="0.12095" units="cm"/>
      <inkml:brushProperty name="height" value="0.12095" units="cm"/>
      <inkml:brushProperty name="color" value="#92D050"/>
    </inkml:brush>
    <inkml:brush xml:id="br1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7878 9505 10244,'-9'-8'-1336,"0"1"770,-7 1 548,0 3 38,-13-3 62,2 2 11,-15-1 70,17 3-202,-7-2 334,13 3 4,-1-1 324,-19 1-44,1 1-85,4 0 230,-11 1-88,20-2-41,-15-1-1,16 1 199,0-1-391,9 0-200,-6-1-12,11 1-240,-6 1 93,3 0-21,-2 0 107,-10 1-82,9-1 42,-2 1 138,8 0-88,1-1 18,-7-2-257,6 0-18,-3-1-127,1-3-346,3 0 8,-12-9-77,10 6 0,-9-14-186,12 13-20,-3-12 241,8 1 409,1 6 346,0-18 85,2 18 110,1-10 150,1 14 282,7-7 391,-2 10 93,10-11-247,-7 11 114,13-8 11,-14 11-39,6-6-79,-24 0-1865,2 4-417,-34-20 268,22 16 394,-14-6 1,-1-1-490,11 7 321,-15-9 1,-1-3-560,3 2 664,5 3 1,3 1 1038,2 0-99,-4-9-412,21 17-312,-8-22 77,17 16 467,5-23 91,9 7 112,7-8 1,3 3-1,1 5 1</inkml:trace>
  <inkml:trace contextRef="#ctx0" brushRef="#br1" timeOffset="4670">17409 9435 6453,'10'-26'630,"-3"8"-360,7-7 180,-3 9-1,1 0-449,-1 9 0,-4 8 0,-2 13 0,-1 9-90,1 0 90,0-3 0,0-4 0,4-16 0,-2 0 180,12-22-180,5-6 0,1-3-1639,-5 7 1,1 0 1445,7-10 1,2 1-33,-9 11 1,0 2 89,1 2 1,-1 1-1,-1 0 1,0 1 0,1 0-1,1 0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7:14:50.452"/>
    </inkml:context>
    <inkml:brush xml:id="br0">
      <inkml:brushProperty name="width" value="0.05292" units="cm"/>
      <inkml:brushProperty name="height" value="0.05292" units="cm"/>
      <inkml:brushProperty name="color" value="#92D050"/>
    </inkml:brush>
    <inkml:brush xml:id="br1">
      <inkml:brushProperty name="width" value="0.12095" units="cm"/>
      <inkml:brushProperty name="height" value="0.12095" units="cm"/>
      <inkml:brushProperty name="color" value="#92D050"/>
    </inkml:brush>
    <inkml:brush xml:id="br2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16658 12984 24575,'3'-48'0,"-1"0"0,0 1 0,0-1 0,0 0 0,0 0 0,0 0 0,0 0 0,0 0 0,1 0 0,-2-1 0,1-1 0,0 0 0,0 1 0,0-1 0,-1 0 0,1 1 0,0-1 0,0 0 0,0 1 0,-1-1 0,1 0 0</inkml:trace>
  <inkml:trace contextRef="#ctx0" brushRef="#br1" timeOffset="5216">4034 4671 10330,'-10'-3'-38,"2"0"626,2 1 9,0 0-379,24 1 202,26-2-395,-5 1 0,6 0-1118,-8 1 1,3-1 0,3 1 1064,1-1 0,3 0 1,3-1-1,4 2 49,-10 0 1,4 0 0,2 0-1,1 0 1,1 0 0,0 1 0,-1-1-300,-5 0 0,-1 1 1,1 0-1,-1-1 0,2 1 1,0 0-1,1 0 1,1 0 259,-6 0 1,1 0 0,0 0-1,2 0 1,0 0 0,0 1-1,1-1 1,0 1 0,-1-1-1,1 1 1,0-1-142,1 1 1,2 0 0,0 0-1,1 1 1,-1-1 0,0 0 0,0 1-1,-1-1 1,-1 0 0,-2 1 0,-1-1 87,3 0 0,-3 0 0,-2 0 1,0 1-1,-1-1 0,1 0 1,3 0-1,2 0-38,-6 0 0,2 1 0,3-1 1,1 0-1,1 0 0,0 1 1,-1-1-1,0 0 0,-1 0 1,-2 0-1,-2 0 0,-3 0 46,11 0 0,-6 0 1,-1 0-1,-1-1 0,3 1 1,5-1 57,-10 1 0,4-1 1,3 0-1,2 0 1,1 0-1,1 1 1,0-1-1,-1 0 0,-2 0 1,-2 0-1,-2 0 1,-5 0-32,9 0 1,-5 0 0,-3 0 0,-1 0 0,3 0 0,4 0 14,-5 0 0,4-1 0,3 1 0,1-1 1,1 1-1,0-1 0,-3 0 0,-3 1 1,-4-1-1,-6 1 33,15-1 0,-9 0 0,2 0-12,-1 1 0,2-1 0,-1 0 0,-6 0 0,6 0 0,-7 0 1085,-4 0-1085,11 0 0,-10 0 0,-5 0 1711,-14 0-1801,-3 1 2516,-3-1-2426,2 1 2828,-3 0-2828,0-1-90,-1 1 0,1-1-90,2 0 91,-2-1-181,3 1-1529,2 0 1799,-4 0 0,4 1 0,-5 0 0</inkml:trace>
  <inkml:trace contextRef="#ctx0" brushRef="#br2" timeOffset="7402">4357 5573 7803,'33'-1'359,"-7"1"-269,23-3 30,-9 1 0,9 0 0,6 0-589,-15 0 1,6 1 0,2-1 0,3 0 0,0 0 0,-2 1 0,-2-1 145,-3 1 1,-3-1 0,0 1 0,1 0 0,4 0-1,7 0 343,-16 0 0,2 1 0,4-1 0,2 1 0,2-1 0,2 1 0,2 0 0,1-1 0,1 1 0,0 0 0,1 0 0,-1 0 0,0 0 0,0 0 0,-2 0 0,-1 0 0,-2 1 0,-3-1-96,7 1 0,-2 0 0,-1 0 0,-1 0 0,-1 0 0,-1 1 0,1-1 0,-1 1 0,2 0 1,-1-1-1,2 1 0,1-1 0,1 1 81,-6-1 0,0 0 0,1 0 0,1 0 0,0 0 0,1 0 0,0 0 0,1 0 0,0 0 0,0 0 0,0 0 0,0 0 0,0 0 0,0 0 0,-1 0 0,0 1 0,0-1 0,-1 1-27,4-1 0,0 1 0,0 0 0,0 0 0,0 1 0,1-1 1,-1 0-1,-1 1 0,1-1 0,-1 0 0,-1 1 0,0-1 1,-1 0-1,0 1 0,-2-1 0,0 0 29,3 0 1,0 1-1,-2-1 1,-1 0-1,0 1 1,-1-1-1,0 0 1,0 0-1,-1 1 1,1-1 0,0 0-1,0 0-100,5 1 1,0-1 0,0 1 0,0-1 0,0 1-1,0-1 1,-1 1 0,0-1 0,-1 0 0,-2 0 0,0 1 92,5-1 0,-1 0 0,-1 0 0,-1 0 0,-1 0 0,-1 0 0,-1 0 0,-2-1 0,10 2 0,-3 0 0,-1-1 0,-1 1 0,-1-1 18,-3-1 0,-1 1 0,0-1 0,0 0 0,-1 1 139,2 0 0,1 0 1,-1 0-1,-1 0 1,-1-1-136,3 1 1,0-1-1,-3 1 1,-2-1-23,-2 0 0,-2-1 0,-6 1 1538,9-1-1448,0 1-90,-18-1 2167,1 0-2167,-5 1 2700,-5-1-2700,7 0 0,-13 1 0,-2-2 0</inkml:trace>
  <inkml:trace contextRef="#ctx0" brushRef="#br2" timeOffset="9067">13288 4772 7713,'8'-5'2248,"0"0"-1528,-4 2-540,-2 9-90,-4 23 0,-2 16 0,-2 5-135,3-15 0,-1 2-105,0 4 0,0 5 0,1-7-480,1 8-854,3-12 0,1-4 664,1-7 1,3 5 0,-1-17 0</inkml:trace>
  <inkml:trace contextRef="#ctx0" brushRef="#br2" timeOffset="9567">13511 4863 8342,'14'-37'990,"0"1"-271,-12 28-269,-18 21-225,-10 17 0,-2 5-225,9-11 0,-2 1-1093,-6 7 1,-3 4 0,4-6-63,-2 2 1405,2-4 0,0-1-790,2-4 540,16-15-90,22-19 0,7-7 180,8 5 3186,-18 13-2980,17 25-1935,-7-4 1,0 0 1670,-4-2 1,1-1-122,3 3 0,3-1-136,3-6 0,-1-4-44,1 1 269,16-1 0,0-4 0,-10-12 0,-4 1 0,0 0 0</inkml:trace>
  <inkml:trace contextRef="#ctx0" brushRef="#br2" timeOffset="9884">13903 4885 8432,'1'-10'1529,"-2"2"-1259,-3 9 180,-5 20-270,4 2 0,1 4-180,-2 14 0,3 3-300,2-10 0,2 2 0,-1-3 165,0 4 0,1-2 135,4 3 0,2-9 0,-3-18 0,4 5 0</inkml:trace>
  <inkml:trace contextRef="#ctx0" brushRef="#br2" timeOffset="10234">13817 4857 8612,'-11'-8'1619,"15"0"-1259,17 6-90,24 4 0,5 5-225,-21-3 0,0 1-15,2 0 0,3 0 0,-1 4-1,0 7 1,-1 2 0,-3 0-30,-6-6 0,-1 4-60,15 15 0,3 8 1,-19 1-121,-37 1 0,-10 1 135,25 1 0,-6-1-135,-25-9 0,-15-2 0,7-8-270,2-4 450,2 0 0,5-3 0,19-10 0,5-1 0</inkml:trace>
  <inkml:trace contextRef="#ctx0" brushRef="#br2" timeOffset="10551">14546 4780 8612,'4'-14'1889,"-1"24"-1529,-4 10-121,-1 10 1,-1 10 0,1-1-300,0-2 0,1-1 0,-1 1-90,1 8 0,-1 1 1,2-2-301,1 8 0,4-5 450,3-18 0,1-5 0,7 3 0,4-9 0</inkml:trace>
  <inkml:trace contextRef="#ctx0" brushRef="#br2" timeOffset="10810">14597 4967 9152,'-10'-22'1079,"1"3"1,4 11-631,5-2-179,3 2-90,19-5 0,5 1-180,-2 2-405,16-7 0,-1 1 46,-16 6-136,-1 1 0,1 0 495,-5 3 0,-5 1 0,-4 3 0</inkml:trace>
  <inkml:trace contextRef="#ctx0" brushRef="#br2" timeOffset="11084">14587 5112 9422,'14'7'1799,"0"-2"-1170,31-11-359,-2-3-270,-15 4 0,0-1-1619,18-6-1658,-21 7 3219,-14 6 0,-19 6 1,-8 5-1</inkml:trace>
  <inkml:trace contextRef="#ctx0" brushRef="#br2" timeOffset="11300">14537 5394 9242,'-1'17'3276,"25"-7"-2954,-2-8-277,2-4 0,4-1-315,3-4 0,0 0-270,-2 1 1,0-1 539,10-4 0,-3 0 0,2-4 0,-7-2 0</inkml:trace>
  <inkml:trace contextRef="#ctx0" brushRef="#br2" timeOffset="11900">12854 5634 9602,'16'15'989,"7"-3"-719,15-7-1909,-8-3 1,6-2 1402,-1 0 0,6-1 0,4 0 0,4 0 359,-9 0 1,4-1 0,3 1-1,2 0 1,1-1 0,-1 1-1,-2 0 1,-2-1-289,0 1 1,-2 0-1,-2-1 1,2 1-1,1-1 1,6 1 186,-10-1 0,3 1 1,4-1-1,1 1 1,3-1-1,-1 0 1,1 1-1,-2-1 1,-1 0-1,-3 1 1,-3 0-1,-4-1-110,12 1 0,-7-1 0,-2 1 1,0 0-1,4 0 88,-1-1 0,4 1 0,2-1 0,0 1 0,-1-1 0,-4 1 0,-6 0-30,13-1 0,-8 1 0,-1 0-15,9 0 0,-7 0-135,-3 0 483,-12-2 1,-7 4-1,-21 3 1,-7 1-1</inkml:trace>
  <inkml:trace contextRef="#ctx0" brushRef="#br2" timeOffset="13397">15951 6683 7443,'-22'-9'809,"2"1"1,-2-1-1,4 3 1,1-1-540,19-1 29,28 2 1,26 3 0,0 1-233,-20-1 1,-1 1-1,2 0 1,7 0-275,-5 1 0,6-1 1,3 1-1,3 0 1,3 0-1,-1 0 1,0 0-1,-1 0 1,-4 1 228,-2-1 1,-2 1-1,-1-1 1,-1 1-1,1 0 1,2 0-1,2 0 1,3 0-183,-7 0 0,2 0 0,2 0 1,1 0-1,2 0 0,1 1 1,0-1-1,2 0 0,-1 0 1,1 1-1,-1-1 0,1 0 1,-2 1-1,0-1 178,-4 0 0,0 1 0,0-1 0,0 1 0,0-1 0,1 0 0,-1 1 0,0-1 0,0 1 0,1-1 0,-1 1 0,0-1 0,-1 1 0,1-1 0,0 1-12,2-1 0,0 0 1,0 1-1,0-1 1,0 1-1,0-1 1,0 1-1,-1-1 1,1 1-1,-1-1 1,-1 1-1,0-1 0,0 1 1,-1-1 0,3 1 1,-2-1-1,1 1 1,-1 0-1,-1-1 1,0 1-1,0 0 1,0-1-1,-1 1 1,1 0-1,-1-1 1,0 1 8,4 0 0,-1 0 1,1 0-1,0 0 0,0 0 1,-1 0-1,0 0 1,-2 0-1,-2 0 0,-1 0 1,-2 0-17,10 0 0,-5 0 0,-2 0 0,0 0 0,1 0 0,4 1-187,-5-1 1,2 0-1,3 0 1,0 1 0,1-1-1,-1 0 1,-2 1 0,-3-1-1,-3 0 205,7 0 0,-4 1 0,-3-1 0,-1 1 0,-3-1 12,8 0 0,-3 1 0,-3-1 15,4 1 0,-4-1 0,-2 0 0,-5 0-45,-7-1-45,1 1 0,1-1 544,-7 1-859,-4 0 920,11 0 0,-20 0 1,6-1-1</inkml:trace>
  <inkml:trace contextRef="#ctx0" brushRef="#br1" timeOffset="25467">5467 10087 15886,'-9'-3'-700,"2"1"697,-2-1 460,3 2-428,8-2 1112,6 1-772,21-1 1,17-2 0,-1 0-177,-10 1 1,-1 1-1,3-1-416,1 0 1,5 0-1,1-1 1,0 0 0,-3 0 441,1 1 1,-3 0 0,0 0-1,4 0-51,1 0 1,2 0 0,2-1-1,0 1 1,-2 0 18,4 0 1,-1 0 0,0 1-1,-1-1-17,1 1 0,0-1 0,-2 1 0,-3 0-221,0 1 0,-3-1 1,-5 1-138,-8 1 0,-4 0 21,9-1-98,-14 2-924,4 1-2088,-13 2 2637,5 1 1,-8 2 0,-4-2 0</inkml:trace>
  <inkml:trace contextRef="#ctx0" brushRef="#br2" timeOffset="34834">17696 3226 7803,'6'-10'1169,"0"-1"-809,-2 2 179,0-1-179,-1 3-90,2 13 0,-3 24 0,-4 8-270,4 6-505,-3-11 1,-1 6 0,0-3 549,1-1 0,1-2-45,-2 10 0,0 1-45,2-4 0,-1-1-488,0-2 0,0-4 443,-1 9 90,0-29 0,1-16 0,2-33 0,2-14-45,0 14 0,0-3 45,1-2 0,0-5 0,1 0 0,0 0 0,1 0 0,-1 4 0,-1 2 0,2 2 0,-2 1 0,2-1 0,0 11 1481,3 13-1481,8 4 0,3 40 639,-3 1 0,1 1-639,6 10 0,-5-14 0,2-5 0,7-18 0,1-11 0,1-3 0,4-5-45,1-4 0,0 5 135,-6 18 0,7 4-60,-24 18 0,-5 11 0,-2-3-30,-1-9 0,-1 1-23,1 8 1,0 6-1,0 1 1,0-8-23,0-9 0,1 0-315,2 7 0,2 4 0,0-7-89,4 0 449,24 3 0,-18-34 0,14-3 0</inkml:trace>
  <inkml:trace contextRef="#ctx0" brushRef="#br2" timeOffset="35283">18898 3176 8882,'-2'-19'1619,"-1"5"-899,-9 6-541,-5 10-1818,-9 9 1,-1 3 1114,-1 4 998,-5 17 1,6 4-475,20-4-90,8 13 0,9 1 45,8-19 0,5-2-15,-2-3 0,3 2 0,0 0 0,7 5 0,2 1 1,-4-2 14,0-4 0,-2 1 45,-4 1 0,0 2 0,-11-3 0,-23 12-90,-9-1-315,-9-18 0,-2-5 405,0-3 0,-7 2 0,31-14 0</inkml:trace>
  <inkml:trace contextRef="#ctx0" brushRef="#br2" timeOffset="35550">19830 3648 9781,'-9'-11'1350,"-1"0"-631,14 4-629,1 3 135,25 1 0,12 3-1864,6-4 1,2 1 863,-12 1 1,2 0-1,-2-1 460,13-1 1,-4-3 32,-14 0 0,-6-1 0,0-5 0,5-5 1</inkml:trace>
  <inkml:trace contextRef="#ctx0" brushRef="#br2" timeOffset="35853">19923 3397 9871,'-5'-8'720,"-4"-4"89,6 6-449,1 17 0,2 24-225,1 1 0,0 5-45,-2 5 0,0 3-60,1-12 0,-1 1 0,0-3-75,0 2 0,1 0-225,3-1 0,1 1 0,3-5-1259,12 12 1529,-2-8 0,4-4 0,13-9 0,5-11 0</inkml:trace>
  <inkml:trace contextRef="#ctx0" brushRef="#br2" timeOffset="36651">20848 3423 9422,'-3'-17'1079,"0"-3"-989,3 26 225,-4 26 0,0 8-226,2-9 1,-1 4-68,0 1 1,-1 6 0,0 1-1,0-7-22,1 0 0,0 0-210,-1 9 0,1 6 1,1-7-1186,2-10 1,1-2 854,-1 7 1,1-3 539,3 0 0,-2-31 0,1 0 0</inkml:trace>
  <inkml:trace contextRef="#ctx0" brushRef="#br2" timeOffset="37131">21106 3487 9152,'-1'-13'360,"0"-2"359,-3 3-179,-8 7-180,-3 8-270,-4 9 179,-9 13 1,-2 5-180,6-6 0,-2 1-120,0 2 0,-3 2 0,2-2-105,-5 7 0,2-3 45,9-9 0,1-2 1,-9 11-271,17-17 180,35-22 90,2 0 45,6-5 0,2-1 45,10 1 180,2 13-90,-19 27-1729,-9 5 1,-1 2 1625,-6-11 1,0 1-91,2 7 0,1 1 103,2-5 0,2-4-270,6 5-540,3-4 1,2-4 809,14-14 0,3-9 0,-4-10 0</inkml:trace>
  <inkml:trace contextRef="#ctx0" brushRef="#br2" timeOffset="37901">21382 3620 8792,'2'-18'989,"0"1"181,2-9-91,-2 12-899,-1 17 90,-4 16-180,-2 26 45,0-12 0,0 3-90,-1 6 0,1-1-45,0-5 0,0 1-45,0 13 0,1-3-45,1-9 45,1-4 0,0-4-45,2-13 0,5-13 0,4-28 0,-1-15 0,2 4 0,0-4 60,0 1 0,0-4 0,-1 3-15,1-8 0,0 3 0,-2 12 0,-1 4-45,0-7 0,0 31 90,-4 13-90,5 9 90,-1 0 0,10-1-90,16-19 90,9-10 0,1-10-45,-6-6 0,-2-1 135,-2 1 45,0-4 0,-3 12 225,-18 36-270,-2-2-30,-12 14 0,-7 11 0,0 0-15,-1 6 0,2 3-203,2-8 1,2 6 0,-1 0-1,2-6 23,-3 6 0,4-3-958,7-4 1,4 1 0,-1-10 764,2-13 1,12 8-1,-16-23 1</inkml:trace>
  <inkml:trace contextRef="#ctx0" brushRef="#br2" timeOffset="38300">19837 4969 10411,'7'-4'1619,"4"-1"-899,2 3-181,12 1-359,-4 1-45,19 2 0,3 0-315,-1-2-600,-1 0 1,9-1 0,-6-2 779,-14-2 0,-2-2 0,15 0 0,-4-3 0,-3-10 0</inkml:trace>
  <inkml:trace contextRef="#ctx0" brushRef="#br2" timeOffset="38567">20197 4692 10861,'-12'2'360,"-4"5"-181,9-1 271,-7 31-315,10-10 0,3 3-90,-2 7 0,0 2 0,3-5 0,1 2-165,5 2 0,2 3 0,2-4-960,8 4 1,3-1 149,-7-6 1,2 1 0,0-4 929,5-3 0,1-7 0,12-6 0,-7-8 0</inkml:trace>
  <inkml:trace contextRef="#ctx0" brushRef="#br2" timeOffset="38850">21007 4849 10501,'-11'-7'989,"0"1"-539,2 13-180,2 7-45,1 12 0,1 7-1318,1 0 1,0 4 0,0-2 649,0 6 1,0 1 91,-1 8 0,0-4 81,1-9-629,3 0-271,1-6 1170,4-6 0,0-17 0,2-5 0</inkml:trace>
  <inkml:trace contextRef="#ctx0" brushRef="#br2" timeOffset="39181">20962 4822 9781,'-7'-24'180,"2"6"180,14-1-180,15 9 0,23-4-90,-15 11 0,2 3-45,3 1 0,-1 5 135,1 8 0,-3 4-91,3 1 91,-36 13 0,-14 2-90,-11-17 0,-6-2-135,-2 9 0,-2-1-900,-4-5 1,4-4 944,10-4 0,5-1 0,27-10 0</inkml:trace>
  <inkml:trace contextRef="#ctx0" brushRef="#br2" timeOffset="41351">21764 4796 8882,'5'-10'1889,"-3"2"-1439,-4 1-91,-2 3-179,1 0 270,-5 1-90,-16 5-270,7-1 0,-15 8 45,-3 9 0,-1 4-90,11-6 0,0 2 14,-11 9 1,-6 5 0,5 2-1131,12-6 1,3 1-1,1-1 1071,-10 9 0,4-2-44,7-3 1,6-1 43,12 10 90,6-15-90,2 0 0,3-2 0,16 1 0,0-5 0,14-5 0,-18-9 0,3 0-90,-10-4 90,-8 0 3259,3-1-3259,-3 1 40,-2 0-40,1 4 0,-2-1 0,7 10 0,-5-8-90,14 15 90,-8-12 0,11 11 0,-11-11 0,10 11 0,-11-8 0,9 13 0,-12-2 0,-2-5 0,-4 1 0,-15 5 0,6-12 45,-9 7 0,-5 1-45,-23 0 0,4 3-90,-1-10-539,3-11-1,16-2 270,-13-1-2428,14-8 2788,9 0 0,-3-6 0,7 0 0</inkml:trace>
  <inkml:trace contextRef="#ctx0" brushRef="#br2" timeOffset="41701">21839 5523 10051,'10'-5'-1439,"-3"2"1439,1 2 0,-6 0 0,1 3 0</inkml:trace>
  <inkml:trace contextRef="#ctx0" brushRef="#br2" timeOffset="43317">21686 4722 8882,'13'-2'360,"-2"0"1079,-1 0-720,-5 3 361,-21 17-630,-10 5-271,-5-1 1,-3 1-90,11-7 0,-2 2 30,-12 8 0,-6 5 0,5-1-75,8-5 0,1 2 0,1-1 0,-3 5 0,0 1 0,6-3-45,3 3 0,5 1 30,2-1 0,2 3 0,7 0 0,11 1 0,6 1 0,1-3-30,-2 4 0,4-2 30,9-2 0,5-1 0,1-7 15,-2-11 0,1-3-45,11 3 0,3-1 45,0-6 0,-1-2-45,-8-2 0,-2 0 0,-2-2 0,0-1 45,3-1 0,-3-1-45,-1-2 90,0 0 0,0 0 89,-7-2-179,-13 9 0,-12 2 0,-24 9 90,4-4-90,-1-1-180,-22-4 91,14-4 44,-8-3 0,-3-3-1594,11-5 1,2-3 1535,-3 2 1,2-5 102,3-25 0,8-3 0,8-1 0,12 6 0,4-6 0,3 3 0,6 5 0,4 0 0,3-5 0,2-5 0,1 2-30,-2 6 0,1 1 0,3-1 30,0 5 0,2-2 0,1 2 0,-2 3 0,-3 2 0,-1 3 0,2 2-60,8-1 0,2 1 0,-5 7-30,4 7-900,3 10 1,0 4 989,1 9 0,-11-5 0,-1 2 0,4 7 0</inkml:trace>
  <inkml:trace contextRef="#ctx0" brushRef="#br2" timeOffset="44714">19194 8696 10501,'2'-10'2968,"-1"1"-2968,-6 10-270,-3 5 91,-1 2-91,1 2 180,14-14 90,-4 2-180,7-11-900,-7 8 1080,0-3 0,5 7 0,0 2 0</inkml:trace>
  <inkml:trace contextRef="#ctx0" brushRef="#br2" timeOffset="55052">17734 4098 9332,'-11'1'2068,"8"2"-1708,8 2 270,25 3-270,10-1-151,0-2 1,10-1 0,6 1-580,-16-3 0,4 1 1,2 0-1,2 0 1,1 0-1,1 0 415,-6 0 0,0 0 0,1 0 0,1 0 0,1 1 0,2-1 0,2 1 0,3 0-159,-11 0 0,2-1 0,3 1 0,1 0 0,1 0 0,2 1 0,0-1 0,1 1 0,0-1 0,0 1 0,-1-1 0,-1 1 0,-1-1 0,-2 0 0,-1 0 122,3 1 0,-1-1 0,-2 0 0,-1 0 0,0 0 1,-1 0-1,1 1 0,0-1 0,3 0 0,1 1 1,3 0-91,-9-1 0,2 1 1,1-1-1,3 1 1,0 0-1,1 1 1,1-1-1,0 0 1,1 1-1,-1-1 1,1 0-1,-1 1 1,0-1-1,-2 0 0,0 0 1,-2 0-1,-2 0 1,-1-1 88,6 1 1,-1 0-1,-2 0 1,0-1-1,-2 1 1,0-1-1,-1 1 1,0-1-1,-1 0 1,1 1-1,1-1 1,0 0-8,4 1 0,0 0 0,0 0 0,1 0 0,-1 0 0,0-1 0,0 1 0,-1 0 0,0-1 0,-1 0 0,-1 0 40,6 0 0,1 0 0,1 1 0,-2-2 0,0 1 0,-3-1 0,-3 1 0,-3-2 0,-5 1-115,6-1 1,-7 0-1,-3 0 1,4-1 276,10 1 0,5-1 1,-5 0-1,-13-2 759,-3-2-781,8-1 1747,-17 0-2107,-13 2-2250,5 0-847,-28 0 2457,10 0 1,-26-2 0,13 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7:16:09.270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1979 9771 7803,'26'-7'1079,"-9"2"-869,15 4 0,10 3 0,1 0-121,-4-1 1,-1 1 0,5-1-582,-3 1 1,3-1 0,2 1-1,3 0 1,1-1 516,-4 1 1,2-1 0,2 1 0,1-1-1,0 1 1,0-1 0,-3 0-205,3 1 0,-3-1 0,-1 1 1,1-1-1,4 1 0,4-1 192,-14 0 1,4 0 0,2 0 0,3 1 0,1-1 0,1 0 0,0 0 0,0 1-1,-1-1 1,-2 0 0,-3 0 0,-3 0 0,-3 0-282,9 1 1,-7-1 0,-2 0 0,0 0-1,2 0 1,5 0 267,-5 0 0,4 0 0,4 0 0,2 1 0,2-1 0,-1 0 0,-2 0 0,-2 0 0,-4 0 0,-5 0 0,-7 0 30,9 0 0,-9 0 0,2 0-8,7 0 1,4-1-1,-2 1 1,-8 0-158,-5-1 0,-7 0 135,7 1 0,-10 1 0,-9 2 0</inkml:trace>
  <inkml:trace contextRef="#ctx0" brushRef="#br0" timeOffset="2049">23058 8197 0,'-26'-3'0,"0"0"0,-11 2 572,4 5 1,-10 3 0,-2 3-1,3 2-452,0 5 0,4 4 0,-5 2 88,3-1 1,-4 2 0,-1 1 0,1 3 0,3 2-137,5 2 0,1 2 0,2 3 0,2 0 0,-1 3-3,5-4 1,-1 0 0,2 2 0,0 2 0,2 2 0,1 4-25,7-8 0,0 2 0,1 3 0,1 2 0,1 1 0,0 0 0,1-1 0,0 0 0,1-1 0,1-3-33,-1 4 1,0-3 0,2-1 0,0 0 0,1 1 0,2 1 0,2 4 3,1-5 0,1 2 1,1 3-1,0 1 0,2 1 1,0 0-1,2 0 1,2-1-1,1-2 0,2-3 1,2-2 8,6 7 1,4-4 0,3-1-1,2-2 1,1-1 0,0-1 0,-1 2-70,-1 0 1,-2 1 0,1 0 0,1-1 0,2-1 0,3-2 0,4-2 93,0-6 0,4 0 0,2-1 0,3-1 0,1-2 0,0-2 0,1-3 0,0-4 0,-2-4 91,5-4 0,0-6 1,1-4-1,-1-4 0,1-1 1,0 0-1,1 1-259,-4 1 1,1 1 0,1 0 0,-1-1 0,1-1 0,-1-3 0,-1-3 0,-2-3 150,1-5 1,-1-3 0,-1-3 0,0-3-1,-2-1 1,0-2 0,-2-1 0,-1 0-1,-1-2 1,-2-1 0,-1-3 0,-1 0-1,-1-1 1,-1 0 0,-1 0 0,0 2-48,-1-1 1,-1 1-1,-1 0 1,-1 0 0,-1 0-1,1 0 1,-1 0 28,4-5 0,1 2 0,0-1 0,-3-1 0,-1-1 0,-5-3-3,-4 0 1,-2-3 0,-3-1 0,-2-1 0,-2 0 0,-2 4 0,-1 3-13,-2-5 0,-3 5 0,-3 0 0,-4-6 0,2 12 0,0-4 0,-2-4 0,-1-1 0,-1 0 0,-3 0 0,-2 2 0,-3 3 0,-4 4 0,-6 0 0,-5 4 0,-4 2 0,-3 2 0,-1 2 0,1 0 0,1 0 0,3-1 0,-3-5 0,3 0 0,1 1 0,-1 1 0,-1 1 0,-3 2 0,0 4 0,-2 1 0,-1 0 0,-1 2 0,-1 2 0,1 3 0,1 2 0,0 3 0,0 3 0,-1 2 0,2 2 0,1 0 0,4 0 0,-10-2 0,5 2 0,-6 0-30,5 2 0,-4-1 0,-4 1 0,0 2 0,1 2 0,5 4-168,4 4 0,2 3 0,2 3 0,1 1 0,0 0-544,-8 4 0,2 1 0,1 2 0,1 2 742,-2 3 0,0 1 0,4 2 0,6 1 0,7 5 0,7 1 0,3-1 0,6-4 0,0-1 0,0 0 0</inkml:trace>
  <inkml:trace contextRef="#ctx0" brushRef="#br0" timeOffset="2665">23097 9643 10501,'7'-8'1529,"-10"14"-1439,1-3-90,-5-3 0,6-4-809,4-17 629,0 23-1080,2-3 1260,4 15 0,-3-4 0,3-2 0</inkml:trace>
  <inkml:trace contextRef="#ctx0" brushRef="#br0" timeOffset="3099">23186 9693 8882,'-14'4'2429,"2"-2"-1980,32-1 1,12-2-315,-5 0 0,4-1-68,10 0 1,9 0-1,3 0 1,-3 0-1161,-1 0 1,-2-1 0,6 1 974,-10-1 1,4 1-1,2-1 1,1 0-1,-1 0 1,-2 0 117,-2 0 0,0 0 0,-2 0 0,-1 0 0,-1 0 24,5 0 0,-2 0 0,-1 0 0,-2 0-204,9-3 0,-2 0 1,-15 0-3098,-21 2 3196,0-4 1,-12 5 0,-6 2 0</inkml:trace>
  <inkml:trace contextRef="#ctx0" brushRef="#br0" timeOffset="3899">23517 9124 9512,'9'-8'809,"-2"1"-719,-2 13 180,-4 7-90,-2 20-135,-4 1 0,-1 1-45,-2 9-45,2-13 0,0 1-405,-4 14 270,4-20-90,-3 18 180,13-36 180,6-9-90,4-11 0,2-4 90,1-2 0,1-1 0,10-12 0,-4 5 0,2 0 0,8-1-90,-4 9 90,0 45-90,-19-10 0,-2 18 0,-1 3-90,0-2-135,-2-7 0,4-1 225,26 1 0,-7-16 0,15-7 0</inkml:trace>
  <inkml:trace contextRef="#ctx0" brushRef="#br0" timeOffset="6433">23089 10991 8522,'-11'-11'1259,"-3"-4"-539,8 8 359,-2-2-899,2 18 45,4 14 0,3 9-1266,-2-1 0,1 5 1,0 1 1085,1 1 0,-1 2 0,1 3 0,1 3-30,-1-2 0,0 5 0,0 1 0,1 1 0,-1-1 0,1-4-650,-1 4 1,0-3-1,0-1 1,1 4 499,-1-4 0,1 4 0,0 2 0,0-2 0,-1-4 0,1-8-199,0 9 1,0-4-357,1 1 1,2 2-1,0-7 690,4 1 0,-4-13 0,1-4 0,2-8 0</inkml:trace>
  <inkml:trace contextRef="#ctx0" brushRef="#br0" timeOffset="6849">22948 12095 8972,'0'-12'1709,"0"3"-1349,12 26-270,-3 2 44,6 17 1,2 8-1228,-5-11 1,1 0 0,-1 0 515,3 9 0,2 0 803,0-3 1,4 1 0,-2-8-317,12-4 90,-3-7 0,3-6 0,-2-20 0,1-9-45,8-9 0,1-9-113,-13 5 1,0-5-1,-1-2 1,-2 3-23,0 1 0,-3 2 0,0-1 134,2-10 0,-2-1 1,-6 8-1,-6 7 1,-7 9-1</inkml:trace>
  <inkml:trace contextRef="#ctx0" brushRef="#br0" timeOffset="7366">22739 13088 8882,'-1'-10'450,"1"0"89,0 3 91,12 22-450,-8-5-90,9 20 180,-10 5 0,-3 4-270,-1 3 0,0 0-45,1 3 0,-1 0-285,-1-8 0,0 0 0,1-6-1829,3 7 2159,-1-9 0,2-3 0,5-4 0,2-11 0</inkml:trace>
  <inkml:trace contextRef="#ctx0" brushRef="#br0" timeOffset="7849">23087 13055 9332,'5'-26'2608,"0"2"-1978,-21 41-316,-3 7 1,-3 5-270,2-2 0,-2 4-105,-5 5 0,-4 5 1,4-5-76,9-12 0,1-1 90,-8 9 0,2-3-495,7-8 450,17-22-90,14-9 180,2-5-90,5-2 0,0 1 90,-6 7 0,18 24-90,-24-2 90,2 23 0,1 5-180,9 3-405,3-4 1,3-2 134,-8-18 1,1-4 449,11 0 0,1-5 0,5-10 0,8-4 0</inkml:trace>
  <inkml:trace contextRef="#ctx0" brushRef="#br0" timeOffset="8165">23495 13188 9332,'-9'-24'3276,"1"20"-2325,3 25-816,1 7 0,0 7-75,0-3 0,1 3 0,-1-2-150,0 10 0,0-1 0,0-1 0,1-2-450,3-7 1,1-3-2738,3 14 3129,2-1 0,3-19 1,-2-22-1</inkml:trace>
  <inkml:trace contextRef="#ctx0" brushRef="#br0" timeOffset="8582">23483 13101 9691,'-14'-13'2609,"3"4"-1350,58 0-1079,-13 10-135,0-3 0,3 4 90,8 14 0,-4 8-90,-14-2 0,-3 6-105,3 7 0,0 8 0,-7-1 30,-10-9 0,-6 0 0,-5 2-30,-6 13 0,-8 2 0,-5-5 60,-2-13 0,-4-4 0,-2-1-60,-7 3 0,-2-1 0,1-5-75,1-4 0,3-7-3142,-8-10 2522,45-12 0,17-20 1,3 8-1</inkml:trace>
  <inkml:trace contextRef="#ctx0" brushRef="#br0" timeOffset="8913">24117 13269 10411,'5'-24'3276,"-2"2"-2324,-2 30-593,-8 21-224,1 2 0,-1 2-90,1-6 0,-1 1-165,-1 6 0,-1 3 0,1-3-510,2-4 1,0-1 404,-2 7 0,1-1-224,3 1-2828,8-20 3106,-1-9 1,11-2 0,-1-11 0</inkml:trace>
  <inkml:trace contextRef="#ctx0" brushRef="#br0" timeOffset="9132">24184 13280 10141,'-1'-13'1979,"-1"2"-1619,4 3 270,10 3-361,8 0-89,11 2-1889,5-1 1080,-11 2-191,-4 6 1,-18 4 0,-3 5 0</inkml:trace>
  <inkml:trace contextRef="#ctx0" brushRef="#br0" timeOffset="9366">24087 13525 11580,'15'-5'360,"4"-2"-270,15 1-270,-6 0-2968,15-1 3148,-24 7 0,-3-1 0,-11 2 0</inkml:trace>
  <inkml:trace contextRef="#ctx0" brushRef="#br0" timeOffset="9566">24036 13726 9781,'-7'12'2879,"16"-1"-2385,15-8 1,4-4-585,19-1-585,-5-5 1,-2-4-495,-1-3 1169,-10-1 0,0-1 0,3-6 0,-10 5 0,1 1 0</inkml:trace>
  <inkml:trace contextRef="#ctx0" brushRef="#br0" timeOffset="9982">24780 13187 10411,'14'-26'1529,"-1"8"-989,13 1 0,6 3-181,11 2-314,-11 5 0,0 3 225,16 19-180,-26 6 0,-3 9-60,-26-1 0,-10 6 0,1-2 15,0-4 0,-1 1-68,-2 6 1,-5 5-1,1 1 1,3-7-1617,1-6 1,2-2 1016,-7 12 0,5-1-982,15-11 0,5-2 75,5 3 1362,3 0 0,3-3 1,9-5-1,7 0 1</inkml:trace>
  <inkml:trace contextRef="#ctx0" brushRef="#br0" timeOffset="10182">24965 14195 12300,'-11'-1'3276,"2"-1"-3196,4-2 1,-8-1-1,-1-3 1</inkml:trace>
  <inkml:trace contextRef="#ctx0" brushRef="#br0" timeOffset="23650">3961 15591 7353,'-11'3'809,"1"0"-629,12 3 180,7 1 90,15 2 0,8 0-136,1-2 1,5 0-225,1-1 0,4 1 0,4-1 54,-9-3 0,3 0 0,1 0 0,0-1 0,-2 1-392,-1-1 0,-2 0 0,0-1 0,4 1 292,-2-1 1,1 0 0,2 0 0,2 0 0,2 0 0,3 1-286,-8-1 1,4 1-1,1 0 1,2 0 0,2 0-1,-1 0 1,1 0 0,-1 0-1,-2 0 1,-1 0 251,3 1 0,-1-1 0,-1 1 1,-1-1-1,1 0 0,0 1 1,2 0-1,2-1-3,-6 1 0,0-1 0,1 0 0,0 1 1,1-1-1,1 1 0,1-1 0,2 1 0,0 0 1,2 1-1,1 0-107,-11-1 0,1 1 0,3-1 0,0 2 0,2-1 0,1 0 0,1 1 0,0 0 1,0-1-1,1 1 0,-1 0 0,0 0 0,-1 0 0,-1-1 0,0 1 0,-2-1 1,-2 1-1,-1-1 0,-3-1 90,13 2 0,-4 0 0,-3-1 0,-2 0 0,-1 0 0,1 1 0,1-1 0,2 0 0,4 1 0,4 0-43,-16-2 0,1 1 0,3 0 0,3 0 0,0 0 0,3 1 1,1-1-1,1 1 0,0-1 0,2 1 0,-1 0 0,1-1 0,0 1 1,-1 0-1,0-1 0,-1 1 0,-1-1 0,-2 0 0,-1 1 0,-1-1 1,-3-1-1,-2 1 0,-3-1 0,-2 0 52,20 2 0,-6-1 0,-5 0 0,-3 0 0,0-1 0,2 0 0,2 1 0,6-1-26,-12 0 1,3 0 0,2 0-1,1 0 1,3 0 0,0 0 0,1 0-1,1 0 1,-1 0 0,1-1-1,-2 1 1,-1-1 0,-1 0 0,-2-1-1,-3 1 1,-2-1 137,12-1 1,-3 0-1,-3-1 1,-1 0-1,-1-1 1,-1 1-1,2 0 1,1 0-94,0 1 1,1 1 0,0 0 0,1 0 0,0 0 0,-2 0 0,0 0 0,-2-2 0,-2 0 160,7-1 0,1-2 0,-1 0 0,-5-1 0,-6 1 0,-9 0 180,8-5 328,-7 1 0,-2 0-3965,-11 0 2497,-14 9 0,-11-1 0,-14 8 0</inkml:trace>
  <inkml:trace contextRef="#ctx0" brushRef="#br0" timeOffset="24499">4009 17020 9422,'40'7'764,"-9"-4"1,5 0-556,5-2 1,5 0 0,6-1-757,-14 0 1,4 0 0,2-1 0,1 1 0,1-1 0,-2 1 328,-2-1 1,-2 0 0,1 0 0,1 0 0,4 0-1,5 0 254,-14 0 0,4 1 0,3-1 0,3 1 0,1 0 0,2-1 0,1 1 0,1-1 0,-1 1 0,0 0 0,-1-1 0,-2 1 0,-1 0 0,-4-1 0,-2 1-171,7 0 0,-4-1 1,-3 1-1,-2-1 0,1 1 1,2 0-1,4 0 1,6 0 134,-15 0 0,3 1 0,2-1 0,3 1 0,1-1 0,3 1 0,0 0 0,2 0 0,1 0 0,1 0 0,-1 0 0,1 0 0,0 0 0,-1 0 0,0 1 0,-1-1 0,-2 0 0,-1 1 0,-2-1 0,-1 1 0,-3-1-49,13 1 1,-2 1 0,-2-1 0,-2 1 0,-1-1 0,-1 1 0,0 0 0,0 0-1,1-1 1,2 1 0,2 0 48,-7-1 0,0 0 0,2 1 0,0-1 0,1 1 0,0-1 0,0 0 0,1 1 0,0-1 0,-1 1 0,1-1 0,-1 1 0,-1-1 0,0 0 0,0 1-37,3-1 1,1 1 0,0 0 0,1 0 0,-1 0 0,0 0 0,-1-1-1,-1 1 1,-1 0 0,-1-1 0,-2 0 0,-3 1 0,-1-1 155,14 0 1,-5 0 0,-3 0 0,-1 0 0,0 0 0,2 0-82,-3 0 1,2-1 0,1 1-1,0 0 1,-3-1 0,-4 1-1,-5-1 82,5-1 0,-6 1 0,-6-1 804,8 4-1104,-12-3 660,3 7 0,-31-5 0,3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6871BB-2668-C44E-BA41-07970868B859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842074-1EBD-EE49-BA3F-9329F2D0D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04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Of course. Here is a detailed step-by-step explanation of probabilistic clustering for image segmentation using the Expectation-Maximization (EM) algorithm, based on the provided slides.</a:t>
            </a:r>
          </a:p>
          <a:p>
            <a:r>
              <a:rPr lang="en-IN" b="1" dirty="0"/>
              <a:t>## What is Probabilistic Clustering?</a:t>
            </a:r>
          </a:p>
          <a:p>
            <a:r>
              <a:rPr lang="en-IN" dirty="0"/>
              <a:t>Unlike algorithms like K-means that assign each data point to a single cluster (a "hard" assignment), probabilistic clustering provides a more nuanced, "soft" assignment. It addresses two key questions that K-means doesn't:</a:t>
            </a:r>
          </a:p>
          <a:p>
            <a:r>
              <a:rPr lang="en-IN" b="1" dirty="0"/>
              <a:t>What's the probability that a point x belongs to a specific cluster m?</a:t>
            </a:r>
            <a:r>
              <a:rPr lang="en-IN" dirty="0"/>
              <a:t> It calculates a probability distribution over the clusters for each point.</a:t>
            </a:r>
          </a:p>
          <a:p>
            <a:r>
              <a:rPr lang="en-IN" b="1" dirty="0"/>
              <a:t>What is the shape of each cluster?</a:t>
            </a:r>
            <a:r>
              <a:rPr lang="en-IN" dirty="0"/>
              <a:t> It can model clusters with different shapes and orientations (e.g., circles, ellipses).</a:t>
            </a:r>
          </a:p>
          <a:p>
            <a:r>
              <a:rPr lang="en-IN" dirty="0"/>
              <a:t>The core idea is to treat the data not just as a collection of points, but as points sampled from an underlying probability distribution. This distribution is defined by a </a:t>
            </a:r>
            <a:r>
              <a:rPr lang="en-IN" b="1" dirty="0"/>
              <a:t>generative model</a:t>
            </a:r>
            <a:r>
              <a:rPr lang="en-IN" dirty="0"/>
              <a:t>, which is described by a set of parameters, </a:t>
            </a:r>
            <a:r>
              <a:rPr lang="el-GR" dirty="0">
                <a:effectLst/>
              </a:rPr>
              <a:t>θ</a:t>
            </a:r>
            <a:r>
              <a:rPr lang="el-GR" dirty="0"/>
              <a:t>.</a:t>
            </a:r>
          </a:p>
          <a:p>
            <a:r>
              <a:rPr lang="el-GR" b="1" dirty="0"/>
              <a:t>## </a:t>
            </a:r>
            <a:r>
              <a:rPr lang="en-IN" b="1" dirty="0"/>
              <a:t>The Generative Model: Mixture of Gaussians (</a:t>
            </a:r>
            <a:r>
              <a:rPr lang="en-IN" b="1" dirty="0" err="1"/>
              <a:t>MoG</a:t>
            </a:r>
            <a:r>
              <a:rPr lang="en-IN" b="1" dirty="0"/>
              <a:t>)</a:t>
            </a:r>
          </a:p>
          <a:p>
            <a:r>
              <a:rPr lang="en-IN" dirty="0"/>
              <a:t>A very common generative model for clustering is the </a:t>
            </a:r>
            <a:r>
              <a:rPr lang="en-IN" b="1" dirty="0"/>
              <a:t>Mixture of Gaussians (</a:t>
            </a:r>
            <a:r>
              <a:rPr lang="en-IN" b="1" dirty="0" err="1"/>
              <a:t>MoG</a:t>
            </a:r>
            <a:r>
              <a:rPr lang="en-IN" b="1" dirty="0"/>
              <a:t>)</a:t>
            </a:r>
            <a:r>
              <a:rPr lang="en-IN" dirty="0"/>
              <a:t>. In this model, we assume the data is generated from a mix of several different Gaussian (or Normal) distributions. In the context of image segmentation, each pixel is a data point.</a:t>
            </a:r>
          </a:p>
          <a:p>
            <a:r>
              <a:rPr lang="en-IN" dirty="0"/>
              <a:t>The model is defined by:</a:t>
            </a:r>
          </a:p>
          <a:p>
            <a:r>
              <a:rPr lang="en-IN" b="1" dirty="0"/>
              <a:t>K Gaussian "blobs"</a:t>
            </a:r>
            <a:r>
              <a:rPr lang="en-IN" dirty="0"/>
              <a:t>: Each blob represents a cluster.</a:t>
            </a:r>
          </a:p>
          <a:p>
            <a:r>
              <a:rPr lang="en-IN" b="1" dirty="0"/>
              <a:t>Mean </a:t>
            </a:r>
            <a:r>
              <a:rPr lang="el-GR" b="1" dirty="0"/>
              <a:t>μ</a:t>
            </a:r>
            <a:r>
              <a:rPr lang="en-IN" b="1" dirty="0">
                <a:effectLst/>
              </a:rPr>
              <a:t>b</a:t>
            </a:r>
            <a:r>
              <a:rPr lang="en-IN" b="1" dirty="0"/>
              <a:t>​</a:t>
            </a:r>
            <a:r>
              <a:rPr lang="en-IN" dirty="0"/>
              <a:t>: The </a:t>
            </a:r>
            <a:r>
              <a:rPr lang="en-IN" dirty="0" err="1"/>
              <a:t>center</a:t>
            </a:r>
            <a:r>
              <a:rPr lang="en-IN" dirty="0"/>
              <a:t> of blob b.</a:t>
            </a:r>
          </a:p>
          <a:p>
            <a:r>
              <a:rPr lang="en-IN" b="1" dirty="0"/>
              <a:t>Covariance Matrix </a:t>
            </a:r>
            <a:r>
              <a:rPr lang="en-IN" b="1" dirty="0" err="1">
                <a:effectLst/>
              </a:rPr>
              <a:t>Vb</a:t>
            </a:r>
            <a:r>
              <a:rPr lang="en-IN" b="1" dirty="0"/>
              <a:t>​</a:t>
            </a:r>
            <a:r>
              <a:rPr lang="en-IN" dirty="0"/>
              <a:t>: Describes the shape, size, and orientation of blob b. A diagonal covariance matrix results in an axis-aligned ellipse, while a full covariance matrix can model any elliptical shape.</a:t>
            </a:r>
          </a:p>
          <a:p>
            <a:r>
              <a:rPr lang="en-IN" b="1" dirty="0"/>
              <a:t>Mixing Coefficient </a:t>
            </a:r>
            <a:r>
              <a:rPr lang="el-GR" b="1" dirty="0">
                <a:effectLst/>
              </a:rPr>
              <a:t>α</a:t>
            </a:r>
            <a:r>
              <a:rPr lang="en-IN" b="1" dirty="0">
                <a:effectLst/>
              </a:rPr>
              <a:t>b</a:t>
            </a:r>
            <a:r>
              <a:rPr lang="en-IN" b="1" dirty="0"/>
              <a:t>​</a:t>
            </a:r>
            <a:r>
              <a:rPr lang="en-IN" dirty="0"/>
              <a:t>: The probability of selecting a point from blob b. The sum of all mixing coefficients must be 1 (</a:t>
            </a:r>
            <a:r>
              <a:rPr lang="en-IN" dirty="0">
                <a:effectLst/>
              </a:rPr>
              <a:t>∑b=1K</a:t>
            </a:r>
            <a:r>
              <a:rPr lang="en-IN" dirty="0"/>
              <a:t>​</a:t>
            </a:r>
            <a:r>
              <a:rPr lang="el-GR" dirty="0">
                <a:effectLst/>
              </a:rPr>
              <a:t>α</a:t>
            </a:r>
            <a:r>
              <a:rPr lang="en-IN" dirty="0">
                <a:effectLst/>
              </a:rPr>
              <a:t>b</a:t>
            </a:r>
            <a:r>
              <a:rPr lang="en-IN" dirty="0"/>
              <a:t>​=1).</a:t>
            </a:r>
          </a:p>
          <a:p>
            <a:r>
              <a:rPr lang="en-IN" dirty="0"/>
              <a:t>The probability of observing a single data point x is a weighted sum of its probability under each Gaussian blob: </a:t>
            </a:r>
          </a:p>
          <a:p>
            <a:r>
              <a:rPr lang="en-IN" dirty="0">
                <a:effectLst/>
              </a:rPr>
              <a:t>P</a:t>
            </a:r>
            <a:r>
              <a:rPr lang="en-IN" dirty="0"/>
              <a:t>(x∣</a:t>
            </a:r>
            <a:r>
              <a:rPr lang="el-GR" dirty="0">
                <a:effectLst/>
              </a:rPr>
              <a:t>θ</a:t>
            </a:r>
            <a:r>
              <a:rPr lang="el-GR" dirty="0"/>
              <a:t>)=</a:t>
            </a:r>
            <a:r>
              <a:rPr lang="en-IN" dirty="0">
                <a:effectLst/>
              </a:rPr>
              <a:t>b=1∑K</a:t>
            </a:r>
            <a:r>
              <a:rPr lang="en-IN" dirty="0"/>
              <a:t>​</a:t>
            </a:r>
            <a:r>
              <a:rPr lang="el-GR" dirty="0">
                <a:effectLst/>
              </a:rPr>
              <a:t>α</a:t>
            </a:r>
            <a:r>
              <a:rPr lang="en-IN" dirty="0">
                <a:effectLst/>
              </a:rPr>
              <a:t>b</a:t>
            </a:r>
            <a:r>
              <a:rPr lang="en-IN" dirty="0"/>
              <a:t>​</a:t>
            </a:r>
            <a:r>
              <a:rPr lang="en-IN" dirty="0">
                <a:effectLst/>
              </a:rPr>
              <a:t>P</a:t>
            </a:r>
            <a:r>
              <a:rPr lang="en-IN" dirty="0"/>
              <a:t>(x∣</a:t>
            </a:r>
            <a:r>
              <a:rPr lang="el-GR" dirty="0"/>
              <a:t>μ</a:t>
            </a:r>
            <a:r>
              <a:rPr lang="en-IN" dirty="0">
                <a:effectLst/>
              </a:rPr>
              <a:t>b</a:t>
            </a:r>
            <a:r>
              <a:rPr lang="en-IN" dirty="0"/>
              <a:t>​,</a:t>
            </a:r>
            <a:r>
              <a:rPr lang="en-IN" dirty="0" err="1">
                <a:effectLst/>
              </a:rPr>
              <a:t>Vb</a:t>
            </a:r>
            <a:r>
              <a:rPr lang="en-IN" dirty="0"/>
              <a:t>​)</a:t>
            </a:r>
          </a:p>
          <a:p>
            <a:r>
              <a:rPr lang="en-IN" dirty="0"/>
              <a:t>where </a:t>
            </a:r>
            <a:r>
              <a:rPr lang="en-IN" dirty="0">
                <a:effectLst/>
              </a:rPr>
              <a:t>P</a:t>
            </a:r>
            <a:r>
              <a:rPr lang="en-IN" dirty="0"/>
              <a:t>(x∣</a:t>
            </a:r>
            <a:r>
              <a:rPr lang="el-GR" dirty="0"/>
              <a:t>μ</a:t>
            </a:r>
            <a:r>
              <a:rPr lang="en-IN" dirty="0">
                <a:effectLst/>
              </a:rPr>
              <a:t>b</a:t>
            </a:r>
            <a:r>
              <a:rPr lang="en-IN" dirty="0"/>
              <a:t>​,</a:t>
            </a:r>
            <a:r>
              <a:rPr lang="en-IN" dirty="0" err="1">
                <a:effectLst/>
              </a:rPr>
              <a:t>Vb</a:t>
            </a:r>
            <a:r>
              <a:rPr lang="en-IN" dirty="0"/>
              <a:t>​) is the standard multivariate Gaussian probability density function. The goal is to find the parameters </a:t>
            </a:r>
            <a:r>
              <a:rPr lang="el-GR" dirty="0">
                <a:effectLst/>
              </a:rPr>
              <a:t>θ</a:t>
            </a:r>
            <a:r>
              <a:rPr lang="el-GR" dirty="0"/>
              <a:t>=[μ</a:t>
            </a:r>
            <a:r>
              <a:rPr lang="el-GR" dirty="0">
                <a:effectLst/>
              </a:rPr>
              <a:t>1</a:t>
            </a:r>
            <a:r>
              <a:rPr lang="el-GR" dirty="0"/>
              <a:t>​,...,μ</a:t>
            </a:r>
            <a:r>
              <a:rPr lang="en-IN" dirty="0">
                <a:effectLst/>
              </a:rPr>
              <a:t>K</a:t>
            </a:r>
            <a:r>
              <a:rPr lang="en-IN" dirty="0"/>
              <a:t>​,</a:t>
            </a:r>
            <a:r>
              <a:rPr lang="en-IN" dirty="0">
                <a:effectLst/>
              </a:rPr>
              <a:t>V1</a:t>
            </a:r>
            <a:r>
              <a:rPr lang="en-IN" dirty="0"/>
              <a:t>​,...,</a:t>
            </a:r>
            <a:r>
              <a:rPr lang="en-IN" dirty="0">
                <a:effectLst/>
              </a:rPr>
              <a:t>VK</a:t>
            </a:r>
            <a:r>
              <a:rPr lang="en-IN" dirty="0"/>
              <a:t>​,</a:t>
            </a:r>
            <a:r>
              <a:rPr lang="el-GR" dirty="0">
                <a:effectLst/>
              </a:rPr>
              <a:t>α1</a:t>
            </a:r>
            <a:r>
              <a:rPr lang="el-GR" dirty="0"/>
              <a:t>​,...,</a:t>
            </a:r>
            <a:r>
              <a:rPr lang="el-GR" dirty="0">
                <a:effectLst/>
              </a:rPr>
              <a:t>α</a:t>
            </a:r>
            <a:r>
              <a:rPr lang="en-IN" dirty="0">
                <a:effectLst/>
              </a:rPr>
              <a:t>K</a:t>
            </a:r>
            <a:r>
              <a:rPr lang="en-IN" dirty="0"/>
              <a:t>​] that best fit the data.</a:t>
            </a:r>
          </a:p>
          <a:p>
            <a:r>
              <a:rPr lang="en-IN" b="1" dirty="0"/>
              <a:t>## The Goal &amp; Approach: Expectation-Maximization (EM)</a:t>
            </a:r>
          </a:p>
          <a:p>
            <a:r>
              <a:rPr lang="en-IN" dirty="0"/>
              <a:t>The objective is to find the model parameters </a:t>
            </a:r>
            <a:r>
              <a:rPr lang="el-GR" dirty="0">
                <a:effectLst/>
              </a:rPr>
              <a:t>θ</a:t>
            </a:r>
            <a:r>
              <a:rPr lang="el-GR" dirty="0"/>
              <a:t> </a:t>
            </a:r>
            <a:r>
              <a:rPr lang="en-IN" dirty="0"/>
              <a:t>that </a:t>
            </a:r>
            <a:r>
              <a:rPr lang="en-IN" b="1" dirty="0"/>
              <a:t>maximize the likelihood</a:t>
            </a:r>
            <a:r>
              <a:rPr lang="en-IN" dirty="0"/>
              <a:t> of observing our entire dataset. The likelihood function is the product of the probabilities of all N data points (pixels) in the image: </a:t>
            </a:r>
          </a:p>
          <a:p>
            <a:r>
              <a:rPr lang="en-IN" dirty="0">
                <a:effectLst/>
              </a:rPr>
              <a:t>P</a:t>
            </a:r>
            <a:r>
              <a:rPr lang="en-IN" dirty="0"/>
              <a:t>(data∣</a:t>
            </a:r>
            <a:r>
              <a:rPr lang="el-GR" dirty="0">
                <a:effectLst/>
              </a:rPr>
              <a:t>θ</a:t>
            </a:r>
            <a:r>
              <a:rPr lang="el-GR" dirty="0"/>
              <a:t>)=</a:t>
            </a:r>
            <a:r>
              <a:rPr lang="en-IN" dirty="0">
                <a:effectLst/>
              </a:rPr>
              <a:t>i=1∏N</a:t>
            </a:r>
            <a:r>
              <a:rPr lang="en-IN" dirty="0"/>
              <a:t>​</a:t>
            </a:r>
            <a:r>
              <a:rPr lang="en-IN" dirty="0">
                <a:effectLst/>
              </a:rPr>
              <a:t>P</a:t>
            </a:r>
            <a:r>
              <a:rPr lang="en-IN" dirty="0"/>
              <a:t>(x</a:t>
            </a:r>
            <a:r>
              <a:rPr lang="en-IN" dirty="0">
                <a:effectLst/>
              </a:rPr>
              <a:t>i</a:t>
            </a:r>
            <a:r>
              <a:rPr lang="en-IN" dirty="0"/>
              <a:t>​∣</a:t>
            </a:r>
            <a:r>
              <a:rPr lang="el-GR" dirty="0">
                <a:effectLst/>
              </a:rPr>
              <a:t>θ</a:t>
            </a:r>
            <a:r>
              <a:rPr lang="el-GR" dirty="0"/>
              <a:t>)</a:t>
            </a:r>
          </a:p>
          <a:p>
            <a:r>
              <a:rPr lang="en-IN" dirty="0"/>
              <a:t>Finding the optimal </a:t>
            </a:r>
            <a:r>
              <a:rPr lang="el-GR" dirty="0">
                <a:effectLst/>
              </a:rPr>
              <a:t>θ</a:t>
            </a:r>
            <a:r>
              <a:rPr lang="el-GR" dirty="0"/>
              <a:t> </a:t>
            </a:r>
            <a:r>
              <a:rPr lang="en-IN" dirty="0"/>
              <a:t>directly is mathematically complex. Therefore, we use an iterative algorithm called </a:t>
            </a:r>
            <a:r>
              <a:rPr lang="en-IN" b="1" dirty="0"/>
              <a:t>Expectation-Maximization (EM)</a:t>
            </a:r>
            <a:r>
              <a:rPr lang="en-IN" dirty="0"/>
              <a:t>. EM alternates between two steps until the parameters converge.</a:t>
            </a:r>
          </a:p>
          <a:p>
            <a:r>
              <a:rPr lang="en-IN" b="1" dirty="0"/>
              <a:t>Initialization</a:t>
            </a:r>
            <a:r>
              <a:rPr lang="en-IN" dirty="0"/>
              <a:t>: Start with an initial random guess for the parameters </a:t>
            </a:r>
            <a:r>
              <a:rPr lang="el-GR" dirty="0">
                <a:effectLst/>
              </a:rPr>
              <a:t>θ</a:t>
            </a:r>
            <a:r>
              <a:rPr lang="el-GR" dirty="0"/>
              <a:t> (</a:t>
            </a:r>
            <a:r>
              <a:rPr lang="en-IN" dirty="0"/>
              <a:t>the means, covariances, and mixing coefficients of the blobs).</a:t>
            </a:r>
          </a:p>
          <a:p>
            <a:r>
              <a:rPr lang="en-IN" b="1" dirty="0"/>
              <a:t>E-Step (Expectation)</a:t>
            </a:r>
            <a:r>
              <a:rPr lang="en-IN" dirty="0"/>
              <a:t>: Given the current guess for the parameters, compute the "ownership" probability for each point.</a:t>
            </a:r>
          </a:p>
          <a:p>
            <a:r>
              <a:rPr lang="en-IN" b="1" dirty="0"/>
              <a:t>M-Step (Maximization)</a:t>
            </a:r>
            <a:r>
              <a:rPr lang="en-IN" dirty="0"/>
              <a:t>: Given the ownership probabilities, update the model parameters to better fit the data.</a:t>
            </a:r>
          </a:p>
          <a:p>
            <a:r>
              <a:rPr lang="en-IN" b="1" dirty="0"/>
              <a:t>Repeat</a:t>
            </a:r>
            <a:r>
              <a:rPr lang="en-IN" dirty="0"/>
              <a:t>: Loop through the E and M steps until the parameters stop changing significantly.</a:t>
            </a:r>
          </a:p>
          <a:p>
            <a:r>
              <a:rPr lang="en-IN" b="1" dirty="0"/>
              <a:t>## The EM Algorithm: Step-by-Step</a:t>
            </a:r>
          </a:p>
          <a:p>
            <a:r>
              <a:rPr lang="en-IN" dirty="0"/>
              <a:t>Let's break down the two main steps of the algorithm.</a:t>
            </a:r>
          </a:p>
          <a:p>
            <a:r>
              <a:rPr lang="en-IN" b="1" dirty="0"/>
              <a:t>1. The E-Step (Expectation)</a:t>
            </a:r>
          </a:p>
          <a:p>
            <a:r>
              <a:rPr lang="en-IN" dirty="0"/>
              <a:t>In this step, we calculate the "responsibility" or "ownership" that each blob b has for each data point x</a:t>
            </a:r>
            <a:r>
              <a:rPr lang="en-IN" dirty="0">
                <a:effectLst/>
              </a:rPr>
              <a:t>i</a:t>
            </a:r>
            <a:r>
              <a:rPr lang="en-IN" dirty="0"/>
              <a:t>​. This is the posterior probability </a:t>
            </a:r>
            <a:r>
              <a:rPr lang="en-IN" dirty="0">
                <a:effectLst/>
              </a:rPr>
              <a:t>P</a:t>
            </a:r>
            <a:r>
              <a:rPr lang="en-IN" dirty="0"/>
              <a:t>(</a:t>
            </a:r>
            <a:r>
              <a:rPr lang="en-IN" dirty="0" err="1"/>
              <a:t>b∣x</a:t>
            </a:r>
            <a:r>
              <a:rPr lang="en-IN" dirty="0" err="1">
                <a:effectLst/>
              </a:rPr>
              <a:t>i</a:t>
            </a:r>
            <a:r>
              <a:rPr lang="en-IN" dirty="0"/>
              <a:t>​,</a:t>
            </a:r>
            <a:r>
              <a:rPr lang="el-GR" dirty="0">
                <a:effectLst/>
              </a:rPr>
              <a:t>θ</a:t>
            </a:r>
            <a:r>
              <a:rPr lang="el-GR" dirty="0"/>
              <a:t>) </a:t>
            </a:r>
            <a:r>
              <a:rPr lang="en-IN" dirty="0"/>
              <a:t>that point x</a:t>
            </a:r>
            <a:r>
              <a:rPr lang="en-IN" dirty="0">
                <a:effectLst/>
              </a:rPr>
              <a:t>i</a:t>
            </a:r>
            <a:r>
              <a:rPr lang="en-IN" dirty="0"/>
              <a:t>​ belongs to blob b, given our current model parameters. We use Bayes' theorem for this calculation:</a:t>
            </a:r>
          </a:p>
          <a:p>
            <a:r>
              <a:rPr lang="en-IN" dirty="0">
                <a:effectLst/>
              </a:rPr>
              <a:t>P</a:t>
            </a:r>
            <a:r>
              <a:rPr lang="en-IN" dirty="0"/>
              <a:t>(</a:t>
            </a:r>
            <a:r>
              <a:rPr lang="en-IN" dirty="0" err="1"/>
              <a:t>b∣x</a:t>
            </a:r>
            <a:r>
              <a:rPr lang="en-IN" dirty="0" err="1">
                <a:effectLst/>
              </a:rPr>
              <a:t>i</a:t>
            </a:r>
            <a:r>
              <a:rPr lang="en-IN" dirty="0"/>
              <a:t>​,</a:t>
            </a:r>
            <a:r>
              <a:rPr lang="el-GR" dirty="0"/>
              <a:t>μ</a:t>
            </a:r>
            <a:r>
              <a:rPr lang="en-IN" dirty="0">
                <a:effectLst/>
              </a:rPr>
              <a:t>b</a:t>
            </a:r>
            <a:r>
              <a:rPr lang="en-IN" dirty="0"/>
              <a:t>​,</a:t>
            </a:r>
            <a:r>
              <a:rPr lang="en-IN" dirty="0" err="1">
                <a:effectLst/>
              </a:rPr>
              <a:t>Vb</a:t>
            </a:r>
            <a:r>
              <a:rPr lang="en-IN" dirty="0"/>
              <a:t>​)=</a:t>
            </a:r>
            <a:r>
              <a:rPr lang="en-IN" dirty="0">
                <a:effectLst/>
              </a:rPr>
              <a:t>∑k=1K​</a:t>
            </a:r>
            <a:r>
              <a:rPr lang="el-GR" dirty="0">
                <a:effectLst/>
              </a:rPr>
              <a:t>α</a:t>
            </a:r>
            <a:r>
              <a:rPr lang="en-IN" dirty="0">
                <a:effectLst/>
              </a:rPr>
              <a:t>k​P(xi​∣</a:t>
            </a:r>
            <a:r>
              <a:rPr lang="el-GR" dirty="0">
                <a:effectLst/>
              </a:rPr>
              <a:t>μ</a:t>
            </a:r>
            <a:r>
              <a:rPr lang="en-IN" dirty="0">
                <a:effectLst/>
              </a:rPr>
              <a:t>k​,</a:t>
            </a:r>
            <a:r>
              <a:rPr lang="en-IN" dirty="0" err="1">
                <a:effectLst/>
              </a:rPr>
              <a:t>Vk</a:t>
            </a:r>
            <a:r>
              <a:rPr lang="en-IN" dirty="0">
                <a:effectLst/>
              </a:rPr>
              <a:t>​)</a:t>
            </a:r>
            <a:r>
              <a:rPr lang="el-GR" dirty="0">
                <a:effectLst/>
              </a:rPr>
              <a:t>α</a:t>
            </a:r>
            <a:r>
              <a:rPr lang="en-IN" dirty="0">
                <a:effectLst/>
              </a:rPr>
              <a:t>b​P(xi​∣</a:t>
            </a:r>
            <a:r>
              <a:rPr lang="el-GR" dirty="0">
                <a:effectLst/>
              </a:rPr>
              <a:t>μ</a:t>
            </a:r>
            <a:r>
              <a:rPr lang="en-IN" dirty="0">
                <a:effectLst/>
              </a:rPr>
              <a:t>b​,</a:t>
            </a:r>
            <a:r>
              <a:rPr lang="en-IN" dirty="0" err="1">
                <a:effectLst/>
              </a:rPr>
              <a:t>Vb</a:t>
            </a:r>
            <a:r>
              <a:rPr lang="en-IN" dirty="0">
                <a:effectLst/>
              </a:rPr>
              <a:t>​)</a:t>
            </a:r>
            <a:r>
              <a:rPr lang="en-IN" dirty="0"/>
              <a:t>​</a:t>
            </a:r>
          </a:p>
          <a:p>
            <a:r>
              <a:rPr lang="en-IN" b="1" dirty="0"/>
              <a:t>Numerator</a:t>
            </a:r>
            <a:r>
              <a:rPr lang="en-IN" dirty="0"/>
              <a:t>: The probability of selecting blob b (</a:t>
            </a:r>
            <a:r>
              <a:rPr lang="el-GR" dirty="0">
                <a:effectLst/>
              </a:rPr>
              <a:t>α</a:t>
            </a:r>
            <a:r>
              <a:rPr lang="en-IN" dirty="0">
                <a:effectLst/>
              </a:rPr>
              <a:t>b</a:t>
            </a:r>
            <a:r>
              <a:rPr lang="en-IN" dirty="0"/>
              <a:t>​) times the probability of seeing point x</a:t>
            </a:r>
            <a:r>
              <a:rPr lang="en-IN" dirty="0">
                <a:effectLst/>
              </a:rPr>
              <a:t>i</a:t>
            </a:r>
            <a:r>
              <a:rPr lang="en-IN" dirty="0"/>
              <a:t>​ if it came from blob b (</a:t>
            </a:r>
            <a:r>
              <a:rPr lang="en-IN" dirty="0">
                <a:effectLst/>
              </a:rPr>
              <a:t>P</a:t>
            </a:r>
            <a:r>
              <a:rPr lang="en-IN" dirty="0"/>
              <a:t>(x</a:t>
            </a:r>
            <a:r>
              <a:rPr lang="en-IN" dirty="0">
                <a:effectLst/>
              </a:rPr>
              <a:t>i</a:t>
            </a:r>
            <a:r>
              <a:rPr lang="en-IN" dirty="0"/>
              <a:t>​∣</a:t>
            </a:r>
            <a:r>
              <a:rPr lang="el-GR" dirty="0"/>
              <a:t>μ</a:t>
            </a:r>
            <a:r>
              <a:rPr lang="en-IN" dirty="0">
                <a:effectLst/>
              </a:rPr>
              <a:t>b</a:t>
            </a:r>
            <a:r>
              <a:rPr lang="en-IN" dirty="0"/>
              <a:t>​,</a:t>
            </a:r>
            <a:r>
              <a:rPr lang="en-IN" dirty="0" err="1">
                <a:effectLst/>
              </a:rPr>
              <a:t>Vb</a:t>
            </a:r>
            <a:r>
              <a:rPr lang="en-IN" dirty="0"/>
              <a:t>​)).</a:t>
            </a:r>
          </a:p>
          <a:p>
            <a:r>
              <a:rPr lang="en-IN" b="1" dirty="0"/>
              <a:t>Denominator</a:t>
            </a:r>
            <a:r>
              <a:rPr lang="en-IN" dirty="0"/>
              <a:t>: A normalization factor that sums the numerator over all possible blobs. This ensures the ownership probabilities for a single point x</a:t>
            </a:r>
            <a:r>
              <a:rPr lang="en-IN" dirty="0">
                <a:effectLst/>
              </a:rPr>
              <a:t>i</a:t>
            </a:r>
            <a:r>
              <a:rPr lang="en-IN" dirty="0"/>
              <a:t>​ sum to 1.</a:t>
            </a:r>
          </a:p>
          <a:p>
            <a:r>
              <a:rPr lang="en-IN" dirty="0"/>
              <a:t>We compute this value for every point x</a:t>
            </a:r>
            <a:r>
              <a:rPr lang="en-IN" dirty="0">
                <a:effectLst/>
              </a:rPr>
              <a:t>i</a:t>
            </a:r>
            <a:r>
              <a:rPr lang="en-IN" dirty="0"/>
              <a:t>​ and every blob b.</a:t>
            </a:r>
          </a:p>
          <a:p>
            <a:r>
              <a:rPr lang="en-IN" b="1" dirty="0"/>
              <a:t>2. The M-Step (Maximization)</a:t>
            </a:r>
          </a:p>
          <a:p>
            <a:r>
              <a:rPr lang="en-IN" dirty="0"/>
              <a:t>In this step, we use the ownership probabilities calculated in the E-step to update the parameters of each blob. The new parameters are calculated to maximize the data likelihood.</a:t>
            </a:r>
          </a:p>
          <a:p>
            <a:r>
              <a:rPr lang="en-IN" b="1" dirty="0"/>
              <a:t>Update Mixing Coefficient (</a:t>
            </a:r>
            <a:r>
              <a:rPr lang="el-GR" b="1" dirty="0">
                <a:effectLst/>
              </a:rPr>
              <a:t>α</a:t>
            </a:r>
            <a:r>
              <a:rPr lang="en-IN" b="1" dirty="0" err="1">
                <a:effectLst/>
              </a:rPr>
              <a:t>bnew</a:t>
            </a:r>
            <a:r>
              <a:rPr lang="en-IN" b="1" dirty="0"/>
              <a:t>​)</a:t>
            </a:r>
            <a:r>
              <a:rPr lang="en-IN" dirty="0"/>
              <a:t>: The new mixing coefficient for blob b is the average ownership of that blob across all N data points. </a:t>
            </a:r>
          </a:p>
          <a:p>
            <a:r>
              <a:rPr lang="el-GR" dirty="0">
                <a:effectLst/>
              </a:rPr>
              <a:t>α</a:t>
            </a:r>
            <a:r>
              <a:rPr lang="en-IN" dirty="0" err="1">
                <a:effectLst/>
              </a:rPr>
              <a:t>bnew</a:t>
            </a:r>
            <a:r>
              <a:rPr lang="en-IN" dirty="0"/>
              <a:t>​=</a:t>
            </a:r>
            <a:r>
              <a:rPr lang="en-IN" dirty="0">
                <a:effectLst/>
              </a:rPr>
              <a:t>N1</a:t>
            </a:r>
            <a:r>
              <a:rPr lang="en-IN" dirty="0"/>
              <a:t>​</a:t>
            </a:r>
            <a:r>
              <a:rPr lang="en-IN" dirty="0">
                <a:effectLst/>
              </a:rPr>
              <a:t>i=1∑N</a:t>
            </a:r>
            <a:r>
              <a:rPr lang="en-IN" dirty="0"/>
              <a:t>​</a:t>
            </a:r>
            <a:r>
              <a:rPr lang="en-IN" dirty="0">
                <a:effectLst/>
              </a:rPr>
              <a:t>P</a:t>
            </a:r>
            <a:r>
              <a:rPr lang="en-IN" dirty="0"/>
              <a:t>(</a:t>
            </a:r>
            <a:r>
              <a:rPr lang="en-IN" dirty="0" err="1"/>
              <a:t>b∣x</a:t>
            </a:r>
            <a:r>
              <a:rPr lang="en-IN" dirty="0" err="1">
                <a:effectLst/>
              </a:rPr>
              <a:t>i</a:t>
            </a:r>
            <a:r>
              <a:rPr lang="en-IN" dirty="0"/>
              <a:t>​,</a:t>
            </a:r>
            <a:r>
              <a:rPr lang="el-GR" dirty="0"/>
              <a:t>μ</a:t>
            </a:r>
            <a:r>
              <a:rPr lang="en-IN" dirty="0">
                <a:effectLst/>
              </a:rPr>
              <a:t>b</a:t>
            </a:r>
            <a:r>
              <a:rPr lang="en-IN" dirty="0"/>
              <a:t>​,</a:t>
            </a:r>
            <a:r>
              <a:rPr lang="en-IN" dirty="0" err="1">
                <a:effectLst/>
              </a:rPr>
              <a:t>Vb</a:t>
            </a:r>
            <a:r>
              <a:rPr lang="en-IN" dirty="0"/>
              <a:t>​)</a:t>
            </a:r>
          </a:p>
          <a:p>
            <a:r>
              <a:rPr lang="en-IN" b="1" dirty="0"/>
              <a:t>Update Mean (</a:t>
            </a:r>
            <a:r>
              <a:rPr lang="el-GR" b="1" dirty="0"/>
              <a:t>μ</a:t>
            </a:r>
            <a:r>
              <a:rPr lang="en-IN" b="1" dirty="0" err="1">
                <a:effectLst/>
              </a:rPr>
              <a:t>bnew</a:t>
            </a:r>
            <a:r>
              <a:rPr lang="en-IN" b="1" dirty="0"/>
              <a:t>​)</a:t>
            </a:r>
            <a:r>
              <a:rPr lang="en-IN" dirty="0"/>
              <a:t>: The new mean for blob b is a weighted average of all data points, where the weight for each point x</a:t>
            </a:r>
            <a:r>
              <a:rPr lang="en-IN" dirty="0">
                <a:effectLst/>
              </a:rPr>
              <a:t>i</a:t>
            </a:r>
            <a:r>
              <a:rPr lang="en-IN" dirty="0"/>
              <a:t>​ is its probability of belonging to blob b. </a:t>
            </a:r>
          </a:p>
          <a:p>
            <a:r>
              <a:rPr lang="el-GR" dirty="0"/>
              <a:t>μ</a:t>
            </a:r>
            <a:r>
              <a:rPr lang="en-IN" dirty="0" err="1">
                <a:effectLst/>
              </a:rPr>
              <a:t>bnew</a:t>
            </a:r>
            <a:r>
              <a:rPr lang="en-IN" dirty="0"/>
              <a:t>​=</a:t>
            </a:r>
            <a:r>
              <a:rPr lang="en-IN" dirty="0">
                <a:effectLst/>
              </a:rPr>
              <a:t>∑i=1N​P(</a:t>
            </a:r>
            <a:r>
              <a:rPr lang="en-IN" dirty="0" err="1">
                <a:effectLst/>
              </a:rPr>
              <a:t>b∣xi</a:t>
            </a:r>
            <a:r>
              <a:rPr lang="en-IN" dirty="0">
                <a:effectLst/>
              </a:rPr>
              <a:t>​,</a:t>
            </a:r>
            <a:r>
              <a:rPr lang="el-GR" dirty="0">
                <a:effectLst/>
              </a:rPr>
              <a:t>μ</a:t>
            </a:r>
            <a:r>
              <a:rPr lang="en-IN" dirty="0">
                <a:effectLst/>
              </a:rPr>
              <a:t>b​,</a:t>
            </a:r>
            <a:r>
              <a:rPr lang="en-IN" dirty="0" err="1">
                <a:effectLst/>
              </a:rPr>
              <a:t>Vb</a:t>
            </a:r>
            <a:r>
              <a:rPr lang="en-IN" dirty="0">
                <a:effectLst/>
              </a:rPr>
              <a:t>​)∑i=1N​xi​P(</a:t>
            </a:r>
            <a:r>
              <a:rPr lang="en-IN" dirty="0" err="1">
                <a:effectLst/>
              </a:rPr>
              <a:t>b∣xi</a:t>
            </a:r>
            <a:r>
              <a:rPr lang="en-IN" dirty="0">
                <a:effectLst/>
              </a:rPr>
              <a:t>​,</a:t>
            </a:r>
            <a:r>
              <a:rPr lang="el-GR" dirty="0">
                <a:effectLst/>
              </a:rPr>
              <a:t>μ</a:t>
            </a:r>
            <a:r>
              <a:rPr lang="en-IN" dirty="0">
                <a:effectLst/>
              </a:rPr>
              <a:t>b​,</a:t>
            </a:r>
            <a:r>
              <a:rPr lang="en-IN" dirty="0" err="1">
                <a:effectLst/>
              </a:rPr>
              <a:t>Vb</a:t>
            </a:r>
            <a:r>
              <a:rPr lang="en-IN" dirty="0">
                <a:effectLst/>
              </a:rPr>
              <a:t>​)</a:t>
            </a:r>
            <a:r>
              <a:rPr lang="en-IN" dirty="0"/>
              <a:t>​</a:t>
            </a:r>
          </a:p>
          <a:p>
            <a:r>
              <a:rPr lang="en-IN" b="1" dirty="0"/>
              <a:t>Update Covariance (</a:t>
            </a:r>
            <a:r>
              <a:rPr lang="en-IN" b="1" dirty="0" err="1">
                <a:effectLst/>
              </a:rPr>
              <a:t>Vbnew</a:t>
            </a:r>
            <a:r>
              <a:rPr lang="en-IN" b="1" dirty="0"/>
              <a:t>​)</a:t>
            </a:r>
            <a:r>
              <a:rPr lang="en-IN" dirty="0"/>
              <a:t>: The new covariance matrix for blob b is a weighted average of the covariances of each point, again weighted by ownership probabilities. </a:t>
            </a:r>
          </a:p>
          <a:p>
            <a:r>
              <a:rPr lang="en-IN" dirty="0" err="1">
                <a:effectLst/>
              </a:rPr>
              <a:t>Vbnew</a:t>
            </a:r>
            <a:r>
              <a:rPr lang="en-IN" dirty="0"/>
              <a:t>​=</a:t>
            </a:r>
            <a:r>
              <a:rPr lang="en-IN" dirty="0">
                <a:effectLst/>
              </a:rPr>
              <a:t>∑i=1N​P(</a:t>
            </a:r>
            <a:r>
              <a:rPr lang="en-IN" dirty="0" err="1">
                <a:effectLst/>
              </a:rPr>
              <a:t>b∣xi</a:t>
            </a:r>
            <a:r>
              <a:rPr lang="en-IN" dirty="0">
                <a:effectLst/>
              </a:rPr>
              <a:t>​,</a:t>
            </a:r>
            <a:r>
              <a:rPr lang="el-GR" dirty="0">
                <a:effectLst/>
              </a:rPr>
              <a:t>μ</a:t>
            </a:r>
            <a:r>
              <a:rPr lang="en-IN" dirty="0">
                <a:effectLst/>
              </a:rPr>
              <a:t>b​,</a:t>
            </a:r>
            <a:r>
              <a:rPr lang="en-IN" dirty="0" err="1">
                <a:effectLst/>
              </a:rPr>
              <a:t>Vb</a:t>
            </a:r>
            <a:r>
              <a:rPr lang="en-IN" dirty="0">
                <a:effectLst/>
              </a:rPr>
              <a:t>​)∑i=1N​(xi​−</a:t>
            </a:r>
            <a:r>
              <a:rPr lang="el-GR" dirty="0">
                <a:effectLst/>
              </a:rPr>
              <a:t>μ</a:t>
            </a:r>
            <a:r>
              <a:rPr lang="en-IN" dirty="0" err="1">
                <a:effectLst/>
              </a:rPr>
              <a:t>bnew</a:t>
            </a:r>
            <a:r>
              <a:rPr lang="en-IN" dirty="0">
                <a:effectLst/>
              </a:rPr>
              <a:t>​)(xi​−</a:t>
            </a:r>
            <a:r>
              <a:rPr lang="el-GR" dirty="0">
                <a:effectLst/>
              </a:rPr>
              <a:t>μ</a:t>
            </a:r>
            <a:r>
              <a:rPr lang="en-IN" dirty="0" err="1">
                <a:effectLst/>
              </a:rPr>
              <a:t>bnew</a:t>
            </a:r>
            <a:r>
              <a:rPr lang="en-IN" dirty="0">
                <a:effectLst/>
              </a:rPr>
              <a:t>​)TP(</a:t>
            </a:r>
            <a:r>
              <a:rPr lang="en-IN" dirty="0" err="1">
                <a:effectLst/>
              </a:rPr>
              <a:t>b∣xi</a:t>
            </a:r>
            <a:r>
              <a:rPr lang="en-IN" dirty="0">
                <a:effectLst/>
              </a:rPr>
              <a:t>​,</a:t>
            </a:r>
            <a:r>
              <a:rPr lang="el-GR" dirty="0">
                <a:effectLst/>
              </a:rPr>
              <a:t>μ</a:t>
            </a:r>
            <a:r>
              <a:rPr lang="en-IN" dirty="0">
                <a:effectLst/>
              </a:rPr>
              <a:t>b​,</a:t>
            </a:r>
            <a:r>
              <a:rPr lang="en-IN" dirty="0" err="1">
                <a:effectLst/>
              </a:rPr>
              <a:t>Vb</a:t>
            </a:r>
            <a:r>
              <a:rPr lang="en-IN" dirty="0">
                <a:effectLst/>
              </a:rPr>
              <a:t>​)</a:t>
            </a:r>
            <a:r>
              <a:rPr lang="en-IN" dirty="0"/>
              <a:t>​</a:t>
            </a:r>
          </a:p>
          <a:p>
            <a:r>
              <a:rPr lang="en-IN" dirty="0"/>
              <a:t>After the M-step, we have a new set of parameters </a:t>
            </a:r>
            <a:r>
              <a:rPr lang="el-GR" dirty="0">
                <a:effectLst/>
              </a:rPr>
              <a:t>θ</a:t>
            </a:r>
            <a:r>
              <a:rPr lang="en-IN" dirty="0">
                <a:effectLst/>
              </a:rPr>
              <a:t>new</a:t>
            </a:r>
            <a:r>
              <a:rPr lang="en-IN" dirty="0"/>
              <a:t>, and we repeat the process by going back to the E-step. This iterative process is guaranteed to increase the data likelihood at each step until it converges to a local maximum.</a:t>
            </a:r>
          </a:p>
          <a:p>
            <a:r>
              <a:rPr lang="en-IN" dirty="0"/>
              <a:t>For image segmentation, once the algorithm has converged, each pixel can be assigned to the cluster (blob) for which it has the highest ownership probability, resulting in a segmented image.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842074-1EBD-EE49-BA3F-9329F2D0D8C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50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8825" y="206247"/>
            <a:ext cx="3910965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 u="heavy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 u="heavy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5799" y="838199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39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533400"/>
            <a:ext cx="7543799" cy="5079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5800" y="838200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39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8825" y="206247"/>
            <a:ext cx="5782309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315" y="1689608"/>
            <a:ext cx="5101590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 u="heavy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1.xml"/><Relationship Id="rId4" Type="http://schemas.openxmlformats.org/officeDocument/2006/relationships/hyperlink" Target="mailto:mithunkumar.sr@wilp.bits-pilani.ac.i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7.xml"/><Relationship Id="rId4" Type="http://schemas.openxmlformats.org/officeDocument/2006/relationships/hyperlink" Target="http://www.psych.utoronto.ca/~joordens/courses/PsyA01/Chapter7/sld010.htm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9.xml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customXml" Target="../ink/ink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customXml" Target="../ink/ink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28.png"/><Relationship Id="rId7" Type="http://schemas.openxmlformats.org/officeDocument/2006/relationships/image" Target="../media/image32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customXml" Target="../ink/ink13.xml"/><Relationship Id="rId4" Type="http://schemas.openxmlformats.org/officeDocument/2006/relationships/image" Target="../media/image29.png"/><Relationship Id="rId9" Type="http://schemas.openxmlformats.org/officeDocument/2006/relationships/image" Target="../media/image3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7" Type="http://schemas.openxmlformats.org/officeDocument/2006/relationships/image" Target="../media/image36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image" Target="../media/image27.png"/><Relationship Id="rId4" Type="http://schemas.openxmlformats.org/officeDocument/2006/relationships/image" Target="../media/image3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hyperlink" Target="https://ai.stanford.edu/~syyeung/cvweb/tutorial3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customXml" Target="../ink/ink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g"/><Relationship Id="rId3" Type="http://schemas.openxmlformats.org/officeDocument/2006/relationships/image" Target="../media/image43.png"/><Relationship Id="rId7" Type="http://schemas.openxmlformats.org/officeDocument/2006/relationships/image" Target="../media/image46.jp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customXml" Target="../ink/ink19.xml"/><Relationship Id="rId5" Type="http://schemas.openxmlformats.org/officeDocument/2006/relationships/image" Target="../media/image45.png"/><Relationship Id="rId10" Type="http://schemas.openxmlformats.org/officeDocument/2006/relationships/image" Target="../media/image49.jpg"/><Relationship Id="rId4" Type="http://schemas.openxmlformats.org/officeDocument/2006/relationships/image" Target="../media/image44.png"/><Relationship Id="rId9" Type="http://schemas.openxmlformats.org/officeDocument/2006/relationships/image" Target="../media/image48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4.png"/><Relationship Id="rId7" Type="http://schemas.openxmlformats.org/officeDocument/2006/relationships/customXml" Target="../ink/ink20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g"/><Relationship Id="rId5" Type="http://schemas.openxmlformats.org/officeDocument/2006/relationships/image" Target="../media/image27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7" Type="http://schemas.openxmlformats.org/officeDocument/2006/relationships/image" Target="../media/image57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.xml"/><Relationship Id="rId5" Type="http://schemas.openxmlformats.org/officeDocument/2006/relationships/image" Target="../media/image56.jpg"/><Relationship Id="rId4" Type="http://schemas.openxmlformats.org/officeDocument/2006/relationships/image" Target="../media/image55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7" Type="http://schemas.openxmlformats.org/officeDocument/2006/relationships/image" Target="../media/image62.png"/><Relationship Id="rId2" Type="http://schemas.openxmlformats.org/officeDocument/2006/relationships/hyperlink" Target="http://www.caip.rutgers.edu/riul/research/papers/pdf/spatmsft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5" Type="http://schemas.openxmlformats.org/officeDocument/2006/relationships/hyperlink" Target="http://www.caip.rutgers.edu/~comanici/segm_images.html" TargetMode="External"/><Relationship Id="rId4" Type="http://schemas.openxmlformats.org/officeDocument/2006/relationships/image" Target="../media/image6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7" Type="http://schemas.openxmlformats.org/officeDocument/2006/relationships/image" Target="../media/image69.pn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6.xml"/><Relationship Id="rId5" Type="http://schemas.openxmlformats.org/officeDocument/2006/relationships/image" Target="../media/image68.jpg"/><Relationship Id="rId4" Type="http://schemas.openxmlformats.org/officeDocument/2006/relationships/image" Target="../media/image67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customXml" Target="../ink/ink2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.xml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image" Target="../media/image8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image" Target="../media/image8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4.png"/><Relationship Id="rId7" Type="http://schemas.openxmlformats.org/officeDocument/2006/relationships/customXml" Target="../ink/ink32.xm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76.png"/><Relationship Id="rId7" Type="http://schemas.openxmlformats.org/officeDocument/2006/relationships/image" Target="../media/image8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8.png"/><Relationship Id="rId5" Type="http://schemas.openxmlformats.org/officeDocument/2006/relationships/image" Target="../media/image78.png"/><Relationship Id="rId10" Type="http://schemas.openxmlformats.org/officeDocument/2006/relationships/customXml" Target="../ink/ink33.xml"/><Relationship Id="rId4" Type="http://schemas.openxmlformats.org/officeDocument/2006/relationships/image" Target="../media/image77.png"/><Relationship Id="rId9" Type="http://schemas.openxmlformats.org/officeDocument/2006/relationships/image" Target="../media/image8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1.png"/><Relationship Id="rId4" Type="http://schemas.openxmlformats.org/officeDocument/2006/relationships/customXml" Target="../ink/ink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png"/><Relationship Id="rId4" Type="http://schemas.openxmlformats.org/officeDocument/2006/relationships/customXml" Target="../ink/ink3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customXml" Target="../ink/ink3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hyperlink" Target="http://www.caip.rutgers.edu/~comanici/clusterDemo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png"/><Relationship Id="rId4" Type="http://schemas.openxmlformats.org/officeDocument/2006/relationships/customXml" Target="../ink/ink3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5.jpg"/><Relationship Id="rId7" Type="http://schemas.openxmlformats.org/officeDocument/2006/relationships/customXml" Target="../ink/ink41.xml"/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caip.rutgers.edu/~comanici/MSPAMI/msPamiResults.html" TargetMode="External"/><Relationship Id="rId5" Type="http://schemas.openxmlformats.org/officeDocument/2006/relationships/image" Target="../media/image107.jpg"/><Relationship Id="rId4" Type="http://schemas.openxmlformats.org/officeDocument/2006/relationships/image" Target="../media/image106.jp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aip.rutgers.edu/~comanici/MSPAMI/msPamiResults.html" TargetMode="Externa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186241" cy="5143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7529" y="192510"/>
            <a:ext cx="2004492" cy="64943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73099" y="2790949"/>
            <a:ext cx="2321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Session</a:t>
            </a:r>
            <a:r>
              <a:rPr sz="3600" u="heavy" spc="-1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600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#11: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73099" y="3024518"/>
            <a:ext cx="5888355" cy="2110193"/>
          </a:xfrm>
          <a:prstGeom prst="rect">
            <a:avLst/>
          </a:prstGeom>
        </p:spPr>
        <p:txBody>
          <a:bodyPr vert="horz" wrap="square" lIns="0" tIns="281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15"/>
              </a:spcBef>
            </a:pPr>
            <a:r>
              <a:rPr sz="3100" dirty="0">
                <a:latin typeface="Calibri"/>
                <a:cs typeface="Calibri"/>
              </a:rPr>
              <a:t>Image</a:t>
            </a:r>
            <a:r>
              <a:rPr sz="3100" spc="-50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Segmentation</a:t>
            </a:r>
            <a:endParaRPr sz="3100" dirty="0">
              <a:latin typeface="Calibri"/>
              <a:cs typeface="Calibri"/>
            </a:endParaRPr>
          </a:p>
          <a:p>
            <a:pPr marL="391160" marR="5080">
              <a:lnSpc>
                <a:spcPct val="100000"/>
              </a:lnSpc>
              <a:spcBef>
                <a:spcPts val="1910"/>
              </a:spcBef>
            </a:pPr>
            <a:r>
              <a:rPr lang="en-US" sz="2800" spc="-35" dirty="0">
                <a:latin typeface="Calibri"/>
                <a:cs typeface="Calibri"/>
                <a:hlinkClick r:id="rId4"/>
              </a:rPr>
              <a:t>Dhruba Adhikary</a:t>
            </a:r>
          </a:p>
          <a:p>
            <a:pPr marL="391160" marR="5080">
              <a:lnSpc>
                <a:spcPct val="100000"/>
              </a:lnSpc>
              <a:spcBef>
                <a:spcPts val="1910"/>
              </a:spcBef>
            </a:pPr>
            <a:r>
              <a:rPr lang="en-US" sz="2800" spc="-35" dirty="0">
                <a:latin typeface="Calibri"/>
                <a:cs typeface="Calibri"/>
                <a:hlinkClick r:id="rId4"/>
              </a:rPr>
              <a:t>Dhruba.a</a:t>
            </a:r>
            <a:r>
              <a:rPr sz="2800" spc="-35" dirty="0">
                <a:latin typeface="Calibri"/>
                <a:cs typeface="Calibri"/>
                <a:hlinkClick r:id="rId4"/>
              </a:rPr>
              <a:t>@wilp.bits-</a:t>
            </a:r>
            <a:r>
              <a:rPr sz="2800" spc="-10" dirty="0">
                <a:latin typeface="Calibri"/>
                <a:cs typeface="Calibri"/>
                <a:hlinkClick r:id="rId4"/>
              </a:rPr>
              <a:t>pilani.ac.in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5725" y="6406125"/>
            <a:ext cx="1452245" cy="213360"/>
          </a:xfrm>
          <a:custGeom>
            <a:avLst/>
            <a:gdLst/>
            <a:ahLst/>
            <a:cxnLst/>
            <a:rect l="l" t="t" r="r" b="b"/>
            <a:pathLst>
              <a:path w="1452245" h="213359">
                <a:moveTo>
                  <a:pt x="1452061" y="213359"/>
                </a:moveTo>
                <a:lnTo>
                  <a:pt x="0" y="213359"/>
                </a:lnTo>
                <a:lnTo>
                  <a:pt x="0" y="0"/>
                </a:lnTo>
                <a:lnTo>
                  <a:pt x="1452061" y="0"/>
                </a:lnTo>
                <a:lnTo>
                  <a:pt x="1452061" y="2133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025" y="6386313"/>
            <a:ext cx="61690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Acknowledgement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: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Slide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Materials</a:t>
            </a:r>
            <a:r>
              <a:rPr sz="1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adopted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from</a:t>
            </a:r>
            <a:r>
              <a:rPr sz="1400" spc="34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-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EECS</a:t>
            </a:r>
            <a:r>
              <a:rPr sz="1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442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–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David</a:t>
            </a:r>
            <a:r>
              <a:rPr sz="14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 MT"/>
                <a:cs typeface="Arial MT"/>
              </a:rPr>
              <a:t>Fouhey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59106" y="6453047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B91AD1B-24E6-412B-1AF4-5F05825CBD09}"/>
                  </a:ext>
                </a:extLst>
              </p14:cNvPr>
              <p14:cNvContentPartPr/>
              <p14:nvPr/>
            </p14:nvContentPartPr>
            <p14:xfrm>
              <a:off x="1345320" y="531000"/>
              <a:ext cx="7552440" cy="4125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B91AD1B-24E6-412B-1AF4-5F05825CBD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29120" y="514800"/>
                <a:ext cx="7584840" cy="415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6269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1375" y="1253885"/>
            <a:ext cx="7430770" cy="177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Image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segmentation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computer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vision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involves </a:t>
            </a:r>
            <a:r>
              <a:rPr sz="2000" dirty="0">
                <a:latin typeface="Arial MT"/>
                <a:cs typeface="Arial MT"/>
              </a:rPr>
              <a:t>dividing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image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multiple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segments,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regions,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simplify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or </a:t>
            </a:r>
            <a:r>
              <a:rPr sz="2000" dirty="0">
                <a:latin typeface="Arial MT"/>
                <a:cs typeface="Arial MT"/>
              </a:rPr>
              <a:t>change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representation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image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something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more </a:t>
            </a:r>
            <a:r>
              <a:rPr sz="2000" spc="-10" dirty="0">
                <a:latin typeface="Arial MT"/>
                <a:cs typeface="Arial MT"/>
              </a:rPr>
              <a:t>meaningful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easier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analyze.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It's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often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locate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objects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boundaries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within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images.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67197" y="206247"/>
            <a:ext cx="400875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Image</a:t>
            </a:r>
            <a:r>
              <a:rPr spc="-130" dirty="0"/>
              <a:t> </a:t>
            </a:r>
            <a:r>
              <a:rPr spc="-10" dirty="0"/>
              <a:t>Segmentation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452" y="3376426"/>
            <a:ext cx="7480300" cy="31322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0279CB3-AE47-2D44-D499-123ACA32A4AA}"/>
                  </a:ext>
                </a:extLst>
              </p14:cNvPr>
              <p14:cNvContentPartPr/>
              <p14:nvPr/>
            </p14:nvContentPartPr>
            <p14:xfrm>
              <a:off x="86760" y="110160"/>
              <a:ext cx="7928280" cy="5522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0279CB3-AE47-2D44-D499-123ACA32A4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560" y="93960"/>
                <a:ext cx="7960680" cy="5560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117729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Types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825" y="929640"/>
            <a:ext cx="7623809" cy="482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Semantic</a:t>
            </a:r>
            <a:r>
              <a:rPr sz="2000" b="1" spc="4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Segmentation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3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Assigns</a:t>
            </a:r>
            <a:r>
              <a:rPr sz="2000" spc="4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4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label</a:t>
            </a:r>
            <a:r>
              <a:rPr sz="2000" spc="4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4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every</a:t>
            </a:r>
            <a:r>
              <a:rPr sz="2000" spc="4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pixel</a:t>
            </a:r>
            <a:r>
              <a:rPr sz="2000" spc="4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4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image,</a:t>
            </a:r>
            <a:r>
              <a:rPr sz="2000" spc="1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meaning</a:t>
            </a:r>
            <a:r>
              <a:rPr sz="2000" spc="1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1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pixel</a:t>
            </a:r>
            <a:r>
              <a:rPr sz="2000" spc="1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1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classified</a:t>
            </a:r>
            <a:r>
              <a:rPr sz="2000" spc="1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1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belonging</a:t>
            </a:r>
            <a:r>
              <a:rPr sz="2000" spc="1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1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1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specific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(e.g.,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car,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tree,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road).</a:t>
            </a:r>
            <a:endParaRPr sz="2000">
              <a:latin typeface="Arial MT"/>
              <a:cs typeface="Arial MT"/>
            </a:endParaRPr>
          </a:p>
          <a:p>
            <a:pPr marL="12700" marR="15240" algn="just">
              <a:lnSpc>
                <a:spcPct val="100000"/>
              </a:lnSpc>
              <a:spcBef>
                <a:spcPts val="360"/>
              </a:spcBef>
            </a:pPr>
            <a:r>
              <a:rPr sz="2000" b="1" dirty="0">
                <a:latin typeface="Arial"/>
                <a:cs typeface="Arial"/>
              </a:rPr>
              <a:t>Instance</a:t>
            </a:r>
            <a:r>
              <a:rPr sz="2000" b="1" spc="5" dirty="0">
                <a:latin typeface="Arial"/>
                <a:cs typeface="Arial"/>
              </a:rPr>
              <a:t>  </a:t>
            </a:r>
            <a:r>
              <a:rPr sz="2000" b="1" dirty="0">
                <a:latin typeface="Arial"/>
                <a:cs typeface="Arial"/>
              </a:rPr>
              <a:t>Segmentation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Similar</a:t>
            </a:r>
            <a:r>
              <a:rPr sz="2000" spc="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semantic</a:t>
            </a:r>
            <a:r>
              <a:rPr sz="2000" spc="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segmentation</a:t>
            </a:r>
            <a:r>
              <a:rPr sz="2000" spc="5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but </a:t>
            </a:r>
            <a:r>
              <a:rPr sz="2000" dirty="0">
                <a:latin typeface="Arial MT"/>
                <a:cs typeface="Arial MT"/>
              </a:rPr>
              <a:t>differentiates</a:t>
            </a:r>
            <a:r>
              <a:rPr sz="2000" spc="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instances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1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class </a:t>
            </a:r>
            <a:r>
              <a:rPr sz="2000" dirty="0">
                <a:latin typeface="Arial MT"/>
                <a:cs typeface="Arial MT"/>
              </a:rPr>
              <a:t>(e.g.,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multiple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cars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image).</a:t>
            </a:r>
            <a:endParaRPr sz="2000">
              <a:latin typeface="Arial MT"/>
              <a:cs typeface="Arial MT"/>
            </a:endParaRPr>
          </a:p>
          <a:p>
            <a:pPr marL="12700" marR="6350" algn="just">
              <a:lnSpc>
                <a:spcPct val="100000"/>
              </a:lnSpc>
              <a:spcBef>
                <a:spcPts val="359"/>
              </a:spcBef>
            </a:pPr>
            <a:r>
              <a:rPr sz="2000" b="1" dirty="0">
                <a:latin typeface="Arial"/>
                <a:cs typeface="Arial"/>
              </a:rPr>
              <a:t>Panoptic  Segmentation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combination  of  both  semantic 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instance</a:t>
            </a:r>
            <a:r>
              <a:rPr sz="2000" spc="31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segmentation,</a:t>
            </a:r>
            <a:r>
              <a:rPr sz="2000" spc="31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providing</a:t>
            </a:r>
            <a:r>
              <a:rPr sz="2000" spc="31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31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comprehensive</a:t>
            </a:r>
            <a:r>
              <a:rPr sz="2000" spc="31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view</a:t>
            </a:r>
            <a:r>
              <a:rPr sz="2000" spc="315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by </a:t>
            </a:r>
            <a:r>
              <a:rPr sz="2000" dirty="0">
                <a:latin typeface="Arial MT"/>
                <a:cs typeface="Arial MT"/>
              </a:rPr>
              <a:t>segmenting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both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instances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background.</a:t>
            </a:r>
            <a:endParaRPr sz="2000">
              <a:latin typeface="Arial MT"/>
              <a:cs typeface="Arial MT"/>
            </a:endParaRPr>
          </a:p>
          <a:p>
            <a:pPr marL="12700" marR="14604" algn="just">
              <a:lnSpc>
                <a:spcPct val="100000"/>
              </a:lnSpc>
              <a:spcBef>
                <a:spcPts val="359"/>
              </a:spcBef>
            </a:pPr>
            <a:r>
              <a:rPr sz="2000" b="1" dirty="0">
                <a:latin typeface="Arial"/>
                <a:cs typeface="Arial"/>
              </a:rPr>
              <a:t>Thresholding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Simplest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where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pixels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classified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based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on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threshold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value.</a:t>
            </a:r>
            <a:endParaRPr sz="2000">
              <a:latin typeface="Arial MT"/>
              <a:cs typeface="Arial MT"/>
            </a:endParaRPr>
          </a:p>
          <a:p>
            <a:pPr marL="12700" marR="67945" algn="just">
              <a:lnSpc>
                <a:spcPct val="100000"/>
              </a:lnSpc>
              <a:spcBef>
                <a:spcPts val="359"/>
              </a:spcBef>
            </a:pPr>
            <a:r>
              <a:rPr sz="2000" b="1" spc="-25" dirty="0">
                <a:latin typeface="Arial"/>
                <a:cs typeface="Arial"/>
              </a:rPr>
              <a:t>Edge-</a:t>
            </a:r>
            <a:r>
              <a:rPr sz="2000" b="1" dirty="0">
                <a:latin typeface="Arial"/>
                <a:cs typeface="Arial"/>
              </a:rPr>
              <a:t>based</a:t>
            </a:r>
            <a:r>
              <a:rPr sz="2000" b="1" spc="190" dirty="0">
                <a:latin typeface="Arial"/>
                <a:cs typeface="Arial"/>
              </a:rPr>
              <a:t>  </a:t>
            </a:r>
            <a:r>
              <a:rPr sz="2000" b="1" dirty="0">
                <a:latin typeface="Arial"/>
                <a:cs typeface="Arial"/>
              </a:rPr>
              <a:t>Segmentation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19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Uses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edges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(sharp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changes</a:t>
            </a:r>
            <a:r>
              <a:rPr sz="2000" spc="195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in </a:t>
            </a:r>
            <a:r>
              <a:rPr sz="2000" dirty="0">
                <a:latin typeface="Arial MT"/>
                <a:cs typeface="Arial MT"/>
              </a:rPr>
              <a:t>intensity)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identify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objects.</a:t>
            </a:r>
            <a:endParaRPr sz="2000">
              <a:latin typeface="Arial MT"/>
              <a:cs typeface="Arial MT"/>
            </a:endParaRPr>
          </a:p>
          <a:p>
            <a:pPr marL="12700" marR="28575" algn="just">
              <a:lnSpc>
                <a:spcPct val="100000"/>
              </a:lnSpc>
              <a:spcBef>
                <a:spcPts val="359"/>
              </a:spcBef>
            </a:pPr>
            <a:r>
              <a:rPr sz="2000" b="1" spc="-25" dirty="0">
                <a:latin typeface="Arial"/>
                <a:cs typeface="Arial"/>
              </a:rPr>
              <a:t>Region-</a:t>
            </a:r>
            <a:r>
              <a:rPr sz="2000" b="1" dirty="0">
                <a:latin typeface="Arial"/>
                <a:cs typeface="Arial"/>
              </a:rPr>
              <a:t>based</a:t>
            </a:r>
            <a:r>
              <a:rPr sz="2000" b="1" spc="3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Segmentation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3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Groups</a:t>
            </a:r>
            <a:r>
              <a:rPr sz="2000" spc="3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pixels</a:t>
            </a:r>
            <a:r>
              <a:rPr sz="2000" spc="3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3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regions</a:t>
            </a:r>
            <a:r>
              <a:rPr sz="2000" spc="3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based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some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predefined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criteria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like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color,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intensity,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texture.</a:t>
            </a:r>
            <a:endParaRPr sz="20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19EACA1-B36C-5C85-CEEE-70388BAE9561}"/>
                  </a:ext>
                </a:extLst>
              </p14:cNvPr>
              <p14:cNvContentPartPr/>
              <p14:nvPr/>
            </p14:nvContentPartPr>
            <p14:xfrm>
              <a:off x="32760" y="1035720"/>
              <a:ext cx="3781080" cy="4404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19EACA1-B36C-5C85-CEEE-70388BAE95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60" y="1019520"/>
                <a:ext cx="3813480" cy="4442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67197" y="206247"/>
            <a:ext cx="400875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Image</a:t>
            </a:r>
            <a:r>
              <a:rPr spc="-130" dirty="0"/>
              <a:t> </a:t>
            </a:r>
            <a:r>
              <a:rPr spc="-10" dirty="0"/>
              <a:t>Segmentation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4100" y="1833288"/>
            <a:ext cx="4495799" cy="36179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64225" y="1340032"/>
            <a:ext cx="2599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Gestalt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psychology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2825" y="5605007"/>
            <a:ext cx="8300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perceive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objects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entirety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before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individual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parts</a:t>
            </a:r>
            <a:endParaRPr sz="2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CB19A6A-F8A0-A9A9-629D-C94F9B201C07}"/>
                  </a:ext>
                </a:extLst>
              </p14:cNvPr>
              <p14:cNvContentPartPr/>
              <p14:nvPr/>
            </p14:nvContentPartPr>
            <p14:xfrm>
              <a:off x="821520" y="1200600"/>
              <a:ext cx="6967800" cy="3993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CB19A6A-F8A0-A9A9-629D-C94F9B201C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5320" y="1184400"/>
                <a:ext cx="7000200" cy="402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3425" y="206247"/>
            <a:ext cx="73488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Gestalt:</a:t>
            </a:r>
            <a:r>
              <a:rPr spc="-80" dirty="0"/>
              <a:t> </a:t>
            </a:r>
            <a:r>
              <a:rPr dirty="0"/>
              <a:t>Seeing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unified</a:t>
            </a:r>
            <a:r>
              <a:rPr spc="-60" dirty="0"/>
              <a:t> </a:t>
            </a:r>
            <a:r>
              <a:rPr spc="-10" dirty="0"/>
              <a:t>who</a:t>
            </a:r>
            <a:r>
              <a:rPr spc="-505" dirty="0"/>
              <a:t>l</a:t>
            </a:r>
            <a:r>
              <a:rPr sz="1200" spc="-135" baseline="128472" dirty="0"/>
              <a:t>C</a:t>
            </a:r>
            <a:r>
              <a:rPr sz="3400" spc="-1820" dirty="0"/>
              <a:t>e</a:t>
            </a:r>
            <a:r>
              <a:rPr sz="1200" spc="-7" baseline="128472" dirty="0"/>
              <a:t>V </a:t>
            </a:r>
            <a:r>
              <a:rPr sz="1200" spc="-30" baseline="128472" dirty="0"/>
              <a:t>11:</a:t>
            </a:r>
            <a:r>
              <a:rPr sz="1200" spc="-22" baseline="128472" dirty="0"/>
              <a:t> </a:t>
            </a:r>
            <a:r>
              <a:rPr sz="1200" baseline="128472" dirty="0"/>
              <a:t>Image</a:t>
            </a:r>
            <a:r>
              <a:rPr sz="1200" spc="-30" baseline="128472" dirty="0"/>
              <a:t> </a:t>
            </a:r>
            <a:r>
              <a:rPr sz="1200" spc="-15" baseline="128472" dirty="0"/>
              <a:t>Segmentation</a:t>
            </a:r>
            <a:endParaRPr sz="1200" baseline="128472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91" y="1321563"/>
            <a:ext cx="9041964" cy="41991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17025" y="6308313"/>
            <a:ext cx="27781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https://ai.stanford.edu/~syyeung/cv web/tutorial3.html</a:t>
            </a:r>
            <a:endParaRPr sz="1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B6D12F8-C6B9-F158-170B-66F928C60732}"/>
                  </a:ext>
                </a:extLst>
              </p14:cNvPr>
              <p14:cNvContentPartPr/>
              <p14:nvPr/>
            </p14:nvContentPartPr>
            <p14:xfrm>
              <a:off x="3115080" y="1685880"/>
              <a:ext cx="5766480" cy="3542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B6D12F8-C6B9-F158-170B-66F928C607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98880" y="1669680"/>
                <a:ext cx="5798880" cy="3575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3425" y="206247"/>
            <a:ext cx="76098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Human perception of</a:t>
            </a:r>
            <a:r>
              <a:rPr spc="-5" dirty="0"/>
              <a:t> </a:t>
            </a:r>
            <a:r>
              <a:rPr dirty="0"/>
              <a:t>shape </a:t>
            </a:r>
            <a:r>
              <a:rPr spc="-15" dirty="0"/>
              <a:t>re</a:t>
            </a:r>
            <a:r>
              <a:rPr spc="-140" dirty="0"/>
              <a:t>c</a:t>
            </a:r>
            <a:r>
              <a:rPr sz="1200" spc="-682" baseline="128472" dirty="0"/>
              <a:t>C</a:t>
            </a:r>
            <a:r>
              <a:rPr sz="3400" spc="-1455" dirty="0"/>
              <a:t>o</a:t>
            </a:r>
            <a:r>
              <a:rPr sz="1200" spc="-7" baseline="128472" dirty="0"/>
              <a:t>V </a:t>
            </a:r>
            <a:r>
              <a:rPr sz="1200" spc="-104" baseline="128472" dirty="0"/>
              <a:t>1</a:t>
            </a:r>
            <a:r>
              <a:rPr sz="1200" spc="-232" baseline="128472" dirty="0"/>
              <a:t>1</a:t>
            </a:r>
            <a:r>
              <a:rPr sz="3400" spc="-1760" dirty="0"/>
              <a:t>g</a:t>
            </a:r>
            <a:r>
              <a:rPr sz="1200" spc="-7" baseline="128472" dirty="0"/>
              <a:t>: </a:t>
            </a:r>
            <a:r>
              <a:rPr sz="1200" spc="-22" baseline="128472" dirty="0"/>
              <a:t>I</a:t>
            </a:r>
            <a:r>
              <a:rPr sz="1200" spc="-15" baseline="128472" dirty="0"/>
              <a:t>m</a:t>
            </a:r>
            <a:r>
              <a:rPr sz="1200" spc="-60" baseline="128472" dirty="0"/>
              <a:t>a</a:t>
            </a:r>
            <a:r>
              <a:rPr sz="3400" spc="-1875" dirty="0"/>
              <a:t>n</a:t>
            </a:r>
            <a:r>
              <a:rPr sz="1200" spc="-22" baseline="128472" dirty="0"/>
              <a:t>g</a:t>
            </a:r>
            <a:r>
              <a:rPr sz="1200" spc="-7" baseline="128472" dirty="0"/>
              <a:t>e</a:t>
            </a:r>
            <a:r>
              <a:rPr sz="1200" baseline="128472" dirty="0"/>
              <a:t> </a:t>
            </a:r>
            <a:r>
              <a:rPr sz="1200" spc="-30" baseline="128472" dirty="0"/>
              <a:t>S</a:t>
            </a:r>
            <a:r>
              <a:rPr sz="1200" spc="-359" baseline="128472" dirty="0"/>
              <a:t>e</a:t>
            </a:r>
            <a:r>
              <a:rPr sz="3400" spc="-545" dirty="0"/>
              <a:t>i</a:t>
            </a:r>
            <a:r>
              <a:rPr sz="1200" spc="-30" baseline="128472" dirty="0"/>
              <a:t>g</a:t>
            </a:r>
            <a:r>
              <a:rPr sz="1200" spc="-892" baseline="128472" dirty="0"/>
              <a:t>m</a:t>
            </a:r>
            <a:r>
              <a:rPr sz="3400" spc="-380" dirty="0"/>
              <a:t>t</a:t>
            </a:r>
            <a:r>
              <a:rPr sz="1200" spc="-150" baseline="128472" dirty="0"/>
              <a:t>e</a:t>
            </a:r>
            <a:r>
              <a:rPr sz="3400" spc="-685" dirty="0"/>
              <a:t>i</a:t>
            </a:r>
            <a:r>
              <a:rPr sz="1200" spc="-30" baseline="128472" dirty="0"/>
              <a:t>nt</a:t>
            </a:r>
            <a:r>
              <a:rPr sz="1200" spc="-690" baseline="128472" dirty="0"/>
              <a:t>a</a:t>
            </a:r>
            <a:r>
              <a:rPr sz="3400" spc="-1465" dirty="0"/>
              <a:t>o</a:t>
            </a:r>
            <a:r>
              <a:rPr sz="1200" spc="-30" baseline="128472" dirty="0"/>
              <a:t>t</a:t>
            </a:r>
            <a:r>
              <a:rPr sz="1200" spc="-22" baseline="128472" dirty="0"/>
              <a:t>i</a:t>
            </a:r>
            <a:r>
              <a:rPr sz="1200" spc="-30" baseline="128472" dirty="0"/>
              <a:t>o</a:t>
            </a:r>
            <a:r>
              <a:rPr sz="1200" spc="-15" baseline="128472" dirty="0"/>
              <a:t>n</a:t>
            </a:r>
            <a:r>
              <a:rPr sz="1200" spc="-89" baseline="128472" dirty="0"/>
              <a:t> </a:t>
            </a:r>
            <a:r>
              <a:rPr sz="3400" spc="-50" dirty="0"/>
              <a:t>n</a:t>
            </a:r>
            <a:endParaRPr sz="3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015" y="1118415"/>
            <a:ext cx="8723063" cy="46454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17025" y="6308313"/>
            <a:ext cx="27781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https://ai.stanford.edu/~syyeung/cv web/tutorial3.html</a:t>
            </a:r>
            <a:endParaRPr sz="1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5325878-591D-3F39-C732-B6EBDCF3D862}"/>
                  </a:ext>
                </a:extLst>
              </p14:cNvPr>
              <p14:cNvContentPartPr/>
              <p14:nvPr/>
            </p14:nvContentPartPr>
            <p14:xfrm>
              <a:off x="3623760" y="1584360"/>
              <a:ext cx="5368320" cy="3901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5325878-591D-3F39-C732-B6EBDCF3D8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07560" y="1568160"/>
                <a:ext cx="5406120" cy="393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From</a:t>
            </a:r>
            <a:r>
              <a:rPr spc="-45" dirty="0"/>
              <a:t> </a:t>
            </a:r>
            <a:r>
              <a:rPr dirty="0"/>
              <a:t>images</a:t>
            </a:r>
            <a:r>
              <a:rPr spc="-4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spc="-10" dirty="0"/>
              <a:t>objects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737" y="1447800"/>
            <a:ext cx="3108324" cy="23431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0000" y="1447800"/>
            <a:ext cx="3106738" cy="234314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200525" y="2426837"/>
            <a:ext cx="603250" cy="328295"/>
            <a:chOff x="4200525" y="2426837"/>
            <a:chExt cx="603250" cy="328295"/>
          </a:xfrm>
        </p:grpSpPr>
        <p:sp>
          <p:nvSpPr>
            <p:cNvPr id="7" name="object 7"/>
            <p:cNvSpPr/>
            <p:nvPr/>
          </p:nvSpPr>
          <p:spPr>
            <a:xfrm>
              <a:off x="4200525" y="2590800"/>
              <a:ext cx="219075" cy="0"/>
            </a:xfrm>
            <a:custGeom>
              <a:avLst/>
              <a:gdLst/>
              <a:ahLst/>
              <a:cxnLst/>
              <a:rect l="l" t="t" r="r" b="b"/>
              <a:pathLst>
                <a:path w="219075">
                  <a:moveTo>
                    <a:pt x="0" y="0"/>
                  </a:moveTo>
                  <a:lnTo>
                    <a:pt x="219074" y="0"/>
                  </a:lnTo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19600" y="246493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19600" y="246493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58825" y="4217009"/>
            <a:ext cx="6731634" cy="1809114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Object?</a:t>
            </a:r>
            <a:endParaRPr sz="24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15"/>
              </a:spcBef>
              <a:buChar char="•"/>
              <a:tabLst>
                <a:tab pos="755015" algn="l"/>
              </a:tabLst>
            </a:pPr>
            <a:r>
              <a:rPr sz="2000" spc="-10" dirty="0">
                <a:latin typeface="Arial MT"/>
                <a:cs typeface="Arial MT"/>
              </a:rPr>
              <a:t>Subjective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problem,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been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well-</a:t>
            </a:r>
            <a:r>
              <a:rPr sz="2000" spc="-10" dirty="0">
                <a:latin typeface="Arial MT"/>
                <a:cs typeface="Arial MT"/>
              </a:rPr>
              <a:t>studied</a:t>
            </a:r>
            <a:endParaRPr sz="20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00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Gestalt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Laws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seek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formalize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this</a:t>
            </a:r>
            <a:endParaRPr sz="2000">
              <a:latin typeface="Arial MT"/>
              <a:cs typeface="Arial MT"/>
            </a:endParaRPr>
          </a:p>
          <a:p>
            <a:pPr marL="1154430" lvl="1" indent="-240665">
              <a:lnSpc>
                <a:spcPct val="100000"/>
              </a:lnSpc>
              <a:spcBef>
                <a:spcPts val="365"/>
              </a:spcBef>
              <a:buChar char="–"/>
              <a:tabLst>
                <a:tab pos="1154430" algn="l"/>
              </a:tabLst>
            </a:pPr>
            <a:r>
              <a:rPr sz="1800" spc="-10" dirty="0">
                <a:latin typeface="Arial MT"/>
                <a:cs typeface="Arial MT"/>
              </a:rPr>
              <a:t>proximity,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similarity,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continuation,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closure,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fate</a:t>
            </a:r>
            <a:endParaRPr sz="1800">
              <a:latin typeface="Arial MT"/>
              <a:cs typeface="Arial MT"/>
            </a:endParaRPr>
          </a:p>
          <a:p>
            <a:pPr marL="1154430" lvl="1" indent="-240665">
              <a:lnSpc>
                <a:spcPct val="100000"/>
              </a:lnSpc>
              <a:spcBef>
                <a:spcPts val="360"/>
              </a:spcBef>
              <a:buChar char="–"/>
              <a:tabLst>
                <a:tab pos="1154430" algn="l"/>
              </a:tabLst>
            </a:pPr>
            <a:r>
              <a:rPr sz="1800" dirty="0">
                <a:latin typeface="Arial MT"/>
                <a:cs typeface="Arial MT"/>
              </a:rPr>
              <a:t>see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notes</a:t>
            </a:r>
            <a:r>
              <a:rPr sz="1800" spc="-2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Steve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Joordens,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U.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Toronto</a:t>
            </a:r>
            <a:endParaRPr sz="1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9BED5F0-F364-0746-8EF1-6E100E797A30}"/>
                  </a:ext>
                </a:extLst>
              </p14:cNvPr>
              <p14:cNvContentPartPr/>
              <p14:nvPr/>
            </p14:nvContentPartPr>
            <p14:xfrm>
              <a:off x="1074240" y="1413360"/>
              <a:ext cx="6164280" cy="43732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9BED5F0-F364-0746-8EF1-6E100E797A3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2640" y="1391760"/>
                <a:ext cx="6202080" cy="4411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Image</a:t>
            </a:r>
            <a:r>
              <a:rPr spc="-130" dirty="0"/>
              <a:t> </a:t>
            </a:r>
            <a:r>
              <a:rPr spc="-10" dirty="0"/>
              <a:t>Segmentation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825" y="1181608"/>
            <a:ext cx="6496050" cy="49225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400" dirty="0">
                <a:latin typeface="Arial MT"/>
                <a:cs typeface="Arial MT"/>
              </a:rPr>
              <a:t>Intuitive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us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400" dirty="0">
                <a:latin typeface="Arial MT"/>
                <a:cs typeface="Arial MT"/>
              </a:rPr>
              <a:t>Hard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translate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algorithms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Strategies:</a:t>
            </a:r>
            <a:endParaRPr sz="240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400"/>
              </a:spcBef>
              <a:buSzPct val="58333"/>
              <a:buChar char="●"/>
              <a:tabLst>
                <a:tab pos="469265" algn="l"/>
              </a:tabLst>
            </a:pPr>
            <a:r>
              <a:rPr sz="2400" spc="-80" dirty="0">
                <a:latin typeface="Arial MT"/>
                <a:cs typeface="Arial MT"/>
              </a:rPr>
              <a:t>Top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Down</a:t>
            </a:r>
            <a:endParaRPr sz="2400">
              <a:latin typeface="Arial MT"/>
              <a:cs typeface="Arial MT"/>
            </a:endParaRPr>
          </a:p>
          <a:p>
            <a:pPr marL="927100" marR="648335">
              <a:lnSpc>
                <a:spcPct val="100000"/>
              </a:lnSpc>
              <a:spcBef>
                <a:spcPts val="400"/>
              </a:spcBef>
            </a:pPr>
            <a:r>
              <a:rPr sz="2400" dirty="0">
                <a:latin typeface="Arial MT"/>
                <a:cs typeface="Arial MT"/>
              </a:rPr>
              <a:t>Pixels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belong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together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they </a:t>
            </a:r>
            <a:r>
              <a:rPr sz="2400" dirty="0">
                <a:latin typeface="Arial MT"/>
                <a:cs typeface="Arial MT"/>
              </a:rPr>
              <a:t>come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object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40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buSzPct val="58333"/>
              <a:buChar char="●"/>
              <a:tabLst>
                <a:tab pos="469265" algn="l"/>
              </a:tabLst>
            </a:pPr>
            <a:r>
              <a:rPr sz="2400" dirty="0">
                <a:latin typeface="Arial MT"/>
                <a:cs typeface="Arial MT"/>
              </a:rPr>
              <a:t>Bottom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Up</a:t>
            </a:r>
            <a:endParaRPr sz="2400">
              <a:latin typeface="Arial MT"/>
              <a:cs typeface="Arial MT"/>
            </a:endParaRPr>
          </a:p>
          <a:p>
            <a:pPr marL="927100" marR="5080">
              <a:lnSpc>
                <a:spcPct val="100000"/>
              </a:lnSpc>
              <a:spcBef>
                <a:spcPts val="400"/>
              </a:spcBef>
            </a:pPr>
            <a:r>
              <a:rPr sz="2400" dirty="0">
                <a:latin typeface="Arial MT"/>
                <a:cs typeface="Arial MT"/>
              </a:rPr>
              <a:t>Pixels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belong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together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look </a:t>
            </a:r>
            <a:r>
              <a:rPr sz="2400" spc="-10" dirty="0">
                <a:latin typeface="Arial MT"/>
                <a:cs typeface="Arial MT"/>
              </a:rPr>
              <a:t>similar</a:t>
            </a:r>
            <a:endParaRPr sz="2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8CF9D1B-4B90-04DF-0713-97C2DE1D36B9}"/>
                  </a:ext>
                </a:extLst>
              </p14:cNvPr>
              <p14:cNvContentPartPr/>
              <p14:nvPr/>
            </p14:nvContentPartPr>
            <p14:xfrm>
              <a:off x="1208880" y="3638520"/>
              <a:ext cx="5365800" cy="1675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8CF9D1B-4B90-04DF-0713-97C2DE1D36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2680" y="3616920"/>
                <a:ext cx="5398200" cy="1712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Image</a:t>
            </a:r>
            <a:r>
              <a:rPr spc="-130" dirty="0"/>
              <a:t> </a:t>
            </a:r>
            <a:r>
              <a:rPr spc="-10" dirty="0"/>
              <a:t>histograms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825" y="3531209"/>
            <a:ext cx="7542530" cy="212915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“orange”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pixels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image?</a:t>
            </a:r>
            <a:endParaRPr sz="24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15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type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question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answered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looking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i="1" spc="-10" dirty="0">
                <a:latin typeface="Arial"/>
                <a:cs typeface="Arial"/>
              </a:rPr>
              <a:t>histogram</a:t>
            </a:r>
            <a:endParaRPr sz="2000">
              <a:latin typeface="Arial"/>
              <a:cs typeface="Arial"/>
            </a:endParaRPr>
          </a:p>
          <a:p>
            <a:pPr marL="755015" indent="-247015">
              <a:lnSpc>
                <a:spcPct val="100000"/>
              </a:lnSpc>
              <a:spcBef>
                <a:spcPts val="400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histogram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counts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occurrences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color</a:t>
            </a:r>
            <a:endParaRPr sz="2000">
              <a:latin typeface="Arial MT"/>
              <a:cs typeface="Arial MT"/>
            </a:endParaRPr>
          </a:p>
          <a:p>
            <a:pPr marL="1154430" lvl="1" indent="-240665">
              <a:lnSpc>
                <a:spcPct val="100000"/>
              </a:lnSpc>
              <a:spcBef>
                <a:spcPts val="365"/>
              </a:spcBef>
              <a:buChar char="–"/>
              <a:tabLst>
                <a:tab pos="1154430" algn="l"/>
              </a:tabLst>
            </a:pPr>
            <a:r>
              <a:rPr sz="1800" dirty="0">
                <a:latin typeface="Arial MT"/>
                <a:cs typeface="Arial MT"/>
              </a:rPr>
              <a:t>Given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image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10"/>
              </a:spcBef>
              <a:buFont typeface="Arial MT"/>
              <a:buChar char="–"/>
            </a:pPr>
            <a:endParaRPr sz="1800">
              <a:latin typeface="Arial MT"/>
              <a:cs typeface="Arial MT"/>
            </a:endParaRPr>
          </a:p>
          <a:p>
            <a:pPr marL="1154430" lvl="1" indent="-240665">
              <a:lnSpc>
                <a:spcPct val="100000"/>
              </a:lnSpc>
              <a:buChar char="–"/>
              <a:tabLst>
                <a:tab pos="1154430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histogram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defined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be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0" y="1066800"/>
            <a:ext cx="3108324" cy="23431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57613" y="5022850"/>
            <a:ext cx="2227261" cy="3174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24150" y="5891213"/>
            <a:ext cx="4535488" cy="38258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9CF7AA7-90BA-B75E-2408-30ED1BCF386E}"/>
                  </a:ext>
                </a:extLst>
              </p14:cNvPr>
              <p14:cNvContentPartPr/>
              <p14:nvPr/>
            </p14:nvContentPartPr>
            <p14:xfrm>
              <a:off x="481680" y="420480"/>
              <a:ext cx="8662320" cy="3022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9CF7AA7-90BA-B75E-2408-30ED1BCF38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5480" y="404280"/>
                <a:ext cx="8694720" cy="305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35" dirty="0"/>
              <a:t> </a:t>
            </a:r>
            <a:r>
              <a:rPr dirty="0"/>
              <a:t>do</a:t>
            </a:r>
            <a:r>
              <a:rPr spc="-30" dirty="0"/>
              <a:t> </a:t>
            </a:r>
            <a:r>
              <a:rPr dirty="0"/>
              <a:t>histograms</a:t>
            </a:r>
            <a:r>
              <a:rPr spc="-30" dirty="0"/>
              <a:t> </a:t>
            </a:r>
            <a:r>
              <a:rPr dirty="0"/>
              <a:t>look</a:t>
            </a:r>
            <a:r>
              <a:rPr spc="-30" dirty="0"/>
              <a:t> </a:t>
            </a:r>
            <a:r>
              <a:rPr spc="-10" dirty="0"/>
              <a:t>like?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012950"/>
            <a:ext cx="3428999" cy="25717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2362200"/>
            <a:ext cx="4103688" cy="18224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58825" y="5283809"/>
            <a:ext cx="4070350" cy="8128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Modes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There?</a:t>
            </a:r>
            <a:endParaRPr sz="24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15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Easy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see,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hard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compute</a:t>
            </a:r>
            <a:endParaRPr sz="20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8D3E5E2-7E89-48B3-255F-955EE70FB330}"/>
                  </a:ext>
                </a:extLst>
              </p14:cNvPr>
              <p14:cNvContentPartPr/>
              <p14:nvPr/>
            </p14:nvContentPartPr>
            <p14:xfrm>
              <a:off x="83520" y="900360"/>
              <a:ext cx="9060480" cy="5376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8D3E5E2-7E89-48B3-255F-955EE70FB3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320" y="884160"/>
                <a:ext cx="9092880" cy="5414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3425" y="206247"/>
            <a:ext cx="73488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Histogram-</a:t>
            </a:r>
            <a:r>
              <a:rPr dirty="0"/>
              <a:t>based</a:t>
            </a:r>
            <a:r>
              <a:rPr spc="-35" dirty="0"/>
              <a:t> </a:t>
            </a:r>
            <a:r>
              <a:rPr spc="-5" dirty="0"/>
              <a:t>segmentatio</a:t>
            </a:r>
            <a:r>
              <a:rPr spc="45" dirty="0"/>
              <a:t>n</a:t>
            </a:r>
            <a:r>
              <a:rPr sz="1200" spc="-15" baseline="128472" dirty="0"/>
              <a:t>C</a:t>
            </a:r>
            <a:r>
              <a:rPr sz="1200" baseline="128472" dirty="0"/>
              <a:t>V</a:t>
            </a:r>
            <a:r>
              <a:rPr sz="1200" spc="-7" baseline="128472" dirty="0"/>
              <a:t> </a:t>
            </a:r>
            <a:r>
              <a:rPr sz="1200" spc="-30" baseline="128472" dirty="0"/>
              <a:t>11:</a:t>
            </a:r>
            <a:r>
              <a:rPr sz="1200" spc="-22" baseline="128472" dirty="0"/>
              <a:t> </a:t>
            </a:r>
            <a:r>
              <a:rPr sz="1200" baseline="128472" dirty="0"/>
              <a:t>Image</a:t>
            </a:r>
            <a:r>
              <a:rPr sz="1200" spc="-22" baseline="128472" dirty="0"/>
              <a:t> </a:t>
            </a:r>
            <a:r>
              <a:rPr sz="1200" spc="-15" baseline="128472" dirty="0"/>
              <a:t>Segmentation</a:t>
            </a:r>
            <a:endParaRPr sz="1200" baseline="128472"/>
          </a:p>
        </p:txBody>
      </p:sp>
      <p:sp>
        <p:nvSpPr>
          <p:cNvPr id="3" name="object 3"/>
          <p:cNvSpPr txBox="1"/>
          <p:nvPr/>
        </p:nvSpPr>
        <p:spPr>
          <a:xfrm>
            <a:off x="758825" y="864209"/>
            <a:ext cx="6652895" cy="179387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20" dirty="0">
                <a:latin typeface="Arial MT"/>
                <a:cs typeface="Arial MT"/>
              </a:rPr>
              <a:t>Goal</a:t>
            </a:r>
            <a:endParaRPr sz="24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15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Break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image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regions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(segments)</a:t>
            </a:r>
            <a:endParaRPr sz="2000">
              <a:latin typeface="Arial MT"/>
              <a:cs typeface="Arial MT"/>
            </a:endParaRPr>
          </a:p>
          <a:p>
            <a:pPr marL="755650" marR="5080" indent="-247650">
              <a:lnSpc>
                <a:spcPct val="100000"/>
              </a:lnSpc>
              <a:spcBef>
                <a:spcPts val="400"/>
              </a:spcBef>
              <a:buChar char="•"/>
              <a:tabLst>
                <a:tab pos="755650" algn="l"/>
              </a:tabLst>
            </a:pPr>
            <a:r>
              <a:rPr sz="2000" dirty="0">
                <a:latin typeface="Arial MT"/>
                <a:cs typeface="Arial MT"/>
              </a:rPr>
              <a:t>Solve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reducing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colors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mapping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pixel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closest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color</a:t>
            </a:r>
            <a:endParaRPr sz="2000">
              <a:latin typeface="Arial MT"/>
              <a:cs typeface="Arial MT"/>
            </a:endParaRPr>
          </a:p>
          <a:p>
            <a:pPr marL="913765">
              <a:lnSpc>
                <a:spcPct val="100000"/>
              </a:lnSpc>
              <a:spcBef>
                <a:spcPts val="365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3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photoshop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demo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3298825"/>
            <a:ext cx="3428999" cy="25717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3810000"/>
            <a:ext cx="4103688" cy="182244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FE14D9A-14CC-D2E5-C381-8B905B4F3ECE}"/>
                  </a:ext>
                </a:extLst>
              </p14:cNvPr>
              <p14:cNvContentPartPr/>
              <p14:nvPr/>
            </p14:nvContentPartPr>
            <p14:xfrm>
              <a:off x="4629240" y="3003120"/>
              <a:ext cx="3246120" cy="2573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FE14D9A-14CC-D2E5-C381-8B905B4F3E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7640" y="2986920"/>
                <a:ext cx="3283920" cy="2606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3425" y="206247"/>
            <a:ext cx="73488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Histogram-</a:t>
            </a:r>
            <a:r>
              <a:rPr dirty="0"/>
              <a:t>based</a:t>
            </a:r>
            <a:r>
              <a:rPr spc="-35" dirty="0"/>
              <a:t> </a:t>
            </a:r>
            <a:r>
              <a:rPr spc="-5" dirty="0"/>
              <a:t>segmentatio</a:t>
            </a:r>
            <a:r>
              <a:rPr spc="45" dirty="0"/>
              <a:t>n</a:t>
            </a:r>
            <a:r>
              <a:rPr sz="1200" spc="-15" baseline="128472" dirty="0"/>
              <a:t>C</a:t>
            </a:r>
            <a:r>
              <a:rPr sz="1200" baseline="128472" dirty="0"/>
              <a:t>V</a:t>
            </a:r>
            <a:r>
              <a:rPr sz="1200" spc="-7" baseline="128472" dirty="0"/>
              <a:t> </a:t>
            </a:r>
            <a:r>
              <a:rPr sz="1200" spc="-30" baseline="128472" dirty="0"/>
              <a:t>11:</a:t>
            </a:r>
            <a:r>
              <a:rPr sz="1200" spc="-22" baseline="128472" dirty="0"/>
              <a:t> </a:t>
            </a:r>
            <a:r>
              <a:rPr sz="1200" baseline="128472" dirty="0"/>
              <a:t>Image</a:t>
            </a:r>
            <a:r>
              <a:rPr sz="1200" spc="-22" baseline="128472" dirty="0"/>
              <a:t> </a:t>
            </a:r>
            <a:r>
              <a:rPr sz="1200" spc="-15" baseline="128472" dirty="0"/>
              <a:t>Segmentation</a:t>
            </a:r>
            <a:endParaRPr sz="1200" baseline="128472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3298825"/>
            <a:ext cx="3428999" cy="25717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58825" y="864209"/>
            <a:ext cx="6652895" cy="179387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20" dirty="0">
                <a:latin typeface="Arial MT"/>
                <a:cs typeface="Arial MT"/>
              </a:rPr>
              <a:t>Goal</a:t>
            </a:r>
            <a:endParaRPr sz="24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15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Break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image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regions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(segments)</a:t>
            </a:r>
            <a:endParaRPr sz="2000">
              <a:latin typeface="Arial MT"/>
              <a:cs typeface="Arial MT"/>
            </a:endParaRPr>
          </a:p>
          <a:p>
            <a:pPr marL="755650" marR="5080" indent="-247650">
              <a:lnSpc>
                <a:spcPct val="100000"/>
              </a:lnSpc>
              <a:spcBef>
                <a:spcPts val="400"/>
              </a:spcBef>
              <a:buChar char="•"/>
              <a:tabLst>
                <a:tab pos="755650" algn="l"/>
              </a:tabLst>
            </a:pPr>
            <a:r>
              <a:rPr sz="2000" dirty="0">
                <a:latin typeface="Arial MT"/>
                <a:cs typeface="Arial MT"/>
              </a:rPr>
              <a:t>Solve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reducing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colors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mapping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pixel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closest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color</a:t>
            </a:r>
            <a:endParaRPr sz="2000">
              <a:latin typeface="Arial MT"/>
              <a:cs typeface="Arial MT"/>
            </a:endParaRPr>
          </a:p>
          <a:p>
            <a:pPr marL="913765">
              <a:lnSpc>
                <a:spcPct val="100000"/>
              </a:lnSpc>
              <a:spcBef>
                <a:spcPts val="365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3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photoshop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demo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0" y="3810000"/>
            <a:ext cx="4104004" cy="1822450"/>
            <a:chOff x="4572000" y="3810000"/>
            <a:chExt cx="4104004" cy="18224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0" y="3810000"/>
              <a:ext cx="4103688" cy="18224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138737" y="3810000"/>
              <a:ext cx="0" cy="1600200"/>
            </a:xfrm>
            <a:custGeom>
              <a:avLst/>
              <a:gdLst/>
              <a:ahLst/>
              <a:cxnLst/>
              <a:rect l="l" t="t" r="r" b="b"/>
              <a:pathLst>
                <a:path h="1600200">
                  <a:moveTo>
                    <a:pt x="0" y="1600199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81799" y="3810000"/>
              <a:ext cx="0" cy="1600200"/>
            </a:xfrm>
            <a:custGeom>
              <a:avLst/>
              <a:gdLst/>
              <a:ahLst/>
              <a:cxnLst/>
              <a:rect l="l" t="t" r="r" b="b"/>
              <a:pathLst>
                <a:path h="1600200">
                  <a:moveTo>
                    <a:pt x="0" y="1600199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58825" y="6112382"/>
            <a:ext cx="5944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Here’s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looks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like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colors</a:t>
            </a:r>
            <a:endParaRPr sz="2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84653E5-BDC0-055D-3DFD-10DE24BE3A0A}"/>
                  </a:ext>
                </a:extLst>
              </p14:cNvPr>
              <p14:cNvContentPartPr/>
              <p14:nvPr/>
            </p14:nvContentPartPr>
            <p14:xfrm>
              <a:off x="892440" y="663480"/>
              <a:ext cx="7214040" cy="51166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84653E5-BDC0-055D-3DFD-10DE24BE3A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6240" y="647280"/>
                <a:ext cx="7246440" cy="5154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Clustering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09675" y="1971675"/>
            <a:ext cx="2381250" cy="2000250"/>
            <a:chOff x="1209675" y="1971675"/>
            <a:chExt cx="2381250" cy="2000250"/>
          </a:xfrm>
        </p:grpSpPr>
        <p:sp>
          <p:nvSpPr>
            <p:cNvPr id="5" name="object 5"/>
            <p:cNvSpPr/>
            <p:nvPr/>
          </p:nvSpPr>
          <p:spPr>
            <a:xfrm>
              <a:off x="1219200" y="1981200"/>
              <a:ext cx="2362200" cy="1981200"/>
            </a:xfrm>
            <a:custGeom>
              <a:avLst/>
              <a:gdLst/>
              <a:ahLst/>
              <a:cxnLst/>
              <a:rect l="l" t="t" r="r" b="b"/>
              <a:pathLst>
                <a:path w="2362200" h="1981200">
                  <a:moveTo>
                    <a:pt x="0" y="0"/>
                  </a:moveTo>
                  <a:lnTo>
                    <a:pt x="2362199" y="0"/>
                  </a:lnTo>
                  <a:lnTo>
                    <a:pt x="2362199" y="1981199"/>
                  </a:lnTo>
                  <a:lnTo>
                    <a:pt x="0" y="19811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1637" y="2205037"/>
              <a:ext cx="85724" cy="857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4037" y="2357437"/>
              <a:ext cx="85724" cy="857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7837" y="2586037"/>
              <a:ext cx="85724" cy="857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3037" y="2433637"/>
              <a:ext cx="85724" cy="857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4637" y="2662237"/>
              <a:ext cx="85724" cy="857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38437" y="2433637"/>
              <a:ext cx="85724" cy="85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5637" y="2662237"/>
              <a:ext cx="85724" cy="85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7037" y="2814637"/>
              <a:ext cx="85724" cy="857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7037" y="2509837"/>
              <a:ext cx="85724" cy="857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6437" y="3424237"/>
              <a:ext cx="85724" cy="857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1237" y="3195637"/>
              <a:ext cx="85724" cy="857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4037" y="3195637"/>
              <a:ext cx="85724" cy="857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7837" y="3576637"/>
              <a:ext cx="85724" cy="857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5037" y="3500437"/>
              <a:ext cx="85724" cy="857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5437" y="2433637"/>
              <a:ext cx="85724" cy="857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2637" y="2205037"/>
              <a:ext cx="85724" cy="857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2637" y="2509837"/>
              <a:ext cx="85724" cy="857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2637" y="3195637"/>
              <a:ext cx="85724" cy="85724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5400675" y="1971675"/>
            <a:ext cx="2381250" cy="2000250"/>
            <a:chOff x="5400675" y="1971675"/>
            <a:chExt cx="2381250" cy="2000250"/>
          </a:xfrm>
        </p:grpSpPr>
        <p:sp>
          <p:nvSpPr>
            <p:cNvPr id="25" name="object 25"/>
            <p:cNvSpPr/>
            <p:nvPr/>
          </p:nvSpPr>
          <p:spPr>
            <a:xfrm>
              <a:off x="5410200" y="1981200"/>
              <a:ext cx="2362200" cy="1981200"/>
            </a:xfrm>
            <a:custGeom>
              <a:avLst/>
              <a:gdLst/>
              <a:ahLst/>
              <a:cxnLst/>
              <a:rect l="l" t="t" r="r" b="b"/>
              <a:pathLst>
                <a:path w="2362200" h="1981200">
                  <a:moveTo>
                    <a:pt x="0" y="0"/>
                  </a:moveTo>
                  <a:lnTo>
                    <a:pt x="2362199" y="0"/>
                  </a:lnTo>
                  <a:lnTo>
                    <a:pt x="2362199" y="1981199"/>
                  </a:lnTo>
                  <a:lnTo>
                    <a:pt x="0" y="19811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2637" y="2205037"/>
              <a:ext cx="85724" cy="857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5037" y="2357437"/>
              <a:ext cx="85724" cy="857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8837" y="2586037"/>
              <a:ext cx="85724" cy="8572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4037" y="2433637"/>
              <a:ext cx="85724" cy="8572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29437" y="2433637"/>
              <a:ext cx="85724" cy="8572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86637" y="2662237"/>
              <a:ext cx="85724" cy="8572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8037" y="2814637"/>
              <a:ext cx="85724" cy="8572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8037" y="2509837"/>
              <a:ext cx="85724" cy="8572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7437" y="3424237"/>
              <a:ext cx="85724" cy="8572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2237" y="3195637"/>
              <a:ext cx="85724" cy="8572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15037" y="3195637"/>
              <a:ext cx="85724" cy="8572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38837" y="3576637"/>
              <a:ext cx="85724" cy="8572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96037" y="3500437"/>
              <a:ext cx="85724" cy="8572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86437" y="2433637"/>
              <a:ext cx="85724" cy="8572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3637" y="2205037"/>
              <a:ext cx="85724" cy="8572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3637" y="2509837"/>
              <a:ext cx="85724" cy="8572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3637" y="3195637"/>
              <a:ext cx="85724" cy="8572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62650" y="2141538"/>
              <a:ext cx="285749" cy="22066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8000" y="2743200"/>
              <a:ext cx="301624" cy="22224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3938" y="3505200"/>
              <a:ext cx="301624" cy="23653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172200" y="33528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399" y="0"/>
                  </a:lnTo>
                  <a:lnTo>
                    <a:pt x="152399" y="152399"/>
                  </a:lnTo>
                  <a:lnTo>
                    <a:pt x="0" y="152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086600" y="25908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399" y="0"/>
                  </a:lnTo>
                  <a:lnTo>
                    <a:pt x="152399" y="152399"/>
                  </a:lnTo>
                  <a:lnTo>
                    <a:pt x="0" y="152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600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943600" y="2362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399" y="0"/>
                  </a:lnTo>
                  <a:lnTo>
                    <a:pt x="152399" y="152399"/>
                  </a:lnTo>
                  <a:lnTo>
                    <a:pt x="0" y="152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010400" y="2667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099" y="76199"/>
                  </a:moveTo>
                  <a:lnTo>
                    <a:pt x="23269" y="73205"/>
                  </a:lnTo>
                  <a:lnTo>
                    <a:pt x="11159" y="65040"/>
                  </a:lnTo>
                  <a:lnTo>
                    <a:pt x="2994" y="52930"/>
                  </a:lnTo>
                  <a:lnTo>
                    <a:pt x="0" y="38099"/>
                  </a:lnTo>
                  <a:lnTo>
                    <a:pt x="2943" y="23519"/>
                  </a:lnTo>
                  <a:lnTo>
                    <a:pt x="2994" y="23269"/>
                  </a:lnTo>
                  <a:lnTo>
                    <a:pt x="11159" y="11159"/>
                  </a:lnTo>
                  <a:lnTo>
                    <a:pt x="23408" y="2900"/>
                  </a:lnTo>
                  <a:lnTo>
                    <a:pt x="23734" y="2900"/>
                  </a:lnTo>
                  <a:lnTo>
                    <a:pt x="38099" y="0"/>
                  </a:lnTo>
                  <a:lnTo>
                    <a:pt x="73299" y="23519"/>
                  </a:lnTo>
                  <a:lnTo>
                    <a:pt x="76199" y="38099"/>
                  </a:lnTo>
                  <a:lnTo>
                    <a:pt x="73205" y="52930"/>
                  </a:lnTo>
                  <a:lnTo>
                    <a:pt x="65040" y="65040"/>
                  </a:lnTo>
                  <a:lnTo>
                    <a:pt x="52930" y="73205"/>
                  </a:lnTo>
                  <a:lnTo>
                    <a:pt x="38099" y="76199"/>
                  </a:lnTo>
                  <a:close/>
                </a:path>
              </a:pathLst>
            </a:custGeom>
            <a:solidFill>
              <a:srgbClr val="C600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10400" y="2667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099"/>
                  </a:moveTo>
                  <a:lnTo>
                    <a:pt x="2994" y="23269"/>
                  </a:lnTo>
                  <a:lnTo>
                    <a:pt x="11159" y="11159"/>
                  </a:lnTo>
                  <a:lnTo>
                    <a:pt x="23269" y="2994"/>
                  </a:lnTo>
                  <a:lnTo>
                    <a:pt x="38099" y="0"/>
                  </a:lnTo>
                  <a:lnTo>
                    <a:pt x="73299" y="23519"/>
                  </a:lnTo>
                  <a:lnTo>
                    <a:pt x="76199" y="38099"/>
                  </a:lnTo>
                  <a:lnTo>
                    <a:pt x="73205" y="52930"/>
                  </a:lnTo>
                  <a:lnTo>
                    <a:pt x="65040" y="65040"/>
                  </a:lnTo>
                  <a:lnTo>
                    <a:pt x="52930" y="73205"/>
                  </a:lnTo>
                  <a:lnTo>
                    <a:pt x="38099" y="76199"/>
                  </a:lnTo>
                  <a:lnTo>
                    <a:pt x="23269" y="73205"/>
                  </a:lnTo>
                  <a:lnTo>
                    <a:pt x="11159" y="65040"/>
                  </a:lnTo>
                  <a:lnTo>
                    <a:pt x="2994" y="52930"/>
                  </a:lnTo>
                  <a:lnTo>
                    <a:pt x="0" y="380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3957637" y="2662237"/>
            <a:ext cx="1152525" cy="542925"/>
            <a:chOff x="3957637" y="2662237"/>
            <a:chExt cx="1152525" cy="542925"/>
          </a:xfrm>
        </p:grpSpPr>
        <p:sp>
          <p:nvSpPr>
            <p:cNvPr id="52" name="object 52"/>
            <p:cNvSpPr/>
            <p:nvPr/>
          </p:nvSpPr>
          <p:spPr>
            <a:xfrm>
              <a:off x="3962400" y="2667000"/>
              <a:ext cx="1143000" cy="533400"/>
            </a:xfrm>
            <a:custGeom>
              <a:avLst/>
              <a:gdLst/>
              <a:ahLst/>
              <a:cxnLst/>
              <a:rect l="l" t="t" r="r" b="b"/>
              <a:pathLst>
                <a:path w="1143000" h="533400">
                  <a:moveTo>
                    <a:pt x="857252" y="533399"/>
                  </a:moveTo>
                  <a:lnTo>
                    <a:pt x="857252" y="400049"/>
                  </a:lnTo>
                  <a:lnTo>
                    <a:pt x="0" y="400049"/>
                  </a:lnTo>
                  <a:lnTo>
                    <a:pt x="0" y="133349"/>
                  </a:lnTo>
                  <a:lnTo>
                    <a:pt x="857252" y="133349"/>
                  </a:lnTo>
                  <a:lnTo>
                    <a:pt x="857252" y="0"/>
                  </a:lnTo>
                  <a:lnTo>
                    <a:pt x="1142999" y="266699"/>
                  </a:lnTo>
                  <a:lnTo>
                    <a:pt x="857252" y="5333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62400" y="2667000"/>
              <a:ext cx="1143000" cy="533400"/>
            </a:xfrm>
            <a:custGeom>
              <a:avLst/>
              <a:gdLst/>
              <a:ahLst/>
              <a:cxnLst/>
              <a:rect l="l" t="t" r="r" b="b"/>
              <a:pathLst>
                <a:path w="1143000" h="533400">
                  <a:moveTo>
                    <a:pt x="0" y="133349"/>
                  </a:moveTo>
                  <a:lnTo>
                    <a:pt x="857252" y="133349"/>
                  </a:lnTo>
                  <a:lnTo>
                    <a:pt x="857252" y="0"/>
                  </a:lnTo>
                  <a:lnTo>
                    <a:pt x="1142999" y="266699"/>
                  </a:lnTo>
                  <a:lnTo>
                    <a:pt x="857252" y="533399"/>
                  </a:lnTo>
                  <a:lnTo>
                    <a:pt x="857252" y="400049"/>
                  </a:lnTo>
                  <a:lnTo>
                    <a:pt x="0" y="400049"/>
                  </a:lnTo>
                  <a:lnTo>
                    <a:pt x="0" y="1333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58825" y="3950208"/>
            <a:ext cx="7569834" cy="1400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3170">
              <a:lnSpc>
                <a:spcPts val="2740"/>
              </a:lnSpc>
              <a:spcBef>
                <a:spcPts val="100"/>
              </a:spcBef>
              <a:tabLst>
                <a:tab pos="6694170" algn="l"/>
              </a:tabLst>
            </a:pPr>
            <a:r>
              <a:rPr sz="3600" spc="-75" baseline="2314" dirty="0">
                <a:latin typeface="Arial MT"/>
                <a:cs typeface="Arial MT"/>
              </a:rPr>
              <a:t>R</a:t>
            </a:r>
            <a:r>
              <a:rPr sz="3600" baseline="2314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R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740"/>
              </a:lnSpc>
            </a:pPr>
            <a:r>
              <a:rPr sz="2400" spc="-10" dirty="0">
                <a:latin typeface="Arial MT"/>
                <a:cs typeface="Arial MT"/>
              </a:rPr>
              <a:t>Objective</a:t>
            </a:r>
            <a:endParaRPr sz="24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15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point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should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possible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cluster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center</a:t>
            </a:r>
            <a:endParaRPr sz="2000">
              <a:latin typeface="Arial MT"/>
              <a:cs typeface="Arial MT"/>
            </a:endParaRPr>
          </a:p>
          <a:p>
            <a:pPr marL="913765">
              <a:lnSpc>
                <a:spcPct val="100000"/>
              </a:lnSpc>
              <a:spcBef>
                <a:spcPts val="370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3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Minimize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squared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distance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point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closest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center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58825" y="864209"/>
            <a:ext cx="5630545" cy="152146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choose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representative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colors?</a:t>
            </a:r>
            <a:endParaRPr sz="24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15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clustering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problem!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200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  <a:tabLst>
                <a:tab pos="4316095" algn="l"/>
              </a:tabLst>
            </a:pPr>
            <a:r>
              <a:rPr sz="2400" spc="-50" dirty="0">
                <a:latin typeface="Arial MT"/>
                <a:cs typeface="Arial MT"/>
              </a:rPr>
              <a:t>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G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6" name="object 5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86000" y="5562600"/>
            <a:ext cx="5105399" cy="6984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7EA3D89-FF61-3D8A-0974-73B412298AA5}"/>
                  </a:ext>
                </a:extLst>
              </p14:cNvPr>
              <p14:cNvContentPartPr/>
              <p14:nvPr/>
            </p14:nvContentPartPr>
            <p14:xfrm>
              <a:off x="1335600" y="982080"/>
              <a:ext cx="7571880" cy="53244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7EA3D89-FF61-3D8A-0974-73B412298AA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19400" y="965880"/>
                <a:ext cx="7604280" cy="535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3425" y="206247"/>
            <a:ext cx="73488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Break</a:t>
            </a:r>
            <a:r>
              <a:rPr spc="-30" dirty="0"/>
              <a:t> </a:t>
            </a:r>
            <a:r>
              <a:rPr dirty="0"/>
              <a:t>it</a:t>
            </a:r>
            <a:r>
              <a:rPr spc="-35" dirty="0"/>
              <a:t> </a:t>
            </a:r>
            <a:r>
              <a:rPr dirty="0"/>
              <a:t>down</a:t>
            </a:r>
            <a:r>
              <a:rPr spc="-30" dirty="0"/>
              <a:t> </a:t>
            </a:r>
            <a:r>
              <a:rPr dirty="0"/>
              <a:t>into</a:t>
            </a:r>
            <a:r>
              <a:rPr spc="-25" dirty="0"/>
              <a:t> </a:t>
            </a:r>
            <a:r>
              <a:rPr dirty="0"/>
              <a:t>subproblem</a:t>
            </a:r>
            <a:r>
              <a:rPr spc="-140" dirty="0"/>
              <a:t>s</a:t>
            </a:r>
            <a:r>
              <a:rPr sz="1200" spc="-7" baseline="128472" dirty="0"/>
              <a:t>C</a:t>
            </a:r>
            <a:r>
              <a:rPr sz="1200" baseline="128472" dirty="0"/>
              <a:t>V</a:t>
            </a:r>
            <a:r>
              <a:rPr sz="1200" spc="-15" baseline="128472" dirty="0"/>
              <a:t> </a:t>
            </a:r>
            <a:r>
              <a:rPr sz="1200" spc="-30" baseline="128472" dirty="0"/>
              <a:t>11:</a:t>
            </a:r>
            <a:r>
              <a:rPr sz="1200" spc="-15" baseline="128472" dirty="0"/>
              <a:t> </a:t>
            </a:r>
            <a:r>
              <a:rPr sz="1200" baseline="128472" dirty="0"/>
              <a:t>Image</a:t>
            </a:r>
            <a:r>
              <a:rPr sz="1200" spc="-22" baseline="128472" dirty="0"/>
              <a:t> </a:t>
            </a:r>
            <a:r>
              <a:rPr sz="1200" spc="-15" baseline="128472" dirty="0"/>
              <a:t>Segmentation</a:t>
            </a:r>
            <a:endParaRPr sz="1200" baseline="128472"/>
          </a:p>
        </p:txBody>
      </p:sp>
      <p:grpSp>
        <p:nvGrpSpPr>
          <p:cNvPr id="3" name="object 3"/>
          <p:cNvGrpSpPr/>
          <p:nvPr/>
        </p:nvGrpSpPr>
        <p:grpSpPr>
          <a:xfrm>
            <a:off x="5400675" y="2276475"/>
            <a:ext cx="2381250" cy="2000250"/>
            <a:chOff x="5400675" y="2276475"/>
            <a:chExt cx="2381250" cy="2000250"/>
          </a:xfrm>
        </p:grpSpPr>
        <p:sp>
          <p:nvSpPr>
            <p:cNvPr id="4" name="object 4"/>
            <p:cNvSpPr/>
            <p:nvPr/>
          </p:nvSpPr>
          <p:spPr>
            <a:xfrm>
              <a:off x="5410200" y="2286000"/>
              <a:ext cx="2362200" cy="1981200"/>
            </a:xfrm>
            <a:custGeom>
              <a:avLst/>
              <a:gdLst/>
              <a:ahLst/>
              <a:cxnLst/>
              <a:rect l="l" t="t" r="r" b="b"/>
              <a:pathLst>
                <a:path w="2362200" h="1981200">
                  <a:moveTo>
                    <a:pt x="0" y="0"/>
                  </a:moveTo>
                  <a:lnTo>
                    <a:pt x="2362199" y="0"/>
                  </a:lnTo>
                  <a:lnTo>
                    <a:pt x="2362199" y="1981199"/>
                  </a:lnTo>
                  <a:lnTo>
                    <a:pt x="0" y="19811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62650" y="2446338"/>
              <a:ext cx="285749" cy="22066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3938" y="3810000"/>
              <a:ext cx="301624" cy="23653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0" y="3048000"/>
              <a:ext cx="301624" cy="2222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62637" y="2509837"/>
              <a:ext cx="85724" cy="857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15037" y="2662237"/>
              <a:ext cx="85724" cy="857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38837" y="2890837"/>
              <a:ext cx="85724" cy="857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34037" y="2738437"/>
              <a:ext cx="85724" cy="85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05637" y="2967037"/>
              <a:ext cx="85724" cy="85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29437" y="2738437"/>
              <a:ext cx="85724" cy="857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86637" y="2967037"/>
              <a:ext cx="85724" cy="857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58037" y="3119437"/>
              <a:ext cx="85724" cy="857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58037" y="2814637"/>
              <a:ext cx="85724" cy="857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7437" y="3729037"/>
              <a:ext cx="85724" cy="857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2237" y="3500437"/>
              <a:ext cx="85724" cy="857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15037" y="3500437"/>
              <a:ext cx="85724" cy="857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38837" y="3881437"/>
              <a:ext cx="85724" cy="857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96037" y="3805237"/>
              <a:ext cx="85724" cy="857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6437" y="2738437"/>
              <a:ext cx="85724" cy="857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3637" y="2509837"/>
              <a:ext cx="85724" cy="857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3637" y="2814637"/>
              <a:ext cx="85724" cy="85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3637" y="3500437"/>
              <a:ext cx="85724" cy="857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43600" y="2667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399" y="0"/>
                  </a:lnTo>
                  <a:lnTo>
                    <a:pt x="152399" y="152399"/>
                  </a:lnTo>
                  <a:lnTo>
                    <a:pt x="0" y="152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86600" y="2895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399" y="0"/>
                  </a:lnTo>
                  <a:lnTo>
                    <a:pt x="152399" y="152399"/>
                  </a:lnTo>
                  <a:lnTo>
                    <a:pt x="0" y="152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600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72200" y="3657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399" y="0"/>
                  </a:lnTo>
                  <a:lnTo>
                    <a:pt x="152399" y="152399"/>
                  </a:lnTo>
                  <a:lnTo>
                    <a:pt x="0" y="152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33425" y="864209"/>
            <a:ext cx="7588884" cy="115824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 MT"/>
                <a:cs typeface="Arial MT"/>
              </a:rPr>
              <a:t>Suppose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tell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cluster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centers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c</a:t>
            </a:r>
            <a:r>
              <a:rPr sz="2400" spc="-37" baseline="-31250" dirty="0">
                <a:latin typeface="Arial MT"/>
                <a:cs typeface="Arial MT"/>
              </a:rPr>
              <a:t>i</a:t>
            </a:r>
            <a:endParaRPr sz="2400" baseline="-31250">
              <a:latin typeface="Arial MT"/>
              <a:cs typeface="Arial MT"/>
            </a:endParaRPr>
          </a:p>
          <a:p>
            <a:pPr marL="780415" indent="-247015">
              <a:lnSpc>
                <a:spcPct val="100000"/>
              </a:lnSpc>
              <a:spcBef>
                <a:spcPts val="415"/>
              </a:spcBef>
              <a:buChar char="•"/>
              <a:tabLst>
                <a:tab pos="780415" algn="l"/>
                <a:tab pos="1189355" algn="l"/>
              </a:tabLst>
            </a:pPr>
            <a:r>
              <a:rPr sz="2000" spc="-25" dirty="0">
                <a:latin typeface="Arial MT"/>
                <a:cs typeface="Arial MT"/>
              </a:rPr>
              <a:t>Q:</a:t>
            </a:r>
            <a:r>
              <a:rPr sz="2000" dirty="0">
                <a:latin typeface="Arial MT"/>
                <a:cs typeface="Arial MT"/>
              </a:rPr>
              <a:t>	how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determine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points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associate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c</a:t>
            </a:r>
            <a:r>
              <a:rPr sz="1950" spc="-37" baseline="-32051" dirty="0">
                <a:latin typeface="Arial MT"/>
                <a:cs typeface="Arial MT"/>
              </a:rPr>
              <a:t>i</a:t>
            </a:r>
            <a:r>
              <a:rPr sz="2000" spc="-25" dirty="0">
                <a:latin typeface="Arial MT"/>
                <a:cs typeface="Arial MT"/>
              </a:rPr>
              <a:t>?</a:t>
            </a:r>
            <a:endParaRPr sz="2000">
              <a:latin typeface="Arial MT"/>
              <a:cs typeface="Arial MT"/>
            </a:endParaRPr>
          </a:p>
          <a:p>
            <a:pPr marL="780415" indent="-247015">
              <a:lnSpc>
                <a:spcPct val="100000"/>
              </a:lnSpc>
              <a:spcBef>
                <a:spcPts val="320"/>
              </a:spcBef>
              <a:buChar char="•"/>
              <a:tabLst>
                <a:tab pos="780415" algn="l"/>
                <a:tab pos="1160780" algn="l"/>
              </a:tabLst>
            </a:pPr>
            <a:r>
              <a:rPr sz="2000" spc="-25" dirty="0">
                <a:latin typeface="Arial MT"/>
                <a:cs typeface="Arial MT"/>
              </a:rPr>
              <a:t>A:</a:t>
            </a:r>
            <a:r>
              <a:rPr sz="2000" dirty="0">
                <a:latin typeface="Arial MT"/>
                <a:cs typeface="Arial MT"/>
              </a:rPr>
              <a:t>	for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point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choose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closest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c</a:t>
            </a:r>
            <a:r>
              <a:rPr sz="1950" spc="-37" baseline="-32051" dirty="0">
                <a:latin typeface="Arial MT"/>
                <a:cs typeface="Arial MT"/>
              </a:rPr>
              <a:t>i</a:t>
            </a:r>
            <a:endParaRPr sz="1950" baseline="-32051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209675" y="2276475"/>
            <a:ext cx="2381250" cy="2000250"/>
            <a:chOff x="1209675" y="2276475"/>
            <a:chExt cx="2381250" cy="2000250"/>
          </a:xfrm>
        </p:grpSpPr>
        <p:sp>
          <p:nvSpPr>
            <p:cNvPr id="31" name="object 31"/>
            <p:cNvSpPr/>
            <p:nvPr/>
          </p:nvSpPr>
          <p:spPr>
            <a:xfrm>
              <a:off x="1219200" y="2286000"/>
              <a:ext cx="2362200" cy="1981200"/>
            </a:xfrm>
            <a:custGeom>
              <a:avLst/>
              <a:gdLst/>
              <a:ahLst/>
              <a:cxnLst/>
              <a:rect l="l" t="t" r="r" b="b"/>
              <a:pathLst>
                <a:path w="2362200" h="1981200">
                  <a:moveTo>
                    <a:pt x="0" y="0"/>
                  </a:moveTo>
                  <a:lnTo>
                    <a:pt x="2362199" y="0"/>
                  </a:lnTo>
                  <a:lnTo>
                    <a:pt x="2362199" y="1981199"/>
                  </a:lnTo>
                  <a:lnTo>
                    <a:pt x="0" y="19811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1637" y="2509837"/>
              <a:ext cx="85724" cy="8572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037" y="2662237"/>
              <a:ext cx="85724" cy="8572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47837" y="2890837"/>
              <a:ext cx="85724" cy="8572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3037" y="2738437"/>
              <a:ext cx="85724" cy="8572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4637" y="2967037"/>
              <a:ext cx="85724" cy="8572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38437" y="2738437"/>
              <a:ext cx="85724" cy="8572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95637" y="2967037"/>
              <a:ext cx="85724" cy="8572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67037" y="3119437"/>
              <a:ext cx="85724" cy="8572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67037" y="2814637"/>
              <a:ext cx="85724" cy="8572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76437" y="3729037"/>
              <a:ext cx="85724" cy="8572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1237" y="3500437"/>
              <a:ext cx="85724" cy="8572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037" y="3500437"/>
              <a:ext cx="85724" cy="8572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47837" y="3881437"/>
              <a:ext cx="85724" cy="8572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05037" y="3805237"/>
              <a:ext cx="85724" cy="8572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5437" y="2738437"/>
              <a:ext cx="85724" cy="8572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2637" y="2509837"/>
              <a:ext cx="85724" cy="8572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2637" y="2814637"/>
              <a:ext cx="85724" cy="8572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2637" y="3500437"/>
              <a:ext cx="85724" cy="85724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3957637" y="2967037"/>
            <a:ext cx="1152525" cy="542925"/>
            <a:chOff x="3957637" y="2967037"/>
            <a:chExt cx="1152525" cy="542925"/>
          </a:xfrm>
        </p:grpSpPr>
        <p:sp>
          <p:nvSpPr>
            <p:cNvPr id="51" name="object 51"/>
            <p:cNvSpPr/>
            <p:nvPr/>
          </p:nvSpPr>
          <p:spPr>
            <a:xfrm>
              <a:off x="3962400" y="2971800"/>
              <a:ext cx="1143000" cy="533400"/>
            </a:xfrm>
            <a:custGeom>
              <a:avLst/>
              <a:gdLst/>
              <a:ahLst/>
              <a:cxnLst/>
              <a:rect l="l" t="t" r="r" b="b"/>
              <a:pathLst>
                <a:path w="1143000" h="533400">
                  <a:moveTo>
                    <a:pt x="857252" y="533399"/>
                  </a:moveTo>
                  <a:lnTo>
                    <a:pt x="857252" y="400049"/>
                  </a:lnTo>
                  <a:lnTo>
                    <a:pt x="0" y="400049"/>
                  </a:lnTo>
                  <a:lnTo>
                    <a:pt x="0" y="133349"/>
                  </a:lnTo>
                  <a:lnTo>
                    <a:pt x="857252" y="133349"/>
                  </a:lnTo>
                  <a:lnTo>
                    <a:pt x="857252" y="0"/>
                  </a:lnTo>
                  <a:lnTo>
                    <a:pt x="1142999" y="266699"/>
                  </a:lnTo>
                  <a:lnTo>
                    <a:pt x="857252" y="5333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962400" y="2971800"/>
              <a:ext cx="1143000" cy="533400"/>
            </a:xfrm>
            <a:custGeom>
              <a:avLst/>
              <a:gdLst/>
              <a:ahLst/>
              <a:cxnLst/>
              <a:rect l="l" t="t" r="r" b="b"/>
              <a:pathLst>
                <a:path w="1143000" h="533400">
                  <a:moveTo>
                    <a:pt x="0" y="133349"/>
                  </a:moveTo>
                  <a:lnTo>
                    <a:pt x="857252" y="133349"/>
                  </a:lnTo>
                  <a:lnTo>
                    <a:pt x="857252" y="0"/>
                  </a:lnTo>
                  <a:lnTo>
                    <a:pt x="1142999" y="266699"/>
                  </a:lnTo>
                  <a:lnTo>
                    <a:pt x="857252" y="533399"/>
                  </a:lnTo>
                  <a:lnTo>
                    <a:pt x="857252" y="400049"/>
                  </a:lnTo>
                  <a:lnTo>
                    <a:pt x="0" y="400049"/>
                  </a:lnTo>
                  <a:lnTo>
                    <a:pt x="0" y="1333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33425" y="4445609"/>
            <a:ext cx="6882130" cy="115824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 MT"/>
                <a:cs typeface="Arial MT"/>
              </a:rPr>
              <a:t>Suppose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tell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cluster</a:t>
            </a:r>
            <a:endParaRPr sz="2400">
              <a:latin typeface="Arial MT"/>
              <a:cs typeface="Arial MT"/>
            </a:endParaRPr>
          </a:p>
          <a:p>
            <a:pPr marL="780415" indent="-247015">
              <a:lnSpc>
                <a:spcPct val="100000"/>
              </a:lnSpc>
              <a:spcBef>
                <a:spcPts val="415"/>
              </a:spcBef>
              <a:buChar char="•"/>
              <a:tabLst>
                <a:tab pos="780415" algn="l"/>
                <a:tab pos="1189355" algn="l"/>
              </a:tabLst>
            </a:pPr>
            <a:r>
              <a:rPr sz="2000" spc="-25" dirty="0">
                <a:latin typeface="Arial MT"/>
                <a:cs typeface="Arial MT"/>
              </a:rPr>
              <a:t>Q:</a:t>
            </a:r>
            <a:r>
              <a:rPr sz="2000" dirty="0">
                <a:latin typeface="Arial MT"/>
                <a:cs typeface="Arial MT"/>
              </a:rPr>
              <a:t>	how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determine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cluster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centers?</a:t>
            </a:r>
            <a:endParaRPr sz="2000">
              <a:latin typeface="Arial MT"/>
              <a:cs typeface="Arial MT"/>
            </a:endParaRPr>
          </a:p>
          <a:p>
            <a:pPr marL="780415" indent="-247015">
              <a:lnSpc>
                <a:spcPct val="100000"/>
              </a:lnSpc>
              <a:spcBef>
                <a:spcPts val="320"/>
              </a:spcBef>
              <a:buChar char="•"/>
              <a:tabLst>
                <a:tab pos="780415" algn="l"/>
                <a:tab pos="1160780" algn="l"/>
              </a:tabLst>
            </a:pPr>
            <a:r>
              <a:rPr sz="2000" spc="-25" dirty="0">
                <a:latin typeface="Arial MT"/>
                <a:cs typeface="Arial MT"/>
              </a:rPr>
              <a:t>A:</a:t>
            </a:r>
            <a:r>
              <a:rPr sz="2000" dirty="0">
                <a:latin typeface="Arial MT"/>
                <a:cs typeface="Arial MT"/>
              </a:rPr>
              <a:t>	choose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1950" baseline="-32051" dirty="0">
                <a:latin typeface="Arial MT"/>
                <a:cs typeface="Arial MT"/>
              </a:rPr>
              <a:t>i</a:t>
            </a:r>
            <a:r>
              <a:rPr sz="1950" spc="247" baseline="-32051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points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cluster</a:t>
            </a:r>
            <a:endParaRPr sz="20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620849B-ACE9-11FA-2587-FA1B8251E3A1}"/>
                  </a:ext>
                </a:extLst>
              </p14:cNvPr>
              <p14:cNvContentPartPr/>
              <p14:nvPr/>
            </p14:nvContentPartPr>
            <p14:xfrm>
              <a:off x="3924720" y="1631520"/>
              <a:ext cx="4290120" cy="10872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620849B-ACE9-11FA-2587-FA1B8251E3A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08520" y="1609920"/>
                <a:ext cx="4327920" cy="1125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K-means</a:t>
            </a:r>
            <a:r>
              <a:rPr spc="-15" dirty="0"/>
              <a:t> </a:t>
            </a:r>
            <a:r>
              <a:rPr spc="-10" dirty="0"/>
              <a:t>clustering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9950" y="872987"/>
            <a:ext cx="7714615" cy="503872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K-means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clustering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algorithm</a:t>
            </a:r>
            <a:endParaRPr sz="2400">
              <a:latin typeface="Arial MT"/>
              <a:cs typeface="Arial MT"/>
            </a:endParaRPr>
          </a:p>
          <a:p>
            <a:pPr marL="913765" indent="-465455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913765" algn="l"/>
              </a:tabLst>
            </a:pPr>
            <a:r>
              <a:rPr sz="2000" dirty="0">
                <a:latin typeface="Arial MT"/>
                <a:cs typeface="Arial MT"/>
              </a:rPr>
              <a:t>Randomly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initialize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cluster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centers,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1950" baseline="-32051" dirty="0">
                <a:latin typeface="Arial MT"/>
                <a:cs typeface="Arial MT"/>
              </a:rPr>
              <a:t>1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...,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c</a:t>
            </a:r>
            <a:r>
              <a:rPr sz="1950" spc="-37" baseline="-32051" dirty="0">
                <a:latin typeface="Arial MT"/>
                <a:cs typeface="Arial MT"/>
              </a:rPr>
              <a:t>K</a:t>
            </a:r>
            <a:endParaRPr sz="1950" baseline="-32051">
              <a:latin typeface="Arial MT"/>
              <a:cs typeface="Arial MT"/>
            </a:endParaRPr>
          </a:p>
          <a:p>
            <a:pPr marL="913765" indent="-465455">
              <a:lnSpc>
                <a:spcPct val="100000"/>
              </a:lnSpc>
              <a:spcBef>
                <a:spcPts val="160"/>
              </a:spcBef>
              <a:buAutoNum type="arabicPeriod"/>
              <a:tabLst>
                <a:tab pos="913765" algn="l"/>
              </a:tabLst>
            </a:pPr>
            <a:r>
              <a:rPr sz="2000" dirty="0">
                <a:latin typeface="Arial MT"/>
                <a:cs typeface="Arial MT"/>
              </a:rPr>
              <a:t>Given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cluster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centers,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determine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points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cluster</a:t>
            </a:r>
            <a:endParaRPr sz="2000">
              <a:latin typeface="Arial MT"/>
              <a:cs typeface="Arial MT"/>
            </a:endParaRPr>
          </a:p>
          <a:p>
            <a:pPr marL="1332865" lvl="1" indent="-308610">
              <a:lnSpc>
                <a:spcPct val="100000"/>
              </a:lnSpc>
              <a:spcBef>
                <a:spcPts val="145"/>
              </a:spcBef>
              <a:buChar char="•"/>
              <a:tabLst>
                <a:tab pos="1332865" algn="l"/>
              </a:tabLst>
            </a:pP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point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closest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</a:t>
            </a:r>
            <a:r>
              <a:rPr sz="1800" baseline="-32407" dirty="0">
                <a:latin typeface="Arial MT"/>
                <a:cs typeface="Arial MT"/>
              </a:rPr>
              <a:t>i</a:t>
            </a:r>
            <a:r>
              <a:rPr sz="1800" dirty="0">
                <a:latin typeface="Arial MT"/>
                <a:cs typeface="Arial MT"/>
              </a:rPr>
              <a:t>.</a:t>
            </a:r>
            <a:r>
              <a:rPr sz="1800" spc="4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cluster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i</a:t>
            </a:r>
            <a:endParaRPr sz="1800">
              <a:latin typeface="Arial MT"/>
              <a:cs typeface="Arial MT"/>
            </a:endParaRPr>
          </a:p>
          <a:p>
            <a:pPr marL="913765" indent="-465455">
              <a:lnSpc>
                <a:spcPct val="100000"/>
              </a:lnSpc>
              <a:spcBef>
                <a:spcPts val="160"/>
              </a:spcBef>
              <a:buAutoNum type="arabicPeriod"/>
              <a:tabLst>
                <a:tab pos="913765" algn="l"/>
              </a:tabLst>
            </a:pPr>
            <a:r>
              <a:rPr sz="2000" dirty="0">
                <a:latin typeface="Arial MT"/>
                <a:cs typeface="Arial MT"/>
              </a:rPr>
              <a:t>Given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points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cluster,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solve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c</a:t>
            </a:r>
            <a:r>
              <a:rPr sz="1950" spc="-37" baseline="-32051" dirty="0">
                <a:latin typeface="Arial MT"/>
                <a:cs typeface="Arial MT"/>
              </a:rPr>
              <a:t>i</a:t>
            </a:r>
            <a:endParaRPr sz="1950" baseline="-32051">
              <a:latin typeface="Arial MT"/>
              <a:cs typeface="Arial MT"/>
            </a:endParaRPr>
          </a:p>
          <a:p>
            <a:pPr marL="1332865" lvl="1" indent="-308610">
              <a:lnSpc>
                <a:spcPct val="100000"/>
              </a:lnSpc>
              <a:spcBef>
                <a:spcPts val="145"/>
              </a:spcBef>
              <a:buChar char="•"/>
              <a:tabLst>
                <a:tab pos="1332865" algn="l"/>
              </a:tabLst>
            </a:pPr>
            <a:r>
              <a:rPr sz="1800" dirty="0">
                <a:latin typeface="Arial MT"/>
                <a:cs typeface="Arial MT"/>
              </a:rPr>
              <a:t>Set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</a:t>
            </a:r>
            <a:r>
              <a:rPr sz="1800" baseline="-32407" dirty="0">
                <a:latin typeface="Arial MT"/>
                <a:cs typeface="Arial MT"/>
              </a:rPr>
              <a:t>i</a:t>
            </a:r>
            <a:r>
              <a:rPr sz="1800" spc="240" baseline="-32407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points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cluster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i</a:t>
            </a:r>
            <a:endParaRPr sz="1800">
              <a:latin typeface="Arial MT"/>
              <a:cs typeface="Arial MT"/>
            </a:endParaRPr>
          </a:p>
          <a:p>
            <a:pPr marL="913765" indent="-465455">
              <a:lnSpc>
                <a:spcPct val="100000"/>
              </a:lnSpc>
              <a:spcBef>
                <a:spcPts val="160"/>
              </a:spcBef>
              <a:buAutoNum type="arabicPeriod"/>
              <a:tabLst>
                <a:tab pos="913765" algn="l"/>
              </a:tabLst>
            </a:pPr>
            <a:r>
              <a:rPr sz="2000" dirty="0">
                <a:latin typeface="Arial MT"/>
                <a:cs typeface="Arial MT"/>
              </a:rPr>
              <a:t>If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1950" baseline="-32051" dirty="0">
                <a:latin typeface="Arial MT"/>
                <a:cs typeface="Arial MT"/>
              </a:rPr>
              <a:t>i</a:t>
            </a:r>
            <a:r>
              <a:rPr sz="1950" spc="254" baseline="-32051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changed,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repeat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2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Font typeface="Arial MT"/>
              <a:buAutoNum type="arabicPeriod"/>
            </a:pPr>
            <a:endParaRPr sz="2000">
              <a:latin typeface="Arial MT"/>
              <a:cs typeface="Arial MT"/>
            </a:endParaRPr>
          </a:p>
          <a:p>
            <a:pPr marL="76200">
              <a:lnSpc>
                <a:spcPts val="2735"/>
              </a:lnSpc>
            </a:pPr>
            <a:r>
              <a:rPr sz="2400" spc="-10" dirty="0">
                <a:latin typeface="Arial MT"/>
                <a:cs typeface="Arial MT"/>
              </a:rPr>
              <a:t>Demo:</a:t>
            </a:r>
            <a:endParaRPr sz="2400">
              <a:latin typeface="Arial MT"/>
              <a:cs typeface="Arial MT"/>
            </a:endParaRPr>
          </a:p>
          <a:p>
            <a:pPr marL="533400">
              <a:lnSpc>
                <a:spcPts val="2735"/>
              </a:lnSpc>
            </a:pP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https://ai.stanford.edu/~syyeung/cvweb/tutorial3.html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24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Properties</a:t>
            </a:r>
            <a:endParaRPr sz="2400">
              <a:latin typeface="Arial MT"/>
              <a:cs typeface="Arial MT"/>
            </a:endParaRPr>
          </a:p>
          <a:p>
            <a:pPr marL="913765" lvl="1" indent="-342265">
              <a:lnSpc>
                <a:spcPct val="100000"/>
              </a:lnSpc>
              <a:spcBef>
                <a:spcPts val="170"/>
              </a:spcBef>
              <a:buChar char="•"/>
              <a:tabLst>
                <a:tab pos="913765" algn="l"/>
              </a:tabLst>
            </a:pP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always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converge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some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 MT"/>
                <a:cs typeface="Arial MT"/>
              </a:rPr>
              <a:t>solution</a:t>
            </a:r>
            <a:endParaRPr sz="2000">
              <a:latin typeface="Arial MT"/>
              <a:cs typeface="Arial MT"/>
            </a:endParaRPr>
          </a:p>
          <a:p>
            <a:pPr marL="913765" lvl="1" indent="-342265">
              <a:lnSpc>
                <a:spcPct val="100000"/>
              </a:lnSpc>
              <a:spcBef>
                <a:spcPts val="160"/>
              </a:spcBef>
              <a:buChar char="•"/>
              <a:tabLst>
                <a:tab pos="913765" algn="l"/>
              </a:tabLst>
            </a:pP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“local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minimum”</a:t>
            </a:r>
            <a:endParaRPr sz="2000">
              <a:latin typeface="Arial MT"/>
              <a:cs typeface="Arial MT"/>
            </a:endParaRPr>
          </a:p>
          <a:p>
            <a:pPr marL="1332865" lvl="2" indent="-308610">
              <a:lnSpc>
                <a:spcPct val="100000"/>
              </a:lnSpc>
              <a:spcBef>
                <a:spcPts val="145"/>
              </a:spcBef>
              <a:buChar char="•"/>
              <a:tabLst>
                <a:tab pos="1332865" algn="l"/>
              </a:tabLst>
            </a:pPr>
            <a:r>
              <a:rPr sz="1800" dirty="0">
                <a:latin typeface="Arial MT"/>
                <a:cs typeface="Arial MT"/>
              </a:rPr>
              <a:t>does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always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global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minimum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objective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function: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49538" y="5930900"/>
            <a:ext cx="3903661" cy="5333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FABF4DD-1CC9-F7DF-84FB-5121FE21D2E3}"/>
                  </a:ext>
                </a:extLst>
              </p14:cNvPr>
              <p14:cNvContentPartPr/>
              <p14:nvPr/>
            </p14:nvContentPartPr>
            <p14:xfrm>
              <a:off x="5294160" y="841320"/>
              <a:ext cx="3492720" cy="793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FABF4DD-1CC9-F7DF-84FB-5121FE21D2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77960" y="825120"/>
                <a:ext cx="3525120" cy="825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0DE95A32-2C0D-391E-D4E1-E78920280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356360"/>
            <a:ext cx="5543550" cy="44348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7ED371-5554-1A92-0292-62C16B260DF8}"/>
                  </a:ext>
                </a:extLst>
              </p14:cNvPr>
              <p14:cNvContentPartPr/>
              <p14:nvPr/>
            </p14:nvContentPartPr>
            <p14:xfrm>
              <a:off x="6779880" y="211320"/>
              <a:ext cx="2230560" cy="1887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7ED371-5554-1A92-0292-62C16B260D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63680" y="195120"/>
                <a:ext cx="2262960" cy="191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3634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</a:t>
            </a:r>
            <a:r>
              <a:rPr spc="-10" dirty="0"/>
              <a:t> </a:t>
            </a:r>
            <a:r>
              <a:rPr dirty="0"/>
              <a:t>means</a:t>
            </a:r>
            <a:r>
              <a:rPr spc="-5" dirty="0"/>
              <a:t> </a:t>
            </a:r>
            <a:r>
              <a:rPr spc="-10" dirty="0"/>
              <a:t>clustering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42374"/>
            <a:ext cx="9088158" cy="242443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ACE4F37-D57D-CA56-D0C4-A08E07F9B00C}"/>
                  </a:ext>
                </a:extLst>
              </p14:cNvPr>
              <p14:cNvContentPartPr/>
              <p14:nvPr/>
            </p14:nvContentPartPr>
            <p14:xfrm>
              <a:off x="319680" y="936360"/>
              <a:ext cx="8634600" cy="4395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ACE4F37-D57D-CA56-D0C4-A08E07F9B0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3480" y="920160"/>
                <a:ext cx="8667000" cy="4433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Probabilistic</a:t>
            </a:r>
            <a:r>
              <a:rPr spc="-15" dirty="0"/>
              <a:t> </a:t>
            </a:r>
            <a:r>
              <a:rPr spc="-10" dirty="0"/>
              <a:t>clustering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825" y="864209"/>
            <a:ext cx="7613015" cy="378523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 MT"/>
                <a:cs typeface="Arial MT"/>
              </a:rPr>
              <a:t>Basic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questions</a:t>
            </a:r>
            <a:endParaRPr sz="2400" dirty="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15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what’s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probability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point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x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cluster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m?</a:t>
            </a:r>
            <a:endParaRPr sz="2000" dirty="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00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what’s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shape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cluster?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sz="2400" dirty="0">
                <a:latin typeface="Arial MT"/>
                <a:cs typeface="Arial MT"/>
              </a:rPr>
              <a:t>K-means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doesn’t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answer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these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questions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Basic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idea</a:t>
            </a:r>
            <a:endParaRPr sz="2400" dirty="0">
              <a:latin typeface="Arial MT"/>
              <a:cs typeface="Arial MT"/>
            </a:endParaRPr>
          </a:p>
          <a:p>
            <a:pPr marL="755650" marR="5080" indent="-247650">
              <a:lnSpc>
                <a:spcPct val="100000"/>
              </a:lnSpc>
              <a:spcBef>
                <a:spcPts val="415"/>
              </a:spcBef>
              <a:buChar char="•"/>
              <a:tabLst>
                <a:tab pos="755650" algn="l"/>
              </a:tabLst>
            </a:pPr>
            <a:r>
              <a:rPr sz="2000" dirty="0">
                <a:latin typeface="Arial MT"/>
                <a:cs typeface="Arial MT"/>
              </a:rPr>
              <a:t>instead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treating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bunch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points,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assume</a:t>
            </a:r>
            <a:r>
              <a:rPr sz="2000" spc="5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sampling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continuous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function</a:t>
            </a:r>
            <a:endParaRPr sz="2000" dirty="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00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generative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model</a:t>
            </a:r>
            <a:endParaRPr sz="2000" dirty="0">
              <a:latin typeface="Arial"/>
              <a:cs typeface="Arial"/>
            </a:endParaRPr>
          </a:p>
          <a:p>
            <a:pPr marL="913765">
              <a:lnSpc>
                <a:spcPct val="100000"/>
              </a:lnSpc>
              <a:spcBef>
                <a:spcPts val="365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3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defined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vector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parameters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b="1" spc="-50" dirty="0">
                <a:latin typeface="Arial"/>
                <a:cs typeface="Arial"/>
              </a:rPr>
              <a:t>θ</a:t>
            </a:r>
            <a:endParaRPr sz="1800" dirty="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BF5E9EE-CB7C-9ED5-D6E9-A02CFDFE7068}"/>
                  </a:ext>
                </a:extLst>
              </p14:cNvPr>
              <p14:cNvContentPartPr/>
              <p14:nvPr/>
            </p14:nvContentPartPr>
            <p14:xfrm>
              <a:off x="1580400" y="463320"/>
              <a:ext cx="7448040" cy="6061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BF5E9EE-CB7C-9ED5-D6E9-A02CFDFE70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4200" y="447120"/>
                <a:ext cx="7480440" cy="6094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Mixture</a:t>
            </a:r>
            <a:r>
              <a:rPr spc="-9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10" dirty="0"/>
              <a:t>Gaussians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0725" y="3545840"/>
            <a:ext cx="7974330" cy="208788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generative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mixture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Gaussians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(MOG)</a:t>
            </a:r>
            <a:endParaRPr sz="2000">
              <a:latin typeface="Arial MT"/>
              <a:cs typeface="Arial MT"/>
            </a:endParaRPr>
          </a:p>
          <a:p>
            <a:pPr marL="793115" marR="85725" indent="-251460">
              <a:lnSpc>
                <a:spcPct val="115300"/>
              </a:lnSpc>
              <a:spcBef>
                <a:spcPts val="30"/>
              </a:spcBef>
              <a:buChar char="•"/>
              <a:tabLst>
                <a:tab pos="951865" algn="l"/>
              </a:tabLst>
            </a:pPr>
            <a:r>
              <a:rPr sz="1800" dirty="0">
                <a:latin typeface="Arial MT"/>
                <a:cs typeface="Arial MT"/>
              </a:rPr>
              <a:t>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Gaussian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blobs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means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μ</a:t>
            </a:r>
            <a:r>
              <a:rPr sz="1800" b="1" baseline="-32407" dirty="0">
                <a:latin typeface="Arial"/>
                <a:cs typeface="Arial"/>
              </a:rPr>
              <a:t>b</a:t>
            </a:r>
            <a:r>
              <a:rPr sz="1800" b="1" spc="225" baseline="-32407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covariance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matrices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V</a:t>
            </a:r>
            <a:r>
              <a:rPr sz="1800" b="1" baseline="-32407" dirty="0">
                <a:latin typeface="Arial"/>
                <a:cs typeface="Arial"/>
              </a:rPr>
              <a:t>b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dimension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d 	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3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blob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b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defined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by: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44"/>
              </a:spcBef>
              <a:buFont typeface="Arial MT"/>
              <a:buChar char="•"/>
            </a:pPr>
            <a:endParaRPr sz="1800" dirty="0">
              <a:latin typeface="Arial MT"/>
              <a:cs typeface="Arial MT"/>
            </a:endParaRPr>
          </a:p>
          <a:p>
            <a:pPr marL="793115" indent="-247015">
              <a:lnSpc>
                <a:spcPct val="100000"/>
              </a:lnSpc>
              <a:buChar char="•"/>
              <a:tabLst>
                <a:tab pos="793115" algn="l"/>
              </a:tabLst>
            </a:pPr>
            <a:r>
              <a:rPr sz="2000" dirty="0">
                <a:latin typeface="Arial MT"/>
                <a:cs typeface="Arial MT"/>
              </a:rPr>
              <a:t>blob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b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selected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probability</a:t>
            </a:r>
            <a:endParaRPr sz="2000" dirty="0">
              <a:latin typeface="Arial MT"/>
              <a:cs typeface="Arial MT"/>
            </a:endParaRPr>
          </a:p>
          <a:p>
            <a:pPr marL="793115" indent="-247015">
              <a:lnSpc>
                <a:spcPct val="100000"/>
              </a:lnSpc>
              <a:spcBef>
                <a:spcPts val="400"/>
              </a:spcBef>
              <a:buChar char="•"/>
              <a:tabLst>
                <a:tab pos="79311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likelihood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observing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x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weighted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mixture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Gaussians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4134" y="6370320"/>
            <a:ext cx="9652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sz="2000" spc="-10" dirty="0">
                <a:latin typeface="Arial MT"/>
                <a:cs typeface="Arial MT"/>
              </a:rPr>
              <a:t>where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52712" y="1128712"/>
            <a:ext cx="3121025" cy="2314575"/>
            <a:chOff x="2652712" y="1128712"/>
            <a:chExt cx="3121025" cy="231457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24200" y="2438400"/>
              <a:ext cx="1981199" cy="4571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24200" y="2438400"/>
              <a:ext cx="1981200" cy="457200"/>
            </a:xfrm>
            <a:custGeom>
              <a:avLst/>
              <a:gdLst/>
              <a:ahLst/>
              <a:cxnLst/>
              <a:rect l="l" t="t" r="r" b="b"/>
              <a:pathLst>
                <a:path w="1981200" h="457200">
                  <a:moveTo>
                    <a:pt x="0" y="228599"/>
                  </a:moveTo>
                  <a:lnTo>
                    <a:pt x="2717" y="211539"/>
                  </a:lnTo>
                  <a:lnTo>
                    <a:pt x="10740" y="194819"/>
                  </a:lnTo>
                  <a:lnTo>
                    <a:pt x="41941" y="162577"/>
                  </a:lnTo>
                  <a:lnTo>
                    <a:pt x="92068" y="132228"/>
                  </a:lnTo>
                  <a:lnTo>
                    <a:pt x="159591" y="104124"/>
                  </a:lnTo>
                  <a:lnTo>
                    <a:pt x="199397" y="91026"/>
                  </a:lnTo>
                  <a:lnTo>
                    <a:pt x="242977" y="78621"/>
                  </a:lnTo>
                  <a:lnTo>
                    <a:pt x="290140" y="66955"/>
                  </a:lnTo>
                  <a:lnTo>
                    <a:pt x="340693" y="56071"/>
                  </a:lnTo>
                  <a:lnTo>
                    <a:pt x="394446" y="46014"/>
                  </a:lnTo>
                  <a:lnTo>
                    <a:pt x="451207" y="36828"/>
                  </a:lnTo>
                  <a:lnTo>
                    <a:pt x="510785" y="28558"/>
                  </a:lnTo>
                  <a:lnTo>
                    <a:pt x="572988" y="21246"/>
                  </a:lnTo>
                  <a:lnTo>
                    <a:pt x="637623" y="14938"/>
                  </a:lnTo>
                  <a:lnTo>
                    <a:pt x="704501" y="9678"/>
                  </a:lnTo>
                  <a:lnTo>
                    <a:pt x="773429" y="5510"/>
                  </a:lnTo>
                  <a:lnTo>
                    <a:pt x="844216" y="2478"/>
                  </a:lnTo>
                  <a:lnTo>
                    <a:pt x="916670" y="627"/>
                  </a:lnTo>
                  <a:lnTo>
                    <a:pt x="990599" y="0"/>
                  </a:lnTo>
                  <a:lnTo>
                    <a:pt x="1064529" y="627"/>
                  </a:lnTo>
                  <a:lnTo>
                    <a:pt x="1136983" y="2478"/>
                  </a:lnTo>
                  <a:lnTo>
                    <a:pt x="1207770" y="5510"/>
                  </a:lnTo>
                  <a:lnTo>
                    <a:pt x="1276698" y="9678"/>
                  </a:lnTo>
                  <a:lnTo>
                    <a:pt x="1343576" y="14938"/>
                  </a:lnTo>
                  <a:lnTo>
                    <a:pt x="1408211" y="21246"/>
                  </a:lnTo>
                  <a:lnTo>
                    <a:pt x="1470414" y="28558"/>
                  </a:lnTo>
                  <a:lnTo>
                    <a:pt x="1529992" y="36828"/>
                  </a:lnTo>
                  <a:lnTo>
                    <a:pt x="1586753" y="46014"/>
                  </a:lnTo>
                  <a:lnTo>
                    <a:pt x="1640506" y="56071"/>
                  </a:lnTo>
                  <a:lnTo>
                    <a:pt x="1691059" y="66955"/>
                  </a:lnTo>
                  <a:lnTo>
                    <a:pt x="1738222" y="78621"/>
                  </a:lnTo>
                  <a:lnTo>
                    <a:pt x="1781802" y="91026"/>
                  </a:lnTo>
                  <a:lnTo>
                    <a:pt x="1821608" y="104124"/>
                  </a:lnTo>
                  <a:lnTo>
                    <a:pt x="1857448" y="117873"/>
                  </a:lnTo>
                  <a:lnTo>
                    <a:pt x="1916465" y="147143"/>
                  </a:lnTo>
                  <a:lnTo>
                    <a:pt x="1957320" y="178483"/>
                  </a:lnTo>
                  <a:lnTo>
                    <a:pt x="1978482" y="211539"/>
                  </a:lnTo>
                  <a:lnTo>
                    <a:pt x="1981199" y="228599"/>
                  </a:lnTo>
                  <a:lnTo>
                    <a:pt x="1957320" y="278716"/>
                  </a:lnTo>
                  <a:lnTo>
                    <a:pt x="1916465" y="310056"/>
                  </a:lnTo>
                  <a:lnTo>
                    <a:pt x="1857448" y="339326"/>
                  </a:lnTo>
                  <a:lnTo>
                    <a:pt x="1821608" y="353075"/>
                  </a:lnTo>
                  <a:lnTo>
                    <a:pt x="1781802" y="366173"/>
                  </a:lnTo>
                  <a:lnTo>
                    <a:pt x="1738222" y="378578"/>
                  </a:lnTo>
                  <a:lnTo>
                    <a:pt x="1691059" y="390244"/>
                  </a:lnTo>
                  <a:lnTo>
                    <a:pt x="1640506" y="401128"/>
                  </a:lnTo>
                  <a:lnTo>
                    <a:pt x="1586753" y="411185"/>
                  </a:lnTo>
                  <a:lnTo>
                    <a:pt x="1529992" y="420371"/>
                  </a:lnTo>
                  <a:lnTo>
                    <a:pt x="1470414" y="428641"/>
                  </a:lnTo>
                  <a:lnTo>
                    <a:pt x="1408211" y="435953"/>
                  </a:lnTo>
                  <a:lnTo>
                    <a:pt x="1343576" y="442261"/>
                  </a:lnTo>
                  <a:lnTo>
                    <a:pt x="1276698" y="447521"/>
                  </a:lnTo>
                  <a:lnTo>
                    <a:pt x="1207770" y="451689"/>
                  </a:lnTo>
                  <a:lnTo>
                    <a:pt x="1136983" y="454721"/>
                  </a:lnTo>
                  <a:lnTo>
                    <a:pt x="1064529" y="456572"/>
                  </a:lnTo>
                  <a:lnTo>
                    <a:pt x="990599" y="457199"/>
                  </a:lnTo>
                  <a:lnTo>
                    <a:pt x="916670" y="456572"/>
                  </a:lnTo>
                  <a:lnTo>
                    <a:pt x="844216" y="454721"/>
                  </a:lnTo>
                  <a:lnTo>
                    <a:pt x="773429" y="451689"/>
                  </a:lnTo>
                  <a:lnTo>
                    <a:pt x="704501" y="447521"/>
                  </a:lnTo>
                  <a:lnTo>
                    <a:pt x="637623" y="442261"/>
                  </a:lnTo>
                  <a:lnTo>
                    <a:pt x="572988" y="435953"/>
                  </a:lnTo>
                  <a:lnTo>
                    <a:pt x="510785" y="428641"/>
                  </a:lnTo>
                  <a:lnTo>
                    <a:pt x="451207" y="420371"/>
                  </a:lnTo>
                  <a:lnTo>
                    <a:pt x="394446" y="411185"/>
                  </a:lnTo>
                  <a:lnTo>
                    <a:pt x="340693" y="401128"/>
                  </a:lnTo>
                  <a:lnTo>
                    <a:pt x="290140" y="390244"/>
                  </a:lnTo>
                  <a:lnTo>
                    <a:pt x="242977" y="378578"/>
                  </a:lnTo>
                  <a:lnTo>
                    <a:pt x="199397" y="366173"/>
                  </a:lnTo>
                  <a:lnTo>
                    <a:pt x="159591" y="353075"/>
                  </a:lnTo>
                  <a:lnTo>
                    <a:pt x="123751" y="339326"/>
                  </a:lnTo>
                  <a:lnTo>
                    <a:pt x="64734" y="310056"/>
                  </a:lnTo>
                  <a:lnTo>
                    <a:pt x="23879" y="278716"/>
                  </a:lnTo>
                  <a:lnTo>
                    <a:pt x="2717" y="24566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54422" y="1536117"/>
              <a:ext cx="1428854" cy="142356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54422" y="1536117"/>
              <a:ext cx="1429385" cy="1423670"/>
            </a:xfrm>
            <a:custGeom>
              <a:avLst/>
              <a:gdLst/>
              <a:ahLst/>
              <a:cxnLst/>
              <a:rect l="l" t="t" r="r" b="b"/>
              <a:pathLst>
                <a:path w="1429385" h="1423670">
                  <a:moveTo>
                    <a:pt x="12552" y="1410824"/>
                  </a:moveTo>
                  <a:lnTo>
                    <a:pt x="4444" y="1398833"/>
                  </a:lnTo>
                  <a:lnTo>
                    <a:pt x="297" y="1383299"/>
                  </a:lnTo>
                  <a:lnTo>
                    <a:pt x="3443" y="1342244"/>
                  </a:lnTo>
                  <a:lnTo>
                    <a:pt x="21113" y="1288951"/>
                  </a:lnTo>
                  <a:lnTo>
                    <a:pt x="52429" y="1224708"/>
                  </a:lnTo>
                  <a:lnTo>
                    <a:pt x="72930" y="1188884"/>
                  </a:lnTo>
                  <a:lnTo>
                    <a:pt x="96513" y="1150807"/>
                  </a:lnTo>
                  <a:lnTo>
                    <a:pt x="123069" y="1110637"/>
                  </a:lnTo>
                  <a:lnTo>
                    <a:pt x="152488" y="1068536"/>
                  </a:lnTo>
                  <a:lnTo>
                    <a:pt x="184660" y="1024666"/>
                  </a:lnTo>
                  <a:lnTo>
                    <a:pt x="219475" y="979187"/>
                  </a:lnTo>
                  <a:lnTo>
                    <a:pt x="256824" y="932261"/>
                  </a:lnTo>
                  <a:lnTo>
                    <a:pt x="296597" y="884049"/>
                  </a:lnTo>
                  <a:lnTo>
                    <a:pt x="338685" y="834713"/>
                  </a:lnTo>
                  <a:lnTo>
                    <a:pt x="382976" y="784413"/>
                  </a:lnTo>
                  <a:lnTo>
                    <a:pt x="429363" y="733311"/>
                  </a:lnTo>
                  <a:lnTo>
                    <a:pt x="477735" y="681569"/>
                  </a:lnTo>
                  <a:lnTo>
                    <a:pt x="527983" y="629346"/>
                  </a:lnTo>
                  <a:lnTo>
                    <a:pt x="579996" y="576806"/>
                  </a:lnTo>
                  <a:lnTo>
                    <a:pt x="632746" y="525006"/>
                  </a:lnTo>
                  <a:lnTo>
                    <a:pt x="685171" y="474970"/>
                  </a:lnTo>
                  <a:lnTo>
                    <a:pt x="737109" y="426808"/>
                  </a:lnTo>
                  <a:lnTo>
                    <a:pt x="788398" y="380628"/>
                  </a:lnTo>
                  <a:lnTo>
                    <a:pt x="838876" y="336540"/>
                  </a:lnTo>
                  <a:lnTo>
                    <a:pt x="888383" y="294652"/>
                  </a:lnTo>
                  <a:lnTo>
                    <a:pt x="936755" y="255074"/>
                  </a:lnTo>
                  <a:lnTo>
                    <a:pt x="983831" y="217915"/>
                  </a:lnTo>
                  <a:lnTo>
                    <a:pt x="1029451" y="183284"/>
                  </a:lnTo>
                  <a:lnTo>
                    <a:pt x="1073451" y="151290"/>
                  </a:lnTo>
                  <a:lnTo>
                    <a:pt x="1115670" y="122042"/>
                  </a:lnTo>
                  <a:lnTo>
                    <a:pt x="1155947" y="95649"/>
                  </a:lnTo>
                  <a:lnTo>
                    <a:pt x="1194119" y="72220"/>
                  </a:lnTo>
                  <a:lnTo>
                    <a:pt x="1230026" y="51864"/>
                  </a:lnTo>
                  <a:lnTo>
                    <a:pt x="1294395" y="20808"/>
                  </a:lnTo>
                  <a:lnTo>
                    <a:pt x="1347759" y="3353"/>
                  </a:lnTo>
                  <a:lnTo>
                    <a:pt x="1369911" y="0"/>
                  </a:lnTo>
                  <a:lnTo>
                    <a:pt x="1388826" y="373"/>
                  </a:lnTo>
                  <a:lnTo>
                    <a:pt x="1404344" y="4583"/>
                  </a:lnTo>
                  <a:lnTo>
                    <a:pt x="1416302" y="12739"/>
                  </a:lnTo>
                  <a:lnTo>
                    <a:pt x="1424409" y="24730"/>
                  </a:lnTo>
                  <a:lnTo>
                    <a:pt x="1428557" y="40265"/>
                  </a:lnTo>
                  <a:lnTo>
                    <a:pt x="1428854" y="59181"/>
                  </a:lnTo>
                  <a:lnTo>
                    <a:pt x="1425411" y="81319"/>
                  </a:lnTo>
                  <a:lnTo>
                    <a:pt x="1407741" y="134613"/>
                  </a:lnTo>
                  <a:lnTo>
                    <a:pt x="1376425" y="198855"/>
                  </a:lnTo>
                  <a:lnTo>
                    <a:pt x="1355924" y="234679"/>
                  </a:lnTo>
                  <a:lnTo>
                    <a:pt x="1332340" y="272757"/>
                  </a:lnTo>
                  <a:lnTo>
                    <a:pt x="1305785" y="312927"/>
                  </a:lnTo>
                  <a:lnTo>
                    <a:pt x="1276366" y="355027"/>
                  </a:lnTo>
                  <a:lnTo>
                    <a:pt x="1244194" y="398898"/>
                  </a:lnTo>
                  <a:lnTo>
                    <a:pt x="1209379" y="444376"/>
                  </a:lnTo>
                  <a:lnTo>
                    <a:pt x="1172029" y="491302"/>
                  </a:lnTo>
                  <a:lnTo>
                    <a:pt x="1132256" y="539514"/>
                  </a:lnTo>
                  <a:lnTo>
                    <a:pt x="1090169" y="588851"/>
                  </a:lnTo>
                  <a:lnTo>
                    <a:pt x="1045877" y="639150"/>
                  </a:lnTo>
                  <a:lnTo>
                    <a:pt x="999490" y="690252"/>
                  </a:lnTo>
                  <a:lnTo>
                    <a:pt x="951118" y="741995"/>
                  </a:lnTo>
                  <a:lnTo>
                    <a:pt x="900871" y="794217"/>
                  </a:lnTo>
                  <a:lnTo>
                    <a:pt x="848858" y="846758"/>
                  </a:lnTo>
                  <a:lnTo>
                    <a:pt x="796108" y="898558"/>
                  </a:lnTo>
                  <a:lnTo>
                    <a:pt x="743683" y="948594"/>
                  </a:lnTo>
                  <a:lnTo>
                    <a:pt x="691745" y="996756"/>
                  </a:lnTo>
                  <a:lnTo>
                    <a:pt x="640456" y="1042936"/>
                  </a:lnTo>
                  <a:lnTo>
                    <a:pt x="589977" y="1087024"/>
                  </a:lnTo>
                  <a:lnTo>
                    <a:pt x="540471" y="1128911"/>
                  </a:lnTo>
                  <a:lnTo>
                    <a:pt x="492099" y="1168489"/>
                  </a:lnTo>
                  <a:lnTo>
                    <a:pt x="445022" y="1205648"/>
                  </a:lnTo>
                  <a:lnTo>
                    <a:pt x="399403" y="1240279"/>
                  </a:lnTo>
                  <a:lnTo>
                    <a:pt x="355403" y="1272273"/>
                  </a:lnTo>
                  <a:lnTo>
                    <a:pt x="313184" y="1301522"/>
                  </a:lnTo>
                  <a:lnTo>
                    <a:pt x="272907" y="1327915"/>
                  </a:lnTo>
                  <a:lnTo>
                    <a:pt x="234734" y="1351344"/>
                  </a:lnTo>
                  <a:lnTo>
                    <a:pt x="198827" y="1371700"/>
                  </a:lnTo>
                  <a:lnTo>
                    <a:pt x="134459" y="1402756"/>
                  </a:lnTo>
                  <a:lnTo>
                    <a:pt x="81094" y="1420210"/>
                  </a:lnTo>
                  <a:lnTo>
                    <a:pt x="58943" y="1423564"/>
                  </a:lnTo>
                  <a:lnTo>
                    <a:pt x="40027" y="1423190"/>
                  </a:lnTo>
                  <a:lnTo>
                    <a:pt x="24510" y="1418980"/>
                  </a:lnTo>
                  <a:lnTo>
                    <a:pt x="12552" y="141082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1691" y="1547324"/>
              <a:ext cx="735617" cy="73598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51691" y="1547324"/>
              <a:ext cx="735965" cy="736600"/>
            </a:xfrm>
            <a:custGeom>
              <a:avLst/>
              <a:gdLst/>
              <a:ahLst/>
              <a:cxnLst/>
              <a:rect l="l" t="t" r="r" b="b"/>
              <a:pathLst>
                <a:path w="735964" h="736600">
                  <a:moveTo>
                    <a:pt x="643953" y="645257"/>
                  </a:moveTo>
                  <a:lnTo>
                    <a:pt x="611325" y="673450"/>
                  </a:lnTo>
                  <a:lnTo>
                    <a:pt x="575697" y="696370"/>
                  </a:lnTo>
                  <a:lnTo>
                    <a:pt x="537554" y="714051"/>
                  </a:lnTo>
                  <a:lnTo>
                    <a:pt x="497383" y="726526"/>
                  </a:lnTo>
                  <a:lnTo>
                    <a:pt x="455670" y="733827"/>
                  </a:lnTo>
                  <a:lnTo>
                    <a:pt x="412903" y="735988"/>
                  </a:lnTo>
                  <a:lnTo>
                    <a:pt x="369567" y="733042"/>
                  </a:lnTo>
                  <a:lnTo>
                    <a:pt x="326149" y="725022"/>
                  </a:lnTo>
                  <a:lnTo>
                    <a:pt x="283135" y="711962"/>
                  </a:lnTo>
                  <a:lnTo>
                    <a:pt x="241012" y="693893"/>
                  </a:lnTo>
                  <a:lnTo>
                    <a:pt x="200266" y="670849"/>
                  </a:lnTo>
                  <a:lnTo>
                    <a:pt x="161384" y="642864"/>
                  </a:lnTo>
                  <a:lnTo>
                    <a:pt x="124852" y="609970"/>
                  </a:lnTo>
                  <a:lnTo>
                    <a:pt x="92106" y="573305"/>
                  </a:lnTo>
                  <a:lnTo>
                    <a:pt x="64278" y="534310"/>
                  </a:lnTo>
                  <a:lnTo>
                    <a:pt x="41399" y="493472"/>
                  </a:lnTo>
                  <a:lnTo>
                    <a:pt x="23501" y="451276"/>
                  </a:lnTo>
                  <a:lnTo>
                    <a:pt x="10614" y="408210"/>
                  </a:lnTo>
                  <a:lnTo>
                    <a:pt x="2770" y="364759"/>
                  </a:lnTo>
                  <a:lnTo>
                    <a:pt x="0" y="321412"/>
                  </a:lnTo>
                  <a:lnTo>
                    <a:pt x="2334" y="278653"/>
                  </a:lnTo>
                  <a:lnTo>
                    <a:pt x="9804" y="236971"/>
                  </a:lnTo>
                  <a:lnTo>
                    <a:pt x="22441" y="196850"/>
                  </a:lnTo>
                  <a:lnTo>
                    <a:pt x="40276" y="158779"/>
                  </a:lnTo>
                  <a:lnTo>
                    <a:pt x="63340" y="123244"/>
                  </a:lnTo>
                  <a:lnTo>
                    <a:pt x="91664" y="90731"/>
                  </a:lnTo>
                  <a:lnTo>
                    <a:pt x="124292" y="62538"/>
                  </a:lnTo>
                  <a:lnTo>
                    <a:pt x="159920" y="39618"/>
                  </a:lnTo>
                  <a:lnTo>
                    <a:pt x="198063" y="21937"/>
                  </a:lnTo>
                  <a:lnTo>
                    <a:pt x="238234" y="9462"/>
                  </a:lnTo>
                  <a:lnTo>
                    <a:pt x="279946" y="2161"/>
                  </a:lnTo>
                  <a:lnTo>
                    <a:pt x="322714" y="0"/>
                  </a:lnTo>
                  <a:lnTo>
                    <a:pt x="366050" y="2945"/>
                  </a:lnTo>
                  <a:lnTo>
                    <a:pt x="409468" y="10965"/>
                  </a:lnTo>
                  <a:lnTo>
                    <a:pt x="452482" y="24026"/>
                  </a:lnTo>
                  <a:lnTo>
                    <a:pt x="494605" y="42095"/>
                  </a:lnTo>
                  <a:lnTo>
                    <a:pt x="535351" y="65138"/>
                  </a:lnTo>
                  <a:lnTo>
                    <a:pt x="574233" y="93124"/>
                  </a:lnTo>
                  <a:lnTo>
                    <a:pt x="610765" y="126018"/>
                  </a:lnTo>
                  <a:lnTo>
                    <a:pt x="643511" y="162682"/>
                  </a:lnTo>
                  <a:lnTo>
                    <a:pt x="671339" y="201677"/>
                  </a:lnTo>
                  <a:lnTo>
                    <a:pt x="694217" y="242516"/>
                  </a:lnTo>
                  <a:lnTo>
                    <a:pt x="712116" y="284712"/>
                  </a:lnTo>
                  <a:lnTo>
                    <a:pt x="725002" y="327778"/>
                  </a:lnTo>
                  <a:lnTo>
                    <a:pt x="732847" y="371228"/>
                  </a:lnTo>
                  <a:lnTo>
                    <a:pt x="735617" y="414576"/>
                  </a:lnTo>
                  <a:lnTo>
                    <a:pt x="733283" y="457335"/>
                  </a:lnTo>
                  <a:lnTo>
                    <a:pt x="725813" y="499017"/>
                  </a:lnTo>
                  <a:lnTo>
                    <a:pt x="713176" y="539137"/>
                  </a:lnTo>
                  <a:lnTo>
                    <a:pt x="695341" y="577208"/>
                  </a:lnTo>
                  <a:lnTo>
                    <a:pt x="672277" y="612744"/>
                  </a:lnTo>
                  <a:lnTo>
                    <a:pt x="643953" y="64525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67000" y="1143000"/>
              <a:ext cx="3092450" cy="2286000"/>
            </a:xfrm>
            <a:custGeom>
              <a:avLst/>
              <a:gdLst/>
              <a:ahLst/>
              <a:cxnLst/>
              <a:rect l="l" t="t" r="r" b="b"/>
              <a:pathLst>
                <a:path w="3092450" h="2286000">
                  <a:moveTo>
                    <a:pt x="0" y="0"/>
                  </a:moveTo>
                  <a:lnTo>
                    <a:pt x="3092449" y="0"/>
                  </a:lnTo>
                  <a:lnTo>
                    <a:pt x="3092449" y="2285999"/>
                  </a:lnTo>
                  <a:lnTo>
                    <a:pt x="0" y="22859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00437" y="2662237"/>
              <a:ext cx="85724" cy="857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29037" y="2509837"/>
              <a:ext cx="85724" cy="857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29037" y="2967037"/>
              <a:ext cx="85724" cy="857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33837" y="2433637"/>
              <a:ext cx="85724" cy="857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33837" y="2738437"/>
              <a:ext cx="85724" cy="857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62437" y="2662237"/>
              <a:ext cx="85724" cy="857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67237" y="2586037"/>
              <a:ext cx="85724" cy="857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5837" y="2662237"/>
              <a:ext cx="85724" cy="857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14837" y="2205037"/>
              <a:ext cx="85724" cy="857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5837" y="2357437"/>
              <a:ext cx="85724" cy="857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19637" y="2128837"/>
              <a:ext cx="85724" cy="85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48237" y="1824037"/>
              <a:ext cx="85724" cy="857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81637" y="1443037"/>
              <a:ext cx="85724" cy="857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24237" y="1824037"/>
              <a:ext cx="85724" cy="857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48037" y="2090737"/>
              <a:ext cx="85724" cy="8572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52837" y="1900237"/>
              <a:ext cx="85724" cy="8572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29037" y="1443037"/>
              <a:ext cx="85724" cy="8572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52837" y="2128837"/>
              <a:ext cx="85724" cy="8572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81437" y="1747837"/>
              <a:ext cx="85724" cy="85724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8000" y="5737225"/>
            <a:ext cx="2548615" cy="66153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334000" y="5105400"/>
            <a:ext cx="319087" cy="238124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354263" y="6543675"/>
            <a:ext cx="2976874" cy="238124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62400" y="4381500"/>
            <a:ext cx="4165599" cy="5476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8EF19CD-9568-BF02-4C14-770BBA9DC627}"/>
                  </a:ext>
                </a:extLst>
              </p14:cNvPr>
              <p14:cNvContentPartPr/>
              <p14:nvPr/>
            </p14:nvContentPartPr>
            <p14:xfrm>
              <a:off x="1484280" y="1216080"/>
              <a:ext cx="7628400" cy="50857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8EF19CD-9568-BF02-4C14-770BBA9DC62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62680" y="1199880"/>
                <a:ext cx="7666200" cy="5118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3425" y="206247"/>
            <a:ext cx="73488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Expectation</a:t>
            </a:r>
            <a:r>
              <a:rPr spc="-85" dirty="0"/>
              <a:t> </a:t>
            </a:r>
            <a:r>
              <a:rPr dirty="0"/>
              <a:t>maximization</a:t>
            </a:r>
            <a:r>
              <a:rPr spc="-55" dirty="0"/>
              <a:t> </a:t>
            </a:r>
            <a:r>
              <a:rPr spc="-25" dirty="0"/>
              <a:t>(EM)</a:t>
            </a:r>
            <a:r>
              <a:rPr spc="-509" dirty="0"/>
              <a:t> </a:t>
            </a:r>
            <a:r>
              <a:rPr sz="1200" baseline="128472" dirty="0"/>
              <a:t>CV</a:t>
            </a:r>
            <a:r>
              <a:rPr sz="1200" spc="-30" baseline="128472" dirty="0"/>
              <a:t> 11:</a:t>
            </a:r>
            <a:r>
              <a:rPr sz="1200" spc="-22" baseline="128472" dirty="0"/>
              <a:t> </a:t>
            </a:r>
            <a:r>
              <a:rPr sz="1200" baseline="128472" dirty="0"/>
              <a:t>Image</a:t>
            </a:r>
            <a:r>
              <a:rPr sz="1200" spc="-22" baseline="128472" dirty="0"/>
              <a:t> </a:t>
            </a:r>
            <a:r>
              <a:rPr sz="1200" spc="-15" baseline="128472" dirty="0"/>
              <a:t>Segmentation</a:t>
            </a:r>
            <a:endParaRPr sz="1200" baseline="128472"/>
          </a:p>
        </p:txBody>
      </p:sp>
      <p:sp>
        <p:nvSpPr>
          <p:cNvPr id="3" name="object 3"/>
          <p:cNvSpPr txBox="1"/>
          <p:nvPr/>
        </p:nvSpPr>
        <p:spPr>
          <a:xfrm>
            <a:off x="758825" y="3544711"/>
            <a:ext cx="8035290" cy="264922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000" spc="-20" dirty="0"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  <a:p>
            <a:pPr marL="850265" indent="-346710">
              <a:lnSpc>
                <a:spcPct val="100000"/>
              </a:lnSpc>
              <a:spcBef>
                <a:spcPts val="370"/>
              </a:spcBef>
              <a:buChar char="•"/>
              <a:tabLst>
                <a:tab pos="850265" algn="l"/>
              </a:tabLst>
            </a:pPr>
            <a:r>
              <a:rPr sz="1800" dirty="0">
                <a:latin typeface="Arial MT"/>
                <a:cs typeface="Arial MT"/>
              </a:rPr>
              <a:t>find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blob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parameters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810" dirty="0">
                <a:latin typeface="Arial MT"/>
                <a:cs typeface="Arial MT"/>
              </a:rPr>
              <a:t>θ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maximize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likelihood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function: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Arial MT"/>
                <a:cs typeface="Arial MT"/>
              </a:rPr>
              <a:t>Approach:</a:t>
            </a:r>
            <a:endParaRPr sz="2000">
              <a:latin typeface="Arial MT"/>
              <a:cs typeface="Arial MT"/>
            </a:endParaRPr>
          </a:p>
          <a:p>
            <a:pPr marL="850265" indent="-457200">
              <a:lnSpc>
                <a:spcPct val="100000"/>
              </a:lnSpc>
              <a:spcBef>
                <a:spcPts val="365"/>
              </a:spcBef>
              <a:buAutoNum type="arabicPeriod"/>
              <a:tabLst>
                <a:tab pos="850265" algn="l"/>
              </a:tabLst>
            </a:pPr>
            <a:r>
              <a:rPr sz="1800" dirty="0">
                <a:latin typeface="Arial MT"/>
                <a:cs typeface="Arial MT"/>
              </a:rPr>
              <a:t>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step:</a:t>
            </a:r>
            <a:r>
              <a:rPr sz="1800" spc="4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given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current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guess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blobs,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ownership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point</a:t>
            </a:r>
            <a:endParaRPr sz="1800">
              <a:latin typeface="Arial MT"/>
              <a:cs typeface="Arial MT"/>
            </a:endParaRPr>
          </a:p>
          <a:p>
            <a:pPr marL="850900" marR="650875" indent="-457834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850900" algn="l"/>
              </a:tabLst>
            </a:pPr>
            <a:r>
              <a:rPr sz="1800" dirty="0">
                <a:latin typeface="Arial MT"/>
                <a:cs typeface="Arial MT"/>
              </a:rPr>
              <a:t>M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step:</a:t>
            </a:r>
            <a:r>
              <a:rPr sz="1800" spc="4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given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ownership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probabilities,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update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blobs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maximize </a:t>
            </a:r>
            <a:r>
              <a:rPr sz="1800" dirty="0">
                <a:latin typeface="Arial MT"/>
                <a:cs typeface="Arial MT"/>
              </a:rPr>
              <a:t>likelihood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function</a:t>
            </a:r>
            <a:endParaRPr sz="1800">
              <a:latin typeface="Arial MT"/>
              <a:cs typeface="Arial MT"/>
            </a:endParaRPr>
          </a:p>
          <a:p>
            <a:pPr marL="850265" indent="-45720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850265" algn="l"/>
              </a:tabLst>
            </a:pPr>
            <a:r>
              <a:rPr sz="1800" dirty="0">
                <a:latin typeface="Arial MT"/>
                <a:cs typeface="Arial MT"/>
              </a:rPr>
              <a:t>repeat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until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convergence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2712" y="1128712"/>
            <a:ext cx="3121025" cy="2314575"/>
            <a:chOff x="2652712" y="1128712"/>
            <a:chExt cx="3121025" cy="23145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4200" y="2438400"/>
              <a:ext cx="1981199" cy="4571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24200" y="2438400"/>
              <a:ext cx="1981200" cy="457200"/>
            </a:xfrm>
            <a:custGeom>
              <a:avLst/>
              <a:gdLst/>
              <a:ahLst/>
              <a:cxnLst/>
              <a:rect l="l" t="t" r="r" b="b"/>
              <a:pathLst>
                <a:path w="1981200" h="457200">
                  <a:moveTo>
                    <a:pt x="0" y="228599"/>
                  </a:moveTo>
                  <a:lnTo>
                    <a:pt x="2717" y="211539"/>
                  </a:lnTo>
                  <a:lnTo>
                    <a:pt x="10740" y="194819"/>
                  </a:lnTo>
                  <a:lnTo>
                    <a:pt x="41941" y="162577"/>
                  </a:lnTo>
                  <a:lnTo>
                    <a:pt x="92068" y="132228"/>
                  </a:lnTo>
                  <a:lnTo>
                    <a:pt x="159591" y="104124"/>
                  </a:lnTo>
                  <a:lnTo>
                    <a:pt x="199397" y="91026"/>
                  </a:lnTo>
                  <a:lnTo>
                    <a:pt x="242977" y="78621"/>
                  </a:lnTo>
                  <a:lnTo>
                    <a:pt x="290140" y="66955"/>
                  </a:lnTo>
                  <a:lnTo>
                    <a:pt x="340693" y="56071"/>
                  </a:lnTo>
                  <a:lnTo>
                    <a:pt x="394446" y="46014"/>
                  </a:lnTo>
                  <a:lnTo>
                    <a:pt x="451207" y="36828"/>
                  </a:lnTo>
                  <a:lnTo>
                    <a:pt x="510785" y="28558"/>
                  </a:lnTo>
                  <a:lnTo>
                    <a:pt x="572988" y="21246"/>
                  </a:lnTo>
                  <a:lnTo>
                    <a:pt x="637623" y="14938"/>
                  </a:lnTo>
                  <a:lnTo>
                    <a:pt x="704501" y="9678"/>
                  </a:lnTo>
                  <a:lnTo>
                    <a:pt x="773429" y="5510"/>
                  </a:lnTo>
                  <a:lnTo>
                    <a:pt x="844216" y="2478"/>
                  </a:lnTo>
                  <a:lnTo>
                    <a:pt x="916670" y="627"/>
                  </a:lnTo>
                  <a:lnTo>
                    <a:pt x="990599" y="0"/>
                  </a:lnTo>
                  <a:lnTo>
                    <a:pt x="1064529" y="627"/>
                  </a:lnTo>
                  <a:lnTo>
                    <a:pt x="1136983" y="2478"/>
                  </a:lnTo>
                  <a:lnTo>
                    <a:pt x="1207770" y="5510"/>
                  </a:lnTo>
                  <a:lnTo>
                    <a:pt x="1276698" y="9678"/>
                  </a:lnTo>
                  <a:lnTo>
                    <a:pt x="1343576" y="14938"/>
                  </a:lnTo>
                  <a:lnTo>
                    <a:pt x="1408211" y="21246"/>
                  </a:lnTo>
                  <a:lnTo>
                    <a:pt x="1470414" y="28558"/>
                  </a:lnTo>
                  <a:lnTo>
                    <a:pt x="1529992" y="36828"/>
                  </a:lnTo>
                  <a:lnTo>
                    <a:pt x="1586753" y="46014"/>
                  </a:lnTo>
                  <a:lnTo>
                    <a:pt x="1640506" y="56071"/>
                  </a:lnTo>
                  <a:lnTo>
                    <a:pt x="1691059" y="66955"/>
                  </a:lnTo>
                  <a:lnTo>
                    <a:pt x="1738222" y="78621"/>
                  </a:lnTo>
                  <a:lnTo>
                    <a:pt x="1781802" y="91026"/>
                  </a:lnTo>
                  <a:lnTo>
                    <a:pt x="1821608" y="104124"/>
                  </a:lnTo>
                  <a:lnTo>
                    <a:pt x="1857448" y="117873"/>
                  </a:lnTo>
                  <a:lnTo>
                    <a:pt x="1916465" y="147143"/>
                  </a:lnTo>
                  <a:lnTo>
                    <a:pt x="1957320" y="178483"/>
                  </a:lnTo>
                  <a:lnTo>
                    <a:pt x="1978482" y="211539"/>
                  </a:lnTo>
                  <a:lnTo>
                    <a:pt x="1981199" y="228599"/>
                  </a:lnTo>
                  <a:lnTo>
                    <a:pt x="1957320" y="278716"/>
                  </a:lnTo>
                  <a:lnTo>
                    <a:pt x="1916465" y="310056"/>
                  </a:lnTo>
                  <a:lnTo>
                    <a:pt x="1857448" y="339326"/>
                  </a:lnTo>
                  <a:lnTo>
                    <a:pt x="1821608" y="353075"/>
                  </a:lnTo>
                  <a:lnTo>
                    <a:pt x="1781802" y="366173"/>
                  </a:lnTo>
                  <a:lnTo>
                    <a:pt x="1738222" y="378578"/>
                  </a:lnTo>
                  <a:lnTo>
                    <a:pt x="1691059" y="390244"/>
                  </a:lnTo>
                  <a:lnTo>
                    <a:pt x="1640506" y="401128"/>
                  </a:lnTo>
                  <a:lnTo>
                    <a:pt x="1586753" y="411185"/>
                  </a:lnTo>
                  <a:lnTo>
                    <a:pt x="1529992" y="420371"/>
                  </a:lnTo>
                  <a:lnTo>
                    <a:pt x="1470414" y="428641"/>
                  </a:lnTo>
                  <a:lnTo>
                    <a:pt x="1408211" y="435953"/>
                  </a:lnTo>
                  <a:lnTo>
                    <a:pt x="1343576" y="442261"/>
                  </a:lnTo>
                  <a:lnTo>
                    <a:pt x="1276698" y="447521"/>
                  </a:lnTo>
                  <a:lnTo>
                    <a:pt x="1207770" y="451689"/>
                  </a:lnTo>
                  <a:lnTo>
                    <a:pt x="1136983" y="454721"/>
                  </a:lnTo>
                  <a:lnTo>
                    <a:pt x="1064529" y="456572"/>
                  </a:lnTo>
                  <a:lnTo>
                    <a:pt x="990599" y="457199"/>
                  </a:lnTo>
                  <a:lnTo>
                    <a:pt x="916670" y="456572"/>
                  </a:lnTo>
                  <a:lnTo>
                    <a:pt x="844216" y="454721"/>
                  </a:lnTo>
                  <a:lnTo>
                    <a:pt x="773429" y="451689"/>
                  </a:lnTo>
                  <a:lnTo>
                    <a:pt x="704501" y="447521"/>
                  </a:lnTo>
                  <a:lnTo>
                    <a:pt x="637623" y="442261"/>
                  </a:lnTo>
                  <a:lnTo>
                    <a:pt x="572988" y="435953"/>
                  </a:lnTo>
                  <a:lnTo>
                    <a:pt x="510785" y="428641"/>
                  </a:lnTo>
                  <a:lnTo>
                    <a:pt x="451207" y="420371"/>
                  </a:lnTo>
                  <a:lnTo>
                    <a:pt x="394446" y="411185"/>
                  </a:lnTo>
                  <a:lnTo>
                    <a:pt x="340693" y="401128"/>
                  </a:lnTo>
                  <a:lnTo>
                    <a:pt x="290140" y="390244"/>
                  </a:lnTo>
                  <a:lnTo>
                    <a:pt x="242977" y="378578"/>
                  </a:lnTo>
                  <a:lnTo>
                    <a:pt x="199397" y="366173"/>
                  </a:lnTo>
                  <a:lnTo>
                    <a:pt x="159591" y="353075"/>
                  </a:lnTo>
                  <a:lnTo>
                    <a:pt x="123751" y="339326"/>
                  </a:lnTo>
                  <a:lnTo>
                    <a:pt x="64734" y="310056"/>
                  </a:lnTo>
                  <a:lnTo>
                    <a:pt x="23879" y="278716"/>
                  </a:lnTo>
                  <a:lnTo>
                    <a:pt x="2717" y="24566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4422" y="1536117"/>
              <a:ext cx="1428854" cy="142356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54422" y="1536117"/>
              <a:ext cx="1429385" cy="1423670"/>
            </a:xfrm>
            <a:custGeom>
              <a:avLst/>
              <a:gdLst/>
              <a:ahLst/>
              <a:cxnLst/>
              <a:rect l="l" t="t" r="r" b="b"/>
              <a:pathLst>
                <a:path w="1429385" h="1423670">
                  <a:moveTo>
                    <a:pt x="12552" y="1410824"/>
                  </a:moveTo>
                  <a:lnTo>
                    <a:pt x="4444" y="1398833"/>
                  </a:lnTo>
                  <a:lnTo>
                    <a:pt x="297" y="1383299"/>
                  </a:lnTo>
                  <a:lnTo>
                    <a:pt x="3443" y="1342244"/>
                  </a:lnTo>
                  <a:lnTo>
                    <a:pt x="21113" y="1288951"/>
                  </a:lnTo>
                  <a:lnTo>
                    <a:pt x="52429" y="1224708"/>
                  </a:lnTo>
                  <a:lnTo>
                    <a:pt x="72930" y="1188884"/>
                  </a:lnTo>
                  <a:lnTo>
                    <a:pt x="96513" y="1150807"/>
                  </a:lnTo>
                  <a:lnTo>
                    <a:pt x="123069" y="1110637"/>
                  </a:lnTo>
                  <a:lnTo>
                    <a:pt x="152488" y="1068536"/>
                  </a:lnTo>
                  <a:lnTo>
                    <a:pt x="184660" y="1024666"/>
                  </a:lnTo>
                  <a:lnTo>
                    <a:pt x="219475" y="979187"/>
                  </a:lnTo>
                  <a:lnTo>
                    <a:pt x="256824" y="932261"/>
                  </a:lnTo>
                  <a:lnTo>
                    <a:pt x="296597" y="884049"/>
                  </a:lnTo>
                  <a:lnTo>
                    <a:pt x="338685" y="834713"/>
                  </a:lnTo>
                  <a:lnTo>
                    <a:pt x="382976" y="784413"/>
                  </a:lnTo>
                  <a:lnTo>
                    <a:pt x="429363" y="733311"/>
                  </a:lnTo>
                  <a:lnTo>
                    <a:pt x="477735" y="681569"/>
                  </a:lnTo>
                  <a:lnTo>
                    <a:pt x="527983" y="629346"/>
                  </a:lnTo>
                  <a:lnTo>
                    <a:pt x="579996" y="576806"/>
                  </a:lnTo>
                  <a:lnTo>
                    <a:pt x="632746" y="525006"/>
                  </a:lnTo>
                  <a:lnTo>
                    <a:pt x="685171" y="474970"/>
                  </a:lnTo>
                  <a:lnTo>
                    <a:pt x="737109" y="426808"/>
                  </a:lnTo>
                  <a:lnTo>
                    <a:pt x="788398" y="380628"/>
                  </a:lnTo>
                  <a:lnTo>
                    <a:pt x="838876" y="336540"/>
                  </a:lnTo>
                  <a:lnTo>
                    <a:pt x="888383" y="294652"/>
                  </a:lnTo>
                  <a:lnTo>
                    <a:pt x="936755" y="255074"/>
                  </a:lnTo>
                  <a:lnTo>
                    <a:pt x="983831" y="217915"/>
                  </a:lnTo>
                  <a:lnTo>
                    <a:pt x="1029451" y="183284"/>
                  </a:lnTo>
                  <a:lnTo>
                    <a:pt x="1073451" y="151290"/>
                  </a:lnTo>
                  <a:lnTo>
                    <a:pt x="1115670" y="122042"/>
                  </a:lnTo>
                  <a:lnTo>
                    <a:pt x="1155947" y="95649"/>
                  </a:lnTo>
                  <a:lnTo>
                    <a:pt x="1194119" y="72220"/>
                  </a:lnTo>
                  <a:lnTo>
                    <a:pt x="1230026" y="51864"/>
                  </a:lnTo>
                  <a:lnTo>
                    <a:pt x="1294395" y="20808"/>
                  </a:lnTo>
                  <a:lnTo>
                    <a:pt x="1347759" y="3353"/>
                  </a:lnTo>
                  <a:lnTo>
                    <a:pt x="1369911" y="0"/>
                  </a:lnTo>
                  <a:lnTo>
                    <a:pt x="1388826" y="373"/>
                  </a:lnTo>
                  <a:lnTo>
                    <a:pt x="1404344" y="4583"/>
                  </a:lnTo>
                  <a:lnTo>
                    <a:pt x="1416302" y="12739"/>
                  </a:lnTo>
                  <a:lnTo>
                    <a:pt x="1424409" y="24730"/>
                  </a:lnTo>
                  <a:lnTo>
                    <a:pt x="1428557" y="40265"/>
                  </a:lnTo>
                  <a:lnTo>
                    <a:pt x="1428854" y="59181"/>
                  </a:lnTo>
                  <a:lnTo>
                    <a:pt x="1425411" y="81319"/>
                  </a:lnTo>
                  <a:lnTo>
                    <a:pt x="1407741" y="134613"/>
                  </a:lnTo>
                  <a:lnTo>
                    <a:pt x="1376425" y="198855"/>
                  </a:lnTo>
                  <a:lnTo>
                    <a:pt x="1355924" y="234679"/>
                  </a:lnTo>
                  <a:lnTo>
                    <a:pt x="1332340" y="272757"/>
                  </a:lnTo>
                  <a:lnTo>
                    <a:pt x="1305785" y="312927"/>
                  </a:lnTo>
                  <a:lnTo>
                    <a:pt x="1276366" y="355027"/>
                  </a:lnTo>
                  <a:lnTo>
                    <a:pt x="1244194" y="398898"/>
                  </a:lnTo>
                  <a:lnTo>
                    <a:pt x="1209379" y="444376"/>
                  </a:lnTo>
                  <a:lnTo>
                    <a:pt x="1172029" y="491302"/>
                  </a:lnTo>
                  <a:lnTo>
                    <a:pt x="1132256" y="539514"/>
                  </a:lnTo>
                  <a:lnTo>
                    <a:pt x="1090169" y="588851"/>
                  </a:lnTo>
                  <a:lnTo>
                    <a:pt x="1045877" y="639150"/>
                  </a:lnTo>
                  <a:lnTo>
                    <a:pt x="999490" y="690252"/>
                  </a:lnTo>
                  <a:lnTo>
                    <a:pt x="951118" y="741995"/>
                  </a:lnTo>
                  <a:lnTo>
                    <a:pt x="900871" y="794217"/>
                  </a:lnTo>
                  <a:lnTo>
                    <a:pt x="848858" y="846758"/>
                  </a:lnTo>
                  <a:lnTo>
                    <a:pt x="796108" y="898558"/>
                  </a:lnTo>
                  <a:lnTo>
                    <a:pt x="743683" y="948594"/>
                  </a:lnTo>
                  <a:lnTo>
                    <a:pt x="691745" y="996756"/>
                  </a:lnTo>
                  <a:lnTo>
                    <a:pt x="640456" y="1042936"/>
                  </a:lnTo>
                  <a:lnTo>
                    <a:pt x="589977" y="1087024"/>
                  </a:lnTo>
                  <a:lnTo>
                    <a:pt x="540471" y="1128911"/>
                  </a:lnTo>
                  <a:lnTo>
                    <a:pt x="492099" y="1168489"/>
                  </a:lnTo>
                  <a:lnTo>
                    <a:pt x="445022" y="1205648"/>
                  </a:lnTo>
                  <a:lnTo>
                    <a:pt x="399403" y="1240279"/>
                  </a:lnTo>
                  <a:lnTo>
                    <a:pt x="355403" y="1272273"/>
                  </a:lnTo>
                  <a:lnTo>
                    <a:pt x="313184" y="1301522"/>
                  </a:lnTo>
                  <a:lnTo>
                    <a:pt x="272907" y="1327915"/>
                  </a:lnTo>
                  <a:lnTo>
                    <a:pt x="234734" y="1351344"/>
                  </a:lnTo>
                  <a:lnTo>
                    <a:pt x="198827" y="1371700"/>
                  </a:lnTo>
                  <a:lnTo>
                    <a:pt x="134459" y="1402756"/>
                  </a:lnTo>
                  <a:lnTo>
                    <a:pt x="81094" y="1420210"/>
                  </a:lnTo>
                  <a:lnTo>
                    <a:pt x="58943" y="1423564"/>
                  </a:lnTo>
                  <a:lnTo>
                    <a:pt x="40027" y="1423190"/>
                  </a:lnTo>
                  <a:lnTo>
                    <a:pt x="24510" y="1418980"/>
                  </a:lnTo>
                  <a:lnTo>
                    <a:pt x="12552" y="141082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1691" y="1547324"/>
              <a:ext cx="735617" cy="7359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51691" y="1547324"/>
              <a:ext cx="735965" cy="736600"/>
            </a:xfrm>
            <a:custGeom>
              <a:avLst/>
              <a:gdLst/>
              <a:ahLst/>
              <a:cxnLst/>
              <a:rect l="l" t="t" r="r" b="b"/>
              <a:pathLst>
                <a:path w="735964" h="736600">
                  <a:moveTo>
                    <a:pt x="643953" y="645257"/>
                  </a:moveTo>
                  <a:lnTo>
                    <a:pt x="611325" y="673450"/>
                  </a:lnTo>
                  <a:lnTo>
                    <a:pt x="575697" y="696370"/>
                  </a:lnTo>
                  <a:lnTo>
                    <a:pt x="537554" y="714051"/>
                  </a:lnTo>
                  <a:lnTo>
                    <a:pt x="497383" y="726526"/>
                  </a:lnTo>
                  <a:lnTo>
                    <a:pt x="455670" y="733827"/>
                  </a:lnTo>
                  <a:lnTo>
                    <a:pt x="412903" y="735988"/>
                  </a:lnTo>
                  <a:lnTo>
                    <a:pt x="369567" y="733042"/>
                  </a:lnTo>
                  <a:lnTo>
                    <a:pt x="326149" y="725022"/>
                  </a:lnTo>
                  <a:lnTo>
                    <a:pt x="283135" y="711962"/>
                  </a:lnTo>
                  <a:lnTo>
                    <a:pt x="241012" y="693893"/>
                  </a:lnTo>
                  <a:lnTo>
                    <a:pt x="200266" y="670849"/>
                  </a:lnTo>
                  <a:lnTo>
                    <a:pt x="161384" y="642864"/>
                  </a:lnTo>
                  <a:lnTo>
                    <a:pt x="124852" y="609970"/>
                  </a:lnTo>
                  <a:lnTo>
                    <a:pt x="92106" y="573305"/>
                  </a:lnTo>
                  <a:lnTo>
                    <a:pt x="64278" y="534310"/>
                  </a:lnTo>
                  <a:lnTo>
                    <a:pt x="41399" y="493472"/>
                  </a:lnTo>
                  <a:lnTo>
                    <a:pt x="23501" y="451276"/>
                  </a:lnTo>
                  <a:lnTo>
                    <a:pt x="10614" y="408210"/>
                  </a:lnTo>
                  <a:lnTo>
                    <a:pt x="2770" y="364759"/>
                  </a:lnTo>
                  <a:lnTo>
                    <a:pt x="0" y="321412"/>
                  </a:lnTo>
                  <a:lnTo>
                    <a:pt x="2334" y="278653"/>
                  </a:lnTo>
                  <a:lnTo>
                    <a:pt x="9804" y="236971"/>
                  </a:lnTo>
                  <a:lnTo>
                    <a:pt x="22441" y="196850"/>
                  </a:lnTo>
                  <a:lnTo>
                    <a:pt x="40276" y="158779"/>
                  </a:lnTo>
                  <a:lnTo>
                    <a:pt x="63340" y="123244"/>
                  </a:lnTo>
                  <a:lnTo>
                    <a:pt x="91664" y="90731"/>
                  </a:lnTo>
                  <a:lnTo>
                    <a:pt x="124292" y="62538"/>
                  </a:lnTo>
                  <a:lnTo>
                    <a:pt x="159920" y="39618"/>
                  </a:lnTo>
                  <a:lnTo>
                    <a:pt x="198063" y="21937"/>
                  </a:lnTo>
                  <a:lnTo>
                    <a:pt x="238234" y="9462"/>
                  </a:lnTo>
                  <a:lnTo>
                    <a:pt x="279946" y="2161"/>
                  </a:lnTo>
                  <a:lnTo>
                    <a:pt x="322714" y="0"/>
                  </a:lnTo>
                  <a:lnTo>
                    <a:pt x="366050" y="2945"/>
                  </a:lnTo>
                  <a:lnTo>
                    <a:pt x="409468" y="10965"/>
                  </a:lnTo>
                  <a:lnTo>
                    <a:pt x="452482" y="24026"/>
                  </a:lnTo>
                  <a:lnTo>
                    <a:pt x="494605" y="42095"/>
                  </a:lnTo>
                  <a:lnTo>
                    <a:pt x="535351" y="65138"/>
                  </a:lnTo>
                  <a:lnTo>
                    <a:pt x="574233" y="93124"/>
                  </a:lnTo>
                  <a:lnTo>
                    <a:pt x="610765" y="126018"/>
                  </a:lnTo>
                  <a:lnTo>
                    <a:pt x="643511" y="162682"/>
                  </a:lnTo>
                  <a:lnTo>
                    <a:pt x="671339" y="201677"/>
                  </a:lnTo>
                  <a:lnTo>
                    <a:pt x="694217" y="242516"/>
                  </a:lnTo>
                  <a:lnTo>
                    <a:pt x="712116" y="284712"/>
                  </a:lnTo>
                  <a:lnTo>
                    <a:pt x="725002" y="327778"/>
                  </a:lnTo>
                  <a:lnTo>
                    <a:pt x="732847" y="371228"/>
                  </a:lnTo>
                  <a:lnTo>
                    <a:pt x="735617" y="414576"/>
                  </a:lnTo>
                  <a:lnTo>
                    <a:pt x="733283" y="457335"/>
                  </a:lnTo>
                  <a:lnTo>
                    <a:pt x="725813" y="499017"/>
                  </a:lnTo>
                  <a:lnTo>
                    <a:pt x="713176" y="539137"/>
                  </a:lnTo>
                  <a:lnTo>
                    <a:pt x="695341" y="577208"/>
                  </a:lnTo>
                  <a:lnTo>
                    <a:pt x="672277" y="612744"/>
                  </a:lnTo>
                  <a:lnTo>
                    <a:pt x="643953" y="64525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67000" y="1143000"/>
              <a:ext cx="3092450" cy="2286000"/>
            </a:xfrm>
            <a:custGeom>
              <a:avLst/>
              <a:gdLst/>
              <a:ahLst/>
              <a:cxnLst/>
              <a:rect l="l" t="t" r="r" b="b"/>
              <a:pathLst>
                <a:path w="3092450" h="2286000">
                  <a:moveTo>
                    <a:pt x="0" y="0"/>
                  </a:moveTo>
                  <a:lnTo>
                    <a:pt x="3092449" y="0"/>
                  </a:lnTo>
                  <a:lnTo>
                    <a:pt x="3092449" y="2285999"/>
                  </a:lnTo>
                  <a:lnTo>
                    <a:pt x="0" y="22859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0437" y="2662237"/>
              <a:ext cx="85724" cy="85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29037" y="2509837"/>
              <a:ext cx="85724" cy="857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29037" y="2967037"/>
              <a:ext cx="85724" cy="857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3837" y="2433637"/>
              <a:ext cx="85724" cy="857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3837" y="2738437"/>
              <a:ext cx="85724" cy="857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62437" y="2662237"/>
              <a:ext cx="85724" cy="857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67237" y="2586037"/>
              <a:ext cx="85724" cy="857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95837" y="2662237"/>
              <a:ext cx="85724" cy="857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4837" y="2205037"/>
              <a:ext cx="85724" cy="857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95837" y="2357437"/>
              <a:ext cx="85724" cy="857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19637" y="2128837"/>
              <a:ext cx="85724" cy="857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48237" y="1824037"/>
              <a:ext cx="85724" cy="857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1637" y="1443037"/>
              <a:ext cx="85724" cy="85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4237" y="1824037"/>
              <a:ext cx="85724" cy="857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48037" y="2090737"/>
              <a:ext cx="85724" cy="857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52837" y="1900237"/>
              <a:ext cx="85724" cy="857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29037" y="1443037"/>
              <a:ext cx="85724" cy="8572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52837" y="2128837"/>
              <a:ext cx="85724" cy="8572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81437" y="1747837"/>
              <a:ext cx="85724" cy="85724"/>
            </a:xfrm>
            <a:prstGeom prst="rect">
              <a:avLst/>
            </a:prstGeom>
          </p:spPr>
        </p:pic>
      </p:grp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32113" y="4352882"/>
            <a:ext cx="2959119" cy="52154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F271EC6-97C3-B5A8-6F6E-6150A8DA8889}"/>
                  </a:ext>
                </a:extLst>
              </p14:cNvPr>
              <p14:cNvContentPartPr/>
              <p14:nvPr/>
            </p14:nvContentPartPr>
            <p14:xfrm>
              <a:off x="983520" y="1199160"/>
              <a:ext cx="8124840" cy="44582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F271EC6-97C3-B5A8-6F6E-6150A8DA888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1920" y="1182960"/>
                <a:ext cx="8162640" cy="4496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8825" y="864209"/>
            <a:ext cx="7609840" cy="8128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10" dirty="0">
                <a:latin typeface="Arial MT"/>
                <a:cs typeface="Arial MT"/>
              </a:rPr>
              <a:t>E-</a:t>
            </a:r>
            <a:r>
              <a:rPr sz="2400" spc="-20" dirty="0">
                <a:latin typeface="Arial MT"/>
                <a:cs typeface="Arial MT"/>
              </a:rPr>
              <a:t>step</a:t>
            </a:r>
            <a:endParaRPr sz="2400">
              <a:latin typeface="Arial MT"/>
              <a:cs typeface="Arial MT"/>
            </a:endParaRPr>
          </a:p>
          <a:p>
            <a:pPr marL="755015" indent="-251460">
              <a:lnSpc>
                <a:spcPct val="100000"/>
              </a:lnSpc>
              <a:spcBef>
                <a:spcPts val="415"/>
              </a:spcBef>
              <a:buChar char="•"/>
              <a:tabLst>
                <a:tab pos="755015" algn="l"/>
              </a:tabLst>
            </a:pPr>
            <a:r>
              <a:rPr sz="1800" dirty="0">
                <a:latin typeface="Arial MT"/>
                <a:cs typeface="Arial MT"/>
              </a:rPr>
              <a:t>compute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probability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point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x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blob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given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current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guess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2000" b="1" spc="-50" dirty="0">
                <a:latin typeface="Arial"/>
                <a:cs typeface="Arial"/>
              </a:rPr>
              <a:t>θ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4134" y="5435600"/>
            <a:ext cx="25450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sz="2000" spc="-10" dirty="0">
                <a:latin typeface="Arial MT"/>
                <a:cs typeface="Arial MT"/>
              </a:rPr>
              <a:t>covariance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blob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EM</a:t>
            </a:r>
            <a:r>
              <a:rPr spc="-5" dirty="0"/>
              <a:t> </a:t>
            </a:r>
            <a:r>
              <a:rPr spc="-10" dirty="0"/>
              <a:t>details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4113" y="1935163"/>
            <a:ext cx="3941761" cy="61877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988" y="3741738"/>
            <a:ext cx="3144836" cy="6778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58825" y="2820009"/>
            <a:ext cx="6852920" cy="18796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25" dirty="0">
                <a:latin typeface="Arial MT"/>
                <a:cs typeface="Arial MT"/>
              </a:rPr>
              <a:t>M-</a:t>
            </a:r>
            <a:r>
              <a:rPr sz="2400" spc="-20" dirty="0">
                <a:latin typeface="Arial MT"/>
                <a:cs typeface="Arial MT"/>
              </a:rPr>
              <a:t>step</a:t>
            </a:r>
            <a:endParaRPr sz="24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15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compute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probability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blob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selected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534352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points</a:t>
            </a:r>
            <a:endParaRPr sz="20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1195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mean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blob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6163" y="4800600"/>
            <a:ext cx="3322636" cy="66388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22500" y="5948363"/>
            <a:ext cx="5897563" cy="66862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C2110C2-15DF-5EAF-BEFA-F92B52059812}"/>
                  </a:ext>
                </a:extLst>
              </p14:cNvPr>
              <p14:cNvContentPartPr/>
              <p14:nvPr/>
            </p14:nvContentPartPr>
            <p14:xfrm>
              <a:off x="2086920" y="885960"/>
              <a:ext cx="7057080" cy="56365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C2110C2-15DF-5EAF-BEFA-F92B5205981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70720" y="869760"/>
                <a:ext cx="7089480" cy="5668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EM</a:t>
            </a:r>
            <a:r>
              <a:rPr spc="-5" dirty="0"/>
              <a:t> </a:t>
            </a:r>
            <a:r>
              <a:rPr spc="-10" dirty="0"/>
              <a:t>demos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825" y="2352039"/>
            <a:ext cx="45421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https://github.com/annoviko/pyclustering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Applications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825" y="864209"/>
            <a:ext cx="6311900" cy="355092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 MT"/>
                <a:cs typeface="Arial MT"/>
              </a:rPr>
              <a:t>Turns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useful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sorts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problems</a:t>
            </a:r>
            <a:endParaRPr sz="24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15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any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clustering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problem</a:t>
            </a:r>
            <a:endParaRPr sz="20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00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any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estimation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problem</a:t>
            </a:r>
            <a:endParaRPr sz="20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00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missing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problems</a:t>
            </a:r>
            <a:endParaRPr sz="20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00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finding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outliers</a:t>
            </a:r>
            <a:endParaRPr sz="20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00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segmentation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problems</a:t>
            </a:r>
            <a:endParaRPr sz="2000">
              <a:latin typeface="Arial MT"/>
              <a:cs typeface="Arial MT"/>
            </a:endParaRPr>
          </a:p>
          <a:p>
            <a:pPr marL="1154430" lvl="1" indent="-240665">
              <a:lnSpc>
                <a:spcPct val="100000"/>
              </a:lnSpc>
              <a:spcBef>
                <a:spcPts val="365"/>
              </a:spcBef>
              <a:buChar char="–"/>
              <a:tabLst>
                <a:tab pos="1154430" algn="l"/>
              </a:tabLst>
            </a:pPr>
            <a:r>
              <a:rPr sz="1800" dirty="0">
                <a:latin typeface="Arial MT"/>
                <a:cs typeface="Arial MT"/>
              </a:rPr>
              <a:t>segmentation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color</a:t>
            </a:r>
            <a:endParaRPr sz="1800">
              <a:latin typeface="Arial MT"/>
              <a:cs typeface="Arial MT"/>
            </a:endParaRPr>
          </a:p>
          <a:p>
            <a:pPr marL="1154430" lvl="1" indent="-240665">
              <a:lnSpc>
                <a:spcPct val="100000"/>
              </a:lnSpc>
              <a:spcBef>
                <a:spcPts val="360"/>
              </a:spcBef>
              <a:buChar char="–"/>
              <a:tabLst>
                <a:tab pos="1154430" algn="l"/>
              </a:tabLst>
            </a:pPr>
            <a:r>
              <a:rPr sz="1800" dirty="0">
                <a:latin typeface="Arial MT"/>
                <a:cs typeface="Arial MT"/>
              </a:rPr>
              <a:t>segmentation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motion</a:t>
            </a:r>
            <a:endParaRPr sz="1800">
              <a:latin typeface="Arial MT"/>
              <a:cs typeface="Arial MT"/>
            </a:endParaRPr>
          </a:p>
          <a:p>
            <a:pPr marL="1154430" lvl="1" indent="-240665">
              <a:lnSpc>
                <a:spcPct val="100000"/>
              </a:lnSpc>
              <a:spcBef>
                <a:spcPts val="360"/>
              </a:spcBef>
              <a:buChar char="–"/>
              <a:tabLst>
                <a:tab pos="1154430" algn="l"/>
              </a:tabLst>
            </a:pPr>
            <a:r>
              <a:rPr sz="1800" dirty="0">
                <a:latin typeface="Arial MT"/>
                <a:cs typeface="Arial MT"/>
              </a:rPr>
              <a:t>foreground/background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separation</a:t>
            </a:r>
            <a:endParaRPr sz="18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395"/>
              </a:spcBef>
              <a:buChar char="•"/>
              <a:tabLst>
                <a:tab pos="755015" algn="l"/>
              </a:tabLst>
            </a:pPr>
            <a:r>
              <a:rPr sz="2000" spc="-25" dirty="0">
                <a:latin typeface="Arial MT"/>
                <a:cs typeface="Arial MT"/>
              </a:rPr>
              <a:t>...</a:t>
            </a:r>
            <a:endParaRPr sz="20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F657C56-1FD6-2017-A6FC-8FCFFA2D4259}"/>
                  </a:ext>
                </a:extLst>
              </p14:cNvPr>
              <p14:cNvContentPartPr/>
              <p14:nvPr/>
            </p14:nvContentPartPr>
            <p14:xfrm>
              <a:off x="1545840" y="698400"/>
              <a:ext cx="3730680" cy="3410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F657C56-1FD6-2017-A6FC-8FCFFA2D42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9640" y="682200"/>
                <a:ext cx="3768480" cy="344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  <a:r>
              <a:rPr spc="-15" dirty="0"/>
              <a:t> </a:t>
            </a:r>
            <a:r>
              <a:rPr dirty="0"/>
              <a:t>with</a:t>
            </a:r>
            <a:r>
              <a:rPr spc="-10" dirty="0"/>
              <a:t> </a:t>
            </a:r>
            <a:r>
              <a:rPr spc="-25" dirty="0"/>
              <a:t>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825" y="927608"/>
            <a:ext cx="4750435" cy="295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Local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minima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350000"/>
              </a:lnSpc>
            </a:pP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know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segments </a:t>
            </a: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choose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generative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model</a:t>
            </a:r>
            <a:endParaRPr sz="2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15EE3B2-8DD1-E023-D793-C2399B0C7012}"/>
                  </a:ext>
                </a:extLst>
              </p14:cNvPr>
              <p14:cNvContentPartPr/>
              <p14:nvPr/>
            </p14:nvContentPartPr>
            <p14:xfrm>
              <a:off x="731880" y="753480"/>
              <a:ext cx="7403040" cy="5098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15EE3B2-8DD1-E023-D793-C2399B0C70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2520" y="737280"/>
                <a:ext cx="7428600" cy="5131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3425" y="206247"/>
            <a:ext cx="73488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Mean-</a:t>
            </a:r>
            <a:r>
              <a:rPr dirty="0"/>
              <a:t>shift</a:t>
            </a:r>
            <a:r>
              <a:rPr spc="-10" dirty="0"/>
              <a:t> </a:t>
            </a:r>
            <a:r>
              <a:rPr dirty="0"/>
              <a:t>for image </a:t>
            </a:r>
            <a:r>
              <a:rPr spc="-15" dirty="0"/>
              <a:t>segmenta</a:t>
            </a:r>
            <a:r>
              <a:rPr spc="-505" dirty="0"/>
              <a:t>t</a:t>
            </a:r>
            <a:r>
              <a:rPr sz="1200" spc="-150" baseline="128472" dirty="0"/>
              <a:t>C</a:t>
            </a:r>
            <a:r>
              <a:rPr sz="3400" spc="-680" dirty="0"/>
              <a:t>i</a:t>
            </a:r>
            <a:r>
              <a:rPr sz="1200" spc="-15" baseline="128472" dirty="0"/>
              <a:t>V</a:t>
            </a:r>
            <a:r>
              <a:rPr sz="1200" spc="-127" baseline="128472" dirty="0"/>
              <a:t> </a:t>
            </a:r>
            <a:r>
              <a:rPr sz="3400" spc="-1810" dirty="0"/>
              <a:t>o</a:t>
            </a:r>
            <a:r>
              <a:rPr sz="1200" spc="-104" baseline="128472" dirty="0"/>
              <a:t>1</a:t>
            </a:r>
            <a:r>
              <a:rPr sz="1200" spc="-22" baseline="128472" dirty="0"/>
              <a:t>1</a:t>
            </a:r>
            <a:r>
              <a:rPr sz="1200" spc="-7" baseline="128472" dirty="0"/>
              <a:t>: </a:t>
            </a:r>
            <a:r>
              <a:rPr sz="1200" spc="-22" baseline="128472" dirty="0"/>
              <a:t>I</a:t>
            </a:r>
            <a:r>
              <a:rPr sz="1200" spc="-547" baseline="128472" dirty="0"/>
              <a:t>m</a:t>
            </a:r>
            <a:r>
              <a:rPr sz="3400" spc="-1540" dirty="0"/>
              <a:t>n</a:t>
            </a:r>
            <a:r>
              <a:rPr sz="1200" spc="-22" baseline="128472" dirty="0"/>
              <a:t>ag</a:t>
            </a:r>
            <a:r>
              <a:rPr sz="1200" spc="-7" baseline="128472" dirty="0"/>
              <a:t>e </a:t>
            </a:r>
            <a:r>
              <a:rPr sz="1200" spc="-15" baseline="128472" dirty="0"/>
              <a:t>Segmentation</a:t>
            </a:r>
            <a:endParaRPr sz="1200" baseline="128472"/>
          </a:p>
        </p:txBody>
      </p:sp>
      <p:sp>
        <p:nvSpPr>
          <p:cNvPr id="3" name="object 3"/>
          <p:cNvSpPr txBox="1"/>
          <p:nvPr/>
        </p:nvSpPr>
        <p:spPr>
          <a:xfrm>
            <a:off x="758825" y="864209"/>
            <a:ext cx="7526020" cy="183642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 MT"/>
                <a:cs typeface="Arial MT"/>
              </a:rPr>
              <a:t>Useful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account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spatial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information</a:t>
            </a:r>
            <a:endParaRPr sz="24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15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instead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(R,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B),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(R,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x,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y)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space</a:t>
            </a:r>
            <a:endParaRPr sz="2000">
              <a:latin typeface="Arial MT"/>
              <a:cs typeface="Arial MT"/>
            </a:endParaRPr>
          </a:p>
          <a:p>
            <a:pPr marL="755650" marR="5080" indent="-255270">
              <a:lnSpc>
                <a:spcPct val="100000"/>
              </a:lnSpc>
              <a:spcBef>
                <a:spcPts val="335"/>
              </a:spcBef>
              <a:buChar char="•"/>
              <a:tabLst>
                <a:tab pos="755650" algn="l"/>
              </a:tabLst>
            </a:pPr>
            <a:r>
              <a:rPr sz="1600" dirty="0">
                <a:latin typeface="Arial MT"/>
                <a:cs typeface="Arial MT"/>
              </a:rPr>
              <a:t>D.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Comaniciu,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14" dirty="0">
                <a:latin typeface="Arial MT"/>
                <a:cs typeface="Arial MT"/>
              </a:rPr>
              <a:t>P.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Meer,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Mean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shift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analysis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applications,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i="1" spc="-25" dirty="0">
                <a:latin typeface="Arial"/>
                <a:cs typeface="Arial"/>
              </a:rPr>
              <a:t>7th </a:t>
            </a:r>
            <a:r>
              <a:rPr sz="1600" i="1" dirty="0">
                <a:latin typeface="Arial"/>
                <a:cs typeface="Arial"/>
              </a:rPr>
              <a:t>International</a:t>
            </a:r>
            <a:r>
              <a:rPr sz="1600" i="1" spc="-6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Conference</a:t>
            </a:r>
            <a:r>
              <a:rPr sz="1600" i="1" spc="-5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on</a:t>
            </a:r>
            <a:r>
              <a:rPr sz="1600" i="1" spc="-5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Computer</a:t>
            </a:r>
            <a:r>
              <a:rPr sz="1600" i="1" spc="-5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Vision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Kerkyra,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Greece,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September </a:t>
            </a:r>
            <a:r>
              <a:rPr sz="1600" dirty="0">
                <a:latin typeface="Arial MT"/>
                <a:cs typeface="Arial MT"/>
              </a:rPr>
              <a:t>1999,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35" dirty="0">
                <a:latin typeface="Arial MT"/>
                <a:cs typeface="Arial MT"/>
              </a:rPr>
              <a:t>1197-</a:t>
            </a:r>
            <a:r>
              <a:rPr sz="1600" spc="-10" dirty="0">
                <a:latin typeface="Arial MT"/>
                <a:cs typeface="Arial MT"/>
              </a:rPr>
              <a:t>1203.</a:t>
            </a:r>
            <a:endParaRPr sz="1600">
              <a:latin typeface="Arial MT"/>
              <a:cs typeface="Arial MT"/>
            </a:endParaRPr>
          </a:p>
          <a:p>
            <a:pPr marL="916940">
              <a:lnSpc>
                <a:spcPct val="100000"/>
              </a:lnSpc>
              <a:spcBef>
                <a:spcPts val="290"/>
              </a:spcBef>
              <a:tabLst>
                <a:tab pos="1155065" algn="l"/>
              </a:tabLst>
            </a:pPr>
            <a:r>
              <a:rPr sz="1400" spc="-50" dirty="0">
                <a:latin typeface="Arial MT"/>
                <a:cs typeface="Arial MT"/>
              </a:rPr>
              <a:t>–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http://www.caip.rutgers.edu/riul/research/papers/pdf/spatmsft.pdf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72830"/>
            <a:ext cx="9144000" cy="2761615"/>
            <a:chOff x="0" y="3272830"/>
            <a:chExt cx="9144000" cy="276161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75" y="3272830"/>
              <a:ext cx="3080918" cy="267076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7213" y="3276599"/>
              <a:ext cx="6046786" cy="22240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5500687"/>
              <a:ext cx="3302000" cy="533400"/>
            </a:xfrm>
            <a:custGeom>
              <a:avLst/>
              <a:gdLst/>
              <a:ahLst/>
              <a:cxnLst/>
              <a:rect l="l" t="t" r="r" b="b"/>
              <a:pathLst>
                <a:path w="3302000" h="533400">
                  <a:moveTo>
                    <a:pt x="3301999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3301999" y="0"/>
                  </a:lnTo>
                  <a:lnTo>
                    <a:pt x="3301999" y="53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63625" y="5802821"/>
            <a:ext cx="2225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Examples: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35052" y="5929821"/>
            <a:ext cx="45650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http://www.caip.rutgers.edu/~comanici/segm_images.html</a:t>
            </a:r>
            <a:endParaRPr sz="1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9B05290-60A5-9F12-A7AF-3DBAD1EE7C6A}"/>
                  </a:ext>
                </a:extLst>
              </p14:cNvPr>
              <p14:cNvContentPartPr/>
              <p14:nvPr/>
            </p14:nvContentPartPr>
            <p14:xfrm>
              <a:off x="582120" y="669960"/>
              <a:ext cx="5430960" cy="2799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9B05290-60A5-9F12-A7AF-3DBAD1EE7C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5920" y="653760"/>
                <a:ext cx="5463360" cy="2832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475" y="3290888"/>
            <a:ext cx="7705724" cy="30337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58825" y="1461008"/>
            <a:ext cx="7273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Versatile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technique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clustering-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segmentation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1225" y="1017683"/>
            <a:ext cx="698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D.</a:t>
            </a:r>
            <a:r>
              <a:rPr sz="1200" spc="-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Comaniciu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90" dirty="0">
                <a:latin typeface="Arial MT"/>
                <a:cs typeface="Arial MT"/>
              </a:rPr>
              <a:t>P.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Meer,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Mean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Shift: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8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Robust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Approach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toward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Feature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Space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Analysis,</a:t>
            </a:r>
            <a:r>
              <a:rPr sz="1200" spc="-20" dirty="0">
                <a:latin typeface="Arial MT"/>
                <a:cs typeface="Arial MT"/>
              </a:rPr>
              <a:t> PAMI </a:t>
            </a:r>
            <a:r>
              <a:rPr sz="1200" spc="-10" dirty="0">
                <a:latin typeface="Arial MT"/>
                <a:cs typeface="Arial MT"/>
              </a:rPr>
              <a:t>2002.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Mean</a:t>
            </a:r>
            <a:r>
              <a:rPr spc="-55" dirty="0"/>
              <a:t> </a:t>
            </a:r>
            <a:r>
              <a:rPr dirty="0"/>
              <a:t>shift</a:t>
            </a:r>
            <a:r>
              <a:rPr spc="-60" dirty="0"/>
              <a:t> </a:t>
            </a:r>
            <a:r>
              <a:rPr spc="-10" dirty="0"/>
              <a:t>segmentation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3B65B63-7277-D407-F526-8C8F0FE31E2A}"/>
                  </a:ext>
                </a:extLst>
              </p14:cNvPr>
              <p14:cNvContentPartPr/>
              <p14:nvPr/>
            </p14:nvContentPartPr>
            <p14:xfrm>
              <a:off x="5524920" y="2953080"/>
              <a:ext cx="1413360" cy="2349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3B65B63-7277-D407-F526-8C8F0FE31E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08720" y="2931480"/>
                <a:ext cx="1445760" cy="238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152900"/>
            <a:ext cx="3734304" cy="27050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Mean</a:t>
            </a:r>
            <a:r>
              <a:rPr spc="-55" dirty="0"/>
              <a:t> </a:t>
            </a:r>
            <a:r>
              <a:rPr dirty="0"/>
              <a:t>shift</a:t>
            </a:r>
            <a:r>
              <a:rPr spc="-6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3524" y="927608"/>
            <a:ext cx="6450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Try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modes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non-</a:t>
            </a:r>
            <a:r>
              <a:rPr sz="2400" dirty="0">
                <a:latin typeface="Arial MT"/>
                <a:cs typeface="Arial MT"/>
              </a:rPr>
              <a:t>parametric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density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824" y="1506425"/>
            <a:ext cx="3495700" cy="243839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956050" y="4184650"/>
            <a:ext cx="698500" cy="393700"/>
            <a:chOff x="3956050" y="4184650"/>
            <a:chExt cx="698500" cy="393700"/>
          </a:xfrm>
        </p:grpSpPr>
        <p:sp>
          <p:nvSpPr>
            <p:cNvPr id="8" name="object 8"/>
            <p:cNvSpPr/>
            <p:nvPr/>
          </p:nvSpPr>
          <p:spPr>
            <a:xfrm>
              <a:off x="3962400" y="4191000"/>
              <a:ext cx="685800" cy="381000"/>
            </a:xfrm>
            <a:custGeom>
              <a:avLst/>
              <a:gdLst/>
              <a:ahLst/>
              <a:cxnLst/>
              <a:rect l="l" t="t" r="r" b="b"/>
              <a:pathLst>
                <a:path w="685800" h="381000">
                  <a:moveTo>
                    <a:pt x="495299" y="380999"/>
                  </a:moveTo>
                  <a:lnTo>
                    <a:pt x="495299" y="285749"/>
                  </a:lnTo>
                  <a:lnTo>
                    <a:pt x="0" y="285749"/>
                  </a:lnTo>
                  <a:lnTo>
                    <a:pt x="0" y="95249"/>
                  </a:lnTo>
                  <a:lnTo>
                    <a:pt x="495299" y="95249"/>
                  </a:lnTo>
                  <a:lnTo>
                    <a:pt x="495299" y="0"/>
                  </a:lnTo>
                  <a:lnTo>
                    <a:pt x="685799" y="190499"/>
                  </a:lnTo>
                  <a:lnTo>
                    <a:pt x="495299" y="380999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62400" y="4191000"/>
              <a:ext cx="685800" cy="381000"/>
            </a:xfrm>
            <a:custGeom>
              <a:avLst/>
              <a:gdLst/>
              <a:ahLst/>
              <a:cxnLst/>
              <a:rect l="l" t="t" r="r" b="b"/>
              <a:pathLst>
                <a:path w="685800" h="381000">
                  <a:moveTo>
                    <a:pt x="0" y="95249"/>
                  </a:moveTo>
                  <a:lnTo>
                    <a:pt x="495299" y="95249"/>
                  </a:lnTo>
                  <a:lnTo>
                    <a:pt x="495299" y="0"/>
                  </a:lnTo>
                  <a:lnTo>
                    <a:pt x="685799" y="190499"/>
                  </a:lnTo>
                  <a:lnTo>
                    <a:pt x="495299" y="380999"/>
                  </a:lnTo>
                  <a:lnTo>
                    <a:pt x="495299" y="285749"/>
                  </a:lnTo>
                  <a:lnTo>
                    <a:pt x="0" y="285749"/>
                  </a:lnTo>
                  <a:lnTo>
                    <a:pt x="0" y="95249"/>
                  </a:lnTo>
                  <a:close/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67325" y="4173425"/>
            <a:ext cx="2971799" cy="23336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6800" y="1506425"/>
            <a:ext cx="4057649" cy="25907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E5D8ABB-EBFB-C232-6053-CFD7FD014AA5}"/>
                  </a:ext>
                </a:extLst>
              </p14:cNvPr>
              <p14:cNvContentPartPr/>
              <p14:nvPr/>
            </p14:nvContentPartPr>
            <p14:xfrm>
              <a:off x="1915920" y="959400"/>
              <a:ext cx="7072920" cy="5203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E5D8ABB-EBFB-C232-6053-CFD7FD014AA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94320" y="943200"/>
                <a:ext cx="7110720" cy="5241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Kernel</a:t>
            </a:r>
            <a:r>
              <a:rPr spc="-20" dirty="0"/>
              <a:t> </a:t>
            </a:r>
            <a:r>
              <a:rPr dirty="0"/>
              <a:t>density</a:t>
            </a:r>
            <a:r>
              <a:rPr spc="-15" dirty="0"/>
              <a:t> </a:t>
            </a:r>
            <a:r>
              <a:rPr spc="-10" dirty="0"/>
              <a:t>estimation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1978025"/>
            <a:ext cx="3505199" cy="7413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400" y="4495800"/>
            <a:ext cx="4824413" cy="9143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54225" y="1532445"/>
            <a:ext cx="4581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Kernel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density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estimation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function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0425" y="4047045"/>
            <a:ext cx="2227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Gaussian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kernel</a:t>
            </a:r>
            <a:endParaRPr sz="2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D65FD5D-6F23-169E-E112-D397B6E59717}"/>
                  </a:ext>
                </a:extLst>
              </p14:cNvPr>
              <p14:cNvContentPartPr/>
              <p14:nvPr/>
            </p14:nvContentPartPr>
            <p14:xfrm>
              <a:off x="798120" y="2076120"/>
              <a:ext cx="7432920" cy="3508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D65FD5D-6F23-169E-E112-D397B6E597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1920" y="2054520"/>
                <a:ext cx="7465320" cy="3546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0362" y="3221037"/>
            <a:ext cx="152399" cy="1523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181600" y="3048000"/>
            <a:ext cx="1033780" cy="935355"/>
            <a:chOff x="5181600" y="3048000"/>
            <a:chExt cx="1033780" cy="93535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8800" y="3048000"/>
              <a:ext cx="576262" cy="7191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1600" y="3429000"/>
              <a:ext cx="533399" cy="4032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1200" y="3810000"/>
              <a:ext cx="152399" cy="152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3830637"/>
              <a:ext cx="152399" cy="15239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3429000"/>
            <a:ext cx="152399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81600" y="3200400"/>
            <a:ext cx="152399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48400" y="3657600"/>
            <a:ext cx="152399" cy="1523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3962400"/>
            <a:ext cx="152399" cy="1523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88037" y="4094162"/>
            <a:ext cx="152399" cy="1523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4114800"/>
            <a:ext cx="152399" cy="1523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3962400"/>
            <a:ext cx="152399" cy="1523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200" y="3657600"/>
            <a:ext cx="152399" cy="1523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0" y="3124200"/>
            <a:ext cx="152399" cy="1523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3048000"/>
            <a:ext cx="152399" cy="1523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2819400"/>
            <a:ext cx="152399" cy="1523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21375" y="2819400"/>
            <a:ext cx="152399" cy="1523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2514600"/>
            <a:ext cx="152399" cy="1523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24400" y="2819400"/>
            <a:ext cx="152399" cy="15239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400" y="2590800"/>
            <a:ext cx="152399" cy="15239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1981200"/>
            <a:ext cx="152399" cy="15239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81600" y="2209800"/>
            <a:ext cx="152399" cy="15239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21375" y="2438400"/>
            <a:ext cx="152399" cy="15239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21375" y="1371600"/>
            <a:ext cx="152399" cy="15239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72200" y="2133600"/>
            <a:ext cx="152399" cy="15239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9512" y="2676525"/>
            <a:ext cx="152399" cy="15239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48400" y="3124200"/>
            <a:ext cx="152399" cy="15239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2895600"/>
            <a:ext cx="152399" cy="15239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2514600"/>
            <a:ext cx="152399" cy="15239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3200" y="2057400"/>
            <a:ext cx="152399" cy="15239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600" y="1600200"/>
            <a:ext cx="152399" cy="15239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1295400"/>
            <a:ext cx="152399" cy="15239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0" y="1752600"/>
            <a:ext cx="152399" cy="15239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15200" y="2362200"/>
            <a:ext cx="152399" cy="15239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05600" y="3352800"/>
            <a:ext cx="152399" cy="15239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62800" y="2895600"/>
            <a:ext cx="152399" cy="15239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24800" y="2971800"/>
            <a:ext cx="152399" cy="15239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3886200"/>
            <a:ext cx="152399" cy="152399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78713" y="3430587"/>
            <a:ext cx="152399" cy="152399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7000" y="4267200"/>
            <a:ext cx="152399" cy="15239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43800" y="4343400"/>
            <a:ext cx="152399" cy="15239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34200" y="4724400"/>
            <a:ext cx="152399" cy="15239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4572000"/>
            <a:ext cx="152399" cy="152399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4495800"/>
            <a:ext cx="152399" cy="152399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5029200"/>
            <a:ext cx="152399" cy="152399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7000" y="5486400"/>
            <a:ext cx="152399" cy="152399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5486400"/>
            <a:ext cx="152399" cy="15239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0200" y="5029200"/>
            <a:ext cx="152399" cy="15239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400" y="4572000"/>
            <a:ext cx="152399" cy="15239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0" y="4267200"/>
            <a:ext cx="152399" cy="152399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4953000"/>
            <a:ext cx="152399" cy="152399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5486400"/>
            <a:ext cx="152399" cy="152399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14800" y="5638800"/>
            <a:ext cx="152399" cy="152399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600" y="5029200"/>
            <a:ext cx="152399" cy="152399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05200" y="4267200"/>
            <a:ext cx="152399" cy="15239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38600" y="3962400"/>
            <a:ext cx="152399" cy="15239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3429000"/>
            <a:ext cx="152399" cy="15239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33800" y="2971800"/>
            <a:ext cx="152399" cy="152399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2590800"/>
            <a:ext cx="152399" cy="152399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24400" y="2438400"/>
            <a:ext cx="152399" cy="152399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1828800"/>
            <a:ext cx="152399" cy="152399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1600200"/>
            <a:ext cx="152399" cy="152399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1219200"/>
            <a:ext cx="152399" cy="152399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800" y="1600200"/>
            <a:ext cx="152399" cy="152399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57600" y="2209800"/>
            <a:ext cx="152399" cy="152399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76600" y="2667000"/>
            <a:ext cx="152399" cy="152399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00" y="3505200"/>
            <a:ext cx="152399" cy="152399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5600" y="3581400"/>
            <a:ext cx="152399" cy="152399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4419600"/>
            <a:ext cx="152399" cy="152399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48000" y="5257800"/>
            <a:ext cx="152399" cy="152399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5638800"/>
            <a:ext cx="152399" cy="15239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4876800"/>
            <a:ext cx="152399" cy="152399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3962400"/>
            <a:ext cx="152399" cy="152399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14600" y="2743200"/>
            <a:ext cx="152399" cy="152399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1905000"/>
            <a:ext cx="152399" cy="152399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1905000"/>
            <a:ext cx="152399" cy="152399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28800" y="3048000"/>
            <a:ext cx="152399" cy="152399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4724400"/>
            <a:ext cx="152399" cy="152399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5791200"/>
            <a:ext cx="152399" cy="152399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200" y="3505200"/>
            <a:ext cx="152399" cy="152399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0600" y="2286000"/>
            <a:ext cx="152399" cy="152399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219200"/>
            <a:ext cx="152399" cy="152399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90800" y="1066800"/>
            <a:ext cx="152399" cy="152399"/>
          </a:xfrm>
          <a:prstGeom prst="rect">
            <a:avLst/>
          </a:prstGeom>
        </p:spPr>
      </p:pic>
      <p:grpSp>
        <p:nvGrpSpPr>
          <p:cNvPr id="86" name="object 86"/>
          <p:cNvGrpSpPr/>
          <p:nvPr/>
        </p:nvGrpSpPr>
        <p:grpSpPr>
          <a:xfrm>
            <a:off x="2576512" y="1509712"/>
            <a:ext cx="2847975" cy="2924175"/>
            <a:chOff x="2576512" y="1509712"/>
            <a:chExt cx="2847975" cy="2924175"/>
          </a:xfrm>
        </p:grpSpPr>
        <p:sp>
          <p:nvSpPr>
            <p:cNvPr id="87" name="object 87"/>
            <p:cNvSpPr/>
            <p:nvPr/>
          </p:nvSpPr>
          <p:spPr>
            <a:xfrm>
              <a:off x="2590800" y="1524000"/>
              <a:ext cx="2819400" cy="2895600"/>
            </a:xfrm>
            <a:custGeom>
              <a:avLst/>
              <a:gdLst/>
              <a:ahLst/>
              <a:cxnLst/>
              <a:rect l="l" t="t" r="r" b="b"/>
              <a:pathLst>
                <a:path w="2819400" h="2895600">
                  <a:moveTo>
                    <a:pt x="0" y="1447799"/>
                  </a:moveTo>
                  <a:lnTo>
                    <a:pt x="784" y="1399038"/>
                  </a:lnTo>
                  <a:lnTo>
                    <a:pt x="3121" y="1350680"/>
                  </a:lnTo>
                  <a:lnTo>
                    <a:pt x="6986" y="1302751"/>
                  </a:lnTo>
                  <a:lnTo>
                    <a:pt x="12354" y="1255277"/>
                  </a:lnTo>
                  <a:lnTo>
                    <a:pt x="19201" y="1208282"/>
                  </a:lnTo>
                  <a:lnTo>
                    <a:pt x="27501" y="1161792"/>
                  </a:lnTo>
                  <a:lnTo>
                    <a:pt x="37231" y="1115832"/>
                  </a:lnTo>
                  <a:lnTo>
                    <a:pt x="48365" y="1070428"/>
                  </a:lnTo>
                  <a:lnTo>
                    <a:pt x="60879" y="1025606"/>
                  </a:lnTo>
                  <a:lnTo>
                    <a:pt x="74748" y="981389"/>
                  </a:lnTo>
                  <a:lnTo>
                    <a:pt x="89948" y="937804"/>
                  </a:lnTo>
                  <a:lnTo>
                    <a:pt x="106453" y="894877"/>
                  </a:lnTo>
                  <a:lnTo>
                    <a:pt x="124240" y="852631"/>
                  </a:lnTo>
                  <a:lnTo>
                    <a:pt x="143283" y="811094"/>
                  </a:lnTo>
                  <a:lnTo>
                    <a:pt x="163558" y="770289"/>
                  </a:lnTo>
                  <a:lnTo>
                    <a:pt x="185040" y="730243"/>
                  </a:lnTo>
                  <a:lnTo>
                    <a:pt x="207705" y="690980"/>
                  </a:lnTo>
                  <a:lnTo>
                    <a:pt x="231527" y="652527"/>
                  </a:lnTo>
                  <a:lnTo>
                    <a:pt x="256483" y="614908"/>
                  </a:lnTo>
                  <a:lnTo>
                    <a:pt x="282547" y="578149"/>
                  </a:lnTo>
                  <a:lnTo>
                    <a:pt x="309695" y="542274"/>
                  </a:lnTo>
                  <a:lnTo>
                    <a:pt x="337902" y="507311"/>
                  </a:lnTo>
                  <a:lnTo>
                    <a:pt x="367143" y="473283"/>
                  </a:lnTo>
                  <a:lnTo>
                    <a:pt x="397394" y="440215"/>
                  </a:lnTo>
                  <a:lnTo>
                    <a:pt x="428631" y="408135"/>
                  </a:lnTo>
                  <a:lnTo>
                    <a:pt x="460828" y="377066"/>
                  </a:lnTo>
                  <a:lnTo>
                    <a:pt x="493960" y="347034"/>
                  </a:lnTo>
                  <a:lnTo>
                    <a:pt x="528004" y="318065"/>
                  </a:lnTo>
                  <a:lnTo>
                    <a:pt x="562934" y="290183"/>
                  </a:lnTo>
                  <a:lnTo>
                    <a:pt x="598726" y="263415"/>
                  </a:lnTo>
                  <a:lnTo>
                    <a:pt x="635355" y="237785"/>
                  </a:lnTo>
                  <a:lnTo>
                    <a:pt x="672797" y="213318"/>
                  </a:lnTo>
                  <a:lnTo>
                    <a:pt x="711026" y="190041"/>
                  </a:lnTo>
                  <a:lnTo>
                    <a:pt x="750018" y="167979"/>
                  </a:lnTo>
                  <a:lnTo>
                    <a:pt x="789749" y="147156"/>
                  </a:lnTo>
                  <a:lnTo>
                    <a:pt x="830194" y="127598"/>
                  </a:lnTo>
                  <a:lnTo>
                    <a:pt x="871327" y="109330"/>
                  </a:lnTo>
                  <a:lnTo>
                    <a:pt x="913125" y="92379"/>
                  </a:lnTo>
                  <a:lnTo>
                    <a:pt x="955563" y="76768"/>
                  </a:lnTo>
                  <a:lnTo>
                    <a:pt x="998616" y="62524"/>
                  </a:lnTo>
                  <a:lnTo>
                    <a:pt x="1042259" y="49672"/>
                  </a:lnTo>
                  <a:lnTo>
                    <a:pt x="1086468" y="38237"/>
                  </a:lnTo>
                  <a:lnTo>
                    <a:pt x="1131218" y="28244"/>
                  </a:lnTo>
                  <a:lnTo>
                    <a:pt x="1176485" y="19720"/>
                  </a:lnTo>
                  <a:lnTo>
                    <a:pt x="1222243" y="12688"/>
                  </a:lnTo>
                  <a:lnTo>
                    <a:pt x="1268468" y="7175"/>
                  </a:lnTo>
                  <a:lnTo>
                    <a:pt x="1315136" y="3205"/>
                  </a:lnTo>
                  <a:lnTo>
                    <a:pt x="1362221" y="805"/>
                  </a:lnTo>
                  <a:lnTo>
                    <a:pt x="1409699" y="0"/>
                  </a:lnTo>
                  <a:lnTo>
                    <a:pt x="1460580" y="942"/>
                  </a:lnTo>
                  <a:lnTo>
                    <a:pt x="1511227" y="3756"/>
                  </a:lnTo>
                  <a:lnTo>
                    <a:pt x="1561594" y="8424"/>
                  </a:lnTo>
                  <a:lnTo>
                    <a:pt x="1611639" y="14925"/>
                  </a:lnTo>
                  <a:lnTo>
                    <a:pt x="1661316" y="23242"/>
                  </a:lnTo>
                  <a:lnTo>
                    <a:pt x="1710581" y="33356"/>
                  </a:lnTo>
                  <a:lnTo>
                    <a:pt x="1759389" y="45247"/>
                  </a:lnTo>
                  <a:lnTo>
                    <a:pt x="1807696" y="58896"/>
                  </a:lnTo>
                  <a:lnTo>
                    <a:pt x="1855458" y="74285"/>
                  </a:lnTo>
                  <a:lnTo>
                    <a:pt x="1902631" y="91395"/>
                  </a:lnTo>
                  <a:lnTo>
                    <a:pt x="1949168" y="110207"/>
                  </a:lnTo>
                  <a:lnTo>
                    <a:pt x="1995027" y="130701"/>
                  </a:lnTo>
                  <a:lnTo>
                    <a:pt x="2040163" y="152860"/>
                  </a:lnTo>
                  <a:lnTo>
                    <a:pt x="2084531" y="176664"/>
                  </a:lnTo>
                  <a:lnTo>
                    <a:pt x="2128087" y="202094"/>
                  </a:lnTo>
                  <a:lnTo>
                    <a:pt x="2170787" y="229131"/>
                  </a:lnTo>
                  <a:lnTo>
                    <a:pt x="2212586" y="257757"/>
                  </a:lnTo>
                  <a:lnTo>
                    <a:pt x="2253439" y="287952"/>
                  </a:lnTo>
                  <a:lnTo>
                    <a:pt x="2293302" y="319698"/>
                  </a:lnTo>
                  <a:lnTo>
                    <a:pt x="2332131" y="352976"/>
                  </a:lnTo>
                  <a:lnTo>
                    <a:pt x="2369881" y="387766"/>
                  </a:lnTo>
                  <a:lnTo>
                    <a:pt x="2406508" y="424050"/>
                  </a:lnTo>
                  <a:lnTo>
                    <a:pt x="2440331" y="460007"/>
                  </a:lnTo>
                  <a:lnTo>
                    <a:pt x="2472825" y="497021"/>
                  </a:lnTo>
                  <a:lnTo>
                    <a:pt x="2503972" y="535053"/>
                  </a:lnTo>
                  <a:lnTo>
                    <a:pt x="2533757" y="574062"/>
                  </a:lnTo>
                  <a:lnTo>
                    <a:pt x="2562163" y="614008"/>
                  </a:lnTo>
                  <a:lnTo>
                    <a:pt x="2589175" y="654852"/>
                  </a:lnTo>
                  <a:lnTo>
                    <a:pt x="2614776" y="696554"/>
                  </a:lnTo>
                  <a:lnTo>
                    <a:pt x="2638950" y="739073"/>
                  </a:lnTo>
                  <a:lnTo>
                    <a:pt x="2661682" y="782369"/>
                  </a:lnTo>
                  <a:lnTo>
                    <a:pt x="2682954" y="826403"/>
                  </a:lnTo>
                  <a:lnTo>
                    <a:pt x="2702752" y="871135"/>
                  </a:lnTo>
                  <a:lnTo>
                    <a:pt x="2721058" y="916525"/>
                  </a:lnTo>
                  <a:lnTo>
                    <a:pt x="2737857" y="962533"/>
                  </a:lnTo>
                  <a:lnTo>
                    <a:pt x="2753133" y="1009118"/>
                  </a:lnTo>
                  <a:lnTo>
                    <a:pt x="2766869" y="1056241"/>
                  </a:lnTo>
                  <a:lnTo>
                    <a:pt x="2779049" y="1103863"/>
                  </a:lnTo>
                  <a:lnTo>
                    <a:pt x="2789658" y="1151942"/>
                  </a:lnTo>
                  <a:lnTo>
                    <a:pt x="2798678" y="1200439"/>
                  </a:lnTo>
                  <a:lnTo>
                    <a:pt x="2806095" y="1249315"/>
                  </a:lnTo>
                  <a:lnTo>
                    <a:pt x="2811892" y="1298529"/>
                  </a:lnTo>
                  <a:lnTo>
                    <a:pt x="2816052" y="1348041"/>
                  </a:lnTo>
                  <a:lnTo>
                    <a:pt x="2818560" y="1397811"/>
                  </a:lnTo>
                  <a:lnTo>
                    <a:pt x="2819399" y="1447799"/>
                  </a:lnTo>
                  <a:lnTo>
                    <a:pt x="2818615" y="1496561"/>
                  </a:lnTo>
                  <a:lnTo>
                    <a:pt x="2816278" y="1544919"/>
                  </a:lnTo>
                  <a:lnTo>
                    <a:pt x="2812413" y="1592848"/>
                  </a:lnTo>
                  <a:lnTo>
                    <a:pt x="2807045" y="1640322"/>
                  </a:lnTo>
                  <a:lnTo>
                    <a:pt x="2800198" y="1687317"/>
                  </a:lnTo>
                  <a:lnTo>
                    <a:pt x="2791898" y="1733807"/>
                  </a:lnTo>
                  <a:lnTo>
                    <a:pt x="2782168" y="1779767"/>
                  </a:lnTo>
                  <a:lnTo>
                    <a:pt x="2771034" y="1825171"/>
                  </a:lnTo>
                  <a:lnTo>
                    <a:pt x="2758520" y="1869993"/>
                  </a:lnTo>
                  <a:lnTo>
                    <a:pt x="2744651" y="1914210"/>
                  </a:lnTo>
                  <a:lnTo>
                    <a:pt x="2729451" y="1957795"/>
                  </a:lnTo>
                  <a:lnTo>
                    <a:pt x="2712946" y="2000722"/>
                  </a:lnTo>
                  <a:lnTo>
                    <a:pt x="2695159" y="2042968"/>
                  </a:lnTo>
                  <a:lnTo>
                    <a:pt x="2676116" y="2084505"/>
                  </a:lnTo>
                  <a:lnTo>
                    <a:pt x="2655841" y="2125310"/>
                  </a:lnTo>
                  <a:lnTo>
                    <a:pt x="2634359" y="2165356"/>
                  </a:lnTo>
                  <a:lnTo>
                    <a:pt x="2611694" y="2204619"/>
                  </a:lnTo>
                  <a:lnTo>
                    <a:pt x="2587872" y="2243072"/>
                  </a:lnTo>
                  <a:lnTo>
                    <a:pt x="2562916" y="2280691"/>
                  </a:lnTo>
                  <a:lnTo>
                    <a:pt x="2536852" y="2317450"/>
                  </a:lnTo>
                  <a:lnTo>
                    <a:pt x="2509704" y="2353325"/>
                  </a:lnTo>
                  <a:lnTo>
                    <a:pt x="2481497" y="2388288"/>
                  </a:lnTo>
                  <a:lnTo>
                    <a:pt x="2452256" y="2422317"/>
                  </a:lnTo>
                  <a:lnTo>
                    <a:pt x="2422004" y="2455384"/>
                  </a:lnTo>
                  <a:lnTo>
                    <a:pt x="2390768" y="2487464"/>
                  </a:lnTo>
                  <a:lnTo>
                    <a:pt x="2358571" y="2518533"/>
                  </a:lnTo>
                  <a:lnTo>
                    <a:pt x="2325439" y="2548565"/>
                  </a:lnTo>
                  <a:lnTo>
                    <a:pt x="2291395" y="2577534"/>
                  </a:lnTo>
                  <a:lnTo>
                    <a:pt x="2256465" y="2605416"/>
                  </a:lnTo>
                  <a:lnTo>
                    <a:pt x="2220673" y="2632184"/>
                  </a:lnTo>
                  <a:lnTo>
                    <a:pt x="2184044" y="2657814"/>
                  </a:lnTo>
                  <a:lnTo>
                    <a:pt x="2146602" y="2682281"/>
                  </a:lnTo>
                  <a:lnTo>
                    <a:pt x="2108373" y="2705558"/>
                  </a:lnTo>
                  <a:lnTo>
                    <a:pt x="2069381" y="2727620"/>
                  </a:lnTo>
                  <a:lnTo>
                    <a:pt x="2029650" y="2748443"/>
                  </a:lnTo>
                  <a:lnTo>
                    <a:pt x="1989205" y="2768001"/>
                  </a:lnTo>
                  <a:lnTo>
                    <a:pt x="1948072" y="2786269"/>
                  </a:lnTo>
                  <a:lnTo>
                    <a:pt x="1906274" y="2803220"/>
                  </a:lnTo>
                  <a:lnTo>
                    <a:pt x="1863836" y="2818831"/>
                  </a:lnTo>
                  <a:lnTo>
                    <a:pt x="1820783" y="2833075"/>
                  </a:lnTo>
                  <a:lnTo>
                    <a:pt x="1777140" y="2845927"/>
                  </a:lnTo>
                  <a:lnTo>
                    <a:pt x="1732931" y="2857362"/>
                  </a:lnTo>
                  <a:lnTo>
                    <a:pt x="1688181" y="2867355"/>
                  </a:lnTo>
                  <a:lnTo>
                    <a:pt x="1642914" y="2875879"/>
                  </a:lnTo>
                  <a:lnTo>
                    <a:pt x="1597156" y="2882911"/>
                  </a:lnTo>
                  <a:lnTo>
                    <a:pt x="1550931" y="2888424"/>
                  </a:lnTo>
                  <a:lnTo>
                    <a:pt x="1504263" y="2892394"/>
                  </a:lnTo>
                  <a:lnTo>
                    <a:pt x="1457178" y="2894794"/>
                  </a:lnTo>
                  <a:lnTo>
                    <a:pt x="1409699" y="2895599"/>
                  </a:lnTo>
                  <a:lnTo>
                    <a:pt x="1362221" y="2894794"/>
                  </a:lnTo>
                  <a:lnTo>
                    <a:pt x="1315136" y="2892394"/>
                  </a:lnTo>
                  <a:lnTo>
                    <a:pt x="1268468" y="2888424"/>
                  </a:lnTo>
                  <a:lnTo>
                    <a:pt x="1222243" y="2882911"/>
                  </a:lnTo>
                  <a:lnTo>
                    <a:pt x="1176485" y="2875879"/>
                  </a:lnTo>
                  <a:lnTo>
                    <a:pt x="1131218" y="2867355"/>
                  </a:lnTo>
                  <a:lnTo>
                    <a:pt x="1086468" y="2857362"/>
                  </a:lnTo>
                  <a:lnTo>
                    <a:pt x="1042259" y="2845927"/>
                  </a:lnTo>
                  <a:lnTo>
                    <a:pt x="998616" y="2833075"/>
                  </a:lnTo>
                  <a:lnTo>
                    <a:pt x="955563" y="2818831"/>
                  </a:lnTo>
                  <a:lnTo>
                    <a:pt x="913125" y="2803220"/>
                  </a:lnTo>
                  <a:lnTo>
                    <a:pt x="871327" y="2786269"/>
                  </a:lnTo>
                  <a:lnTo>
                    <a:pt x="830194" y="2768001"/>
                  </a:lnTo>
                  <a:lnTo>
                    <a:pt x="789749" y="2748443"/>
                  </a:lnTo>
                  <a:lnTo>
                    <a:pt x="750018" y="2727620"/>
                  </a:lnTo>
                  <a:lnTo>
                    <a:pt x="711026" y="2705558"/>
                  </a:lnTo>
                  <a:lnTo>
                    <a:pt x="672797" y="2682281"/>
                  </a:lnTo>
                  <a:lnTo>
                    <a:pt x="635355" y="2657814"/>
                  </a:lnTo>
                  <a:lnTo>
                    <a:pt x="598726" y="2632184"/>
                  </a:lnTo>
                  <a:lnTo>
                    <a:pt x="562934" y="2605416"/>
                  </a:lnTo>
                  <a:lnTo>
                    <a:pt x="528004" y="2577534"/>
                  </a:lnTo>
                  <a:lnTo>
                    <a:pt x="493960" y="2548565"/>
                  </a:lnTo>
                  <a:lnTo>
                    <a:pt x="460828" y="2518533"/>
                  </a:lnTo>
                  <a:lnTo>
                    <a:pt x="428631" y="2487464"/>
                  </a:lnTo>
                  <a:lnTo>
                    <a:pt x="397394" y="2455384"/>
                  </a:lnTo>
                  <a:lnTo>
                    <a:pt x="367143" y="2422317"/>
                  </a:lnTo>
                  <a:lnTo>
                    <a:pt x="337902" y="2388288"/>
                  </a:lnTo>
                  <a:lnTo>
                    <a:pt x="309695" y="2353325"/>
                  </a:lnTo>
                  <a:lnTo>
                    <a:pt x="282547" y="2317450"/>
                  </a:lnTo>
                  <a:lnTo>
                    <a:pt x="256483" y="2280691"/>
                  </a:lnTo>
                  <a:lnTo>
                    <a:pt x="231527" y="2243072"/>
                  </a:lnTo>
                  <a:lnTo>
                    <a:pt x="207705" y="2204619"/>
                  </a:lnTo>
                  <a:lnTo>
                    <a:pt x="185040" y="2165356"/>
                  </a:lnTo>
                  <a:lnTo>
                    <a:pt x="163558" y="2125310"/>
                  </a:lnTo>
                  <a:lnTo>
                    <a:pt x="143283" y="2084505"/>
                  </a:lnTo>
                  <a:lnTo>
                    <a:pt x="124240" y="2042968"/>
                  </a:lnTo>
                  <a:lnTo>
                    <a:pt x="106453" y="2000722"/>
                  </a:lnTo>
                  <a:lnTo>
                    <a:pt x="89948" y="1957795"/>
                  </a:lnTo>
                  <a:lnTo>
                    <a:pt x="74748" y="1914210"/>
                  </a:lnTo>
                  <a:lnTo>
                    <a:pt x="60879" y="1869993"/>
                  </a:lnTo>
                  <a:lnTo>
                    <a:pt x="48365" y="1825171"/>
                  </a:lnTo>
                  <a:lnTo>
                    <a:pt x="37231" y="1779767"/>
                  </a:lnTo>
                  <a:lnTo>
                    <a:pt x="27501" y="1733807"/>
                  </a:lnTo>
                  <a:lnTo>
                    <a:pt x="19201" y="1687317"/>
                  </a:lnTo>
                  <a:lnTo>
                    <a:pt x="12354" y="1640322"/>
                  </a:lnTo>
                  <a:lnTo>
                    <a:pt x="6986" y="1592848"/>
                  </a:lnTo>
                  <a:lnTo>
                    <a:pt x="3121" y="1544919"/>
                  </a:lnTo>
                  <a:lnTo>
                    <a:pt x="784" y="1496561"/>
                  </a:lnTo>
                  <a:lnTo>
                    <a:pt x="0" y="1447799"/>
                  </a:lnTo>
                  <a:close/>
                </a:path>
              </a:pathLst>
            </a:custGeom>
            <a:ln w="28574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84612" y="2840037"/>
              <a:ext cx="247649" cy="247649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3776662" y="274161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1774" y="0"/>
                  </a:moveTo>
                  <a:lnTo>
                    <a:pt x="231774" y="457199"/>
                  </a:lnTo>
                </a:path>
                <a:path w="457200" h="457200">
                  <a:moveTo>
                    <a:pt x="0" y="225424"/>
                  </a:moveTo>
                  <a:lnTo>
                    <a:pt x="457199" y="225424"/>
                  </a:lnTo>
                </a:path>
              </a:pathLst>
            </a:custGeom>
            <a:ln w="9524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51350" y="2994025"/>
              <a:ext cx="247649" cy="247649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4343400" y="2895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1774" y="0"/>
                  </a:moveTo>
                  <a:lnTo>
                    <a:pt x="231774" y="457199"/>
                  </a:lnTo>
                </a:path>
                <a:path w="457200" h="457200">
                  <a:moveTo>
                    <a:pt x="0" y="225424"/>
                  </a:moveTo>
                  <a:lnTo>
                    <a:pt x="457199" y="225424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2" name="object 92"/>
          <p:cNvGrpSpPr/>
          <p:nvPr/>
        </p:nvGrpSpPr>
        <p:grpSpPr>
          <a:xfrm>
            <a:off x="5305425" y="904875"/>
            <a:ext cx="3619500" cy="1557655"/>
            <a:chOff x="5305425" y="904875"/>
            <a:chExt cx="3619500" cy="1557655"/>
          </a:xfrm>
        </p:grpSpPr>
        <p:sp>
          <p:nvSpPr>
            <p:cNvPr id="93" name="object 93"/>
            <p:cNvSpPr/>
            <p:nvPr/>
          </p:nvSpPr>
          <p:spPr>
            <a:xfrm>
              <a:off x="7467599" y="914400"/>
              <a:ext cx="1447800" cy="609600"/>
            </a:xfrm>
            <a:custGeom>
              <a:avLst/>
              <a:gdLst/>
              <a:ahLst/>
              <a:cxnLst/>
              <a:rect l="l" t="t" r="r" b="b"/>
              <a:pathLst>
                <a:path w="1447800" h="609600">
                  <a:moveTo>
                    <a:pt x="0" y="101602"/>
                  </a:moveTo>
                  <a:lnTo>
                    <a:pt x="7984" y="62053"/>
                  </a:lnTo>
                  <a:lnTo>
                    <a:pt x="29758" y="29758"/>
                  </a:lnTo>
                  <a:lnTo>
                    <a:pt x="62054" y="7984"/>
                  </a:lnTo>
                  <a:lnTo>
                    <a:pt x="101602" y="0"/>
                  </a:lnTo>
                  <a:lnTo>
                    <a:pt x="1346197" y="0"/>
                  </a:lnTo>
                  <a:lnTo>
                    <a:pt x="1385079" y="7734"/>
                  </a:lnTo>
                  <a:lnTo>
                    <a:pt x="1418041" y="29758"/>
                  </a:lnTo>
                  <a:lnTo>
                    <a:pt x="1440065" y="62720"/>
                  </a:lnTo>
                  <a:lnTo>
                    <a:pt x="1447799" y="101602"/>
                  </a:lnTo>
                  <a:lnTo>
                    <a:pt x="1447799" y="507997"/>
                  </a:lnTo>
                  <a:lnTo>
                    <a:pt x="1439815" y="547546"/>
                  </a:lnTo>
                  <a:lnTo>
                    <a:pt x="1418041" y="579841"/>
                  </a:lnTo>
                  <a:lnTo>
                    <a:pt x="1385745" y="601615"/>
                  </a:lnTo>
                  <a:lnTo>
                    <a:pt x="1346197" y="609599"/>
                  </a:lnTo>
                  <a:lnTo>
                    <a:pt x="101602" y="609599"/>
                  </a:lnTo>
                  <a:lnTo>
                    <a:pt x="62054" y="601615"/>
                  </a:lnTo>
                  <a:lnTo>
                    <a:pt x="29758" y="579841"/>
                  </a:lnTo>
                  <a:lnTo>
                    <a:pt x="7984" y="547546"/>
                  </a:lnTo>
                  <a:lnTo>
                    <a:pt x="0" y="507997"/>
                  </a:lnTo>
                  <a:lnTo>
                    <a:pt x="0" y="101602"/>
                  </a:lnTo>
                  <a:close/>
                </a:path>
              </a:pathLst>
            </a:custGeom>
            <a:ln w="19049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310187" y="1452959"/>
              <a:ext cx="2170430" cy="1004569"/>
            </a:xfrm>
            <a:custGeom>
              <a:avLst/>
              <a:gdLst/>
              <a:ahLst/>
              <a:cxnLst/>
              <a:rect l="l" t="t" r="r" b="b"/>
              <a:pathLst>
                <a:path w="2170429" h="1004569">
                  <a:moveTo>
                    <a:pt x="2170111" y="23415"/>
                  </a:moveTo>
                  <a:lnTo>
                    <a:pt x="2132195" y="10024"/>
                  </a:lnTo>
                  <a:lnTo>
                    <a:pt x="2110727" y="2542"/>
                  </a:lnTo>
                  <a:lnTo>
                    <a:pt x="2096491" y="0"/>
                  </a:lnTo>
                  <a:lnTo>
                    <a:pt x="2080271" y="1425"/>
                  </a:lnTo>
                  <a:lnTo>
                    <a:pt x="2052850" y="5850"/>
                  </a:lnTo>
                  <a:lnTo>
                    <a:pt x="2005011" y="12303"/>
                  </a:lnTo>
                  <a:lnTo>
                    <a:pt x="1963290" y="25722"/>
                  </a:lnTo>
                  <a:lnTo>
                    <a:pt x="1945083" y="31551"/>
                  </a:lnTo>
                  <a:lnTo>
                    <a:pt x="1932235" y="38868"/>
                  </a:lnTo>
                  <a:lnTo>
                    <a:pt x="1906586" y="56753"/>
                  </a:lnTo>
                  <a:lnTo>
                    <a:pt x="1873271" y="99649"/>
                  </a:lnTo>
                  <a:lnTo>
                    <a:pt x="1838368" y="133754"/>
                  </a:lnTo>
                  <a:lnTo>
                    <a:pt x="1801811" y="160064"/>
                  </a:lnTo>
                  <a:lnTo>
                    <a:pt x="1763535" y="179578"/>
                  </a:lnTo>
                  <a:lnTo>
                    <a:pt x="1723473" y="193293"/>
                  </a:lnTo>
                  <a:lnTo>
                    <a:pt x="1681558" y="202207"/>
                  </a:lnTo>
                  <a:lnTo>
                    <a:pt x="1637726" y="207318"/>
                  </a:lnTo>
                  <a:lnTo>
                    <a:pt x="1591909" y="209623"/>
                  </a:lnTo>
                  <a:lnTo>
                    <a:pt x="1544041" y="210120"/>
                  </a:lnTo>
                  <a:lnTo>
                    <a:pt x="1494057" y="209807"/>
                  </a:lnTo>
                  <a:lnTo>
                    <a:pt x="1441890" y="209681"/>
                  </a:lnTo>
                  <a:lnTo>
                    <a:pt x="1387474" y="210740"/>
                  </a:lnTo>
                  <a:lnTo>
                    <a:pt x="1348307" y="218628"/>
                  </a:lnTo>
                  <a:lnTo>
                    <a:pt x="1310455" y="229046"/>
                  </a:lnTo>
                  <a:lnTo>
                    <a:pt x="1266824" y="244078"/>
                  </a:lnTo>
                  <a:lnTo>
                    <a:pt x="1247030" y="250899"/>
                  </a:lnTo>
                  <a:lnTo>
                    <a:pt x="1225152" y="258167"/>
                  </a:lnTo>
                  <a:lnTo>
                    <a:pt x="1207442" y="263946"/>
                  </a:lnTo>
                  <a:lnTo>
                    <a:pt x="1200149" y="266303"/>
                  </a:lnTo>
                  <a:lnTo>
                    <a:pt x="1195585" y="274835"/>
                  </a:lnTo>
                  <a:lnTo>
                    <a:pt x="1162248" y="303609"/>
                  </a:lnTo>
                  <a:lnTo>
                    <a:pt x="1153393" y="305196"/>
                  </a:lnTo>
                  <a:lnTo>
                    <a:pt x="1146174" y="309165"/>
                  </a:lnTo>
                  <a:lnTo>
                    <a:pt x="1141983" y="316383"/>
                  </a:lnTo>
                  <a:lnTo>
                    <a:pt x="1140023" y="325238"/>
                  </a:lnTo>
                  <a:lnTo>
                    <a:pt x="1138361" y="334391"/>
                  </a:lnTo>
                  <a:lnTo>
                    <a:pt x="1135062" y="342503"/>
                  </a:lnTo>
                  <a:lnTo>
                    <a:pt x="1124768" y="359841"/>
                  </a:lnTo>
                  <a:lnTo>
                    <a:pt x="1113432" y="376435"/>
                  </a:lnTo>
                  <a:lnTo>
                    <a:pt x="1101799" y="392732"/>
                  </a:lnTo>
                  <a:lnTo>
                    <a:pt x="1090612" y="409178"/>
                  </a:lnTo>
                  <a:lnTo>
                    <a:pt x="1071364" y="443036"/>
                  </a:lnTo>
                  <a:lnTo>
                    <a:pt x="1055687" y="474066"/>
                  </a:lnTo>
                  <a:lnTo>
                    <a:pt x="1035248" y="500037"/>
                  </a:lnTo>
                  <a:lnTo>
                    <a:pt x="1001712" y="518715"/>
                  </a:lnTo>
                  <a:lnTo>
                    <a:pt x="953323" y="546254"/>
                  </a:lnTo>
                  <a:lnTo>
                    <a:pt x="904581" y="563870"/>
                  </a:lnTo>
                  <a:lnTo>
                    <a:pt x="854868" y="574079"/>
                  </a:lnTo>
                  <a:lnTo>
                    <a:pt x="803568" y="579393"/>
                  </a:lnTo>
                  <a:lnTo>
                    <a:pt x="750064" y="582325"/>
                  </a:lnTo>
                  <a:lnTo>
                    <a:pt x="693737" y="585390"/>
                  </a:lnTo>
                  <a:lnTo>
                    <a:pt x="679474" y="587796"/>
                  </a:lnTo>
                  <a:lnTo>
                    <a:pt x="638174" y="596502"/>
                  </a:lnTo>
                  <a:lnTo>
                    <a:pt x="597296" y="609996"/>
                  </a:lnTo>
                  <a:lnTo>
                    <a:pt x="562570" y="635198"/>
                  </a:lnTo>
                  <a:lnTo>
                    <a:pt x="557237" y="643061"/>
                  </a:lnTo>
                  <a:lnTo>
                    <a:pt x="550862" y="650477"/>
                  </a:lnTo>
                  <a:lnTo>
                    <a:pt x="542974" y="656629"/>
                  </a:lnTo>
                  <a:lnTo>
                    <a:pt x="534193" y="661590"/>
                  </a:lnTo>
                  <a:lnTo>
                    <a:pt x="525412" y="666551"/>
                  </a:lnTo>
                  <a:lnTo>
                    <a:pt x="517524" y="672702"/>
                  </a:lnTo>
                  <a:lnTo>
                    <a:pt x="487511" y="714201"/>
                  </a:lnTo>
                  <a:lnTo>
                    <a:pt x="461962" y="755848"/>
                  </a:lnTo>
                  <a:lnTo>
                    <a:pt x="434032" y="794816"/>
                  </a:lnTo>
                  <a:lnTo>
                    <a:pt x="396874" y="828277"/>
                  </a:lnTo>
                  <a:lnTo>
                    <a:pt x="373484" y="861243"/>
                  </a:lnTo>
                  <a:lnTo>
                    <a:pt x="347860" y="893166"/>
                  </a:lnTo>
                  <a:lnTo>
                    <a:pt x="318963" y="920030"/>
                  </a:lnTo>
                  <a:lnTo>
                    <a:pt x="285749" y="937815"/>
                  </a:lnTo>
                  <a:lnTo>
                    <a:pt x="269329" y="948778"/>
                  </a:lnTo>
                  <a:lnTo>
                    <a:pt x="253206" y="960040"/>
                  </a:lnTo>
                  <a:lnTo>
                    <a:pt x="237083" y="971301"/>
                  </a:lnTo>
                  <a:lnTo>
                    <a:pt x="220662" y="982265"/>
                  </a:lnTo>
                  <a:lnTo>
                    <a:pt x="210765" y="989086"/>
                  </a:lnTo>
                  <a:lnTo>
                    <a:pt x="199826" y="996354"/>
                  </a:lnTo>
                  <a:lnTo>
                    <a:pt x="190971" y="1002133"/>
                  </a:lnTo>
                  <a:lnTo>
                    <a:pt x="187324" y="1004490"/>
                  </a:lnTo>
                  <a:lnTo>
                    <a:pt x="156716" y="1000347"/>
                  </a:lnTo>
                  <a:lnTo>
                    <a:pt x="104378" y="992782"/>
                  </a:lnTo>
                  <a:lnTo>
                    <a:pt x="46682" y="985514"/>
                  </a:lnTo>
                  <a:lnTo>
                    <a:pt x="0" y="982265"/>
                  </a:lnTo>
                </a:path>
              </a:pathLst>
            </a:custGeom>
            <a:ln w="9524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467599" y="1600200"/>
              <a:ext cx="1447800" cy="609600"/>
            </a:xfrm>
            <a:custGeom>
              <a:avLst/>
              <a:gdLst/>
              <a:ahLst/>
              <a:cxnLst/>
              <a:rect l="l" t="t" r="r" b="b"/>
              <a:pathLst>
                <a:path w="1447800" h="609600">
                  <a:moveTo>
                    <a:pt x="0" y="101601"/>
                  </a:moveTo>
                  <a:lnTo>
                    <a:pt x="7984" y="62053"/>
                  </a:lnTo>
                  <a:lnTo>
                    <a:pt x="29758" y="29758"/>
                  </a:lnTo>
                  <a:lnTo>
                    <a:pt x="62054" y="7984"/>
                  </a:lnTo>
                  <a:lnTo>
                    <a:pt x="101602" y="0"/>
                  </a:lnTo>
                  <a:lnTo>
                    <a:pt x="1346197" y="0"/>
                  </a:lnTo>
                  <a:lnTo>
                    <a:pt x="1385079" y="7734"/>
                  </a:lnTo>
                  <a:lnTo>
                    <a:pt x="1418041" y="29758"/>
                  </a:lnTo>
                  <a:lnTo>
                    <a:pt x="1440065" y="62720"/>
                  </a:lnTo>
                  <a:lnTo>
                    <a:pt x="1447799" y="101601"/>
                  </a:lnTo>
                  <a:lnTo>
                    <a:pt x="1447799" y="507997"/>
                  </a:lnTo>
                  <a:lnTo>
                    <a:pt x="1439815" y="547546"/>
                  </a:lnTo>
                  <a:lnTo>
                    <a:pt x="1418041" y="579841"/>
                  </a:lnTo>
                  <a:lnTo>
                    <a:pt x="1385745" y="601615"/>
                  </a:lnTo>
                  <a:lnTo>
                    <a:pt x="1346197" y="609599"/>
                  </a:lnTo>
                  <a:lnTo>
                    <a:pt x="101602" y="609599"/>
                  </a:lnTo>
                  <a:lnTo>
                    <a:pt x="62054" y="601615"/>
                  </a:lnTo>
                  <a:lnTo>
                    <a:pt x="29758" y="579841"/>
                  </a:lnTo>
                  <a:lnTo>
                    <a:pt x="7984" y="547546"/>
                  </a:lnTo>
                  <a:lnTo>
                    <a:pt x="0" y="507997"/>
                  </a:lnTo>
                  <a:lnTo>
                    <a:pt x="0" y="101601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7743980" y="954532"/>
            <a:ext cx="894715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5080" indent="-10223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Region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spc="-10" dirty="0">
                <a:latin typeface="Arial MT"/>
                <a:cs typeface="Arial MT"/>
              </a:rPr>
              <a:t>interest</a:t>
            </a:r>
            <a:endParaRPr sz="1600">
              <a:latin typeface="Arial MT"/>
              <a:cs typeface="Arial MT"/>
            </a:endParaRPr>
          </a:p>
          <a:p>
            <a:pPr marL="204470" marR="21590" indent="-175260">
              <a:lnSpc>
                <a:spcPct val="100000"/>
              </a:lnSpc>
              <a:spcBef>
                <a:spcPts val="1560"/>
              </a:spcBef>
            </a:pPr>
            <a:r>
              <a:rPr sz="1600" dirty="0">
                <a:latin typeface="Arial MT"/>
                <a:cs typeface="Arial MT"/>
              </a:rPr>
              <a:t>Center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spc="-20" dirty="0">
                <a:latin typeface="Arial MT"/>
                <a:cs typeface="Arial MT"/>
              </a:rPr>
              <a:t>mass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3992850" y="2098675"/>
            <a:ext cx="4932680" cy="3930650"/>
            <a:chOff x="3992850" y="2098675"/>
            <a:chExt cx="4932680" cy="3930650"/>
          </a:xfrm>
        </p:grpSpPr>
        <p:sp>
          <p:nvSpPr>
            <p:cNvPr id="98" name="object 98"/>
            <p:cNvSpPr/>
            <p:nvPr/>
          </p:nvSpPr>
          <p:spPr>
            <a:xfrm>
              <a:off x="4649787" y="2103438"/>
              <a:ext cx="2819400" cy="927735"/>
            </a:xfrm>
            <a:custGeom>
              <a:avLst/>
              <a:gdLst/>
              <a:ahLst/>
              <a:cxnLst/>
              <a:rect l="l" t="t" r="r" b="b"/>
              <a:pathLst>
                <a:path w="2819400" h="927735">
                  <a:moveTo>
                    <a:pt x="2819400" y="66674"/>
                  </a:moveTo>
                  <a:lnTo>
                    <a:pt x="2781499" y="30559"/>
                  </a:lnTo>
                  <a:lnTo>
                    <a:pt x="2720975" y="11112"/>
                  </a:lnTo>
                  <a:lnTo>
                    <a:pt x="2711078" y="8036"/>
                  </a:lnTo>
                  <a:lnTo>
                    <a:pt x="2700139" y="4365"/>
                  </a:lnTo>
                  <a:lnTo>
                    <a:pt x="2691284" y="1289"/>
                  </a:lnTo>
                  <a:lnTo>
                    <a:pt x="2687638" y="0"/>
                  </a:lnTo>
                  <a:lnTo>
                    <a:pt x="2649769" y="1502"/>
                  </a:lnTo>
                  <a:lnTo>
                    <a:pt x="2604230" y="3201"/>
                  </a:lnTo>
                  <a:lnTo>
                    <a:pt x="2553112" y="5644"/>
                  </a:lnTo>
                  <a:lnTo>
                    <a:pt x="2498505" y="9381"/>
                  </a:lnTo>
                  <a:lnTo>
                    <a:pt x="2442501" y="14960"/>
                  </a:lnTo>
                  <a:lnTo>
                    <a:pt x="2387189" y="22930"/>
                  </a:lnTo>
                  <a:lnTo>
                    <a:pt x="2334660" y="33840"/>
                  </a:lnTo>
                  <a:lnTo>
                    <a:pt x="2287004" y="48239"/>
                  </a:lnTo>
                  <a:lnTo>
                    <a:pt x="2246313" y="66674"/>
                  </a:lnTo>
                  <a:lnTo>
                    <a:pt x="2213000" y="87262"/>
                  </a:lnTo>
                  <a:lnTo>
                    <a:pt x="2179836" y="109934"/>
                  </a:lnTo>
                  <a:lnTo>
                    <a:pt x="2146969" y="133201"/>
                  </a:lnTo>
                  <a:lnTo>
                    <a:pt x="2114549" y="155574"/>
                  </a:lnTo>
                  <a:lnTo>
                    <a:pt x="2065535" y="189110"/>
                  </a:lnTo>
                  <a:lnTo>
                    <a:pt x="2007226" y="250517"/>
                  </a:lnTo>
                  <a:lnTo>
                    <a:pt x="1974283" y="284678"/>
                  </a:lnTo>
                  <a:lnTo>
                    <a:pt x="1938306" y="312707"/>
                  </a:lnTo>
                  <a:lnTo>
                    <a:pt x="1899667" y="335276"/>
                  </a:lnTo>
                  <a:lnTo>
                    <a:pt x="1858738" y="353057"/>
                  </a:lnTo>
                  <a:lnTo>
                    <a:pt x="1815891" y="366723"/>
                  </a:lnTo>
                  <a:lnTo>
                    <a:pt x="1771498" y="376947"/>
                  </a:lnTo>
                  <a:lnTo>
                    <a:pt x="1725932" y="384401"/>
                  </a:lnTo>
                  <a:lnTo>
                    <a:pt x="1679564" y="389759"/>
                  </a:lnTo>
                  <a:lnTo>
                    <a:pt x="1632767" y="393692"/>
                  </a:lnTo>
                  <a:lnTo>
                    <a:pt x="1585912" y="396874"/>
                  </a:lnTo>
                  <a:lnTo>
                    <a:pt x="1537996" y="404747"/>
                  </a:lnTo>
                  <a:lnTo>
                    <a:pt x="1490857" y="414758"/>
                  </a:lnTo>
                  <a:lnTo>
                    <a:pt x="1444495" y="426907"/>
                  </a:lnTo>
                  <a:lnTo>
                    <a:pt x="1398911" y="441195"/>
                  </a:lnTo>
                  <a:lnTo>
                    <a:pt x="1354105" y="457621"/>
                  </a:lnTo>
                  <a:lnTo>
                    <a:pt x="1310076" y="476185"/>
                  </a:lnTo>
                  <a:lnTo>
                    <a:pt x="1266825" y="496887"/>
                  </a:lnTo>
                  <a:lnTo>
                    <a:pt x="1216819" y="534392"/>
                  </a:lnTo>
                  <a:lnTo>
                    <a:pt x="1193155" y="555153"/>
                  </a:lnTo>
                  <a:lnTo>
                    <a:pt x="1166812" y="573087"/>
                  </a:lnTo>
                  <a:lnTo>
                    <a:pt x="1129754" y="593005"/>
                  </a:lnTo>
                  <a:lnTo>
                    <a:pt x="1091803" y="613370"/>
                  </a:lnTo>
                  <a:lnTo>
                    <a:pt x="1055637" y="635818"/>
                  </a:lnTo>
                  <a:lnTo>
                    <a:pt x="1023937" y="661987"/>
                  </a:lnTo>
                  <a:lnTo>
                    <a:pt x="984671" y="702419"/>
                  </a:lnTo>
                  <a:lnTo>
                    <a:pt x="968176" y="719931"/>
                  </a:lnTo>
                  <a:lnTo>
                    <a:pt x="954955" y="730299"/>
                  </a:lnTo>
                  <a:lnTo>
                    <a:pt x="925512" y="749299"/>
                  </a:lnTo>
                  <a:lnTo>
                    <a:pt x="916707" y="776067"/>
                  </a:lnTo>
                  <a:lnTo>
                    <a:pt x="914341" y="783519"/>
                  </a:lnTo>
                  <a:lnTo>
                    <a:pt x="914003" y="781446"/>
                  </a:lnTo>
                  <a:lnTo>
                    <a:pt x="881062" y="815974"/>
                  </a:lnTo>
                  <a:lnTo>
                    <a:pt x="876101" y="833239"/>
                  </a:lnTo>
                  <a:lnTo>
                    <a:pt x="874141" y="842094"/>
                  </a:lnTo>
                  <a:lnTo>
                    <a:pt x="869949" y="849312"/>
                  </a:lnTo>
                  <a:lnTo>
                    <a:pt x="854620" y="862285"/>
                  </a:lnTo>
                  <a:lnTo>
                    <a:pt x="837803" y="873323"/>
                  </a:lnTo>
                  <a:lnTo>
                    <a:pt x="820390" y="883468"/>
                  </a:lnTo>
                  <a:lnTo>
                    <a:pt x="803274" y="893762"/>
                  </a:lnTo>
                  <a:lnTo>
                    <a:pt x="793377" y="899666"/>
                  </a:lnTo>
                  <a:lnTo>
                    <a:pt x="782439" y="906462"/>
                  </a:lnTo>
                  <a:lnTo>
                    <a:pt x="773583" y="912068"/>
                  </a:lnTo>
                  <a:lnTo>
                    <a:pt x="769937" y="914399"/>
                  </a:lnTo>
                  <a:lnTo>
                    <a:pt x="718607" y="912128"/>
                  </a:lnTo>
                  <a:lnTo>
                    <a:pt x="668286" y="909180"/>
                  </a:lnTo>
                  <a:lnTo>
                    <a:pt x="618747" y="905641"/>
                  </a:lnTo>
                  <a:lnTo>
                    <a:pt x="569760" y="901598"/>
                  </a:lnTo>
                  <a:lnTo>
                    <a:pt x="521096" y="897135"/>
                  </a:lnTo>
                  <a:lnTo>
                    <a:pt x="472528" y="892340"/>
                  </a:lnTo>
                  <a:lnTo>
                    <a:pt x="423827" y="887296"/>
                  </a:lnTo>
                  <a:lnTo>
                    <a:pt x="374764" y="882091"/>
                  </a:lnTo>
                  <a:lnTo>
                    <a:pt x="325110" y="876809"/>
                  </a:lnTo>
                  <a:lnTo>
                    <a:pt x="274637" y="871537"/>
                  </a:lnTo>
                  <a:lnTo>
                    <a:pt x="205904" y="878122"/>
                  </a:lnTo>
                  <a:lnTo>
                    <a:pt x="146248" y="885428"/>
                  </a:lnTo>
                  <a:lnTo>
                    <a:pt x="84607" y="895643"/>
                  </a:lnTo>
                  <a:lnTo>
                    <a:pt x="32139" y="908946"/>
                  </a:lnTo>
                  <a:lnTo>
                    <a:pt x="0" y="925512"/>
                  </a:lnTo>
                  <a:lnTo>
                    <a:pt x="322" y="927521"/>
                  </a:lnTo>
                  <a:lnTo>
                    <a:pt x="6151" y="927298"/>
                  </a:lnTo>
                  <a:lnTo>
                    <a:pt x="14064" y="926182"/>
                  </a:lnTo>
                  <a:lnTo>
                    <a:pt x="20637" y="925512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997612" y="2930775"/>
              <a:ext cx="599440" cy="226695"/>
            </a:xfrm>
            <a:custGeom>
              <a:avLst/>
              <a:gdLst/>
              <a:ahLst/>
              <a:cxnLst/>
              <a:rect l="l" t="t" r="r" b="b"/>
              <a:pathLst>
                <a:path w="599439" h="226694">
                  <a:moveTo>
                    <a:pt x="432645" y="226361"/>
                  </a:moveTo>
                  <a:lnTo>
                    <a:pt x="442295" y="189503"/>
                  </a:lnTo>
                  <a:lnTo>
                    <a:pt x="0" y="73715"/>
                  </a:lnTo>
                  <a:lnTo>
                    <a:pt x="19297" y="0"/>
                  </a:lnTo>
                  <a:lnTo>
                    <a:pt x="461593" y="115787"/>
                  </a:lnTo>
                  <a:lnTo>
                    <a:pt x="471242" y="78930"/>
                  </a:lnTo>
                  <a:lnTo>
                    <a:pt x="599375" y="191241"/>
                  </a:lnTo>
                  <a:lnTo>
                    <a:pt x="432645" y="226361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997612" y="2930775"/>
              <a:ext cx="599440" cy="226695"/>
            </a:xfrm>
            <a:custGeom>
              <a:avLst/>
              <a:gdLst/>
              <a:ahLst/>
              <a:cxnLst/>
              <a:rect l="l" t="t" r="r" b="b"/>
              <a:pathLst>
                <a:path w="599439" h="226694">
                  <a:moveTo>
                    <a:pt x="19297" y="0"/>
                  </a:moveTo>
                  <a:lnTo>
                    <a:pt x="461593" y="115787"/>
                  </a:lnTo>
                  <a:lnTo>
                    <a:pt x="471242" y="78930"/>
                  </a:lnTo>
                  <a:lnTo>
                    <a:pt x="599375" y="191241"/>
                  </a:lnTo>
                  <a:lnTo>
                    <a:pt x="432645" y="226361"/>
                  </a:lnTo>
                  <a:lnTo>
                    <a:pt x="442295" y="189503"/>
                  </a:lnTo>
                  <a:lnTo>
                    <a:pt x="0" y="73715"/>
                  </a:lnTo>
                  <a:lnTo>
                    <a:pt x="19297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467600" y="5410200"/>
              <a:ext cx="1447800" cy="609600"/>
            </a:xfrm>
            <a:custGeom>
              <a:avLst/>
              <a:gdLst/>
              <a:ahLst/>
              <a:cxnLst/>
              <a:rect l="l" t="t" r="r" b="b"/>
              <a:pathLst>
                <a:path w="1447800" h="609600">
                  <a:moveTo>
                    <a:pt x="1346197" y="609599"/>
                  </a:moveTo>
                  <a:lnTo>
                    <a:pt x="101602" y="609599"/>
                  </a:lnTo>
                  <a:lnTo>
                    <a:pt x="62054" y="601615"/>
                  </a:lnTo>
                  <a:lnTo>
                    <a:pt x="29758" y="579841"/>
                  </a:lnTo>
                  <a:lnTo>
                    <a:pt x="7984" y="547546"/>
                  </a:lnTo>
                  <a:lnTo>
                    <a:pt x="0" y="507997"/>
                  </a:lnTo>
                  <a:lnTo>
                    <a:pt x="0" y="101601"/>
                  </a:lnTo>
                  <a:lnTo>
                    <a:pt x="7984" y="62053"/>
                  </a:lnTo>
                  <a:lnTo>
                    <a:pt x="29758" y="29758"/>
                  </a:lnTo>
                  <a:lnTo>
                    <a:pt x="62054" y="7984"/>
                  </a:lnTo>
                  <a:lnTo>
                    <a:pt x="101602" y="0"/>
                  </a:lnTo>
                  <a:lnTo>
                    <a:pt x="1346197" y="0"/>
                  </a:lnTo>
                  <a:lnTo>
                    <a:pt x="1385079" y="7733"/>
                  </a:lnTo>
                  <a:lnTo>
                    <a:pt x="1418041" y="29758"/>
                  </a:lnTo>
                  <a:lnTo>
                    <a:pt x="1440065" y="62720"/>
                  </a:lnTo>
                  <a:lnTo>
                    <a:pt x="1447799" y="101601"/>
                  </a:lnTo>
                  <a:lnTo>
                    <a:pt x="1447799" y="507997"/>
                  </a:lnTo>
                  <a:lnTo>
                    <a:pt x="1439815" y="547546"/>
                  </a:lnTo>
                  <a:lnTo>
                    <a:pt x="1418041" y="579841"/>
                  </a:lnTo>
                  <a:lnTo>
                    <a:pt x="1385745" y="601615"/>
                  </a:lnTo>
                  <a:lnTo>
                    <a:pt x="1346197" y="609599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467600" y="5410200"/>
              <a:ext cx="1447800" cy="609600"/>
            </a:xfrm>
            <a:custGeom>
              <a:avLst/>
              <a:gdLst/>
              <a:ahLst/>
              <a:cxnLst/>
              <a:rect l="l" t="t" r="r" b="b"/>
              <a:pathLst>
                <a:path w="1447800" h="609600">
                  <a:moveTo>
                    <a:pt x="0" y="101601"/>
                  </a:moveTo>
                  <a:lnTo>
                    <a:pt x="7984" y="62053"/>
                  </a:lnTo>
                  <a:lnTo>
                    <a:pt x="29758" y="29758"/>
                  </a:lnTo>
                  <a:lnTo>
                    <a:pt x="62054" y="7984"/>
                  </a:lnTo>
                  <a:lnTo>
                    <a:pt x="101602" y="0"/>
                  </a:lnTo>
                  <a:lnTo>
                    <a:pt x="1346197" y="0"/>
                  </a:lnTo>
                  <a:lnTo>
                    <a:pt x="1385079" y="7733"/>
                  </a:lnTo>
                  <a:lnTo>
                    <a:pt x="1418041" y="29758"/>
                  </a:lnTo>
                  <a:lnTo>
                    <a:pt x="1440065" y="62720"/>
                  </a:lnTo>
                  <a:lnTo>
                    <a:pt x="1447799" y="101601"/>
                  </a:lnTo>
                  <a:lnTo>
                    <a:pt x="1447799" y="507997"/>
                  </a:lnTo>
                  <a:lnTo>
                    <a:pt x="1439815" y="547546"/>
                  </a:lnTo>
                  <a:lnTo>
                    <a:pt x="1418041" y="579841"/>
                  </a:lnTo>
                  <a:lnTo>
                    <a:pt x="1385745" y="601615"/>
                  </a:lnTo>
                  <a:lnTo>
                    <a:pt x="1346197" y="609599"/>
                  </a:lnTo>
                  <a:lnTo>
                    <a:pt x="101602" y="609599"/>
                  </a:lnTo>
                  <a:lnTo>
                    <a:pt x="62054" y="601615"/>
                  </a:lnTo>
                  <a:lnTo>
                    <a:pt x="29758" y="579841"/>
                  </a:lnTo>
                  <a:lnTo>
                    <a:pt x="7984" y="547546"/>
                  </a:lnTo>
                  <a:lnTo>
                    <a:pt x="0" y="507997"/>
                  </a:lnTo>
                  <a:lnTo>
                    <a:pt x="0" y="101601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7693242" y="5450332"/>
            <a:ext cx="9956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615" marR="5080" indent="-20955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Mean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Shift vector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4043362" y="3140075"/>
            <a:ext cx="3403600" cy="2632075"/>
          </a:xfrm>
          <a:custGeom>
            <a:avLst/>
            <a:gdLst/>
            <a:ahLst/>
            <a:cxnLst/>
            <a:rect l="l" t="t" r="r" b="b"/>
            <a:pathLst>
              <a:path w="3403600" h="2632075">
                <a:moveTo>
                  <a:pt x="3403600" y="2632074"/>
                </a:moveTo>
                <a:lnTo>
                  <a:pt x="3357537" y="2613248"/>
                </a:lnTo>
                <a:lnTo>
                  <a:pt x="3317279" y="2592189"/>
                </a:lnTo>
                <a:lnTo>
                  <a:pt x="3276128" y="2572022"/>
                </a:lnTo>
                <a:lnTo>
                  <a:pt x="3227387" y="2555874"/>
                </a:lnTo>
                <a:lnTo>
                  <a:pt x="3196058" y="2532085"/>
                </a:lnTo>
                <a:lnTo>
                  <a:pt x="3183002" y="2521653"/>
                </a:lnTo>
                <a:lnTo>
                  <a:pt x="3181026" y="2520052"/>
                </a:lnTo>
                <a:lnTo>
                  <a:pt x="3182937" y="2522755"/>
                </a:lnTo>
                <a:lnTo>
                  <a:pt x="3181544" y="2525235"/>
                </a:lnTo>
                <a:lnTo>
                  <a:pt x="3169654" y="2522967"/>
                </a:lnTo>
                <a:lnTo>
                  <a:pt x="3140075" y="2511424"/>
                </a:lnTo>
                <a:lnTo>
                  <a:pt x="3113286" y="2495277"/>
                </a:lnTo>
                <a:lnTo>
                  <a:pt x="3088878" y="2475110"/>
                </a:lnTo>
                <a:lnTo>
                  <a:pt x="3065065" y="2454051"/>
                </a:lnTo>
                <a:lnTo>
                  <a:pt x="3040062" y="2435224"/>
                </a:lnTo>
                <a:lnTo>
                  <a:pt x="3027164" y="2418109"/>
                </a:lnTo>
                <a:lnTo>
                  <a:pt x="3013075" y="2401887"/>
                </a:lnTo>
                <a:lnTo>
                  <a:pt x="2998986" y="2385665"/>
                </a:lnTo>
                <a:lnTo>
                  <a:pt x="2971806" y="2343742"/>
                </a:lnTo>
                <a:lnTo>
                  <a:pt x="2941637" y="2301874"/>
                </a:lnTo>
                <a:lnTo>
                  <a:pt x="2930550" y="2273051"/>
                </a:lnTo>
                <a:lnTo>
                  <a:pt x="2917229" y="2251074"/>
                </a:lnTo>
                <a:lnTo>
                  <a:pt x="2899444" y="2232669"/>
                </a:lnTo>
                <a:lnTo>
                  <a:pt x="2874962" y="2214562"/>
                </a:lnTo>
                <a:lnTo>
                  <a:pt x="2855529" y="2172528"/>
                </a:lnTo>
                <a:lnTo>
                  <a:pt x="2828726" y="2138229"/>
                </a:lnTo>
                <a:lnTo>
                  <a:pt x="2795636" y="2110888"/>
                </a:lnTo>
                <a:lnTo>
                  <a:pt x="2757344" y="2089730"/>
                </a:lnTo>
                <a:lnTo>
                  <a:pt x="2714933" y="2073978"/>
                </a:lnTo>
                <a:lnTo>
                  <a:pt x="2669487" y="2062856"/>
                </a:lnTo>
                <a:lnTo>
                  <a:pt x="2622091" y="2055588"/>
                </a:lnTo>
                <a:lnTo>
                  <a:pt x="2573827" y="2051398"/>
                </a:lnTo>
                <a:lnTo>
                  <a:pt x="2525780" y="2049511"/>
                </a:lnTo>
                <a:lnTo>
                  <a:pt x="2479034" y="2049150"/>
                </a:lnTo>
                <a:lnTo>
                  <a:pt x="2434672" y="2049539"/>
                </a:lnTo>
                <a:lnTo>
                  <a:pt x="2393778" y="2049901"/>
                </a:lnTo>
                <a:lnTo>
                  <a:pt x="2357437" y="2049462"/>
                </a:lnTo>
                <a:lnTo>
                  <a:pt x="2323455" y="2036316"/>
                </a:lnTo>
                <a:lnTo>
                  <a:pt x="2291556" y="2021681"/>
                </a:lnTo>
                <a:lnTo>
                  <a:pt x="2259657" y="2007046"/>
                </a:lnTo>
                <a:lnTo>
                  <a:pt x="2225674" y="1993899"/>
                </a:lnTo>
                <a:lnTo>
                  <a:pt x="2215777" y="1990824"/>
                </a:lnTo>
                <a:lnTo>
                  <a:pt x="2204839" y="1987153"/>
                </a:lnTo>
                <a:lnTo>
                  <a:pt x="2195983" y="1984077"/>
                </a:lnTo>
                <a:lnTo>
                  <a:pt x="2192337" y="1982787"/>
                </a:lnTo>
                <a:lnTo>
                  <a:pt x="2152823" y="1942331"/>
                </a:lnTo>
                <a:lnTo>
                  <a:pt x="2135782" y="1924645"/>
                </a:lnTo>
                <a:lnTo>
                  <a:pt x="2122016" y="1913805"/>
                </a:lnTo>
                <a:lnTo>
                  <a:pt x="2092324" y="1893887"/>
                </a:lnTo>
                <a:lnTo>
                  <a:pt x="2074546" y="1866187"/>
                </a:lnTo>
                <a:lnTo>
                  <a:pt x="2070217" y="1859080"/>
                </a:lnTo>
                <a:lnTo>
                  <a:pt x="2071885" y="1862732"/>
                </a:lnTo>
                <a:lnTo>
                  <a:pt x="2072099" y="1867311"/>
                </a:lnTo>
                <a:lnTo>
                  <a:pt x="2063404" y="1862982"/>
                </a:lnTo>
                <a:lnTo>
                  <a:pt x="2038349" y="1839912"/>
                </a:lnTo>
                <a:lnTo>
                  <a:pt x="2021185" y="1816695"/>
                </a:lnTo>
                <a:lnTo>
                  <a:pt x="2009378" y="1791096"/>
                </a:lnTo>
                <a:lnTo>
                  <a:pt x="1998166" y="1764903"/>
                </a:lnTo>
                <a:lnTo>
                  <a:pt x="1982787" y="1739899"/>
                </a:lnTo>
                <a:lnTo>
                  <a:pt x="1953493" y="1711349"/>
                </a:lnTo>
                <a:lnTo>
                  <a:pt x="1919882" y="1686520"/>
                </a:lnTo>
                <a:lnTo>
                  <a:pt x="1884784" y="1663774"/>
                </a:lnTo>
                <a:lnTo>
                  <a:pt x="1851024" y="1641474"/>
                </a:lnTo>
                <a:lnTo>
                  <a:pt x="1838324" y="1635273"/>
                </a:lnTo>
                <a:lnTo>
                  <a:pt x="1824434" y="1632346"/>
                </a:lnTo>
                <a:lnTo>
                  <a:pt x="1809948" y="1631205"/>
                </a:lnTo>
                <a:lnTo>
                  <a:pt x="1795462" y="1630362"/>
                </a:lnTo>
                <a:lnTo>
                  <a:pt x="1746884" y="1627073"/>
                </a:lnTo>
                <a:lnTo>
                  <a:pt x="1698307" y="1624622"/>
                </a:lnTo>
                <a:lnTo>
                  <a:pt x="1649729" y="1622704"/>
                </a:lnTo>
                <a:lnTo>
                  <a:pt x="1601152" y="1621015"/>
                </a:lnTo>
                <a:lnTo>
                  <a:pt x="1552574" y="1619249"/>
                </a:lnTo>
                <a:lnTo>
                  <a:pt x="1502739" y="1608165"/>
                </a:lnTo>
                <a:lnTo>
                  <a:pt x="1455752" y="1593018"/>
                </a:lnTo>
                <a:lnTo>
                  <a:pt x="1411405" y="1573976"/>
                </a:lnTo>
                <a:lnTo>
                  <a:pt x="1369487" y="1551211"/>
                </a:lnTo>
                <a:lnTo>
                  <a:pt x="1329791" y="1524892"/>
                </a:lnTo>
                <a:lnTo>
                  <a:pt x="1292107" y="1495189"/>
                </a:lnTo>
                <a:lnTo>
                  <a:pt x="1256226" y="1462272"/>
                </a:lnTo>
                <a:lnTo>
                  <a:pt x="1221939" y="1426311"/>
                </a:lnTo>
                <a:lnTo>
                  <a:pt x="1189037" y="1387474"/>
                </a:lnTo>
                <a:lnTo>
                  <a:pt x="1167308" y="1364059"/>
                </a:lnTo>
                <a:lnTo>
                  <a:pt x="1146174" y="1343024"/>
                </a:lnTo>
                <a:lnTo>
                  <a:pt x="1127422" y="1319609"/>
                </a:lnTo>
                <a:lnTo>
                  <a:pt x="1112837" y="1289049"/>
                </a:lnTo>
                <a:lnTo>
                  <a:pt x="1099691" y="1251545"/>
                </a:lnTo>
                <a:lnTo>
                  <a:pt x="1086246" y="1216421"/>
                </a:lnTo>
                <a:lnTo>
                  <a:pt x="1072207" y="1181893"/>
                </a:lnTo>
                <a:lnTo>
                  <a:pt x="1057274" y="1146174"/>
                </a:lnTo>
                <a:lnTo>
                  <a:pt x="1041722" y="1102717"/>
                </a:lnTo>
                <a:lnTo>
                  <a:pt x="1028104" y="1060449"/>
                </a:lnTo>
                <a:lnTo>
                  <a:pt x="1012403" y="1019373"/>
                </a:lnTo>
                <a:lnTo>
                  <a:pt x="990599" y="979487"/>
                </a:lnTo>
                <a:lnTo>
                  <a:pt x="975221" y="941610"/>
                </a:lnTo>
                <a:lnTo>
                  <a:pt x="955674" y="915789"/>
                </a:lnTo>
                <a:lnTo>
                  <a:pt x="928985" y="894432"/>
                </a:lnTo>
                <a:lnTo>
                  <a:pt x="892174" y="869949"/>
                </a:lnTo>
                <a:lnTo>
                  <a:pt x="883617" y="862508"/>
                </a:lnTo>
                <a:lnTo>
                  <a:pt x="812957" y="814447"/>
                </a:lnTo>
                <a:lnTo>
                  <a:pt x="762189" y="796531"/>
                </a:lnTo>
                <a:lnTo>
                  <a:pt x="708256" y="782253"/>
                </a:lnTo>
                <a:lnTo>
                  <a:pt x="652879" y="771002"/>
                </a:lnTo>
                <a:lnTo>
                  <a:pt x="597779" y="762166"/>
                </a:lnTo>
                <a:lnTo>
                  <a:pt x="544679" y="755136"/>
                </a:lnTo>
                <a:lnTo>
                  <a:pt x="495299" y="749299"/>
                </a:lnTo>
                <a:lnTo>
                  <a:pt x="449412" y="735201"/>
                </a:lnTo>
                <a:lnTo>
                  <a:pt x="402075" y="722123"/>
                </a:lnTo>
                <a:lnTo>
                  <a:pt x="353836" y="709436"/>
                </a:lnTo>
                <a:lnTo>
                  <a:pt x="305244" y="696513"/>
                </a:lnTo>
                <a:lnTo>
                  <a:pt x="256848" y="682729"/>
                </a:lnTo>
                <a:lnTo>
                  <a:pt x="209197" y="667455"/>
                </a:lnTo>
                <a:lnTo>
                  <a:pt x="162839" y="650064"/>
                </a:lnTo>
                <a:lnTo>
                  <a:pt x="118324" y="629930"/>
                </a:lnTo>
                <a:lnTo>
                  <a:pt x="76199" y="606424"/>
                </a:lnTo>
                <a:lnTo>
                  <a:pt x="56257" y="572194"/>
                </a:lnTo>
                <a:lnTo>
                  <a:pt x="38099" y="538559"/>
                </a:lnTo>
                <a:lnTo>
                  <a:pt x="19942" y="505519"/>
                </a:lnTo>
                <a:lnTo>
                  <a:pt x="0" y="473074"/>
                </a:lnTo>
                <a:lnTo>
                  <a:pt x="5027" y="416571"/>
                </a:lnTo>
                <a:lnTo>
                  <a:pt x="11112" y="364478"/>
                </a:lnTo>
                <a:lnTo>
                  <a:pt x="21431" y="316706"/>
                </a:lnTo>
                <a:lnTo>
                  <a:pt x="39158" y="273167"/>
                </a:lnTo>
                <a:lnTo>
                  <a:pt x="67468" y="233774"/>
                </a:lnTo>
                <a:lnTo>
                  <a:pt x="109537" y="198437"/>
                </a:lnTo>
                <a:lnTo>
                  <a:pt x="132432" y="171598"/>
                </a:lnTo>
                <a:lnTo>
                  <a:pt x="164107" y="145653"/>
                </a:lnTo>
                <a:lnTo>
                  <a:pt x="199057" y="123874"/>
                </a:lnTo>
                <a:lnTo>
                  <a:pt x="231774" y="109537"/>
                </a:lnTo>
                <a:lnTo>
                  <a:pt x="253999" y="82376"/>
                </a:lnTo>
                <a:lnTo>
                  <a:pt x="275034" y="60126"/>
                </a:lnTo>
                <a:lnTo>
                  <a:pt x="290710" y="35197"/>
                </a:lnTo>
                <a:lnTo>
                  <a:pt x="296862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193675" y="6542913"/>
            <a:ext cx="24384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Slide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5" dirty="0">
                <a:latin typeface="Arial MT"/>
                <a:cs typeface="Arial MT"/>
              </a:rPr>
              <a:t>Y.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Ukrainitz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B.</a:t>
            </a:r>
            <a:r>
              <a:rPr sz="1400" spc="-10" dirty="0">
                <a:latin typeface="Arial MT"/>
                <a:cs typeface="Arial MT"/>
              </a:rPr>
              <a:t> Sarel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6" name="object 10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Mean</a:t>
            </a:r>
            <a:r>
              <a:rPr spc="-20" dirty="0"/>
              <a:t> </a:t>
            </a:r>
            <a:r>
              <a:rPr spc="-10" dirty="0"/>
              <a:t>shift</a:t>
            </a:r>
          </a:p>
        </p:txBody>
      </p:sp>
      <p:sp>
        <p:nvSpPr>
          <p:cNvPr id="107" name="object 107"/>
          <p:cNvSpPr txBox="1"/>
          <p:nvPr/>
        </p:nvSpPr>
        <p:spPr>
          <a:xfrm>
            <a:off x="6610825" y="1478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0E824C98-8CE8-DA5F-CDCF-3331F38417A3}"/>
                  </a:ext>
                </a:extLst>
              </p14:cNvPr>
              <p14:cNvContentPartPr/>
              <p14:nvPr/>
            </p14:nvContentPartPr>
            <p14:xfrm>
              <a:off x="1507680" y="980640"/>
              <a:ext cx="7559640" cy="500364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0E824C98-8CE8-DA5F-CDCF-3331F38417A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91480" y="964440"/>
                <a:ext cx="7592040" cy="5036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0362" y="3221037"/>
            <a:ext cx="152399" cy="1523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181600" y="3048000"/>
            <a:ext cx="1033780" cy="935355"/>
            <a:chOff x="5181600" y="3048000"/>
            <a:chExt cx="1033780" cy="93535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8800" y="3048000"/>
              <a:ext cx="576262" cy="7191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1600" y="3429000"/>
              <a:ext cx="533399" cy="4032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1200" y="3810000"/>
              <a:ext cx="152399" cy="152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3830637"/>
              <a:ext cx="152399" cy="15239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3429000"/>
            <a:ext cx="152399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81600" y="3200400"/>
            <a:ext cx="152399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48400" y="3657600"/>
            <a:ext cx="152399" cy="1523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3962400"/>
            <a:ext cx="152399" cy="1523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88037" y="4094162"/>
            <a:ext cx="152399" cy="1523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4114800"/>
            <a:ext cx="152399" cy="1523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3962400"/>
            <a:ext cx="152399" cy="1523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200" y="3657600"/>
            <a:ext cx="152399" cy="1523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0" y="3124200"/>
            <a:ext cx="152399" cy="1523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3048000"/>
            <a:ext cx="152399" cy="1523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2819400"/>
            <a:ext cx="152399" cy="1523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21375" y="2819400"/>
            <a:ext cx="152399" cy="1523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2514600"/>
            <a:ext cx="152399" cy="1523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24400" y="2819400"/>
            <a:ext cx="152399" cy="15239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400" y="2590800"/>
            <a:ext cx="152399" cy="15239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1981200"/>
            <a:ext cx="152399" cy="15239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81600" y="2209800"/>
            <a:ext cx="152399" cy="15239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21375" y="2438400"/>
            <a:ext cx="152399" cy="15239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21375" y="1371600"/>
            <a:ext cx="152399" cy="15239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72200" y="2133600"/>
            <a:ext cx="152399" cy="15239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9512" y="2676525"/>
            <a:ext cx="152399" cy="15239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48400" y="3124200"/>
            <a:ext cx="152399" cy="15239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2895600"/>
            <a:ext cx="152399" cy="15239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2514600"/>
            <a:ext cx="152399" cy="15239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3200" y="2057400"/>
            <a:ext cx="152399" cy="15239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600" y="1600200"/>
            <a:ext cx="152399" cy="15239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1295400"/>
            <a:ext cx="152399" cy="15239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0" y="1752600"/>
            <a:ext cx="152399" cy="15239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15200" y="2362200"/>
            <a:ext cx="152399" cy="15239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05600" y="3352800"/>
            <a:ext cx="152399" cy="15239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62800" y="2895600"/>
            <a:ext cx="152399" cy="15239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24800" y="2971800"/>
            <a:ext cx="152399" cy="15239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3886200"/>
            <a:ext cx="152399" cy="152399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78713" y="3430587"/>
            <a:ext cx="152399" cy="152399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7000" y="4267200"/>
            <a:ext cx="152399" cy="15239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43800" y="4343400"/>
            <a:ext cx="152399" cy="15239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34200" y="4724400"/>
            <a:ext cx="152399" cy="15239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4572000"/>
            <a:ext cx="152399" cy="152399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4495800"/>
            <a:ext cx="152399" cy="152399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5029200"/>
            <a:ext cx="152399" cy="152399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7000" y="5486400"/>
            <a:ext cx="152399" cy="152399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5486400"/>
            <a:ext cx="152399" cy="15239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0200" y="5029200"/>
            <a:ext cx="152399" cy="15239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400" y="4572000"/>
            <a:ext cx="152399" cy="15239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0" y="4267200"/>
            <a:ext cx="152399" cy="152399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4953000"/>
            <a:ext cx="152399" cy="152399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5486400"/>
            <a:ext cx="152399" cy="152399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14800" y="5638800"/>
            <a:ext cx="152399" cy="152399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600" y="5029200"/>
            <a:ext cx="152399" cy="152399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05200" y="4267200"/>
            <a:ext cx="152399" cy="15239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38600" y="3962400"/>
            <a:ext cx="152399" cy="15239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3429000"/>
            <a:ext cx="152399" cy="15239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33800" y="2971800"/>
            <a:ext cx="152399" cy="152399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2590800"/>
            <a:ext cx="152399" cy="152399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24400" y="2438400"/>
            <a:ext cx="152399" cy="152399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1828800"/>
            <a:ext cx="152399" cy="152399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1600200"/>
            <a:ext cx="152399" cy="152399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1219200"/>
            <a:ext cx="152399" cy="152399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800" y="1600200"/>
            <a:ext cx="152399" cy="152399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57600" y="2209800"/>
            <a:ext cx="152399" cy="152399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76600" y="2667000"/>
            <a:ext cx="152399" cy="152399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00" y="3505200"/>
            <a:ext cx="152399" cy="152399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5600" y="3581400"/>
            <a:ext cx="152399" cy="152399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4419600"/>
            <a:ext cx="152399" cy="152399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48000" y="5257800"/>
            <a:ext cx="152399" cy="152399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5638800"/>
            <a:ext cx="152399" cy="15239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4876800"/>
            <a:ext cx="152399" cy="152399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3962400"/>
            <a:ext cx="152399" cy="152399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14600" y="2743200"/>
            <a:ext cx="152399" cy="152399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1905000"/>
            <a:ext cx="152399" cy="152399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1905000"/>
            <a:ext cx="152399" cy="152399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28800" y="3048000"/>
            <a:ext cx="152399" cy="152399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4724400"/>
            <a:ext cx="152399" cy="152399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5791200"/>
            <a:ext cx="152399" cy="152399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200" y="3505200"/>
            <a:ext cx="152399" cy="152399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0600" y="2286000"/>
            <a:ext cx="152399" cy="152399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219200"/>
            <a:ext cx="152399" cy="152399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90800" y="1066800"/>
            <a:ext cx="152399" cy="152399"/>
          </a:xfrm>
          <a:prstGeom prst="rect">
            <a:avLst/>
          </a:prstGeom>
        </p:spPr>
      </p:pic>
      <p:grpSp>
        <p:nvGrpSpPr>
          <p:cNvPr id="86" name="object 86"/>
          <p:cNvGrpSpPr/>
          <p:nvPr/>
        </p:nvGrpSpPr>
        <p:grpSpPr>
          <a:xfrm>
            <a:off x="2576512" y="1509712"/>
            <a:ext cx="2847975" cy="2924175"/>
            <a:chOff x="2576512" y="1509712"/>
            <a:chExt cx="2847975" cy="2924175"/>
          </a:xfrm>
        </p:grpSpPr>
        <p:sp>
          <p:nvSpPr>
            <p:cNvPr id="87" name="object 87"/>
            <p:cNvSpPr/>
            <p:nvPr/>
          </p:nvSpPr>
          <p:spPr>
            <a:xfrm>
              <a:off x="2590800" y="1524000"/>
              <a:ext cx="2819400" cy="2895600"/>
            </a:xfrm>
            <a:custGeom>
              <a:avLst/>
              <a:gdLst/>
              <a:ahLst/>
              <a:cxnLst/>
              <a:rect l="l" t="t" r="r" b="b"/>
              <a:pathLst>
                <a:path w="2819400" h="2895600">
                  <a:moveTo>
                    <a:pt x="0" y="1447799"/>
                  </a:moveTo>
                  <a:lnTo>
                    <a:pt x="784" y="1399038"/>
                  </a:lnTo>
                  <a:lnTo>
                    <a:pt x="3121" y="1350680"/>
                  </a:lnTo>
                  <a:lnTo>
                    <a:pt x="6986" y="1302751"/>
                  </a:lnTo>
                  <a:lnTo>
                    <a:pt x="12354" y="1255277"/>
                  </a:lnTo>
                  <a:lnTo>
                    <a:pt x="19201" y="1208282"/>
                  </a:lnTo>
                  <a:lnTo>
                    <a:pt x="27501" y="1161792"/>
                  </a:lnTo>
                  <a:lnTo>
                    <a:pt x="37231" y="1115832"/>
                  </a:lnTo>
                  <a:lnTo>
                    <a:pt x="48365" y="1070428"/>
                  </a:lnTo>
                  <a:lnTo>
                    <a:pt x="60879" y="1025606"/>
                  </a:lnTo>
                  <a:lnTo>
                    <a:pt x="74748" y="981389"/>
                  </a:lnTo>
                  <a:lnTo>
                    <a:pt x="89948" y="937804"/>
                  </a:lnTo>
                  <a:lnTo>
                    <a:pt x="106453" y="894877"/>
                  </a:lnTo>
                  <a:lnTo>
                    <a:pt x="124240" y="852631"/>
                  </a:lnTo>
                  <a:lnTo>
                    <a:pt x="143283" y="811094"/>
                  </a:lnTo>
                  <a:lnTo>
                    <a:pt x="163558" y="770289"/>
                  </a:lnTo>
                  <a:lnTo>
                    <a:pt x="185040" y="730243"/>
                  </a:lnTo>
                  <a:lnTo>
                    <a:pt x="207705" y="690980"/>
                  </a:lnTo>
                  <a:lnTo>
                    <a:pt x="231527" y="652527"/>
                  </a:lnTo>
                  <a:lnTo>
                    <a:pt x="256483" y="614908"/>
                  </a:lnTo>
                  <a:lnTo>
                    <a:pt x="282547" y="578149"/>
                  </a:lnTo>
                  <a:lnTo>
                    <a:pt x="309695" y="542274"/>
                  </a:lnTo>
                  <a:lnTo>
                    <a:pt x="337902" y="507311"/>
                  </a:lnTo>
                  <a:lnTo>
                    <a:pt x="367143" y="473283"/>
                  </a:lnTo>
                  <a:lnTo>
                    <a:pt x="397394" y="440215"/>
                  </a:lnTo>
                  <a:lnTo>
                    <a:pt x="428631" y="408135"/>
                  </a:lnTo>
                  <a:lnTo>
                    <a:pt x="460828" y="377066"/>
                  </a:lnTo>
                  <a:lnTo>
                    <a:pt x="493960" y="347034"/>
                  </a:lnTo>
                  <a:lnTo>
                    <a:pt x="528004" y="318065"/>
                  </a:lnTo>
                  <a:lnTo>
                    <a:pt x="562934" y="290183"/>
                  </a:lnTo>
                  <a:lnTo>
                    <a:pt x="598726" y="263415"/>
                  </a:lnTo>
                  <a:lnTo>
                    <a:pt x="635355" y="237785"/>
                  </a:lnTo>
                  <a:lnTo>
                    <a:pt x="672797" y="213318"/>
                  </a:lnTo>
                  <a:lnTo>
                    <a:pt x="711026" y="190041"/>
                  </a:lnTo>
                  <a:lnTo>
                    <a:pt x="750018" y="167979"/>
                  </a:lnTo>
                  <a:lnTo>
                    <a:pt x="789749" y="147156"/>
                  </a:lnTo>
                  <a:lnTo>
                    <a:pt x="830194" y="127598"/>
                  </a:lnTo>
                  <a:lnTo>
                    <a:pt x="871327" y="109330"/>
                  </a:lnTo>
                  <a:lnTo>
                    <a:pt x="913125" y="92379"/>
                  </a:lnTo>
                  <a:lnTo>
                    <a:pt x="955563" y="76768"/>
                  </a:lnTo>
                  <a:lnTo>
                    <a:pt x="998616" y="62524"/>
                  </a:lnTo>
                  <a:lnTo>
                    <a:pt x="1042259" y="49672"/>
                  </a:lnTo>
                  <a:lnTo>
                    <a:pt x="1086468" y="38237"/>
                  </a:lnTo>
                  <a:lnTo>
                    <a:pt x="1131218" y="28244"/>
                  </a:lnTo>
                  <a:lnTo>
                    <a:pt x="1176485" y="19720"/>
                  </a:lnTo>
                  <a:lnTo>
                    <a:pt x="1222243" y="12688"/>
                  </a:lnTo>
                  <a:lnTo>
                    <a:pt x="1268468" y="7175"/>
                  </a:lnTo>
                  <a:lnTo>
                    <a:pt x="1315136" y="3205"/>
                  </a:lnTo>
                  <a:lnTo>
                    <a:pt x="1362221" y="805"/>
                  </a:lnTo>
                  <a:lnTo>
                    <a:pt x="1409699" y="0"/>
                  </a:lnTo>
                  <a:lnTo>
                    <a:pt x="1460580" y="942"/>
                  </a:lnTo>
                  <a:lnTo>
                    <a:pt x="1511227" y="3756"/>
                  </a:lnTo>
                  <a:lnTo>
                    <a:pt x="1561594" y="8424"/>
                  </a:lnTo>
                  <a:lnTo>
                    <a:pt x="1611639" y="14925"/>
                  </a:lnTo>
                  <a:lnTo>
                    <a:pt x="1661316" y="23242"/>
                  </a:lnTo>
                  <a:lnTo>
                    <a:pt x="1710581" y="33356"/>
                  </a:lnTo>
                  <a:lnTo>
                    <a:pt x="1759389" y="45247"/>
                  </a:lnTo>
                  <a:lnTo>
                    <a:pt x="1807696" y="58896"/>
                  </a:lnTo>
                  <a:lnTo>
                    <a:pt x="1855458" y="74285"/>
                  </a:lnTo>
                  <a:lnTo>
                    <a:pt x="1902631" y="91395"/>
                  </a:lnTo>
                  <a:lnTo>
                    <a:pt x="1949168" y="110207"/>
                  </a:lnTo>
                  <a:lnTo>
                    <a:pt x="1995027" y="130701"/>
                  </a:lnTo>
                  <a:lnTo>
                    <a:pt x="2040163" y="152860"/>
                  </a:lnTo>
                  <a:lnTo>
                    <a:pt x="2084531" y="176664"/>
                  </a:lnTo>
                  <a:lnTo>
                    <a:pt x="2128087" y="202094"/>
                  </a:lnTo>
                  <a:lnTo>
                    <a:pt x="2170787" y="229131"/>
                  </a:lnTo>
                  <a:lnTo>
                    <a:pt x="2212586" y="257757"/>
                  </a:lnTo>
                  <a:lnTo>
                    <a:pt x="2253439" y="287952"/>
                  </a:lnTo>
                  <a:lnTo>
                    <a:pt x="2293302" y="319698"/>
                  </a:lnTo>
                  <a:lnTo>
                    <a:pt x="2332131" y="352976"/>
                  </a:lnTo>
                  <a:lnTo>
                    <a:pt x="2369881" y="387766"/>
                  </a:lnTo>
                  <a:lnTo>
                    <a:pt x="2406508" y="424050"/>
                  </a:lnTo>
                  <a:lnTo>
                    <a:pt x="2440331" y="460007"/>
                  </a:lnTo>
                  <a:lnTo>
                    <a:pt x="2472825" y="497021"/>
                  </a:lnTo>
                  <a:lnTo>
                    <a:pt x="2503972" y="535053"/>
                  </a:lnTo>
                  <a:lnTo>
                    <a:pt x="2533757" y="574062"/>
                  </a:lnTo>
                  <a:lnTo>
                    <a:pt x="2562163" y="614008"/>
                  </a:lnTo>
                  <a:lnTo>
                    <a:pt x="2589175" y="654852"/>
                  </a:lnTo>
                  <a:lnTo>
                    <a:pt x="2614776" y="696554"/>
                  </a:lnTo>
                  <a:lnTo>
                    <a:pt x="2638950" y="739073"/>
                  </a:lnTo>
                  <a:lnTo>
                    <a:pt x="2661682" y="782369"/>
                  </a:lnTo>
                  <a:lnTo>
                    <a:pt x="2682954" y="826403"/>
                  </a:lnTo>
                  <a:lnTo>
                    <a:pt x="2702752" y="871135"/>
                  </a:lnTo>
                  <a:lnTo>
                    <a:pt x="2721058" y="916525"/>
                  </a:lnTo>
                  <a:lnTo>
                    <a:pt x="2737857" y="962533"/>
                  </a:lnTo>
                  <a:lnTo>
                    <a:pt x="2753133" y="1009118"/>
                  </a:lnTo>
                  <a:lnTo>
                    <a:pt x="2766869" y="1056241"/>
                  </a:lnTo>
                  <a:lnTo>
                    <a:pt x="2779049" y="1103863"/>
                  </a:lnTo>
                  <a:lnTo>
                    <a:pt x="2789658" y="1151942"/>
                  </a:lnTo>
                  <a:lnTo>
                    <a:pt x="2798678" y="1200439"/>
                  </a:lnTo>
                  <a:lnTo>
                    <a:pt x="2806095" y="1249315"/>
                  </a:lnTo>
                  <a:lnTo>
                    <a:pt x="2811892" y="1298529"/>
                  </a:lnTo>
                  <a:lnTo>
                    <a:pt x="2816052" y="1348041"/>
                  </a:lnTo>
                  <a:lnTo>
                    <a:pt x="2818560" y="1397811"/>
                  </a:lnTo>
                  <a:lnTo>
                    <a:pt x="2819399" y="1447799"/>
                  </a:lnTo>
                  <a:lnTo>
                    <a:pt x="2818615" y="1496561"/>
                  </a:lnTo>
                  <a:lnTo>
                    <a:pt x="2816278" y="1544919"/>
                  </a:lnTo>
                  <a:lnTo>
                    <a:pt x="2812413" y="1592848"/>
                  </a:lnTo>
                  <a:lnTo>
                    <a:pt x="2807045" y="1640322"/>
                  </a:lnTo>
                  <a:lnTo>
                    <a:pt x="2800198" y="1687317"/>
                  </a:lnTo>
                  <a:lnTo>
                    <a:pt x="2791898" y="1733807"/>
                  </a:lnTo>
                  <a:lnTo>
                    <a:pt x="2782168" y="1779767"/>
                  </a:lnTo>
                  <a:lnTo>
                    <a:pt x="2771034" y="1825171"/>
                  </a:lnTo>
                  <a:lnTo>
                    <a:pt x="2758520" y="1869993"/>
                  </a:lnTo>
                  <a:lnTo>
                    <a:pt x="2744651" y="1914210"/>
                  </a:lnTo>
                  <a:lnTo>
                    <a:pt x="2729451" y="1957795"/>
                  </a:lnTo>
                  <a:lnTo>
                    <a:pt x="2712946" y="2000722"/>
                  </a:lnTo>
                  <a:lnTo>
                    <a:pt x="2695159" y="2042968"/>
                  </a:lnTo>
                  <a:lnTo>
                    <a:pt x="2676116" y="2084505"/>
                  </a:lnTo>
                  <a:lnTo>
                    <a:pt x="2655841" y="2125310"/>
                  </a:lnTo>
                  <a:lnTo>
                    <a:pt x="2634359" y="2165356"/>
                  </a:lnTo>
                  <a:lnTo>
                    <a:pt x="2611694" y="2204619"/>
                  </a:lnTo>
                  <a:lnTo>
                    <a:pt x="2587872" y="2243072"/>
                  </a:lnTo>
                  <a:lnTo>
                    <a:pt x="2562916" y="2280691"/>
                  </a:lnTo>
                  <a:lnTo>
                    <a:pt x="2536852" y="2317450"/>
                  </a:lnTo>
                  <a:lnTo>
                    <a:pt x="2509704" y="2353325"/>
                  </a:lnTo>
                  <a:lnTo>
                    <a:pt x="2481497" y="2388288"/>
                  </a:lnTo>
                  <a:lnTo>
                    <a:pt x="2452256" y="2422317"/>
                  </a:lnTo>
                  <a:lnTo>
                    <a:pt x="2422004" y="2455384"/>
                  </a:lnTo>
                  <a:lnTo>
                    <a:pt x="2390768" y="2487464"/>
                  </a:lnTo>
                  <a:lnTo>
                    <a:pt x="2358571" y="2518533"/>
                  </a:lnTo>
                  <a:lnTo>
                    <a:pt x="2325439" y="2548565"/>
                  </a:lnTo>
                  <a:lnTo>
                    <a:pt x="2291395" y="2577534"/>
                  </a:lnTo>
                  <a:lnTo>
                    <a:pt x="2256465" y="2605416"/>
                  </a:lnTo>
                  <a:lnTo>
                    <a:pt x="2220673" y="2632184"/>
                  </a:lnTo>
                  <a:lnTo>
                    <a:pt x="2184044" y="2657814"/>
                  </a:lnTo>
                  <a:lnTo>
                    <a:pt x="2146602" y="2682281"/>
                  </a:lnTo>
                  <a:lnTo>
                    <a:pt x="2108373" y="2705558"/>
                  </a:lnTo>
                  <a:lnTo>
                    <a:pt x="2069381" y="2727620"/>
                  </a:lnTo>
                  <a:lnTo>
                    <a:pt x="2029650" y="2748443"/>
                  </a:lnTo>
                  <a:lnTo>
                    <a:pt x="1989205" y="2768001"/>
                  </a:lnTo>
                  <a:lnTo>
                    <a:pt x="1948072" y="2786269"/>
                  </a:lnTo>
                  <a:lnTo>
                    <a:pt x="1906274" y="2803220"/>
                  </a:lnTo>
                  <a:lnTo>
                    <a:pt x="1863836" y="2818831"/>
                  </a:lnTo>
                  <a:lnTo>
                    <a:pt x="1820783" y="2833075"/>
                  </a:lnTo>
                  <a:lnTo>
                    <a:pt x="1777140" y="2845927"/>
                  </a:lnTo>
                  <a:lnTo>
                    <a:pt x="1732931" y="2857362"/>
                  </a:lnTo>
                  <a:lnTo>
                    <a:pt x="1688181" y="2867355"/>
                  </a:lnTo>
                  <a:lnTo>
                    <a:pt x="1642914" y="2875879"/>
                  </a:lnTo>
                  <a:lnTo>
                    <a:pt x="1597156" y="2882911"/>
                  </a:lnTo>
                  <a:lnTo>
                    <a:pt x="1550931" y="2888424"/>
                  </a:lnTo>
                  <a:lnTo>
                    <a:pt x="1504263" y="2892394"/>
                  </a:lnTo>
                  <a:lnTo>
                    <a:pt x="1457178" y="2894794"/>
                  </a:lnTo>
                  <a:lnTo>
                    <a:pt x="1409699" y="2895599"/>
                  </a:lnTo>
                  <a:lnTo>
                    <a:pt x="1362221" y="2894794"/>
                  </a:lnTo>
                  <a:lnTo>
                    <a:pt x="1315136" y="2892394"/>
                  </a:lnTo>
                  <a:lnTo>
                    <a:pt x="1268468" y="2888424"/>
                  </a:lnTo>
                  <a:lnTo>
                    <a:pt x="1222243" y="2882911"/>
                  </a:lnTo>
                  <a:lnTo>
                    <a:pt x="1176485" y="2875879"/>
                  </a:lnTo>
                  <a:lnTo>
                    <a:pt x="1131218" y="2867355"/>
                  </a:lnTo>
                  <a:lnTo>
                    <a:pt x="1086468" y="2857362"/>
                  </a:lnTo>
                  <a:lnTo>
                    <a:pt x="1042259" y="2845927"/>
                  </a:lnTo>
                  <a:lnTo>
                    <a:pt x="998616" y="2833075"/>
                  </a:lnTo>
                  <a:lnTo>
                    <a:pt x="955563" y="2818831"/>
                  </a:lnTo>
                  <a:lnTo>
                    <a:pt x="913125" y="2803220"/>
                  </a:lnTo>
                  <a:lnTo>
                    <a:pt x="871327" y="2786269"/>
                  </a:lnTo>
                  <a:lnTo>
                    <a:pt x="830194" y="2768001"/>
                  </a:lnTo>
                  <a:lnTo>
                    <a:pt x="789749" y="2748443"/>
                  </a:lnTo>
                  <a:lnTo>
                    <a:pt x="750018" y="2727620"/>
                  </a:lnTo>
                  <a:lnTo>
                    <a:pt x="711026" y="2705558"/>
                  </a:lnTo>
                  <a:lnTo>
                    <a:pt x="672797" y="2682281"/>
                  </a:lnTo>
                  <a:lnTo>
                    <a:pt x="635355" y="2657814"/>
                  </a:lnTo>
                  <a:lnTo>
                    <a:pt x="598726" y="2632184"/>
                  </a:lnTo>
                  <a:lnTo>
                    <a:pt x="562934" y="2605416"/>
                  </a:lnTo>
                  <a:lnTo>
                    <a:pt x="528004" y="2577534"/>
                  </a:lnTo>
                  <a:lnTo>
                    <a:pt x="493960" y="2548565"/>
                  </a:lnTo>
                  <a:lnTo>
                    <a:pt x="460828" y="2518533"/>
                  </a:lnTo>
                  <a:lnTo>
                    <a:pt x="428631" y="2487464"/>
                  </a:lnTo>
                  <a:lnTo>
                    <a:pt x="397394" y="2455384"/>
                  </a:lnTo>
                  <a:lnTo>
                    <a:pt x="367143" y="2422317"/>
                  </a:lnTo>
                  <a:lnTo>
                    <a:pt x="337902" y="2388288"/>
                  </a:lnTo>
                  <a:lnTo>
                    <a:pt x="309695" y="2353325"/>
                  </a:lnTo>
                  <a:lnTo>
                    <a:pt x="282547" y="2317450"/>
                  </a:lnTo>
                  <a:lnTo>
                    <a:pt x="256483" y="2280691"/>
                  </a:lnTo>
                  <a:lnTo>
                    <a:pt x="231527" y="2243072"/>
                  </a:lnTo>
                  <a:lnTo>
                    <a:pt x="207705" y="2204619"/>
                  </a:lnTo>
                  <a:lnTo>
                    <a:pt x="185040" y="2165356"/>
                  </a:lnTo>
                  <a:lnTo>
                    <a:pt x="163558" y="2125310"/>
                  </a:lnTo>
                  <a:lnTo>
                    <a:pt x="143283" y="2084505"/>
                  </a:lnTo>
                  <a:lnTo>
                    <a:pt x="124240" y="2042968"/>
                  </a:lnTo>
                  <a:lnTo>
                    <a:pt x="106453" y="2000722"/>
                  </a:lnTo>
                  <a:lnTo>
                    <a:pt x="89948" y="1957795"/>
                  </a:lnTo>
                  <a:lnTo>
                    <a:pt x="74748" y="1914210"/>
                  </a:lnTo>
                  <a:lnTo>
                    <a:pt x="60879" y="1869993"/>
                  </a:lnTo>
                  <a:lnTo>
                    <a:pt x="48365" y="1825171"/>
                  </a:lnTo>
                  <a:lnTo>
                    <a:pt x="37231" y="1779767"/>
                  </a:lnTo>
                  <a:lnTo>
                    <a:pt x="27501" y="1733807"/>
                  </a:lnTo>
                  <a:lnTo>
                    <a:pt x="19201" y="1687317"/>
                  </a:lnTo>
                  <a:lnTo>
                    <a:pt x="12354" y="1640322"/>
                  </a:lnTo>
                  <a:lnTo>
                    <a:pt x="6986" y="1592848"/>
                  </a:lnTo>
                  <a:lnTo>
                    <a:pt x="3121" y="1544919"/>
                  </a:lnTo>
                  <a:lnTo>
                    <a:pt x="784" y="1496561"/>
                  </a:lnTo>
                  <a:lnTo>
                    <a:pt x="0" y="1447799"/>
                  </a:lnTo>
                  <a:close/>
                </a:path>
              </a:pathLst>
            </a:custGeom>
            <a:ln w="28574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84612" y="2840037"/>
              <a:ext cx="247649" cy="247649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3776662" y="274161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1774" y="0"/>
                  </a:moveTo>
                  <a:lnTo>
                    <a:pt x="231774" y="457199"/>
                  </a:lnTo>
                </a:path>
                <a:path w="457200" h="457200">
                  <a:moveTo>
                    <a:pt x="0" y="225424"/>
                  </a:moveTo>
                  <a:lnTo>
                    <a:pt x="457199" y="225424"/>
                  </a:lnTo>
                </a:path>
              </a:pathLst>
            </a:custGeom>
            <a:ln w="9524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51350" y="2994025"/>
              <a:ext cx="247649" cy="247649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4343400" y="2895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1774" y="0"/>
                  </a:moveTo>
                  <a:lnTo>
                    <a:pt x="231774" y="457199"/>
                  </a:lnTo>
                </a:path>
                <a:path w="457200" h="457200">
                  <a:moveTo>
                    <a:pt x="0" y="225424"/>
                  </a:moveTo>
                  <a:lnTo>
                    <a:pt x="457199" y="225424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/>
          <p:nvPr/>
        </p:nvSpPr>
        <p:spPr>
          <a:xfrm>
            <a:off x="7467600" y="914400"/>
            <a:ext cx="1447800" cy="609600"/>
          </a:xfrm>
          <a:custGeom>
            <a:avLst/>
            <a:gdLst/>
            <a:ahLst/>
            <a:cxnLst/>
            <a:rect l="l" t="t" r="r" b="b"/>
            <a:pathLst>
              <a:path w="1447800" h="609600">
                <a:moveTo>
                  <a:pt x="0" y="101602"/>
                </a:moveTo>
                <a:lnTo>
                  <a:pt x="7984" y="62053"/>
                </a:lnTo>
                <a:lnTo>
                  <a:pt x="29758" y="29758"/>
                </a:lnTo>
                <a:lnTo>
                  <a:pt x="62054" y="7984"/>
                </a:lnTo>
                <a:lnTo>
                  <a:pt x="101602" y="0"/>
                </a:lnTo>
                <a:lnTo>
                  <a:pt x="1346197" y="0"/>
                </a:lnTo>
                <a:lnTo>
                  <a:pt x="1385079" y="7734"/>
                </a:lnTo>
                <a:lnTo>
                  <a:pt x="1418041" y="29758"/>
                </a:lnTo>
                <a:lnTo>
                  <a:pt x="1440065" y="62720"/>
                </a:lnTo>
                <a:lnTo>
                  <a:pt x="1447799" y="101602"/>
                </a:lnTo>
                <a:lnTo>
                  <a:pt x="1447799" y="507997"/>
                </a:lnTo>
                <a:lnTo>
                  <a:pt x="1439815" y="547546"/>
                </a:lnTo>
                <a:lnTo>
                  <a:pt x="1418041" y="579841"/>
                </a:lnTo>
                <a:lnTo>
                  <a:pt x="1385745" y="601615"/>
                </a:lnTo>
                <a:lnTo>
                  <a:pt x="1346197" y="609599"/>
                </a:lnTo>
                <a:lnTo>
                  <a:pt x="101602" y="609599"/>
                </a:lnTo>
                <a:lnTo>
                  <a:pt x="62054" y="601615"/>
                </a:lnTo>
                <a:lnTo>
                  <a:pt x="29758" y="579841"/>
                </a:lnTo>
                <a:lnTo>
                  <a:pt x="7984" y="547546"/>
                </a:lnTo>
                <a:lnTo>
                  <a:pt x="0" y="507997"/>
                </a:lnTo>
                <a:lnTo>
                  <a:pt x="0" y="101602"/>
                </a:lnTo>
                <a:close/>
              </a:path>
            </a:pathLst>
          </a:custGeom>
          <a:ln w="19049">
            <a:solidFill>
              <a:srgbClr val="00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467600" y="1600200"/>
            <a:ext cx="1447800" cy="609600"/>
          </a:xfrm>
          <a:custGeom>
            <a:avLst/>
            <a:gdLst/>
            <a:ahLst/>
            <a:cxnLst/>
            <a:rect l="l" t="t" r="r" b="b"/>
            <a:pathLst>
              <a:path w="1447800" h="609600">
                <a:moveTo>
                  <a:pt x="0" y="101601"/>
                </a:moveTo>
                <a:lnTo>
                  <a:pt x="7984" y="62053"/>
                </a:lnTo>
                <a:lnTo>
                  <a:pt x="29758" y="29758"/>
                </a:lnTo>
                <a:lnTo>
                  <a:pt x="62054" y="7984"/>
                </a:lnTo>
                <a:lnTo>
                  <a:pt x="101602" y="0"/>
                </a:lnTo>
                <a:lnTo>
                  <a:pt x="1346197" y="0"/>
                </a:lnTo>
                <a:lnTo>
                  <a:pt x="1385079" y="7734"/>
                </a:lnTo>
                <a:lnTo>
                  <a:pt x="1418041" y="29758"/>
                </a:lnTo>
                <a:lnTo>
                  <a:pt x="1440065" y="62720"/>
                </a:lnTo>
                <a:lnTo>
                  <a:pt x="1447799" y="101601"/>
                </a:lnTo>
                <a:lnTo>
                  <a:pt x="1447799" y="507997"/>
                </a:lnTo>
                <a:lnTo>
                  <a:pt x="1439815" y="547546"/>
                </a:lnTo>
                <a:lnTo>
                  <a:pt x="1418041" y="579841"/>
                </a:lnTo>
                <a:lnTo>
                  <a:pt x="1385745" y="601615"/>
                </a:lnTo>
                <a:lnTo>
                  <a:pt x="1346197" y="609599"/>
                </a:lnTo>
                <a:lnTo>
                  <a:pt x="101602" y="609599"/>
                </a:lnTo>
                <a:lnTo>
                  <a:pt x="62054" y="601615"/>
                </a:lnTo>
                <a:lnTo>
                  <a:pt x="29758" y="579841"/>
                </a:lnTo>
                <a:lnTo>
                  <a:pt x="7984" y="547546"/>
                </a:lnTo>
                <a:lnTo>
                  <a:pt x="0" y="507997"/>
                </a:lnTo>
                <a:lnTo>
                  <a:pt x="0" y="101601"/>
                </a:lnTo>
                <a:close/>
              </a:path>
            </a:pathLst>
          </a:custGeom>
          <a:ln w="19049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7743980" y="954532"/>
            <a:ext cx="894715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5080" indent="-10223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Region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spc="-10" dirty="0">
                <a:latin typeface="Arial MT"/>
                <a:cs typeface="Arial MT"/>
              </a:rPr>
              <a:t>interest</a:t>
            </a:r>
            <a:endParaRPr sz="1600">
              <a:latin typeface="Arial MT"/>
              <a:cs typeface="Arial MT"/>
            </a:endParaRPr>
          </a:p>
          <a:p>
            <a:pPr marL="204470" marR="21590" indent="-175260">
              <a:lnSpc>
                <a:spcPct val="100000"/>
              </a:lnSpc>
              <a:spcBef>
                <a:spcPts val="1560"/>
              </a:spcBef>
            </a:pPr>
            <a:r>
              <a:rPr sz="1600" dirty="0">
                <a:latin typeface="Arial MT"/>
                <a:cs typeface="Arial MT"/>
              </a:rPr>
              <a:t>Center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spc="-20" dirty="0">
                <a:latin typeface="Arial MT"/>
                <a:cs typeface="Arial MT"/>
              </a:rPr>
              <a:t>mass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7458075" y="5400675"/>
            <a:ext cx="1466850" cy="628650"/>
            <a:chOff x="7458075" y="5400675"/>
            <a:chExt cx="1466850" cy="628650"/>
          </a:xfrm>
        </p:grpSpPr>
        <p:sp>
          <p:nvSpPr>
            <p:cNvPr id="96" name="object 96"/>
            <p:cNvSpPr/>
            <p:nvPr/>
          </p:nvSpPr>
          <p:spPr>
            <a:xfrm>
              <a:off x="7467599" y="5410199"/>
              <a:ext cx="1447800" cy="609600"/>
            </a:xfrm>
            <a:custGeom>
              <a:avLst/>
              <a:gdLst/>
              <a:ahLst/>
              <a:cxnLst/>
              <a:rect l="l" t="t" r="r" b="b"/>
              <a:pathLst>
                <a:path w="1447800" h="609600">
                  <a:moveTo>
                    <a:pt x="1346197" y="609599"/>
                  </a:moveTo>
                  <a:lnTo>
                    <a:pt x="101602" y="609599"/>
                  </a:lnTo>
                  <a:lnTo>
                    <a:pt x="62054" y="601615"/>
                  </a:lnTo>
                  <a:lnTo>
                    <a:pt x="29758" y="579841"/>
                  </a:lnTo>
                  <a:lnTo>
                    <a:pt x="7984" y="547546"/>
                  </a:lnTo>
                  <a:lnTo>
                    <a:pt x="0" y="507997"/>
                  </a:lnTo>
                  <a:lnTo>
                    <a:pt x="0" y="101601"/>
                  </a:lnTo>
                  <a:lnTo>
                    <a:pt x="7984" y="62053"/>
                  </a:lnTo>
                  <a:lnTo>
                    <a:pt x="29758" y="29758"/>
                  </a:lnTo>
                  <a:lnTo>
                    <a:pt x="62054" y="7984"/>
                  </a:lnTo>
                  <a:lnTo>
                    <a:pt x="101602" y="0"/>
                  </a:lnTo>
                  <a:lnTo>
                    <a:pt x="1346197" y="0"/>
                  </a:lnTo>
                  <a:lnTo>
                    <a:pt x="1385079" y="7733"/>
                  </a:lnTo>
                  <a:lnTo>
                    <a:pt x="1418041" y="29758"/>
                  </a:lnTo>
                  <a:lnTo>
                    <a:pt x="1440065" y="62720"/>
                  </a:lnTo>
                  <a:lnTo>
                    <a:pt x="1447799" y="101601"/>
                  </a:lnTo>
                  <a:lnTo>
                    <a:pt x="1447799" y="507997"/>
                  </a:lnTo>
                  <a:lnTo>
                    <a:pt x="1439815" y="547546"/>
                  </a:lnTo>
                  <a:lnTo>
                    <a:pt x="1418041" y="579841"/>
                  </a:lnTo>
                  <a:lnTo>
                    <a:pt x="1385745" y="601615"/>
                  </a:lnTo>
                  <a:lnTo>
                    <a:pt x="1346197" y="609599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467600" y="5410200"/>
              <a:ext cx="1447800" cy="609600"/>
            </a:xfrm>
            <a:custGeom>
              <a:avLst/>
              <a:gdLst/>
              <a:ahLst/>
              <a:cxnLst/>
              <a:rect l="l" t="t" r="r" b="b"/>
              <a:pathLst>
                <a:path w="1447800" h="609600">
                  <a:moveTo>
                    <a:pt x="0" y="101601"/>
                  </a:moveTo>
                  <a:lnTo>
                    <a:pt x="7984" y="62053"/>
                  </a:lnTo>
                  <a:lnTo>
                    <a:pt x="29758" y="29758"/>
                  </a:lnTo>
                  <a:lnTo>
                    <a:pt x="62054" y="7984"/>
                  </a:lnTo>
                  <a:lnTo>
                    <a:pt x="101602" y="0"/>
                  </a:lnTo>
                  <a:lnTo>
                    <a:pt x="1346197" y="0"/>
                  </a:lnTo>
                  <a:lnTo>
                    <a:pt x="1385079" y="7733"/>
                  </a:lnTo>
                  <a:lnTo>
                    <a:pt x="1418041" y="29758"/>
                  </a:lnTo>
                  <a:lnTo>
                    <a:pt x="1440065" y="62720"/>
                  </a:lnTo>
                  <a:lnTo>
                    <a:pt x="1447799" y="101601"/>
                  </a:lnTo>
                  <a:lnTo>
                    <a:pt x="1447799" y="507997"/>
                  </a:lnTo>
                  <a:lnTo>
                    <a:pt x="1439815" y="547546"/>
                  </a:lnTo>
                  <a:lnTo>
                    <a:pt x="1418041" y="579841"/>
                  </a:lnTo>
                  <a:lnTo>
                    <a:pt x="1385745" y="601615"/>
                  </a:lnTo>
                  <a:lnTo>
                    <a:pt x="1346197" y="609599"/>
                  </a:lnTo>
                  <a:lnTo>
                    <a:pt x="101602" y="609599"/>
                  </a:lnTo>
                  <a:lnTo>
                    <a:pt x="62054" y="601615"/>
                  </a:lnTo>
                  <a:lnTo>
                    <a:pt x="29758" y="579841"/>
                  </a:lnTo>
                  <a:lnTo>
                    <a:pt x="7984" y="547546"/>
                  </a:lnTo>
                  <a:lnTo>
                    <a:pt x="0" y="507997"/>
                  </a:lnTo>
                  <a:lnTo>
                    <a:pt x="0" y="101601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7693242" y="5450332"/>
            <a:ext cx="9956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615" marR="5080" indent="-20955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Mean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Shift vector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93675" y="6542913"/>
            <a:ext cx="24384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Slide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5" dirty="0">
                <a:latin typeface="Arial MT"/>
                <a:cs typeface="Arial MT"/>
              </a:rPr>
              <a:t>Y.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Ukrainitz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B.</a:t>
            </a:r>
            <a:r>
              <a:rPr sz="1400" spc="-10" dirty="0">
                <a:latin typeface="Arial MT"/>
                <a:cs typeface="Arial MT"/>
              </a:rPr>
              <a:t> Sarel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0" name="object 10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Mean</a:t>
            </a:r>
            <a:r>
              <a:rPr spc="-20" dirty="0"/>
              <a:t> </a:t>
            </a:r>
            <a:r>
              <a:rPr spc="-10" dirty="0"/>
              <a:t>shift</a:t>
            </a:r>
          </a:p>
        </p:txBody>
      </p:sp>
      <p:sp>
        <p:nvSpPr>
          <p:cNvPr id="101" name="object 101"/>
          <p:cNvSpPr txBox="1"/>
          <p:nvPr/>
        </p:nvSpPr>
        <p:spPr>
          <a:xfrm>
            <a:off x="6610825" y="1478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32C4B9E-DD95-8896-349D-984C2390A0B9}"/>
                  </a:ext>
                </a:extLst>
              </p14:cNvPr>
              <p14:cNvContentPartPr/>
              <p14:nvPr/>
            </p14:nvContentPartPr>
            <p14:xfrm>
              <a:off x="4028040" y="2808360"/>
              <a:ext cx="4871880" cy="28958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32C4B9E-DD95-8896-349D-984C2390A0B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06440" y="2792160"/>
                <a:ext cx="4915080" cy="293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52775" y="1600200"/>
            <a:ext cx="3248025" cy="3124200"/>
            <a:chOff x="3152775" y="1600200"/>
            <a:chExt cx="3248025" cy="3124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0363" y="3221037"/>
              <a:ext cx="152399" cy="1523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8800" y="3048000"/>
              <a:ext cx="576262" cy="7191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1600" y="3429000"/>
              <a:ext cx="533399" cy="4032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1200" y="3810000"/>
              <a:ext cx="152399" cy="1523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3830637"/>
              <a:ext cx="152399" cy="1523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3000" y="3429000"/>
              <a:ext cx="152399" cy="1523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81600" y="3200400"/>
              <a:ext cx="152399" cy="1523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8400" y="3657600"/>
              <a:ext cx="152399" cy="1523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2200" y="3962400"/>
              <a:ext cx="152399" cy="1523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8038" y="4094162"/>
              <a:ext cx="152399" cy="1523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0" y="4114800"/>
              <a:ext cx="152399" cy="1523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200" y="3962400"/>
              <a:ext cx="152399" cy="1523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8200" y="3657600"/>
              <a:ext cx="152399" cy="1523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0" y="3124200"/>
              <a:ext cx="152399" cy="1523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3000" y="3048000"/>
              <a:ext cx="152399" cy="1523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0" y="2819400"/>
              <a:ext cx="152399" cy="1523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21375" y="2819400"/>
              <a:ext cx="152399" cy="1523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8800" y="2514600"/>
              <a:ext cx="152399" cy="15239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24400" y="2819400"/>
              <a:ext cx="152399" cy="15239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5400" y="2590800"/>
              <a:ext cx="152399" cy="1523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8800" y="1981200"/>
              <a:ext cx="152399" cy="1523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81600" y="2209800"/>
              <a:ext cx="152399" cy="1523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21375" y="2438400"/>
              <a:ext cx="152399" cy="15239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8400" y="3124200"/>
              <a:ext cx="152399" cy="15239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8800" y="4495800"/>
              <a:ext cx="152399" cy="1523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5400" y="4572000"/>
              <a:ext cx="152399" cy="15239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95800" y="4267200"/>
              <a:ext cx="152399" cy="15239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5200" y="4267200"/>
              <a:ext cx="152399" cy="15239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8600" y="3962400"/>
              <a:ext cx="152399" cy="15239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7200" y="3429000"/>
              <a:ext cx="152399" cy="15239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33800" y="2971800"/>
              <a:ext cx="152399" cy="15239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7200" y="2590800"/>
              <a:ext cx="152399" cy="15239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24400" y="2438400"/>
              <a:ext cx="152399" cy="15239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00" y="1828800"/>
              <a:ext cx="152399" cy="15239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200" y="1600200"/>
              <a:ext cx="152399" cy="15239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800" y="1600200"/>
              <a:ext cx="152399" cy="15239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57600" y="2209800"/>
              <a:ext cx="152399" cy="15239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6600" y="2667000"/>
              <a:ext cx="152399" cy="15239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600" y="3505200"/>
              <a:ext cx="152399" cy="15239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167063" y="1676400"/>
              <a:ext cx="2819400" cy="2895600"/>
            </a:xfrm>
            <a:custGeom>
              <a:avLst/>
              <a:gdLst/>
              <a:ahLst/>
              <a:cxnLst/>
              <a:rect l="l" t="t" r="r" b="b"/>
              <a:pathLst>
                <a:path w="2819400" h="2895600">
                  <a:moveTo>
                    <a:pt x="0" y="1447799"/>
                  </a:moveTo>
                  <a:lnTo>
                    <a:pt x="784" y="1399038"/>
                  </a:lnTo>
                  <a:lnTo>
                    <a:pt x="3121" y="1350680"/>
                  </a:lnTo>
                  <a:lnTo>
                    <a:pt x="6986" y="1302751"/>
                  </a:lnTo>
                  <a:lnTo>
                    <a:pt x="12354" y="1255277"/>
                  </a:lnTo>
                  <a:lnTo>
                    <a:pt x="19201" y="1208282"/>
                  </a:lnTo>
                  <a:lnTo>
                    <a:pt x="27501" y="1161792"/>
                  </a:lnTo>
                  <a:lnTo>
                    <a:pt x="37231" y="1115832"/>
                  </a:lnTo>
                  <a:lnTo>
                    <a:pt x="48365" y="1070428"/>
                  </a:lnTo>
                  <a:lnTo>
                    <a:pt x="60879" y="1025606"/>
                  </a:lnTo>
                  <a:lnTo>
                    <a:pt x="74748" y="981389"/>
                  </a:lnTo>
                  <a:lnTo>
                    <a:pt x="89948" y="937804"/>
                  </a:lnTo>
                  <a:lnTo>
                    <a:pt x="106453" y="894877"/>
                  </a:lnTo>
                  <a:lnTo>
                    <a:pt x="124240" y="852631"/>
                  </a:lnTo>
                  <a:lnTo>
                    <a:pt x="143283" y="811094"/>
                  </a:lnTo>
                  <a:lnTo>
                    <a:pt x="163558" y="770289"/>
                  </a:lnTo>
                  <a:lnTo>
                    <a:pt x="185040" y="730243"/>
                  </a:lnTo>
                  <a:lnTo>
                    <a:pt x="207705" y="690980"/>
                  </a:lnTo>
                  <a:lnTo>
                    <a:pt x="231527" y="652527"/>
                  </a:lnTo>
                  <a:lnTo>
                    <a:pt x="256483" y="614908"/>
                  </a:lnTo>
                  <a:lnTo>
                    <a:pt x="282547" y="578149"/>
                  </a:lnTo>
                  <a:lnTo>
                    <a:pt x="309695" y="542274"/>
                  </a:lnTo>
                  <a:lnTo>
                    <a:pt x="337902" y="507311"/>
                  </a:lnTo>
                  <a:lnTo>
                    <a:pt x="367143" y="473283"/>
                  </a:lnTo>
                  <a:lnTo>
                    <a:pt x="397394" y="440215"/>
                  </a:lnTo>
                  <a:lnTo>
                    <a:pt x="428631" y="408135"/>
                  </a:lnTo>
                  <a:lnTo>
                    <a:pt x="460828" y="377066"/>
                  </a:lnTo>
                  <a:lnTo>
                    <a:pt x="493960" y="347034"/>
                  </a:lnTo>
                  <a:lnTo>
                    <a:pt x="528004" y="318065"/>
                  </a:lnTo>
                  <a:lnTo>
                    <a:pt x="562934" y="290183"/>
                  </a:lnTo>
                  <a:lnTo>
                    <a:pt x="598726" y="263415"/>
                  </a:lnTo>
                  <a:lnTo>
                    <a:pt x="635355" y="237785"/>
                  </a:lnTo>
                  <a:lnTo>
                    <a:pt x="672797" y="213318"/>
                  </a:lnTo>
                  <a:lnTo>
                    <a:pt x="711026" y="190041"/>
                  </a:lnTo>
                  <a:lnTo>
                    <a:pt x="750018" y="167979"/>
                  </a:lnTo>
                  <a:lnTo>
                    <a:pt x="789749" y="147156"/>
                  </a:lnTo>
                  <a:lnTo>
                    <a:pt x="830194" y="127598"/>
                  </a:lnTo>
                  <a:lnTo>
                    <a:pt x="871327" y="109330"/>
                  </a:lnTo>
                  <a:lnTo>
                    <a:pt x="913125" y="92379"/>
                  </a:lnTo>
                  <a:lnTo>
                    <a:pt x="955563" y="76768"/>
                  </a:lnTo>
                  <a:lnTo>
                    <a:pt x="998616" y="62524"/>
                  </a:lnTo>
                  <a:lnTo>
                    <a:pt x="1042259" y="49672"/>
                  </a:lnTo>
                  <a:lnTo>
                    <a:pt x="1086468" y="38237"/>
                  </a:lnTo>
                  <a:lnTo>
                    <a:pt x="1131218" y="28244"/>
                  </a:lnTo>
                  <a:lnTo>
                    <a:pt x="1176485" y="19720"/>
                  </a:lnTo>
                  <a:lnTo>
                    <a:pt x="1222243" y="12688"/>
                  </a:lnTo>
                  <a:lnTo>
                    <a:pt x="1268468" y="7175"/>
                  </a:lnTo>
                  <a:lnTo>
                    <a:pt x="1315136" y="3205"/>
                  </a:lnTo>
                  <a:lnTo>
                    <a:pt x="1362221" y="805"/>
                  </a:lnTo>
                  <a:lnTo>
                    <a:pt x="1409699" y="0"/>
                  </a:lnTo>
                  <a:lnTo>
                    <a:pt x="1460580" y="942"/>
                  </a:lnTo>
                  <a:lnTo>
                    <a:pt x="1511227" y="3756"/>
                  </a:lnTo>
                  <a:lnTo>
                    <a:pt x="1561594" y="8424"/>
                  </a:lnTo>
                  <a:lnTo>
                    <a:pt x="1611639" y="14925"/>
                  </a:lnTo>
                  <a:lnTo>
                    <a:pt x="1661316" y="23242"/>
                  </a:lnTo>
                  <a:lnTo>
                    <a:pt x="1710581" y="33356"/>
                  </a:lnTo>
                  <a:lnTo>
                    <a:pt x="1759389" y="45247"/>
                  </a:lnTo>
                  <a:lnTo>
                    <a:pt x="1807697" y="58896"/>
                  </a:lnTo>
                  <a:lnTo>
                    <a:pt x="1855458" y="74285"/>
                  </a:lnTo>
                  <a:lnTo>
                    <a:pt x="1902631" y="91395"/>
                  </a:lnTo>
                  <a:lnTo>
                    <a:pt x="1949168" y="110207"/>
                  </a:lnTo>
                  <a:lnTo>
                    <a:pt x="1995027" y="130701"/>
                  </a:lnTo>
                  <a:lnTo>
                    <a:pt x="2040163" y="152860"/>
                  </a:lnTo>
                  <a:lnTo>
                    <a:pt x="2084532" y="176664"/>
                  </a:lnTo>
                  <a:lnTo>
                    <a:pt x="2128088" y="202094"/>
                  </a:lnTo>
                  <a:lnTo>
                    <a:pt x="2170787" y="229131"/>
                  </a:lnTo>
                  <a:lnTo>
                    <a:pt x="2212586" y="257757"/>
                  </a:lnTo>
                  <a:lnTo>
                    <a:pt x="2253439" y="287952"/>
                  </a:lnTo>
                  <a:lnTo>
                    <a:pt x="2293302" y="319698"/>
                  </a:lnTo>
                  <a:lnTo>
                    <a:pt x="2332131" y="352976"/>
                  </a:lnTo>
                  <a:lnTo>
                    <a:pt x="2369881" y="387766"/>
                  </a:lnTo>
                  <a:lnTo>
                    <a:pt x="2406508" y="424050"/>
                  </a:lnTo>
                  <a:lnTo>
                    <a:pt x="2440331" y="460007"/>
                  </a:lnTo>
                  <a:lnTo>
                    <a:pt x="2472825" y="497021"/>
                  </a:lnTo>
                  <a:lnTo>
                    <a:pt x="2503972" y="535053"/>
                  </a:lnTo>
                  <a:lnTo>
                    <a:pt x="2533757" y="574062"/>
                  </a:lnTo>
                  <a:lnTo>
                    <a:pt x="2562163" y="614008"/>
                  </a:lnTo>
                  <a:lnTo>
                    <a:pt x="2589175" y="654852"/>
                  </a:lnTo>
                  <a:lnTo>
                    <a:pt x="2614776" y="696554"/>
                  </a:lnTo>
                  <a:lnTo>
                    <a:pt x="2638950" y="739073"/>
                  </a:lnTo>
                  <a:lnTo>
                    <a:pt x="2661682" y="782369"/>
                  </a:lnTo>
                  <a:lnTo>
                    <a:pt x="2682954" y="826403"/>
                  </a:lnTo>
                  <a:lnTo>
                    <a:pt x="2702752" y="871135"/>
                  </a:lnTo>
                  <a:lnTo>
                    <a:pt x="2721058" y="916525"/>
                  </a:lnTo>
                  <a:lnTo>
                    <a:pt x="2737857" y="962533"/>
                  </a:lnTo>
                  <a:lnTo>
                    <a:pt x="2753133" y="1009118"/>
                  </a:lnTo>
                  <a:lnTo>
                    <a:pt x="2766869" y="1056241"/>
                  </a:lnTo>
                  <a:lnTo>
                    <a:pt x="2779049" y="1103863"/>
                  </a:lnTo>
                  <a:lnTo>
                    <a:pt x="2789658" y="1151942"/>
                  </a:lnTo>
                  <a:lnTo>
                    <a:pt x="2798678" y="1200439"/>
                  </a:lnTo>
                  <a:lnTo>
                    <a:pt x="2806095" y="1249315"/>
                  </a:lnTo>
                  <a:lnTo>
                    <a:pt x="2811892" y="1298529"/>
                  </a:lnTo>
                  <a:lnTo>
                    <a:pt x="2816052" y="1348041"/>
                  </a:lnTo>
                  <a:lnTo>
                    <a:pt x="2818560" y="1397811"/>
                  </a:lnTo>
                  <a:lnTo>
                    <a:pt x="2819399" y="1447799"/>
                  </a:lnTo>
                  <a:lnTo>
                    <a:pt x="2818615" y="1496561"/>
                  </a:lnTo>
                  <a:lnTo>
                    <a:pt x="2816278" y="1544919"/>
                  </a:lnTo>
                  <a:lnTo>
                    <a:pt x="2812413" y="1592848"/>
                  </a:lnTo>
                  <a:lnTo>
                    <a:pt x="2807045" y="1640322"/>
                  </a:lnTo>
                  <a:lnTo>
                    <a:pt x="2800198" y="1687317"/>
                  </a:lnTo>
                  <a:lnTo>
                    <a:pt x="2791898" y="1733807"/>
                  </a:lnTo>
                  <a:lnTo>
                    <a:pt x="2782168" y="1779767"/>
                  </a:lnTo>
                  <a:lnTo>
                    <a:pt x="2771034" y="1825171"/>
                  </a:lnTo>
                  <a:lnTo>
                    <a:pt x="2758520" y="1869993"/>
                  </a:lnTo>
                  <a:lnTo>
                    <a:pt x="2744651" y="1914210"/>
                  </a:lnTo>
                  <a:lnTo>
                    <a:pt x="2729451" y="1957795"/>
                  </a:lnTo>
                  <a:lnTo>
                    <a:pt x="2712946" y="2000722"/>
                  </a:lnTo>
                  <a:lnTo>
                    <a:pt x="2695159" y="2042968"/>
                  </a:lnTo>
                  <a:lnTo>
                    <a:pt x="2676116" y="2084505"/>
                  </a:lnTo>
                  <a:lnTo>
                    <a:pt x="2655841" y="2125310"/>
                  </a:lnTo>
                  <a:lnTo>
                    <a:pt x="2634359" y="2165356"/>
                  </a:lnTo>
                  <a:lnTo>
                    <a:pt x="2611694" y="2204619"/>
                  </a:lnTo>
                  <a:lnTo>
                    <a:pt x="2587872" y="2243072"/>
                  </a:lnTo>
                  <a:lnTo>
                    <a:pt x="2562916" y="2280691"/>
                  </a:lnTo>
                  <a:lnTo>
                    <a:pt x="2536852" y="2317450"/>
                  </a:lnTo>
                  <a:lnTo>
                    <a:pt x="2509704" y="2353325"/>
                  </a:lnTo>
                  <a:lnTo>
                    <a:pt x="2481497" y="2388288"/>
                  </a:lnTo>
                  <a:lnTo>
                    <a:pt x="2452256" y="2422317"/>
                  </a:lnTo>
                  <a:lnTo>
                    <a:pt x="2422004" y="2455384"/>
                  </a:lnTo>
                  <a:lnTo>
                    <a:pt x="2390768" y="2487464"/>
                  </a:lnTo>
                  <a:lnTo>
                    <a:pt x="2358571" y="2518533"/>
                  </a:lnTo>
                  <a:lnTo>
                    <a:pt x="2325439" y="2548565"/>
                  </a:lnTo>
                  <a:lnTo>
                    <a:pt x="2291395" y="2577534"/>
                  </a:lnTo>
                  <a:lnTo>
                    <a:pt x="2256465" y="2605416"/>
                  </a:lnTo>
                  <a:lnTo>
                    <a:pt x="2220673" y="2632184"/>
                  </a:lnTo>
                  <a:lnTo>
                    <a:pt x="2184044" y="2657814"/>
                  </a:lnTo>
                  <a:lnTo>
                    <a:pt x="2146602" y="2682281"/>
                  </a:lnTo>
                  <a:lnTo>
                    <a:pt x="2108373" y="2705558"/>
                  </a:lnTo>
                  <a:lnTo>
                    <a:pt x="2069381" y="2727620"/>
                  </a:lnTo>
                  <a:lnTo>
                    <a:pt x="2029650" y="2748443"/>
                  </a:lnTo>
                  <a:lnTo>
                    <a:pt x="1989205" y="2768001"/>
                  </a:lnTo>
                  <a:lnTo>
                    <a:pt x="1948072" y="2786269"/>
                  </a:lnTo>
                  <a:lnTo>
                    <a:pt x="1906274" y="2803220"/>
                  </a:lnTo>
                  <a:lnTo>
                    <a:pt x="1863836" y="2818831"/>
                  </a:lnTo>
                  <a:lnTo>
                    <a:pt x="1820783" y="2833075"/>
                  </a:lnTo>
                  <a:lnTo>
                    <a:pt x="1777140" y="2845927"/>
                  </a:lnTo>
                  <a:lnTo>
                    <a:pt x="1732931" y="2857362"/>
                  </a:lnTo>
                  <a:lnTo>
                    <a:pt x="1688181" y="2867355"/>
                  </a:lnTo>
                  <a:lnTo>
                    <a:pt x="1642914" y="2875879"/>
                  </a:lnTo>
                  <a:lnTo>
                    <a:pt x="1597156" y="2882911"/>
                  </a:lnTo>
                  <a:lnTo>
                    <a:pt x="1550931" y="2888424"/>
                  </a:lnTo>
                  <a:lnTo>
                    <a:pt x="1504263" y="2892394"/>
                  </a:lnTo>
                  <a:lnTo>
                    <a:pt x="1457178" y="2894794"/>
                  </a:lnTo>
                  <a:lnTo>
                    <a:pt x="1409699" y="2895599"/>
                  </a:lnTo>
                  <a:lnTo>
                    <a:pt x="1362221" y="2894794"/>
                  </a:lnTo>
                  <a:lnTo>
                    <a:pt x="1315136" y="2892394"/>
                  </a:lnTo>
                  <a:lnTo>
                    <a:pt x="1268468" y="2888424"/>
                  </a:lnTo>
                  <a:lnTo>
                    <a:pt x="1222243" y="2882911"/>
                  </a:lnTo>
                  <a:lnTo>
                    <a:pt x="1176485" y="2875879"/>
                  </a:lnTo>
                  <a:lnTo>
                    <a:pt x="1131218" y="2867355"/>
                  </a:lnTo>
                  <a:lnTo>
                    <a:pt x="1086468" y="2857362"/>
                  </a:lnTo>
                  <a:lnTo>
                    <a:pt x="1042259" y="2845927"/>
                  </a:lnTo>
                  <a:lnTo>
                    <a:pt x="998616" y="2833075"/>
                  </a:lnTo>
                  <a:lnTo>
                    <a:pt x="955563" y="2818831"/>
                  </a:lnTo>
                  <a:lnTo>
                    <a:pt x="913125" y="2803220"/>
                  </a:lnTo>
                  <a:lnTo>
                    <a:pt x="871327" y="2786269"/>
                  </a:lnTo>
                  <a:lnTo>
                    <a:pt x="830194" y="2768001"/>
                  </a:lnTo>
                  <a:lnTo>
                    <a:pt x="789749" y="2748443"/>
                  </a:lnTo>
                  <a:lnTo>
                    <a:pt x="750018" y="2727620"/>
                  </a:lnTo>
                  <a:lnTo>
                    <a:pt x="711026" y="2705558"/>
                  </a:lnTo>
                  <a:lnTo>
                    <a:pt x="672797" y="2682281"/>
                  </a:lnTo>
                  <a:lnTo>
                    <a:pt x="635355" y="2657814"/>
                  </a:lnTo>
                  <a:lnTo>
                    <a:pt x="598726" y="2632184"/>
                  </a:lnTo>
                  <a:lnTo>
                    <a:pt x="562934" y="2605416"/>
                  </a:lnTo>
                  <a:lnTo>
                    <a:pt x="528004" y="2577534"/>
                  </a:lnTo>
                  <a:lnTo>
                    <a:pt x="493960" y="2548565"/>
                  </a:lnTo>
                  <a:lnTo>
                    <a:pt x="460828" y="2518533"/>
                  </a:lnTo>
                  <a:lnTo>
                    <a:pt x="428631" y="2487464"/>
                  </a:lnTo>
                  <a:lnTo>
                    <a:pt x="397394" y="2455384"/>
                  </a:lnTo>
                  <a:lnTo>
                    <a:pt x="367143" y="2422317"/>
                  </a:lnTo>
                  <a:lnTo>
                    <a:pt x="337902" y="2388288"/>
                  </a:lnTo>
                  <a:lnTo>
                    <a:pt x="309695" y="2353325"/>
                  </a:lnTo>
                  <a:lnTo>
                    <a:pt x="282547" y="2317450"/>
                  </a:lnTo>
                  <a:lnTo>
                    <a:pt x="256483" y="2280691"/>
                  </a:lnTo>
                  <a:lnTo>
                    <a:pt x="231527" y="2243072"/>
                  </a:lnTo>
                  <a:lnTo>
                    <a:pt x="207705" y="2204619"/>
                  </a:lnTo>
                  <a:lnTo>
                    <a:pt x="185040" y="2165356"/>
                  </a:lnTo>
                  <a:lnTo>
                    <a:pt x="163558" y="2125310"/>
                  </a:lnTo>
                  <a:lnTo>
                    <a:pt x="143283" y="2084505"/>
                  </a:lnTo>
                  <a:lnTo>
                    <a:pt x="124240" y="2042968"/>
                  </a:lnTo>
                  <a:lnTo>
                    <a:pt x="106453" y="2000722"/>
                  </a:lnTo>
                  <a:lnTo>
                    <a:pt x="89948" y="1957795"/>
                  </a:lnTo>
                  <a:lnTo>
                    <a:pt x="74748" y="1914210"/>
                  </a:lnTo>
                  <a:lnTo>
                    <a:pt x="60879" y="1869993"/>
                  </a:lnTo>
                  <a:lnTo>
                    <a:pt x="48365" y="1825171"/>
                  </a:lnTo>
                  <a:lnTo>
                    <a:pt x="37231" y="1779767"/>
                  </a:lnTo>
                  <a:lnTo>
                    <a:pt x="27501" y="1733807"/>
                  </a:lnTo>
                  <a:lnTo>
                    <a:pt x="19201" y="1687317"/>
                  </a:lnTo>
                  <a:lnTo>
                    <a:pt x="12354" y="1640322"/>
                  </a:lnTo>
                  <a:lnTo>
                    <a:pt x="6986" y="1592848"/>
                  </a:lnTo>
                  <a:lnTo>
                    <a:pt x="3121" y="1544919"/>
                  </a:lnTo>
                  <a:lnTo>
                    <a:pt x="784" y="1496561"/>
                  </a:lnTo>
                  <a:lnTo>
                    <a:pt x="0" y="1447799"/>
                  </a:lnTo>
                  <a:close/>
                </a:path>
              </a:pathLst>
            </a:custGeom>
            <a:ln w="28574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60875" y="2992437"/>
              <a:ext cx="247649" cy="24764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352925" y="289401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1774" y="0"/>
                  </a:moveTo>
                  <a:lnTo>
                    <a:pt x="231774" y="457199"/>
                  </a:lnTo>
                </a:path>
                <a:path w="457200" h="457200">
                  <a:moveTo>
                    <a:pt x="0" y="225424"/>
                  </a:moveTo>
                  <a:lnTo>
                    <a:pt x="457199" y="225424"/>
                  </a:lnTo>
                </a:path>
              </a:pathLst>
            </a:custGeom>
            <a:ln w="9524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150" y="3298825"/>
              <a:ext cx="247649" cy="24764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029200" y="3200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1774" y="0"/>
                  </a:moveTo>
                  <a:lnTo>
                    <a:pt x="231774" y="457199"/>
                  </a:lnTo>
                </a:path>
                <a:path w="457200" h="457200">
                  <a:moveTo>
                    <a:pt x="0" y="225424"/>
                  </a:moveTo>
                  <a:lnTo>
                    <a:pt x="457199" y="225424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576467" y="3112426"/>
              <a:ext cx="650240" cy="299720"/>
            </a:xfrm>
            <a:custGeom>
              <a:avLst/>
              <a:gdLst/>
              <a:ahLst/>
              <a:cxnLst/>
              <a:rect l="l" t="t" r="r" b="b"/>
              <a:pathLst>
                <a:path w="650239" h="299720">
                  <a:moveTo>
                    <a:pt x="462327" y="299220"/>
                  </a:moveTo>
                  <a:lnTo>
                    <a:pt x="476646" y="263913"/>
                  </a:lnTo>
                  <a:lnTo>
                    <a:pt x="0" y="70614"/>
                  </a:lnTo>
                  <a:lnTo>
                    <a:pt x="28636" y="0"/>
                  </a:lnTo>
                  <a:lnTo>
                    <a:pt x="505282" y="193298"/>
                  </a:lnTo>
                  <a:lnTo>
                    <a:pt x="519601" y="157991"/>
                  </a:lnTo>
                  <a:lnTo>
                    <a:pt x="649846" y="293038"/>
                  </a:lnTo>
                  <a:lnTo>
                    <a:pt x="462327" y="29922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576467" y="3112426"/>
              <a:ext cx="650240" cy="299720"/>
            </a:xfrm>
            <a:custGeom>
              <a:avLst/>
              <a:gdLst/>
              <a:ahLst/>
              <a:cxnLst/>
              <a:rect l="l" t="t" r="r" b="b"/>
              <a:pathLst>
                <a:path w="650239" h="299720">
                  <a:moveTo>
                    <a:pt x="28636" y="0"/>
                  </a:moveTo>
                  <a:lnTo>
                    <a:pt x="505282" y="193298"/>
                  </a:lnTo>
                  <a:lnTo>
                    <a:pt x="519601" y="157991"/>
                  </a:lnTo>
                  <a:lnTo>
                    <a:pt x="649846" y="293038"/>
                  </a:lnTo>
                  <a:lnTo>
                    <a:pt x="462327" y="299220"/>
                  </a:lnTo>
                  <a:lnTo>
                    <a:pt x="476646" y="263913"/>
                  </a:lnTo>
                  <a:lnTo>
                    <a:pt x="0" y="70614"/>
                  </a:lnTo>
                  <a:lnTo>
                    <a:pt x="2863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0" name="object 5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21375" y="1371600"/>
            <a:ext cx="152399" cy="15239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72200" y="2133600"/>
            <a:ext cx="152399" cy="15239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9512" y="2676525"/>
            <a:ext cx="152399" cy="152399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2895600"/>
            <a:ext cx="152399" cy="152399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2514600"/>
            <a:ext cx="152399" cy="152399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3200" y="2057400"/>
            <a:ext cx="152399" cy="152399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600" y="1600200"/>
            <a:ext cx="152399" cy="152399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1295400"/>
            <a:ext cx="152399" cy="15239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0" y="1752600"/>
            <a:ext cx="152399" cy="15239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15200" y="2362200"/>
            <a:ext cx="152399" cy="15239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05600" y="3352800"/>
            <a:ext cx="152399" cy="152399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62800" y="2895600"/>
            <a:ext cx="152399" cy="152399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24800" y="2971800"/>
            <a:ext cx="152399" cy="152399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3886200"/>
            <a:ext cx="152399" cy="152399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78713" y="3430587"/>
            <a:ext cx="152399" cy="152399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7000" y="4267200"/>
            <a:ext cx="152399" cy="152399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43800" y="4343400"/>
            <a:ext cx="152399" cy="152399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34200" y="4724400"/>
            <a:ext cx="152399" cy="152399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4572000"/>
            <a:ext cx="152399" cy="152399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5029200"/>
            <a:ext cx="152399" cy="152399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7000" y="5486400"/>
            <a:ext cx="152399" cy="152399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5486400"/>
            <a:ext cx="152399" cy="152399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0200" y="5029200"/>
            <a:ext cx="152399" cy="152399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4953000"/>
            <a:ext cx="152399" cy="15239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5486400"/>
            <a:ext cx="152399" cy="152399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14800" y="5638800"/>
            <a:ext cx="152399" cy="152399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600" y="5029200"/>
            <a:ext cx="152399" cy="152399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1219200"/>
            <a:ext cx="152399" cy="152399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5600" y="3581400"/>
            <a:ext cx="152399" cy="152399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4419600"/>
            <a:ext cx="152399" cy="152399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48000" y="5257800"/>
            <a:ext cx="152399" cy="152399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5638800"/>
            <a:ext cx="152399" cy="152399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4876800"/>
            <a:ext cx="152399" cy="152399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3962400"/>
            <a:ext cx="152399" cy="152399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14600" y="2743200"/>
            <a:ext cx="152399" cy="152399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1905000"/>
            <a:ext cx="152399" cy="152399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1905000"/>
            <a:ext cx="152399" cy="152399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28800" y="3048000"/>
            <a:ext cx="152399" cy="152399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4724400"/>
            <a:ext cx="152399" cy="152399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5791200"/>
            <a:ext cx="152399" cy="152399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200" y="3505200"/>
            <a:ext cx="152399" cy="152399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0600" y="2286000"/>
            <a:ext cx="152399" cy="152399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219200"/>
            <a:ext cx="152399" cy="152399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90800" y="1066800"/>
            <a:ext cx="152399" cy="152399"/>
          </a:xfrm>
          <a:prstGeom prst="rect">
            <a:avLst/>
          </a:prstGeom>
        </p:spPr>
      </p:pic>
      <p:sp>
        <p:nvSpPr>
          <p:cNvPr id="94" name="object 94"/>
          <p:cNvSpPr/>
          <p:nvPr/>
        </p:nvSpPr>
        <p:spPr>
          <a:xfrm>
            <a:off x="7467600" y="914400"/>
            <a:ext cx="1447800" cy="609600"/>
          </a:xfrm>
          <a:custGeom>
            <a:avLst/>
            <a:gdLst/>
            <a:ahLst/>
            <a:cxnLst/>
            <a:rect l="l" t="t" r="r" b="b"/>
            <a:pathLst>
              <a:path w="1447800" h="609600">
                <a:moveTo>
                  <a:pt x="0" y="101602"/>
                </a:moveTo>
                <a:lnTo>
                  <a:pt x="7984" y="62053"/>
                </a:lnTo>
                <a:lnTo>
                  <a:pt x="29758" y="29758"/>
                </a:lnTo>
                <a:lnTo>
                  <a:pt x="62054" y="7984"/>
                </a:lnTo>
                <a:lnTo>
                  <a:pt x="101602" y="0"/>
                </a:lnTo>
                <a:lnTo>
                  <a:pt x="1346197" y="0"/>
                </a:lnTo>
                <a:lnTo>
                  <a:pt x="1385079" y="7734"/>
                </a:lnTo>
                <a:lnTo>
                  <a:pt x="1418041" y="29758"/>
                </a:lnTo>
                <a:lnTo>
                  <a:pt x="1440065" y="62720"/>
                </a:lnTo>
                <a:lnTo>
                  <a:pt x="1447799" y="101602"/>
                </a:lnTo>
                <a:lnTo>
                  <a:pt x="1447799" y="507997"/>
                </a:lnTo>
                <a:lnTo>
                  <a:pt x="1439815" y="547546"/>
                </a:lnTo>
                <a:lnTo>
                  <a:pt x="1418041" y="579841"/>
                </a:lnTo>
                <a:lnTo>
                  <a:pt x="1385745" y="601615"/>
                </a:lnTo>
                <a:lnTo>
                  <a:pt x="1346197" y="609599"/>
                </a:lnTo>
                <a:lnTo>
                  <a:pt x="101602" y="609599"/>
                </a:lnTo>
                <a:lnTo>
                  <a:pt x="62054" y="601615"/>
                </a:lnTo>
                <a:lnTo>
                  <a:pt x="29758" y="579841"/>
                </a:lnTo>
                <a:lnTo>
                  <a:pt x="7984" y="547546"/>
                </a:lnTo>
                <a:lnTo>
                  <a:pt x="0" y="507997"/>
                </a:lnTo>
                <a:lnTo>
                  <a:pt x="0" y="101602"/>
                </a:lnTo>
                <a:close/>
              </a:path>
            </a:pathLst>
          </a:custGeom>
          <a:ln w="19049">
            <a:solidFill>
              <a:srgbClr val="00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467600" y="1600200"/>
            <a:ext cx="1447800" cy="609600"/>
          </a:xfrm>
          <a:custGeom>
            <a:avLst/>
            <a:gdLst/>
            <a:ahLst/>
            <a:cxnLst/>
            <a:rect l="l" t="t" r="r" b="b"/>
            <a:pathLst>
              <a:path w="1447800" h="609600">
                <a:moveTo>
                  <a:pt x="0" y="101601"/>
                </a:moveTo>
                <a:lnTo>
                  <a:pt x="7984" y="62053"/>
                </a:lnTo>
                <a:lnTo>
                  <a:pt x="29758" y="29758"/>
                </a:lnTo>
                <a:lnTo>
                  <a:pt x="62054" y="7984"/>
                </a:lnTo>
                <a:lnTo>
                  <a:pt x="101602" y="0"/>
                </a:lnTo>
                <a:lnTo>
                  <a:pt x="1346197" y="0"/>
                </a:lnTo>
                <a:lnTo>
                  <a:pt x="1385079" y="7734"/>
                </a:lnTo>
                <a:lnTo>
                  <a:pt x="1418041" y="29758"/>
                </a:lnTo>
                <a:lnTo>
                  <a:pt x="1440065" y="62720"/>
                </a:lnTo>
                <a:lnTo>
                  <a:pt x="1447799" y="101601"/>
                </a:lnTo>
                <a:lnTo>
                  <a:pt x="1447799" y="507997"/>
                </a:lnTo>
                <a:lnTo>
                  <a:pt x="1439815" y="547546"/>
                </a:lnTo>
                <a:lnTo>
                  <a:pt x="1418041" y="579841"/>
                </a:lnTo>
                <a:lnTo>
                  <a:pt x="1385745" y="601615"/>
                </a:lnTo>
                <a:lnTo>
                  <a:pt x="1346197" y="609599"/>
                </a:lnTo>
                <a:lnTo>
                  <a:pt x="101602" y="609599"/>
                </a:lnTo>
                <a:lnTo>
                  <a:pt x="62054" y="601615"/>
                </a:lnTo>
                <a:lnTo>
                  <a:pt x="29758" y="579841"/>
                </a:lnTo>
                <a:lnTo>
                  <a:pt x="7984" y="547546"/>
                </a:lnTo>
                <a:lnTo>
                  <a:pt x="0" y="507997"/>
                </a:lnTo>
                <a:lnTo>
                  <a:pt x="0" y="101601"/>
                </a:lnTo>
                <a:close/>
              </a:path>
            </a:pathLst>
          </a:custGeom>
          <a:ln w="19049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7743980" y="954532"/>
            <a:ext cx="894715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5080" indent="-10223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Region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spc="-10" dirty="0">
                <a:latin typeface="Arial MT"/>
                <a:cs typeface="Arial MT"/>
              </a:rPr>
              <a:t>interest</a:t>
            </a:r>
            <a:endParaRPr sz="1600">
              <a:latin typeface="Arial MT"/>
              <a:cs typeface="Arial MT"/>
            </a:endParaRPr>
          </a:p>
          <a:p>
            <a:pPr marL="204470" marR="21590" indent="-175260">
              <a:lnSpc>
                <a:spcPct val="100000"/>
              </a:lnSpc>
              <a:spcBef>
                <a:spcPts val="1560"/>
              </a:spcBef>
            </a:pPr>
            <a:r>
              <a:rPr sz="1600" dirty="0">
                <a:latin typeface="Arial MT"/>
                <a:cs typeface="Arial MT"/>
              </a:rPr>
              <a:t>Center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spc="-20" dirty="0">
                <a:latin typeface="Arial MT"/>
                <a:cs typeface="Arial MT"/>
              </a:rPr>
              <a:t>mass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7458075" y="5400675"/>
            <a:ext cx="1466850" cy="628650"/>
            <a:chOff x="7458075" y="5400675"/>
            <a:chExt cx="1466850" cy="628650"/>
          </a:xfrm>
        </p:grpSpPr>
        <p:sp>
          <p:nvSpPr>
            <p:cNvPr id="98" name="object 98"/>
            <p:cNvSpPr/>
            <p:nvPr/>
          </p:nvSpPr>
          <p:spPr>
            <a:xfrm>
              <a:off x="7467599" y="5410199"/>
              <a:ext cx="1447800" cy="609600"/>
            </a:xfrm>
            <a:custGeom>
              <a:avLst/>
              <a:gdLst/>
              <a:ahLst/>
              <a:cxnLst/>
              <a:rect l="l" t="t" r="r" b="b"/>
              <a:pathLst>
                <a:path w="1447800" h="609600">
                  <a:moveTo>
                    <a:pt x="1346197" y="609599"/>
                  </a:moveTo>
                  <a:lnTo>
                    <a:pt x="101602" y="609599"/>
                  </a:lnTo>
                  <a:lnTo>
                    <a:pt x="62054" y="601615"/>
                  </a:lnTo>
                  <a:lnTo>
                    <a:pt x="29758" y="579841"/>
                  </a:lnTo>
                  <a:lnTo>
                    <a:pt x="7984" y="547546"/>
                  </a:lnTo>
                  <a:lnTo>
                    <a:pt x="0" y="507997"/>
                  </a:lnTo>
                  <a:lnTo>
                    <a:pt x="0" y="101601"/>
                  </a:lnTo>
                  <a:lnTo>
                    <a:pt x="7984" y="62053"/>
                  </a:lnTo>
                  <a:lnTo>
                    <a:pt x="29758" y="29758"/>
                  </a:lnTo>
                  <a:lnTo>
                    <a:pt x="62054" y="7984"/>
                  </a:lnTo>
                  <a:lnTo>
                    <a:pt x="101602" y="0"/>
                  </a:lnTo>
                  <a:lnTo>
                    <a:pt x="1346197" y="0"/>
                  </a:lnTo>
                  <a:lnTo>
                    <a:pt x="1385079" y="7733"/>
                  </a:lnTo>
                  <a:lnTo>
                    <a:pt x="1418041" y="29758"/>
                  </a:lnTo>
                  <a:lnTo>
                    <a:pt x="1440065" y="62720"/>
                  </a:lnTo>
                  <a:lnTo>
                    <a:pt x="1447799" y="101601"/>
                  </a:lnTo>
                  <a:lnTo>
                    <a:pt x="1447799" y="507997"/>
                  </a:lnTo>
                  <a:lnTo>
                    <a:pt x="1439815" y="547546"/>
                  </a:lnTo>
                  <a:lnTo>
                    <a:pt x="1418041" y="579841"/>
                  </a:lnTo>
                  <a:lnTo>
                    <a:pt x="1385745" y="601615"/>
                  </a:lnTo>
                  <a:lnTo>
                    <a:pt x="1346197" y="609599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467600" y="5410200"/>
              <a:ext cx="1447800" cy="609600"/>
            </a:xfrm>
            <a:custGeom>
              <a:avLst/>
              <a:gdLst/>
              <a:ahLst/>
              <a:cxnLst/>
              <a:rect l="l" t="t" r="r" b="b"/>
              <a:pathLst>
                <a:path w="1447800" h="609600">
                  <a:moveTo>
                    <a:pt x="0" y="101601"/>
                  </a:moveTo>
                  <a:lnTo>
                    <a:pt x="7984" y="62053"/>
                  </a:lnTo>
                  <a:lnTo>
                    <a:pt x="29758" y="29758"/>
                  </a:lnTo>
                  <a:lnTo>
                    <a:pt x="62054" y="7984"/>
                  </a:lnTo>
                  <a:lnTo>
                    <a:pt x="101602" y="0"/>
                  </a:lnTo>
                  <a:lnTo>
                    <a:pt x="1346197" y="0"/>
                  </a:lnTo>
                  <a:lnTo>
                    <a:pt x="1385079" y="7733"/>
                  </a:lnTo>
                  <a:lnTo>
                    <a:pt x="1418041" y="29758"/>
                  </a:lnTo>
                  <a:lnTo>
                    <a:pt x="1440065" y="62720"/>
                  </a:lnTo>
                  <a:lnTo>
                    <a:pt x="1447799" y="101601"/>
                  </a:lnTo>
                  <a:lnTo>
                    <a:pt x="1447799" y="507997"/>
                  </a:lnTo>
                  <a:lnTo>
                    <a:pt x="1439815" y="547546"/>
                  </a:lnTo>
                  <a:lnTo>
                    <a:pt x="1418041" y="579841"/>
                  </a:lnTo>
                  <a:lnTo>
                    <a:pt x="1385745" y="601615"/>
                  </a:lnTo>
                  <a:lnTo>
                    <a:pt x="1346197" y="609599"/>
                  </a:lnTo>
                  <a:lnTo>
                    <a:pt x="101602" y="609599"/>
                  </a:lnTo>
                  <a:lnTo>
                    <a:pt x="62054" y="601615"/>
                  </a:lnTo>
                  <a:lnTo>
                    <a:pt x="29758" y="579841"/>
                  </a:lnTo>
                  <a:lnTo>
                    <a:pt x="7984" y="547546"/>
                  </a:lnTo>
                  <a:lnTo>
                    <a:pt x="0" y="507997"/>
                  </a:lnTo>
                  <a:lnTo>
                    <a:pt x="0" y="101601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7693242" y="5450332"/>
            <a:ext cx="9956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615" marR="5080" indent="-20955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Mean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Shift vector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93675" y="6542913"/>
            <a:ext cx="24384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Slide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5" dirty="0">
                <a:latin typeface="Arial MT"/>
                <a:cs typeface="Arial MT"/>
              </a:rPr>
              <a:t>Y.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Ukrainitz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B.</a:t>
            </a:r>
            <a:r>
              <a:rPr sz="1400" spc="-10" dirty="0">
                <a:latin typeface="Arial MT"/>
                <a:cs typeface="Arial MT"/>
              </a:rPr>
              <a:t> Sarel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2" name="object 10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Mean</a:t>
            </a:r>
            <a:r>
              <a:rPr spc="-20" dirty="0"/>
              <a:t> </a:t>
            </a:r>
            <a:r>
              <a:rPr spc="-10" dirty="0"/>
              <a:t>shift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6C7776E-BD97-8E40-7780-8278F8993E49}"/>
                  </a:ext>
                </a:extLst>
              </p14:cNvPr>
              <p14:cNvContentPartPr/>
              <p14:nvPr/>
            </p14:nvContentPartPr>
            <p14:xfrm>
              <a:off x="4817160" y="3011040"/>
              <a:ext cx="108720" cy="1803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6C7776E-BD97-8E40-7780-8278F8993E4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00960" y="2994840"/>
                <a:ext cx="141120" cy="212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52775" y="1600200"/>
            <a:ext cx="3248025" cy="3124200"/>
            <a:chOff x="3152775" y="1600200"/>
            <a:chExt cx="3248025" cy="3124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0363" y="3221037"/>
              <a:ext cx="152399" cy="1523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8800" y="3048000"/>
              <a:ext cx="576262" cy="7191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1600" y="3429000"/>
              <a:ext cx="533399" cy="4032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1200" y="3810000"/>
              <a:ext cx="152399" cy="1523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3830637"/>
              <a:ext cx="152399" cy="1523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3000" y="3429000"/>
              <a:ext cx="152399" cy="1523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81600" y="3200400"/>
              <a:ext cx="152399" cy="1523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8400" y="3657600"/>
              <a:ext cx="152399" cy="1523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2200" y="3962400"/>
              <a:ext cx="152399" cy="1523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8038" y="4094162"/>
              <a:ext cx="152399" cy="1523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0" y="4114800"/>
              <a:ext cx="152399" cy="1523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200" y="3962400"/>
              <a:ext cx="152399" cy="1523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8200" y="3657600"/>
              <a:ext cx="152399" cy="1523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0" y="3124200"/>
              <a:ext cx="152399" cy="1523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3000" y="3048000"/>
              <a:ext cx="152399" cy="1523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0" y="2819400"/>
              <a:ext cx="152399" cy="1523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21375" y="2819400"/>
              <a:ext cx="152399" cy="1523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8800" y="2514600"/>
              <a:ext cx="152399" cy="15239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24400" y="2819400"/>
              <a:ext cx="152399" cy="15239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5400" y="2590800"/>
              <a:ext cx="152399" cy="1523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8800" y="1981200"/>
              <a:ext cx="152399" cy="1523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81600" y="2209800"/>
              <a:ext cx="152399" cy="1523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21375" y="2438400"/>
              <a:ext cx="152399" cy="15239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8400" y="3124200"/>
              <a:ext cx="152399" cy="15239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8800" y="4495800"/>
              <a:ext cx="152399" cy="1523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5400" y="4572000"/>
              <a:ext cx="152399" cy="15239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95800" y="4267200"/>
              <a:ext cx="152399" cy="15239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5200" y="4267200"/>
              <a:ext cx="152399" cy="15239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8600" y="3962400"/>
              <a:ext cx="152399" cy="15239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7200" y="3429000"/>
              <a:ext cx="152399" cy="15239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33800" y="2971800"/>
              <a:ext cx="152399" cy="15239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7200" y="2590800"/>
              <a:ext cx="152399" cy="15239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24400" y="2438400"/>
              <a:ext cx="152399" cy="15239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00" y="1828800"/>
              <a:ext cx="152399" cy="15239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200" y="1600200"/>
              <a:ext cx="152399" cy="15239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800" y="1600200"/>
              <a:ext cx="152399" cy="15239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57600" y="2209800"/>
              <a:ext cx="152399" cy="15239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6600" y="2667000"/>
              <a:ext cx="152399" cy="15239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600" y="3505200"/>
              <a:ext cx="152399" cy="15239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167063" y="1676400"/>
              <a:ext cx="2819400" cy="2895600"/>
            </a:xfrm>
            <a:custGeom>
              <a:avLst/>
              <a:gdLst/>
              <a:ahLst/>
              <a:cxnLst/>
              <a:rect l="l" t="t" r="r" b="b"/>
              <a:pathLst>
                <a:path w="2819400" h="2895600">
                  <a:moveTo>
                    <a:pt x="0" y="1447799"/>
                  </a:moveTo>
                  <a:lnTo>
                    <a:pt x="784" y="1399038"/>
                  </a:lnTo>
                  <a:lnTo>
                    <a:pt x="3121" y="1350680"/>
                  </a:lnTo>
                  <a:lnTo>
                    <a:pt x="6986" y="1302751"/>
                  </a:lnTo>
                  <a:lnTo>
                    <a:pt x="12354" y="1255277"/>
                  </a:lnTo>
                  <a:lnTo>
                    <a:pt x="19201" y="1208282"/>
                  </a:lnTo>
                  <a:lnTo>
                    <a:pt x="27501" y="1161792"/>
                  </a:lnTo>
                  <a:lnTo>
                    <a:pt x="37231" y="1115832"/>
                  </a:lnTo>
                  <a:lnTo>
                    <a:pt x="48365" y="1070428"/>
                  </a:lnTo>
                  <a:lnTo>
                    <a:pt x="60879" y="1025606"/>
                  </a:lnTo>
                  <a:lnTo>
                    <a:pt x="74748" y="981389"/>
                  </a:lnTo>
                  <a:lnTo>
                    <a:pt x="89948" y="937804"/>
                  </a:lnTo>
                  <a:lnTo>
                    <a:pt x="106453" y="894877"/>
                  </a:lnTo>
                  <a:lnTo>
                    <a:pt x="124240" y="852631"/>
                  </a:lnTo>
                  <a:lnTo>
                    <a:pt x="143283" y="811094"/>
                  </a:lnTo>
                  <a:lnTo>
                    <a:pt x="163558" y="770289"/>
                  </a:lnTo>
                  <a:lnTo>
                    <a:pt x="185040" y="730243"/>
                  </a:lnTo>
                  <a:lnTo>
                    <a:pt x="207705" y="690980"/>
                  </a:lnTo>
                  <a:lnTo>
                    <a:pt x="231527" y="652527"/>
                  </a:lnTo>
                  <a:lnTo>
                    <a:pt x="256483" y="614908"/>
                  </a:lnTo>
                  <a:lnTo>
                    <a:pt x="282547" y="578149"/>
                  </a:lnTo>
                  <a:lnTo>
                    <a:pt x="309695" y="542274"/>
                  </a:lnTo>
                  <a:lnTo>
                    <a:pt x="337902" y="507311"/>
                  </a:lnTo>
                  <a:lnTo>
                    <a:pt x="367143" y="473283"/>
                  </a:lnTo>
                  <a:lnTo>
                    <a:pt x="397394" y="440215"/>
                  </a:lnTo>
                  <a:lnTo>
                    <a:pt x="428631" y="408135"/>
                  </a:lnTo>
                  <a:lnTo>
                    <a:pt x="460828" y="377066"/>
                  </a:lnTo>
                  <a:lnTo>
                    <a:pt x="493960" y="347034"/>
                  </a:lnTo>
                  <a:lnTo>
                    <a:pt x="528004" y="318065"/>
                  </a:lnTo>
                  <a:lnTo>
                    <a:pt x="562934" y="290183"/>
                  </a:lnTo>
                  <a:lnTo>
                    <a:pt x="598726" y="263415"/>
                  </a:lnTo>
                  <a:lnTo>
                    <a:pt x="635355" y="237785"/>
                  </a:lnTo>
                  <a:lnTo>
                    <a:pt x="672797" y="213318"/>
                  </a:lnTo>
                  <a:lnTo>
                    <a:pt x="711026" y="190041"/>
                  </a:lnTo>
                  <a:lnTo>
                    <a:pt x="750018" y="167979"/>
                  </a:lnTo>
                  <a:lnTo>
                    <a:pt x="789749" y="147156"/>
                  </a:lnTo>
                  <a:lnTo>
                    <a:pt x="830194" y="127598"/>
                  </a:lnTo>
                  <a:lnTo>
                    <a:pt x="871327" y="109330"/>
                  </a:lnTo>
                  <a:lnTo>
                    <a:pt x="913125" y="92379"/>
                  </a:lnTo>
                  <a:lnTo>
                    <a:pt x="955563" y="76768"/>
                  </a:lnTo>
                  <a:lnTo>
                    <a:pt x="998616" y="62524"/>
                  </a:lnTo>
                  <a:lnTo>
                    <a:pt x="1042259" y="49672"/>
                  </a:lnTo>
                  <a:lnTo>
                    <a:pt x="1086468" y="38237"/>
                  </a:lnTo>
                  <a:lnTo>
                    <a:pt x="1131218" y="28244"/>
                  </a:lnTo>
                  <a:lnTo>
                    <a:pt x="1176485" y="19720"/>
                  </a:lnTo>
                  <a:lnTo>
                    <a:pt x="1222243" y="12688"/>
                  </a:lnTo>
                  <a:lnTo>
                    <a:pt x="1268468" y="7175"/>
                  </a:lnTo>
                  <a:lnTo>
                    <a:pt x="1315136" y="3205"/>
                  </a:lnTo>
                  <a:lnTo>
                    <a:pt x="1362221" y="805"/>
                  </a:lnTo>
                  <a:lnTo>
                    <a:pt x="1409699" y="0"/>
                  </a:lnTo>
                  <a:lnTo>
                    <a:pt x="1460580" y="942"/>
                  </a:lnTo>
                  <a:lnTo>
                    <a:pt x="1511227" y="3756"/>
                  </a:lnTo>
                  <a:lnTo>
                    <a:pt x="1561594" y="8424"/>
                  </a:lnTo>
                  <a:lnTo>
                    <a:pt x="1611639" y="14925"/>
                  </a:lnTo>
                  <a:lnTo>
                    <a:pt x="1661316" y="23242"/>
                  </a:lnTo>
                  <a:lnTo>
                    <a:pt x="1710581" y="33356"/>
                  </a:lnTo>
                  <a:lnTo>
                    <a:pt x="1759389" y="45247"/>
                  </a:lnTo>
                  <a:lnTo>
                    <a:pt x="1807697" y="58896"/>
                  </a:lnTo>
                  <a:lnTo>
                    <a:pt x="1855458" y="74285"/>
                  </a:lnTo>
                  <a:lnTo>
                    <a:pt x="1902631" y="91395"/>
                  </a:lnTo>
                  <a:lnTo>
                    <a:pt x="1949168" y="110207"/>
                  </a:lnTo>
                  <a:lnTo>
                    <a:pt x="1995027" y="130701"/>
                  </a:lnTo>
                  <a:lnTo>
                    <a:pt x="2040163" y="152860"/>
                  </a:lnTo>
                  <a:lnTo>
                    <a:pt x="2084532" y="176664"/>
                  </a:lnTo>
                  <a:lnTo>
                    <a:pt x="2128088" y="202094"/>
                  </a:lnTo>
                  <a:lnTo>
                    <a:pt x="2170787" y="229131"/>
                  </a:lnTo>
                  <a:lnTo>
                    <a:pt x="2212586" y="257757"/>
                  </a:lnTo>
                  <a:lnTo>
                    <a:pt x="2253439" y="287952"/>
                  </a:lnTo>
                  <a:lnTo>
                    <a:pt x="2293302" y="319698"/>
                  </a:lnTo>
                  <a:lnTo>
                    <a:pt x="2332131" y="352976"/>
                  </a:lnTo>
                  <a:lnTo>
                    <a:pt x="2369881" y="387766"/>
                  </a:lnTo>
                  <a:lnTo>
                    <a:pt x="2406508" y="424050"/>
                  </a:lnTo>
                  <a:lnTo>
                    <a:pt x="2440331" y="460007"/>
                  </a:lnTo>
                  <a:lnTo>
                    <a:pt x="2472825" y="497021"/>
                  </a:lnTo>
                  <a:lnTo>
                    <a:pt x="2503972" y="535053"/>
                  </a:lnTo>
                  <a:lnTo>
                    <a:pt x="2533757" y="574062"/>
                  </a:lnTo>
                  <a:lnTo>
                    <a:pt x="2562163" y="614008"/>
                  </a:lnTo>
                  <a:lnTo>
                    <a:pt x="2589175" y="654852"/>
                  </a:lnTo>
                  <a:lnTo>
                    <a:pt x="2614776" y="696554"/>
                  </a:lnTo>
                  <a:lnTo>
                    <a:pt x="2638950" y="739073"/>
                  </a:lnTo>
                  <a:lnTo>
                    <a:pt x="2661682" y="782369"/>
                  </a:lnTo>
                  <a:lnTo>
                    <a:pt x="2682954" y="826403"/>
                  </a:lnTo>
                  <a:lnTo>
                    <a:pt x="2702752" y="871135"/>
                  </a:lnTo>
                  <a:lnTo>
                    <a:pt x="2721058" y="916525"/>
                  </a:lnTo>
                  <a:lnTo>
                    <a:pt x="2737857" y="962533"/>
                  </a:lnTo>
                  <a:lnTo>
                    <a:pt x="2753133" y="1009118"/>
                  </a:lnTo>
                  <a:lnTo>
                    <a:pt x="2766869" y="1056241"/>
                  </a:lnTo>
                  <a:lnTo>
                    <a:pt x="2779049" y="1103863"/>
                  </a:lnTo>
                  <a:lnTo>
                    <a:pt x="2789658" y="1151942"/>
                  </a:lnTo>
                  <a:lnTo>
                    <a:pt x="2798678" y="1200439"/>
                  </a:lnTo>
                  <a:lnTo>
                    <a:pt x="2806095" y="1249315"/>
                  </a:lnTo>
                  <a:lnTo>
                    <a:pt x="2811892" y="1298529"/>
                  </a:lnTo>
                  <a:lnTo>
                    <a:pt x="2816052" y="1348041"/>
                  </a:lnTo>
                  <a:lnTo>
                    <a:pt x="2818560" y="1397811"/>
                  </a:lnTo>
                  <a:lnTo>
                    <a:pt x="2819399" y="1447799"/>
                  </a:lnTo>
                  <a:lnTo>
                    <a:pt x="2818615" y="1496561"/>
                  </a:lnTo>
                  <a:lnTo>
                    <a:pt x="2816278" y="1544919"/>
                  </a:lnTo>
                  <a:lnTo>
                    <a:pt x="2812413" y="1592848"/>
                  </a:lnTo>
                  <a:lnTo>
                    <a:pt x="2807045" y="1640322"/>
                  </a:lnTo>
                  <a:lnTo>
                    <a:pt x="2800198" y="1687317"/>
                  </a:lnTo>
                  <a:lnTo>
                    <a:pt x="2791898" y="1733807"/>
                  </a:lnTo>
                  <a:lnTo>
                    <a:pt x="2782168" y="1779767"/>
                  </a:lnTo>
                  <a:lnTo>
                    <a:pt x="2771034" y="1825171"/>
                  </a:lnTo>
                  <a:lnTo>
                    <a:pt x="2758520" y="1869993"/>
                  </a:lnTo>
                  <a:lnTo>
                    <a:pt x="2744651" y="1914210"/>
                  </a:lnTo>
                  <a:lnTo>
                    <a:pt x="2729451" y="1957795"/>
                  </a:lnTo>
                  <a:lnTo>
                    <a:pt x="2712946" y="2000722"/>
                  </a:lnTo>
                  <a:lnTo>
                    <a:pt x="2695159" y="2042968"/>
                  </a:lnTo>
                  <a:lnTo>
                    <a:pt x="2676116" y="2084505"/>
                  </a:lnTo>
                  <a:lnTo>
                    <a:pt x="2655841" y="2125310"/>
                  </a:lnTo>
                  <a:lnTo>
                    <a:pt x="2634359" y="2165356"/>
                  </a:lnTo>
                  <a:lnTo>
                    <a:pt x="2611694" y="2204619"/>
                  </a:lnTo>
                  <a:lnTo>
                    <a:pt x="2587872" y="2243072"/>
                  </a:lnTo>
                  <a:lnTo>
                    <a:pt x="2562916" y="2280691"/>
                  </a:lnTo>
                  <a:lnTo>
                    <a:pt x="2536852" y="2317450"/>
                  </a:lnTo>
                  <a:lnTo>
                    <a:pt x="2509704" y="2353325"/>
                  </a:lnTo>
                  <a:lnTo>
                    <a:pt x="2481497" y="2388288"/>
                  </a:lnTo>
                  <a:lnTo>
                    <a:pt x="2452256" y="2422317"/>
                  </a:lnTo>
                  <a:lnTo>
                    <a:pt x="2422004" y="2455384"/>
                  </a:lnTo>
                  <a:lnTo>
                    <a:pt x="2390768" y="2487464"/>
                  </a:lnTo>
                  <a:lnTo>
                    <a:pt x="2358571" y="2518533"/>
                  </a:lnTo>
                  <a:lnTo>
                    <a:pt x="2325439" y="2548565"/>
                  </a:lnTo>
                  <a:lnTo>
                    <a:pt x="2291395" y="2577534"/>
                  </a:lnTo>
                  <a:lnTo>
                    <a:pt x="2256465" y="2605416"/>
                  </a:lnTo>
                  <a:lnTo>
                    <a:pt x="2220673" y="2632184"/>
                  </a:lnTo>
                  <a:lnTo>
                    <a:pt x="2184044" y="2657814"/>
                  </a:lnTo>
                  <a:lnTo>
                    <a:pt x="2146602" y="2682281"/>
                  </a:lnTo>
                  <a:lnTo>
                    <a:pt x="2108373" y="2705558"/>
                  </a:lnTo>
                  <a:lnTo>
                    <a:pt x="2069381" y="2727620"/>
                  </a:lnTo>
                  <a:lnTo>
                    <a:pt x="2029650" y="2748443"/>
                  </a:lnTo>
                  <a:lnTo>
                    <a:pt x="1989205" y="2768001"/>
                  </a:lnTo>
                  <a:lnTo>
                    <a:pt x="1948072" y="2786269"/>
                  </a:lnTo>
                  <a:lnTo>
                    <a:pt x="1906274" y="2803220"/>
                  </a:lnTo>
                  <a:lnTo>
                    <a:pt x="1863836" y="2818831"/>
                  </a:lnTo>
                  <a:lnTo>
                    <a:pt x="1820783" y="2833075"/>
                  </a:lnTo>
                  <a:lnTo>
                    <a:pt x="1777140" y="2845927"/>
                  </a:lnTo>
                  <a:lnTo>
                    <a:pt x="1732931" y="2857362"/>
                  </a:lnTo>
                  <a:lnTo>
                    <a:pt x="1688181" y="2867355"/>
                  </a:lnTo>
                  <a:lnTo>
                    <a:pt x="1642914" y="2875879"/>
                  </a:lnTo>
                  <a:lnTo>
                    <a:pt x="1597156" y="2882911"/>
                  </a:lnTo>
                  <a:lnTo>
                    <a:pt x="1550931" y="2888424"/>
                  </a:lnTo>
                  <a:lnTo>
                    <a:pt x="1504263" y="2892394"/>
                  </a:lnTo>
                  <a:lnTo>
                    <a:pt x="1457178" y="2894794"/>
                  </a:lnTo>
                  <a:lnTo>
                    <a:pt x="1409699" y="2895599"/>
                  </a:lnTo>
                  <a:lnTo>
                    <a:pt x="1362221" y="2894794"/>
                  </a:lnTo>
                  <a:lnTo>
                    <a:pt x="1315136" y="2892394"/>
                  </a:lnTo>
                  <a:lnTo>
                    <a:pt x="1268468" y="2888424"/>
                  </a:lnTo>
                  <a:lnTo>
                    <a:pt x="1222243" y="2882911"/>
                  </a:lnTo>
                  <a:lnTo>
                    <a:pt x="1176485" y="2875879"/>
                  </a:lnTo>
                  <a:lnTo>
                    <a:pt x="1131218" y="2867355"/>
                  </a:lnTo>
                  <a:lnTo>
                    <a:pt x="1086468" y="2857362"/>
                  </a:lnTo>
                  <a:lnTo>
                    <a:pt x="1042259" y="2845927"/>
                  </a:lnTo>
                  <a:lnTo>
                    <a:pt x="998616" y="2833075"/>
                  </a:lnTo>
                  <a:lnTo>
                    <a:pt x="955563" y="2818831"/>
                  </a:lnTo>
                  <a:lnTo>
                    <a:pt x="913125" y="2803220"/>
                  </a:lnTo>
                  <a:lnTo>
                    <a:pt x="871327" y="2786269"/>
                  </a:lnTo>
                  <a:lnTo>
                    <a:pt x="830194" y="2768001"/>
                  </a:lnTo>
                  <a:lnTo>
                    <a:pt x="789749" y="2748443"/>
                  </a:lnTo>
                  <a:lnTo>
                    <a:pt x="750018" y="2727620"/>
                  </a:lnTo>
                  <a:lnTo>
                    <a:pt x="711026" y="2705558"/>
                  </a:lnTo>
                  <a:lnTo>
                    <a:pt x="672797" y="2682281"/>
                  </a:lnTo>
                  <a:lnTo>
                    <a:pt x="635355" y="2657814"/>
                  </a:lnTo>
                  <a:lnTo>
                    <a:pt x="598726" y="2632184"/>
                  </a:lnTo>
                  <a:lnTo>
                    <a:pt x="562934" y="2605416"/>
                  </a:lnTo>
                  <a:lnTo>
                    <a:pt x="528004" y="2577534"/>
                  </a:lnTo>
                  <a:lnTo>
                    <a:pt x="493960" y="2548565"/>
                  </a:lnTo>
                  <a:lnTo>
                    <a:pt x="460828" y="2518533"/>
                  </a:lnTo>
                  <a:lnTo>
                    <a:pt x="428631" y="2487464"/>
                  </a:lnTo>
                  <a:lnTo>
                    <a:pt x="397394" y="2455384"/>
                  </a:lnTo>
                  <a:lnTo>
                    <a:pt x="367143" y="2422317"/>
                  </a:lnTo>
                  <a:lnTo>
                    <a:pt x="337902" y="2388288"/>
                  </a:lnTo>
                  <a:lnTo>
                    <a:pt x="309695" y="2353325"/>
                  </a:lnTo>
                  <a:lnTo>
                    <a:pt x="282547" y="2317450"/>
                  </a:lnTo>
                  <a:lnTo>
                    <a:pt x="256483" y="2280691"/>
                  </a:lnTo>
                  <a:lnTo>
                    <a:pt x="231527" y="2243072"/>
                  </a:lnTo>
                  <a:lnTo>
                    <a:pt x="207705" y="2204619"/>
                  </a:lnTo>
                  <a:lnTo>
                    <a:pt x="185040" y="2165356"/>
                  </a:lnTo>
                  <a:lnTo>
                    <a:pt x="163558" y="2125310"/>
                  </a:lnTo>
                  <a:lnTo>
                    <a:pt x="143283" y="2084505"/>
                  </a:lnTo>
                  <a:lnTo>
                    <a:pt x="124240" y="2042968"/>
                  </a:lnTo>
                  <a:lnTo>
                    <a:pt x="106453" y="2000722"/>
                  </a:lnTo>
                  <a:lnTo>
                    <a:pt x="89948" y="1957795"/>
                  </a:lnTo>
                  <a:lnTo>
                    <a:pt x="74748" y="1914210"/>
                  </a:lnTo>
                  <a:lnTo>
                    <a:pt x="60879" y="1869993"/>
                  </a:lnTo>
                  <a:lnTo>
                    <a:pt x="48365" y="1825171"/>
                  </a:lnTo>
                  <a:lnTo>
                    <a:pt x="37231" y="1779767"/>
                  </a:lnTo>
                  <a:lnTo>
                    <a:pt x="27501" y="1733807"/>
                  </a:lnTo>
                  <a:lnTo>
                    <a:pt x="19201" y="1687317"/>
                  </a:lnTo>
                  <a:lnTo>
                    <a:pt x="12354" y="1640322"/>
                  </a:lnTo>
                  <a:lnTo>
                    <a:pt x="6986" y="1592848"/>
                  </a:lnTo>
                  <a:lnTo>
                    <a:pt x="3121" y="1544919"/>
                  </a:lnTo>
                  <a:lnTo>
                    <a:pt x="784" y="1496561"/>
                  </a:lnTo>
                  <a:lnTo>
                    <a:pt x="0" y="1447799"/>
                  </a:lnTo>
                  <a:close/>
                </a:path>
              </a:pathLst>
            </a:custGeom>
            <a:ln w="28574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60875" y="2992437"/>
              <a:ext cx="247649" cy="24764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352925" y="289401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1774" y="0"/>
                  </a:moveTo>
                  <a:lnTo>
                    <a:pt x="231774" y="457199"/>
                  </a:lnTo>
                </a:path>
                <a:path w="457200" h="457200">
                  <a:moveTo>
                    <a:pt x="0" y="225424"/>
                  </a:moveTo>
                  <a:lnTo>
                    <a:pt x="457199" y="225424"/>
                  </a:lnTo>
                </a:path>
              </a:pathLst>
            </a:custGeom>
            <a:ln w="9524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150" y="3298825"/>
              <a:ext cx="247649" cy="24764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029200" y="3200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1774" y="0"/>
                  </a:moveTo>
                  <a:lnTo>
                    <a:pt x="231774" y="457199"/>
                  </a:lnTo>
                </a:path>
                <a:path w="457200" h="457200">
                  <a:moveTo>
                    <a:pt x="0" y="225424"/>
                  </a:moveTo>
                  <a:lnTo>
                    <a:pt x="457199" y="225424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8" name="object 4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21375" y="1371600"/>
            <a:ext cx="152399" cy="152399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72200" y="2133600"/>
            <a:ext cx="152399" cy="15239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9512" y="2676525"/>
            <a:ext cx="152399" cy="15239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2895600"/>
            <a:ext cx="152399" cy="15239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2514600"/>
            <a:ext cx="152399" cy="152399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3200" y="2057400"/>
            <a:ext cx="152399" cy="152399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600" y="1600200"/>
            <a:ext cx="152399" cy="152399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1295400"/>
            <a:ext cx="152399" cy="152399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0" y="1752600"/>
            <a:ext cx="152399" cy="152399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15200" y="2362200"/>
            <a:ext cx="152399" cy="15239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05600" y="3352800"/>
            <a:ext cx="152399" cy="15239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62800" y="2895600"/>
            <a:ext cx="152399" cy="15239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24800" y="2971800"/>
            <a:ext cx="152399" cy="152399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3886200"/>
            <a:ext cx="152399" cy="152399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78713" y="3430587"/>
            <a:ext cx="152399" cy="152399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7000" y="4267200"/>
            <a:ext cx="152399" cy="152399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43800" y="4343400"/>
            <a:ext cx="152399" cy="152399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34200" y="4724400"/>
            <a:ext cx="152399" cy="152399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4572000"/>
            <a:ext cx="152399" cy="152399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5029200"/>
            <a:ext cx="152399" cy="152399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7000" y="5486400"/>
            <a:ext cx="152399" cy="152399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5486400"/>
            <a:ext cx="152399" cy="152399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0200" y="5029200"/>
            <a:ext cx="152399" cy="152399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4953000"/>
            <a:ext cx="152399" cy="152399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5486400"/>
            <a:ext cx="152399" cy="152399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14800" y="5638800"/>
            <a:ext cx="152399" cy="15239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600" y="5029200"/>
            <a:ext cx="152399" cy="152399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1219200"/>
            <a:ext cx="152399" cy="152399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5600" y="3581400"/>
            <a:ext cx="152399" cy="152399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4419600"/>
            <a:ext cx="152399" cy="152399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48000" y="5257800"/>
            <a:ext cx="152399" cy="152399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5638800"/>
            <a:ext cx="152399" cy="152399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4876800"/>
            <a:ext cx="152399" cy="152399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3962400"/>
            <a:ext cx="152399" cy="152399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14600" y="2743200"/>
            <a:ext cx="152399" cy="152399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1905000"/>
            <a:ext cx="152399" cy="152399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1905000"/>
            <a:ext cx="152399" cy="152399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28800" y="3048000"/>
            <a:ext cx="152399" cy="152399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4724400"/>
            <a:ext cx="152399" cy="152399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5791200"/>
            <a:ext cx="152399" cy="152399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200" y="3505200"/>
            <a:ext cx="152399" cy="152399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0600" y="2286000"/>
            <a:ext cx="152399" cy="152399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219200"/>
            <a:ext cx="152399" cy="152399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90800" y="1066800"/>
            <a:ext cx="152399" cy="152399"/>
          </a:xfrm>
          <a:prstGeom prst="rect">
            <a:avLst/>
          </a:prstGeom>
        </p:spPr>
      </p:pic>
      <p:sp>
        <p:nvSpPr>
          <p:cNvPr id="92" name="object 92"/>
          <p:cNvSpPr/>
          <p:nvPr/>
        </p:nvSpPr>
        <p:spPr>
          <a:xfrm>
            <a:off x="7467600" y="914400"/>
            <a:ext cx="1447800" cy="609600"/>
          </a:xfrm>
          <a:custGeom>
            <a:avLst/>
            <a:gdLst/>
            <a:ahLst/>
            <a:cxnLst/>
            <a:rect l="l" t="t" r="r" b="b"/>
            <a:pathLst>
              <a:path w="1447800" h="609600">
                <a:moveTo>
                  <a:pt x="0" y="101602"/>
                </a:moveTo>
                <a:lnTo>
                  <a:pt x="7984" y="62053"/>
                </a:lnTo>
                <a:lnTo>
                  <a:pt x="29758" y="29758"/>
                </a:lnTo>
                <a:lnTo>
                  <a:pt x="62054" y="7984"/>
                </a:lnTo>
                <a:lnTo>
                  <a:pt x="101602" y="0"/>
                </a:lnTo>
                <a:lnTo>
                  <a:pt x="1346197" y="0"/>
                </a:lnTo>
                <a:lnTo>
                  <a:pt x="1385079" y="7734"/>
                </a:lnTo>
                <a:lnTo>
                  <a:pt x="1418041" y="29758"/>
                </a:lnTo>
                <a:lnTo>
                  <a:pt x="1440065" y="62720"/>
                </a:lnTo>
                <a:lnTo>
                  <a:pt x="1447799" y="101602"/>
                </a:lnTo>
                <a:lnTo>
                  <a:pt x="1447799" y="507997"/>
                </a:lnTo>
                <a:lnTo>
                  <a:pt x="1439815" y="547546"/>
                </a:lnTo>
                <a:lnTo>
                  <a:pt x="1418041" y="579841"/>
                </a:lnTo>
                <a:lnTo>
                  <a:pt x="1385745" y="601615"/>
                </a:lnTo>
                <a:lnTo>
                  <a:pt x="1346197" y="609599"/>
                </a:lnTo>
                <a:lnTo>
                  <a:pt x="101602" y="609599"/>
                </a:lnTo>
                <a:lnTo>
                  <a:pt x="62054" y="601615"/>
                </a:lnTo>
                <a:lnTo>
                  <a:pt x="29758" y="579841"/>
                </a:lnTo>
                <a:lnTo>
                  <a:pt x="7984" y="547546"/>
                </a:lnTo>
                <a:lnTo>
                  <a:pt x="0" y="507997"/>
                </a:lnTo>
                <a:lnTo>
                  <a:pt x="0" y="101602"/>
                </a:lnTo>
                <a:close/>
              </a:path>
            </a:pathLst>
          </a:custGeom>
          <a:ln w="19049">
            <a:solidFill>
              <a:srgbClr val="00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467600" y="1600200"/>
            <a:ext cx="1447800" cy="609600"/>
          </a:xfrm>
          <a:custGeom>
            <a:avLst/>
            <a:gdLst/>
            <a:ahLst/>
            <a:cxnLst/>
            <a:rect l="l" t="t" r="r" b="b"/>
            <a:pathLst>
              <a:path w="1447800" h="609600">
                <a:moveTo>
                  <a:pt x="0" y="101601"/>
                </a:moveTo>
                <a:lnTo>
                  <a:pt x="7984" y="62053"/>
                </a:lnTo>
                <a:lnTo>
                  <a:pt x="29758" y="29758"/>
                </a:lnTo>
                <a:lnTo>
                  <a:pt x="62054" y="7984"/>
                </a:lnTo>
                <a:lnTo>
                  <a:pt x="101602" y="0"/>
                </a:lnTo>
                <a:lnTo>
                  <a:pt x="1346197" y="0"/>
                </a:lnTo>
                <a:lnTo>
                  <a:pt x="1385079" y="7734"/>
                </a:lnTo>
                <a:lnTo>
                  <a:pt x="1418041" y="29758"/>
                </a:lnTo>
                <a:lnTo>
                  <a:pt x="1440065" y="62720"/>
                </a:lnTo>
                <a:lnTo>
                  <a:pt x="1447799" y="101601"/>
                </a:lnTo>
                <a:lnTo>
                  <a:pt x="1447799" y="507997"/>
                </a:lnTo>
                <a:lnTo>
                  <a:pt x="1439815" y="547546"/>
                </a:lnTo>
                <a:lnTo>
                  <a:pt x="1418041" y="579841"/>
                </a:lnTo>
                <a:lnTo>
                  <a:pt x="1385745" y="601615"/>
                </a:lnTo>
                <a:lnTo>
                  <a:pt x="1346197" y="609599"/>
                </a:lnTo>
                <a:lnTo>
                  <a:pt x="101602" y="609599"/>
                </a:lnTo>
                <a:lnTo>
                  <a:pt x="62054" y="601615"/>
                </a:lnTo>
                <a:lnTo>
                  <a:pt x="29758" y="579841"/>
                </a:lnTo>
                <a:lnTo>
                  <a:pt x="7984" y="547546"/>
                </a:lnTo>
                <a:lnTo>
                  <a:pt x="0" y="507997"/>
                </a:lnTo>
                <a:lnTo>
                  <a:pt x="0" y="101601"/>
                </a:lnTo>
                <a:close/>
              </a:path>
            </a:pathLst>
          </a:custGeom>
          <a:ln w="19049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7743980" y="954532"/>
            <a:ext cx="894715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5080" indent="-10223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Region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spc="-10" dirty="0">
                <a:latin typeface="Arial MT"/>
                <a:cs typeface="Arial MT"/>
              </a:rPr>
              <a:t>interest</a:t>
            </a:r>
            <a:endParaRPr sz="1600">
              <a:latin typeface="Arial MT"/>
              <a:cs typeface="Arial MT"/>
            </a:endParaRPr>
          </a:p>
          <a:p>
            <a:pPr marL="204470" marR="21590" indent="-175260">
              <a:lnSpc>
                <a:spcPct val="100000"/>
              </a:lnSpc>
              <a:spcBef>
                <a:spcPts val="1560"/>
              </a:spcBef>
            </a:pPr>
            <a:r>
              <a:rPr sz="1600" dirty="0">
                <a:latin typeface="Arial MT"/>
                <a:cs typeface="Arial MT"/>
              </a:rPr>
              <a:t>Center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spc="-20" dirty="0">
                <a:latin typeface="Arial MT"/>
                <a:cs typeface="Arial MT"/>
              </a:rPr>
              <a:t>mass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7458075" y="5400675"/>
            <a:ext cx="1466850" cy="628650"/>
            <a:chOff x="7458075" y="5400675"/>
            <a:chExt cx="1466850" cy="628650"/>
          </a:xfrm>
        </p:grpSpPr>
        <p:sp>
          <p:nvSpPr>
            <p:cNvPr id="96" name="object 96"/>
            <p:cNvSpPr/>
            <p:nvPr/>
          </p:nvSpPr>
          <p:spPr>
            <a:xfrm>
              <a:off x="7467599" y="5410199"/>
              <a:ext cx="1447800" cy="609600"/>
            </a:xfrm>
            <a:custGeom>
              <a:avLst/>
              <a:gdLst/>
              <a:ahLst/>
              <a:cxnLst/>
              <a:rect l="l" t="t" r="r" b="b"/>
              <a:pathLst>
                <a:path w="1447800" h="609600">
                  <a:moveTo>
                    <a:pt x="1346197" y="609599"/>
                  </a:moveTo>
                  <a:lnTo>
                    <a:pt x="101602" y="609599"/>
                  </a:lnTo>
                  <a:lnTo>
                    <a:pt x="62054" y="601615"/>
                  </a:lnTo>
                  <a:lnTo>
                    <a:pt x="29758" y="579841"/>
                  </a:lnTo>
                  <a:lnTo>
                    <a:pt x="7984" y="547546"/>
                  </a:lnTo>
                  <a:lnTo>
                    <a:pt x="0" y="507997"/>
                  </a:lnTo>
                  <a:lnTo>
                    <a:pt x="0" y="101601"/>
                  </a:lnTo>
                  <a:lnTo>
                    <a:pt x="7984" y="62053"/>
                  </a:lnTo>
                  <a:lnTo>
                    <a:pt x="29758" y="29758"/>
                  </a:lnTo>
                  <a:lnTo>
                    <a:pt x="62054" y="7984"/>
                  </a:lnTo>
                  <a:lnTo>
                    <a:pt x="101602" y="0"/>
                  </a:lnTo>
                  <a:lnTo>
                    <a:pt x="1346197" y="0"/>
                  </a:lnTo>
                  <a:lnTo>
                    <a:pt x="1385079" y="7733"/>
                  </a:lnTo>
                  <a:lnTo>
                    <a:pt x="1418041" y="29758"/>
                  </a:lnTo>
                  <a:lnTo>
                    <a:pt x="1440065" y="62720"/>
                  </a:lnTo>
                  <a:lnTo>
                    <a:pt x="1447799" y="101601"/>
                  </a:lnTo>
                  <a:lnTo>
                    <a:pt x="1447799" y="507997"/>
                  </a:lnTo>
                  <a:lnTo>
                    <a:pt x="1439815" y="547546"/>
                  </a:lnTo>
                  <a:lnTo>
                    <a:pt x="1418041" y="579841"/>
                  </a:lnTo>
                  <a:lnTo>
                    <a:pt x="1385745" y="601615"/>
                  </a:lnTo>
                  <a:lnTo>
                    <a:pt x="1346197" y="609599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467600" y="5410200"/>
              <a:ext cx="1447800" cy="609600"/>
            </a:xfrm>
            <a:custGeom>
              <a:avLst/>
              <a:gdLst/>
              <a:ahLst/>
              <a:cxnLst/>
              <a:rect l="l" t="t" r="r" b="b"/>
              <a:pathLst>
                <a:path w="1447800" h="609600">
                  <a:moveTo>
                    <a:pt x="0" y="101601"/>
                  </a:moveTo>
                  <a:lnTo>
                    <a:pt x="7984" y="62053"/>
                  </a:lnTo>
                  <a:lnTo>
                    <a:pt x="29758" y="29758"/>
                  </a:lnTo>
                  <a:lnTo>
                    <a:pt x="62054" y="7984"/>
                  </a:lnTo>
                  <a:lnTo>
                    <a:pt x="101602" y="0"/>
                  </a:lnTo>
                  <a:lnTo>
                    <a:pt x="1346197" y="0"/>
                  </a:lnTo>
                  <a:lnTo>
                    <a:pt x="1385079" y="7733"/>
                  </a:lnTo>
                  <a:lnTo>
                    <a:pt x="1418041" y="29758"/>
                  </a:lnTo>
                  <a:lnTo>
                    <a:pt x="1440065" y="62720"/>
                  </a:lnTo>
                  <a:lnTo>
                    <a:pt x="1447799" y="101601"/>
                  </a:lnTo>
                  <a:lnTo>
                    <a:pt x="1447799" y="507997"/>
                  </a:lnTo>
                  <a:lnTo>
                    <a:pt x="1439815" y="547546"/>
                  </a:lnTo>
                  <a:lnTo>
                    <a:pt x="1418041" y="579841"/>
                  </a:lnTo>
                  <a:lnTo>
                    <a:pt x="1385745" y="601615"/>
                  </a:lnTo>
                  <a:lnTo>
                    <a:pt x="1346197" y="609599"/>
                  </a:lnTo>
                  <a:lnTo>
                    <a:pt x="101602" y="609599"/>
                  </a:lnTo>
                  <a:lnTo>
                    <a:pt x="62054" y="601615"/>
                  </a:lnTo>
                  <a:lnTo>
                    <a:pt x="29758" y="579841"/>
                  </a:lnTo>
                  <a:lnTo>
                    <a:pt x="7984" y="547546"/>
                  </a:lnTo>
                  <a:lnTo>
                    <a:pt x="0" y="507997"/>
                  </a:lnTo>
                  <a:lnTo>
                    <a:pt x="0" y="101601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7693242" y="5450332"/>
            <a:ext cx="9956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615" marR="5080" indent="-20955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Mean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Shift vector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9" name="object 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Mean</a:t>
            </a:r>
            <a:r>
              <a:rPr spc="-20" dirty="0"/>
              <a:t> </a:t>
            </a:r>
            <a:r>
              <a:rPr spc="-10" dirty="0"/>
              <a:t>shift</a:t>
            </a:r>
          </a:p>
        </p:txBody>
      </p:sp>
      <p:sp>
        <p:nvSpPr>
          <p:cNvPr id="100" name="object 100"/>
          <p:cNvSpPr txBox="1"/>
          <p:nvPr/>
        </p:nvSpPr>
        <p:spPr>
          <a:xfrm>
            <a:off x="193675" y="6542913"/>
            <a:ext cx="24384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Slide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5" dirty="0">
                <a:latin typeface="Arial MT"/>
                <a:cs typeface="Arial MT"/>
              </a:rPr>
              <a:t>Y.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Ukrainitz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B.</a:t>
            </a:r>
            <a:r>
              <a:rPr sz="1400" spc="-10" dirty="0">
                <a:latin typeface="Arial MT"/>
                <a:cs typeface="Arial MT"/>
              </a:rPr>
              <a:t> Sarel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0362" y="3221037"/>
            <a:ext cx="152399" cy="1523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181600" y="3048000"/>
            <a:ext cx="1033780" cy="935355"/>
            <a:chOff x="5181600" y="3048000"/>
            <a:chExt cx="1033780" cy="93535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8800" y="3048000"/>
              <a:ext cx="576262" cy="7191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1600" y="3429000"/>
              <a:ext cx="533399" cy="4032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1200" y="3810000"/>
              <a:ext cx="152399" cy="152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3830637"/>
              <a:ext cx="152399" cy="15239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3429000"/>
            <a:ext cx="152399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81600" y="3200400"/>
            <a:ext cx="152399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48400" y="3657600"/>
            <a:ext cx="152399" cy="1523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3962400"/>
            <a:ext cx="152399" cy="1523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88037" y="4094162"/>
            <a:ext cx="152399" cy="1523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4114800"/>
            <a:ext cx="152399" cy="1523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3962400"/>
            <a:ext cx="152399" cy="1523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200" y="3657600"/>
            <a:ext cx="152399" cy="1523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0" y="3124200"/>
            <a:ext cx="152399" cy="1523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3048000"/>
            <a:ext cx="152399" cy="1523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2819400"/>
            <a:ext cx="152399" cy="1523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21375" y="2819400"/>
            <a:ext cx="152399" cy="1523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2514600"/>
            <a:ext cx="152399" cy="1523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24400" y="2819400"/>
            <a:ext cx="152399" cy="15239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400" y="2590800"/>
            <a:ext cx="152399" cy="15239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1981200"/>
            <a:ext cx="152399" cy="15239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81600" y="2209800"/>
            <a:ext cx="152399" cy="15239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21375" y="2438400"/>
            <a:ext cx="152399" cy="15239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21375" y="1371600"/>
            <a:ext cx="152399" cy="15239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72200" y="2133600"/>
            <a:ext cx="152399" cy="15239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9512" y="2676525"/>
            <a:ext cx="152399" cy="15239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48400" y="3124200"/>
            <a:ext cx="152399" cy="15239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2895600"/>
            <a:ext cx="152399" cy="15239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2514600"/>
            <a:ext cx="152399" cy="15239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3200" y="2057400"/>
            <a:ext cx="152399" cy="15239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600" y="1600200"/>
            <a:ext cx="152399" cy="15239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1295400"/>
            <a:ext cx="152399" cy="15239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0" y="1752600"/>
            <a:ext cx="152399" cy="15239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15200" y="2362200"/>
            <a:ext cx="152399" cy="15239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05600" y="3352800"/>
            <a:ext cx="152399" cy="15239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62800" y="2895600"/>
            <a:ext cx="152399" cy="15239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24800" y="2971800"/>
            <a:ext cx="152399" cy="15239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3886200"/>
            <a:ext cx="152399" cy="152399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78713" y="3430587"/>
            <a:ext cx="152399" cy="152399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7000" y="4267200"/>
            <a:ext cx="152399" cy="15239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43800" y="4343400"/>
            <a:ext cx="152399" cy="15239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34200" y="4724400"/>
            <a:ext cx="152399" cy="15239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4572000"/>
            <a:ext cx="152399" cy="152399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4495800"/>
            <a:ext cx="152399" cy="152399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5029200"/>
            <a:ext cx="152399" cy="152399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7000" y="5486400"/>
            <a:ext cx="152399" cy="152399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5486400"/>
            <a:ext cx="152399" cy="15239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0200" y="5029200"/>
            <a:ext cx="152399" cy="15239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400" y="4572000"/>
            <a:ext cx="152399" cy="15239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0" y="4267200"/>
            <a:ext cx="152399" cy="152399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4953000"/>
            <a:ext cx="152399" cy="152399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5486400"/>
            <a:ext cx="152399" cy="152399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14800" y="5638800"/>
            <a:ext cx="152399" cy="152399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600" y="5029200"/>
            <a:ext cx="152399" cy="152399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05200" y="4267200"/>
            <a:ext cx="152399" cy="15239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38600" y="3962400"/>
            <a:ext cx="152399" cy="15239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3429000"/>
            <a:ext cx="152399" cy="15239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33800" y="2971800"/>
            <a:ext cx="152399" cy="152399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2590800"/>
            <a:ext cx="152399" cy="152399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24400" y="2438400"/>
            <a:ext cx="152399" cy="152399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1828800"/>
            <a:ext cx="152399" cy="152399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1600200"/>
            <a:ext cx="152399" cy="152399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1219200"/>
            <a:ext cx="152399" cy="152399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800" y="1600200"/>
            <a:ext cx="152399" cy="152399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57600" y="2209800"/>
            <a:ext cx="152399" cy="152399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76600" y="2667000"/>
            <a:ext cx="152399" cy="152399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00" y="3505200"/>
            <a:ext cx="152399" cy="152399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5600" y="3581400"/>
            <a:ext cx="152399" cy="152399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4419600"/>
            <a:ext cx="152399" cy="152399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48000" y="5257800"/>
            <a:ext cx="152399" cy="152399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5638800"/>
            <a:ext cx="152399" cy="15239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4876800"/>
            <a:ext cx="152399" cy="152399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3962400"/>
            <a:ext cx="152399" cy="152399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14600" y="2743200"/>
            <a:ext cx="152399" cy="152399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1905000"/>
            <a:ext cx="152399" cy="152399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1905000"/>
            <a:ext cx="152399" cy="152399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28800" y="3048000"/>
            <a:ext cx="152399" cy="152399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4724400"/>
            <a:ext cx="152399" cy="152399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5791200"/>
            <a:ext cx="152399" cy="152399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200" y="3505200"/>
            <a:ext cx="152399" cy="152399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0600" y="2286000"/>
            <a:ext cx="152399" cy="152399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219200"/>
            <a:ext cx="152399" cy="152399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90800" y="1066800"/>
            <a:ext cx="152399" cy="152399"/>
          </a:xfrm>
          <a:prstGeom prst="rect">
            <a:avLst/>
          </a:prstGeom>
        </p:spPr>
      </p:pic>
      <p:grpSp>
        <p:nvGrpSpPr>
          <p:cNvPr id="86" name="object 86"/>
          <p:cNvGrpSpPr/>
          <p:nvPr/>
        </p:nvGrpSpPr>
        <p:grpSpPr>
          <a:xfrm>
            <a:off x="3827462" y="1966912"/>
            <a:ext cx="2847975" cy="2924175"/>
            <a:chOff x="3827462" y="1966912"/>
            <a:chExt cx="2847975" cy="2924175"/>
          </a:xfrm>
        </p:grpSpPr>
        <p:sp>
          <p:nvSpPr>
            <p:cNvPr id="87" name="object 87"/>
            <p:cNvSpPr/>
            <p:nvPr/>
          </p:nvSpPr>
          <p:spPr>
            <a:xfrm>
              <a:off x="3841750" y="1981200"/>
              <a:ext cx="2819400" cy="2895600"/>
            </a:xfrm>
            <a:custGeom>
              <a:avLst/>
              <a:gdLst/>
              <a:ahLst/>
              <a:cxnLst/>
              <a:rect l="l" t="t" r="r" b="b"/>
              <a:pathLst>
                <a:path w="2819400" h="2895600">
                  <a:moveTo>
                    <a:pt x="0" y="1447799"/>
                  </a:moveTo>
                  <a:lnTo>
                    <a:pt x="784" y="1399038"/>
                  </a:lnTo>
                  <a:lnTo>
                    <a:pt x="3121" y="1350680"/>
                  </a:lnTo>
                  <a:lnTo>
                    <a:pt x="6986" y="1302751"/>
                  </a:lnTo>
                  <a:lnTo>
                    <a:pt x="12354" y="1255277"/>
                  </a:lnTo>
                  <a:lnTo>
                    <a:pt x="19201" y="1208282"/>
                  </a:lnTo>
                  <a:lnTo>
                    <a:pt x="27501" y="1161792"/>
                  </a:lnTo>
                  <a:lnTo>
                    <a:pt x="37231" y="1115832"/>
                  </a:lnTo>
                  <a:lnTo>
                    <a:pt x="48365" y="1070428"/>
                  </a:lnTo>
                  <a:lnTo>
                    <a:pt x="60879" y="1025606"/>
                  </a:lnTo>
                  <a:lnTo>
                    <a:pt x="74748" y="981389"/>
                  </a:lnTo>
                  <a:lnTo>
                    <a:pt x="89948" y="937804"/>
                  </a:lnTo>
                  <a:lnTo>
                    <a:pt x="106453" y="894877"/>
                  </a:lnTo>
                  <a:lnTo>
                    <a:pt x="124240" y="852631"/>
                  </a:lnTo>
                  <a:lnTo>
                    <a:pt x="143283" y="811094"/>
                  </a:lnTo>
                  <a:lnTo>
                    <a:pt x="163558" y="770289"/>
                  </a:lnTo>
                  <a:lnTo>
                    <a:pt x="185040" y="730243"/>
                  </a:lnTo>
                  <a:lnTo>
                    <a:pt x="207705" y="690980"/>
                  </a:lnTo>
                  <a:lnTo>
                    <a:pt x="231527" y="652527"/>
                  </a:lnTo>
                  <a:lnTo>
                    <a:pt x="256483" y="614908"/>
                  </a:lnTo>
                  <a:lnTo>
                    <a:pt x="282547" y="578149"/>
                  </a:lnTo>
                  <a:lnTo>
                    <a:pt x="309695" y="542274"/>
                  </a:lnTo>
                  <a:lnTo>
                    <a:pt x="337902" y="507311"/>
                  </a:lnTo>
                  <a:lnTo>
                    <a:pt x="367143" y="473283"/>
                  </a:lnTo>
                  <a:lnTo>
                    <a:pt x="397394" y="440215"/>
                  </a:lnTo>
                  <a:lnTo>
                    <a:pt x="428631" y="408135"/>
                  </a:lnTo>
                  <a:lnTo>
                    <a:pt x="460828" y="377066"/>
                  </a:lnTo>
                  <a:lnTo>
                    <a:pt x="493960" y="347034"/>
                  </a:lnTo>
                  <a:lnTo>
                    <a:pt x="528004" y="318065"/>
                  </a:lnTo>
                  <a:lnTo>
                    <a:pt x="562934" y="290183"/>
                  </a:lnTo>
                  <a:lnTo>
                    <a:pt x="598726" y="263415"/>
                  </a:lnTo>
                  <a:lnTo>
                    <a:pt x="635355" y="237785"/>
                  </a:lnTo>
                  <a:lnTo>
                    <a:pt x="672797" y="213318"/>
                  </a:lnTo>
                  <a:lnTo>
                    <a:pt x="711026" y="190041"/>
                  </a:lnTo>
                  <a:lnTo>
                    <a:pt x="750018" y="167979"/>
                  </a:lnTo>
                  <a:lnTo>
                    <a:pt x="789749" y="147156"/>
                  </a:lnTo>
                  <a:lnTo>
                    <a:pt x="830194" y="127598"/>
                  </a:lnTo>
                  <a:lnTo>
                    <a:pt x="871327" y="109330"/>
                  </a:lnTo>
                  <a:lnTo>
                    <a:pt x="913125" y="92379"/>
                  </a:lnTo>
                  <a:lnTo>
                    <a:pt x="955563" y="76768"/>
                  </a:lnTo>
                  <a:lnTo>
                    <a:pt x="998616" y="62524"/>
                  </a:lnTo>
                  <a:lnTo>
                    <a:pt x="1042259" y="49672"/>
                  </a:lnTo>
                  <a:lnTo>
                    <a:pt x="1086468" y="38237"/>
                  </a:lnTo>
                  <a:lnTo>
                    <a:pt x="1131218" y="28244"/>
                  </a:lnTo>
                  <a:lnTo>
                    <a:pt x="1176485" y="19720"/>
                  </a:lnTo>
                  <a:lnTo>
                    <a:pt x="1222243" y="12688"/>
                  </a:lnTo>
                  <a:lnTo>
                    <a:pt x="1268468" y="7175"/>
                  </a:lnTo>
                  <a:lnTo>
                    <a:pt x="1315136" y="3205"/>
                  </a:lnTo>
                  <a:lnTo>
                    <a:pt x="1362221" y="805"/>
                  </a:lnTo>
                  <a:lnTo>
                    <a:pt x="1409699" y="0"/>
                  </a:lnTo>
                  <a:lnTo>
                    <a:pt x="1460580" y="942"/>
                  </a:lnTo>
                  <a:lnTo>
                    <a:pt x="1511227" y="3756"/>
                  </a:lnTo>
                  <a:lnTo>
                    <a:pt x="1561594" y="8424"/>
                  </a:lnTo>
                  <a:lnTo>
                    <a:pt x="1611639" y="14925"/>
                  </a:lnTo>
                  <a:lnTo>
                    <a:pt x="1661316" y="23242"/>
                  </a:lnTo>
                  <a:lnTo>
                    <a:pt x="1710581" y="33356"/>
                  </a:lnTo>
                  <a:lnTo>
                    <a:pt x="1759389" y="45247"/>
                  </a:lnTo>
                  <a:lnTo>
                    <a:pt x="1807696" y="58896"/>
                  </a:lnTo>
                  <a:lnTo>
                    <a:pt x="1855458" y="74285"/>
                  </a:lnTo>
                  <a:lnTo>
                    <a:pt x="1902631" y="91395"/>
                  </a:lnTo>
                  <a:lnTo>
                    <a:pt x="1949168" y="110207"/>
                  </a:lnTo>
                  <a:lnTo>
                    <a:pt x="1995027" y="130701"/>
                  </a:lnTo>
                  <a:lnTo>
                    <a:pt x="2040163" y="152860"/>
                  </a:lnTo>
                  <a:lnTo>
                    <a:pt x="2084531" y="176664"/>
                  </a:lnTo>
                  <a:lnTo>
                    <a:pt x="2128087" y="202094"/>
                  </a:lnTo>
                  <a:lnTo>
                    <a:pt x="2170787" y="229131"/>
                  </a:lnTo>
                  <a:lnTo>
                    <a:pt x="2212586" y="257757"/>
                  </a:lnTo>
                  <a:lnTo>
                    <a:pt x="2253439" y="287952"/>
                  </a:lnTo>
                  <a:lnTo>
                    <a:pt x="2293302" y="319698"/>
                  </a:lnTo>
                  <a:lnTo>
                    <a:pt x="2332131" y="352976"/>
                  </a:lnTo>
                  <a:lnTo>
                    <a:pt x="2369881" y="387766"/>
                  </a:lnTo>
                  <a:lnTo>
                    <a:pt x="2406508" y="424050"/>
                  </a:lnTo>
                  <a:lnTo>
                    <a:pt x="2440331" y="460007"/>
                  </a:lnTo>
                  <a:lnTo>
                    <a:pt x="2472825" y="497021"/>
                  </a:lnTo>
                  <a:lnTo>
                    <a:pt x="2503972" y="535053"/>
                  </a:lnTo>
                  <a:lnTo>
                    <a:pt x="2533757" y="574062"/>
                  </a:lnTo>
                  <a:lnTo>
                    <a:pt x="2562163" y="614008"/>
                  </a:lnTo>
                  <a:lnTo>
                    <a:pt x="2589175" y="654852"/>
                  </a:lnTo>
                  <a:lnTo>
                    <a:pt x="2614776" y="696554"/>
                  </a:lnTo>
                  <a:lnTo>
                    <a:pt x="2638950" y="739073"/>
                  </a:lnTo>
                  <a:lnTo>
                    <a:pt x="2661682" y="782369"/>
                  </a:lnTo>
                  <a:lnTo>
                    <a:pt x="2682954" y="826403"/>
                  </a:lnTo>
                  <a:lnTo>
                    <a:pt x="2702752" y="871135"/>
                  </a:lnTo>
                  <a:lnTo>
                    <a:pt x="2721058" y="916525"/>
                  </a:lnTo>
                  <a:lnTo>
                    <a:pt x="2737857" y="962533"/>
                  </a:lnTo>
                  <a:lnTo>
                    <a:pt x="2753133" y="1009118"/>
                  </a:lnTo>
                  <a:lnTo>
                    <a:pt x="2766869" y="1056241"/>
                  </a:lnTo>
                  <a:lnTo>
                    <a:pt x="2779049" y="1103863"/>
                  </a:lnTo>
                  <a:lnTo>
                    <a:pt x="2789658" y="1151942"/>
                  </a:lnTo>
                  <a:lnTo>
                    <a:pt x="2798678" y="1200439"/>
                  </a:lnTo>
                  <a:lnTo>
                    <a:pt x="2806095" y="1249315"/>
                  </a:lnTo>
                  <a:lnTo>
                    <a:pt x="2811892" y="1298529"/>
                  </a:lnTo>
                  <a:lnTo>
                    <a:pt x="2816052" y="1348041"/>
                  </a:lnTo>
                  <a:lnTo>
                    <a:pt x="2818560" y="1397811"/>
                  </a:lnTo>
                  <a:lnTo>
                    <a:pt x="2819399" y="1447799"/>
                  </a:lnTo>
                  <a:lnTo>
                    <a:pt x="2818615" y="1496561"/>
                  </a:lnTo>
                  <a:lnTo>
                    <a:pt x="2816278" y="1544919"/>
                  </a:lnTo>
                  <a:lnTo>
                    <a:pt x="2812413" y="1592848"/>
                  </a:lnTo>
                  <a:lnTo>
                    <a:pt x="2807045" y="1640322"/>
                  </a:lnTo>
                  <a:lnTo>
                    <a:pt x="2800198" y="1687317"/>
                  </a:lnTo>
                  <a:lnTo>
                    <a:pt x="2791898" y="1733807"/>
                  </a:lnTo>
                  <a:lnTo>
                    <a:pt x="2782168" y="1779767"/>
                  </a:lnTo>
                  <a:lnTo>
                    <a:pt x="2771034" y="1825171"/>
                  </a:lnTo>
                  <a:lnTo>
                    <a:pt x="2758520" y="1869993"/>
                  </a:lnTo>
                  <a:lnTo>
                    <a:pt x="2744651" y="1914210"/>
                  </a:lnTo>
                  <a:lnTo>
                    <a:pt x="2729451" y="1957795"/>
                  </a:lnTo>
                  <a:lnTo>
                    <a:pt x="2712946" y="2000722"/>
                  </a:lnTo>
                  <a:lnTo>
                    <a:pt x="2695159" y="2042968"/>
                  </a:lnTo>
                  <a:lnTo>
                    <a:pt x="2676116" y="2084505"/>
                  </a:lnTo>
                  <a:lnTo>
                    <a:pt x="2655841" y="2125310"/>
                  </a:lnTo>
                  <a:lnTo>
                    <a:pt x="2634359" y="2165356"/>
                  </a:lnTo>
                  <a:lnTo>
                    <a:pt x="2611694" y="2204619"/>
                  </a:lnTo>
                  <a:lnTo>
                    <a:pt x="2587872" y="2243072"/>
                  </a:lnTo>
                  <a:lnTo>
                    <a:pt x="2562916" y="2280691"/>
                  </a:lnTo>
                  <a:lnTo>
                    <a:pt x="2536852" y="2317450"/>
                  </a:lnTo>
                  <a:lnTo>
                    <a:pt x="2509704" y="2353325"/>
                  </a:lnTo>
                  <a:lnTo>
                    <a:pt x="2481497" y="2388288"/>
                  </a:lnTo>
                  <a:lnTo>
                    <a:pt x="2452256" y="2422317"/>
                  </a:lnTo>
                  <a:lnTo>
                    <a:pt x="2422004" y="2455384"/>
                  </a:lnTo>
                  <a:lnTo>
                    <a:pt x="2390768" y="2487464"/>
                  </a:lnTo>
                  <a:lnTo>
                    <a:pt x="2358571" y="2518533"/>
                  </a:lnTo>
                  <a:lnTo>
                    <a:pt x="2325439" y="2548565"/>
                  </a:lnTo>
                  <a:lnTo>
                    <a:pt x="2291395" y="2577534"/>
                  </a:lnTo>
                  <a:lnTo>
                    <a:pt x="2256465" y="2605416"/>
                  </a:lnTo>
                  <a:lnTo>
                    <a:pt x="2220673" y="2632184"/>
                  </a:lnTo>
                  <a:lnTo>
                    <a:pt x="2184044" y="2657814"/>
                  </a:lnTo>
                  <a:lnTo>
                    <a:pt x="2146602" y="2682281"/>
                  </a:lnTo>
                  <a:lnTo>
                    <a:pt x="2108373" y="2705558"/>
                  </a:lnTo>
                  <a:lnTo>
                    <a:pt x="2069381" y="2727620"/>
                  </a:lnTo>
                  <a:lnTo>
                    <a:pt x="2029650" y="2748443"/>
                  </a:lnTo>
                  <a:lnTo>
                    <a:pt x="1989205" y="2768001"/>
                  </a:lnTo>
                  <a:lnTo>
                    <a:pt x="1948072" y="2786269"/>
                  </a:lnTo>
                  <a:lnTo>
                    <a:pt x="1906274" y="2803220"/>
                  </a:lnTo>
                  <a:lnTo>
                    <a:pt x="1863836" y="2818831"/>
                  </a:lnTo>
                  <a:lnTo>
                    <a:pt x="1820783" y="2833075"/>
                  </a:lnTo>
                  <a:lnTo>
                    <a:pt x="1777140" y="2845927"/>
                  </a:lnTo>
                  <a:lnTo>
                    <a:pt x="1732931" y="2857362"/>
                  </a:lnTo>
                  <a:lnTo>
                    <a:pt x="1688181" y="2867355"/>
                  </a:lnTo>
                  <a:lnTo>
                    <a:pt x="1642914" y="2875879"/>
                  </a:lnTo>
                  <a:lnTo>
                    <a:pt x="1597156" y="2882911"/>
                  </a:lnTo>
                  <a:lnTo>
                    <a:pt x="1550931" y="2888424"/>
                  </a:lnTo>
                  <a:lnTo>
                    <a:pt x="1504263" y="2892394"/>
                  </a:lnTo>
                  <a:lnTo>
                    <a:pt x="1457178" y="2894794"/>
                  </a:lnTo>
                  <a:lnTo>
                    <a:pt x="1409699" y="2895599"/>
                  </a:lnTo>
                  <a:lnTo>
                    <a:pt x="1362221" y="2894794"/>
                  </a:lnTo>
                  <a:lnTo>
                    <a:pt x="1315136" y="2892394"/>
                  </a:lnTo>
                  <a:lnTo>
                    <a:pt x="1268468" y="2888424"/>
                  </a:lnTo>
                  <a:lnTo>
                    <a:pt x="1222243" y="2882911"/>
                  </a:lnTo>
                  <a:lnTo>
                    <a:pt x="1176485" y="2875879"/>
                  </a:lnTo>
                  <a:lnTo>
                    <a:pt x="1131218" y="2867355"/>
                  </a:lnTo>
                  <a:lnTo>
                    <a:pt x="1086468" y="2857362"/>
                  </a:lnTo>
                  <a:lnTo>
                    <a:pt x="1042259" y="2845927"/>
                  </a:lnTo>
                  <a:lnTo>
                    <a:pt x="998616" y="2833075"/>
                  </a:lnTo>
                  <a:lnTo>
                    <a:pt x="955563" y="2818831"/>
                  </a:lnTo>
                  <a:lnTo>
                    <a:pt x="913125" y="2803220"/>
                  </a:lnTo>
                  <a:lnTo>
                    <a:pt x="871327" y="2786269"/>
                  </a:lnTo>
                  <a:lnTo>
                    <a:pt x="830194" y="2768001"/>
                  </a:lnTo>
                  <a:lnTo>
                    <a:pt x="789749" y="2748443"/>
                  </a:lnTo>
                  <a:lnTo>
                    <a:pt x="750018" y="2727620"/>
                  </a:lnTo>
                  <a:lnTo>
                    <a:pt x="711026" y="2705558"/>
                  </a:lnTo>
                  <a:lnTo>
                    <a:pt x="672797" y="2682281"/>
                  </a:lnTo>
                  <a:lnTo>
                    <a:pt x="635355" y="2657814"/>
                  </a:lnTo>
                  <a:lnTo>
                    <a:pt x="598726" y="2632184"/>
                  </a:lnTo>
                  <a:lnTo>
                    <a:pt x="562934" y="2605416"/>
                  </a:lnTo>
                  <a:lnTo>
                    <a:pt x="528004" y="2577534"/>
                  </a:lnTo>
                  <a:lnTo>
                    <a:pt x="493960" y="2548565"/>
                  </a:lnTo>
                  <a:lnTo>
                    <a:pt x="460828" y="2518533"/>
                  </a:lnTo>
                  <a:lnTo>
                    <a:pt x="428631" y="2487464"/>
                  </a:lnTo>
                  <a:lnTo>
                    <a:pt x="397394" y="2455384"/>
                  </a:lnTo>
                  <a:lnTo>
                    <a:pt x="367143" y="2422317"/>
                  </a:lnTo>
                  <a:lnTo>
                    <a:pt x="337902" y="2388288"/>
                  </a:lnTo>
                  <a:lnTo>
                    <a:pt x="309695" y="2353325"/>
                  </a:lnTo>
                  <a:lnTo>
                    <a:pt x="282547" y="2317450"/>
                  </a:lnTo>
                  <a:lnTo>
                    <a:pt x="256483" y="2280691"/>
                  </a:lnTo>
                  <a:lnTo>
                    <a:pt x="231527" y="2243072"/>
                  </a:lnTo>
                  <a:lnTo>
                    <a:pt x="207705" y="2204619"/>
                  </a:lnTo>
                  <a:lnTo>
                    <a:pt x="185040" y="2165356"/>
                  </a:lnTo>
                  <a:lnTo>
                    <a:pt x="163558" y="2125310"/>
                  </a:lnTo>
                  <a:lnTo>
                    <a:pt x="143283" y="2084505"/>
                  </a:lnTo>
                  <a:lnTo>
                    <a:pt x="124240" y="2042968"/>
                  </a:lnTo>
                  <a:lnTo>
                    <a:pt x="106453" y="2000722"/>
                  </a:lnTo>
                  <a:lnTo>
                    <a:pt x="89948" y="1957795"/>
                  </a:lnTo>
                  <a:lnTo>
                    <a:pt x="74748" y="1914210"/>
                  </a:lnTo>
                  <a:lnTo>
                    <a:pt x="60879" y="1869993"/>
                  </a:lnTo>
                  <a:lnTo>
                    <a:pt x="48365" y="1825171"/>
                  </a:lnTo>
                  <a:lnTo>
                    <a:pt x="37231" y="1779767"/>
                  </a:lnTo>
                  <a:lnTo>
                    <a:pt x="27501" y="1733807"/>
                  </a:lnTo>
                  <a:lnTo>
                    <a:pt x="19201" y="1687317"/>
                  </a:lnTo>
                  <a:lnTo>
                    <a:pt x="12354" y="1640322"/>
                  </a:lnTo>
                  <a:lnTo>
                    <a:pt x="6986" y="1592848"/>
                  </a:lnTo>
                  <a:lnTo>
                    <a:pt x="3121" y="1544919"/>
                  </a:lnTo>
                  <a:lnTo>
                    <a:pt x="784" y="1496561"/>
                  </a:lnTo>
                  <a:lnTo>
                    <a:pt x="0" y="1447799"/>
                  </a:lnTo>
                  <a:close/>
                </a:path>
              </a:pathLst>
            </a:custGeom>
            <a:ln w="28574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5562" y="3297237"/>
              <a:ext cx="247649" cy="247649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5027612" y="319881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1774" y="0"/>
                  </a:moveTo>
                  <a:lnTo>
                    <a:pt x="231774" y="457199"/>
                  </a:lnTo>
                </a:path>
                <a:path w="457200" h="457200">
                  <a:moveTo>
                    <a:pt x="0" y="225424"/>
                  </a:moveTo>
                  <a:lnTo>
                    <a:pt x="457199" y="225424"/>
                  </a:lnTo>
                </a:path>
              </a:pathLst>
            </a:custGeom>
            <a:ln w="9524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/>
          <p:nvPr/>
        </p:nvSpPr>
        <p:spPr>
          <a:xfrm>
            <a:off x="7467600" y="914400"/>
            <a:ext cx="1447800" cy="609600"/>
          </a:xfrm>
          <a:custGeom>
            <a:avLst/>
            <a:gdLst/>
            <a:ahLst/>
            <a:cxnLst/>
            <a:rect l="l" t="t" r="r" b="b"/>
            <a:pathLst>
              <a:path w="1447800" h="609600">
                <a:moveTo>
                  <a:pt x="0" y="101602"/>
                </a:moveTo>
                <a:lnTo>
                  <a:pt x="7984" y="62053"/>
                </a:lnTo>
                <a:lnTo>
                  <a:pt x="29758" y="29758"/>
                </a:lnTo>
                <a:lnTo>
                  <a:pt x="62054" y="7984"/>
                </a:lnTo>
                <a:lnTo>
                  <a:pt x="101602" y="0"/>
                </a:lnTo>
                <a:lnTo>
                  <a:pt x="1346197" y="0"/>
                </a:lnTo>
                <a:lnTo>
                  <a:pt x="1385079" y="7734"/>
                </a:lnTo>
                <a:lnTo>
                  <a:pt x="1418041" y="29758"/>
                </a:lnTo>
                <a:lnTo>
                  <a:pt x="1440065" y="62720"/>
                </a:lnTo>
                <a:lnTo>
                  <a:pt x="1447799" y="101602"/>
                </a:lnTo>
                <a:lnTo>
                  <a:pt x="1447799" y="507997"/>
                </a:lnTo>
                <a:lnTo>
                  <a:pt x="1439815" y="547546"/>
                </a:lnTo>
                <a:lnTo>
                  <a:pt x="1418041" y="579841"/>
                </a:lnTo>
                <a:lnTo>
                  <a:pt x="1385745" y="601615"/>
                </a:lnTo>
                <a:lnTo>
                  <a:pt x="1346197" y="609599"/>
                </a:lnTo>
                <a:lnTo>
                  <a:pt x="101602" y="609599"/>
                </a:lnTo>
                <a:lnTo>
                  <a:pt x="62054" y="601615"/>
                </a:lnTo>
                <a:lnTo>
                  <a:pt x="29758" y="579841"/>
                </a:lnTo>
                <a:lnTo>
                  <a:pt x="7984" y="547546"/>
                </a:lnTo>
                <a:lnTo>
                  <a:pt x="0" y="507997"/>
                </a:lnTo>
                <a:lnTo>
                  <a:pt x="0" y="101602"/>
                </a:lnTo>
                <a:close/>
              </a:path>
            </a:pathLst>
          </a:custGeom>
          <a:ln w="19049">
            <a:solidFill>
              <a:srgbClr val="00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467600" y="1600200"/>
            <a:ext cx="1447800" cy="609600"/>
          </a:xfrm>
          <a:custGeom>
            <a:avLst/>
            <a:gdLst/>
            <a:ahLst/>
            <a:cxnLst/>
            <a:rect l="l" t="t" r="r" b="b"/>
            <a:pathLst>
              <a:path w="1447800" h="609600">
                <a:moveTo>
                  <a:pt x="0" y="101601"/>
                </a:moveTo>
                <a:lnTo>
                  <a:pt x="7984" y="62053"/>
                </a:lnTo>
                <a:lnTo>
                  <a:pt x="29758" y="29758"/>
                </a:lnTo>
                <a:lnTo>
                  <a:pt x="62054" y="7984"/>
                </a:lnTo>
                <a:lnTo>
                  <a:pt x="101602" y="0"/>
                </a:lnTo>
                <a:lnTo>
                  <a:pt x="1346197" y="0"/>
                </a:lnTo>
                <a:lnTo>
                  <a:pt x="1385079" y="7734"/>
                </a:lnTo>
                <a:lnTo>
                  <a:pt x="1418041" y="29758"/>
                </a:lnTo>
                <a:lnTo>
                  <a:pt x="1440065" y="62720"/>
                </a:lnTo>
                <a:lnTo>
                  <a:pt x="1447799" y="101601"/>
                </a:lnTo>
                <a:lnTo>
                  <a:pt x="1447799" y="507997"/>
                </a:lnTo>
                <a:lnTo>
                  <a:pt x="1439815" y="547546"/>
                </a:lnTo>
                <a:lnTo>
                  <a:pt x="1418041" y="579841"/>
                </a:lnTo>
                <a:lnTo>
                  <a:pt x="1385745" y="601615"/>
                </a:lnTo>
                <a:lnTo>
                  <a:pt x="1346197" y="609599"/>
                </a:lnTo>
                <a:lnTo>
                  <a:pt x="101602" y="609599"/>
                </a:lnTo>
                <a:lnTo>
                  <a:pt x="62054" y="601615"/>
                </a:lnTo>
                <a:lnTo>
                  <a:pt x="29758" y="579841"/>
                </a:lnTo>
                <a:lnTo>
                  <a:pt x="7984" y="547546"/>
                </a:lnTo>
                <a:lnTo>
                  <a:pt x="0" y="507997"/>
                </a:lnTo>
                <a:lnTo>
                  <a:pt x="0" y="101601"/>
                </a:lnTo>
                <a:close/>
              </a:path>
            </a:pathLst>
          </a:custGeom>
          <a:ln w="19049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7743980" y="954532"/>
            <a:ext cx="894715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5080" indent="-10223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Region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spc="-10" dirty="0">
                <a:latin typeface="Arial MT"/>
                <a:cs typeface="Arial MT"/>
              </a:rPr>
              <a:t>interest</a:t>
            </a:r>
            <a:endParaRPr sz="1600">
              <a:latin typeface="Arial MT"/>
              <a:cs typeface="Arial MT"/>
            </a:endParaRPr>
          </a:p>
          <a:p>
            <a:pPr marL="204470" marR="21590" indent="-175260">
              <a:lnSpc>
                <a:spcPct val="100000"/>
              </a:lnSpc>
              <a:spcBef>
                <a:spcPts val="1560"/>
              </a:spcBef>
            </a:pPr>
            <a:r>
              <a:rPr sz="1600" dirty="0">
                <a:latin typeface="Arial MT"/>
                <a:cs typeface="Arial MT"/>
              </a:rPr>
              <a:t>Center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spc="-20" dirty="0">
                <a:latin typeface="Arial MT"/>
                <a:cs typeface="Arial MT"/>
              </a:rPr>
              <a:t>mass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7458075" y="5400675"/>
            <a:ext cx="1466850" cy="628650"/>
            <a:chOff x="7458075" y="5400675"/>
            <a:chExt cx="1466850" cy="628650"/>
          </a:xfrm>
        </p:grpSpPr>
        <p:sp>
          <p:nvSpPr>
            <p:cNvPr id="94" name="object 94"/>
            <p:cNvSpPr/>
            <p:nvPr/>
          </p:nvSpPr>
          <p:spPr>
            <a:xfrm>
              <a:off x="7467599" y="5410199"/>
              <a:ext cx="1447800" cy="609600"/>
            </a:xfrm>
            <a:custGeom>
              <a:avLst/>
              <a:gdLst/>
              <a:ahLst/>
              <a:cxnLst/>
              <a:rect l="l" t="t" r="r" b="b"/>
              <a:pathLst>
                <a:path w="1447800" h="609600">
                  <a:moveTo>
                    <a:pt x="1346197" y="609599"/>
                  </a:moveTo>
                  <a:lnTo>
                    <a:pt x="101602" y="609599"/>
                  </a:lnTo>
                  <a:lnTo>
                    <a:pt x="62054" y="601615"/>
                  </a:lnTo>
                  <a:lnTo>
                    <a:pt x="29758" y="579841"/>
                  </a:lnTo>
                  <a:lnTo>
                    <a:pt x="7984" y="547546"/>
                  </a:lnTo>
                  <a:lnTo>
                    <a:pt x="0" y="507997"/>
                  </a:lnTo>
                  <a:lnTo>
                    <a:pt x="0" y="101601"/>
                  </a:lnTo>
                  <a:lnTo>
                    <a:pt x="7984" y="62053"/>
                  </a:lnTo>
                  <a:lnTo>
                    <a:pt x="29758" y="29758"/>
                  </a:lnTo>
                  <a:lnTo>
                    <a:pt x="62054" y="7984"/>
                  </a:lnTo>
                  <a:lnTo>
                    <a:pt x="101602" y="0"/>
                  </a:lnTo>
                  <a:lnTo>
                    <a:pt x="1346197" y="0"/>
                  </a:lnTo>
                  <a:lnTo>
                    <a:pt x="1385079" y="7733"/>
                  </a:lnTo>
                  <a:lnTo>
                    <a:pt x="1418041" y="29758"/>
                  </a:lnTo>
                  <a:lnTo>
                    <a:pt x="1440065" y="62720"/>
                  </a:lnTo>
                  <a:lnTo>
                    <a:pt x="1447799" y="101601"/>
                  </a:lnTo>
                  <a:lnTo>
                    <a:pt x="1447799" y="507997"/>
                  </a:lnTo>
                  <a:lnTo>
                    <a:pt x="1439815" y="547546"/>
                  </a:lnTo>
                  <a:lnTo>
                    <a:pt x="1418041" y="579841"/>
                  </a:lnTo>
                  <a:lnTo>
                    <a:pt x="1385745" y="601615"/>
                  </a:lnTo>
                  <a:lnTo>
                    <a:pt x="1346197" y="609599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467600" y="5410200"/>
              <a:ext cx="1447800" cy="609600"/>
            </a:xfrm>
            <a:custGeom>
              <a:avLst/>
              <a:gdLst/>
              <a:ahLst/>
              <a:cxnLst/>
              <a:rect l="l" t="t" r="r" b="b"/>
              <a:pathLst>
                <a:path w="1447800" h="609600">
                  <a:moveTo>
                    <a:pt x="0" y="101601"/>
                  </a:moveTo>
                  <a:lnTo>
                    <a:pt x="7984" y="62053"/>
                  </a:lnTo>
                  <a:lnTo>
                    <a:pt x="29758" y="29758"/>
                  </a:lnTo>
                  <a:lnTo>
                    <a:pt x="62054" y="7984"/>
                  </a:lnTo>
                  <a:lnTo>
                    <a:pt x="101602" y="0"/>
                  </a:lnTo>
                  <a:lnTo>
                    <a:pt x="1346197" y="0"/>
                  </a:lnTo>
                  <a:lnTo>
                    <a:pt x="1385079" y="7733"/>
                  </a:lnTo>
                  <a:lnTo>
                    <a:pt x="1418041" y="29758"/>
                  </a:lnTo>
                  <a:lnTo>
                    <a:pt x="1440065" y="62720"/>
                  </a:lnTo>
                  <a:lnTo>
                    <a:pt x="1447799" y="101601"/>
                  </a:lnTo>
                  <a:lnTo>
                    <a:pt x="1447799" y="507997"/>
                  </a:lnTo>
                  <a:lnTo>
                    <a:pt x="1439815" y="547546"/>
                  </a:lnTo>
                  <a:lnTo>
                    <a:pt x="1418041" y="579841"/>
                  </a:lnTo>
                  <a:lnTo>
                    <a:pt x="1385745" y="601615"/>
                  </a:lnTo>
                  <a:lnTo>
                    <a:pt x="1346197" y="609599"/>
                  </a:lnTo>
                  <a:lnTo>
                    <a:pt x="101602" y="609599"/>
                  </a:lnTo>
                  <a:lnTo>
                    <a:pt x="62054" y="601615"/>
                  </a:lnTo>
                  <a:lnTo>
                    <a:pt x="29758" y="579841"/>
                  </a:lnTo>
                  <a:lnTo>
                    <a:pt x="7984" y="547546"/>
                  </a:lnTo>
                  <a:lnTo>
                    <a:pt x="0" y="507997"/>
                  </a:lnTo>
                  <a:lnTo>
                    <a:pt x="0" y="101601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7693242" y="5450332"/>
            <a:ext cx="9956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615" marR="5080" indent="-20955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Mean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Shift vector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5271519" y="3265487"/>
            <a:ext cx="575310" cy="457200"/>
            <a:chOff x="5271519" y="3265487"/>
            <a:chExt cx="575310" cy="457200"/>
          </a:xfrm>
        </p:grpSpPr>
        <p:pic>
          <p:nvPicPr>
            <p:cNvPr id="98" name="object 9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97512" y="3363912"/>
              <a:ext cx="247649" cy="247649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5389562" y="326548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1774" y="0"/>
                  </a:moveTo>
                  <a:lnTo>
                    <a:pt x="231774" y="457199"/>
                  </a:lnTo>
                </a:path>
                <a:path w="457200" h="457200">
                  <a:moveTo>
                    <a:pt x="0" y="225424"/>
                  </a:moveTo>
                  <a:lnTo>
                    <a:pt x="457199" y="225424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276281" y="3379657"/>
              <a:ext cx="382270" cy="163830"/>
            </a:xfrm>
            <a:custGeom>
              <a:avLst/>
              <a:gdLst/>
              <a:ahLst/>
              <a:cxnLst/>
              <a:rect l="l" t="t" r="r" b="b"/>
              <a:pathLst>
                <a:path w="382270" h="163829">
                  <a:moveTo>
                    <a:pt x="274323" y="163579"/>
                  </a:moveTo>
                  <a:lnTo>
                    <a:pt x="281139" y="126093"/>
                  </a:lnTo>
                  <a:lnTo>
                    <a:pt x="0" y="74970"/>
                  </a:lnTo>
                  <a:lnTo>
                    <a:pt x="13632" y="0"/>
                  </a:lnTo>
                  <a:lnTo>
                    <a:pt x="294772" y="51123"/>
                  </a:lnTo>
                  <a:lnTo>
                    <a:pt x="301588" y="13637"/>
                  </a:lnTo>
                  <a:lnTo>
                    <a:pt x="381669" y="105649"/>
                  </a:lnTo>
                  <a:lnTo>
                    <a:pt x="274323" y="163579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276281" y="3379657"/>
              <a:ext cx="382270" cy="163830"/>
            </a:xfrm>
            <a:custGeom>
              <a:avLst/>
              <a:gdLst/>
              <a:ahLst/>
              <a:cxnLst/>
              <a:rect l="l" t="t" r="r" b="b"/>
              <a:pathLst>
                <a:path w="382270" h="163829">
                  <a:moveTo>
                    <a:pt x="13632" y="0"/>
                  </a:moveTo>
                  <a:lnTo>
                    <a:pt x="294772" y="51123"/>
                  </a:lnTo>
                  <a:lnTo>
                    <a:pt x="301588" y="13637"/>
                  </a:lnTo>
                  <a:lnTo>
                    <a:pt x="381669" y="105649"/>
                  </a:lnTo>
                  <a:lnTo>
                    <a:pt x="274323" y="163579"/>
                  </a:lnTo>
                  <a:lnTo>
                    <a:pt x="281139" y="126093"/>
                  </a:lnTo>
                  <a:lnTo>
                    <a:pt x="0" y="74970"/>
                  </a:lnTo>
                  <a:lnTo>
                    <a:pt x="13632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193675" y="6542913"/>
            <a:ext cx="24384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Slide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5" dirty="0">
                <a:latin typeface="Arial MT"/>
                <a:cs typeface="Arial MT"/>
              </a:rPr>
              <a:t>Y.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Ukrainitz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B.</a:t>
            </a:r>
            <a:r>
              <a:rPr sz="1400" spc="-10" dirty="0">
                <a:latin typeface="Arial MT"/>
                <a:cs typeface="Arial MT"/>
              </a:rPr>
              <a:t> Sarel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3" name="object 10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Mean</a:t>
            </a:r>
            <a:r>
              <a:rPr spc="-20" dirty="0"/>
              <a:t> </a:t>
            </a:r>
            <a:r>
              <a:rPr spc="-10" dirty="0"/>
              <a:t>shift</a:t>
            </a:r>
          </a:p>
        </p:txBody>
      </p:sp>
      <p:sp>
        <p:nvSpPr>
          <p:cNvPr id="104" name="object 104"/>
          <p:cNvSpPr txBox="1"/>
          <p:nvPr/>
        </p:nvSpPr>
        <p:spPr>
          <a:xfrm>
            <a:off x="6610825" y="1478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045827F6-8F11-0F50-905E-366AB6F61D3A}"/>
                  </a:ext>
                </a:extLst>
              </p14:cNvPr>
              <p14:cNvContentPartPr/>
              <p14:nvPr/>
            </p14:nvContentPartPr>
            <p14:xfrm>
              <a:off x="5335920" y="3074400"/>
              <a:ext cx="570240" cy="6951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045827F6-8F11-0F50-905E-366AB6F61D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19720" y="3058200"/>
                <a:ext cx="602640" cy="727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0362" y="3221037"/>
            <a:ext cx="152399" cy="1523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181600" y="3048000"/>
            <a:ext cx="1033780" cy="935355"/>
            <a:chOff x="5181600" y="3048000"/>
            <a:chExt cx="1033780" cy="93535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8800" y="3048000"/>
              <a:ext cx="576262" cy="7191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1600" y="3429000"/>
              <a:ext cx="533399" cy="4032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1200" y="3810000"/>
              <a:ext cx="152399" cy="152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3830637"/>
              <a:ext cx="152399" cy="15239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3429000"/>
            <a:ext cx="152399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81600" y="3200400"/>
            <a:ext cx="152399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48400" y="3657600"/>
            <a:ext cx="152399" cy="1523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3962400"/>
            <a:ext cx="152399" cy="1523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88037" y="4094162"/>
            <a:ext cx="152399" cy="1523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4114800"/>
            <a:ext cx="152399" cy="1523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3962400"/>
            <a:ext cx="152399" cy="1523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200" y="3657600"/>
            <a:ext cx="152399" cy="1523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0" y="3124200"/>
            <a:ext cx="152399" cy="1523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3048000"/>
            <a:ext cx="152399" cy="1523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2819400"/>
            <a:ext cx="152399" cy="1523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21375" y="2819400"/>
            <a:ext cx="152399" cy="1523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2514600"/>
            <a:ext cx="152399" cy="1523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24400" y="2819400"/>
            <a:ext cx="152399" cy="15239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400" y="2590800"/>
            <a:ext cx="152399" cy="15239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1981200"/>
            <a:ext cx="152399" cy="15239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81600" y="2209800"/>
            <a:ext cx="152399" cy="15239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21375" y="2438400"/>
            <a:ext cx="152399" cy="15239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21375" y="1371600"/>
            <a:ext cx="152399" cy="15239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72200" y="2133600"/>
            <a:ext cx="152399" cy="15239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9512" y="2676525"/>
            <a:ext cx="152399" cy="15239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48400" y="3124200"/>
            <a:ext cx="152399" cy="15239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2895600"/>
            <a:ext cx="152399" cy="15239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2514600"/>
            <a:ext cx="152399" cy="15239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3200" y="2057400"/>
            <a:ext cx="152399" cy="15239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600" y="1600200"/>
            <a:ext cx="152399" cy="15239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1295400"/>
            <a:ext cx="152399" cy="15239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0" y="1752600"/>
            <a:ext cx="152399" cy="15239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15200" y="2362200"/>
            <a:ext cx="152399" cy="15239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05600" y="3352800"/>
            <a:ext cx="152399" cy="15239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62800" y="2895600"/>
            <a:ext cx="152399" cy="15239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24800" y="2971800"/>
            <a:ext cx="152399" cy="15239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3886200"/>
            <a:ext cx="152399" cy="152399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78713" y="3430587"/>
            <a:ext cx="152399" cy="152399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7000" y="4267200"/>
            <a:ext cx="152399" cy="15239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43800" y="4343400"/>
            <a:ext cx="152399" cy="15239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34200" y="4724400"/>
            <a:ext cx="152399" cy="15239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4572000"/>
            <a:ext cx="152399" cy="152399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4495800"/>
            <a:ext cx="152399" cy="152399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5029200"/>
            <a:ext cx="152399" cy="152399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7000" y="5486400"/>
            <a:ext cx="152399" cy="152399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5486400"/>
            <a:ext cx="152399" cy="15239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0200" y="5029200"/>
            <a:ext cx="152399" cy="15239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400" y="4572000"/>
            <a:ext cx="152399" cy="15239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0" y="4267200"/>
            <a:ext cx="152399" cy="152399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4953000"/>
            <a:ext cx="152399" cy="152399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5486400"/>
            <a:ext cx="152399" cy="152399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14800" y="5638800"/>
            <a:ext cx="152399" cy="152399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600" y="5029200"/>
            <a:ext cx="152399" cy="152399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05200" y="4267200"/>
            <a:ext cx="152399" cy="15239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38600" y="3962400"/>
            <a:ext cx="152399" cy="15239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3429000"/>
            <a:ext cx="152399" cy="15239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33800" y="2971800"/>
            <a:ext cx="152399" cy="152399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2590800"/>
            <a:ext cx="152399" cy="152399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24400" y="2438400"/>
            <a:ext cx="152399" cy="152399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1828800"/>
            <a:ext cx="152399" cy="152399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1600200"/>
            <a:ext cx="152399" cy="152399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1219200"/>
            <a:ext cx="152399" cy="152399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800" y="1600200"/>
            <a:ext cx="152399" cy="152399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57600" y="2209800"/>
            <a:ext cx="152399" cy="152399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76600" y="2667000"/>
            <a:ext cx="152399" cy="152399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00" y="3505200"/>
            <a:ext cx="152399" cy="152399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5600" y="3581400"/>
            <a:ext cx="152399" cy="152399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4419600"/>
            <a:ext cx="152399" cy="152399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48000" y="5257800"/>
            <a:ext cx="152399" cy="152399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5638800"/>
            <a:ext cx="152399" cy="15239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4876800"/>
            <a:ext cx="152399" cy="152399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3962400"/>
            <a:ext cx="152399" cy="152399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14600" y="2743200"/>
            <a:ext cx="152399" cy="152399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1905000"/>
            <a:ext cx="152399" cy="152399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1905000"/>
            <a:ext cx="152399" cy="152399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28800" y="3048000"/>
            <a:ext cx="152399" cy="152399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4724400"/>
            <a:ext cx="152399" cy="152399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5791200"/>
            <a:ext cx="152399" cy="152399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200" y="3505200"/>
            <a:ext cx="152399" cy="152399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0600" y="2286000"/>
            <a:ext cx="152399" cy="152399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219200"/>
            <a:ext cx="152399" cy="152399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90800" y="1066800"/>
            <a:ext cx="152399" cy="152399"/>
          </a:xfrm>
          <a:prstGeom prst="rect">
            <a:avLst/>
          </a:prstGeom>
        </p:spPr>
      </p:pic>
      <p:grpSp>
        <p:nvGrpSpPr>
          <p:cNvPr id="86" name="object 86"/>
          <p:cNvGrpSpPr/>
          <p:nvPr/>
        </p:nvGrpSpPr>
        <p:grpSpPr>
          <a:xfrm>
            <a:off x="3827462" y="1966912"/>
            <a:ext cx="2847975" cy="2924175"/>
            <a:chOff x="3827462" y="1966912"/>
            <a:chExt cx="2847975" cy="2924175"/>
          </a:xfrm>
        </p:grpSpPr>
        <p:sp>
          <p:nvSpPr>
            <p:cNvPr id="87" name="object 87"/>
            <p:cNvSpPr/>
            <p:nvPr/>
          </p:nvSpPr>
          <p:spPr>
            <a:xfrm>
              <a:off x="3841750" y="1981200"/>
              <a:ext cx="2819400" cy="2895600"/>
            </a:xfrm>
            <a:custGeom>
              <a:avLst/>
              <a:gdLst/>
              <a:ahLst/>
              <a:cxnLst/>
              <a:rect l="l" t="t" r="r" b="b"/>
              <a:pathLst>
                <a:path w="2819400" h="2895600">
                  <a:moveTo>
                    <a:pt x="0" y="1447799"/>
                  </a:moveTo>
                  <a:lnTo>
                    <a:pt x="784" y="1399038"/>
                  </a:lnTo>
                  <a:lnTo>
                    <a:pt x="3121" y="1350680"/>
                  </a:lnTo>
                  <a:lnTo>
                    <a:pt x="6986" y="1302751"/>
                  </a:lnTo>
                  <a:lnTo>
                    <a:pt x="12354" y="1255277"/>
                  </a:lnTo>
                  <a:lnTo>
                    <a:pt x="19201" y="1208282"/>
                  </a:lnTo>
                  <a:lnTo>
                    <a:pt x="27501" y="1161792"/>
                  </a:lnTo>
                  <a:lnTo>
                    <a:pt x="37231" y="1115832"/>
                  </a:lnTo>
                  <a:lnTo>
                    <a:pt x="48365" y="1070428"/>
                  </a:lnTo>
                  <a:lnTo>
                    <a:pt x="60879" y="1025606"/>
                  </a:lnTo>
                  <a:lnTo>
                    <a:pt x="74748" y="981389"/>
                  </a:lnTo>
                  <a:lnTo>
                    <a:pt x="89948" y="937804"/>
                  </a:lnTo>
                  <a:lnTo>
                    <a:pt x="106453" y="894877"/>
                  </a:lnTo>
                  <a:lnTo>
                    <a:pt x="124240" y="852631"/>
                  </a:lnTo>
                  <a:lnTo>
                    <a:pt x="143283" y="811094"/>
                  </a:lnTo>
                  <a:lnTo>
                    <a:pt x="163558" y="770289"/>
                  </a:lnTo>
                  <a:lnTo>
                    <a:pt x="185040" y="730243"/>
                  </a:lnTo>
                  <a:lnTo>
                    <a:pt x="207705" y="690980"/>
                  </a:lnTo>
                  <a:lnTo>
                    <a:pt x="231527" y="652527"/>
                  </a:lnTo>
                  <a:lnTo>
                    <a:pt x="256483" y="614908"/>
                  </a:lnTo>
                  <a:lnTo>
                    <a:pt x="282547" y="578149"/>
                  </a:lnTo>
                  <a:lnTo>
                    <a:pt x="309695" y="542274"/>
                  </a:lnTo>
                  <a:lnTo>
                    <a:pt x="337902" y="507311"/>
                  </a:lnTo>
                  <a:lnTo>
                    <a:pt x="367143" y="473283"/>
                  </a:lnTo>
                  <a:lnTo>
                    <a:pt x="397394" y="440215"/>
                  </a:lnTo>
                  <a:lnTo>
                    <a:pt x="428631" y="408135"/>
                  </a:lnTo>
                  <a:lnTo>
                    <a:pt x="460828" y="377066"/>
                  </a:lnTo>
                  <a:lnTo>
                    <a:pt x="493960" y="347034"/>
                  </a:lnTo>
                  <a:lnTo>
                    <a:pt x="528004" y="318065"/>
                  </a:lnTo>
                  <a:lnTo>
                    <a:pt x="562934" y="290183"/>
                  </a:lnTo>
                  <a:lnTo>
                    <a:pt x="598726" y="263415"/>
                  </a:lnTo>
                  <a:lnTo>
                    <a:pt x="635355" y="237785"/>
                  </a:lnTo>
                  <a:lnTo>
                    <a:pt x="672797" y="213318"/>
                  </a:lnTo>
                  <a:lnTo>
                    <a:pt x="711026" y="190041"/>
                  </a:lnTo>
                  <a:lnTo>
                    <a:pt x="750018" y="167979"/>
                  </a:lnTo>
                  <a:lnTo>
                    <a:pt x="789749" y="147156"/>
                  </a:lnTo>
                  <a:lnTo>
                    <a:pt x="830194" y="127598"/>
                  </a:lnTo>
                  <a:lnTo>
                    <a:pt x="871327" y="109330"/>
                  </a:lnTo>
                  <a:lnTo>
                    <a:pt x="913125" y="92379"/>
                  </a:lnTo>
                  <a:lnTo>
                    <a:pt x="955563" y="76768"/>
                  </a:lnTo>
                  <a:lnTo>
                    <a:pt x="998616" y="62524"/>
                  </a:lnTo>
                  <a:lnTo>
                    <a:pt x="1042259" y="49672"/>
                  </a:lnTo>
                  <a:lnTo>
                    <a:pt x="1086468" y="38237"/>
                  </a:lnTo>
                  <a:lnTo>
                    <a:pt x="1131218" y="28244"/>
                  </a:lnTo>
                  <a:lnTo>
                    <a:pt x="1176485" y="19720"/>
                  </a:lnTo>
                  <a:lnTo>
                    <a:pt x="1222243" y="12688"/>
                  </a:lnTo>
                  <a:lnTo>
                    <a:pt x="1268468" y="7175"/>
                  </a:lnTo>
                  <a:lnTo>
                    <a:pt x="1315136" y="3205"/>
                  </a:lnTo>
                  <a:lnTo>
                    <a:pt x="1362221" y="805"/>
                  </a:lnTo>
                  <a:lnTo>
                    <a:pt x="1409699" y="0"/>
                  </a:lnTo>
                  <a:lnTo>
                    <a:pt x="1460580" y="942"/>
                  </a:lnTo>
                  <a:lnTo>
                    <a:pt x="1511227" y="3756"/>
                  </a:lnTo>
                  <a:lnTo>
                    <a:pt x="1561594" y="8424"/>
                  </a:lnTo>
                  <a:lnTo>
                    <a:pt x="1611639" y="14925"/>
                  </a:lnTo>
                  <a:lnTo>
                    <a:pt x="1661316" y="23242"/>
                  </a:lnTo>
                  <a:lnTo>
                    <a:pt x="1710581" y="33356"/>
                  </a:lnTo>
                  <a:lnTo>
                    <a:pt x="1759389" y="45247"/>
                  </a:lnTo>
                  <a:lnTo>
                    <a:pt x="1807696" y="58896"/>
                  </a:lnTo>
                  <a:lnTo>
                    <a:pt x="1855458" y="74285"/>
                  </a:lnTo>
                  <a:lnTo>
                    <a:pt x="1902631" y="91395"/>
                  </a:lnTo>
                  <a:lnTo>
                    <a:pt x="1949168" y="110207"/>
                  </a:lnTo>
                  <a:lnTo>
                    <a:pt x="1995027" y="130701"/>
                  </a:lnTo>
                  <a:lnTo>
                    <a:pt x="2040163" y="152860"/>
                  </a:lnTo>
                  <a:lnTo>
                    <a:pt x="2084531" y="176664"/>
                  </a:lnTo>
                  <a:lnTo>
                    <a:pt x="2128087" y="202094"/>
                  </a:lnTo>
                  <a:lnTo>
                    <a:pt x="2170787" y="229131"/>
                  </a:lnTo>
                  <a:lnTo>
                    <a:pt x="2212586" y="257757"/>
                  </a:lnTo>
                  <a:lnTo>
                    <a:pt x="2253439" y="287952"/>
                  </a:lnTo>
                  <a:lnTo>
                    <a:pt x="2293302" y="319698"/>
                  </a:lnTo>
                  <a:lnTo>
                    <a:pt x="2332131" y="352976"/>
                  </a:lnTo>
                  <a:lnTo>
                    <a:pt x="2369881" y="387766"/>
                  </a:lnTo>
                  <a:lnTo>
                    <a:pt x="2406508" y="424050"/>
                  </a:lnTo>
                  <a:lnTo>
                    <a:pt x="2440331" y="460007"/>
                  </a:lnTo>
                  <a:lnTo>
                    <a:pt x="2472825" y="497021"/>
                  </a:lnTo>
                  <a:lnTo>
                    <a:pt x="2503972" y="535053"/>
                  </a:lnTo>
                  <a:lnTo>
                    <a:pt x="2533757" y="574062"/>
                  </a:lnTo>
                  <a:lnTo>
                    <a:pt x="2562163" y="614008"/>
                  </a:lnTo>
                  <a:lnTo>
                    <a:pt x="2589175" y="654852"/>
                  </a:lnTo>
                  <a:lnTo>
                    <a:pt x="2614776" y="696554"/>
                  </a:lnTo>
                  <a:lnTo>
                    <a:pt x="2638950" y="739073"/>
                  </a:lnTo>
                  <a:lnTo>
                    <a:pt x="2661682" y="782369"/>
                  </a:lnTo>
                  <a:lnTo>
                    <a:pt x="2682954" y="826403"/>
                  </a:lnTo>
                  <a:lnTo>
                    <a:pt x="2702752" y="871135"/>
                  </a:lnTo>
                  <a:lnTo>
                    <a:pt x="2721058" y="916525"/>
                  </a:lnTo>
                  <a:lnTo>
                    <a:pt x="2737857" y="962533"/>
                  </a:lnTo>
                  <a:lnTo>
                    <a:pt x="2753133" y="1009118"/>
                  </a:lnTo>
                  <a:lnTo>
                    <a:pt x="2766869" y="1056241"/>
                  </a:lnTo>
                  <a:lnTo>
                    <a:pt x="2779049" y="1103863"/>
                  </a:lnTo>
                  <a:lnTo>
                    <a:pt x="2789658" y="1151942"/>
                  </a:lnTo>
                  <a:lnTo>
                    <a:pt x="2798678" y="1200439"/>
                  </a:lnTo>
                  <a:lnTo>
                    <a:pt x="2806095" y="1249315"/>
                  </a:lnTo>
                  <a:lnTo>
                    <a:pt x="2811892" y="1298529"/>
                  </a:lnTo>
                  <a:lnTo>
                    <a:pt x="2816052" y="1348041"/>
                  </a:lnTo>
                  <a:lnTo>
                    <a:pt x="2818560" y="1397811"/>
                  </a:lnTo>
                  <a:lnTo>
                    <a:pt x="2819399" y="1447799"/>
                  </a:lnTo>
                  <a:lnTo>
                    <a:pt x="2818615" y="1496561"/>
                  </a:lnTo>
                  <a:lnTo>
                    <a:pt x="2816278" y="1544919"/>
                  </a:lnTo>
                  <a:lnTo>
                    <a:pt x="2812413" y="1592848"/>
                  </a:lnTo>
                  <a:lnTo>
                    <a:pt x="2807045" y="1640322"/>
                  </a:lnTo>
                  <a:lnTo>
                    <a:pt x="2800198" y="1687317"/>
                  </a:lnTo>
                  <a:lnTo>
                    <a:pt x="2791898" y="1733807"/>
                  </a:lnTo>
                  <a:lnTo>
                    <a:pt x="2782168" y="1779767"/>
                  </a:lnTo>
                  <a:lnTo>
                    <a:pt x="2771034" y="1825171"/>
                  </a:lnTo>
                  <a:lnTo>
                    <a:pt x="2758520" y="1869993"/>
                  </a:lnTo>
                  <a:lnTo>
                    <a:pt x="2744651" y="1914210"/>
                  </a:lnTo>
                  <a:lnTo>
                    <a:pt x="2729451" y="1957795"/>
                  </a:lnTo>
                  <a:lnTo>
                    <a:pt x="2712946" y="2000722"/>
                  </a:lnTo>
                  <a:lnTo>
                    <a:pt x="2695159" y="2042968"/>
                  </a:lnTo>
                  <a:lnTo>
                    <a:pt x="2676116" y="2084505"/>
                  </a:lnTo>
                  <a:lnTo>
                    <a:pt x="2655841" y="2125310"/>
                  </a:lnTo>
                  <a:lnTo>
                    <a:pt x="2634359" y="2165356"/>
                  </a:lnTo>
                  <a:lnTo>
                    <a:pt x="2611694" y="2204619"/>
                  </a:lnTo>
                  <a:lnTo>
                    <a:pt x="2587872" y="2243072"/>
                  </a:lnTo>
                  <a:lnTo>
                    <a:pt x="2562916" y="2280691"/>
                  </a:lnTo>
                  <a:lnTo>
                    <a:pt x="2536852" y="2317450"/>
                  </a:lnTo>
                  <a:lnTo>
                    <a:pt x="2509704" y="2353325"/>
                  </a:lnTo>
                  <a:lnTo>
                    <a:pt x="2481497" y="2388288"/>
                  </a:lnTo>
                  <a:lnTo>
                    <a:pt x="2452256" y="2422317"/>
                  </a:lnTo>
                  <a:lnTo>
                    <a:pt x="2422004" y="2455384"/>
                  </a:lnTo>
                  <a:lnTo>
                    <a:pt x="2390768" y="2487464"/>
                  </a:lnTo>
                  <a:lnTo>
                    <a:pt x="2358571" y="2518533"/>
                  </a:lnTo>
                  <a:lnTo>
                    <a:pt x="2325439" y="2548565"/>
                  </a:lnTo>
                  <a:lnTo>
                    <a:pt x="2291395" y="2577534"/>
                  </a:lnTo>
                  <a:lnTo>
                    <a:pt x="2256465" y="2605416"/>
                  </a:lnTo>
                  <a:lnTo>
                    <a:pt x="2220673" y="2632184"/>
                  </a:lnTo>
                  <a:lnTo>
                    <a:pt x="2184044" y="2657814"/>
                  </a:lnTo>
                  <a:lnTo>
                    <a:pt x="2146602" y="2682281"/>
                  </a:lnTo>
                  <a:lnTo>
                    <a:pt x="2108373" y="2705558"/>
                  </a:lnTo>
                  <a:lnTo>
                    <a:pt x="2069381" y="2727620"/>
                  </a:lnTo>
                  <a:lnTo>
                    <a:pt x="2029650" y="2748443"/>
                  </a:lnTo>
                  <a:lnTo>
                    <a:pt x="1989205" y="2768001"/>
                  </a:lnTo>
                  <a:lnTo>
                    <a:pt x="1948072" y="2786269"/>
                  </a:lnTo>
                  <a:lnTo>
                    <a:pt x="1906274" y="2803220"/>
                  </a:lnTo>
                  <a:lnTo>
                    <a:pt x="1863836" y="2818831"/>
                  </a:lnTo>
                  <a:lnTo>
                    <a:pt x="1820783" y="2833075"/>
                  </a:lnTo>
                  <a:lnTo>
                    <a:pt x="1777140" y="2845927"/>
                  </a:lnTo>
                  <a:lnTo>
                    <a:pt x="1732931" y="2857362"/>
                  </a:lnTo>
                  <a:lnTo>
                    <a:pt x="1688181" y="2867355"/>
                  </a:lnTo>
                  <a:lnTo>
                    <a:pt x="1642914" y="2875879"/>
                  </a:lnTo>
                  <a:lnTo>
                    <a:pt x="1597156" y="2882911"/>
                  </a:lnTo>
                  <a:lnTo>
                    <a:pt x="1550931" y="2888424"/>
                  </a:lnTo>
                  <a:lnTo>
                    <a:pt x="1504263" y="2892394"/>
                  </a:lnTo>
                  <a:lnTo>
                    <a:pt x="1457178" y="2894794"/>
                  </a:lnTo>
                  <a:lnTo>
                    <a:pt x="1409699" y="2895599"/>
                  </a:lnTo>
                  <a:lnTo>
                    <a:pt x="1362221" y="2894794"/>
                  </a:lnTo>
                  <a:lnTo>
                    <a:pt x="1315136" y="2892394"/>
                  </a:lnTo>
                  <a:lnTo>
                    <a:pt x="1268468" y="2888424"/>
                  </a:lnTo>
                  <a:lnTo>
                    <a:pt x="1222243" y="2882911"/>
                  </a:lnTo>
                  <a:lnTo>
                    <a:pt x="1176485" y="2875879"/>
                  </a:lnTo>
                  <a:lnTo>
                    <a:pt x="1131218" y="2867355"/>
                  </a:lnTo>
                  <a:lnTo>
                    <a:pt x="1086468" y="2857362"/>
                  </a:lnTo>
                  <a:lnTo>
                    <a:pt x="1042259" y="2845927"/>
                  </a:lnTo>
                  <a:lnTo>
                    <a:pt x="998616" y="2833075"/>
                  </a:lnTo>
                  <a:lnTo>
                    <a:pt x="955563" y="2818831"/>
                  </a:lnTo>
                  <a:lnTo>
                    <a:pt x="913125" y="2803220"/>
                  </a:lnTo>
                  <a:lnTo>
                    <a:pt x="871327" y="2786269"/>
                  </a:lnTo>
                  <a:lnTo>
                    <a:pt x="830194" y="2768001"/>
                  </a:lnTo>
                  <a:lnTo>
                    <a:pt x="789749" y="2748443"/>
                  </a:lnTo>
                  <a:lnTo>
                    <a:pt x="750018" y="2727620"/>
                  </a:lnTo>
                  <a:lnTo>
                    <a:pt x="711026" y="2705558"/>
                  </a:lnTo>
                  <a:lnTo>
                    <a:pt x="672797" y="2682281"/>
                  </a:lnTo>
                  <a:lnTo>
                    <a:pt x="635355" y="2657814"/>
                  </a:lnTo>
                  <a:lnTo>
                    <a:pt x="598726" y="2632184"/>
                  </a:lnTo>
                  <a:lnTo>
                    <a:pt x="562934" y="2605416"/>
                  </a:lnTo>
                  <a:lnTo>
                    <a:pt x="528004" y="2577534"/>
                  </a:lnTo>
                  <a:lnTo>
                    <a:pt x="493960" y="2548565"/>
                  </a:lnTo>
                  <a:lnTo>
                    <a:pt x="460828" y="2518533"/>
                  </a:lnTo>
                  <a:lnTo>
                    <a:pt x="428631" y="2487464"/>
                  </a:lnTo>
                  <a:lnTo>
                    <a:pt x="397394" y="2455384"/>
                  </a:lnTo>
                  <a:lnTo>
                    <a:pt x="367143" y="2422317"/>
                  </a:lnTo>
                  <a:lnTo>
                    <a:pt x="337902" y="2388288"/>
                  </a:lnTo>
                  <a:lnTo>
                    <a:pt x="309695" y="2353325"/>
                  </a:lnTo>
                  <a:lnTo>
                    <a:pt x="282547" y="2317450"/>
                  </a:lnTo>
                  <a:lnTo>
                    <a:pt x="256483" y="2280691"/>
                  </a:lnTo>
                  <a:lnTo>
                    <a:pt x="231527" y="2243072"/>
                  </a:lnTo>
                  <a:lnTo>
                    <a:pt x="207705" y="2204619"/>
                  </a:lnTo>
                  <a:lnTo>
                    <a:pt x="185040" y="2165356"/>
                  </a:lnTo>
                  <a:lnTo>
                    <a:pt x="163558" y="2125310"/>
                  </a:lnTo>
                  <a:lnTo>
                    <a:pt x="143283" y="2084505"/>
                  </a:lnTo>
                  <a:lnTo>
                    <a:pt x="124240" y="2042968"/>
                  </a:lnTo>
                  <a:lnTo>
                    <a:pt x="106453" y="2000722"/>
                  </a:lnTo>
                  <a:lnTo>
                    <a:pt x="89948" y="1957795"/>
                  </a:lnTo>
                  <a:lnTo>
                    <a:pt x="74748" y="1914210"/>
                  </a:lnTo>
                  <a:lnTo>
                    <a:pt x="60879" y="1869993"/>
                  </a:lnTo>
                  <a:lnTo>
                    <a:pt x="48365" y="1825171"/>
                  </a:lnTo>
                  <a:lnTo>
                    <a:pt x="37231" y="1779767"/>
                  </a:lnTo>
                  <a:lnTo>
                    <a:pt x="27501" y="1733807"/>
                  </a:lnTo>
                  <a:lnTo>
                    <a:pt x="19201" y="1687317"/>
                  </a:lnTo>
                  <a:lnTo>
                    <a:pt x="12354" y="1640322"/>
                  </a:lnTo>
                  <a:lnTo>
                    <a:pt x="6986" y="1592848"/>
                  </a:lnTo>
                  <a:lnTo>
                    <a:pt x="3121" y="1544919"/>
                  </a:lnTo>
                  <a:lnTo>
                    <a:pt x="784" y="1496561"/>
                  </a:lnTo>
                  <a:lnTo>
                    <a:pt x="0" y="1447799"/>
                  </a:lnTo>
                  <a:close/>
                </a:path>
              </a:pathLst>
            </a:custGeom>
            <a:ln w="28574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5562" y="3297237"/>
              <a:ext cx="247649" cy="247649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5027612" y="319881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1774" y="0"/>
                  </a:moveTo>
                  <a:lnTo>
                    <a:pt x="231774" y="457199"/>
                  </a:lnTo>
                </a:path>
                <a:path w="457200" h="457200">
                  <a:moveTo>
                    <a:pt x="0" y="225424"/>
                  </a:moveTo>
                  <a:lnTo>
                    <a:pt x="457199" y="225424"/>
                  </a:lnTo>
                </a:path>
              </a:pathLst>
            </a:custGeom>
            <a:ln w="9524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/>
          <p:nvPr/>
        </p:nvSpPr>
        <p:spPr>
          <a:xfrm>
            <a:off x="7467600" y="914400"/>
            <a:ext cx="1447800" cy="609600"/>
          </a:xfrm>
          <a:custGeom>
            <a:avLst/>
            <a:gdLst/>
            <a:ahLst/>
            <a:cxnLst/>
            <a:rect l="l" t="t" r="r" b="b"/>
            <a:pathLst>
              <a:path w="1447800" h="609600">
                <a:moveTo>
                  <a:pt x="0" y="101602"/>
                </a:moveTo>
                <a:lnTo>
                  <a:pt x="7984" y="62053"/>
                </a:lnTo>
                <a:lnTo>
                  <a:pt x="29758" y="29758"/>
                </a:lnTo>
                <a:lnTo>
                  <a:pt x="62054" y="7984"/>
                </a:lnTo>
                <a:lnTo>
                  <a:pt x="101602" y="0"/>
                </a:lnTo>
                <a:lnTo>
                  <a:pt x="1346197" y="0"/>
                </a:lnTo>
                <a:lnTo>
                  <a:pt x="1385079" y="7734"/>
                </a:lnTo>
                <a:lnTo>
                  <a:pt x="1418041" y="29758"/>
                </a:lnTo>
                <a:lnTo>
                  <a:pt x="1440065" y="62720"/>
                </a:lnTo>
                <a:lnTo>
                  <a:pt x="1447799" y="101602"/>
                </a:lnTo>
                <a:lnTo>
                  <a:pt x="1447799" y="507997"/>
                </a:lnTo>
                <a:lnTo>
                  <a:pt x="1439815" y="547546"/>
                </a:lnTo>
                <a:lnTo>
                  <a:pt x="1418041" y="579841"/>
                </a:lnTo>
                <a:lnTo>
                  <a:pt x="1385745" y="601615"/>
                </a:lnTo>
                <a:lnTo>
                  <a:pt x="1346197" y="609599"/>
                </a:lnTo>
                <a:lnTo>
                  <a:pt x="101602" y="609599"/>
                </a:lnTo>
                <a:lnTo>
                  <a:pt x="62054" y="601615"/>
                </a:lnTo>
                <a:lnTo>
                  <a:pt x="29758" y="579841"/>
                </a:lnTo>
                <a:lnTo>
                  <a:pt x="7984" y="547546"/>
                </a:lnTo>
                <a:lnTo>
                  <a:pt x="0" y="507997"/>
                </a:lnTo>
                <a:lnTo>
                  <a:pt x="0" y="101602"/>
                </a:lnTo>
                <a:close/>
              </a:path>
            </a:pathLst>
          </a:custGeom>
          <a:ln w="19049">
            <a:solidFill>
              <a:srgbClr val="00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467600" y="1600200"/>
            <a:ext cx="1447800" cy="609600"/>
          </a:xfrm>
          <a:custGeom>
            <a:avLst/>
            <a:gdLst/>
            <a:ahLst/>
            <a:cxnLst/>
            <a:rect l="l" t="t" r="r" b="b"/>
            <a:pathLst>
              <a:path w="1447800" h="609600">
                <a:moveTo>
                  <a:pt x="0" y="101601"/>
                </a:moveTo>
                <a:lnTo>
                  <a:pt x="7984" y="62053"/>
                </a:lnTo>
                <a:lnTo>
                  <a:pt x="29758" y="29758"/>
                </a:lnTo>
                <a:lnTo>
                  <a:pt x="62054" y="7984"/>
                </a:lnTo>
                <a:lnTo>
                  <a:pt x="101602" y="0"/>
                </a:lnTo>
                <a:lnTo>
                  <a:pt x="1346197" y="0"/>
                </a:lnTo>
                <a:lnTo>
                  <a:pt x="1385079" y="7734"/>
                </a:lnTo>
                <a:lnTo>
                  <a:pt x="1418041" y="29758"/>
                </a:lnTo>
                <a:lnTo>
                  <a:pt x="1440065" y="62720"/>
                </a:lnTo>
                <a:lnTo>
                  <a:pt x="1447799" y="101601"/>
                </a:lnTo>
                <a:lnTo>
                  <a:pt x="1447799" y="507997"/>
                </a:lnTo>
                <a:lnTo>
                  <a:pt x="1439815" y="547546"/>
                </a:lnTo>
                <a:lnTo>
                  <a:pt x="1418041" y="579841"/>
                </a:lnTo>
                <a:lnTo>
                  <a:pt x="1385745" y="601615"/>
                </a:lnTo>
                <a:lnTo>
                  <a:pt x="1346197" y="609599"/>
                </a:lnTo>
                <a:lnTo>
                  <a:pt x="101602" y="609599"/>
                </a:lnTo>
                <a:lnTo>
                  <a:pt x="62054" y="601615"/>
                </a:lnTo>
                <a:lnTo>
                  <a:pt x="29758" y="579841"/>
                </a:lnTo>
                <a:lnTo>
                  <a:pt x="7984" y="547546"/>
                </a:lnTo>
                <a:lnTo>
                  <a:pt x="0" y="507997"/>
                </a:lnTo>
                <a:lnTo>
                  <a:pt x="0" y="101601"/>
                </a:lnTo>
                <a:close/>
              </a:path>
            </a:pathLst>
          </a:custGeom>
          <a:ln w="19049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7743980" y="954532"/>
            <a:ext cx="894715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5080" indent="-10223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Region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spc="-10" dirty="0">
                <a:latin typeface="Arial MT"/>
                <a:cs typeface="Arial MT"/>
              </a:rPr>
              <a:t>interest</a:t>
            </a:r>
            <a:endParaRPr sz="1600">
              <a:latin typeface="Arial MT"/>
              <a:cs typeface="Arial MT"/>
            </a:endParaRPr>
          </a:p>
          <a:p>
            <a:pPr marL="204470" marR="21590" indent="-175260">
              <a:lnSpc>
                <a:spcPct val="100000"/>
              </a:lnSpc>
              <a:spcBef>
                <a:spcPts val="1560"/>
              </a:spcBef>
            </a:pPr>
            <a:r>
              <a:rPr sz="1600" dirty="0">
                <a:latin typeface="Arial MT"/>
                <a:cs typeface="Arial MT"/>
              </a:rPr>
              <a:t>Center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spc="-20" dirty="0">
                <a:latin typeface="Arial MT"/>
                <a:cs typeface="Arial MT"/>
              </a:rPr>
              <a:t>mass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7458075" y="5400675"/>
            <a:ext cx="1466850" cy="628650"/>
            <a:chOff x="7458075" y="5400675"/>
            <a:chExt cx="1466850" cy="628650"/>
          </a:xfrm>
        </p:grpSpPr>
        <p:sp>
          <p:nvSpPr>
            <p:cNvPr id="94" name="object 94"/>
            <p:cNvSpPr/>
            <p:nvPr/>
          </p:nvSpPr>
          <p:spPr>
            <a:xfrm>
              <a:off x="7467599" y="5410199"/>
              <a:ext cx="1447800" cy="609600"/>
            </a:xfrm>
            <a:custGeom>
              <a:avLst/>
              <a:gdLst/>
              <a:ahLst/>
              <a:cxnLst/>
              <a:rect l="l" t="t" r="r" b="b"/>
              <a:pathLst>
                <a:path w="1447800" h="609600">
                  <a:moveTo>
                    <a:pt x="1346197" y="609599"/>
                  </a:moveTo>
                  <a:lnTo>
                    <a:pt x="101602" y="609599"/>
                  </a:lnTo>
                  <a:lnTo>
                    <a:pt x="62054" y="601615"/>
                  </a:lnTo>
                  <a:lnTo>
                    <a:pt x="29758" y="579841"/>
                  </a:lnTo>
                  <a:lnTo>
                    <a:pt x="7984" y="547546"/>
                  </a:lnTo>
                  <a:lnTo>
                    <a:pt x="0" y="507997"/>
                  </a:lnTo>
                  <a:lnTo>
                    <a:pt x="0" y="101601"/>
                  </a:lnTo>
                  <a:lnTo>
                    <a:pt x="7984" y="62053"/>
                  </a:lnTo>
                  <a:lnTo>
                    <a:pt x="29758" y="29758"/>
                  </a:lnTo>
                  <a:lnTo>
                    <a:pt x="62054" y="7984"/>
                  </a:lnTo>
                  <a:lnTo>
                    <a:pt x="101602" y="0"/>
                  </a:lnTo>
                  <a:lnTo>
                    <a:pt x="1346197" y="0"/>
                  </a:lnTo>
                  <a:lnTo>
                    <a:pt x="1385079" y="7733"/>
                  </a:lnTo>
                  <a:lnTo>
                    <a:pt x="1418041" y="29758"/>
                  </a:lnTo>
                  <a:lnTo>
                    <a:pt x="1440065" y="62720"/>
                  </a:lnTo>
                  <a:lnTo>
                    <a:pt x="1447799" y="101601"/>
                  </a:lnTo>
                  <a:lnTo>
                    <a:pt x="1447799" y="507997"/>
                  </a:lnTo>
                  <a:lnTo>
                    <a:pt x="1439815" y="547546"/>
                  </a:lnTo>
                  <a:lnTo>
                    <a:pt x="1418041" y="579841"/>
                  </a:lnTo>
                  <a:lnTo>
                    <a:pt x="1385745" y="601615"/>
                  </a:lnTo>
                  <a:lnTo>
                    <a:pt x="1346197" y="609599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467600" y="5410200"/>
              <a:ext cx="1447800" cy="609600"/>
            </a:xfrm>
            <a:custGeom>
              <a:avLst/>
              <a:gdLst/>
              <a:ahLst/>
              <a:cxnLst/>
              <a:rect l="l" t="t" r="r" b="b"/>
              <a:pathLst>
                <a:path w="1447800" h="609600">
                  <a:moveTo>
                    <a:pt x="0" y="101601"/>
                  </a:moveTo>
                  <a:lnTo>
                    <a:pt x="7984" y="62053"/>
                  </a:lnTo>
                  <a:lnTo>
                    <a:pt x="29758" y="29758"/>
                  </a:lnTo>
                  <a:lnTo>
                    <a:pt x="62054" y="7984"/>
                  </a:lnTo>
                  <a:lnTo>
                    <a:pt x="101602" y="0"/>
                  </a:lnTo>
                  <a:lnTo>
                    <a:pt x="1346197" y="0"/>
                  </a:lnTo>
                  <a:lnTo>
                    <a:pt x="1385079" y="7733"/>
                  </a:lnTo>
                  <a:lnTo>
                    <a:pt x="1418041" y="29758"/>
                  </a:lnTo>
                  <a:lnTo>
                    <a:pt x="1440065" y="62720"/>
                  </a:lnTo>
                  <a:lnTo>
                    <a:pt x="1447799" y="101601"/>
                  </a:lnTo>
                  <a:lnTo>
                    <a:pt x="1447799" y="507997"/>
                  </a:lnTo>
                  <a:lnTo>
                    <a:pt x="1439815" y="547546"/>
                  </a:lnTo>
                  <a:lnTo>
                    <a:pt x="1418041" y="579841"/>
                  </a:lnTo>
                  <a:lnTo>
                    <a:pt x="1385745" y="601615"/>
                  </a:lnTo>
                  <a:lnTo>
                    <a:pt x="1346197" y="609599"/>
                  </a:lnTo>
                  <a:lnTo>
                    <a:pt x="101602" y="609599"/>
                  </a:lnTo>
                  <a:lnTo>
                    <a:pt x="62054" y="601615"/>
                  </a:lnTo>
                  <a:lnTo>
                    <a:pt x="29758" y="579841"/>
                  </a:lnTo>
                  <a:lnTo>
                    <a:pt x="7984" y="547546"/>
                  </a:lnTo>
                  <a:lnTo>
                    <a:pt x="0" y="507997"/>
                  </a:lnTo>
                  <a:lnTo>
                    <a:pt x="0" y="101601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7693242" y="5450332"/>
            <a:ext cx="9956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615" marR="5080" indent="-20955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Mean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Shift vector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5389562" y="3265487"/>
            <a:ext cx="457200" cy="457200"/>
            <a:chOff x="5389562" y="3265487"/>
            <a:chExt cx="457200" cy="457200"/>
          </a:xfrm>
        </p:grpSpPr>
        <p:pic>
          <p:nvPicPr>
            <p:cNvPr id="98" name="object 9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97512" y="3363912"/>
              <a:ext cx="247649" cy="247649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5389562" y="326548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1774" y="0"/>
                  </a:moveTo>
                  <a:lnTo>
                    <a:pt x="231774" y="457199"/>
                  </a:lnTo>
                </a:path>
                <a:path w="457200" h="457200">
                  <a:moveTo>
                    <a:pt x="0" y="225424"/>
                  </a:moveTo>
                  <a:lnTo>
                    <a:pt x="457199" y="225424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193675" y="6542913"/>
            <a:ext cx="24384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Slide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5" dirty="0">
                <a:latin typeface="Arial MT"/>
                <a:cs typeface="Arial MT"/>
              </a:rPr>
              <a:t>Y.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Ukrainitz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B.</a:t>
            </a:r>
            <a:r>
              <a:rPr sz="1400" spc="-10" dirty="0">
                <a:latin typeface="Arial MT"/>
                <a:cs typeface="Arial MT"/>
              </a:rPr>
              <a:t> Sarel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1" name="object 10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Mean</a:t>
            </a:r>
            <a:r>
              <a:rPr spc="-20" dirty="0"/>
              <a:t> </a:t>
            </a:r>
            <a:r>
              <a:rPr spc="-10" dirty="0"/>
              <a:t>shift</a:t>
            </a:r>
          </a:p>
        </p:txBody>
      </p:sp>
      <p:sp>
        <p:nvSpPr>
          <p:cNvPr id="102" name="object 102"/>
          <p:cNvSpPr txBox="1"/>
          <p:nvPr/>
        </p:nvSpPr>
        <p:spPr>
          <a:xfrm>
            <a:off x="6610825" y="1478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038600" y="1981200"/>
            <a:ext cx="3048000" cy="3124200"/>
            <a:chOff x="4038600" y="1981200"/>
            <a:chExt cx="3048000" cy="3124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0362" y="3221037"/>
              <a:ext cx="152399" cy="1523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8800" y="3048000"/>
              <a:ext cx="576262" cy="7191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1600" y="3429000"/>
              <a:ext cx="533399" cy="4032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1200" y="3810000"/>
              <a:ext cx="152399" cy="1523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3830638"/>
              <a:ext cx="152399" cy="1523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3000" y="3429000"/>
              <a:ext cx="152399" cy="1523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81600" y="3200400"/>
              <a:ext cx="152399" cy="1523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8400" y="3657600"/>
              <a:ext cx="152399" cy="1523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2200" y="3962400"/>
              <a:ext cx="152399" cy="1523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8038" y="4094162"/>
              <a:ext cx="152399" cy="1523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0" y="4114800"/>
              <a:ext cx="152399" cy="1523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200" y="3962400"/>
              <a:ext cx="152399" cy="1523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8200" y="3657600"/>
              <a:ext cx="152399" cy="1523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0" y="3124200"/>
              <a:ext cx="152399" cy="1523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3000" y="3048000"/>
              <a:ext cx="152399" cy="1523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0" y="2819400"/>
              <a:ext cx="152399" cy="1523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21375" y="2819400"/>
              <a:ext cx="152399" cy="1523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8800" y="2514600"/>
              <a:ext cx="152399" cy="15239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24400" y="2819400"/>
              <a:ext cx="152399" cy="15239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5400" y="2590800"/>
              <a:ext cx="152399" cy="1523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8800" y="1981200"/>
              <a:ext cx="152399" cy="1523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81600" y="2209800"/>
              <a:ext cx="152399" cy="1523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21375" y="2438400"/>
              <a:ext cx="152399" cy="15239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2200" y="2133600"/>
              <a:ext cx="152399" cy="15239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9512" y="2676525"/>
              <a:ext cx="152399" cy="1523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8400" y="3124200"/>
              <a:ext cx="152399" cy="15239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9400" y="2895600"/>
              <a:ext cx="152399" cy="15239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9400" y="2514600"/>
              <a:ext cx="152399" cy="15239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200" y="2057400"/>
              <a:ext cx="152399" cy="15239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05600" y="3352800"/>
              <a:ext cx="152399" cy="15239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4200" y="3886200"/>
              <a:ext cx="152399" cy="15239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7000" y="4267200"/>
              <a:ext cx="152399" cy="15239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34200" y="4724400"/>
              <a:ext cx="152399" cy="15239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0" y="4572000"/>
              <a:ext cx="152399" cy="15239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8800" y="4495800"/>
              <a:ext cx="152399" cy="15239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5400" y="4572000"/>
              <a:ext cx="152399" cy="15239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95800" y="4267200"/>
              <a:ext cx="152399" cy="15239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4400" y="4953000"/>
              <a:ext cx="152399" cy="15239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8600" y="3962400"/>
              <a:ext cx="152399" cy="15239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7200" y="3429000"/>
              <a:ext cx="152399" cy="15239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7200" y="2590800"/>
              <a:ext cx="152399" cy="15239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24400" y="2438400"/>
              <a:ext cx="152399" cy="15239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211638" y="2047875"/>
              <a:ext cx="2819400" cy="2895600"/>
            </a:xfrm>
            <a:custGeom>
              <a:avLst/>
              <a:gdLst/>
              <a:ahLst/>
              <a:cxnLst/>
              <a:rect l="l" t="t" r="r" b="b"/>
              <a:pathLst>
                <a:path w="2819400" h="2895600">
                  <a:moveTo>
                    <a:pt x="0" y="1447799"/>
                  </a:moveTo>
                  <a:lnTo>
                    <a:pt x="784" y="1399038"/>
                  </a:lnTo>
                  <a:lnTo>
                    <a:pt x="3121" y="1350680"/>
                  </a:lnTo>
                  <a:lnTo>
                    <a:pt x="6986" y="1302751"/>
                  </a:lnTo>
                  <a:lnTo>
                    <a:pt x="12354" y="1255277"/>
                  </a:lnTo>
                  <a:lnTo>
                    <a:pt x="19201" y="1208282"/>
                  </a:lnTo>
                  <a:lnTo>
                    <a:pt x="27501" y="1161792"/>
                  </a:lnTo>
                  <a:lnTo>
                    <a:pt x="37231" y="1115832"/>
                  </a:lnTo>
                  <a:lnTo>
                    <a:pt x="48365" y="1070428"/>
                  </a:lnTo>
                  <a:lnTo>
                    <a:pt x="60879" y="1025606"/>
                  </a:lnTo>
                  <a:lnTo>
                    <a:pt x="74748" y="981389"/>
                  </a:lnTo>
                  <a:lnTo>
                    <a:pt x="89948" y="937804"/>
                  </a:lnTo>
                  <a:lnTo>
                    <a:pt x="106453" y="894877"/>
                  </a:lnTo>
                  <a:lnTo>
                    <a:pt x="124240" y="852631"/>
                  </a:lnTo>
                  <a:lnTo>
                    <a:pt x="143283" y="811094"/>
                  </a:lnTo>
                  <a:lnTo>
                    <a:pt x="163558" y="770289"/>
                  </a:lnTo>
                  <a:lnTo>
                    <a:pt x="185040" y="730243"/>
                  </a:lnTo>
                  <a:lnTo>
                    <a:pt x="207705" y="690980"/>
                  </a:lnTo>
                  <a:lnTo>
                    <a:pt x="231527" y="652527"/>
                  </a:lnTo>
                  <a:lnTo>
                    <a:pt x="256483" y="614908"/>
                  </a:lnTo>
                  <a:lnTo>
                    <a:pt x="282547" y="578149"/>
                  </a:lnTo>
                  <a:lnTo>
                    <a:pt x="309695" y="542274"/>
                  </a:lnTo>
                  <a:lnTo>
                    <a:pt x="337902" y="507311"/>
                  </a:lnTo>
                  <a:lnTo>
                    <a:pt x="367143" y="473283"/>
                  </a:lnTo>
                  <a:lnTo>
                    <a:pt x="397394" y="440215"/>
                  </a:lnTo>
                  <a:lnTo>
                    <a:pt x="428631" y="408135"/>
                  </a:lnTo>
                  <a:lnTo>
                    <a:pt x="460828" y="377066"/>
                  </a:lnTo>
                  <a:lnTo>
                    <a:pt x="493960" y="347034"/>
                  </a:lnTo>
                  <a:lnTo>
                    <a:pt x="528004" y="318065"/>
                  </a:lnTo>
                  <a:lnTo>
                    <a:pt x="562934" y="290183"/>
                  </a:lnTo>
                  <a:lnTo>
                    <a:pt x="598726" y="263415"/>
                  </a:lnTo>
                  <a:lnTo>
                    <a:pt x="635355" y="237785"/>
                  </a:lnTo>
                  <a:lnTo>
                    <a:pt x="672797" y="213318"/>
                  </a:lnTo>
                  <a:lnTo>
                    <a:pt x="711026" y="190041"/>
                  </a:lnTo>
                  <a:lnTo>
                    <a:pt x="750018" y="167979"/>
                  </a:lnTo>
                  <a:lnTo>
                    <a:pt x="789749" y="147156"/>
                  </a:lnTo>
                  <a:lnTo>
                    <a:pt x="830194" y="127598"/>
                  </a:lnTo>
                  <a:lnTo>
                    <a:pt x="871327" y="109330"/>
                  </a:lnTo>
                  <a:lnTo>
                    <a:pt x="913125" y="92379"/>
                  </a:lnTo>
                  <a:lnTo>
                    <a:pt x="955563" y="76768"/>
                  </a:lnTo>
                  <a:lnTo>
                    <a:pt x="998616" y="62524"/>
                  </a:lnTo>
                  <a:lnTo>
                    <a:pt x="1042259" y="49672"/>
                  </a:lnTo>
                  <a:lnTo>
                    <a:pt x="1086468" y="38237"/>
                  </a:lnTo>
                  <a:lnTo>
                    <a:pt x="1131218" y="28244"/>
                  </a:lnTo>
                  <a:lnTo>
                    <a:pt x="1176485" y="19720"/>
                  </a:lnTo>
                  <a:lnTo>
                    <a:pt x="1222243" y="12688"/>
                  </a:lnTo>
                  <a:lnTo>
                    <a:pt x="1268468" y="7175"/>
                  </a:lnTo>
                  <a:lnTo>
                    <a:pt x="1315136" y="3205"/>
                  </a:lnTo>
                  <a:lnTo>
                    <a:pt x="1362221" y="805"/>
                  </a:lnTo>
                  <a:lnTo>
                    <a:pt x="1409699" y="0"/>
                  </a:lnTo>
                  <a:lnTo>
                    <a:pt x="1460580" y="942"/>
                  </a:lnTo>
                  <a:lnTo>
                    <a:pt x="1511227" y="3756"/>
                  </a:lnTo>
                  <a:lnTo>
                    <a:pt x="1561594" y="8424"/>
                  </a:lnTo>
                  <a:lnTo>
                    <a:pt x="1611639" y="14925"/>
                  </a:lnTo>
                  <a:lnTo>
                    <a:pt x="1661316" y="23242"/>
                  </a:lnTo>
                  <a:lnTo>
                    <a:pt x="1710581" y="33356"/>
                  </a:lnTo>
                  <a:lnTo>
                    <a:pt x="1759389" y="45247"/>
                  </a:lnTo>
                  <a:lnTo>
                    <a:pt x="1807696" y="58896"/>
                  </a:lnTo>
                  <a:lnTo>
                    <a:pt x="1855458" y="74285"/>
                  </a:lnTo>
                  <a:lnTo>
                    <a:pt x="1902631" y="91395"/>
                  </a:lnTo>
                  <a:lnTo>
                    <a:pt x="1949168" y="110207"/>
                  </a:lnTo>
                  <a:lnTo>
                    <a:pt x="1995027" y="130701"/>
                  </a:lnTo>
                  <a:lnTo>
                    <a:pt x="2040163" y="152860"/>
                  </a:lnTo>
                  <a:lnTo>
                    <a:pt x="2084531" y="176664"/>
                  </a:lnTo>
                  <a:lnTo>
                    <a:pt x="2128087" y="202094"/>
                  </a:lnTo>
                  <a:lnTo>
                    <a:pt x="2170787" y="229131"/>
                  </a:lnTo>
                  <a:lnTo>
                    <a:pt x="2212585" y="257757"/>
                  </a:lnTo>
                  <a:lnTo>
                    <a:pt x="2253439" y="287952"/>
                  </a:lnTo>
                  <a:lnTo>
                    <a:pt x="2293302" y="319698"/>
                  </a:lnTo>
                  <a:lnTo>
                    <a:pt x="2332131" y="352976"/>
                  </a:lnTo>
                  <a:lnTo>
                    <a:pt x="2369881" y="387766"/>
                  </a:lnTo>
                  <a:lnTo>
                    <a:pt x="2406507" y="424050"/>
                  </a:lnTo>
                  <a:lnTo>
                    <a:pt x="2440331" y="460007"/>
                  </a:lnTo>
                  <a:lnTo>
                    <a:pt x="2472824" y="497021"/>
                  </a:lnTo>
                  <a:lnTo>
                    <a:pt x="2503971" y="535053"/>
                  </a:lnTo>
                  <a:lnTo>
                    <a:pt x="2533756" y="574062"/>
                  </a:lnTo>
                  <a:lnTo>
                    <a:pt x="2562163" y="614008"/>
                  </a:lnTo>
                  <a:lnTo>
                    <a:pt x="2589175" y="654852"/>
                  </a:lnTo>
                  <a:lnTo>
                    <a:pt x="2614776" y="696554"/>
                  </a:lnTo>
                  <a:lnTo>
                    <a:pt x="2638950" y="739073"/>
                  </a:lnTo>
                  <a:lnTo>
                    <a:pt x="2661682" y="782369"/>
                  </a:lnTo>
                  <a:lnTo>
                    <a:pt x="2682954" y="826403"/>
                  </a:lnTo>
                  <a:lnTo>
                    <a:pt x="2702752" y="871135"/>
                  </a:lnTo>
                  <a:lnTo>
                    <a:pt x="2721058" y="916525"/>
                  </a:lnTo>
                  <a:lnTo>
                    <a:pt x="2737857" y="962533"/>
                  </a:lnTo>
                  <a:lnTo>
                    <a:pt x="2753133" y="1009118"/>
                  </a:lnTo>
                  <a:lnTo>
                    <a:pt x="2766869" y="1056241"/>
                  </a:lnTo>
                  <a:lnTo>
                    <a:pt x="2779049" y="1103863"/>
                  </a:lnTo>
                  <a:lnTo>
                    <a:pt x="2789658" y="1151942"/>
                  </a:lnTo>
                  <a:lnTo>
                    <a:pt x="2798678" y="1200439"/>
                  </a:lnTo>
                  <a:lnTo>
                    <a:pt x="2806095" y="1249315"/>
                  </a:lnTo>
                  <a:lnTo>
                    <a:pt x="2811892" y="1298529"/>
                  </a:lnTo>
                  <a:lnTo>
                    <a:pt x="2816052" y="1348041"/>
                  </a:lnTo>
                  <a:lnTo>
                    <a:pt x="2818560" y="1397811"/>
                  </a:lnTo>
                  <a:lnTo>
                    <a:pt x="2819400" y="1447799"/>
                  </a:lnTo>
                  <a:lnTo>
                    <a:pt x="2818615" y="1496561"/>
                  </a:lnTo>
                  <a:lnTo>
                    <a:pt x="2816278" y="1544919"/>
                  </a:lnTo>
                  <a:lnTo>
                    <a:pt x="2812413" y="1592848"/>
                  </a:lnTo>
                  <a:lnTo>
                    <a:pt x="2807045" y="1640322"/>
                  </a:lnTo>
                  <a:lnTo>
                    <a:pt x="2800199" y="1687317"/>
                  </a:lnTo>
                  <a:lnTo>
                    <a:pt x="2791898" y="1733807"/>
                  </a:lnTo>
                  <a:lnTo>
                    <a:pt x="2782169" y="1779767"/>
                  </a:lnTo>
                  <a:lnTo>
                    <a:pt x="2771034" y="1825171"/>
                  </a:lnTo>
                  <a:lnTo>
                    <a:pt x="2758520" y="1869993"/>
                  </a:lnTo>
                  <a:lnTo>
                    <a:pt x="2744651" y="1914210"/>
                  </a:lnTo>
                  <a:lnTo>
                    <a:pt x="2729452" y="1957795"/>
                  </a:lnTo>
                  <a:lnTo>
                    <a:pt x="2712946" y="2000722"/>
                  </a:lnTo>
                  <a:lnTo>
                    <a:pt x="2695159" y="2042968"/>
                  </a:lnTo>
                  <a:lnTo>
                    <a:pt x="2676116" y="2084505"/>
                  </a:lnTo>
                  <a:lnTo>
                    <a:pt x="2655841" y="2125310"/>
                  </a:lnTo>
                  <a:lnTo>
                    <a:pt x="2634359" y="2165356"/>
                  </a:lnTo>
                  <a:lnTo>
                    <a:pt x="2611694" y="2204619"/>
                  </a:lnTo>
                  <a:lnTo>
                    <a:pt x="2587872" y="2243072"/>
                  </a:lnTo>
                  <a:lnTo>
                    <a:pt x="2562916" y="2280691"/>
                  </a:lnTo>
                  <a:lnTo>
                    <a:pt x="2536852" y="2317450"/>
                  </a:lnTo>
                  <a:lnTo>
                    <a:pt x="2509704" y="2353325"/>
                  </a:lnTo>
                  <a:lnTo>
                    <a:pt x="2481497" y="2388288"/>
                  </a:lnTo>
                  <a:lnTo>
                    <a:pt x="2452256" y="2422317"/>
                  </a:lnTo>
                  <a:lnTo>
                    <a:pt x="2422005" y="2455384"/>
                  </a:lnTo>
                  <a:lnTo>
                    <a:pt x="2390768" y="2487464"/>
                  </a:lnTo>
                  <a:lnTo>
                    <a:pt x="2358571" y="2518533"/>
                  </a:lnTo>
                  <a:lnTo>
                    <a:pt x="2325439" y="2548565"/>
                  </a:lnTo>
                  <a:lnTo>
                    <a:pt x="2291395" y="2577534"/>
                  </a:lnTo>
                  <a:lnTo>
                    <a:pt x="2256465" y="2605416"/>
                  </a:lnTo>
                  <a:lnTo>
                    <a:pt x="2220673" y="2632184"/>
                  </a:lnTo>
                  <a:lnTo>
                    <a:pt x="2184044" y="2657814"/>
                  </a:lnTo>
                  <a:lnTo>
                    <a:pt x="2146602" y="2682281"/>
                  </a:lnTo>
                  <a:lnTo>
                    <a:pt x="2108373" y="2705558"/>
                  </a:lnTo>
                  <a:lnTo>
                    <a:pt x="2069381" y="2727620"/>
                  </a:lnTo>
                  <a:lnTo>
                    <a:pt x="2029650" y="2748443"/>
                  </a:lnTo>
                  <a:lnTo>
                    <a:pt x="1989205" y="2768001"/>
                  </a:lnTo>
                  <a:lnTo>
                    <a:pt x="1948072" y="2786269"/>
                  </a:lnTo>
                  <a:lnTo>
                    <a:pt x="1906274" y="2803220"/>
                  </a:lnTo>
                  <a:lnTo>
                    <a:pt x="1863836" y="2818831"/>
                  </a:lnTo>
                  <a:lnTo>
                    <a:pt x="1820783" y="2833075"/>
                  </a:lnTo>
                  <a:lnTo>
                    <a:pt x="1777140" y="2845927"/>
                  </a:lnTo>
                  <a:lnTo>
                    <a:pt x="1732931" y="2857362"/>
                  </a:lnTo>
                  <a:lnTo>
                    <a:pt x="1688181" y="2867355"/>
                  </a:lnTo>
                  <a:lnTo>
                    <a:pt x="1642914" y="2875879"/>
                  </a:lnTo>
                  <a:lnTo>
                    <a:pt x="1597156" y="2882911"/>
                  </a:lnTo>
                  <a:lnTo>
                    <a:pt x="1550931" y="2888424"/>
                  </a:lnTo>
                  <a:lnTo>
                    <a:pt x="1504263" y="2892394"/>
                  </a:lnTo>
                  <a:lnTo>
                    <a:pt x="1457178" y="2894794"/>
                  </a:lnTo>
                  <a:lnTo>
                    <a:pt x="1409699" y="2895599"/>
                  </a:lnTo>
                  <a:lnTo>
                    <a:pt x="1362221" y="2894794"/>
                  </a:lnTo>
                  <a:lnTo>
                    <a:pt x="1315136" y="2892394"/>
                  </a:lnTo>
                  <a:lnTo>
                    <a:pt x="1268468" y="2888424"/>
                  </a:lnTo>
                  <a:lnTo>
                    <a:pt x="1222243" y="2882911"/>
                  </a:lnTo>
                  <a:lnTo>
                    <a:pt x="1176485" y="2875879"/>
                  </a:lnTo>
                  <a:lnTo>
                    <a:pt x="1131218" y="2867355"/>
                  </a:lnTo>
                  <a:lnTo>
                    <a:pt x="1086468" y="2857362"/>
                  </a:lnTo>
                  <a:lnTo>
                    <a:pt x="1042259" y="2845927"/>
                  </a:lnTo>
                  <a:lnTo>
                    <a:pt x="998616" y="2833075"/>
                  </a:lnTo>
                  <a:lnTo>
                    <a:pt x="955563" y="2818831"/>
                  </a:lnTo>
                  <a:lnTo>
                    <a:pt x="913125" y="2803220"/>
                  </a:lnTo>
                  <a:lnTo>
                    <a:pt x="871327" y="2786269"/>
                  </a:lnTo>
                  <a:lnTo>
                    <a:pt x="830194" y="2768001"/>
                  </a:lnTo>
                  <a:lnTo>
                    <a:pt x="789749" y="2748443"/>
                  </a:lnTo>
                  <a:lnTo>
                    <a:pt x="750018" y="2727620"/>
                  </a:lnTo>
                  <a:lnTo>
                    <a:pt x="711026" y="2705558"/>
                  </a:lnTo>
                  <a:lnTo>
                    <a:pt x="672797" y="2682281"/>
                  </a:lnTo>
                  <a:lnTo>
                    <a:pt x="635355" y="2657814"/>
                  </a:lnTo>
                  <a:lnTo>
                    <a:pt x="598726" y="2632184"/>
                  </a:lnTo>
                  <a:lnTo>
                    <a:pt x="562934" y="2605416"/>
                  </a:lnTo>
                  <a:lnTo>
                    <a:pt x="528004" y="2577534"/>
                  </a:lnTo>
                  <a:lnTo>
                    <a:pt x="493960" y="2548565"/>
                  </a:lnTo>
                  <a:lnTo>
                    <a:pt x="460828" y="2518533"/>
                  </a:lnTo>
                  <a:lnTo>
                    <a:pt x="428631" y="2487464"/>
                  </a:lnTo>
                  <a:lnTo>
                    <a:pt x="397394" y="2455384"/>
                  </a:lnTo>
                  <a:lnTo>
                    <a:pt x="367143" y="2422317"/>
                  </a:lnTo>
                  <a:lnTo>
                    <a:pt x="337902" y="2388288"/>
                  </a:lnTo>
                  <a:lnTo>
                    <a:pt x="309695" y="2353325"/>
                  </a:lnTo>
                  <a:lnTo>
                    <a:pt x="282547" y="2317450"/>
                  </a:lnTo>
                  <a:lnTo>
                    <a:pt x="256483" y="2280691"/>
                  </a:lnTo>
                  <a:lnTo>
                    <a:pt x="231527" y="2243072"/>
                  </a:lnTo>
                  <a:lnTo>
                    <a:pt x="207705" y="2204619"/>
                  </a:lnTo>
                  <a:lnTo>
                    <a:pt x="185040" y="2165356"/>
                  </a:lnTo>
                  <a:lnTo>
                    <a:pt x="163558" y="2125310"/>
                  </a:lnTo>
                  <a:lnTo>
                    <a:pt x="143283" y="2084505"/>
                  </a:lnTo>
                  <a:lnTo>
                    <a:pt x="124240" y="2042968"/>
                  </a:lnTo>
                  <a:lnTo>
                    <a:pt x="106453" y="2000722"/>
                  </a:lnTo>
                  <a:lnTo>
                    <a:pt x="89948" y="1957795"/>
                  </a:lnTo>
                  <a:lnTo>
                    <a:pt x="74748" y="1914210"/>
                  </a:lnTo>
                  <a:lnTo>
                    <a:pt x="60879" y="1869993"/>
                  </a:lnTo>
                  <a:lnTo>
                    <a:pt x="48365" y="1825171"/>
                  </a:lnTo>
                  <a:lnTo>
                    <a:pt x="37231" y="1779767"/>
                  </a:lnTo>
                  <a:lnTo>
                    <a:pt x="27501" y="1733807"/>
                  </a:lnTo>
                  <a:lnTo>
                    <a:pt x="19201" y="1687317"/>
                  </a:lnTo>
                  <a:lnTo>
                    <a:pt x="12354" y="1640322"/>
                  </a:lnTo>
                  <a:lnTo>
                    <a:pt x="6986" y="1592848"/>
                  </a:lnTo>
                  <a:lnTo>
                    <a:pt x="3121" y="1544919"/>
                  </a:lnTo>
                  <a:lnTo>
                    <a:pt x="784" y="1496561"/>
                  </a:lnTo>
                  <a:lnTo>
                    <a:pt x="0" y="1447799"/>
                  </a:lnTo>
                  <a:close/>
                </a:path>
              </a:pathLst>
            </a:custGeom>
            <a:ln w="28574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05450" y="3363912"/>
              <a:ext cx="247649" cy="24764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397500" y="326548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1774" y="0"/>
                  </a:moveTo>
                  <a:lnTo>
                    <a:pt x="231774" y="457199"/>
                  </a:lnTo>
                </a:path>
                <a:path w="457200" h="457200">
                  <a:moveTo>
                    <a:pt x="0" y="225424"/>
                  </a:moveTo>
                  <a:lnTo>
                    <a:pt x="457199" y="225424"/>
                  </a:lnTo>
                </a:path>
              </a:pathLst>
            </a:custGeom>
            <a:ln w="9524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389562" y="326548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7474" y="222249"/>
                  </a:moveTo>
                  <a:lnTo>
                    <a:pt x="126457" y="177759"/>
                  </a:lnTo>
                  <a:lnTo>
                    <a:pt x="150952" y="141427"/>
                  </a:lnTo>
                  <a:lnTo>
                    <a:pt x="187284" y="116932"/>
                  </a:lnTo>
                  <a:lnTo>
                    <a:pt x="231774" y="107949"/>
                  </a:lnTo>
                  <a:lnTo>
                    <a:pt x="275515" y="116650"/>
                  </a:lnTo>
                  <a:lnTo>
                    <a:pt x="312596" y="141427"/>
                  </a:lnTo>
                  <a:lnTo>
                    <a:pt x="337374" y="178509"/>
                  </a:lnTo>
                  <a:lnTo>
                    <a:pt x="346074" y="222249"/>
                  </a:lnTo>
                  <a:lnTo>
                    <a:pt x="337092" y="266740"/>
                  </a:lnTo>
                  <a:lnTo>
                    <a:pt x="312597" y="303072"/>
                  </a:lnTo>
                  <a:lnTo>
                    <a:pt x="276265" y="327567"/>
                  </a:lnTo>
                  <a:lnTo>
                    <a:pt x="231774" y="336549"/>
                  </a:lnTo>
                  <a:lnTo>
                    <a:pt x="187284" y="327567"/>
                  </a:lnTo>
                  <a:lnTo>
                    <a:pt x="150952" y="303072"/>
                  </a:lnTo>
                  <a:lnTo>
                    <a:pt x="126457" y="266740"/>
                  </a:lnTo>
                  <a:lnTo>
                    <a:pt x="117474" y="222249"/>
                  </a:lnTo>
                  <a:close/>
                </a:path>
                <a:path w="457200" h="457200">
                  <a:moveTo>
                    <a:pt x="231774" y="0"/>
                  </a:moveTo>
                  <a:lnTo>
                    <a:pt x="231774" y="457199"/>
                  </a:lnTo>
                </a:path>
                <a:path w="457200" h="457200">
                  <a:moveTo>
                    <a:pt x="0" y="225424"/>
                  </a:moveTo>
                  <a:lnTo>
                    <a:pt x="457199" y="225424"/>
                  </a:lnTo>
                </a:path>
              </a:pathLst>
            </a:custGeom>
            <a:ln w="3809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0" name="object 5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21375" y="1371600"/>
            <a:ext cx="152399" cy="15239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600" y="1600200"/>
            <a:ext cx="152399" cy="15239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1295400"/>
            <a:ext cx="152399" cy="152399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0" y="1752600"/>
            <a:ext cx="152399" cy="152399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15200" y="2362200"/>
            <a:ext cx="152399" cy="152399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62800" y="2895600"/>
            <a:ext cx="152399" cy="152399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24800" y="2971800"/>
            <a:ext cx="152399" cy="152399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78713" y="3430587"/>
            <a:ext cx="152399" cy="15239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43800" y="4343400"/>
            <a:ext cx="152399" cy="15239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5029200"/>
            <a:ext cx="152399" cy="15239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7000" y="5486400"/>
            <a:ext cx="152399" cy="152399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5486400"/>
            <a:ext cx="152399" cy="152399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0200" y="5029200"/>
            <a:ext cx="152399" cy="152399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5486400"/>
            <a:ext cx="152399" cy="152399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14800" y="5638800"/>
            <a:ext cx="152399" cy="152399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600" y="5029200"/>
            <a:ext cx="152399" cy="152399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05200" y="4267200"/>
            <a:ext cx="152399" cy="152399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33800" y="2971800"/>
            <a:ext cx="152399" cy="152399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1828800"/>
            <a:ext cx="152399" cy="152399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1600200"/>
            <a:ext cx="152399" cy="152399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1219200"/>
            <a:ext cx="152399" cy="152399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800" y="1600200"/>
            <a:ext cx="152399" cy="152399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57600" y="2209800"/>
            <a:ext cx="152399" cy="152399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76600" y="2667000"/>
            <a:ext cx="152399" cy="15239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00" y="3505200"/>
            <a:ext cx="152399" cy="152399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5600" y="3581400"/>
            <a:ext cx="152399" cy="152399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4419600"/>
            <a:ext cx="152399" cy="152399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48000" y="5257800"/>
            <a:ext cx="152399" cy="152399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5638800"/>
            <a:ext cx="152399" cy="152399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4876800"/>
            <a:ext cx="152399" cy="152399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3962400"/>
            <a:ext cx="152399" cy="152399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14600" y="2743200"/>
            <a:ext cx="152399" cy="152399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1905000"/>
            <a:ext cx="152399" cy="152399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1905000"/>
            <a:ext cx="152399" cy="152399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28800" y="3048000"/>
            <a:ext cx="152399" cy="152399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4724400"/>
            <a:ext cx="152399" cy="152399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5791200"/>
            <a:ext cx="152399" cy="152399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200" y="3505200"/>
            <a:ext cx="152399" cy="152399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0600" y="2286000"/>
            <a:ext cx="152399" cy="152399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219200"/>
            <a:ext cx="152399" cy="152399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90800" y="1066800"/>
            <a:ext cx="152399" cy="152399"/>
          </a:xfrm>
          <a:prstGeom prst="rect">
            <a:avLst/>
          </a:prstGeom>
        </p:spPr>
      </p:pic>
      <p:sp>
        <p:nvSpPr>
          <p:cNvPr id="91" name="object 91"/>
          <p:cNvSpPr/>
          <p:nvPr/>
        </p:nvSpPr>
        <p:spPr>
          <a:xfrm>
            <a:off x="7467600" y="914400"/>
            <a:ext cx="1447800" cy="609600"/>
          </a:xfrm>
          <a:custGeom>
            <a:avLst/>
            <a:gdLst/>
            <a:ahLst/>
            <a:cxnLst/>
            <a:rect l="l" t="t" r="r" b="b"/>
            <a:pathLst>
              <a:path w="1447800" h="609600">
                <a:moveTo>
                  <a:pt x="0" y="101602"/>
                </a:moveTo>
                <a:lnTo>
                  <a:pt x="7984" y="62053"/>
                </a:lnTo>
                <a:lnTo>
                  <a:pt x="29758" y="29758"/>
                </a:lnTo>
                <a:lnTo>
                  <a:pt x="62054" y="7984"/>
                </a:lnTo>
                <a:lnTo>
                  <a:pt x="101602" y="0"/>
                </a:lnTo>
                <a:lnTo>
                  <a:pt x="1346197" y="0"/>
                </a:lnTo>
                <a:lnTo>
                  <a:pt x="1385079" y="7734"/>
                </a:lnTo>
                <a:lnTo>
                  <a:pt x="1418041" y="29758"/>
                </a:lnTo>
                <a:lnTo>
                  <a:pt x="1440065" y="62720"/>
                </a:lnTo>
                <a:lnTo>
                  <a:pt x="1447799" y="101602"/>
                </a:lnTo>
                <a:lnTo>
                  <a:pt x="1447799" y="507997"/>
                </a:lnTo>
                <a:lnTo>
                  <a:pt x="1439815" y="547546"/>
                </a:lnTo>
                <a:lnTo>
                  <a:pt x="1418041" y="579841"/>
                </a:lnTo>
                <a:lnTo>
                  <a:pt x="1385745" y="601615"/>
                </a:lnTo>
                <a:lnTo>
                  <a:pt x="1346197" y="609599"/>
                </a:lnTo>
                <a:lnTo>
                  <a:pt x="101602" y="609599"/>
                </a:lnTo>
                <a:lnTo>
                  <a:pt x="62054" y="601615"/>
                </a:lnTo>
                <a:lnTo>
                  <a:pt x="29758" y="579841"/>
                </a:lnTo>
                <a:lnTo>
                  <a:pt x="7984" y="547546"/>
                </a:lnTo>
                <a:lnTo>
                  <a:pt x="0" y="507997"/>
                </a:lnTo>
                <a:lnTo>
                  <a:pt x="0" y="101602"/>
                </a:lnTo>
                <a:close/>
              </a:path>
            </a:pathLst>
          </a:custGeom>
          <a:ln w="19049">
            <a:solidFill>
              <a:srgbClr val="00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467600" y="1600200"/>
            <a:ext cx="1447800" cy="609600"/>
          </a:xfrm>
          <a:custGeom>
            <a:avLst/>
            <a:gdLst/>
            <a:ahLst/>
            <a:cxnLst/>
            <a:rect l="l" t="t" r="r" b="b"/>
            <a:pathLst>
              <a:path w="1447800" h="609600">
                <a:moveTo>
                  <a:pt x="0" y="101601"/>
                </a:moveTo>
                <a:lnTo>
                  <a:pt x="7984" y="62053"/>
                </a:lnTo>
                <a:lnTo>
                  <a:pt x="29758" y="29758"/>
                </a:lnTo>
                <a:lnTo>
                  <a:pt x="62054" y="7984"/>
                </a:lnTo>
                <a:lnTo>
                  <a:pt x="101602" y="0"/>
                </a:lnTo>
                <a:lnTo>
                  <a:pt x="1346197" y="0"/>
                </a:lnTo>
                <a:lnTo>
                  <a:pt x="1385079" y="7734"/>
                </a:lnTo>
                <a:lnTo>
                  <a:pt x="1418041" y="29758"/>
                </a:lnTo>
                <a:lnTo>
                  <a:pt x="1440065" y="62720"/>
                </a:lnTo>
                <a:lnTo>
                  <a:pt x="1447799" y="101601"/>
                </a:lnTo>
                <a:lnTo>
                  <a:pt x="1447799" y="507997"/>
                </a:lnTo>
                <a:lnTo>
                  <a:pt x="1439815" y="547546"/>
                </a:lnTo>
                <a:lnTo>
                  <a:pt x="1418041" y="579841"/>
                </a:lnTo>
                <a:lnTo>
                  <a:pt x="1385745" y="601615"/>
                </a:lnTo>
                <a:lnTo>
                  <a:pt x="1346197" y="609599"/>
                </a:lnTo>
                <a:lnTo>
                  <a:pt x="101602" y="609599"/>
                </a:lnTo>
                <a:lnTo>
                  <a:pt x="62054" y="601615"/>
                </a:lnTo>
                <a:lnTo>
                  <a:pt x="29758" y="579841"/>
                </a:lnTo>
                <a:lnTo>
                  <a:pt x="7984" y="547546"/>
                </a:lnTo>
                <a:lnTo>
                  <a:pt x="0" y="507997"/>
                </a:lnTo>
                <a:lnTo>
                  <a:pt x="0" y="101601"/>
                </a:lnTo>
                <a:close/>
              </a:path>
            </a:pathLst>
          </a:custGeom>
          <a:ln w="19049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7743980" y="954532"/>
            <a:ext cx="894715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5080" indent="-10223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Region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spc="-10" dirty="0">
                <a:latin typeface="Arial MT"/>
                <a:cs typeface="Arial MT"/>
              </a:rPr>
              <a:t>interest</a:t>
            </a:r>
            <a:endParaRPr sz="1600">
              <a:latin typeface="Arial MT"/>
              <a:cs typeface="Arial MT"/>
            </a:endParaRPr>
          </a:p>
          <a:p>
            <a:pPr marL="204470" marR="21590" indent="-175260">
              <a:lnSpc>
                <a:spcPct val="100000"/>
              </a:lnSpc>
              <a:spcBef>
                <a:spcPts val="1560"/>
              </a:spcBef>
            </a:pPr>
            <a:r>
              <a:rPr sz="1600" dirty="0">
                <a:latin typeface="Arial MT"/>
                <a:cs typeface="Arial MT"/>
              </a:rPr>
              <a:t>Center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spc="-20" dirty="0">
                <a:latin typeface="Arial MT"/>
                <a:cs typeface="Arial MT"/>
              </a:rPr>
              <a:t>mass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93675" y="6542913"/>
            <a:ext cx="24384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Slide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5" dirty="0">
                <a:latin typeface="Arial MT"/>
                <a:cs typeface="Arial MT"/>
              </a:rPr>
              <a:t>Y.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Ukrainitz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B.</a:t>
            </a:r>
            <a:r>
              <a:rPr sz="1400" spc="-10" dirty="0">
                <a:latin typeface="Arial MT"/>
                <a:cs typeface="Arial MT"/>
              </a:rPr>
              <a:t> Sarel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5" name="object 9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Mean</a:t>
            </a:r>
            <a:r>
              <a:rPr spc="-20" dirty="0"/>
              <a:t> </a:t>
            </a:r>
            <a:r>
              <a:rPr spc="-10" dirty="0"/>
              <a:t>shift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9DE7FB14-B39F-D887-27D6-4ADBAE0BE81F}"/>
                  </a:ext>
                </a:extLst>
              </p14:cNvPr>
              <p14:cNvContentPartPr/>
              <p14:nvPr/>
            </p14:nvContentPartPr>
            <p14:xfrm>
              <a:off x="7853040" y="4400640"/>
              <a:ext cx="1104840" cy="4485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9DE7FB14-B39F-D887-27D6-4ADBAE0BE81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36840" y="4384440"/>
                <a:ext cx="1137240" cy="480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409950"/>
            <a:ext cx="8686800" cy="3448050"/>
            <a:chOff x="457200" y="3409950"/>
            <a:chExt cx="8686800" cy="3448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0" y="5584825"/>
              <a:ext cx="152399" cy="1523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1400" y="5334000"/>
              <a:ext cx="152399" cy="152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0" y="5105400"/>
              <a:ext cx="152399" cy="152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67600" y="5867400"/>
              <a:ext cx="152399" cy="1523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6600" y="5562600"/>
              <a:ext cx="152399" cy="1523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10400" y="5029200"/>
              <a:ext cx="152399" cy="1523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1400" y="4953000"/>
              <a:ext cx="152399" cy="1523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2800" y="4724400"/>
              <a:ext cx="152399" cy="1523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43800" y="4495800"/>
              <a:ext cx="152399" cy="1523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0" y="4114800"/>
              <a:ext cx="152399" cy="1523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0" y="5867400"/>
              <a:ext cx="152399" cy="1523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600" y="5334000"/>
              <a:ext cx="152399" cy="1523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2200" y="4876800"/>
              <a:ext cx="152399" cy="1523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600" y="4495800"/>
              <a:ext cx="152399" cy="1523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2800" y="4343400"/>
              <a:ext cx="152399" cy="1523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81800" y="3733799"/>
              <a:ext cx="152399" cy="1523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0" y="4114800"/>
              <a:ext cx="152399" cy="1523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0" y="4572000"/>
              <a:ext cx="152399" cy="15239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0" y="5410200"/>
              <a:ext cx="152399" cy="15239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0" y="5486400"/>
              <a:ext cx="152399" cy="1523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3000" y="4648200"/>
              <a:ext cx="152399" cy="1523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0" y="3809999"/>
              <a:ext cx="152399" cy="15239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029200" y="3429000"/>
              <a:ext cx="2819400" cy="2895600"/>
            </a:xfrm>
            <a:custGeom>
              <a:avLst/>
              <a:gdLst/>
              <a:ahLst/>
              <a:cxnLst/>
              <a:rect l="l" t="t" r="r" b="b"/>
              <a:pathLst>
                <a:path w="2819400" h="2895600">
                  <a:moveTo>
                    <a:pt x="0" y="1447799"/>
                  </a:moveTo>
                  <a:lnTo>
                    <a:pt x="784" y="1399038"/>
                  </a:lnTo>
                  <a:lnTo>
                    <a:pt x="3121" y="1350680"/>
                  </a:lnTo>
                  <a:lnTo>
                    <a:pt x="6986" y="1302751"/>
                  </a:lnTo>
                  <a:lnTo>
                    <a:pt x="12354" y="1255276"/>
                  </a:lnTo>
                  <a:lnTo>
                    <a:pt x="19201" y="1208282"/>
                  </a:lnTo>
                  <a:lnTo>
                    <a:pt x="27501" y="1161792"/>
                  </a:lnTo>
                  <a:lnTo>
                    <a:pt x="37231" y="1115832"/>
                  </a:lnTo>
                  <a:lnTo>
                    <a:pt x="48365" y="1070428"/>
                  </a:lnTo>
                  <a:lnTo>
                    <a:pt x="60879" y="1025606"/>
                  </a:lnTo>
                  <a:lnTo>
                    <a:pt x="74748" y="981389"/>
                  </a:lnTo>
                  <a:lnTo>
                    <a:pt x="89948" y="937804"/>
                  </a:lnTo>
                  <a:lnTo>
                    <a:pt x="106453" y="894877"/>
                  </a:lnTo>
                  <a:lnTo>
                    <a:pt x="124240" y="852631"/>
                  </a:lnTo>
                  <a:lnTo>
                    <a:pt x="143283" y="811094"/>
                  </a:lnTo>
                  <a:lnTo>
                    <a:pt x="163558" y="770289"/>
                  </a:lnTo>
                  <a:lnTo>
                    <a:pt x="185040" y="730243"/>
                  </a:lnTo>
                  <a:lnTo>
                    <a:pt x="207705" y="690980"/>
                  </a:lnTo>
                  <a:lnTo>
                    <a:pt x="231527" y="652527"/>
                  </a:lnTo>
                  <a:lnTo>
                    <a:pt x="256483" y="614908"/>
                  </a:lnTo>
                  <a:lnTo>
                    <a:pt x="282547" y="578149"/>
                  </a:lnTo>
                  <a:lnTo>
                    <a:pt x="309695" y="542274"/>
                  </a:lnTo>
                  <a:lnTo>
                    <a:pt x="337902" y="507311"/>
                  </a:lnTo>
                  <a:lnTo>
                    <a:pt x="367143" y="473282"/>
                  </a:lnTo>
                  <a:lnTo>
                    <a:pt x="397394" y="440215"/>
                  </a:lnTo>
                  <a:lnTo>
                    <a:pt x="428631" y="408135"/>
                  </a:lnTo>
                  <a:lnTo>
                    <a:pt x="460828" y="377066"/>
                  </a:lnTo>
                  <a:lnTo>
                    <a:pt x="493960" y="347034"/>
                  </a:lnTo>
                  <a:lnTo>
                    <a:pt x="528004" y="318065"/>
                  </a:lnTo>
                  <a:lnTo>
                    <a:pt x="562934" y="290183"/>
                  </a:lnTo>
                  <a:lnTo>
                    <a:pt x="598726" y="263415"/>
                  </a:lnTo>
                  <a:lnTo>
                    <a:pt x="635355" y="237785"/>
                  </a:lnTo>
                  <a:lnTo>
                    <a:pt x="672797" y="213318"/>
                  </a:lnTo>
                  <a:lnTo>
                    <a:pt x="711026" y="190041"/>
                  </a:lnTo>
                  <a:lnTo>
                    <a:pt x="750018" y="167978"/>
                  </a:lnTo>
                  <a:lnTo>
                    <a:pt x="789749" y="147156"/>
                  </a:lnTo>
                  <a:lnTo>
                    <a:pt x="830194" y="127598"/>
                  </a:lnTo>
                  <a:lnTo>
                    <a:pt x="871327" y="109330"/>
                  </a:lnTo>
                  <a:lnTo>
                    <a:pt x="913125" y="92379"/>
                  </a:lnTo>
                  <a:lnTo>
                    <a:pt x="955563" y="76768"/>
                  </a:lnTo>
                  <a:lnTo>
                    <a:pt x="998616" y="62524"/>
                  </a:lnTo>
                  <a:lnTo>
                    <a:pt x="1042259" y="49672"/>
                  </a:lnTo>
                  <a:lnTo>
                    <a:pt x="1086468" y="38237"/>
                  </a:lnTo>
                  <a:lnTo>
                    <a:pt x="1131218" y="28244"/>
                  </a:lnTo>
                  <a:lnTo>
                    <a:pt x="1176485" y="19720"/>
                  </a:lnTo>
                  <a:lnTo>
                    <a:pt x="1222243" y="12688"/>
                  </a:lnTo>
                  <a:lnTo>
                    <a:pt x="1268468" y="7175"/>
                  </a:lnTo>
                  <a:lnTo>
                    <a:pt x="1315136" y="3205"/>
                  </a:lnTo>
                  <a:lnTo>
                    <a:pt x="1362221" y="805"/>
                  </a:lnTo>
                  <a:lnTo>
                    <a:pt x="1409699" y="0"/>
                  </a:lnTo>
                  <a:lnTo>
                    <a:pt x="1460580" y="942"/>
                  </a:lnTo>
                  <a:lnTo>
                    <a:pt x="1511227" y="3756"/>
                  </a:lnTo>
                  <a:lnTo>
                    <a:pt x="1561594" y="8424"/>
                  </a:lnTo>
                  <a:lnTo>
                    <a:pt x="1611639" y="14925"/>
                  </a:lnTo>
                  <a:lnTo>
                    <a:pt x="1661316" y="23242"/>
                  </a:lnTo>
                  <a:lnTo>
                    <a:pt x="1710581" y="33356"/>
                  </a:lnTo>
                  <a:lnTo>
                    <a:pt x="1759389" y="45247"/>
                  </a:lnTo>
                  <a:lnTo>
                    <a:pt x="1807696" y="58896"/>
                  </a:lnTo>
                  <a:lnTo>
                    <a:pt x="1855458" y="74285"/>
                  </a:lnTo>
                  <a:lnTo>
                    <a:pt x="1902631" y="91395"/>
                  </a:lnTo>
                  <a:lnTo>
                    <a:pt x="1949168" y="110207"/>
                  </a:lnTo>
                  <a:lnTo>
                    <a:pt x="1995027" y="130701"/>
                  </a:lnTo>
                  <a:lnTo>
                    <a:pt x="2040163" y="152860"/>
                  </a:lnTo>
                  <a:lnTo>
                    <a:pt x="2084531" y="176664"/>
                  </a:lnTo>
                  <a:lnTo>
                    <a:pt x="2128087" y="202094"/>
                  </a:lnTo>
                  <a:lnTo>
                    <a:pt x="2170787" y="229131"/>
                  </a:lnTo>
                  <a:lnTo>
                    <a:pt x="2212586" y="257757"/>
                  </a:lnTo>
                  <a:lnTo>
                    <a:pt x="2253439" y="287952"/>
                  </a:lnTo>
                  <a:lnTo>
                    <a:pt x="2293302" y="319698"/>
                  </a:lnTo>
                  <a:lnTo>
                    <a:pt x="2332131" y="352976"/>
                  </a:lnTo>
                  <a:lnTo>
                    <a:pt x="2369881" y="387766"/>
                  </a:lnTo>
                  <a:lnTo>
                    <a:pt x="2406508" y="424050"/>
                  </a:lnTo>
                  <a:lnTo>
                    <a:pt x="2440331" y="460007"/>
                  </a:lnTo>
                  <a:lnTo>
                    <a:pt x="2472825" y="497021"/>
                  </a:lnTo>
                  <a:lnTo>
                    <a:pt x="2503972" y="535053"/>
                  </a:lnTo>
                  <a:lnTo>
                    <a:pt x="2533756" y="574062"/>
                  </a:lnTo>
                  <a:lnTo>
                    <a:pt x="2562163" y="614008"/>
                  </a:lnTo>
                  <a:lnTo>
                    <a:pt x="2589175" y="654852"/>
                  </a:lnTo>
                  <a:lnTo>
                    <a:pt x="2614776" y="696554"/>
                  </a:lnTo>
                  <a:lnTo>
                    <a:pt x="2638950" y="739073"/>
                  </a:lnTo>
                  <a:lnTo>
                    <a:pt x="2661682" y="782369"/>
                  </a:lnTo>
                  <a:lnTo>
                    <a:pt x="2682954" y="826403"/>
                  </a:lnTo>
                  <a:lnTo>
                    <a:pt x="2702752" y="871135"/>
                  </a:lnTo>
                  <a:lnTo>
                    <a:pt x="2721058" y="916525"/>
                  </a:lnTo>
                  <a:lnTo>
                    <a:pt x="2737857" y="962533"/>
                  </a:lnTo>
                  <a:lnTo>
                    <a:pt x="2753133" y="1009118"/>
                  </a:lnTo>
                  <a:lnTo>
                    <a:pt x="2766869" y="1056241"/>
                  </a:lnTo>
                  <a:lnTo>
                    <a:pt x="2779049" y="1103863"/>
                  </a:lnTo>
                  <a:lnTo>
                    <a:pt x="2789657" y="1151942"/>
                  </a:lnTo>
                  <a:lnTo>
                    <a:pt x="2798678" y="1200439"/>
                  </a:lnTo>
                  <a:lnTo>
                    <a:pt x="2806095" y="1249315"/>
                  </a:lnTo>
                  <a:lnTo>
                    <a:pt x="2811891" y="1298529"/>
                  </a:lnTo>
                  <a:lnTo>
                    <a:pt x="2816052" y="1348041"/>
                  </a:lnTo>
                  <a:lnTo>
                    <a:pt x="2818560" y="1397811"/>
                  </a:lnTo>
                  <a:lnTo>
                    <a:pt x="2819399" y="1447799"/>
                  </a:lnTo>
                  <a:lnTo>
                    <a:pt x="2818615" y="1496561"/>
                  </a:lnTo>
                  <a:lnTo>
                    <a:pt x="2816278" y="1544919"/>
                  </a:lnTo>
                  <a:lnTo>
                    <a:pt x="2812413" y="1592848"/>
                  </a:lnTo>
                  <a:lnTo>
                    <a:pt x="2807045" y="1640322"/>
                  </a:lnTo>
                  <a:lnTo>
                    <a:pt x="2800198" y="1687317"/>
                  </a:lnTo>
                  <a:lnTo>
                    <a:pt x="2791898" y="1733807"/>
                  </a:lnTo>
                  <a:lnTo>
                    <a:pt x="2782168" y="1779767"/>
                  </a:lnTo>
                  <a:lnTo>
                    <a:pt x="2771034" y="1825171"/>
                  </a:lnTo>
                  <a:lnTo>
                    <a:pt x="2758520" y="1869993"/>
                  </a:lnTo>
                  <a:lnTo>
                    <a:pt x="2744651" y="1914210"/>
                  </a:lnTo>
                  <a:lnTo>
                    <a:pt x="2729451" y="1957795"/>
                  </a:lnTo>
                  <a:lnTo>
                    <a:pt x="2712946" y="2000722"/>
                  </a:lnTo>
                  <a:lnTo>
                    <a:pt x="2695159" y="2042968"/>
                  </a:lnTo>
                  <a:lnTo>
                    <a:pt x="2676116" y="2084505"/>
                  </a:lnTo>
                  <a:lnTo>
                    <a:pt x="2655841" y="2125310"/>
                  </a:lnTo>
                  <a:lnTo>
                    <a:pt x="2634359" y="2165356"/>
                  </a:lnTo>
                  <a:lnTo>
                    <a:pt x="2611694" y="2204619"/>
                  </a:lnTo>
                  <a:lnTo>
                    <a:pt x="2587872" y="2243072"/>
                  </a:lnTo>
                  <a:lnTo>
                    <a:pt x="2562916" y="2280691"/>
                  </a:lnTo>
                  <a:lnTo>
                    <a:pt x="2536852" y="2317450"/>
                  </a:lnTo>
                  <a:lnTo>
                    <a:pt x="2509704" y="2353325"/>
                  </a:lnTo>
                  <a:lnTo>
                    <a:pt x="2481497" y="2388288"/>
                  </a:lnTo>
                  <a:lnTo>
                    <a:pt x="2452256" y="2422317"/>
                  </a:lnTo>
                  <a:lnTo>
                    <a:pt x="2422004" y="2455384"/>
                  </a:lnTo>
                  <a:lnTo>
                    <a:pt x="2390768" y="2487464"/>
                  </a:lnTo>
                  <a:lnTo>
                    <a:pt x="2358571" y="2518533"/>
                  </a:lnTo>
                  <a:lnTo>
                    <a:pt x="2325439" y="2548565"/>
                  </a:lnTo>
                  <a:lnTo>
                    <a:pt x="2291395" y="2577534"/>
                  </a:lnTo>
                  <a:lnTo>
                    <a:pt x="2256465" y="2605416"/>
                  </a:lnTo>
                  <a:lnTo>
                    <a:pt x="2220673" y="2632184"/>
                  </a:lnTo>
                  <a:lnTo>
                    <a:pt x="2184044" y="2657814"/>
                  </a:lnTo>
                  <a:lnTo>
                    <a:pt x="2146602" y="2682281"/>
                  </a:lnTo>
                  <a:lnTo>
                    <a:pt x="2108373" y="2705558"/>
                  </a:lnTo>
                  <a:lnTo>
                    <a:pt x="2069380" y="2727620"/>
                  </a:lnTo>
                  <a:lnTo>
                    <a:pt x="2029650" y="2748443"/>
                  </a:lnTo>
                  <a:lnTo>
                    <a:pt x="1989205" y="2768001"/>
                  </a:lnTo>
                  <a:lnTo>
                    <a:pt x="1948072" y="2786269"/>
                  </a:lnTo>
                  <a:lnTo>
                    <a:pt x="1906274" y="2803220"/>
                  </a:lnTo>
                  <a:lnTo>
                    <a:pt x="1863836" y="2818831"/>
                  </a:lnTo>
                  <a:lnTo>
                    <a:pt x="1820783" y="2833075"/>
                  </a:lnTo>
                  <a:lnTo>
                    <a:pt x="1777140" y="2845927"/>
                  </a:lnTo>
                  <a:lnTo>
                    <a:pt x="1732931" y="2857362"/>
                  </a:lnTo>
                  <a:lnTo>
                    <a:pt x="1688181" y="2867355"/>
                  </a:lnTo>
                  <a:lnTo>
                    <a:pt x="1642914" y="2875879"/>
                  </a:lnTo>
                  <a:lnTo>
                    <a:pt x="1597156" y="2882911"/>
                  </a:lnTo>
                  <a:lnTo>
                    <a:pt x="1550931" y="2888424"/>
                  </a:lnTo>
                  <a:lnTo>
                    <a:pt x="1504263" y="2892394"/>
                  </a:lnTo>
                  <a:lnTo>
                    <a:pt x="1457178" y="2894794"/>
                  </a:lnTo>
                  <a:lnTo>
                    <a:pt x="1409699" y="2895599"/>
                  </a:lnTo>
                  <a:lnTo>
                    <a:pt x="1362221" y="2894794"/>
                  </a:lnTo>
                  <a:lnTo>
                    <a:pt x="1315136" y="2892394"/>
                  </a:lnTo>
                  <a:lnTo>
                    <a:pt x="1268468" y="2888424"/>
                  </a:lnTo>
                  <a:lnTo>
                    <a:pt x="1222243" y="2882911"/>
                  </a:lnTo>
                  <a:lnTo>
                    <a:pt x="1176485" y="2875879"/>
                  </a:lnTo>
                  <a:lnTo>
                    <a:pt x="1131218" y="2867355"/>
                  </a:lnTo>
                  <a:lnTo>
                    <a:pt x="1086468" y="2857362"/>
                  </a:lnTo>
                  <a:lnTo>
                    <a:pt x="1042259" y="2845927"/>
                  </a:lnTo>
                  <a:lnTo>
                    <a:pt x="998616" y="2833075"/>
                  </a:lnTo>
                  <a:lnTo>
                    <a:pt x="955563" y="2818831"/>
                  </a:lnTo>
                  <a:lnTo>
                    <a:pt x="913125" y="2803220"/>
                  </a:lnTo>
                  <a:lnTo>
                    <a:pt x="871327" y="2786269"/>
                  </a:lnTo>
                  <a:lnTo>
                    <a:pt x="830194" y="2768001"/>
                  </a:lnTo>
                  <a:lnTo>
                    <a:pt x="789749" y="2748443"/>
                  </a:lnTo>
                  <a:lnTo>
                    <a:pt x="750018" y="2727620"/>
                  </a:lnTo>
                  <a:lnTo>
                    <a:pt x="711026" y="2705558"/>
                  </a:lnTo>
                  <a:lnTo>
                    <a:pt x="672797" y="2682281"/>
                  </a:lnTo>
                  <a:lnTo>
                    <a:pt x="635355" y="2657814"/>
                  </a:lnTo>
                  <a:lnTo>
                    <a:pt x="598726" y="2632184"/>
                  </a:lnTo>
                  <a:lnTo>
                    <a:pt x="562934" y="2605416"/>
                  </a:lnTo>
                  <a:lnTo>
                    <a:pt x="528004" y="2577534"/>
                  </a:lnTo>
                  <a:lnTo>
                    <a:pt x="493960" y="2548565"/>
                  </a:lnTo>
                  <a:lnTo>
                    <a:pt x="460828" y="2518533"/>
                  </a:lnTo>
                  <a:lnTo>
                    <a:pt x="428631" y="2487464"/>
                  </a:lnTo>
                  <a:lnTo>
                    <a:pt x="397394" y="2455384"/>
                  </a:lnTo>
                  <a:lnTo>
                    <a:pt x="367143" y="2422317"/>
                  </a:lnTo>
                  <a:lnTo>
                    <a:pt x="337902" y="2388288"/>
                  </a:lnTo>
                  <a:lnTo>
                    <a:pt x="309695" y="2353325"/>
                  </a:lnTo>
                  <a:lnTo>
                    <a:pt x="282547" y="2317450"/>
                  </a:lnTo>
                  <a:lnTo>
                    <a:pt x="256483" y="2280691"/>
                  </a:lnTo>
                  <a:lnTo>
                    <a:pt x="231527" y="2243072"/>
                  </a:lnTo>
                  <a:lnTo>
                    <a:pt x="207705" y="2204619"/>
                  </a:lnTo>
                  <a:lnTo>
                    <a:pt x="185040" y="2165356"/>
                  </a:lnTo>
                  <a:lnTo>
                    <a:pt x="163558" y="2125310"/>
                  </a:lnTo>
                  <a:lnTo>
                    <a:pt x="143283" y="2084505"/>
                  </a:lnTo>
                  <a:lnTo>
                    <a:pt x="124240" y="2042968"/>
                  </a:lnTo>
                  <a:lnTo>
                    <a:pt x="106453" y="2000722"/>
                  </a:lnTo>
                  <a:lnTo>
                    <a:pt x="89948" y="1957795"/>
                  </a:lnTo>
                  <a:lnTo>
                    <a:pt x="74748" y="1914210"/>
                  </a:lnTo>
                  <a:lnTo>
                    <a:pt x="60879" y="1869993"/>
                  </a:lnTo>
                  <a:lnTo>
                    <a:pt x="48365" y="1825171"/>
                  </a:lnTo>
                  <a:lnTo>
                    <a:pt x="37231" y="1779767"/>
                  </a:lnTo>
                  <a:lnTo>
                    <a:pt x="27501" y="1733807"/>
                  </a:lnTo>
                  <a:lnTo>
                    <a:pt x="19201" y="1687317"/>
                  </a:lnTo>
                  <a:lnTo>
                    <a:pt x="12354" y="1640322"/>
                  </a:lnTo>
                  <a:lnTo>
                    <a:pt x="6986" y="1592848"/>
                  </a:lnTo>
                  <a:lnTo>
                    <a:pt x="3121" y="1544919"/>
                  </a:lnTo>
                  <a:lnTo>
                    <a:pt x="784" y="1496561"/>
                  </a:lnTo>
                  <a:lnTo>
                    <a:pt x="0" y="1447799"/>
                  </a:lnTo>
                  <a:close/>
                </a:path>
              </a:pathLst>
            </a:custGeom>
            <a:ln w="28574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3012" y="4745037"/>
              <a:ext cx="247649" cy="24764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215062" y="464661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1774" y="0"/>
                  </a:moveTo>
                  <a:lnTo>
                    <a:pt x="231774" y="457199"/>
                  </a:lnTo>
                </a:path>
                <a:path w="457200" h="457200">
                  <a:moveTo>
                    <a:pt x="0" y="225424"/>
                  </a:moveTo>
                  <a:lnTo>
                    <a:pt x="457199" y="225424"/>
                  </a:lnTo>
                </a:path>
              </a:pathLst>
            </a:custGeom>
            <a:ln w="9524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9750" y="4899025"/>
              <a:ext cx="247649" cy="24764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781800" y="4800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1774" y="0"/>
                  </a:moveTo>
                  <a:lnTo>
                    <a:pt x="231774" y="457199"/>
                  </a:lnTo>
                </a:path>
                <a:path w="457200" h="457200">
                  <a:moveTo>
                    <a:pt x="0" y="225424"/>
                  </a:moveTo>
                  <a:lnTo>
                    <a:pt x="457199" y="225424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48200" y="4819584"/>
              <a:ext cx="1601470" cy="133985"/>
            </a:xfrm>
            <a:custGeom>
              <a:avLst/>
              <a:gdLst/>
              <a:ahLst/>
              <a:cxnLst/>
              <a:rect l="l" t="t" r="r" b="b"/>
              <a:pathLst>
                <a:path w="1601470" h="133985">
                  <a:moveTo>
                    <a:pt x="0" y="133415"/>
                  </a:moveTo>
                  <a:lnTo>
                    <a:pt x="1600989" y="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24913" y="4737820"/>
              <a:ext cx="215629" cy="1635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448886" y="4838897"/>
              <a:ext cx="521970" cy="226060"/>
            </a:xfrm>
            <a:custGeom>
              <a:avLst/>
              <a:gdLst/>
              <a:ahLst/>
              <a:cxnLst/>
              <a:rect l="l" t="t" r="r" b="b"/>
              <a:pathLst>
                <a:path w="521970" h="226060">
                  <a:moveTo>
                    <a:pt x="371624" y="225826"/>
                  </a:moveTo>
                  <a:lnTo>
                    <a:pt x="382717" y="189377"/>
                  </a:lnTo>
                  <a:lnTo>
                    <a:pt x="0" y="72898"/>
                  </a:lnTo>
                  <a:lnTo>
                    <a:pt x="22186" y="0"/>
                  </a:lnTo>
                  <a:lnTo>
                    <a:pt x="404903" y="116478"/>
                  </a:lnTo>
                  <a:lnTo>
                    <a:pt x="415996" y="80029"/>
                  </a:lnTo>
                  <a:lnTo>
                    <a:pt x="521383" y="191754"/>
                  </a:lnTo>
                  <a:lnTo>
                    <a:pt x="371624" y="225826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448886" y="4838897"/>
              <a:ext cx="521970" cy="226060"/>
            </a:xfrm>
            <a:custGeom>
              <a:avLst/>
              <a:gdLst/>
              <a:ahLst/>
              <a:cxnLst/>
              <a:rect l="l" t="t" r="r" b="b"/>
              <a:pathLst>
                <a:path w="521970" h="226060">
                  <a:moveTo>
                    <a:pt x="22186" y="0"/>
                  </a:moveTo>
                  <a:lnTo>
                    <a:pt x="404903" y="116478"/>
                  </a:lnTo>
                  <a:lnTo>
                    <a:pt x="415996" y="80029"/>
                  </a:lnTo>
                  <a:lnTo>
                    <a:pt x="521383" y="191754"/>
                  </a:lnTo>
                  <a:lnTo>
                    <a:pt x="371624" y="225826"/>
                  </a:lnTo>
                  <a:lnTo>
                    <a:pt x="382717" y="189377"/>
                  </a:lnTo>
                  <a:lnTo>
                    <a:pt x="0" y="72898"/>
                  </a:lnTo>
                  <a:lnTo>
                    <a:pt x="22186" y="0"/>
                  </a:lnTo>
                  <a:close/>
                </a:path>
              </a:pathLst>
            </a:custGeom>
            <a:ln w="285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200" y="3657600"/>
              <a:ext cx="4343399" cy="247173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45363" y="6400800"/>
              <a:ext cx="1531936" cy="32226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162800" y="6324600"/>
              <a:ext cx="1981200" cy="533400"/>
            </a:xfrm>
            <a:custGeom>
              <a:avLst/>
              <a:gdLst/>
              <a:ahLst/>
              <a:cxnLst/>
              <a:rect l="l" t="t" r="r" b="b"/>
              <a:pathLst>
                <a:path w="1981200" h="533400">
                  <a:moveTo>
                    <a:pt x="1981199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1981199" y="0"/>
                  </a:lnTo>
                  <a:lnTo>
                    <a:pt x="1981199" y="533399"/>
                  </a:lnTo>
                  <a:close/>
                </a:path>
              </a:pathLst>
            </a:custGeom>
            <a:solidFill>
              <a:srgbClr val="FFFFFF">
                <a:alpha val="7960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114800" y="5070613"/>
              <a:ext cx="2670810" cy="492125"/>
            </a:xfrm>
            <a:custGeom>
              <a:avLst/>
              <a:gdLst/>
              <a:ahLst/>
              <a:cxnLst/>
              <a:rect l="l" t="t" r="r" b="b"/>
              <a:pathLst>
                <a:path w="2670809" h="492125">
                  <a:moveTo>
                    <a:pt x="0" y="491986"/>
                  </a:moveTo>
                  <a:lnTo>
                    <a:pt x="2670782" y="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55131" y="4989674"/>
              <a:ext cx="219541" cy="16187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676400" y="3429000"/>
              <a:ext cx="3048000" cy="2819400"/>
            </a:xfrm>
            <a:custGeom>
              <a:avLst/>
              <a:gdLst/>
              <a:ahLst/>
              <a:cxnLst/>
              <a:rect l="l" t="t" r="r" b="b"/>
              <a:pathLst>
                <a:path w="3048000" h="2819400">
                  <a:moveTo>
                    <a:pt x="0" y="0"/>
                  </a:moveTo>
                  <a:lnTo>
                    <a:pt x="2438399" y="0"/>
                  </a:lnTo>
                  <a:lnTo>
                    <a:pt x="2438399" y="2819399"/>
                  </a:lnTo>
                  <a:lnTo>
                    <a:pt x="0" y="2819399"/>
                  </a:lnTo>
                  <a:lnTo>
                    <a:pt x="0" y="0"/>
                  </a:lnTo>
                  <a:close/>
                </a:path>
                <a:path w="3048000" h="2819400">
                  <a:moveTo>
                    <a:pt x="2666999" y="1142999"/>
                  </a:moveTo>
                  <a:lnTo>
                    <a:pt x="3047999" y="1142999"/>
                  </a:lnTo>
                  <a:lnTo>
                    <a:pt x="3047999" y="1752599"/>
                  </a:lnTo>
                  <a:lnTo>
                    <a:pt x="2666999" y="1752599"/>
                  </a:lnTo>
                  <a:lnTo>
                    <a:pt x="2666999" y="1142999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00"/>
              </a:spcBef>
            </a:pPr>
            <a:r>
              <a:rPr dirty="0"/>
              <a:t>Simple</a:t>
            </a:r>
            <a:r>
              <a:rPr spc="-95" dirty="0"/>
              <a:t> </a:t>
            </a:r>
            <a:r>
              <a:rPr dirty="0"/>
              <a:t>Mean</a:t>
            </a:r>
            <a:r>
              <a:rPr spc="-85" dirty="0"/>
              <a:t> </a:t>
            </a:r>
            <a:r>
              <a:rPr dirty="0"/>
              <a:t>Shift</a:t>
            </a:r>
            <a:r>
              <a:rPr spc="-80" dirty="0"/>
              <a:t> </a:t>
            </a:r>
            <a:r>
              <a:rPr spc="-10" dirty="0"/>
              <a:t>procedure</a:t>
            </a:r>
            <a:r>
              <a:rPr u="none" spc="-10" dirty="0"/>
              <a:t>:</a:t>
            </a:r>
          </a:p>
          <a:p>
            <a:pPr marL="202565" indent="-189865">
              <a:lnSpc>
                <a:spcPct val="100000"/>
              </a:lnSpc>
              <a:buChar char="•"/>
              <a:tabLst>
                <a:tab pos="202565" algn="l"/>
              </a:tabLst>
            </a:pPr>
            <a:r>
              <a:rPr u="none" dirty="0"/>
              <a:t>Compute</a:t>
            </a:r>
            <a:r>
              <a:rPr u="none" spc="-80" dirty="0"/>
              <a:t> </a:t>
            </a:r>
            <a:r>
              <a:rPr u="none" dirty="0"/>
              <a:t>mean</a:t>
            </a:r>
            <a:r>
              <a:rPr u="none" spc="-80" dirty="0"/>
              <a:t> </a:t>
            </a:r>
            <a:r>
              <a:rPr u="none" dirty="0"/>
              <a:t>shift</a:t>
            </a:r>
            <a:r>
              <a:rPr u="none" spc="-80" dirty="0"/>
              <a:t> </a:t>
            </a:r>
            <a:r>
              <a:rPr u="none" spc="-10" dirty="0"/>
              <a:t>vector</a:t>
            </a: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u="none" spc="-10" dirty="0"/>
          </a:p>
          <a:p>
            <a:pPr marL="119380" indent="-1193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u="none" spc="-10" dirty="0"/>
              <a:t>Translate</a:t>
            </a:r>
            <a:r>
              <a:rPr u="none" spc="-85" dirty="0"/>
              <a:t> </a:t>
            </a:r>
            <a:r>
              <a:rPr u="none" dirty="0"/>
              <a:t>the</a:t>
            </a:r>
            <a:r>
              <a:rPr u="none" spc="-85" dirty="0"/>
              <a:t> </a:t>
            </a:r>
            <a:r>
              <a:rPr u="none" dirty="0"/>
              <a:t>Kernel</a:t>
            </a:r>
            <a:r>
              <a:rPr u="none" spc="-80" dirty="0"/>
              <a:t> </a:t>
            </a:r>
            <a:r>
              <a:rPr u="none" dirty="0"/>
              <a:t>window</a:t>
            </a:r>
            <a:r>
              <a:rPr u="none" spc="-85" dirty="0"/>
              <a:t> </a:t>
            </a:r>
            <a:r>
              <a:rPr u="none" dirty="0"/>
              <a:t>by</a:t>
            </a:r>
            <a:r>
              <a:rPr u="none" spc="-65" dirty="0"/>
              <a:t> </a:t>
            </a:r>
            <a:r>
              <a:rPr b="1" u="none" spc="-20" dirty="0">
                <a:latin typeface="Arial"/>
                <a:cs typeface="Arial"/>
              </a:rPr>
              <a:t>m(x)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Computing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Mean</a:t>
            </a:r>
            <a:r>
              <a:rPr spc="-25" dirty="0"/>
              <a:t> </a:t>
            </a:r>
            <a:r>
              <a:rPr spc="-10" dirty="0"/>
              <a:t>Shift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193675" y="6542913"/>
            <a:ext cx="24384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Slide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5" dirty="0">
                <a:latin typeface="Arial MT"/>
                <a:cs typeface="Arial MT"/>
              </a:rPr>
              <a:t>Y.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Ukrainitz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B.</a:t>
            </a:r>
            <a:r>
              <a:rPr sz="1400" spc="-10" dirty="0">
                <a:latin typeface="Arial MT"/>
                <a:cs typeface="Arial MT"/>
              </a:rPr>
              <a:t> Sarel</a:t>
            </a:r>
            <a:endParaRPr sz="1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D7D2C40-B973-CFFC-0526-489F09DF8F38}"/>
                  </a:ext>
                </a:extLst>
              </p14:cNvPr>
              <p14:cNvContentPartPr/>
              <p14:nvPr/>
            </p14:nvContentPartPr>
            <p14:xfrm>
              <a:off x="1758960" y="1103400"/>
              <a:ext cx="6938640" cy="50526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D7D2C40-B973-CFFC-0526-489F09DF8F3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42760" y="1087200"/>
                <a:ext cx="6971040" cy="5085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486150" y="1976437"/>
            <a:ext cx="4762500" cy="3986529"/>
            <a:chOff x="3486150" y="1976437"/>
            <a:chExt cx="4762500" cy="39865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8237" y="3424237"/>
              <a:ext cx="161924" cy="1619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3437" y="3652837"/>
              <a:ext cx="161924" cy="1619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67237" y="3119437"/>
              <a:ext cx="161924" cy="1619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6612" y="2814637"/>
              <a:ext cx="161924" cy="1619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4037" y="2509837"/>
              <a:ext cx="161924" cy="1619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4037" y="1976437"/>
              <a:ext cx="161924" cy="1619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6612" y="2433637"/>
              <a:ext cx="161924" cy="1619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7437" y="2128837"/>
              <a:ext cx="161924" cy="1619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4750" y="2671762"/>
              <a:ext cx="161924" cy="1619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637" y="2890837"/>
              <a:ext cx="161924" cy="1619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637" y="2509837"/>
              <a:ext cx="161924" cy="1619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8437" y="2052637"/>
              <a:ext cx="161924" cy="1619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8037" y="2890837"/>
              <a:ext cx="161924" cy="1619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0037" y="2967037"/>
              <a:ext cx="161924" cy="1619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9437" y="3881437"/>
              <a:ext cx="161924" cy="1619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73950" y="3425825"/>
              <a:ext cx="161924" cy="1619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2237" y="4262437"/>
              <a:ext cx="161924" cy="1619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39037" y="4338637"/>
              <a:ext cx="161924" cy="1619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9437" y="4719637"/>
              <a:ext cx="161924" cy="1619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1237" y="4567237"/>
              <a:ext cx="161924" cy="1619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4037" y="4491037"/>
              <a:ext cx="161924" cy="1619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5037" y="5024437"/>
              <a:ext cx="161924" cy="1619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2237" y="5481637"/>
              <a:ext cx="161924" cy="1619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2637" y="5481637"/>
              <a:ext cx="161924" cy="1619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05437" y="5024437"/>
              <a:ext cx="161924" cy="16192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9637" y="4948237"/>
              <a:ext cx="161924" cy="16192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8237" y="5481637"/>
              <a:ext cx="161924" cy="16192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1037" y="3043237"/>
              <a:ext cx="2157412" cy="177641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9037" y="2967037"/>
              <a:ext cx="161924" cy="16192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2437" y="2586037"/>
              <a:ext cx="161924" cy="16192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2837" y="2205037"/>
              <a:ext cx="161924" cy="16192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505200" y="2057400"/>
              <a:ext cx="4724400" cy="3886200"/>
            </a:xfrm>
            <a:custGeom>
              <a:avLst/>
              <a:gdLst/>
              <a:ahLst/>
              <a:cxnLst/>
              <a:rect l="l" t="t" r="r" b="b"/>
              <a:pathLst>
                <a:path w="4724400" h="3886200">
                  <a:moveTo>
                    <a:pt x="990599" y="3276599"/>
                  </a:moveTo>
                  <a:lnTo>
                    <a:pt x="992960" y="3229853"/>
                  </a:lnTo>
                  <a:lnTo>
                    <a:pt x="999888" y="3184458"/>
                  </a:lnTo>
                  <a:lnTo>
                    <a:pt x="1011154" y="3140642"/>
                  </a:lnTo>
                  <a:lnTo>
                    <a:pt x="1026529" y="3098637"/>
                  </a:lnTo>
                  <a:lnTo>
                    <a:pt x="1045781" y="3058671"/>
                  </a:lnTo>
                  <a:lnTo>
                    <a:pt x="1068682" y="3020975"/>
                  </a:lnTo>
                  <a:lnTo>
                    <a:pt x="1095002" y="2985778"/>
                  </a:lnTo>
                  <a:lnTo>
                    <a:pt x="1124510" y="2953310"/>
                  </a:lnTo>
                  <a:lnTo>
                    <a:pt x="1156978" y="2923802"/>
                  </a:lnTo>
                  <a:lnTo>
                    <a:pt x="1192175" y="2897482"/>
                  </a:lnTo>
                  <a:lnTo>
                    <a:pt x="1229871" y="2874581"/>
                  </a:lnTo>
                  <a:lnTo>
                    <a:pt x="1269837" y="2855329"/>
                  </a:lnTo>
                  <a:lnTo>
                    <a:pt x="1311842" y="2839954"/>
                  </a:lnTo>
                  <a:lnTo>
                    <a:pt x="1355658" y="2828688"/>
                  </a:lnTo>
                  <a:lnTo>
                    <a:pt x="1401053" y="2821760"/>
                  </a:lnTo>
                  <a:lnTo>
                    <a:pt x="1447799" y="2819399"/>
                  </a:lnTo>
                  <a:lnTo>
                    <a:pt x="1499388" y="2822318"/>
                  </a:lnTo>
                  <a:lnTo>
                    <a:pt x="1549921" y="2830949"/>
                  </a:lnTo>
                  <a:lnTo>
                    <a:pt x="1598951" y="2845108"/>
                  </a:lnTo>
                  <a:lnTo>
                    <a:pt x="1646030" y="2864608"/>
                  </a:lnTo>
                  <a:lnTo>
                    <a:pt x="1690711" y="2889266"/>
                  </a:lnTo>
                  <a:lnTo>
                    <a:pt x="1732546" y="2918895"/>
                  </a:lnTo>
                  <a:lnTo>
                    <a:pt x="1771088" y="2953310"/>
                  </a:lnTo>
                  <a:lnTo>
                    <a:pt x="1805504" y="2991853"/>
                  </a:lnTo>
                  <a:lnTo>
                    <a:pt x="1835133" y="3033688"/>
                  </a:lnTo>
                  <a:lnTo>
                    <a:pt x="1859791" y="3078369"/>
                  </a:lnTo>
                  <a:lnTo>
                    <a:pt x="1879291" y="3125448"/>
                  </a:lnTo>
                  <a:lnTo>
                    <a:pt x="1893450" y="3174478"/>
                  </a:lnTo>
                  <a:lnTo>
                    <a:pt x="1902081" y="3225011"/>
                  </a:lnTo>
                  <a:lnTo>
                    <a:pt x="1904999" y="3276599"/>
                  </a:lnTo>
                  <a:lnTo>
                    <a:pt x="1902639" y="3323346"/>
                  </a:lnTo>
                  <a:lnTo>
                    <a:pt x="1895711" y="3368741"/>
                  </a:lnTo>
                  <a:lnTo>
                    <a:pt x="1884445" y="3412557"/>
                  </a:lnTo>
                  <a:lnTo>
                    <a:pt x="1869070" y="3454562"/>
                  </a:lnTo>
                  <a:lnTo>
                    <a:pt x="1849818" y="3494528"/>
                  </a:lnTo>
                  <a:lnTo>
                    <a:pt x="1826917" y="3532224"/>
                  </a:lnTo>
                  <a:lnTo>
                    <a:pt x="1800597" y="3567421"/>
                  </a:lnTo>
                  <a:lnTo>
                    <a:pt x="1771089" y="3599889"/>
                  </a:lnTo>
                  <a:lnTo>
                    <a:pt x="1738621" y="3629397"/>
                  </a:lnTo>
                  <a:lnTo>
                    <a:pt x="1703424" y="3655717"/>
                  </a:lnTo>
                  <a:lnTo>
                    <a:pt x="1665728" y="3678618"/>
                  </a:lnTo>
                  <a:lnTo>
                    <a:pt x="1625762" y="3697870"/>
                  </a:lnTo>
                  <a:lnTo>
                    <a:pt x="1583757" y="3713245"/>
                  </a:lnTo>
                  <a:lnTo>
                    <a:pt x="1539941" y="3724511"/>
                  </a:lnTo>
                  <a:lnTo>
                    <a:pt x="1494546" y="3731439"/>
                  </a:lnTo>
                  <a:lnTo>
                    <a:pt x="1447799" y="3733799"/>
                  </a:lnTo>
                  <a:lnTo>
                    <a:pt x="1401053" y="3731439"/>
                  </a:lnTo>
                  <a:lnTo>
                    <a:pt x="1355658" y="3724511"/>
                  </a:lnTo>
                  <a:lnTo>
                    <a:pt x="1311842" y="3713245"/>
                  </a:lnTo>
                  <a:lnTo>
                    <a:pt x="1269837" y="3697870"/>
                  </a:lnTo>
                  <a:lnTo>
                    <a:pt x="1229871" y="3678618"/>
                  </a:lnTo>
                  <a:lnTo>
                    <a:pt x="1192175" y="3655717"/>
                  </a:lnTo>
                  <a:lnTo>
                    <a:pt x="1156978" y="3629397"/>
                  </a:lnTo>
                  <a:lnTo>
                    <a:pt x="1124510" y="3599889"/>
                  </a:lnTo>
                  <a:lnTo>
                    <a:pt x="1095002" y="3567421"/>
                  </a:lnTo>
                  <a:lnTo>
                    <a:pt x="1068682" y="3532224"/>
                  </a:lnTo>
                  <a:lnTo>
                    <a:pt x="1045781" y="3494528"/>
                  </a:lnTo>
                  <a:lnTo>
                    <a:pt x="1026529" y="3454562"/>
                  </a:lnTo>
                  <a:lnTo>
                    <a:pt x="1011154" y="3412557"/>
                  </a:lnTo>
                  <a:lnTo>
                    <a:pt x="999888" y="3368741"/>
                  </a:lnTo>
                  <a:lnTo>
                    <a:pt x="992960" y="3323346"/>
                  </a:lnTo>
                  <a:lnTo>
                    <a:pt x="990599" y="3276599"/>
                  </a:lnTo>
                  <a:close/>
                </a:path>
                <a:path w="4724400" h="3886200">
                  <a:moveTo>
                    <a:pt x="2057399" y="3428999"/>
                  </a:moveTo>
                  <a:lnTo>
                    <a:pt x="2059760" y="3382253"/>
                  </a:lnTo>
                  <a:lnTo>
                    <a:pt x="2066688" y="3336858"/>
                  </a:lnTo>
                  <a:lnTo>
                    <a:pt x="2077954" y="3293042"/>
                  </a:lnTo>
                  <a:lnTo>
                    <a:pt x="2093329" y="3251037"/>
                  </a:lnTo>
                  <a:lnTo>
                    <a:pt x="2112581" y="3211071"/>
                  </a:lnTo>
                  <a:lnTo>
                    <a:pt x="2135482" y="3173375"/>
                  </a:lnTo>
                  <a:lnTo>
                    <a:pt x="2161802" y="3138178"/>
                  </a:lnTo>
                  <a:lnTo>
                    <a:pt x="2191310" y="3105710"/>
                  </a:lnTo>
                  <a:lnTo>
                    <a:pt x="2223778" y="3076202"/>
                  </a:lnTo>
                  <a:lnTo>
                    <a:pt x="2258975" y="3049882"/>
                  </a:lnTo>
                  <a:lnTo>
                    <a:pt x="2296671" y="3026981"/>
                  </a:lnTo>
                  <a:lnTo>
                    <a:pt x="2336637" y="3007729"/>
                  </a:lnTo>
                  <a:lnTo>
                    <a:pt x="2378642" y="2992354"/>
                  </a:lnTo>
                  <a:lnTo>
                    <a:pt x="2422458" y="2981088"/>
                  </a:lnTo>
                  <a:lnTo>
                    <a:pt x="2467853" y="2974160"/>
                  </a:lnTo>
                  <a:lnTo>
                    <a:pt x="2514599" y="2971799"/>
                  </a:lnTo>
                  <a:lnTo>
                    <a:pt x="2566188" y="2974718"/>
                  </a:lnTo>
                  <a:lnTo>
                    <a:pt x="2616721" y="2983349"/>
                  </a:lnTo>
                  <a:lnTo>
                    <a:pt x="2665751" y="2997508"/>
                  </a:lnTo>
                  <a:lnTo>
                    <a:pt x="2712830" y="3017008"/>
                  </a:lnTo>
                  <a:lnTo>
                    <a:pt x="2757511" y="3041666"/>
                  </a:lnTo>
                  <a:lnTo>
                    <a:pt x="2799346" y="3071295"/>
                  </a:lnTo>
                  <a:lnTo>
                    <a:pt x="2837888" y="3105710"/>
                  </a:lnTo>
                  <a:lnTo>
                    <a:pt x="2872304" y="3144253"/>
                  </a:lnTo>
                  <a:lnTo>
                    <a:pt x="2901933" y="3186088"/>
                  </a:lnTo>
                  <a:lnTo>
                    <a:pt x="2926591" y="3230769"/>
                  </a:lnTo>
                  <a:lnTo>
                    <a:pt x="2946091" y="3277848"/>
                  </a:lnTo>
                  <a:lnTo>
                    <a:pt x="2960250" y="3326878"/>
                  </a:lnTo>
                  <a:lnTo>
                    <a:pt x="2968881" y="3377411"/>
                  </a:lnTo>
                  <a:lnTo>
                    <a:pt x="2971799" y="3428999"/>
                  </a:lnTo>
                  <a:lnTo>
                    <a:pt x="2969439" y="3475746"/>
                  </a:lnTo>
                  <a:lnTo>
                    <a:pt x="2962511" y="3521141"/>
                  </a:lnTo>
                  <a:lnTo>
                    <a:pt x="2951245" y="3564957"/>
                  </a:lnTo>
                  <a:lnTo>
                    <a:pt x="2935870" y="3606962"/>
                  </a:lnTo>
                  <a:lnTo>
                    <a:pt x="2916618" y="3646928"/>
                  </a:lnTo>
                  <a:lnTo>
                    <a:pt x="2893717" y="3684624"/>
                  </a:lnTo>
                  <a:lnTo>
                    <a:pt x="2867397" y="3719821"/>
                  </a:lnTo>
                  <a:lnTo>
                    <a:pt x="2837889" y="3752289"/>
                  </a:lnTo>
                  <a:lnTo>
                    <a:pt x="2805421" y="3781797"/>
                  </a:lnTo>
                  <a:lnTo>
                    <a:pt x="2770224" y="3808117"/>
                  </a:lnTo>
                  <a:lnTo>
                    <a:pt x="2732528" y="3831018"/>
                  </a:lnTo>
                  <a:lnTo>
                    <a:pt x="2692562" y="3850270"/>
                  </a:lnTo>
                  <a:lnTo>
                    <a:pt x="2650557" y="3865645"/>
                  </a:lnTo>
                  <a:lnTo>
                    <a:pt x="2606741" y="3876911"/>
                  </a:lnTo>
                  <a:lnTo>
                    <a:pt x="2561346" y="3883839"/>
                  </a:lnTo>
                  <a:lnTo>
                    <a:pt x="2514599" y="3886199"/>
                  </a:lnTo>
                  <a:lnTo>
                    <a:pt x="2467853" y="3883839"/>
                  </a:lnTo>
                  <a:lnTo>
                    <a:pt x="2422458" y="3876911"/>
                  </a:lnTo>
                  <a:lnTo>
                    <a:pt x="2378642" y="3865645"/>
                  </a:lnTo>
                  <a:lnTo>
                    <a:pt x="2336637" y="3850270"/>
                  </a:lnTo>
                  <a:lnTo>
                    <a:pt x="2296671" y="3831018"/>
                  </a:lnTo>
                  <a:lnTo>
                    <a:pt x="2258975" y="3808117"/>
                  </a:lnTo>
                  <a:lnTo>
                    <a:pt x="2223778" y="3781797"/>
                  </a:lnTo>
                  <a:lnTo>
                    <a:pt x="2191310" y="3752289"/>
                  </a:lnTo>
                  <a:lnTo>
                    <a:pt x="2161802" y="3719821"/>
                  </a:lnTo>
                  <a:lnTo>
                    <a:pt x="2135482" y="3684624"/>
                  </a:lnTo>
                  <a:lnTo>
                    <a:pt x="2112581" y="3646928"/>
                  </a:lnTo>
                  <a:lnTo>
                    <a:pt x="2093329" y="3606962"/>
                  </a:lnTo>
                  <a:lnTo>
                    <a:pt x="2077954" y="3564957"/>
                  </a:lnTo>
                  <a:lnTo>
                    <a:pt x="2066688" y="3521141"/>
                  </a:lnTo>
                  <a:lnTo>
                    <a:pt x="2059760" y="3475746"/>
                  </a:lnTo>
                  <a:lnTo>
                    <a:pt x="2057399" y="3428999"/>
                  </a:lnTo>
                  <a:close/>
                </a:path>
                <a:path w="4724400" h="3886200">
                  <a:moveTo>
                    <a:pt x="3276599" y="2362199"/>
                  </a:moveTo>
                  <a:lnTo>
                    <a:pt x="3278960" y="2315453"/>
                  </a:lnTo>
                  <a:lnTo>
                    <a:pt x="3285888" y="2270058"/>
                  </a:lnTo>
                  <a:lnTo>
                    <a:pt x="3297154" y="2226242"/>
                  </a:lnTo>
                  <a:lnTo>
                    <a:pt x="3312528" y="2184237"/>
                  </a:lnTo>
                  <a:lnTo>
                    <a:pt x="3331781" y="2144271"/>
                  </a:lnTo>
                  <a:lnTo>
                    <a:pt x="3354682" y="2106575"/>
                  </a:lnTo>
                  <a:lnTo>
                    <a:pt x="3381002" y="2071378"/>
                  </a:lnTo>
                  <a:lnTo>
                    <a:pt x="3410510" y="2038910"/>
                  </a:lnTo>
                  <a:lnTo>
                    <a:pt x="3442978" y="2009402"/>
                  </a:lnTo>
                  <a:lnTo>
                    <a:pt x="3478174" y="1983082"/>
                  </a:lnTo>
                  <a:lnTo>
                    <a:pt x="3515871" y="1960181"/>
                  </a:lnTo>
                  <a:lnTo>
                    <a:pt x="3555836" y="1940929"/>
                  </a:lnTo>
                  <a:lnTo>
                    <a:pt x="3597842" y="1925554"/>
                  </a:lnTo>
                  <a:lnTo>
                    <a:pt x="3641658" y="1914288"/>
                  </a:lnTo>
                  <a:lnTo>
                    <a:pt x="3687053" y="1907360"/>
                  </a:lnTo>
                  <a:lnTo>
                    <a:pt x="3733799" y="1904999"/>
                  </a:lnTo>
                  <a:lnTo>
                    <a:pt x="3785388" y="1907918"/>
                  </a:lnTo>
                  <a:lnTo>
                    <a:pt x="3835921" y="1916549"/>
                  </a:lnTo>
                  <a:lnTo>
                    <a:pt x="3884951" y="1930708"/>
                  </a:lnTo>
                  <a:lnTo>
                    <a:pt x="3932030" y="1950208"/>
                  </a:lnTo>
                  <a:lnTo>
                    <a:pt x="3976711" y="1974866"/>
                  </a:lnTo>
                  <a:lnTo>
                    <a:pt x="4018546" y="2004495"/>
                  </a:lnTo>
                  <a:lnTo>
                    <a:pt x="4057088" y="2038910"/>
                  </a:lnTo>
                  <a:lnTo>
                    <a:pt x="4091504" y="2077453"/>
                  </a:lnTo>
                  <a:lnTo>
                    <a:pt x="4121133" y="2119288"/>
                  </a:lnTo>
                  <a:lnTo>
                    <a:pt x="4145790" y="2163969"/>
                  </a:lnTo>
                  <a:lnTo>
                    <a:pt x="4165291" y="2211048"/>
                  </a:lnTo>
                  <a:lnTo>
                    <a:pt x="4179450" y="2260078"/>
                  </a:lnTo>
                  <a:lnTo>
                    <a:pt x="4188081" y="2310611"/>
                  </a:lnTo>
                  <a:lnTo>
                    <a:pt x="4190999" y="2362199"/>
                  </a:lnTo>
                  <a:lnTo>
                    <a:pt x="4188639" y="2408946"/>
                  </a:lnTo>
                  <a:lnTo>
                    <a:pt x="4181711" y="2454341"/>
                  </a:lnTo>
                  <a:lnTo>
                    <a:pt x="4170445" y="2498157"/>
                  </a:lnTo>
                  <a:lnTo>
                    <a:pt x="4155071" y="2540162"/>
                  </a:lnTo>
                  <a:lnTo>
                    <a:pt x="4135818" y="2580128"/>
                  </a:lnTo>
                  <a:lnTo>
                    <a:pt x="4112917" y="2617824"/>
                  </a:lnTo>
                  <a:lnTo>
                    <a:pt x="4086597" y="2653021"/>
                  </a:lnTo>
                  <a:lnTo>
                    <a:pt x="4057089" y="2685489"/>
                  </a:lnTo>
                  <a:lnTo>
                    <a:pt x="4024621" y="2714997"/>
                  </a:lnTo>
                  <a:lnTo>
                    <a:pt x="3989425" y="2741317"/>
                  </a:lnTo>
                  <a:lnTo>
                    <a:pt x="3951728" y="2764218"/>
                  </a:lnTo>
                  <a:lnTo>
                    <a:pt x="3911763" y="2783470"/>
                  </a:lnTo>
                  <a:lnTo>
                    <a:pt x="3869757" y="2798845"/>
                  </a:lnTo>
                  <a:lnTo>
                    <a:pt x="3825941" y="2810111"/>
                  </a:lnTo>
                  <a:lnTo>
                    <a:pt x="3780546" y="2817039"/>
                  </a:lnTo>
                  <a:lnTo>
                    <a:pt x="3733799" y="2819399"/>
                  </a:lnTo>
                  <a:lnTo>
                    <a:pt x="3687053" y="2817039"/>
                  </a:lnTo>
                  <a:lnTo>
                    <a:pt x="3641658" y="2810111"/>
                  </a:lnTo>
                  <a:lnTo>
                    <a:pt x="3597842" y="2798845"/>
                  </a:lnTo>
                  <a:lnTo>
                    <a:pt x="3555836" y="2783470"/>
                  </a:lnTo>
                  <a:lnTo>
                    <a:pt x="3515871" y="2764218"/>
                  </a:lnTo>
                  <a:lnTo>
                    <a:pt x="3478174" y="2741317"/>
                  </a:lnTo>
                  <a:lnTo>
                    <a:pt x="3442978" y="2714997"/>
                  </a:lnTo>
                  <a:lnTo>
                    <a:pt x="3410510" y="2685489"/>
                  </a:lnTo>
                  <a:lnTo>
                    <a:pt x="3381002" y="2653021"/>
                  </a:lnTo>
                  <a:lnTo>
                    <a:pt x="3354682" y="2617824"/>
                  </a:lnTo>
                  <a:lnTo>
                    <a:pt x="3331781" y="2580128"/>
                  </a:lnTo>
                  <a:lnTo>
                    <a:pt x="3312528" y="2540162"/>
                  </a:lnTo>
                  <a:lnTo>
                    <a:pt x="3297154" y="2498157"/>
                  </a:lnTo>
                  <a:lnTo>
                    <a:pt x="3285888" y="2454341"/>
                  </a:lnTo>
                  <a:lnTo>
                    <a:pt x="3278960" y="2408946"/>
                  </a:lnTo>
                  <a:lnTo>
                    <a:pt x="3276599" y="2362199"/>
                  </a:lnTo>
                  <a:close/>
                </a:path>
                <a:path w="4724400" h="3886200">
                  <a:moveTo>
                    <a:pt x="3809999" y="1219199"/>
                  </a:moveTo>
                  <a:lnTo>
                    <a:pt x="3812360" y="1172453"/>
                  </a:lnTo>
                  <a:lnTo>
                    <a:pt x="3819288" y="1127058"/>
                  </a:lnTo>
                  <a:lnTo>
                    <a:pt x="3830554" y="1083242"/>
                  </a:lnTo>
                  <a:lnTo>
                    <a:pt x="3845928" y="1041237"/>
                  </a:lnTo>
                  <a:lnTo>
                    <a:pt x="3865181" y="1001271"/>
                  </a:lnTo>
                  <a:lnTo>
                    <a:pt x="3888082" y="963575"/>
                  </a:lnTo>
                  <a:lnTo>
                    <a:pt x="3914402" y="928378"/>
                  </a:lnTo>
                  <a:lnTo>
                    <a:pt x="3943910" y="895910"/>
                  </a:lnTo>
                  <a:lnTo>
                    <a:pt x="3976378" y="866402"/>
                  </a:lnTo>
                  <a:lnTo>
                    <a:pt x="4011574" y="840082"/>
                  </a:lnTo>
                  <a:lnTo>
                    <a:pt x="4049271" y="817181"/>
                  </a:lnTo>
                  <a:lnTo>
                    <a:pt x="4089236" y="797929"/>
                  </a:lnTo>
                  <a:lnTo>
                    <a:pt x="4131242" y="782554"/>
                  </a:lnTo>
                  <a:lnTo>
                    <a:pt x="4175058" y="771288"/>
                  </a:lnTo>
                  <a:lnTo>
                    <a:pt x="4220453" y="764360"/>
                  </a:lnTo>
                  <a:lnTo>
                    <a:pt x="4267199" y="761999"/>
                  </a:lnTo>
                  <a:lnTo>
                    <a:pt x="4318788" y="764918"/>
                  </a:lnTo>
                  <a:lnTo>
                    <a:pt x="4369321" y="773549"/>
                  </a:lnTo>
                  <a:lnTo>
                    <a:pt x="4418351" y="787708"/>
                  </a:lnTo>
                  <a:lnTo>
                    <a:pt x="4465430" y="807208"/>
                  </a:lnTo>
                  <a:lnTo>
                    <a:pt x="4510111" y="831866"/>
                  </a:lnTo>
                  <a:lnTo>
                    <a:pt x="4551946" y="861495"/>
                  </a:lnTo>
                  <a:lnTo>
                    <a:pt x="4590488" y="895910"/>
                  </a:lnTo>
                  <a:lnTo>
                    <a:pt x="4624904" y="934452"/>
                  </a:lnTo>
                  <a:lnTo>
                    <a:pt x="4654533" y="976288"/>
                  </a:lnTo>
                  <a:lnTo>
                    <a:pt x="4679190" y="1020969"/>
                  </a:lnTo>
                  <a:lnTo>
                    <a:pt x="4698691" y="1068048"/>
                  </a:lnTo>
                  <a:lnTo>
                    <a:pt x="4712850" y="1117078"/>
                  </a:lnTo>
                  <a:lnTo>
                    <a:pt x="4721481" y="1167611"/>
                  </a:lnTo>
                  <a:lnTo>
                    <a:pt x="4724399" y="1219199"/>
                  </a:lnTo>
                  <a:lnTo>
                    <a:pt x="4722039" y="1265946"/>
                  </a:lnTo>
                  <a:lnTo>
                    <a:pt x="4715111" y="1311341"/>
                  </a:lnTo>
                  <a:lnTo>
                    <a:pt x="4703845" y="1355157"/>
                  </a:lnTo>
                  <a:lnTo>
                    <a:pt x="4688470" y="1397162"/>
                  </a:lnTo>
                  <a:lnTo>
                    <a:pt x="4669218" y="1437128"/>
                  </a:lnTo>
                  <a:lnTo>
                    <a:pt x="4646317" y="1474824"/>
                  </a:lnTo>
                  <a:lnTo>
                    <a:pt x="4619997" y="1510021"/>
                  </a:lnTo>
                  <a:lnTo>
                    <a:pt x="4590489" y="1542489"/>
                  </a:lnTo>
                  <a:lnTo>
                    <a:pt x="4558021" y="1571997"/>
                  </a:lnTo>
                  <a:lnTo>
                    <a:pt x="4522825" y="1598317"/>
                  </a:lnTo>
                  <a:lnTo>
                    <a:pt x="4485128" y="1621218"/>
                  </a:lnTo>
                  <a:lnTo>
                    <a:pt x="4445163" y="1640470"/>
                  </a:lnTo>
                  <a:lnTo>
                    <a:pt x="4403157" y="1655845"/>
                  </a:lnTo>
                  <a:lnTo>
                    <a:pt x="4359341" y="1667111"/>
                  </a:lnTo>
                  <a:lnTo>
                    <a:pt x="4313946" y="1674039"/>
                  </a:lnTo>
                  <a:lnTo>
                    <a:pt x="4267199" y="1676399"/>
                  </a:lnTo>
                  <a:lnTo>
                    <a:pt x="4220453" y="1674039"/>
                  </a:lnTo>
                  <a:lnTo>
                    <a:pt x="4175058" y="1667111"/>
                  </a:lnTo>
                  <a:lnTo>
                    <a:pt x="4131242" y="1655845"/>
                  </a:lnTo>
                  <a:lnTo>
                    <a:pt x="4089236" y="1640470"/>
                  </a:lnTo>
                  <a:lnTo>
                    <a:pt x="4049271" y="1621218"/>
                  </a:lnTo>
                  <a:lnTo>
                    <a:pt x="4011574" y="1598317"/>
                  </a:lnTo>
                  <a:lnTo>
                    <a:pt x="3976378" y="1571997"/>
                  </a:lnTo>
                  <a:lnTo>
                    <a:pt x="3943910" y="1542489"/>
                  </a:lnTo>
                  <a:lnTo>
                    <a:pt x="3914402" y="1510021"/>
                  </a:lnTo>
                  <a:lnTo>
                    <a:pt x="3888082" y="1474824"/>
                  </a:lnTo>
                  <a:lnTo>
                    <a:pt x="3865181" y="1437128"/>
                  </a:lnTo>
                  <a:lnTo>
                    <a:pt x="3845928" y="1397162"/>
                  </a:lnTo>
                  <a:lnTo>
                    <a:pt x="3830554" y="1355157"/>
                  </a:lnTo>
                  <a:lnTo>
                    <a:pt x="3819288" y="1311341"/>
                  </a:lnTo>
                  <a:lnTo>
                    <a:pt x="3812360" y="1265946"/>
                  </a:lnTo>
                  <a:lnTo>
                    <a:pt x="3809999" y="1219199"/>
                  </a:lnTo>
                  <a:close/>
                </a:path>
                <a:path w="4724400" h="3886200">
                  <a:moveTo>
                    <a:pt x="0" y="685799"/>
                  </a:moveTo>
                  <a:lnTo>
                    <a:pt x="2360" y="639053"/>
                  </a:lnTo>
                  <a:lnTo>
                    <a:pt x="9288" y="593658"/>
                  </a:lnTo>
                  <a:lnTo>
                    <a:pt x="20554" y="549842"/>
                  </a:lnTo>
                  <a:lnTo>
                    <a:pt x="35929" y="507837"/>
                  </a:lnTo>
                  <a:lnTo>
                    <a:pt x="55181" y="467871"/>
                  </a:lnTo>
                  <a:lnTo>
                    <a:pt x="78082" y="430175"/>
                  </a:lnTo>
                  <a:lnTo>
                    <a:pt x="104402" y="394978"/>
                  </a:lnTo>
                  <a:lnTo>
                    <a:pt x="133910" y="362510"/>
                  </a:lnTo>
                  <a:lnTo>
                    <a:pt x="166378" y="333002"/>
                  </a:lnTo>
                  <a:lnTo>
                    <a:pt x="201575" y="306682"/>
                  </a:lnTo>
                  <a:lnTo>
                    <a:pt x="239271" y="283781"/>
                  </a:lnTo>
                  <a:lnTo>
                    <a:pt x="279237" y="264529"/>
                  </a:lnTo>
                  <a:lnTo>
                    <a:pt x="321242" y="249154"/>
                  </a:lnTo>
                  <a:lnTo>
                    <a:pt x="365058" y="237888"/>
                  </a:lnTo>
                  <a:lnTo>
                    <a:pt x="410453" y="230960"/>
                  </a:lnTo>
                  <a:lnTo>
                    <a:pt x="457199" y="228599"/>
                  </a:lnTo>
                  <a:lnTo>
                    <a:pt x="508788" y="231518"/>
                  </a:lnTo>
                  <a:lnTo>
                    <a:pt x="559321" y="240149"/>
                  </a:lnTo>
                  <a:lnTo>
                    <a:pt x="608351" y="254308"/>
                  </a:lnTo>
                  <a:lnTo>
                    <a:pt x="655430" y="273808"/>
                  </a:lnTo>
                  <a:lnTo>
                    <a:pt x="700111" y="298466"/>
                  </a:lnTo>
                  <a:lnTo>
                    <a:pt x="741946" y="328095"/>
                  </a:lnTo>
                  <a:lnTo>
                    <a:pt x="780488" y="362510"/>
                  </a:lnTo>
                  <a:lnTo>
                    <a:pt x="814904" y="401052"/>
                  </a:lnTo>
                  <a:lnTo>
                    <a:pt x="844533" y="442888"/>
                  </a:lnTo>
                  <a:lnTo>
                    <a:pt x="869191" y="487569"/>
                  </a:lnTo>
                  <a:lnTo>
                    <a:pt x="888691" y="534648"/>
                  </a:lnTo>
                  <a:lnTo>
                    <a:pt x="902850" y="583678"/>
                  </a:lnTo>
                  <a:lnTo>
                    <a:pt x="911481" y="634211"/>
                  </a:lnTo>
                  <a:lnTo>
                    <a:pt x="914399" y="685799"/>
                  </a:lnTo>
                  <a:lnTo>
                    <a:pt x="912039" y="732546"/>
                  </a:lnTo>
                  <a:lnTo>
                    <a:pt x="905111" y="777941"/>
                  </a:lnTo>
                  <a:lnTo>
                    <a:pt x="893845" y="821757"/>
                  </a:lnTo>
                  <a:lnTo>
                    <a:pt x="878470" y="863762"/>
                  </a:lnTo>
                  <a:lnTo>
                    <a:pt x="859218" y="903728"/>
                  </a:lnTo>
                  <a:lnTo>
                    <a:pt x="836317" y="941424"/>
                  </a:lnTo>
                  <a:lnTo>
                    <a:pt x="809997" y="976621"/>
                  </a:lnTo>
                  <a:lnTo>
                    <a:pt x="780489" y="1009089"/>
                  </a:lnTo>
                  <a:lnTo>
                    <a:pt x="748021" y="1038597"/>
                  </a:lnTo>
                  <a:lnTo>
                    <a:pt x="712824" y="1064917"/>
                  </a:lnTo>
                  <a:lnTo>
                    <a:pt x="675128" y="1087818"/>
                  </a:lnTo>
                  <a:lnTo>
                    <a:pt x="635162" y="1107070"/>
                  </a:lnTo>
                  <a:lnTo>
                    <a:pt x="593157" y="1122445"/>
                  </a:lnTo>
                  <a:lnTo>
                    <a:pt x="549341" y="1133711"/>
                  </a:lnTo>
                  <a:lnTo>
                    <a:pt x="503946" y="1140639"/>
                  </a:lnTo>
                  <a:lnTo>
                    <a:pt x="457199" y="1142999"/>
                  </a:lnTo>
                  <a:lnTo>
                    <a:pt x="410453" y="1140639"/>
                  </a:lnTo>
                  <a:lnTo>
                    <a:pt x="365058" y="1133711"/>
                  </a:lnTo>
                  <a:lnTo>
                    <a:pt x="321242" y="1122445"/>
                  </a:lnTo>
                  <a:lnTo>
                    <a:pt x="279237" y="1107070"/>
                  </a:lnTo>
                  <a:lnTo>
                    <a:pt x="239271" y="1087818"/>
                  </a:lnTo>
                  <a:lnTo>
                    <a:pt x="201575" y="1064917"/>
                  </a:lnTo>
                  <a:lnTo>
                    <a:pt x="166378" y="1038597"/>
                  </a:lnTo>
                  <a:lnTo>
                    <a:pt x="133910" y="1009089"/>
                  </a:lnTo>
                  <a:lnTo>
                    <a:pt x="104402" y="976621"/>
                  </a:lnTo>
                  <a:lnTo>
                    <a:pt x="78082" y="941424"/>
                  </a:lnTo>
                  <a:lnTo>
                    <a:pt x="55181" y="903728"/>
                  </a:lnTo>
                  <a:lnTo>
                    <a:pt x="35929" y="863762"/>
                  </a:lnTo>
                  <a:lnTo>
                    <a:pt x="20554" y="821757"/>
                  </a:lnTo>
                  <a:lnTo>
                    <a:pt x="9288" y="777941"/>
                  </a:lnTo>
                  <a:lnTo>
                    <a:pt x="2360" y="732546"/>
                  </a:lnTo>
                  <a:lnTo>
                    <a:pt x="0" y="685799"/>
                  </a:lnTo>
                  <a:close/>
                </a:path>
                <a:path w="4724400" h="3886200">
                  <a:moveTo>
                    <a:pt x="2209799" y="457199"/>
                  </a:moveTo>
                  <a:lnTo>
                    <a:pt x="2212160" y="410453"/>
                  </a:lnTo>
                  <a:lnTo>
                    <a:pt x="2219088" y="365058"/>
                  </a:lnTo>
                  <a:lnTo>
                    <a:pt x="2230354" y="321242"/>
                  </a:lnTo>
                  <a:lnTo>
                    <a:pt x="2245729" y="279237"/>
                  </a:lnTo>
                  <a:lnTo>
                    <a:pt x="2264981" y="239271"/>
                  </a:lnTo>
                  <a:lnTo>
                    <a:pt x="2287882" y="201575"/>
                  </a:lnTo>
                  <a:lnTo>
                    <a:pt x="2314202" y="166378"/>
                  </a:lnTo>
                  <a:lnTo>
                    <a:pt x="2343710" y="133910"/>
                  </a:lnTo>
                  <a:lnTo>
                    <a:pt x="2376178" y="104402"/>
                  </a:lnTo>
                  <a:lnTo>
                    <a:pt x="2411375" y="78082"/>
                  </a:lnTo>
                  <a:lnTo>
                    <a:pt x="2449071" y="55181"/>
                  </a:lnTo>
                  <a:lnTo>
                    <a:pt x="2489037" y="35929"/>
                  </a:lnTo>
                  <a:lnTo>
                    <a:pt x="2531042" y="20554"/>
                  </a:lnTo>
                  <a:lnTo>
                    <a:pt x="2574858" y="9288"/>
                  </a:lnTo>
                  <a:lnTo>
                    <a:pt x="2620253" y="2360"/>
                  </a:lnTo>
                  <a:lnTo>
                    <a:pt x="2666999" y="0"/>
                  </a:lnTo>
                  <a:lnTo>
                    <a:pt x="2718588" y="2918"/>
                  </a:lnTo>
                  <a:lnTo>
                    <a:pt x="2769121" y="11549"/>
                  </a:lnTo>
                  <a:lnTo>
                    <a:pt x="2818151" y="25708"/>
                  </a:lnTo>
                  <a:lnTo>
                    <a:pt x="2865230" y="45208"/>
                  </a:lnTo>
                  <a:lnTo>
                    <a:pt x="2909911" y="69866"/>
                  </a:lnTo>
                  <a:lnTo>
                    <a:pt x="2951746" y="99495"/>
                  </a:lnTo>
                  <a:lnTo>
                    <a:pt x="2990288" y="133910"/>
                  </a:lnTo>
                  <a:lnTo>
                    <a:pt x="3024704" y="172452"/>
                  </a:lnTo>
                  <a:lnTo>
                    <a:pt x="3054333" y="214288"/>
                  </a:lnTo>
                  <a:lnTo>
                    <a:pt x="3078990" y="258969"/>
                  </a:lnTo>
                  <a:lnTo>
                    <a:pt x="3098491" y="306048"/>
                  </a:lnTo>
                  <a:lnTo>
                    <a:pt x="3112650" y="355078"/>
                  </a:lnTo>
                  <a:lnTo>
                    <a:pt x="3121281" y="405611"/>
                  </a:lnTo>
                  <a:lnTo>
                    <a:pt x="3124199" y="457199"/>
                  </a:lnTo>
                  <a:lnTo>
                    <a:pt x="3121839" y="503946"/>
                  </a:lnTo>
                  <a:lnTo>
                    <a:pt x="3114911" y="549341"/>
                  </a:lnTo>
                  <a:lnTo>
                    <a:pt x="3103645" y="593157"/>
                  </a:lnTo>
                  <a:lnTo>
                    <a:pt x="3088270" y="635162"/>
                  </a:lnTo>
                  <a:lnTo>
                    <a:pt x="3069018" y="675128"/>
                  </a:lnTo>
                  <a:lnTo>
                    <a:pt x="3046117" y="712824"/>
                  </a:lnTo>
                  <a:lnTo>
                    <a:pt x="3019797" y="748021"/>
                  </a:lnTo>
                  <a:lnTo>
                    <a:pt x="2990289" y="780489"/>
                  </a:lnTo>
                  <a:lnTo>
                    <a:pt x="2957821" y="809997"/>
                  </a:lnTo>
                  <a:lnTo>
                    <a:pt x="2922624" y="836317"/>
                  </a:lnTo>
                  <a:lnTo>
                    <a:pt x="2884928" y="859218"/>
                  </a:lnTo>
                  <a:lnTo>
                    <a:pt x="2844962" y="878470"/>
                  </a:lnTo>
                  <a:lnTo>
                    <a:pt x="2802957" y="893845"/>
                  </a:lnTo>
                  <a:lnTo>
                    <a:pt x="2759141" y="905111"/>
                  </a:lnTo>
                  <a:lnTo>
                    <a:pt x="2713746" y="912039"/>
                  </a:lnTo>
                  <a:lnTo>
                    <a:pt x="2666999" y="914399"/>
                  </a:lnTo>
                  <a:lnTo>
                    <a:pt x="2620253" y="912039"/>
                  </a:lnTo>
                  <a:lnTo>
                    <a:pt x="2574858" y="905111"/>
                  </a:lnTo>
                  <a:lnTo>
                    <a:pt x="2531042" y="893845"/>
                  </a:lnTo>
                  <a:lnTo>
                    <a:pt x="2489037" y="878470"/>
                  </a:lnTo>
                  <a:lnTo>
                    <a:pt x="2449071" y="859218"/>
                  </a:lnTo>
                  <a:lnTo>
                    <a:pt x="2411375" y="836317"/>
                  </a:lnTo>
                  <a:lnTo>
                    <a:pt x="2376178" y="809997"/>
                  </a:lnTo>
                  <a:lnTo>
                    <a:pt x="2343710" y="780489"/>
                  </a:lnTo>
                  <a:lnTo>
                    <a:pt x="2314202" y="748021"/>
                  </a:lnTo>
                  <a:lnTo>
                    <a:pt x="2287882" y="712824"/>
                  </a:lnTo>
                  <a:lnTo>
                    <a:pt x="2264981" y="675128"/>
                  </a:lnTo>
                  <a:lnTo>
                    <a:pt x="2245729" y="635162"/>
                  </a:lnTo>
                  <a:lnTo>
                    <a:pt x="2230354" y="593157"/>
                  </a:lnTo>
                  <a:lnTo>
                    <a:pt x="2219088" y="549341"/>
                  </a:lnTo>
                  <a:lnTo>
                    <a:pt x="2212160" y="503946"/>
                  </a:lnTo>
                  <a:lnTo>
                    <a:pt x="2209799" y="457199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6" name="object 3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9237" y="2814637"/>
            <a:ext cx="161924" cy="161924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9637" y="2814637"/>
            <a:ext cx="161924" cy="161924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0637" y="2586037"/>
            <a:ext cx="161924" cy="16192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6837" y="2205037"/>
            <a:ext cx="161924" cy="161924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5695950" y="971550"/>
            <a:ext cx="952500" cy="952500"/>
            <a:chOff x="5695950" y="971550"/>
            <a:chExt cx="952500" cy="952500"/>
          </a:xfrm>
        </p:grpSpPr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6612" y="1366837"/>
              <a:ext cx="161924" cy="16192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19837" y="1595437"/>
              <a:ext cx="161924" cy="16192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715000" y="9906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199"/>
                  </a:moveTo>
                  <a:lnTo>
                    <a:pt x="2360" y="410453"/>
                  </a:lnTo>
                  <a:lnTo>
                    <a:pt x="9288" y="365058"/>
                  </a:lnTo>
                  <a:lnTo>
                    <a:pt x="20554" y="321242"/>
                  </a:lnTo>
                  <a:lnTo>
                    <a:pt x="35929" y="279237"/>
                  </a:lnTo>
                  <a:lnTo>
                    <a:pt x="55181" y="239271"/>
                  </a:lnTo>
                  <a:lnTo>
                    <a:pt x="78082" y="201575"/>
                  </a:lnTo>
                  <a:lnTo>
                    <a:pt x="104402" y="166378"/>
                  </a:lnTo>
                  <a:lnTo>
                    <a:pt x="133910" y="133910"/>
                  </a:lnTo>
                  <a:lnTo>
                    <a:pt x="166378" y="104402"/>
                  </a:lnTo>
                  <a:lnTo>
                    <a:pt x="201575" y="78082"/>
                  </a:lnTo>
                  <a:lnTo>
                    <a:pt x="239271" y="55181"/>
                  </a:lnTo>
                  <a:lnTo>
                    <a:pt x="279237" y="35929"/>
                  </a:lnTo>
                  <a:lnTo>
                    <a:pt x="321242" y="20554"/>
                  </a:lnTo>
                  <a:lnTo>
                    <a:pt x="365058" y="9288"/>
                  </a:lnTo>
                  <a:lnTo>
                    <a:pt x="410453" y="2360"/>
                  </a:lnTo>
                  <a:lnTo>
                    <a:pt x="457199" y="0"/>
                  </a:lnTo>
                  <a:lnTo>
                    <a:pt x="508788" y="2918"/>
                  </a:lnTo>
                  <a:lnTo>
                    <a:pt x="559321" y="11549"/>
                  </a:lnTo>
                  <a:lnTo>
                    <a:pt x="608351" y="25708"/>
                  </a:lnTo>
                  <a:lnTo>
                    <a:pt x="655430" y="45208"/>
                  </a:lnTo>
                  <a:lnTo>
                    <a:pt x="700111" y="69866"/>
                  </a:lnTo>
                  <a:lnTo>
                    <a:pt x="741946" y="99495"/>
                  </a:lnTo>
                  <a:lnTo>
                    <a:pt x="780488" y="133910"/>
                  </a:lnTo>
                  <a:lnTo>
                    <a:pt x="814904" y="172452"/>
                  </a:lnTo>
                  <a:lnTo>
                    <a:pt x="844533" y="214288"/>
                  </a:lnTo>
                  <a:lnTo>
                    <a:pt x="869190" y="258969"/>
                  </a:lnTo>
                  <a:lnTo>
                    <a:pt x="888691" y="306048"/>
                  </a:lnTo>
                  <a:lnTo>
                    <a:pt x="902850" y="355078"/>
                  </a:lnTo>
                  <a:lnTo>
                    <a:pt x="911481" y="405611"/>
                  </a:lnTo>
                  <a:lnTo>
                    <a:pt x="914399" y="457199"/>
                  </a:lnTo>
                  <a:lnTo>
                    <a:pt x="912039" y="503946"/>
                  </a:lnTo>
                  <a:lnTo>
                    <a:pt x="905111" y="549341"/>
                  </a:lnTo>
                  <a:lnTo>
                    <a:pt x="893845" y="593157"/>
                  </a:lnTo>
                  <a:lnTo>
                    <a:pt x="878470" y="635162"/>
                  </a:lnTo>
                  <a:lnTo>
                    <a:pt x="859218" y="675128"/>
                  </a:lnTo>
                  <a:lnTo>
                    <a:pt x="836317" y="712824"/>
                  </a:lnTo>
                  <a:lnTo>
                    <a:pt x="809997" y="748021"/>
                  </a:lnTo>
                  <a:lnTo>
                    <a:pt x="780489" y="780489"/>
                  </a:lnTo>
                  <a:lnTo>
                    <a:pt x="748021" y="809997"/>
                  </a:lnTo>
                  <a:lnTo>
                    <a:pt x="712824" y="836317"/>
                  </a:lnTo>
                  <a:lnTo>
                    <a:pt x="675128" y="859218"/>
                  </a:lnTo>
                  <a:lnTo>
                    <a:pt x="635162" y="878470"/>
                  </a:lnTo>
                  <a:lnTo>
                    <a:pt x="593157" y="893845"/>
                  </a:lnTo>
                  <a:lnTo>
                    <a:pt x="549341" y="905111"/>
                  </a:lnTo>
                  <a:lnTo>
                    <a:pt x="503946" y="912039"/>
                  </a:lnTo>
                  <a:lnTo>
                    <a:pt x="457199" y="914399"/>
                  </a:lnTo>
                  <a:lnTo>
                    <a:pt x="410453" y="912039"/>
                  </a:lnTo>
                  <a:lnTo>
                    <a:pt x="365058" y="905111"/>
                  </a:lnTo>
                  <a:lnTo>
                    <a:pt x="321242" y="893845"/>
                  </a:lnTo>
                  <a:lnTo>
                    <a:pt x="279237" y="878470"/>
                  </a:lnTo>
                  <a:lnTo>
                    <a:pt x="239271" y="859218"/>
                  </a:lnTo>
                  <a:lnTo>
                    <a:pt x="201575" y="836317"/>
                  </a:lnTo>
                  <a:lnTo>
                    <a:pt x="166378" y="809997"/>
                  </a:lnTo>
                  <a:lnTo>
                    <a:pt x="133910" y="780489"/>
                  </a:lnTo>
                  <a:lnTo>
                    <a:pt x="104402" y="748021"/>
                  </a:lnTo>
                  <a:lnTo>
                    <a:pt x="78082" y="712824"/>
                  </a:lnTo>
                  <a:lnTo>
                    <a:pt x="55181" y="675128"/>
                  </a:lnTo>
                  <a:lnTo>
                    <a:pt x="35929" y="635162"/>
                  </a:lnTo>
                  <a:lnTo>
                    <a:pt x="20554" y="593157"/>
                  </a:lnTo>
                  <a:lnTo>
                    <a:pt x="9288" y="549341"/>
                  </a:lnTo>
                  <a:lnTo>
                    <a:pt x="2360" y="503946"/>
                  </a:lnTo>
                  <a:lnTo>
                    <a:pt x="0" y="457199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4" name="object 4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29437" y="1290637"/>
            <a:ext cx="161924" cy="161924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6915150" y="1504950"/>
            <a:ext cx="952500" cy="1014730"/>
            <a:chOff x="6915150" y="1504950"/>
            <a:chExt cx="952500" cy="1014730"/>
          </a:xfrm>
        </p:grpSpPr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5637" y="1747837"/>
              <a:ext cx="161924" cy="16192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0437" y="2357437"/>
              <a:ext cx="161924" cy="16192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934200" y="15240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199"/>
                  </a:moveTo>
                  <a:lnTo>
                    <a:pt x="2360" y="410453"/>
                  </a:lnTo>
                  <a:lnTo>
                    <a:pt x="9288" y="365058"/>
                  </a:lnTo>
                  <a:lnTo>
                    <a:pt x="20554" y="321242"/>
                  </a:lnTo>
                  <a:lnTo>
                    <a:pt x="35928" y="279237"/>
                  </a:lnTo>
                  <a:lnTo>
                    <a:pt x="55181" y="239271"/>
                  </a:lnTo>
                  <a:lnTo>
                    <a:pt x="78082" y="201575"/>
                  </a:lnTo>
                  <a:lnTo>
                    <a:pt x="104402" y="166378"/>
                  </a:lnTo>
                  <a:lnTo>
                    <a:pt x="133910" y="133910"/>
                  </a:lnTo>
                  <a:lnTo>
                    <a:pt x="166378" y="104402"/>
                  </a:lnTo>
                  <a:lnTo>
                    <a:pt x="201574" y="78082"/>
                  </a:lnTo>
                  <a:lnTo>
                    <a:pt x="239271" y="55181"/>
                  </a:lnTo>
                  <a:lnTo>
                    <a:pt x="279236" y="35929"/>
                  </a:lnTo>
                  <a:lnTo>
                    <a:pt x="321242" y="20554"/>
                  </a:lnTo>
                  <a:lnTo>
                    <a:pt x="365058" y="9288"/>
                  </a:lnTo>
                  <a:lnTo>
                    <a:pt x="410453" y="2360"/>
                  </a:lnTo>
                  <a:lnTo>
                    <a:pt x="457199" y="0"/>
                  </a:lnTo>
                  <a:lnTo>
                    <a:pt x="508788" y="2918"/>
                  </a:lnTo>
                  <a:lnTo>
                    <a:pt x="559321" y="11549"/>
                  </a:lnTo>
                  <a:lnTo>
                    <a:pt x="608351" y="25708"/>
                  </a:lnTo>
                  <a:lnTo>
                    <a:pt x="655430" y="45208"/>
                  </a:lnTo>
                  <a:lnTo>
                    <a:pt x="700111" y="69866"/>
                  </a:lnTo>
                  <a:lnTo>
                    <a:pt x="741946" y="99495"/>
                  </a:lnTo>
                  <a:lnTo>
                    <a:pt x="780488" y="133910"/>
                  </a:lnTo>
                  <a:lnTo>
                    <a:pt x="814904" y="172452"/>
                  </a:lnTo>
                  <a:lnTo>
                    <a:pt x="844533" y="214288"/>
                  </a:lnTo>
                  <a:lnTo>
                    <a:pt x="869190" y="258969"/>
                  </a:lnTo>
                  <a:lnTo>
                    <a:pt x="888691" y="306048"/>
                  </a:lnTo>
                  <a:lnTo>
                    <a:pt x="902850" y="355078"/>
                  </a:lnTo>
                  <a:lnTo>
                    <a:pt x="911481" y="405611"/>
                  </a:lnTo>
                  <a:lnTo>
                    <a:pt x="914399" y="457199"/>
                  </a:lnTo>
                  <a:lnTo>
                    <a:pt x="912039" y="503946"/>
                  </a:lnTo>
                  <a:lnTo>
                    <a:pt x="905111" y="549341"/>
                  </a:lnTo>
                  <a:lnTo>
                    <a:pt x="893845" y="593157"/>
                  </a:lnTo>
                  <a:lnTo>
                    <a:pt x="878471" y="635162"/>
                  </a:lnTo>
                  <a:lnTo>
                    <a:pt x="859218" y="675128"/>
                  </a:lnTo>
                  <a:lnTo>
                    <a:pt x="836317" y="712824"/>
                  </a:lnTo>
                  <a:lnTo>
                    <a:pt x="809997" y="748021"/>
                  </a:lnTo>
                  <a:lnTo>
                    <a:pt x="780489" y="780489"/>
                  </a:lnTo>
                  <a:lnTo>
                    <a:pt x="748021" y="809997"/>
                  </a:lnTo>
                  <a:lnTo>
                    <a:pt x="712825" y="836317"/>
                  </a:lnTo>
                  <a:lnTo>
                    <a:pt x="675128" y="859218"/>
                  </a:lnTo>
                  <a:lnTo>
                    <a:pt x="635163" y="878470"/>
                  </a:lnTo>
                  <a:lnTo>
                    <a:pt x="593157" y="893845"/>
                  </a:lnTo>
                  <a:lnTo>
                    <a:pt x="549341" y="905111"/>
                  </a:lnTo>
                  <a:lnTo>
                    <a:pt x="503946" y="912039"/>
                  </a:lnTo>
                  <a:lnTo>
                    <a:pt x="457199" y="914399"/>
                  </a:lnTo>
                  <a:lnTo>
                    <a:pt x="410453" y="912039"/>
                  </a:lnTo>
                  <a:lnTo>
                    <a:pt x="365058" y="905111"/>
                  </a:lnTo>
                  <a:lnTo>
                    <a:pt x="321242" y="893845"/>
                  </a:lnTo>
                  <a:lnTo>
                    <a:pt x="279236" y="878470"/>
                  </a:lnTo>
                  <a:lnTo>
                    <a:pt x="239271" y="859218"/>
                  </a:lnTo>
                  <a:lnTo>
                    <a:pt x="201574" y="836317"/>
                  </a:lnTo>
                  <a:lnTo>
                    <a:pt x="166378" y="809997"/>
                  </a:lnTo>
                  <a:lnTo>
                    <a:pt x="133910" y="780489"/>
                  </a:lnTo>
                  <a:lnTo>
                    <a:pt x="104402" y="748021"/>
                  </a:lnTo>
                  <a:lnTo>
                    <a:pt x="78082" y="712824"/>
                  </a:lnTo>
                  <a:lnTo>
                    <a:pt x="55181" y="675128"/>
                  </a:lnTo>
                  <a:lnTo>
                    <a:pt x="35928" y="635162"/>
                  </a:lnTo>
                  <a:lnTo>
                    <a:pt x="20554" y="593157"/>
                  </a:lnTo>
                  <a:lnTo>
                    <a:pt x="9288" y="549341"/>
                  </a:lnTo>
                  <a:lnTo>
                    <a:pt x="2360" y="503946"/>
                  </a:lnTo>
                  <a:lnTo>
                    <a:pt x="0" y="457199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0837" y="3348037"/>
            <a:ext cx="161924" cy="161924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3409950" y="5010150"/>
            <a:ext cx="952500" cy="952500"/>
            <a:chOff x="3409950" y="5010150"/>
            <a:chExt cx="952500" cy="952500"/>
          </a:xfrm>
        </p:grpSpPr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0037" y="5634037"/>
              <a:ext cx="161924" cy="16192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3837" y="5024437"/>
              <a:ext cx="161924" cy="161924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429000" y="50292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199"/>
                  </a:moveTo>
                  <a:lnTo>
                    <a:pt x="2360" y="410453"/>
                  </a:lnTo>
                  <a:lnTo>
                    <a:pt x="9288" y="365058"/>
                  </a:lnTo>
                  <a:lnTo>
                    <a:pt x="20554" y="321242"/>
                  </a:lnTo>
                  <a:lnTo>
                    <a:pt x="35929" y="279237"/>
                  </a:lnTo>
                  <a:lnTo>
                    <a:pt x="55181" y="239271"/>
                  </a:lnTo>
                  <a:lnTo>
                    <a:pt x="78082" y="201575"/>
                  </a:lnTo>
                  <a:lnTo>
                    <a:pt x="104402" y="166378"/>
                  </a:lnTo>
                  <a:lnTo>
                    <a:pt x="133910" y="133910"/>
                  </a:lnTo>
                  <a:lnTo>
                    <a:pt x="166378" y="104402"/>
                  </a:lnTo>
                  <a:lnTo>
                    <a:pt x="201575" y="78082"/>
                  </a:lnTo>
                  <a:lnTo>
                    <a:pt x="239271" y="55181"/>
                  </a:lnTo>
                  <a:lnTo>
                    <a:pt x="279237" y="35929"/>
                  </a:lnTo>
                  <a:lnTo>
                    <a:pt x="321242" y="20554"/>
                  </a:lnTo>
                  <a:lnTo>
                    <a:pt x="365058" y="9288"/>
                  </a:lnTo>
                  <a:lnTo>
                    <a:pt x="410453" y="2360"/>
                  </a:lnTo>
                  <a:lnTo>
                    <a:pt x="457199" y="0"/>
                  </a:lnTo>
                  <a:lnTo>
                    <a:pt x="508788" y="2918"/>
                  </a:lnTo>
                  <a:lnTo>
                    <a:pt x="559321" y="11549"/>
                  </a:lnTo>
                  <a:lnTo>
                    <a:pt x="608351" y="25708"/>
                  </a:lnTo>
                  <a:lnTo>
                    <a:pt x="655430" y="45208"/>
                  </a:lnTo>
                  <a:lnTo>
                    <a:pt x="700111" y="69866"/>
                  </a:lnTo>
                  <a:lnTo>
                    <a:pt x="741946" y="99495"/>
                  </a:lnTo>
                  <a:lnTo>
                    <a:pt x="780488" y="133910"/>
                  </a:lnTo>
                  <a:lnTo>
                    <a:pt x="814904" y="172453"/>
                  </a:lnTo>
                  <a:lnTo>
                    <a:pt x="844533" y="214288"/>
                  </a:lnTo>
                  <a:lnTo>
                    <a:pt x="869191" y="258969"/>
                  </a:lnTo>
                  <a:lnTo>
                    <a:pt x="888691" y="306048"/>
                  </a:lnTo>
                  <a:lnTo>
                    <a:pt x="902850" y="355078"/>
                  </a:lnTo>
                  <a:lnTo>
                    <a:pt x="911481" y="405611"/>
                  </a:lnTo>
                  <a:lnTo>
                    <a:pt x="914399" y="457199"/>
                  </a:lnTo>
                  <a:lnTo>
                    <a:pt x="912039" y="503946"/>
                  </a:lnTo>
                  <a:lnTo>
                    <a:pt x="905111" y="549341"/>
                  </a:lnTo>
                  <a:lnTo>
                    <a:pt x="893845" y="593157"/>
                  </a:lnTo>
                  <a:lnTo>
                    <a:pt x="878470" y="635162"/>
                  </a:lnTo>
                  <a:lnTo>
                    <a:pt x="859218" y="675128"/>
                  </a:lnTo>
                  <a:lnTo>
                    <a:pt x="836317" y="712824"/>
                  </a:lnTo>
                  <a:lnTo>
                    <a:pt x="809997" y="748021"/>
                  </a:lnTo>
                  <a:lnTo>
                    <a:pt x="780489" y="780489"/>
                  </a:lnTo>
                  <a:lnTo>
                    <a:pt x="748021" y="809997"/>
                  </a:lnTo>
                  <a:lnTo>
                    <a:pt x="712824" y="836317"/>
                  </a:lnTo>
                  <a:lnTo>
                    <a:pt x="675128" y="859218"/>
                  </a:lnTo>
                  <a:lnTo>
                    <a:pt x="635162" y="878470"/>
                  </a:lnTo>
                  <a:lnTo>
                    <a:pt x="593157" y="893845"/>
                  </a:lnTo>
                  <a:lnTo>
                    <a:pt x="549341" y="905111"/>
                  </a:lnTo>
                  <a:lnTo>
                    <a:pt x="503946" y="912039"/>
                  </a:lnTo>
                  <a:lnTo>
                    <a:pt x="457199" y="914399"/>
                  </a:lnTo>
                  <a:lnTo>
                    <a:pt x="410453" y="912039"/>
                  </a:lnTo>
                  <a:lnTo>
                    <a:pt x="365058" y="905111"/>
                  </a:lnTo>
                  <a:lnTo>
                    <a:pt x="321242" y="893845"/>
                  </a:lnTo>
                  <a:lnTo>
                    <a:pt x="279237" y="878470"/>
                  </a:lnTo>
                  <a:lnTo>
                    <a:pt x="239271" y="859218"/>
                  </a:lnTo>
                  <a:lnTo>
                    <a:pt x="201575" y="836317"/>
                  </a:lnTo>
                  <a:lnTo>
                    <a:pt x="166378" y="809997"/>
                  </a:lnTo>
                  <a:lnTo>
                    <a:pt x="133910" y="780489"/>
                  </a:lnTo>
                  <a:lnTo>
                    <a:pt x="104402" y="748021"/>
                  </a:lnTo>
                  <a:lnTo>
                    <a:pt x="78082" y="712824"/>
                  </a:lnTo>
                  <a:lnTo>
                    <a:pt x="55181" y="675128"/>
                  </a:lnTo>
                  <a:lnTo>
                    <a:pt x="35929" y="635162"/>
                  </a:lnTo>
                  <a:lnTo>
                    <a:pt x="20554" y="593157"/>
                  </a:lnTo>
                  <a:lnTo>
                    <a:pt x="9288" y="549341"/>
                  </a:lnTo>
                  <a:lnTo>
                    <a:pt x="2360" y="503946"/>
                  </a:lnTo>
                  <a:lnTo>
                    <a:pt x="0" y="457199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3257550" y="3500437"/>
            <a:ext cx="952500" cy="1014730"/>
            <a:chOff x="3257550" y="3500437"/>
            <a:chExt cx="952500" cy="1014730"/>
          </a:xfrm>
        </p:grpSpPr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0437" y="4262437"/>
              <a:ext cx="161924" cy="16192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3837" y="3957637"/>
              <a:ext cx="161924" cy="16192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2837" y="3500437"/>
              <a:ext cx="161924" cy="16192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276600" y="35814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199"/>
                  </a:moveTo>
                  <a:lnTo>
                    <a:pt x="2360" y="410453"/>
                  </a:lnTo>
                  <a:lnTo>
                    <a:pt x="9288" y="365058"/>
                  </a:lnTo>
                  <a:lnTo>
                    <a:pt x="20554" y="321242"/>
                  </a:lnTo>
                  <a:lnTo>
                    <a:pt x="35929" y="279237"/>
                  </a:lnTo>
                  <a:lnTo>
                    <a:pt x="55181" y="239271"/>
                  </a:lnTo>
                  <a:lnTo>
                    <a:pt x="78082" y="201575"/>
                  </a:lnTo>
                  <a:lnTo>
                    <a:pt x="104402" y="166378"/>
                  </a:lnTo>
                  <a:lnTo>
                    <a:pt x="133910" y="133910"/>
                  </a:lnTo>
                  <a:lnTo>
                    <a:pt x="166378" y="104402"/>
                  </a:lnTo>
                  <a:lnTo>
                    <a:pt x="201575" y="78082"/>
                  </a:lnTo>
                  <a:lnTo>
                    <a:pt x="239271" y="55181"/>
                  </a:lnTo>
                  <a:lnTo>
                    <a:pt x="279237" y="35929"/>
                  </a:lnTo>
                  <a:lnTo>
                    <a:pt x="321242" y="20554"/>
                  </a:lnTo>
                  <a:lnTo>
                    <a:pt x="365058" y="9288"/>
                  </a:lnTo>
                  <a:lnTo>
                    <a:pt x="410453" y="2360"/>
                  </a:lnTo>
                  <a:lnTo>
                    <a:pt x="457199" y="0"/>
                  </a:lnTo>
                  <a:lnTo>
                    <a:pt x="508788" y="2918"/>
                  </a:lnTo>
                  <a:lnTo>
                    <a:pt x="559321" y="11549"/>
                  </a:lnTo>
                  <a:lnTo>
                    <a:pt x="608351" y="25708"/>
                  </a:lnTo>
                  <a:lnTo>
                    <a:pt x="655430" y="45208"/>
                  </a:lnTo>
                  <a:lnTo>
                    <a:pt x="700111" y="69866"/>
                  </a:lnTo>
                  <a:lnTo>
                    <a:pt x="741946" y="99495"/>
                  </a:lnTo>
                  <a:lnTo>
                    <a:pt x="780488" y="133910"/>
                  </a:lnTo>
                  <a:lnTo>
                    <a:pt x="814904" y="172453"/>
                  </a:lnTo>
                  <a:lnTo>
                    <a:pt x="844533" y="214288"/>
                  </a:lnTo>
                  <a:lnTo>
                    <a:pt x="869191" y="258969"/>
                  </a:lnTo>
                  <a:lnTo>
                    <a:pt x="888691" y="306048"/>
                  </a:lnTo>
                  <a:lnTo>
                    <a:pt x="902850" y="355078"/>
                  </a:lnTo>
                  <a:lnTo>
                    <a:pt x="911481" y="405611"/>
                  </a:lnTo>
                  <a:lnTo>
                    <a:pt x="914399" y="457199"/>
                  </a:lnTo>
                  <a:lnTo>
                    <a:pt x="912039" y="503946"/>
                  </a:lnTo>
                  <a:lnTo>
                    <a:pt x="905111" y="549341"/>
                  </a:lnTo>
                  <a:lnTo>
                    <a:pt x="893845" y="593157"/>
                  </a:lnTo>
                  <a:lnTo>
                    <a:pt x="878470" y="635162"/>
                  </a:lnTo>
                  <a:lnTo>
                    <a:pt x="859218" y="675128"/>
                  </a:lnTo>
                  <a:lnTo>
                    <a:pt x="836317" y="712824"/>
                  </a:lnTo>
                  <a:lnTo>
                    <a:pt x="809997" y="748021"/>
                  </a:lnTo>
                  <a:lnTo>
                    <a:pt x="780489" y="780489"/>
                  </a:lnTo>
                  <a:lnTo>
                    <a:pt x="748021" y="809997"/>
                  </a:lnTo>
                  <a:lnTo>
                    <a:pt x="712824" y="836317"/>
                  </a:lnTo>
                  <a:lnTo>
                    <a:pt x="675128" y="859218"/>
                  </a:lnTo>
                  <a:lnTo>
                    <a:pt x="635162" y="878470"/>
                  </a:lnTo>
                  <a:lnTo>
                    <a:pt x="593157" y="893845"/>
                  </a:lnTo>
                  <a:lnTo>
                    <a:pt x="549341" y="905111"/>
                  </a:lnTo>
                  <a:lnTo>
                    <a:pt x="503946" y="912039"/>
                  </a:lnTo>
                  <a:lnTo>
                    <a:pt x="457199" y="914399"/>
                  </a:lnTo>
                  <a:lnTo>
                    <a:pt x="410453" y="912039"/>
                  </a:lnTo>
                  <a:lnTo>
                    <a:pt x="365058" y="905111"/>
                  </a:lnTo>
                  <a:lnTo>
                    <a:pt x="321242" y="893845"/>
                  </a:lnTo>
                  <a:lnTo>
                    <a:pt x="279237" y="878470"/>
                  </a:lnTo>
                  <a:lnTo>
                    <a:pt x="239271" y="859218"/>
                  </a:lnTo>
                  <a:lnTo>
                    <a:pt x="201575" y="836317"/>
                  </a:lnTo>
                  <a:lnTo>
                    <a:pt x="166378" y="809997"/>
                  </a:lnTo>
                  <a:lnTo>
                    <a:pt x="133910" y="780489"/>
                  </a:lnTo>
                  <a:lnTo>
                    <a:pt x="104402" y="748021"/>
                  </a:lnTo>
                  <a:lnTo>
                    <a:pt x="78082" y="712824"/>
                  </a:lnTo>
                  <a:lnTo>
                    <a:pt x="55181" y="675128"/>
                  </a:lnTo>
                  <a:lnTo>
                    <a:pt x="35929" y="635162"/>
                  </a:lnTo>
                  <a:lnTo>
                    <a:pt x="20554" y="593157"/>
                  </a:lnTo>
                  <a:lnTo>
                    <a:pt x="9288" y="549341"/>
                  </a:lnTo>
                  <a:lnTo>
                    <a:pt x="2360" y="503946"/>
                  </a:lnTo>
                  <a:lnTo>
                    <a:pt x="0" y="457199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9" name="object 5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2437" y="3424237"/>
            <a:ext cx="161924" cy="161924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9637" y="2433637"/>
            <a:ext cx="161924" cy="16192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8637" y="1824037"/>
            <a:ext cx="161924" cy="161924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4552950" y="971550"/>
            <a:ext cx="952500" cy="952500"/>
            <a:chOff x="4552950" y="971550"/>
            <a:chExt cx="952500" cy="952500"/>
          </a:xfrm>
        </p:grpSpPr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4437" y="1595437"/>
              <a:ext cx="161924" cy="16192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572000" y="9906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199"/>
                  </a:moveTo>
                  <a:lnTo>
                    <a:pt x="2360" y="410453"/>
                  </a:lnTo>
                  <a:lnTo>
                    <a:pt x="9288" y="365058"/>
                  </a:lnTo>
                  <a:lnTo>
                    <a:pt x="20554" y="321242"/>
                  </a:lnTo>
                  <a:lnTo>
                    <a:pt x="35929" y="279237"/>
                  </a:lnTo>
                  <a:lnTo>
                    <a:pt x="55181" y="239271"/>
                  </a:lnTo>
                  <a:lnTo>
                    <a:pt x="78082" y="201575"/>
                  </a:lnTo>
                  <a:lnTo>
                    <a:pt x="104402" y="166378"/>
                  </a:lnTo>
                  <a:lnTo>
                    <a:pt x="133910" y="133910"/>
                  </a:lnTo>
                  <a:lnTo>
                    <a:pt x="166378" y="104402"/>
                  </a:lnTo>
                  <a:lnTo>
                    <a:pt x="201575" y="78082"/>
                  </a:lnTo>
                  <a:lnTo>
                    <a:pt x="239271" y="55181"/>
                  </a:lnTo>
                  <a:lnTo>
                    <a:pt x="279237" y="35929"/>
                  </a:lnTo>
                  <a:lnTo>
                    <a:pt x="321242" y="20554"/>
                  </a:lnTo>
                  <a:lnTo>
                    <a:pt x="365058" y="9288"/>
                  </a:lnTo>
                  <a:lnTo>
                    <a:pt x="410453" y="2360"/>
                  </a:lnTo>
                  <a:lnTo>
                    <a:pt x="457199" y="0"/>
                  </a:lnTo>
                  <a:lnTo>
                    <a:pt x="508788" y="2918"/>
                  </a:lnTo>
                  <a:lnTo>
                    <a:pt x="559321" y="11549"/>
                  </a:lnTo>
                  <a:lnTo>
                    <a:pt x="608351" y="25708"/>
                  </a:lnTo>
                  <a:lnTo>
                    <a:pt x="655430" y="45208"/>
                  </a:lnTo>
                  <a:lnTo>
                    <a:pt x="700111" y="69866"/>
                  </a:lnTo>
                  <a:lnTo>
                    <a:pt x="741946" y="99495"/>
                  </a:lnTo>
                  <a:lnTo>
                    <a:pt x="780488" y="133910"/>
                  </a:lnTo>
                  <a:lnTo>
                    <a:pt x="814904" y="172452"/>
                  </a:lnTo>
                  <a:lnTo>
                    <a:pt x="844533" y="214288"/>
                  </a:lnTo>
                  <a:lnTo>
                    <a:pt x="869191" y="258969"/>
                  </a:lnTo>
                  <a:lnTo>
                    <a:pt x="888691" y="306048"/>
                  </a:lnTo>
                  <a:lnTo>
                    <a:pt x="902850" y="355078"/>
                  </a:lnTo>
                  <a:lnTo>
                    <a:pt x="911481" y="405611"/>
                  </a:lnTo>
                  <a:lnTo>
                    <a:pt x="914399" y="457199"/>
                  </a:lnTo>
                  <a:lnTo>
                    <a:pt x="912039" y="503946"/>
                  </a:lnTo>
                  <a:lnTo>
                    <a:pt x="905111" y="549341"/>
                  </a:lnTo>
                  <a:lnTo>
                    <a:pt x="893845" y="593157"/>
                  </a:lnTo>
                  <a:lnTo>
                    <a:pt x="878470" y="635162"/>
                  </a:lnTo>
                  <a:lnTo>
                    <a:pt x="859218" y="675128"/>
                  </a:lnTo>
                  <a:lnTo>
                    <a:pt x="836317" y="712824"/>
                  </a:lnTo>
                  <a:lnTo>
                    <a:pt x="809997" y="748021"/>
                  </a:lnTo>
                  <a:lnTo>
                    <a:pt x="780489" y="780489"/>
                  </a:lnTo>
                  <a:lnTo>
                    <a:pt x="748021" y="809997"/>
                  </a:lnTo>
                  <a:lnTo>
                    <a:pt x="712824" y="836317"/>
                  </a:lnTo>
                  <a:lnTo>
                    <a:pt x="675128" y="859218"/>
                  </a:lnTo>
                  <a:lnTo>
                    <a:pt x="635162" y="878470"/>
                  </a:lnTo>
                  <a:lnTo>
                    <a:pt x="593157" y="893845"/>
                  </a:lnTo>
                  <a:lnTo>
                    <a:pt x="549341" y="905111"/>
                  </a:lnTo>
                  <a:lnTo>
                    <a:pt x="503946" y="912039"/>
                  </a:lnTo>
                  <a:lnTo>
                    <a:pt x="457199" y="914399"/>
                  </a:lnTo>
                  <a:lnTo>
                    <a:pt x="410453" y="912039"/>
                  </a:lnTo>
                  <a:lnTo>
                    <a:pt x="365058" y="905111"/>
                  </a:lnTo>
                  <a:lnTo>
                    <a:pt x="321242" y="893845"/>
                  </a:lnTo>
                  <a:lnTo>
                    <a:pt x="279237" y="878470"/>
                  </a:lnTo>
                  <a:lnTo>
                    <a:pt x="239271" y="859218"/>
                  </a:lnTo>
                  <a:lnTo>
                    <a:pt x="201575" y="836317"/>
                  </a:lnTo>
                  <a:lnTo>
                    <a:pt x="166378" y="809997"/>
                  </a:lnTo>
                  <a:lnTo>
                    <a:pt x="133910" y="780489"/>
                  </a:lnTo>
                  <a:lnTo>
                    <a:pt x="104402" y="748021"/>
                  </a:lnTo>
                  <a:lnTo>
                    <a:pt x="78082" y="712824"/>
                  </a:lnTo>
                  <a:lnTo>
                    <a:pt x="55181" y="675128"/>
                  </a:lnTo>
                  <a:lnTo>
                    <a:pt x="35929" y="635162"/>
                  </a:lnTo>
                  <a:lnTo>
                    <a:pt x="20554" y="593157"/>
                  </a:lnTo>
                  <a:lnTo>
                    <a:pt x="9288" y="549341"/>
                  </a:lnTo>
                  <a:lnTo>
                    <a:pt x="2360" y="503946"/>
                  </a:lnTo>
                  <a:lnTo>
                    <a:pt x="0" y="457199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3333750" y="1123950"/>
            <a:ext cx="1014730" cy="952500"/>
            <a:chOff x="3333750" y="1123950"/>
            <a:chExt cx="1014730" cy="952500"/>
          </a:xfrm>
        </p:grpSpPr>
        <p:pic>
          <p:nvPicPr>
            <p:cNvPr id="66" name="object 6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86237" y="1214437"/>
              <a:ext cx="161924" cy="16192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9037" y="1595437"/>
              <a:ext cx="161924" cy="161924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3352800" y="11430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199"/>
                  </a:moveTo>
                  <a:lnTo>
                    <a:pt x="2360" y="410453"/>
                  </a:lnTo>
                  <a:lnTo>
                    <a:pt x="9288" y="365058"/>
                  </a:lnTo>
                  <a:lnTo>
                    <a:pt x="20554" y="321242"/>
                  </a:lnTo>
                  <a:lnTo>
                    <a:pt x="35929" y="279237"/>
                  </a:lnTo>
                  <a:lnTo>
                    <a:pt x="55181" y="239271"/>
                  </a:lnTo>
                  <a:lnTo>
                    <a:pt x="78082" y="201575"/>
                  </a:lnTo>
                  <a:lnTo>
                    <a:pt x="104402" y="166378"/>
                  </a:lnTo>
                  <a:lnTo>
                    <a:pt x="133910" y="133910"/>
                  </a:lnTo>
                  <a:lnTo>
                    <a:pt x="166378" y="104402"/>
                  </a:lnTo>
                  <a:lnTo>
                    <a:pt x="201575" y="78082"/>
                  </a:lnTo>
                  <a:lnTo>
                    <a:pt x="239271" y="55181"/>
                  </a:lnTo>
                  <a:lnTo>
                    <a:pt x="279237" y="35929"/>
                  </a:lnTo>
                  <a:lnTo>
                    <a:pt x="321242" y="20554"/>
                  </a:lnTo>
                  <a:lnTo>
                    <a:pt x="365058" y="9288"/>
                  </a:lnTo>
                  <a:lnTo>
                    <a:pt x="410453" y="2360"/>
                  </a:lnTo>
                  <a:lnTo>
                    <a:pt x="457199" y="0"/>
                  </a:lnTo>
                  <a:lnTo>
                    <a:pt x="508788" y="2918"/>
                  </a:lnTo>
                  <a:lnTo>
                    <a:pt x="559321" y="11549"/>
                  </a:lnTo>
                  <a:lnTo>
                    <a:pt x="608351" y="25708"/>
                  </a:lnTo>
                  <a:lnTo>
                    <a:pt x="655430" y="45208"/>
                  </a:lnTo>
                  <a:lnTo>
                    <a:pt x="700111" y="69866"/>
                  </a:lnTo>
                  <a:lnTo>
                    <a:pt x="741946" y="99495"/>
                  </a:lnTo>
                  <a:lnTo>
                    <a:pt x="780488" y="133910"/>
                  </a:lnTo>
                  <a:lnTo>
                    <a:pt x="814904" y="172452"/>
                  </a:lnTo>
                  <a:lnTo>
                    <a:pt x="844533" y="214288"/>
                  </a:lnTo>
                  <a:lnTo>
                    <a:pt x="869191" y="258969"/>
                  </a:lnTo>
                  <a:lnTo>
                    <a:pt x="888691" y="306048"/>
                  </a:lnTo>
                  <a:lnTo>
                    <a:pt x="902850" y="355078"/>
                  </a:lnTo>
                  <a:lnTo>
                    <a:pt x="911481" y="405611"/>
                  </a:lnTo>
                  <a:lnTo>
                    <a:pt x="914399" y="457199"/>
                  </a:lnTo>
                  <a:lnTo>
                    <a:pt x="912039" y="503946"/>
                  </a:lnTo>
                  <a:lnTo>
                    <a:pt x="905111" y="549341"/>
                  </a:lnTo>
                  <a:lnTo>
                    <a:pt x="893845" y="593157"/>
                  </a:lnTo>
                  <a:lnTo>
                    <a:pt x="878470" y="635162"/>
                  </a:lnTo>
                  <a:lnTo>
                    <a:pt x="859218" y="675128"/>
                  </a:lnTo>
                  <a:lnTo>
                    <a:pt x="836317" y="712824"/>
                  </a:lnTo>
                  <a:lnTo>
                    <a:pt x="809997" y="748021"/>
                  </a:lnTo>
                  <a:lnTo>
                    <a:pt x="780489" y="780489"/>
                  </a:lnTo>
                  <a:lnTo>
                    <a:pt x="748021" y="809997"/>
                  </a:lnTo>
                  <a:lnTo>
                    <a:pt x="712824" y="836317"/>
                  </a:lnTo>
                  <a:lnTo>
                    <a:pt x="675128" y="859218"/>
                  </a:lnTo>
                  <a:lnTo>
                    <a:pt x="635162" y="878470"/>
                  </a:lnTo>
                  <a:lnTo>
                    <a:pt x="593157" y="893845"/>
                  </a:lnTo>
                  <a:lnTo>
                    <a:pt x="549341" y="905111"/>
                  </a:lnTo>
                  <a:lnTo>
                    <a:pt x="503946" y="912039"/>
                  </a:lnTo>
                  <a:lnTo>
                    <a:pt x="457199" y="914399"/>
                  </a:lnTo>
                  <a:lnTo>
                    <a:pt x="410453" y="912039"/>
                  </a:lnTo>
                  <a:lnTo>
                    <a:pt x="365058" y="905111"/>
                  </a:lnTo>
                  <a:lnTo>
                    <a:pt x="321242" y="893845"/>
                  </a:lnTo>
                  <a:lnTo>
                    <a:pt x="279237" y="878470"/>
                  </a:lnTo>
                  <a:lnTo>
                    <a:pt x="239271" y="859218"/>
                  </a:lnTo>
                  <a:lnTo>
                    <a:pt x="201575" y="836317"/>
                  </a:lnTo>
                  <a:lnTo>
                    <a:pt x="166378" y="809997"/>
                  </a:lnTo>
                  <a:lnTo>
                    <a:pt x="133910" y="780489"/>
                  </a:lnTo>
                  <a:lnTo>
                    <a:pt x="104402" y="748021"/>
                  </a:lnTo>
                  <a:lnTo>
                    <a:pt x="78082" y="712824"/>
                  </a:lnTo>
                  <a:lnTo>
                    <a:pt x="55181" y="675128"/>
                  </a:lnTo>
                  <a:lnTo>
                    <a:pt x="35929" y="635162"/>
                  </a:lnTo>
                  <a:lnTo>
                    <a:pt x="20554" y="593157"/>
                  </a:lnTo>
                  <a:lnTo>
                    <a:pt x="9288" y="549341"/>
                  </a:lnTo>
                  <a:lnTo>
                    <a:pt x="2360" y="503946"/>
                  </a:lnTo>
                  <a:lnTo>
                    <a:pt x="0" y="457199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9" name="object 6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1837" y="2662237"/>
            <a:ext cx="161924" cy="161924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0837" y="3576637"/>
            <a:ext cx="161924" cy="161924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4637" y="4414837"/>
            <a:ext cx="161924" cy="161924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3237" y="5253037"/>
            <a:ext cx="161924" cy="161924"/>
          </a:xfrm>
          <a:prstGeom prst="rect">
            <a:avLst/>
          </a:prstGeom>
        </p:spPr>
      </p:pic>
      <p:grpSp>
        <p:nvGrpSpPr>
          <p:cNvPr id="73" name="object 73"/>
          <p:cNvGrpSpPr/>
          <p:nvPr/>
        </p:nvGrpSpPr>
        <p:grpSpPr>
          <a:xfrm>
            <a:off x="1581150" y="4171950"/>
            <a:ext cx="1409700" cy="1866900"/>
            <a:chOff x="1581150" y="4171950"/>
            <a:chExt cx="1409700" cy="1866900"/>
          </a:xfrm>
        </p:grpSpPr>
        <p:pic>
          <p:nvPicPr>
            <p:cNvPr id="74" name="object 7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57437" y="5634037"/>
              <a:ext cx="161924" cy="16192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0237" y="4872037"/>
              <a:ext cx="161924" cy="16192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600200" y="4191000"/>
              <a:ext cx="1371600" cy="1828800"/>
            </a:xfrm>
            <a:custGeom>
              <a:avLst/>
              <a:gdLst/>
              <a:ahLst/>
              <a:cxnLst/>
              <a:rect l="l" t="t" r="r" b="b"/>
              <a:pathLst>
                <a:path w="1371600" h="1828800">
                  <a:moveTo>
                    <a:pt x="457199" y="1371599"/>
                  </a:moveTo>
                  <a:lnTo>
                    <a:pt x="459560" y="1324853"/>
                  </a:lnTo>
                  <a:lnTo>
                    <a:pt x="466488" y="1279458"/>
                  </a:lnTo>
                  <a:lnTo>
                    <a:pt x="477754" y="1235642"/>
                  </a:lnTo>
                  <a:lnTo>
                    <a:pt x="493129" y="1193637"/>
                  </a:lnTo>
                  <a:lnTo>
                    <a:pt x="512381" y="1153671"/>
                  </a:lnTo>
                  <a:lnTo>
                    <a:pt x="535282" y="1115975"/>
                  </a:lnTo>
                  <a:lnTo>
                    <a:pt x="561602" y="1080778"/>
                  </a:lnTo>
                  <a:lnTo>
                    <a:pt x="591110" y="1048310"/>
                  </a:lnTo>
                  <a:lnTo>
                    <a:pt x="623578" y="1018802"/>
                  </a:lnTo>
                  <a:lnTo>
                    <a:pt x="658775" y="992482"/>
                  </a:lnTo>
                  <a:lnTo>
                    <a:pt x="696471" y="969581"/>
                  </a:lnTo>
                  <a:lnTo>
                    <a:pt x="736437" y="950329"/>
                  </a:lnTo>
                  <a:lnTo>
                    <a:pt x="778442" y="934954"/>
                  </a:lnTo>
                  <a:lnTo>
                    <a:pt x="822258" y="923688"/>
                  </a:lnTo>
                  <a:lnTo>
                    <a:pt x="867653" y="916760"/>
                  </a:lnTo>
                  <a:lnTo>
                    <a:pt x="914399" y="914399"/>
                  </a:lnTo>
                  <a:lnTo>
                    <a:pt x="965988" y="917318"/>
                  </a:lnTo>
                  <a:lnTo>
                    <a:pt x="1016521" y="925949"/>
                  </a:lnTo>
                  <a:lnTo>
                    <a:pt x="1065551" y="940108"/>
                  </a:lnTo>
                  <a:lnTo>
                    <a:pt x="1112630" y="959608"/>
                  </a:lnTo>
                  <a:lnTo>
                    <a:pt x="1157311" y="984266"/>
                  </a:lnTo>
                  <a:lnTo>
                    <a:pt x="1199147" y="1013895"/>
                  </a:lnTo>
                  <a:lnTo>
                    <a:pt x="1237689" y="1048310"/>
                  </a:lnTo>
                  <a:lnTo>
                    <a:pt x="1272104" y="1086853"/>
                  </a:lnTo>
                  <a:lnTo>
                    <a:pt x="1301733" y="1128688"/>
                  </a:lnTo>
                  <a:lnTo>
                    <a:pt x="1326391" y="1173369"/>
                  </a:lnTo>
                  <a:lnTo>
                    <a:pt x="1345891" y="1220448"/>
                  </a:lnTo>
                  <a:lnTo>
                    <a:pt x="1360050" y="1269478"/>
                  </a:lnTo>
                  <a:lnTo>
                    <a:pt x="1368681" y="1320011"/>
                  </a:lnTo>
                  <a:lnTo>
                    <a:pt x="1371599" y="1371599"/>
                  </a:lnTo>
                  <a:lnTo>
                    <a:pt x="1369239" y="1418346"/>
                  </a:lnTo>
                  <a:lnTo>
                    <a:pt x="1362311" y="1463741"/>
                  </a:lnTo>
                  <a:lnTo>
                    <a:pt x="1351045" y="1507557"/>
                  </a:lnTo>
                  <a:lnTo>
                    <a:pt x="1335670" y="1549562"/>
                  </a:lnTo>
                  <a:lnTo>
                    <a:pt x="1316418" y="1589528"/>
                  </a:lnTo>
                  <a:lnTo>
                    <a:pt x="1293517" y="1627224"/>
                  </a:lnTo>
                  <a:lnTo>
                    <a:pt x="1267197" y="1662421"/>
                  </a:lnTo>
                  <a:lnTo>
                    <a:pt x="1237689" y="1694889"/>
                  </a:lnTo>
                  <a:lnTo>
                    <a:pt x="1205221" y="1724397"/>
                  </a:lnTo>
                  <a:lnTo>
                    <a:pt x="1170024" y="1750717"/>
                  </a:lnTo>
                  <a:lnTo>
                    <a:pt x="1132328" y="1773618"/>
                  </a:lnTo>
                  <a:lnTo>
                    <a:pt x="1092362" y="1792870"/>
                  </a:lnTo>
                  <a:lnTo>
                    <a:pt x="1050357" y="1808245"/>
                  </a:lnTo>
                  <a:lnTo>
                    <a:pt x="1006541" y="1819511"/>
                  </a:lnTo>
                  <a:lnTo>
                    <a:pt x="961146" y="1826439"/>
                  </a:lnTo>
                  <a:lnTo>
                    <a:pt x="914399" y="1828799"/>
                  </a:lnTo>
                  <a:lnTo>
                    <a:pt x="867653" y="1826439"/>
                  </a:lnTo>
                  <a:lnTo>
                    <a:pt x="822258" y="1819511"/>
                  </a:lnTo>
                  <a:lnTo>
                    <a:pt x="778442" y="1808245"/>
                  </a:lnTo>
                  <a:lnTo>
                    <a:pt x="736437" y="1792870"/>
                  </a:lnTo>
                  <a:lnTo>
                    <a:pt x="696471" y="1773618"/>
                  </a:lnTo>
                  <a:lnTo>
                    <a:pt x="658775" y="1750717"/>
                  </a:lnTo>
                  <a:lnTo>
                    <a:pt x="623578" y="1724397"/>
                  </a:lnTo>
                  <a:lnTo>
                    <a:pt x="591110" y="1694889"/>
                  </a:lnTo>
                  <a:lnTo>
                    <a:pt x="561602" y="1662421"/>
                  </a:lnTo>
                  <a:lnTo>
                    <a:pt x="535282" y="1627224"/>
                  </a:lnTo>
                  <a:lnTo>
                    <a:pt x="512381" y="1589528"/>
                  </a:lnTo>
                  <a:lnTo>
                    <a:pt x="493129" y="1549562"/>
                  </a:lnTo>
                  <a:lnTo>
                    <a:pt x="477754" y="1507557"/>
                  </a:lnTo>
                  <a:lnTo>
                    <a:pt x="466488" y="1463741"/>
                  </a:lnTo>
                  <a:lnTo>
                    <a:pt x="459560" y="1418346"/>
                  </a:lnTo>
                  <a:lnTo>
                    <a:pt x="457199" y="1371599"/>
                  </a:lnTo>
                  <a:close/>
                </a:path>
                <a:path w="1371600" h="1828800">
                  <a:moveTo>
                    <a:pt x="0" y="457199"/>
                  </a:moveTo>
                  <a:lnTo>
                    <a:pt x="2360" y="410453"/>
                  </a:lnTo>
                  <a:lnTo>
                    <a:pt x="9288" y="365058"/>
                  </a:lnTo>
                  <a:lnTo>
                    <a:pt x="20554" y="321242"/>
                  </a:lnTo>
                  <a:lnTo>
                    <a:pt x="35929" y="279237"/>
                  </a:lnTo>
                  <a:lnTo>
                    <a:pt x="55181" y="239271"/>
                  </a:lnTo>
                  <a:lnTo>
                    <a:pt x="78082" y="201575"/>
                  </a:lnTo>
                  <a:lnTo>
                    <a:pt x="104402" y="166378"/>
                  </a:lnTo>
                  <a:lnTo>
                    <a:pt x="133910" y="133910"/>
                  </a:lnTo>
                  <a:lnTo>
                    <a:pt x="166378" y="104402"/>
                  </a:lnTo>
                  <a:lnTo>
                    <a:pt x="201575" y="78082"/>
                  </a:lnTo>
                  <a:lnTo>
                    <a:pt x="239271" y="55181"/>
                  </a:lnTo>
                  <a:lnTo>
                    <a:pt x="279237" y="35929"/>
                  </a:lnTo>
                  <a:lnTo>
                    <a:pt x="321242" y="20554"/>
                  </a:lnTo>
                  <a:lnTo>
                    <a:pt x="365058" y="9288"/>
                  </a:lnTo>
                  <a:lnTo>
                    <a:pt x="410453" y="2360"/>
                  </a:lnTo>
                  <a:lnTo>
                    <a:pt x="457199" y="0"/>
                  </a:lnTo>
                  <a:lnTo>
                    <a:pt x="508788" y="2918"/>
                  </a:lnTo>
                  <a:lnTo>
                    <a:pt x="559321" y="11549"/>
                  </a:lnTo>
                  <a:lnTo>
                    <a:pt x="608351" y="25708"/>
                  </a:lnTo>
                  <a:lnTo>
                    <a:pt x="655430" y="45208"/>
                  </a:lnTo>
                  <a:lnTo>
                    <a:pt x="700111" y="69866"/>
                  </a:lnTo>
                  <a:lnTo>
                    <a:pt x="741947" y="99495"/>
                  </a:lnTo>
                  <a:lnTo>
                    <a:pt x="780489" y="133910"/>
                  </a:lnTo>
                  <a:lnTo>
                    <a:pt x="814904" y="172453"/>
                  </a:lnTo>
                  <a:lnTo>
                    <a:pt x="844533" y="214288"/>
                  </a:lnTo>
                  <a:lnTo>
                    <a:pt x="869191" y="258969"/>
                  </a:lnTo>
                  <a:lnTo>
                    <a:pt x="888691" y="306048"/>
                  </a:lnTo>
                  <a:lnTo>
                    <a:pt x="902850" y="355078"/>
                  </a:lnTo>
                  <a:lnTo>
                    <a:pt x="911481" y="405611"/>
                  </a:lnTo>
                  <a:lnTo>
                    <a:pt x="914399" y="457199"/>
                  </a:lnTo>
                  <a:lnTo>
                    <a:pt x="912039" y="503946"/>
                  </a:lnTo>
                  <a:lnTo>
                    <a:pt x="905111" y="549341"/>
                  </a:lnTo>
                  <a:lnTo>
                    <a:pt x="893845" y="593157"/>
                  </a:lnTo>
                  <a:lnTo>
                    <a:pt x="878470" y="635162"/>
                  </a:lnTo>
                  <a:lnTo>
                    <a:pt x="859218" y="675128"/>
                  </a:lnTo>
                  <a:lnTo>
                    <a:pt x="836317" y="712824"/>
                  </a:lnTo>
                  <a:lnTo>
                    <a:pt x="809997" y="748021"/>
                  </a:lnTo>
                  <a:lnTo>
                    <a:pt x="780489" y="780489"/>
                  </a:lnTo>
                  <a:lnTo>
                    <a:pt x="748021" y="809997"/>
                  </a:lnTo>
                  <a:lnTo>
                    <a:pt x="712824" y="836317"/>
                  </a:lnTo>
                  <a:lnTo>
                    <a:pt x="675128" y="859218"/>
                  </a:lnTo>
                  <a:lnTo>
                    <a:pt x="635162" y="878470"/>
                  </a:lnTo>
                  <a:lnTo>
                    <a:pt x="593157" y="893845"/>
                  </a:lnTo>
                  <a:lnTo>
                    <a:pt x="549341" y="905111"/>
                  </a:lnTo>
                  <a:lnTo>
                    <a:pt x="503946" y="912039"/>
                  </a:lnTo>
                  <a:lnTo>
                    <a:pt x="457199" y="914399"/>
                  </a:lnTo>
                  <a:lnTo>
                    <a:pt x="410453" y="912039"/>
                  </a:lnTo>
                  <a:lnTo>
                    <a:pt x="365058" y="905111"/>
                  </a:lnTo>
                  <a:lnTo>
                    <a:pt x="321242" y="893845"/>
                  </a:lnTo>
                  <a:lnTo>
                    <a:pt x="279237" y="878470"/>
                  </a:lnTo>
                  <a:lnTo>
                    <a:pt x="239271" y="859218"/>
                  </a:lnTo>
                  <a:lnTo>
                    <a:pt x="201575" y="836317"/>
                  </a:lnTo>
                  <a:lnTo>
                    <a:pt x="166378" y="809997"/>
                  </a:lnTo>
                  <a:lnTo>
                    <a:pt x="133910" y="780489"/>
                  </a:lnTo>
                  <a:lnTo>
                    <a:pt x="104402" y="748021"/>
                  </a:lnTo>
                  <a:lnTo>
                    <a:pt x="78082" y="712824"/>
                  </a:lnTo>
                  <a:lnTo>
                    <a:pt x="55181" y="675128"/>
                  </a:lnTo>
                  <a:lnTo>
                    <a:pt x="35929" y="635162"/>
                  </a:lnTo>
                  <a:lnTo>
                    <a:pt x="20554" y="593157"/>
                  </a:lnTo>
                  <a:lnTo>
                    <a:pt x="9288" y="549341"/>
                  </a:lnTo>
                  <a:lnTo>
                    <a:pt x="2360" y="503946"/>
                  </a:lnTo>
                  <a:lnTo>
                    <a:pt x="0" y="457199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7" name="object 7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0237" y="3957637"/>
            <a:ext cx="161924" cy="161924"/>
          </a:xfrm>
          <a:prstGeom prst="rect">
            <a:avLst/>
          </a:prstGeom>
        </p:spPr>
      </p:pic>
      <p:grpSp>
        <p:nvGrpSpPr>
          <p:cNvPr id="78" name="object 78"/>
          <p:cNvGrpSpPr/>
          <p:nvPr/>
        </p:nvGrpSpPr>
        <p:grpSpPr>
          <a:xfrm>
            <a:off x="1733550" y="2738437"/>
            <a:ext cx="952500" cy="1090930"/>
            <a:chOff x="1733550" y="2738437"/>
            <a:chExt cx="952500" cy="1090930"/>
          </a:xfrm>
        </p:grpSpPr>
        <p:pic>
          <p:nvPicPr>
            <p:cNvPr id="79" name="object 7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09837" y="2738437"/>
              <a:ext cx="161924" cy="161924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4037" y="3043237"/>
              <a:ext cx="161924" cy="161924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1752600" y="28956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199"/>
                  </a:moveTo>
                  <a:lnTo>
                    <a:pt x="2360" y="410453"/>
                  </a:lnTo>
                  <a:lnTo>
                    <a:pt x="9288" y="365058"/>
                  </a:lnTo>
                  <a:lnTo>
                    <a:pt x="20554" y="321242"/>
                  </a:lnTo>
                  <a:lnTo>
                    <a:pt x="35929" y="279237"/>
                  </a:lnTo>
                  <a:lnTo>
                    <a:pt x="55181" y="239271"/>
                  </a:lnTo>
                  <a:lnTo>
                    <a:pt x="78082" y="201575"/>
                  </a:lnTo>
                  <a:lnTo>
                    <a:pt x="104402" y="166378"/>
                  </a:lnTo>
                  <a:lnTo>
                    <a:pt x="133910" y="133910"/>
                  </a:lnTo>
                  <a:lnTo>
                    <a:pt x="166378" y="104402"/>
                  </a:lnTo>
                  <a:lnTo>
                    <a:pt x="201575" y="78082"/>
                  </a:lnTo>
                  <a:lnTo>
                    <a:pt x="239271" y="55181"/>
                  </a:lnTo>
                  <a:lnTo>
                    <a:pt x="279237" y="35929"/>
                  </a:lnTo>
                  <a:lnTo>
                    <a:pt x="321242" y="20554"/>
                  </a:lnTo>
                  <a:lnTo>
                    <a:pt x="365058" y="9288"/>
                  </a:lnTo>
                  <a:lnTo>
                    <a:pt x="410453" y="2360"/>
                  </a:lnTo>
                  <a:lnTo>
                    <a:pt x="457199" y="0"/>
                  </a:lnTo>
                  <a:lnTo>
                    <a:pt x="508788" y="2918"/>
                  </a:lnTo>
                  <a:lnTo>
                    <a:pt x="559321" y="11549"/>
                  </a:lnTo>
                  <a:lnTo>
                    <a:pt x="608351" y="25708"/>
                  </a:lnTo>
                  <a:lnTo>
                    <a:pt x="655430" y="45208"/>
                  </a:lnTo>
                  <a:lnTo>
                    <a:pt x="700111" y="69866"/>
                  </a:lnTo>
                  <a:lnTo>
                    <a:pt x="741947" y="99495"/>
                  </a:lnTo>
                  <a:lnTo>
                    <a:pt x="780489" y="133910"/>
                  </a:lnTo>
                  <a:lnTo>
                    <a:pt x="814904" y="172452"/>
                  </a:lnTo>
                  <a:lnTo>
                    <a:pt x="844533" y="214288"/>
                  </a:lnTo>
                  <a:lnTo>
                    <a:pt x="869191" y="258969"/>
                  </a:lnTo>
                  <a:lnTo>
                    <a:pt x="888691" y="306048"/>
                  </a:lnTo>
                  <a:lnTo>
                    <a:pt x="902850" y="355078"/>
                  </a:lnTo>
                  <a:lnTo>
                    <a:pt x="911481" y="405611"/>
                  </a:lnTo>
                  <a:lnTo>
                    <a:pt x="914399" y="457199"/>
                  </a:lnTo>
                  <a:lnTo>
                    <a:pt x="912039" y="503946"/>
                  </a:lnTo>
                  <a:lnTo>
                    <a:pt x="905111" y="549341"/>
                  </a:lnTo>
                  <a:lnTo>
                    <a:pt x="893845" y="593157"/>
                  </a:lnTo>
                  <a:lnTo>
                    <a:pt x="878470" y="635162"/>
                  </a:lnTo>
                  <a:lnTo>
                    <a:pt x="859218" y="675128"/>
                  </a:lnTo>
                  <a:lnTo>
                    <a:pt x="836317" y="712824"/>
                  </a:lnTo>
                  <a:lnTo>
                    <a:pt x="809997" y="748021"/>
                  </a:lnTo>
                  <a:lnTo>
                    <a:pt x="780489" y="780489"/>
                  </a:lnTo>
                  <a:lnTo>
                    <a:pt x="748021" y="809997"/>
                  </a:lnTo>
                  <a:lnTo>
                    <a:pt x="712824" y="836317"/>
                  </a:lnTo>
                  <a:lnTo>
                    <a:pt x="675128" y="859218"/>
                  </a:lnTo>
                  <a:lnTo>
                    <a:pt x="635162" y="878470"/>
                  </a:lnTo>
                  <a:lnTo>
                    <a:pt x="593157" y="893845"/>
                  </a:lnTo>
                  <a:lnTo>
                    <a:pt x="549341" y="905111"/>
                  </a:lnTo>
                  <a:lnTo>
                    <a:pt x="503946" y="912039"/>
                  </a:lnTo>
                  <a:lnTo>
                    <a:pt x="457199" y="914399"/>
                  </a:lnTo>
                  <a:lnTo>
                    <a:pt x="410453" y="912039"/>
                  </a:lnTo>
                  <a:lnTo>
                    <a:pt x="365058" y="905111"/>
                  </a:lnTo>
                  <a:lnTo>
                    <a:pt x="321242" y="893845"/>
                  </a:lnTo>
                  <a:lnTo>
                    <a:pt x="279237" y="878470"/>
                  </a:lnTo>
                  <a:lnTo>
                    <a:pt x="239271" y="859218"/>
                  </a:lnTo>
                  <a:lnTo>
                    <a:pt x="201575" y="836317"/>
                  </a:lnTo>
                  <a:lnTo>
                    <a:pt x="166378" y="809997"/>
                  </a:lnTo>
                  <a:lnTo>
                    <a:pt x="133910" y="780489"/>
                  </a:lnTo>
                  <a:lnTo>
                    <a:pt x="104402" y="748021"/>
                  </a:lnTo>
                  <a:lnTo>
                    <a:pt x="78082" y="712824"/>
                  </a:lnTo>
                  <a:lnTo>
                    <a:pt x="55181" y="675128"/>
                  </a:lnTo>
                  <a:lnTo>
                    <a:pt x="35929" y="635162"/>
                  </a:lnTo>
                  <a:lnTo>
                    <a:pt x="20554" y="593157"/>
                  </a:lnTo>
                  <a:lnTo>
                    <a:pt x="9288" y="549341"/>
                  </a:lnTo>
                  <a:lnTo>
                    <a:pt x="2360" y="503946"/>
                  </a:lnTo>
                  <a:lnTo>
                    <a:pt x="0" y="457199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2" name="object 8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0837" y="1900237"/>
            <a:ext cx="161924" cy="161924"/>
          </a:xfrm>
          <a:prstGeom prst="rect">
            <a:avLst/>
          </a:prstGeom>
        </p:spPr>
      </p:pic>
      <p:grpSp>
        <p:nvGrpSpPr>
          <p:cNvPr id="83" name="object 83"/>
          <p:cNvGrpSpPr/>
          <p:nvPr/>
        </p:nvGrpSpPr>
        <p:grpSpPr>
          <a:xfrm>
            <a:off x="1657350" y="1276350"/>
            <a:ext cx="952500" cy="952500"/>
            <a:chOff x="1657350" y="1276350"/>
            <a:chExt cx="952500" cy="952500"/>
          </a:xfrm>
        </p:grpSpPr>
        <p:pic>
          <p:nvPicPr>
            <p:cNvPr id="84" name="object 8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6437" y="1900237"/>
              <a:ext cx="161924" cy="161924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1676400" y="12954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199"/>
                  </a:moveTo>
                  <a:lnTo>
                    <a:pt x="2360" y="410453"/>
                  </a:lnTo>
                  <a:lnTo>
                    <a:pt x="9288" y="365058"/>
                  </a:lnTo>
                  <a:lnTo>
                    <a:pt x="20554" y="321242"/>
                  </a:lnTo>
                  <a:lnTo>
                    <a:pt x="35929" y="279237"/>
                  </a:lnTo>
                  <a:lnTo>
                    <a:pt x="55181" y="239271"/>
                  </a:lnTo>
                  <a:lnTo>
                    <a:pt x="78082" y="201575"/>
                  </a:lnTo>
                  <a:lnTo>
                    <a:pt x="104402" y="166378"/>
                  </a:lnTo>
                  <a:lnTo>
                    <a:pt x="133910" y="133910"/>
                  </a:lnTo>
                  <a:lnTo>
                    <a:pt x="166378" y="104402"/>
                  </a:lnTo>
                  <a:lnTo>
                    <a:pt x="201575" y="78082"/>
                  </a:lnTo>
                  <a:lnTo>
                    <a:pt x="239271" y="55181"/>
                  </a:lnTo>
                  <a:lnTo>
                    <a:pt x="279237" y="35929"/>
                  </a:lnTo>
                  <a:lnTo>
                    <a:pt x="321242" y="20554"/>
                  </a:lnTo>
                  <a:lnTo>
                    <a:pt x="365058" y="9288"/>
                  </a:lnTo>
                  <a:lnTo>
                    <a:pt x="410453" y="2360"/>
                  </a:lnTo>
                  <a:lnTo>
                    <a:pt x="457199" y="0"/>
                  </a:lnTo>
                  <a:lnTo>
                    <a:pt x="508788" y="2918"/>
                  </a:lnTo>
                  <a:lnTo>
                    <a:pt x="559321" y="11549"/>
                  </a:lnTo>
                  <a:lnTo>
                    <a:pt x="608351" y="25708"/>
                  </a:lnTo>
                  <a:lnTo>
                    <a:pt x="655430" y="45208"/>
                  </a:lnTo>
                  <a:lnTo>
                    <a:pt x="700111" y="69866"/>
                  </a:lnTo>
                  <a:lnTo>
                    <a:pt x="741947" y="99495"/>
                  </a:lnTo>
                  <a:lnTo>
                    <a:pt x="780489" y="133910"/>
                  </a:lnTo>
                  <a:lnTo>
                    <a:pt x="814904" y="172452"/>
                  </a:lnTo>
                  <a:lnTo>
                    <a:pt x="844533" y="214288"/>
                  </a:lnTo>
                  <a:lnTo>
                    <a:pt x="869191" y="258969"/>
                  </a:lnTo>
                  <a:lnTo>
                    <a:pt x="888691" y="306048"/>
                  </a:lnTo>
                  <a:lnTo>
                    <a:pt x="902850" y="355078"/>
                  </a:lnTo>
                  <a:lnTo>
                    <a:pt x="911481" y="405611"/>
                  </a:lnTo>
                  <a:lnTo>
                    <a:pt x="914399" y="457199"/>
                  </a:lnTo>
                  <a:lnTo>
                    <a:pt x="912039" y="503946"/>
                  </a:lnTo>
                  <a:lnTo>
                    <a:pt x="905111" y="549341"/>
                  </a:lnTo>
                  <a:lnTo>
                    <a:pt x="893845" y="593157"/>
                  </a:lnTo>
                  <a:lnTo>
                    <a:pt x="878470" y="635162"/>
                  </a:lnTo>
                  <a:lnTo>
                    <a:pt x="859218" y="675128"/>
                  </a:lnTo>
                  <a:lnTo>
                    <a:pt x="836317" y="712824"/>
                  </a:lnTo>
                  <a:lnTo>
                    <a:pt x="809997" y="748021"/>
                  </a:lnTo>
                  <a:lnTo>
                    <a:pt x="780489" y="780489"/>
                  </a:lnTo>
                  <a:lnTo>
                    <a:pt x="748021" y="809997"/>
                  </a:lnTo>
                  <a:lnTo>
                    <a:pt x="712824" y="836317"/>
                  </a:lnTo>
                  <a:lnTo>
                    <a:pt x="675128" y="859218"/>
                  </a:lnTo>
                  <a:lnTo>
                    <a:pt x="635162" y="878470"/>
                  </a:lnTo>
                  <a:lnTo>
                    <a:pt x="593157" y="893845"/>
                  </a:lnTo>
                  <a:lnTo>
                    <a:pt x="549341" y="905111"/>
                  </a:lnTo>
                  <a:lnTo>
                    <a:pt x="503946" y="912039"/>
                  </a:lnTo>
                  <a:lnTo>
                    <a:pt x="457199" y="914399"/>
                  </a:lnTo>
                  <a:lnTo>
                    <a:pt x="410453" y="912039"/>
                  </a:lnTo>
                  <a:lnTo>
                    <a:pt x="365058" y="905111"/>
                  </a:lnTo>
                  <a:lnTo>
                    <a:pt x="321242" y="893845"/>
                  </a:lnTo>
                  <a:lnTo>
                    <a:pt x="279237" y="878470"/>
                  </a:lnTo>
                  <a:lnTo>
                    <a:pt x="239271" y="859218"/>
                  </a:lnTo>
                  <a:lnTo>
                    <a:pt x="201575" y="836317"/>
                  </a:lnTo>
                  <a:lnTo>
                    <a:pt x="166378" y="809997"/>
                  </a:lnTo>
                  <a:lnTo>
                    <a:pt x="133910" y="780489"/>
                  </a:lnTo>
                  <a:lnTo>
                    <a:pt x="104402" y="748021"/>
                  </a:lnTo>
                  <a:lnTo>
                    <a:pt x="78082" y="712824"/>
                  </a:lnTo>
                  <a:lnTo>
                    <a:pt x="55181" y="675128"/>
                  </a:lnTo>
                  <a:lnTo>
                    <a:pt x="35929" y="635162"/>
                  </a:lnTo>
                  <a:lnTo>
                    <a:pt x="20554" y="593157"/>
                  </a:lnTo>
                  <a:lnTo>
                    <a:pt x="9288" y="549341"/>
                  </a:lnTo>
                  <a:lnTo>
                    <a:pt x="2360" y="503946"/>
                  </a:lnTo>
                  <a:lnTo>
                    <a:pt x="0" y="457199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6" name="object 8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237" y="4719637"/>
            <a:ext cx="161924" cy="161924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437" y="5786437"/>
            <a:ext cx="161924" cy="161924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437" y="3500437"/>
            <a:ext cx="161924" cy="161924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5837" y="2281237"/>
            <a:ext cx="161924" cy="161924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237" y="1214437"/>
            <a:ext cx="161924" cy="161924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6037" y="1062037"/>
            <a:ext cx="161924" cy="161924"/>
          </a:xfrm>
          <a:prstGeom prst="rect">
            <a:avLst/>
          </a:prstGeom>
        </p:spPr>
      </p:pic>
      <p:sp>
        <p:nvSpPr>
          <p:cNvPr id="92" name="object 9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Real</a:t>
            </a:r>
            <a:r>
              <a:rPr spc="-15" dirty="0"/>
              <a:t> </a:t>
            </a:r>
            <a:r>
              <a:rPr dirty="0"/>
              <a:t>Modality</a:t>
            </a:r>
            <a:r>
              <a:rPr spc="-195" dirty="0"/>
              <a:t> </a:t>
            </a:r>
            <a:r>
              <a:rPr spc="-10" dirty="0"/>
              <a:t>Analysis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C15EF4BA-44FF-BD98-B863-C36F9CB449F4}"/>
                  </a:ext>
                </a:extLst>
              </p14:cNvPr>
              <p14:cNvContentPartPr/>
              <p14:nvPr/>
            </p14:nvContentPartPr>
            <p14:xfrm>
              <a:off x="1802880" y="1449360"/>
              <a:ext cx="3868200" cy="208512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C15EF4BA-44FF-BD98-B863-C36F9CB449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86680" y="1433160"/>
                <a:ext cx="3900600" cy="211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8825" y="1308608"/>
            <a:ext cx="7579359" cy="118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3300"/>
                </a:solidFill>
                <a:latin typeface="Arial MT"/>
                <a:cs typeface="Arial MT"/>
              </a:rPr>
              <a:t>Attraction</a:t>
            </a:r>
            <a:r>
              <a:rPr sz="2400" spc="-70" dirty="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00"/>
                </a:solidFill>
                <a:latin typeface="Arial MT"/>
                <a:cs typeface="Arial MT"/>
              </a:rPr>
              <a:t>basin:</a:t>
            </a:r>
            <a:r>
              <a:rPr sz="2400" spc="-55" dirty="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region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trajectories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lead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mode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dirty="0">
                <a:solidFill>
                  <a:srgbClr val="FF3300"/>
                </a:solidFill>
                <a:latin typeface="Arial MT"/>
                <a:cs typeface="Arial MT"/>
              </a:rPr>
              <a:t>Cluster:</a:t>
            </a:r>
            <a:r>
              <a:rPr sz="2400" spc="-50" dirty="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attraction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mode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90128" y="3532822"/>
            <a:ext cx="5041265" cy="2800985"/>
            <a:chOff x="2090128" y="3532822"/>
            <a:chExt cx="5041265" cy="28009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0813" y="3598068"/>
              <a:ext cx="2515359" cy="25797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4027" y="3598068"/>
              <a:ext cx="2515359" cy="25797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0128" y="3532822"/>
              <a:ext cx="5040884" cy="280073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93675" y="6542913"/>
            <a:ext cx="24384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Slide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5" dirty="0">
                <a:latin typeface="Arial MT"/>
                <a:cs typeface="Arial MT"/>
              </a:rPr>
              <a:t>Y.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Ukrainitz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B.</a:t>
            </a:r>
            <a:r>
              <a:rPr sz="1400" spc="-10" dirty="0">
                <a:latin typeface="Arial MT"/>
                <a:cs typeface="Arial MT"/>
              </a:rPr>
              <a:t> Sarel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Attraction</a:t>
            </a:r>
            <a:r>
              <a:rPr spc="-204" dirty="0"/>
              <a:t> </a:t>
            </a:r>
            <a:r>
              <a:rPr spc="-10" dirty="0"/>
              <a:t>basin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8B8718A-1A6F-D43A-BF19-C3133DAF8D32}"/>
                  </a:ext>
                </a:extLst>
              </p14:cNvPr>
              <p14:cNvContentPartPr/>
              <p14:nvPr/>
            </p14:nvContentPartPr>
            <p14:xfrm>
              <a:off x="2154960" y="3723840"/>
              <a:ext cx="4937400" cy="2601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8B8718A-1A6F-D43A-BF19-C3133DAF8D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38760" y="3707640"/>
                <a:ext cx="4969800" cy="2634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Attraction</a:t>
            </a:r>
            <a:r>
              <a:rPr spc="-204" dirty="0"/>
              <a:t> </a:t>
            </a:r>
            <a:r>
              <a:rPr spc="-10" dirty="0"/>
              <a:t>basin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136650"/>
            <a:ext cx="6316289" cy="54844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CFD5C9F-AD16-6659-BDBC-715D2B324D7D}"/>
                  </a:ext>
                </a:extLst>
              </p14:cNvPr>
              <p14:cNvContentPartPr/>
              <p14:nvPr/>
            </p14:nvContentPartPr>
            <p14:xfrm>
              <a:off x="547560" y="3462120"/>
              <a:ext cx="5547600" cy="2435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CFD5C9F-AD16-6659-BDBC-715D2B324D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5960" y="3440520"/>
                <a:ext cx="5590800" cy="2478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Finding</a:t>
            </a:r>
            <a:r>
              <a:rPr spc="-25" dirty="0"/>
              <a:t> </a:t>
            </a:r>
            <a:r>
              <a:rPr dirty="0"/>
              <a:t>Modes</a:t>
            </a:r>
            <a:r>
              <a:rPr spc="-15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Histogram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825" y="5283809"/>
            <a:ext cx="4070350" cy="8128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Modes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There?</a:t>
            </a:r>
            <a:endParaRPr sz="24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15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Easy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see,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hard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compute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23937" y="1116724"/>
            <a:ext cx="6069965" cy="3574415"/>
            <a:chOff x="1423937" y="1116724"/>
            <a:chExt cx="6069965" cy="35744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3937" y="1116724"/>
              <a:ext cx="6069931" cy="357439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101850" y="1162920"/>
              <a:ext cx="2395855" cy="3382645"/>
            </a:xfrm>
            <a:custGeom>
              <a:avLst/>
              <a:gdLst/>
              <a:ahLst/>
              <a:cxnLst/>
              <a:rect l="l" t="t" r="r" b="b"/>
              <a:pathLst>
                <a:path w="2395854" h="3382645">
                  <a:moveTo>
                    <a:pt x="0" y="0"/>
                  </a:moveTo>
                  <a:lnTo>
                    <a:pt x="2395758" y="0"/>
                  </a:lnTo>
                  <a:lnTo>
                    <a:pt x="2395758" y="3382092"/>
                  </a:lnTo>
                  <a:lnTo>
                    <a:pt x="0" y="3382092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6968" y="1154113"/>
              <a:ext cx="2254885" cy="3382645"/>
            </a:xfrm>
            <a:custGeom>
              <a:avLst/>
              <a:gdLst/>
              <a:ahLst/>
              <a:cxnLst/>
              <a:rect l="l" t="t" r="r" b="b"/>
              <a:pathLst>
                <a:path w="2254884" h="3382645">
                  <a:moveTo>
                    <a:pt x="0" y="0"/>
                  </a:moveTo>
                  <a:lnTo>
                    <a:pt x="2254831" y="0"/>
                  </a:lnTo>
                  <a:lnTo>
                    <a:pt x="2254831" y="3382092"/>
                  </a:lnTo>
                  <a:lnTo>
                    <a:pt x="0" y="3382092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001E2E5-D311-342F-7F6C-7119B8DBE09A}"/>
                  </a:ext>
                </a:extLst>
              </p14:cNvPr>
              <p14:cNvContentPartPr/>
              <p14:nvPr/>
            </p14:nvContentPartPr>
            <p14:xfrm>
              <a:off x="783360" y="622080"/>
              <a:ext cx="5399280" cy="9201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001E2E5-D311-342F-7F6C-7119B8DBE0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7160" y="605880"/>
                <a:ext cx="5431680" cy="957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Mean</a:t>
            </a:r>
            <a:r>
              <a:rPr spc="-65" dirty="0"/>
              <a:t> </a:t>
            </a:r>
            <a:r>
              <a:rPr dirty="0"/>
              <a:t>Shift</a:t>
            </a:r>
            <a:r>
              <a:rPr spc="-70" dirty="0"/>
              <a:t> </a:t>
            </a:r>
            <a:r>
              <a:rPr dirty="0"/>
              <a:t>[</a:t>
            </a:r>
            <a:r>
              <a:rPr sz="2600" dirty="0"/>
              <a:t>Comaniciu</a:t>
            </a:r>
            <a:r>
              <a:rPr sz="2600" spc="-50" dirty="0"/>
              <a:t> </a:t>
            </a:r>
            <a:r>
              <a:rPr sz="2600" dirty="0"/>
              <a:t>&amp;</a:t>
            </a:r>
            <a:r>
              <a:rPr sz="2600" spc="-50" dirty="0"/>
              <a:t> </a:t>
            </a:r>
            <a:r>
              <a:rPr sz="2600" spc="-10" dirty="0"/>
              <a:t>Meer]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758825" y="4748784"/>
            <a:ext cx="5417820" cy="173990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400" dirty="0">
                <a:latin typeface="Arial MT"/>
                <a:cs typeface="Arial MT"/>
              </a:rPr>
              <a:t>Iterative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Search</a:t>
            </a:r>
            <a:endParaRPr sz="2400">
              <a:latin typeface="Arial MT"/>
              <a:cs typeface="Arial MT"/>
            </a:endParaRPr>
          </a:p>
          <a:p>
            <a:pPr marL="850265" indent="-457200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850265" algn="l"/>
              </a:tabLst>
            </a:pPr>
            <a:r>
              <a:rPr sz="1800" dirty="0">
                <a:latin typeface="Arial MT"/>
                <a:cs typeface="Arial MT"/>
              </a:rPr>
              <a:t>Initialize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random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seed,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window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W</a:t>
            </a:r>
            <a:endParaRPr sz="1800">
              <a:latin typeface="Arial MT"/>
              <a:cs typeface="Arial MT"/>
            </a:endParaRPr>
          </a:p>
          <a:p>
            <a:pPr marL="850265" indent="-45720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850265" algn="l"/>
              </a:tabLst>
            </a:pPr>
            <a:r>
              <a:rPr sz="1800" dirty="0">
                <a:latin typeface="Arial MT"/>
                <a:cs typeface="Arial MT"/>
              </a:rPr>
              <a:t>Calculate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center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gravity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“mean”)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W:</a:t>
            </a:r>
            <a:endParaRPr sz="1800">
              <a:latin typeface="Arial MT"/>
              <a:cs typeface="Arial MT"/>
            </a:endParaRPr>
          </a:p>
          <a:p>
            <a:pPr marL="850265" indent="-45720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850265" algn="l"/>
              </a:tabLst>
            </a:pPr>
            <a:r>
              <a:rPr sz="1800" dirty="0">
                <a:latin typeface="Arial MT"/>
                <a:cs typeface="Arial MT"/>
              </a:rPr>
              <a:t>Translate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search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window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mean</a:t>
            </a:r>
            <a:endParaRPr sz="1800">
              <a:latin typeface="Arial MT"/>
              <a:cs typeface="Arial MT"/>
            </a:endParaRPr>
          </a:p>
          <a:p>
            <a:pPr marL="850265" indent="-45720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850265" algn="l"/>
              </a:tabLst>
            </a:pPr>
            <a:r>
              <a:rPr sz="1800" dirty="0">
                <a:latin typeface="Arial MT"/>
                <a:cs typeface="Arial MT"/>
              </a:rPr>
              <a:t>Repeat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Step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until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convergence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23937" y="1116724"/>
            <a:ext cx="6069965" cy="3574415"/>
            <a:chOff x="1423937" y="1116724"/>
            <a:chExt cx="6069965" cy="35744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3937" y="1116724"/>
              <a:ext cx="6069931" cy="357439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19400" y="1154113"/>
              <a:ext cx="1600200" cy="3418204"/>
            </a:xfrm>
            <a:custGeom>
              <a:avLst/>
              <a:gdLst/>
              <a:ahLst/>
              <a:cxnLst/>
              <a:rect l="l" t="t" r="r" b="b"/>
              <a:pathLst>
                <a:path w="1600200" h="3418204">
                  <a:moveTo>
                    <a:pt x="0" y="0"/>
                  </a:moveTo>
                  <a:lnTo>
                    <a:pt x="1600199" y="0"/>
                  </a:lnTo>
                  <a:lnTo>
                    <a:pt x="1600199" y="3417886"/>
                  </a:lnTo>
                  <a:lnTo>
                    <a:pt x="0" y="3417886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8400" y="5562600"/>
            <a:ext cx="1240142" cy="5032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85CB9FD-1FFA-FAAF-ED91-3F9873CB929D}"/>
                  </a:ext>
                </a:extLst>
              </p14:cNvPr>
              <p14:cNvContentPartPr/>
              <p14:nvPr/>
            </p14:nvContentPartPr>
            <p14:xfrm>
              <a:off x="2849040" y="1134720"/>
              <a:ext cx="6112800" cy="3410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85CB9FD-1FFA-FAAF-ED91-3F9873CB92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32840" y="1113120"/>
                <a:ext cx="6150600" cy="344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6750" y="549275"/>
            <a:ext cx="7810500" cy="5851525"/>
            <a:chOff x="666750" y="549275"/>
            <a:chExt cx="7810500" cy="5851525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600" y="549275"/>
              <a:ext cx="7315199" cy="5851524"/>
            </a:xfrm>
            <a:prstGeom prst="rect">
              <a:avLst/>
            </a:prstGeom>
          </p:spPr>
        </p:pic>
        <p:sp>
          <p:nvSpPr>
            <p:cNvPr id="4" name="object 4">
              <a:hlinkClick r:id="rId2"/>
            </p:cNvPr>
            <p:cNvSpPr/>
            <p:nvPr/>
          </p:nvSpPr>
          <p:spPr>
            <a:xfrm>
              <a:off x="990600" y="761999"/>
              <a:ext cx="6934200" cy="1981200"/>
            </a:xfrm>
            <a:custGeom>
              <a:avLst/>
              <a:gdLst/>
              <a:ahLst/>
              <a:cxnLst/>
              <a:rect l="l" t="t" r="r" b="b"/>
              <a:pathLst>
                <a:path w="6934200" h="1981200">
                  <a:moveTo>
                    <a:pt x="6934199" y="1981199"/>
                  </a:moveTo>
                  <a:lnTo>
                    <a:pt x="0" y="1981199"/>
                  </a:lnTo>
                  <a:lnTo>
                    <a:pt x="0" y="0"/>
                  </a:lnTo>
                  <a:lnTo>
                    <a:pt x="6934199" y="0"/>
                  </a:lnTo>
                  <a:lnTo>
                    <a:pt x="6934199" y="1981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Mean-Shift</a:t>
            </a:r>
          </a:p>
        </p:txBody>
      </p:sp>
      <p:sp>
        <p:nvSpPr>
          <p:cNvPr id="7" name="object 7"/>
          <p:cNvSpPr/>
          <p:nvPr/>
        </p:nvSpPr>
        <p:spPr>
          <a:xfrm>
            <a:off x="685800" y="838200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39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8825" y="940409"/>
            <a:ext cx="7320915" cy="15240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10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  <a:hlinkClick r:id="rId2"/>
              </a:rPr>
              <a:t>pproach</a:t>
            </a:r>
            <a:endParaRPr sz="2400">
              <a:latin typeface="Arial MT"/>
              <a:cs typeface="Arial MT"/>
            </a:endParaRPr>
          </a:p>
          <a:p>
            <a:pPr marL="850265" indent="-342265">
              <a:lnSpc>
                <a:spcPct val="100000"/>
              </a:lnSpc>
              <a:spcBef>
                <a:spcPts val="415"/>
              </a:spcBef>
              <a:buChar char="•"/>
              <a:tabLst>
                <a:tab pos="850265" algn="l"/>
              </a:tabLst>
            </a:pPr>
            <a:r>
              <a:rPr sz="2000" dirty="0">
                <a:latin typeface="Arial MT"/>
                <a:cs typeface="Arial MT"/>
                <a:hlinkClick r:id="rId2"/>
              </a:rPr>
              <a:t>Initialize</a:t>
            </a:r>
            <a:r>
              <a:rPr sz="2000" spc="-70" dirty="0">
                <a:latin typeface="Arial MT"/>
                <a:cs typeface="Arial MT"/>
                <a:hlinkClick r:id="rId2"/>
              </a:rPr>
              <a:t> </a:t>
            </a:r>
            <a:r>
              <a:rPr sz="2000" dirty="0">
                <a:latin typeface="Arial MT"/>
                <a:cs typeface="Arial MT"/>
                <a:hlinkClick r:id="rId2"/>
              </a:rPr>
              <a:t>a</a:t>
            </a:r>
            <a:r>
              <a:rPr sz="2000" spc="-65" dirty="0">
                <a:latin typeface="Arial MT"/>
                <a:cs typeface="Arial MT"/>
                <a:hlinkClick r:id="rId2"/>
              </a:rPr>
              <a:t> </a:t>
            </a:r>
            <a:r>
              <a:rPr sz="2000" dirty="0">
                <a:latin typeface="Arial MT"/>
                <a:cs typeface="Arial MT"/>
                <a:hlinkClick r:id="rId2"/>
              </a:rPr>
              <a:t>window</a:t>
            </a:r>
            <a:r>
              <a:rPr sz="2000" spc="-65" dirty="0">
                <a:latin typeface="Arial MT"/>
                <a:cs typeface="Arial MT"/>
                <a:hlinkClick r:id="rId2"/>
              </a:rPr>
              <a:t> </a:t>
            </a:r>
            <a:r>
              <a:rPr sz="2000" dirty="0">
                <a:latin typeface="Arial MT"/>
                <a:cs typeface="Arial MT"/>
                <a:hlinkClick r:id="rId2"/>
              </a:rPr>
              <a:t>around</a:t>
            </a:r>
            <a:r>
              <a:rPr sz="2000" spc="-65" dirty="0">
                <a:latin typeface="Arial MT"/>
                <a:cs typeface="Arial MT"/>
                <a:hlinkClick r:id="rId2"/>
              </a:rPr>
              <a:t> </a:t>
            </a:r>
            <a:r>
              <a:rPr sz="2000" dirty="0">
                <a:latin typeface="Arial MT"/>
                <a:cs typeface="Arial MT"/>
                <a:hlinkClick r:id="rId2"/>
              </a:rPr>
              <a:t>each</a:t>
            </a:r>
            <a:r>
              <a:rPr sz="2000" spc="-65" dirty="0">
                <a:latin typeface="Arial MT"/>
                <a:cs typeface="Arial MT"/>
                <a:hlinkClick r:id="rId2"/>
              </a:rPr>
              <a:t> </a:t>
            </a:r>
            <a:r>
              <a:rPr sz="2000" spc="-10" dirty="0">
                <a:latin typeface="Arial MT"/>
                <a:cs typeface="Arial MT"/>
                <a:hlinkClick r:id="rId2"/>
              </a:rPr>
              <a:t>point</a:t>
            </a:r>
            <a:endParaRPr sz="2000">
              <a:latin typeface="Arial MT"/>
              <a:cs typeface="Arial MT"/>
            </a:endParaRPr>
          </a:p>
          <a:p>
            <a:pPr marL="850265" indent="-342265">
              <a:lnSpc>
                <a:spcPct val="100000"/>
              </a:lnSpc>
              <a:spcBef>
                <a:spcPts val="400"/>
              </a:spcBef>
              <a:buChar char="•"/>
              <a:tabLst>
                <a:tab pos="850265" algn="l"/>
              </a:tabLst>
            </a:pPr>
            <a:r>
              <a:rPr sz="2000" dirty="0">
                <a:latin typeface="Arial MT"/>
                <a:cs typeface="Arial MT"/>
                <a:hlinkClick r:id="rId2"/>
              </a:rPr>
              <a:t>See</a:t>
            </a:r>
            <a:r>
              <a:rPr sz="2000" spc="-45" dirty="0">
                <a:latin typeface="Arial MT"/>
                <a:cs typeface="Arial MT"/>
                <a:hlinkClick r:id="rId2"/>
              </a:rPr>
              <a:t> </a:t>
            </a:r>
            <a:r>
              <a:rPr sz="2000" dirty="0">
                <a:latin typeface="Arial MT"/>
                <a:cs typeface="Arial MT"/>
                <a:hlinkClick r:id="rId2"/>
              </a:rPr>
              <a:t>where</a:t>
            </a:r>
            <a:r>
              <a:rPr sz="2000" spc="-40" dirty="0">
                <a:latin typeface="Arial MT"/>
                <a:cs typeface="Arial MT"/>
                <a:hlinkClick r:id="rId2"/>
              </a:rPr>
              <a:t> </a:t>
            </a:r>
            <a:r>
              <a:rPr sz="2000" dirty="0">
                <a:latin typeface="Arial MT"/>
                <a:cs typeface="Arial MT"/>
                <a:hlinkClick r:id="rId2"/>
              </a:rPr>
              <a:t>it</a:t>
            </a:r>
            <a:r>
              <a:rPr sz="2000" spc="-40" dirty="0">
                <a:latin typeface="Arial MT"/>
                <a:cs typeface="Arial MT"/>
                <a:hlinkClick r:id="rId2"/>
              </a:rPr>
              <a:t> </a:t>
            </a:r>
            <a:r>
              <a:rPr sz="2000" dirty="0">
                <a:latin typeface="Arial MT"/>
                <a:cs typeface="Arial MT"/>
                <a:hlinkClick r:id="rId2"/>
              </a:rPr>
              <a:t>shifts—this</a:t>
            </a:r>
            <a:r>
              <a:rPr sz="2000" spc="-45" dirty="0">
                <a:latin typeface="Arial MT"/>
                <a:cs typeface="Arial MT"/>
                <a:hlinkClick r:id="rId2"/>
              </a:rPr>
              <a:t> </a:t>
            </a:r>
            <a:r>
              <a:rPr sz="2000" dirty="0">
                <a:latin typeface="Arial MT"/>
                <a:cs typeface="Arial MT"/>
                <a:hlinkClick r:id="rId2"/>
              </a:rPr>
              <a:t>determines</a:t>
            </a:r>
            <a:r>
              <a:rPr sz="2000" spc="-40" dirty="0">
                <a:latin typeface="Arial MT"/>
                <a:cs typeface="Arial MT"/>
                <a:hlinkClick r:id="rId2"/>
              </a:rPr>
              <a:t> </a:t>
            </a:r>
            <a:r>
              <a:rPr sz="2000" dirty="0">
                <a:latin typeface="Arial MT"/>
                <a:cs typeface="Arial MT"/>
                <a:hlinkClick r:id="rId2"/>
              </a:rPr>
              <a:t>which</a:t>
            </a:r>
            <a:r>
              <a:rPr sz="2000" spc="-40" dirty="0">
                <a:latin typeface="Arial MT"/>
                <a:cs typeface="Arial MT"/>
                <a:hlinkClick r:id="rId2"/>
              </a:rPr>
              <a:t> </a:t>
            </a:r>
            <a:r>
              <a:rPr sz="2000" dirty="0">
                <a:latin typeface="Arial MT"/>
                <a:cs typeface="Arial MT"/>
                <a:hlinkClick r:id="rId2"/>
              </a:rPr>
              <a:t>segment</a:t>
            </a:r>
            <a:r>
              <a:rPr sz="2000" spc="-40" dirty="0">
                <a:latin typeface="Arial MT"/>
                <a:cs typeface="Arial MT"/>
                <a:hlinkClick r:id="rId2"/>
              </a:rPr>
              <a:t> </a:t>
            </a:r>
            <a:r>
              <a:rPr sz="2000" dirty="0">
                <a:latin typeface="Arial MT"/>
                <a:cs typeface="Arial MT"/>
                <a:hlinkClick r:id="rId2"/>
              </a:rPr>
              <a:t>it’s</a:t>
            </a:r>
            <a:r>
              <a:rPr sz="2000" spc="-45" dirty="0">
                <a:latin typeface="Arial MT"/>
                <a:cs typeface="Arial MT"/>
                <a:hlinkClick r:id="rId2"/>
              </a:rPr>
              <a:t> </a:t>
            </a:r>
            <a:r>
              <a:rPr sz="2000" spc="-25" dirty="0">
                <a:latin typeface="Arial MT"/>
                <a:cs typeface="Arial MT"/>
                <a:hlinkClick r:id="rId2"/>
              </a:rPr>
              <a:t>in</a:t>
            </a:r>
            <a:endParaRPr sz="2000">
              <a:latin typeface="Arial MT"/>
              <a:cs typeface="Arial MT"/>
            </a:endParaRPr>
          </a:p>
          <a:p>
            <a:pPr marL="850265" indent="-342265">
              <a:lnSpc>
                <a:spcPct val="100000"/>
              </a:lnSpc>
              <a:spcBef>
                <a:spcPts val="400"/>
              </a:spcBef>
              <a:buChar char="•"/>
              <a:tabLst>
                <a:tab pos="850265" algn="l"/>
              </a:tabLst>
            </a:pPr>
            <a:r>
              <a:rPr sz="2000" dirty="0">
                <a:latin typeface="Arial MT"/>
                <a:cs typeface="Arial MT"/>
                <a:hlinkClick r:id="rId2"/>
              </a:rPr>
              <a:t>Multiple</a:t>
            </a:r>
            <a:r>
              <a:rPr sz="2000" spc="-45" dirty="0">
                <a:latin typeface="Arial MT"/>
                <a:cs typeface="Arial MT"/>
                <a:hlinkClick r:id="rId2"/>
              </a:rPr>
              <a:t> </a:t>
            </a:r>
            <a:r>
              <a:rPr sz="2000" dirty="0">
                <a:latin typeface="Arial MT"/>
                <a:cs typeface="Arial MT"/>
                <a:hlinkClick r:id="rId2"/>
              </a:rPr>
              <a:t>points</a:t>
            </a:r>
            <a:r>
              <a:rPr sz="2000" spc="-40" dirty="0">
                <a:latin typeface="Arial MT"/>
                <a:cs typeface="Arial MT"/>
                <a:hlinkClick r:id="rId2"/>
              </a:rPr>
              <a:t> </a:t>
            </a:r>
            <a:r>
              <a:rPr sz="2000" dirty="0">
                <a:latin typeface="Arial MT"/>
                <a:cs typeface="Arial MT"/>
                <a:hlinkClick r:id="rId2"/>
              </a:rPr>
              <a:t>will</a:t>
            </a:r>
            <a:r>
              <a:rPr sz="2000" spc="-40" dirty="0">
                <a:latin typeface="Arial MT"/>
                <a:cs typeface="Arial MT"/>
                <a:hlinkClick r:id="rId2"/>
              </a:rPr>
              <a:t> </a:t>
            </a:r>
            <a:r>
              <a:rPr sz="2000" dirty="0">
                <a:latin typeface="Arial MT"/>
                <a:cs typeface="Arial MT"/>
                <a:hlinkClick r:id="rId2"/>
              </a:rPr>
              <a:t>shift</a:t>
            </a:r>
            <a:r>
              <a:rPr sz="2000" spc="-40" dirty="0">
                <a:latin typeface="Arial MT"/>
                <a:cs typeface="Arial MT"/>
                <a:hlinkClick r:id="rId2"/>
              </a:rPr>
              <a:t> </a:t>
            </a:r>
            <a:r>
              <a:rPr sz="2000" dirty="0">
                <a:latin typeface="Arial MT"/>
                <a:cs typeface="Arial MT"/>
                <a:hlinkClick r:id="rId2"/>
              </a:rPr>
              <a:t>to</a:t>
            </a:r>
            <a:r>
              <a:rPr sz="2000" spc="-40" dirty="0">
                <a:latin typeface="Arial MT"/>
                <a:cs typeface="Arial MT"/>
                <a:hlinkClick r:id="rId2"/>
              </a:rPr>
              <a:t> </a:t>
            </a:r>
            <a:r>
              <a:rPr sz="2000" dirty="0">
                <a:latin typeface="Arial MT"/>
                <a:cs typeface="Arial MT"/>
                <a:hlinkClick r:id="rId2"/>
              </a:rPr>
              <a:t>the</a:t>
            </a:r>
            <a:r>
              <a:rPr sz="2000" spc="-40" dirty="0">
                <a:latin typeface="Arial MT"/>
                <a:cs typeface="Arial MT"/>
                <a:hlinkClick r:id="rId2"/>
              </a:rPr>
              <a:t> </a:t>
            </a:r>
            <a:r>
              <a:rPr sz="2000" dirty="0">
                <a:latin typeface="Arial MT"/>
                <a:cs typeface="Arial MT"/>
                <a:hlinkClick r:id="rId2"/>
              </a:rPr>
              <a:t>same</a:t>
            </a:r>
            <a:r>
              <a:rPr sz="2000" spc="-45" dirty="0">
                <a:latin typeface="Arial MT"/>
                <a:cs typeface="Arial MT"/>
                <a:hlinkClick r:id="rId2"/>
              </a:rPr>
              <a:t> </a:t>
            </a:r>
            <a:r>
              <a:rPr sz="2000" spc="-10" dirty="0">
                <a:latin typeface="Arial MT"/>
                <a:cs typeface="Arial MT"/>
                <a:hlinkClick r:id="rId2"/>
              </a:rPr>
              <a:t>segment</a:t>
            </a:r>
            <a:endParaRPr sz="20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4CEECC5-65D1-8E26-30EA-A77799216016}"/>
                  </a:ext>
                </a:extLst>
              </p14:cNvPr>
              <p14:cNvContentPartPr/>
              <p14:nvPr/>
            </p14:nvContentPartPr>
            <p14:xfrm>
              <a:off x="5447160" y="977400"/>
              <a:ext cx="2415600" cy="34326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4CEECC5-65D1-8E26-30EA-A777992160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30960" y="961200"/>
                <a:ext cx="2448000" cy="3465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Mean</a:t>
            </a:r>
            <a:r>
              <a:rPr spc="-55" dirty="0"/>
              <a:t> </a:t>
            </a:r>
            <a:r>
              <a:rPr dirty="0"/>
              <a:t>shift</a:t>
            </a:r>
            <a:r>
              <a:rPr spc="-60" dirty="0"/>
              <a:t> </a:t>
            </a:r>
            <a:r>
              <a:rPr spc="-10" dirty="0"/>
              <a:t>clustering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825" y="927608"/>
            <a:ext cx="7409815" cy="3411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0" marR="5080" indent="-5334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shift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algorithm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seeks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modes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given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set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points</a:t>
            </a:r>
            <a:endParaRPr sz="2400">
              <a:latin typeface="Arial MT"/>
              <a:cs typeface="Arial MT"/>
            </a:endParaRPr>
          </a:p>
          <a:p>
            <a:pPr marL="983615" indent="-579755">
              <a:lnSpc>
                <a:spcPct val="100000"/>
              </a:lnSpc>
              <a:spcBef>
                <a:spcPts val="415"/>
              </a:spcBef>
              <a:buFont typeface="Calibri"/>
              <a:buAutoNum type="arabicPeriod"/>
              <a:tabLst>
                <a:tab pos="983615" algn="l"/>
              </a:tabLst>
            </a:pPr>
            <a:r>
              <a:rPr sz="2000" dirty="0">
                <a:latin typeface="Arial MT"/>
                <a:cs typeface="Arial MT"/>
              </a:rPr>
              <a:t>Choose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kernel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bandwidth</a:t>
            </a:r>
            <a:endParaRPr sz="2000">
              <a:latin typeface="Arial MT"/>
              <a:cs typeface="Arial MT"/>
            </a:endParaRPr>
          </a:p>
          <a:p>
            <a:pPr marL="983615" indent="-579755">
              <a:lnSpc>
                <a:spcPct val="100000"/>
              </a:lnSpc>
              <a:spcBef>
                <a:spcPts val="400"/>
              </a:spcBef>
              <a:buFont typeface="Calibri"/>
              <a:buAutoNum type="arabicPeriod"/>
              <a:tabLst>
                <a:tab pos="983615" algn="l"/>
              </a:tabLst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point:</a:t>
            </a:r>
            <a:endParaRPr sz="2000">
              <a:latin typeface="Arial MT"/>
              <a:cs typeface="Arial MT"/>
            </a:endParaRPr>
          </a:p>
          <a:p>
            <a:pPr marL="1326515" lvl="1" indent="-521334">
              <a:lnSpc>
                <a:spcPct val="100000"/>
              </a:lnSpc>
              <a:spcBef>
                <a:spcPts val="370"/>
              </a:spcBef>
              <a:buFont typeface="Calibri"/>
              <a:buAutoNum type="alphaLcParenR"/>
              <a:tabLst>
                <a:tab pos="1326515" algn="l"/>
              </a:tabLst>
            </a:pPr>
            <a:r>
              <a:rPr sz="1800" dirty="0">
                <a:latin typeface="Arial MT"/>
                <a:cs typeface="Arial MT"/>
              </a:rPr>
              <a:t>Center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window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0" dirty="0">
                <a:latin typeface="Arial MT"/>
                <a:cs typeface="Arial MT"/>
              </a:rPr>
              <a:t> point</a:t>
            </a:r>
            <a:endParaRPr sz="1800">
              <a:latin typeface="Arial MT"/>
              <a:cs typeface="Arial MT"/>
            </a:endParaRPr>
          </a:p>
          <a:p>
            <a:pPr marL="1326515" lvl="1" indent="-532130">
              <a:lnSpc>
                <a:spcPct val="100000"/>
              </a:lnSpc>
              <a:spcBef>
                <a:spcPts val="355"/>
              </a:spcBef>
              <a:buFont typeface="Calibri"/>
              <a:buAutoNum type="alphaLcParenR"/>
              <a:tabLst>
                <a:tab pos="1326515" algn="l"/>
              </a:tabLst>
            </a:pPr>
            <a:r>
              <a:rPr sz="1800" dirty="0">
                <a:latin typeface="Arial MT"/>
                <a:cs typeface="Arial MT"/>
              </a:rPr>
              <a:t>Compute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search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window</a:t>
            </a:r>
            <a:endParaRPr sz="1800">
              <a:latin typeface="Arial MT"/>
              <a:cs typeface="Arial MT"/>
            </a:endParaRPr>
          </a:p>
          <a:p>
            <a:pPr marL="1326515" lvl="1" indent="-508634">
              <a:lnSpc>
                <a:spcPct val="100000"/>
              </a:lnSpc>
              <a:spcBef>
                <a:spcPts val="360"/>
              </a:spcBef>
              <a:buFont typeface="Calibri"/>
              <a:buAutoNum type="alphaLcParenR"/>
              <a:tabLst>
                <a:tab pos="1326515" algn="l"/>
              </a:tabLst>
            </a:pPr>
            <a:r>
              <a:rPr sz="1800" dirty="0">
                <a:latin typeface="Arial MT"/>
                <a:cs typeface="Arial MT"/>
              </a:rPr>
              <a:t>Center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search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window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mean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location</a:t>
            </a:r>
            <a:endParaRPr sz="1800">
              <a:latin typeface="Arial MT"/>
              <a:cs typeface="Arial MT"/>
            </a:endParaRPr>
          </a:p>
          <a:p>
            <a:pPr marL="1326515" lvl="1" indent="-532130">
              <a:lnSpc>
                <a:spcPct val="100000"/>
              </a:lnSpc>
              <a:spcBef>
                <a:spcPts val="360"/>
              </a:spcBef>
              <a:buFont typeface="Calibri"/>
              <a:buAutoNum type="alphaLcParenR"/>
              <a:tabLst>
                <a:tab pos="1326515" algn="l"/>
              </a:tabLst>
            </a:pPr>
            <a:r>
              <a:rPr sz="1800" dirty="0">
                <a:latin typeface="Arial MT"/>
                <a:cs typeface="Arial MT"/>
              </a:rPr>
              <a:t>Repeat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(b,c)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until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convergence</a:t>
            </a:r>
            <a:endParaRPr sz="1800">
              <a:latin typeface="Arial MT"/>
              <a:cs typeface="Arial MT"/>
            </a:endParaRPr>
          </a:p>
          <a:p>
            <a:pPr marL="984250" marR="504825" indent="-580390">
              <a:lnSpc>
                <a:spcPct val="100000"/>
              </a:lnSpc>
              <a:spcBef>
                <a:spcPts val="395"/>
              </a:spcBef>
              <a:buFont typeface="Calibri"/>
              <a:buAutoNum type="arabicPeriod"/>
              <a:tabLst>
                <a:tab pos="984250" algn="l"/>
              </a:tabLst>
            </a:pPr>
            <a:r>
              <a:rPr sz="2000" dirty="0">
                <a:latin typeface="Arial MT"/>
                <a:cs typeface="Arial MT"/>
              </a:rPr>
              <a:t>Assign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points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nearby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same </a:t>
            </a:r>
            <a:r>
              <a:rPr sz="2000" spc="-10" dirty="0">
                <a:latin typeface="Arial MT"/>
                <a:cs typeface="Arial MT"/>
              </a:rPr>
              <a:t>cluster</a:t>
            </a:r>
            <a:endParaRPr sz="20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7EEBAB3-970C-224E-2D8A-B70B5E6509F4}"/>
                  </a:ext>
                </a:extLst>
              </p14:cNvPr>
              <p14:cNvContentPartPr/>
              <p14:nvPr/>
            </p14:nvContentPartPr>
            <p14:xfrm>
              <a:off x="1749600" y="1308600"/>
              <a:ext cx="6616440" cy="2413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7EEBAB3-970C-224E-2D8A-B70B5E6509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28000" y="1287000"/>
                <a:ext cx="6654240" cy="2456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6950" y="3752850"/>
            <a:ext cx="3727449" cy="25479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013" y="1177925"/>
            <a:ext cx="3733799" cy="2400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075" y="1143000"/>
            <a:ext cx="3733799" cy="2400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2300" y="3752850"/>
            <a:ext cx="3729037" cy="254793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1625" y="6340856"/>
            <a:ext cx="6969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  <a:hlinkClick r:id="rId6"/>
              </a:rPr>
              <a:t>http://www.caip.rutgers.edu/~comanici/MSPAMI/msPamiResults.html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1225" y="206247"/>
            <a:ext cx="61182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Mean</a:t>
            </a:r>
            <a:r>
              <a:rPr spc="-60" dirty="0"/>
              <a:t> </a:t>
            </a:r>
            <a:r>
              <a:rPr dirty="0"/>
              <a:t>shift</a:t>
            </a:r>
            <a:r>
              <a:rPr spc="-60" dirty="0"/>
              <a:t> </a:t>
            </a:r>
            <a:r>
              <a:rPr dirty="0"/>
              <a:t>segmentation</a:t>
            </a:r>
            <a:r>
              <a:rPr spc="-5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10825" y="1478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D47FB99-35E6-D3E8-4BE2-8E385A73AEC8}"/>
                  </a:ext>
                </a:extLst>
              </p14:cNvPr>
              <p14:cNvContentPartPr/>
              <p14:nvPr/>
            </p14:nvContentPartPr>
            <p14:xfrm>
              <a:off x="2423520" y="3102120"/>
              <a:ext cx="4005000" cy="320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D47FB99-35E6-D3E8-4BE2-8E385A73AEC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01920" y="3080520"/>
                <a:ext cx="4042800" cy="363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7825" y="6263640"/>
            <a:ext cx="77400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http://www.caip.rutgers.edu/~comanici/MSPAMI/msPamiResults.html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Mean-</a:t>
            </a:r>
            <a:r>
              <a:rPr dirty="0"/>
              <a:t>shift:</a:t>
            </a:r>
            <a:r>
              <a:rPr spc="-45" dirty="0"/>
              <a:t> </a:t>
            </a:r>
            <a:r>
              <a:rPr dirty="0"/>
              <a:t>other</a:t>
            </a:r>
            <a:r>
              <a:rPr spc="-40" dirty="0"/>
              <a:t> </a:t>
            </a:r>
            <a:r>
              <a:rPr spc="-10" dirty="0"/>
              <a:t>issues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825" y="864209"/>
            <a:ext cx="7387590" cy="467106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10" dirty="0">
                <a:latin typeface="Arial MT"/>
                <a:cs typeface="Arial MT"/>
              </a:rPr>
              <a:t>Speedups</a:t>
            </a:r>
            <a:endParaRPr sz="24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15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Binned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estimation</a:t>
            </a:r>
            <a:endParaRPr sz="20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00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Fast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search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neighbors</a:t>
            </a:r>
            <a:endParaRPr sz="20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00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Update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window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iteration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(faster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convergence)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2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tricks</a:t>
            </a:r>
            <a:endParaRPr sz="2400">
              <a:latin typeface="Arial MT"/>
              <a:cs typeface="Arial MT"/>
            </a:endParaRPr>
          </a:p>
          <a:p>
            <a:pPr marL="755015" indent="-247015">
              <a:lnSpc>
                <a:spcPct val="100000"/>
              </a:lnSpc>
              <a:spcBef>
                <a:spcPts val="415"/>
              </a:spcBef>
              <a:buChar char="•"/>
              <a:tabLst>
                <a:tab pos="755015" algn="l"/>
              </a:tabLst>
            </a:pP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kNN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determine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window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sizes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adaptively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0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Lots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theoretical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support</a:t>
            </a:r>
            <a:endParaRPr sz="2400">
              <a:latin typeface="Arial MT"/>
              <a:cs typeface="Arial MT"/>
            </a:endParaRPr>
          </a:p>
          <a:p>
            <a:pPr marL="755650" marR="96520" algn="just">
              <a:lnSpc>
                <a:spcPct val="100000"/>
              </a:lnSpc>
              <a:spcBef>
                <a:spcPts val="480"/>
              </a:spcBef>
            </a:pPr>
            <a:r>
              <a:rPr sz="2400" dirty="0">
                <a:latin typeface="Arial MT"/>
                <a:cs typeface="Arial MT"/>
              </a:rPr>
              <a:t>D.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Comaniciu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P.</a:t>
            </a:r>
            <a:r>
              <a:rPr sz="2400" spc="-10" dirty="0">
                <a:latin typeface="Arial MT"/>
                <a:cs typeface="Arial MT"/>
              </a:rPr>
              <a:t> Meer,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Shift: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Robust </a:t>
            </a:r>
            <a:r>
              <a:rPr sz="2400" dirty="0">
                <a:latin typeface="Arial MT"/>
                <a:cs typeface="Arial MT"/>
              </a:rPr>
              <a:t>Approach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toward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Feature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Space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Analysis,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PAMI </a:t>
            </a:r>
            <a:r>
              <a:rPr sz="2400" spc="-10" dirty="0">
                <a:latin typeface="Arial MT"/>
                <a:cs typeface="Arial MT"/>
              </a:rPr>
              <a:t>2002.</a:t>
            </a:r>
            <a:endParaRPr sz="2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8CE4602-C2AA-5002-4A90-48949E26C193}"/>
                  </a:ext>
                </a:extLst>
              </p14:cNvPr>
              <p14:cNvContentPartPr/>
              <p14:nvPr/>
            </p14:nvContentPartPr>
            <p14:xfrm>
              <a:off x="1441440" y="1126440"/>
              <a:ext cx="6761880" cy="3548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8CE4602-C2AA-5002-4A90-48949E26C19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9840" y="1110240"/>
                <a:ext cx="6799680" cy="3573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225" y="300211"/>
            <a:ext cx="1293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11: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025" y="282447"/>
            <a:ext cx="83978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84540" algn="l"/>
              </a:tabLst>
            </a:pPr>
            <a:r>
              <a:rPr dirty="0"/>
              <a:t>Me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an</a:t>
            </a:r>
            <a:r>
              <a:rPr u="heavy" spc="-3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shift</a:t>
            </a:r>
            <a:r>
              <a:rPr u="heavy" spc="-3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pros</a:t>
            </a:r>
            <a:r>
              <a:rPr u="heavy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and</a:t>
            </a:r>
            <a:r>
              <a:rPr u="heavy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20" dirty="0">
                <a:uFill>
                  <a:solidFill>
                    <a:srgbClr val="000000"/>
                  </a:solidFill>
                </a:uFill>
              </a:rPr>
              <a:t>cons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2625" y="1233085"/>
            <a:ext cx="6390640" cy="49371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20" dirty="0">
                <a:latin typeface="Arial MT"/>
                <a:cs typeface="Arial MT"/>
              </a:rPr>
              <a:t>Pros</a:t>
            </a:r>
            <a:endParaRPr sz="2800">
              <a:latin typeface="Arial MT"/>
              <a:cs typeface="Arial MT"/>
            </a:endParaRPr>
          </a:p>
          <a:p>
            <a:pPr marL="755015" indent="-240029">
              <a:lnSpc>
                <a:spcPct val="100000"/>
              </a:lnSpc>
              <a:spcBef>
                <a:spcPts val="500"/>
              </a:spcBef>
              <a:buChar char="•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Good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general-</a:t>
            </a:r>
            <a:r>
              <a:rPr sz="2400" dirty="0">
                <a:latin typeface="Arial MT"/>
                <a:cs typeface="Arial MT"/>
              </a:rPr>
              <a:t>practice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segmentation</a:t>
            </a:r>
            <a:endParaRPr sz="2400">
              <a:latin typeface="Arial MT"/>
              <a:cs typeface="Arial MT"/>
            </a:endParaRPr>
          </a:p>
          <a:p>
            <a:pPr marL="755015" indent="-240029">
              <a:lnSpc>
                <a:spcPct val="100000"/>
              </a:lnSpc>
              <a:spcBef>
                <a:spcPts val="480"/>
              </a:spcBef>
              <a:buChar char="•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Flexible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shape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regions</a:t>
            </a:r>
            <a:endParaRPr sz="2400">
              <a:latin typeface="Arial MT"/>
              <a:cs typeface="Arial MT"/>
            </a:endParaRPr>
          </a:p>
          <a:p>
            <a:pPr marL="755015" indent="-240029">
              <a:lnSpc>
                <a:spcPct val="100000"/>
              </a:lnSpc>
              <a:spcBef>
                <a:spcPts val="480"/>
              </a:spcBef>
              <a:buChar char="•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Robust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outliers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800" spc="-20" dirty="0">
                <a:latin typeface="Arial MT"/>
                <a:cs typeface="Arial MT"/>
              </a:rPr>
              <a:t>Cons</a:t>
            </a:r>
            <a:endParaRPr sz="2800">
              <a:latin typeface="Arial MT"/>
              <a:cs typeface="Arial MT"/>
            </a:endParaRPr>
          </a:p>
          <a:p>
            <a:pPr marL="755015" indent="-240029">
              <a:lnSpc>
                <a:spcPct val="100000"/>
              </a:lnSpc>
              <a:spcBef>
                <a:spcPts val="500"/>
              </a:spcBef>
              <a:buChar char="•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choose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kernel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size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advance</a:t>
            </a:r>
            <a:endParaRPr sz="2400">
              <a:latin typeface="Arial MT"/>
              <a:cs typeface="Arial MT"/>
            </a:endParaRPr>
          </a:p>
          <a:p>
            <a:pPr marL="755015" indent="-240029">
              <a:lnSpc>
                <a:spcPct val="100000"/>
              </a:lnSpc>
              <a:spcBef>
                <a:spcPts val="480"/>
              </a:spcBef>
              <a:buChar char="•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suitable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high-</a:t>
            </a:r>
            <a:r>
              <a:rPr sz="2400" spc="-10" dirty="0">
                <a:latin typeface="Arial MT"/>
                <a:cs typeface="Arial MT"/>
              </a:rPr>
              <a:t>dimensional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features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800" dirty="0">
                <a:latin typeface="Arial MT"/>
                <a:cs typeface="Arial MT"/>
              </a:rPr>
              <a:t>When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it</a:t>
            </a:r>
            <a:endParaRPr sz="2800">
              <a:latin typeface="Arial MT"/>
              <a:cs typeface="Arial MT"/>
            </a:endParaRPr>
          </a:p>
          <a:p>
            <a:pPr marL="755015" indent="-240029">
              <a:lnSpc>
                <a:spcPct val="100000"/>
              </a:lnSpc>
              <a:spcBef>
                <a:spcPts val="500"/>
              </a:spcBef>
              <a:buChar char="•"/>
              <a:tabLst>
                <a:tab pos="755015" algn="l"/>
              </a:tabLst>
            </a:pPr>
            <a:r>
              <a:rPr sz="2400" spc="-10" dirty="0">
                <a:latin typeface="Arial MT"/>
                <a:cs typeface="Arial MT"/>
              </a:rPr>
              <a:t>Oversegmentatoin</a:t>
            </a:r>
            <a:endParaRPr sz="2400">
              <a:latin typeface="Arial MT"/>
              <a:cs typeface="Arial MT"/>
            </a:endParaRPr>
          </a:p>
          <a:p>
            <a:pPr marL="755015" indent="-240029">
              <a:lnSpc>
                <a:spcPct val="100000"/>
              </a:lnSpc>
              <a:spcBef>
                <a:spcPts val="480"/>
              </a:spcBef>
              <a:buChar char="•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Multiple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segmentations</a:t>
            </a:r>
            <a:endParaRPr sz="2400">
              <a:latin typeface="Arial MT"/>
              <a:cs typeface="Arial MT"/>
            </a:endParaRPr>
          </a:p>
          <a:p>
            <a:pPr marL="755015" indent="-240029">
              <a:lnSpc>
                <a:spcPct val="100000"/>
              </a:lnSpc>
              <a:spcBef>
                <a:spcPts val="480"/>
              </a:spcBef>
              <a:buChar char="•"/>
              <a:tabLst>
                <a:tab pos="755015" algn="l"/>
              </a:tabLst>
            </a:pPr>
            <a:r>
              <a:rPr sz="2400" spc="-10" dirty="0">
                <a:latin typeface="Arial MT"/>
                <a:cs typeface="Arial MT"/>
              </a:rPr>
              <a:t>Tracking,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clustering,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filtering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applications</a:t>
            </a:r>
            <a:endParaRPr sz="2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620224D-CAB5-51C8-333B-0BD4C26B99C9}"/>
                  </a:ext>
                </a:extLst>
              </p14:cNvPr>
              <p14:cNvContentPartPr/>
              <p14:nvPr/>
            </p14:nvContentPartPr>
            <p14:xfrm>
              <a:off x="712440" y="2948400"/>
              <a:ext cx="8309880" cy="3238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620224D-CAB5-51C8-333B-0BD4C26B99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6240" y="2932200"/>
                <a:ext cx="8342280" cy="3270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2374</TotalTime>
  <Words>2985</Words>
  <Application>Microsoft Macintosh PowerPoint</Application>
  <PresentationFormat>On-screen Show (4:3)</PresentationFormat>
  <Paragraphs>334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Arial</vt:lpstr>
      <vt:lpstr>Arial MT</vt:lpstr>
      <vt:lpstr>Calibri</vt:lpstr>
      <vt:lpstr>Office Theme</vt:lpstr>
      <vt:lpstr>Session #11:</vt:lpstr>
      <vt:lpstr>Image Segmentation</vt:lpstr>
      <vt:lpstr>Types</vt:lpstr>
      <vt:lpstr>Image Segmentation</vt:lpstr>
      <vt:lpstr>Gestalt: Seeing the unified wholCeV 11: Image Segmentation</vt:lpstr>
      <vt:lpstr>Human perception of shape recCoV 11g: Imange Seigmteintaotion n</vt:lpstr>
      <vt:lpstr>From images to objects</vt:lpstr>
      <vt:lpstr>Image Segmentation</vt:lpstr>
      <vt:lpstr>Image histograms</vt:lpstr>
      <vt:lpstr>What do histograms look like?</vt:lpstr>
      <vt:lpstr>Histogram-based segmentationCV 11: Image Segmentation</vt:lpstr>
      <vt:lpstr>Histogram-based segmentationCV 11: Image Segmentation</vt:lpstr>
      <vt:lpstr>Clustering</vt:lpstr>
      <vt:lpstr>Break it down into subproblemsCV 11: Image Segmentation</vt:lpstr>
      <vt:lpstr>K-means clustering</vt:lpstr>
      <vt:lpstr>PowerPoint Presentation</vt:lpstr>
      <vt:lpstr>K means clustering</vt:lpstr>
      <vt:lpstr>Probabilistic clustering</vt:lpstr>
      <vt:lpstr>Mixture of Gaussians</vt:lpstr>
      <vt:lpstr>Expectation maximization (EM) CV 11: Image Segmentation</vt:lpstr>
      <vt:lpstr>EM details</vt:lpstr>
      <vt:lpstr>EM demos</vt:lpstr>
      <vt:lpstr>Applications of EM</vt:lpstr>
      <vt:lpstr>Problems with EM</vt:lpstr>
      <vt:lpstr>Mean-shift for image segmentatCiV o11: Imnage Segmentation</vt:lpstr>
      <vt:lpstr>Mean shift segmentation</vt:lpstr>
      <vt:lpstr>Mean shift algorithm</vt:lpstr>
      <vt:lpstr>Kernel density estimation</vt:lpstr>
      <vt:lpstr>Mean shift</vt:lpstr>
      <vt:lpstr>Mean shift</vt:lpstr>
      <vt:lpstr>Mean shift</vt:lpstr>
      <vt:lpstr>Mean shift</vt:lpstr>
      <vt:lpstr>Mean shift</vt:lpstr>
      <vt:lpstr>Mean shift</vt:lpstr>
      <vt:lpstr>Mean shift</vt:lpstr>
      <vt:lpstr>Computing the Mean Shift</vt:lpstr>
      <vt:lpstr>Real Modality Analysis</vt:lpstr>
      <vt:lpstr>Attraction basin</vt:lpstr>
      <vt:lpstr>Attraction basin</vt:lpstr>
      <vt:lpstr>Finding Modes in a Histogram</vt:lpstr>
      <vt:lpstr>Mean Shift [Comaniciu &amp; Meer]</vt:lpstr>
      <vt:lpstr>Mean-Shift</vt:lpstr>
      <vt:lpstr>Mean shift clustering</vt:lpstr>
      <vt:lpstr>Mean shift segmentation results</vt:lpstr>
      <vt:lpstr>PowerPoint Presentation</vt:lpstr>
      <vt:lpstr>Mean-shift: other issues</vt:lpstr>
      <vt:lpstr>Mean shift pros and cons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#11 Image Segmentation.pptx</dc:title>
  <cp:lastModifiedBy>Adhikary, Dhruba</cp:lastModifiedBy>
  <cp:revision>8</cp:revision>
  <dcterms:created xsi:type="dcterms:W3CDTF">2025-07-27T07:03:39Z</dcterms:created>
  <dcterms:modified xsi:type="dcterms:W3CDTF">2026-01-24T08:55:43Z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2025-07-27T00:00:00Z</vt:filetime>
  </property>
  <property fmtid="{D5CDD505-2E9C-101B-9397-08002B2CF9AE}" pid="3" name="Creator">
    <vt:lpwstr>Google</vt:lpwstr>
  </property>
  <property fmtid="{D5CDD505-2E9C-101B-9397-08002B2CF9AE}" pid="4" name="LastSaved">
    <vt:filetime>2025-07-27T00:00:00Z</vt:filetime>
  </property>
</Properties>
</file>