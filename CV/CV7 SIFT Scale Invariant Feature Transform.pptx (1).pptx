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40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7" r:id="rId69"/>
    <p:sldId id="328" r:id="rId70"/>
    <p:sldId id="329" r:id="rId71"/>
    <p:sldId id="330" r:id="rId72"/>
    <p:sldId id="331" r:id="rId73"/>
    <p:sldId id="272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1" r:id="rId83"/>
    <p:sldId id="342" r:id="rId84"/>
    <p:sldId id="347" r:id="rId85"/>
    <p:sldId id="352" r:id="rId86"/>
    <p:sldId id="351" r:id="rId87"/>
    <p:sldId id="350" r:id="rId88"/>
    <p:sldId id="349" r:id="rId89"/>
    <p:sldId id="348" r:id="rId90"/>
    <p:sldId id="346" r:id="rId91"/>
    <p:sldId id="345" r:id="rId92"/>
    <p:sldId id="344" r:id="rId93"/>
    <p:sldId id="343" r:id="rId9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82"/>
    <p:restoredTop sz="94658"/>
  </p:normalViewPr>
  <p:slideViewPr>
    <p:cSldViewPr>
      <p:cViewPr varScale="1">
        <p:scale>
          <a:sx n="142" d="100"/>
          <a:sy n="142" d="100"/>
        </p:scale>
        <p:origin x="872" y="4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36:03.71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962 8602 5734,'-8'0'0,"2"2"90,3 0-90,6 1 90,0-3-90,5 1 0,2-2 0,3 0 0,-2 0 90,24-1-90,2 2-1639,-8 0 1,0 0 1580,-9 0 1,0 1 57,5 0 0,0 1 0,-2 0 0,-2-1 0,1 1 0,1 0 0,7 0 0,-2 1 0,0-1 0,2 0 0,1 1 0,3-1 0,-9 0 0,5 1 0,-2-1-638,4 0 1,-1 0 637,-4-1 0,0 1 0,-2 0 0,2 0 0,-3-1 0,1 1 0,-2-1-1337,-1 1 1337,7 0 0,-2 0 0,0 1 0,1-1 0,-3 0 0,4 1 0,-4-1 0,10 2 0,-7-1 0,1 0 0,2 1 0,1 0 0,5 2 0,0-1 0,-6-1 0,-1 0 0,7 2 0,-1-1 0,-15-3 0,-1 0 198,4 0 1,1 1-199,2-1 0,-2 0 625,5 0-625,-1 0 0,0-1 2605,6 1-2605,-7-1 0,2 0 0,3-1 0,-1 1-888,0 0 1,0 0 887,-1 0 0,1 0 0,-4 0 0,-1 0-402,-3 0 1,-1 0 401,-3 0 0,-1 0 0,18 1 0,-18-1 0,0 0-1049,3 0 1049,8 0 1049,-9 0-1049,-8-1 0,2 1 0,-2-1 1563,-4 1-1563,3-2 0,-3 1 0,1 0 3276,-4 0-3247,-9 2 0,-2-1 0,-8 2 0</inkml:trace>
  <inkml:trace contextRef="#ctx0" brushRef="#br0" timeOffset="13673">12372 1970 5824,'-5'2'270,"0"2"-270,4 0 0,0 1 0,0 3 0,1-2 89,-2 15-89,0-10 0,0 16 0,0 2 0,0-1 0,1 4 0,-1-23 0,-1-10 0,-1-12 0</inkml:trace>
  <inkml:trace contextRef="#ctx0" brushRef="#br0" timeOffset="14074">12374 1974 5742,'4'-7'51,"0"1"-20,3-1 59,-3 3-90,2-1 90,2 7-90,7 7 45,-1 3 0,1 1-45,8 10 0,-10-8 0,0 1 0,5 11-1639,-8-3 1,-1 1 1523,3 7 115,-6-6 0,-6 0-1135,-13-5 1,-3-3 1134,-5 8-217,-7-2 1,-1-4 216,2-8 0,8-3 0,2-2 0,-1-1 0</inkml:trace>
  <inkml:trace contextRef="#ctx0" brushRef="#br0" timeOffset="20454">12985 1914 5748,'-1'-8'75,"-1"-4"16,1 3-91,0-2 90,1 3-90,0 2 90,5-2-90,0 2 0,7 0 0,-4 3 0,2 2 89,5 6-89,-3 14 0,-2 16-998,-7 1 998,-8-12 0,-2 3 0,-1-3 0,-3 10 0,2-10 0,-1 3 0,2-3 0,-3 10 0,6-10 0,3-1 0,2-1 0,16-3 0,-5-17-90,22-5 0,-18 0 90,5-4 0,-1-2 0,-3-1 0,9-7 0</inkml:trace>
  <inkml:trace contextRef="#ctx0" brushRef="#br0" timeOffset="20713">13318 2073 5824,'-4'-7'180,"-1"4"-180,2 5 0,-3 11 0,4-5 0,-3 15 90,3-6-90,-1 1-90,2 6 0,0-16 90,3 9 0,-2-14 0,2 1 0</inkml:trace>
  <inkml:trace contextRef="#ctx0" brushRef="#br0" timeOffset="20980">13354 1828 5824,'0'-13'180,"0"3"-90,1 0-180,-1 5 0,1 1 0</inkml:trace>
  <inkml:trace contextRef="#ctx0" brushRef="#br0" timeOffset="21539">13489 2080 6004,'1'-9'269,"1"2"-179,6 12 0,-2 7-90,3 11 0,-6 2-90,-3 1 90,-1-12 0,4-12 0,2-10 0,10-18 0,-1 2 0,-2 5 0,0 2 0,1-1 0,8-2 0,-4 25 0,-2-2 0,2 14 0,-8 12 0,-1-4 0,-1 10 0,-4-18-90,-1 2 90,0-11-90,6 3 1,-2-10-252,13-4 341,-9-2-338,6-4 0,-1 1 1,0-2-1</inkml:trace>
  <inkml:trace contextRef="#ctx0" brushRef="#br0" timeOffset="21939">13929 2113 5914,'0'4'180,"2"-1"-91,8-3-89,-2-1 0,3 0 0,1-2 90,-4 0-90,11-8 0,-13 6 0,2-10 0,-17 2 0,2 4 0,-23-2 0,15 13 0,-6 5 0,0 2 0,4 3 0,0 8 0,3 2 90,8 3-90,10 5 0,8-1 45,8-11 0,5-3-90,2 4 0,2-5-105,-2-8 0,1-4 1,-1-2 149,-1-3 0,-1-2 0,-1 0 0,-3-2 0,1-6 0</inkml:trace>
  <inkml:trace contextRef="#ctx0" brushRef="#br0" timeOffset="22656">12247 2826 5824,'-5'-5'180,"3"-3"-90,3 5-90,4-2 89,1 3 1,18-3 0,5 5-90,1-1 0,-5 4 90,-12 14-90,-8-6 0,0 12 0,-17 1 0,-4-1-938,1 1 938,-5 4 0,0 1 90,4-5-90,9 0 0,30-13-225,0-13 1,3-4-1317,2-2 0,0-2 1541,-5 1 0,-2-1 0,7-11 0,-14 7 0</inkml:trace>
  <inkml:trace contextRef="#ctx0" brushRef="#br0" timeOffset="22955">12508 2663 5914,'1'-12'449,"3"2"-269,12 15 0,5 18-1819,-5 3 1,-2 4 491,-3-8 1,-2 2 1176,-3 10 0,-4 5 0,-5-1-360,-5-7 1,-5-1 0,2 1 329,3 0 0,1 1 0,-3-1-85,-5-1 0,-3-2 0,2-5 85,-4 0 0,5-6 0,0-2 0,2-4 0,-8 5 0,16-14 0,-1 1 0</inkml:trace>
  <inkml:trace contextRef="#ctx0" brushRef="#br0" timeOffset="23580">13006 2987 5824,'-4'-7'180,"1"2"-90,0 2 89,0 1-179,5-1 90,7-2-90,1 1 90,3 0-90,1-2 0,-7 1 90,9-8-90,-12 6 0,2-7 0,-7 3 0,-10-7 0,2 9 0,-9-1-1441,1 11 1441,3 2 0,-8 5-328,6 3 0,0 4 328,3 3 0,1 1-1349,-2-1 1,2 1 1348,4-1 0,5 0 0,5 2 0,3-2 0,2 6 44,10 5 1,4-2-45,6-7 0,-3-4 0,0-3 0,3-7 311,-5-6 0,0-1-490,1-3-1,10-3-877,-12-4 1057,-6 2 0,5-7 0,-6 1 0</inkml:trace>
  <inkml:trace contextRef="#ctx0" brushRef="#br0" timeOffset="24122">13356 3044 6094,'-1'-7'449,"-2"0"-359,1 2 0,-2 1 90,-3-1 0,-12 2-180,4 0-193,-21 9 238,19 1 0,0 3-45,-13 5 0,10 2 0,5 1-180,11 7 180,-2 1 0,14-9-90,4-11 90,-2-3-90,18-7 90,-10-3 0,11-11 0,-1-4 0,-14 9 0,0-1-30,6-11 0,3-6 0,-5 3-1496,-6 7 0,-3 0 1526,3-7 0,-1-2 0,-1 0-45,-3-7 0,-3 2 143,1-1 0,-2 1-143,-2 4 0,-1 4 45,-5 7 0,-2 21 0,0 16 0,0 6-1364,-1 6 1364,0 5 0,1 3 637,4-11 0,1 0-637,0 4 0,1 3 0,1-2-45,3 7 0,2-2 0,-1 0 0,3-3-356,4-13 0,2-6 401,16-12 0,-1-9 0,4-9 0</inkml:trace>
  <inkml:trace contextRef="#ctx0" brushRef="#br0" timeOffset="25006">13680 2925 5914,'-9'0'359,"3"0"-269,-3-2-90,2 1 180,-11 4-180,6-1 90,-18 13-90,19-7 45,-2 6 0,1 1-45,7-3-90,-2 10 90,12-7 0,7-2 0,-1-1 0,15-7 0,-14-6 0,12-4 0,-15-1 0,8-5-90,-7 4 90,5 0 0,-11 21 0,0 2 0,-7 16 0,0-1 0,-1 3 0,3 1 0,0 1 0,-1-11 0,0 0 0,1 1 0,2 4 0,0 1 0,0-6-2878,1 6 2878,-1-8 0,0-1-430,-1 1 520,-5-9-90,-5-2 0,-17-28 0,8 1 0,5 1 0,1 0 0,1-2 2710,-2-18-2710,14 4 0,0 11 0,3 0 0,9 1 0,4 3 0,6-2 299,-3 3 0,0 1-299,2-1 0,8-5-45,-3 0 0,2-3 45,-3-1 0,1 0-471,-7 7 0,1 0 0,-1-2 471,2-5 0,-2-2 0,-3 2 0,-4 0 0,-3 1-149,5-7 0,-3 1 149,-10-8 0,-6 22 0,-7 10 0,4 6 0,0 2 0,-13 14 0,8-5 0,-1 7 0,3 4 0,8-5 0,2 0-326,-2 2 1,3-1 325,12 4 0,3-4 0,6-5 45,0-3 0,4-2-1350,1-6 0,1-3 1305,-5 1 0,1-1-45,14-2 0,-2-1-1136,1-2 1136,-13 1 1,-1-1-107,-1-2 1,-2-2 150,3 0 0,5-10 0,-23 6 0,0-3 0</inkml:trace>
  <inkml:trace contextRef="#ctx0" brushRef="#br0" timeOffset="25189">14421 3039 6004,'14'1'449,"-5"0"-898,5 1 449,-10-1 0,0 0 0,-3 0 0</inkml:trace>
  <inkml:trace contextRef="#ctx0" brushRef="#br0" timeOffset="26048">12192 3773 5914,'3'-7'180,"1"1"-91,1 2 91,13-6-90,-6 6 0,20-7-90,-18 7 90,11-1-90,-10 4 90,7 5 0,-12 14-90,-2-4 0,-22 18 0,5-21 0,-11 12 0,11-15 0,-1 3 0,1 0 0,5-5 0,3 6 90,5-8-180,4 2 90,4 1 90,2 3-90,-1 1 0,-3 0 0,-8 7 0,-13 5 0,-1 2 0,-10-2-90,10-12-90,-4-3 0,9-6 90,-3 1-528,2-8 618,4 1 0,-2-6 0,6-4 0,2-2 0</inkml:trace>
  <inkml:trace contextRef="#ctx0" brushRef="#br0" timeOffset="26364">12470 3576 6004,'-1'-9'359,"2"2"1,6 3-270,-1 2 270,30 10-270,-5 5-45,-10-5 0,2 3 15,-1 6 0,2 4 0,-4-2-15,-6-6 0,-1 3 0,0 8 0,0 8 0,-2 1 0,-4-6-45,-5-4 0,-5-1 0,-2 12 0,-2 5 0,-3-7-954,-1-12 1,-3-2 953,-4 5 0,-3 1 0,0 0-1590,-5 1 0,0-1 1455,2 0 0,1-2 0,4-6 0,5-3-854,10-7 826,5-3-93,9-4 0,9-6 0,7-4 0</inkml:trace>
  <inkml:trace contextRef="#ctx0" brushRef="#br0" timeOffset="26872">13104 3830 6004,'-4'-7'179,"-7"4"-89,-22 18-45,16-3 0,0 3-886,-2 5 0,3 2 841,5 2 0,5-1-3245,3 9 3245,10-5 0,20-4 858,-10-11-1038,6-2 0,2-3 180,12-9 0,-16 0 0,0-2 0,0-2 0,-1 0 0</inkml:trace>
  <inkml:trace contextRef="#ctx0" brushRef="#br0" timeOffset="27680">13374 3877 6004,'-6'-4'179,"-2"-1"-179,2 4 90,-7 4-90,-4 11 90,-5 12-778,6-4 688,2 11 167,15-7-167,6-2 0,5-3 0,6-15 0,-6-6 0,1-4 0,0-8 0,-4 3 0,0-7 0,-9 4 0,-5-9 0,-6-2 0,-3-2 0,3 10 0,1 3 521,5 6-521,1 0 0,5-3 0,1 4 0,14-6 0,-7 6 0,7-4 0,5 0 0,-7 3 0,12-6 0,-14 6 0,1-2 0,-3-2 0,-5 4-90,-2-8 90,-9 7 0,0-1 0,-1 4 0,11 8 0,10-1 0,2 3 0,5-3 0,1 0-438,-3 1 438,3 0 0,0 2 0,-5 8 90,1 11-90,-13-3 0,-3 1 0,-1 6 0,0-2 0,2-2 0,1-9-180,10 15 180,1-20 0,-2-1 0,5-7 0,-8-5 0</inkml:trace>
  <inkml:trace contextRef="#ctx0" brushRef="#br0" timeOffset="28172">13742 3871 6004,'2'-7'629,"-1"0"-179,0 2-360,-3 20 0,0 6-90,-1 7 0,-3 8 0,4-20 0,-3 15 0,3-17 0,-1 5 0,3-10-90,0-4 90,5-6 0,0-3 0,3-8 0,1-5 0,3-3 0,0 0 0,2-5 0,3 0 0,0 4 0,-8 11 0,15 2 0,-17 12 0,5 7-90,-6 4 90,-2-2 0,4 17 0,0 5 0,0-8 0,5 4-360,-1-26 180,0 1 180,18-15-820,-18 3 1,16-13 0,-16 7 0</inkml:trace>
  <inkml:trace contextRef="#ctx0" brushRef="#br0" timeOffset="28916">14061 3919 5914,'-6'-3'359,"6"-2"-89,13-1-180,3-4 0,8-5-180,-7-7 90,-9 6-90,-9-6 90,-3 14-90,-9-3 90,5 10 0,-10 4 0,7 1 0,-3 4 0,-3 12 0,7-6 0,1 6 0,3 2-493,13 14 493,2-12 0,4-2 0,-3-5 0,2-4 0,7-2 0,0-4 0,14-6 0,-12-5 0,0-1 0,12-4 0,-4-9-243,-18-1 243,-3-17 0,-1 10 0,-7 2 0,-2 0-90,-2 2 90,-3-5 0,7 16 0,7 7 0,15 2 0,-5 2 481,3-3-481,-3-1-90,-8 1 345,6-1-255,-10 2 0,-5 14 0,4 5-3277,5 20 3162,2-12 115,2-8 0,1-1-90,3-1-179,11 6 269,-3-9 0,-1-3 0,0-4 0</inkml:trace>
  <inkml:trace contextRef="#ctx0" brushRef="#br0" timeOffset="29122">14836 4013 6273,'5'7'450,"0"2"-180,-1 0-270,0 7 0,1-3 0,-3-2 0,1-6 0</inkml:trace>
  <inkml:trace contextRef="#ctx0" brushRef="#br0" timeOffset="31045">12236 4709 5734,'-3'-5'89,"1"-4"-88,2 4 89,0-2 0,1-1 179,-2 0-89,1-1 0,-1 3 90,1 1-270,-2 9 90,-1 1-90,-10 25 0,1-6 45,3-2 0,0-1-45,0 0 0,-3 11 0,7-19 0,-1 4 0,3-10 0,8-6 0,-3-2-3277,12-7 3162,-9 3 115,6-2 0,-4 4 0,7 0 0,-4 0 0,11 1 0,-13 2 0,6-1 0,4 0 0,-5-1 3276,6 0-3250,2-10-26,-9-2 0,4-4 0,-9 2 0,-6 8 0,1 0-90,1 19 90,-2 15 0,0 8 0,-1-12 0,1 0 0,1 8 0,1-4 0,0-8-540,5-1 91,0-16 449,5-6 0,-4-12 0,-2-5 0</inkml:trace>
  <inkml:trace contextRef="#ctx0" brushRef="#br0" timeOffset="31386">12505 4507 5824,'-3'-9'180,"0"0"-180,4 6 90,7 1-90,0 2 89,19 13-59,-10 3 0,0 6 0,-1-2-30,2-1 0,0 2 0,1 6 0,1 3 0,-5 3 30,-8 0 0,-4 2 0,-1-2-1258,4 2 0,-3 1 1246,-5-7 0,-2 4 0,-2 1 0,0-2 0,0-6-18,-1 0 0,-3-1 0,-2 3 0,-4 5 0,1-2 0,2-7-90,-4 5 0,0-3 0,1-5-180,11-15 270,0-1 0,3-3 0,1-2 0</inkml:trace>
  <inkml:trace contextRef="#ctx0" brushRef="#br0" timeOffset="32648">13116 4653 5914,'-3'-7'269,"2"0"-89,1 2 0,1 0-90,0 12-90,1 5 0,1 9 45,-2 1 0,1 4-15,0 0 0,-1 2 0,1-1-30,0 3 0,0 0 0,0-1 0,0 3 0,-1-6 0,1 4 90,0 2-90,-3-10 0,-4-19 0,1-1 0,-4-11 0,0-9 0,1-6 0,-1 1 0,3-1 0,1 5 0,3 7 0,1-14 0,2 17 0,3-5 0,6 6 0,-3 3 0,11-3 0,9 3 0,-8 1 0,9-1 0,-6 2-90,1-3 90,5-1 0,-8-1 0,0-6 0,-3-14 0,-4 8 0,-6 1 0,-2 1 0,-4 6 0,1-7 0,-2 10 0,3 29 0,-2-10-1639,2 23 1,0 2 1523,-1-9 115,0 0 0,1-1-1857,-1-3 1857,0-2 0,0 0 0,0 2 0,3 12 0,1 1 0,-1-14-450,2-16 2314,1-5-1864,4-3 0,1-7 0,-2-3 0</inkml:trace>
  <inkml:trace contextRef="#ctx0" brushRef="#br0" timeOffset="33116">13714 4782 5914,'-1'-9'269,"-1"1"91,-4-3-270,1 6 90,-7-1 0,-4 20-90,3-3-90,-3 10-3103,8 8 3103,5-11-985,-1 12 985,5-14 0,10 15 90,-3-13-90,6 10 0,5-14 0,12-10-989,-8-8 0,-1-3 989,-3 2 0,-2-3 0,5-15 0,-5-2 629,-7-1-629,-4-8 0,-3-3 0,-6 11 0,-4 0 30,-3-3 0,-4-3 0,1 4-30,0 3 0,-1 3 0,-6-5 0,-2 5 0,-11 12 0,11 6-45,-1 8 0,0 5-45,4 4-135,2 1 0,4 3 80,6 10-13,4-3 118,14 7 1,3-14 0,8 4 0</inkml:trace>
  <inkml:trace contextRef="#ctx0" brushRef="#br0" timeOffset="33841">14249 4627 5914,'1'-7'180,"0"1"-1,1 2 91,-1 0-90,-2-1-90,-4 6 0,-8 4 0,1 3-90,-5 4 90,-6 12-90,9-6 0,2-4 0,0 2 45,3 2 0,2 0-45,-2 5 0,2-2 0,2 0 0,6 5 0,6-2 0,0 0-3277,3 4 3219,-1-9 1,1-3 57,4-5-462,-2-4 462,2-1 0,2-4 0,-5-1 0,14-7 0,-12 0 0,12-11 0,-17 6 0,0-15 0,-9 12 0,-4-8 0,-6 5-291,2 6 291,-4-3 0,-9 2 0,12 7-90,-15 0 90,20 6 2930,2 6-2930,7-4 659,14 2-749,6-7 90,5-1 0,-3-1 0,-1-1 0,2 1 0,-8 0 0,-1 1 466,-4 1-466,7 2 0,-9 1 0,9 9 0,-18 8-646,2 3 646,-8 0 0,-2 2 0,0 2 0,0 8 0,1 4 45,6-6 0,2-1-45,-3 1 0,3 0 0,6-1 0,3-4-360,12-5 180,-2-7-90,-2-10 270,4-10 0,-8-4 0,11-6 0</inkml:trace>
  <inkml:trace contextRef="#ctx0" brushRef="#br0" timeOffset="35306">13045 5289 5734,'-7'1'90,"0"1"180,3 0-91,0-1 91,1 2-270,5-1 90,3-1-45,12-1 0,7-1-1116,9-1 1,7 0-1,-1 0 1071,-7 0 0,0 0 0,1 1-137,2-1 1,1 1-1,2-1 1,1 1 154,-3 1 0,1-1 0,1 1 0,-1-1 0,-3 1-533,-2 0 1,-3 0-1,0 0 1,5 0 526,-3 0 1,4 1 0,1-1 0,2 0 0,0 0 0,-1 0 0,-3 1-13,3-1 0,-2 1 0,-1 0 0,2 0 0,4 1-86,-8-1 1,2 0 0,2 1 0,1-1-1,1 1 1,0-1 0,0 1 0,-1 0-1,-1-1 96,-1 1 0,-1 0 0,0 0 0,0-1 0,0 1 0,0 0 0,-1 0 0,1 0 0,-1 0-10,3 0 0,0 0 0,1 0 0,-1 0 0,-1 0 0,0 0 0,-1 0 0,-1 0 45,4 1 0,-1-1 0,-1 1 0,-1-1 0,-3 0 0,-4 0 165,2 0 0,-4 0 0,-3 0-120,5-1 0,-5 1 180,2-1 1034,-11-2-1124,-6 0 866,7-2-1046,-8 2 1858,4-1-4377,-2 1 2954,-2 0 1,0 1-1,-4 0 1</inkml:trace>
  <inkml:trace contextRef="#ctx0" brushRef="#br0" timeOffset="88963">8346 7664 5734,'5'-6'180,"-1"2"-90,1 5-90,-2 1 90,1 10-1,-2 5 1,-2 4-45,0 2 0,-1 4-15,-1 6 0,-1 4 0,-1 2-240,1-6 1,-1 1 0,0 1 0,0 3 234,0-7 1,0 3 0,0 2 0,0 0-1,0 0 1,0-2 0,0-2-26,1 1 0,-1-4 0,1 0 0,0 1 0,-1 2 25,1 0 1,-1 2 0,0 2 0,0 0-1,1-1 1,0-4 0,0-5-1569,0 8 1,-1-2 1564,2-3 1,-1 3-1,0 1 1,0-4 22,-1 9 0,0-3-712,0 0 0,0 1 697,1-7 0,-1 1 0,1 0-541,0-3 1,0-1 0,0 0 555,-1 6 0,0-1-26,0 4 1,0-5 70,1-10 1622,-1 3-1532,2-5 1345,0-5-1525,0-3 3276,0 0-3261,0-5 885,-1 0-900,5-2 39,0-1-39,3-1 0,9-2 0,-3 1 0,26-4-237,-13 3 237,1-1 0,6-1 0,-4 1-1639,-3 0 1,1 1 1638,9-1 0,5 0 0,-1 0 0,-7 2 0,-1-1 0,0 1-743,3 0 1,-1-1-1,5 1 743,-10 1 0,3-1 0,1 1 0,1 0 0,1 0 0,2 0 0,-1 0 0,2 1 0,1 0 0,2 0 0,0 0 0,-1 0 0,-1 0 0,-2 0-133,4 0 1,-3 0 0,0-1 0,-1 1 0,3 0-1,2 0 133,-6 0 0,2 1 0,2-1 0,1 1 0,1-1 0,-1 1 0,0 0 0,-2-1 0,-1 1 0,-4 0 15,5-1 0,-4 1 0,-1 0 0,-1 0 0,1 0 0,2 0-15,1 0 0,1 1 0,1-1 0,0 1 0,0-1 0,-1 1 0,-2-1-210,0 0 0,-1 1 1,-1-1-1,0 0 1,-2 0-1,-1 0 210,4 1 0,-3 0 0,0-1 0,0 1 30,8 1 0,0 0 0,-6-1 588,-12-1 0,0-1-573,17 4 0,-3-1 135,-18-3 1777,1 1-1597,-1 0 1119,-8-1-1389,2-1 3186,-2 1-2890,-3-1-207,1 0 181,-1 0-360,-6-7 0,1 3 90,-6-10-90,4 5 0,-2-13 0,0-6 0,3 3 0,-1-2 0,1 0-893,-1 2 0,0-1 0,0-4 893,2-2 0,0-4 0,1-3 0,0 0 0,0 1-519,1 2 0,1 0 0,-1 0 0,1-1 1,-1-1 492,0 3 0,0 0 0,0-2 1,-1 0-1,1-1 0,0 1 1,-1 1-189,1 0 1,-1-1 0,1 0 0,-1 1 0,1 1 0,-1 0 0,0 2 213,0-2 0,-1 2 0,1 0 0,-1 1 0,0 1 0,0-6 0,0-1 0,-1 3 0,1 5-651,0 0 1,0 4 650,0-1 0,1 2-230,1-6 230,-1 12 1096,2-10-1096,-2 16 1270,0-1-1360,0-1 90,1 6 2089,-1-10-2179,0 10 3366,-1-6-3250,-1 6-116,0 1 90,-3-1 0,2 5 0,-3-3 0,-3-1 0,0 0 0,-3-2 0,-14-4-3277,10 6 3162,-14-5 70,4 5 0,-2 0-2224,-5-1 2269,4 1 0,-5-1-506,3 1 1,-1 0-1,1 0 506,4 1 0,1 1 0,-1-1-338,-10-2 0,-2 0 0,2 0 338,11 2 0,1 1 0,-3 0 136,-3-1 1,-5 0-1,-1 0 1,0 1-1,5 0-136,-1-1 0,3 2 0,-5-1 0,3 0 0,-5 0 0,-4 0 0,0-1 0,1 1 0,2 0 0,6 1 0,-4 0 0,5 1 0,-2 0 297,-2 0 0,-3-1 0,-1 0 0,2 1-297,4 1 0,-1 0 0,2 0 0,3 0 0,2 1 0,2-1 0,-2 1 0,-7-1 0,-4 1 0,0-1 0,5 1 0,1 0 0,0 0 85,-2 1 1,-4-1 0,-2 1-1,4 0-85,5 1 0,1-1 0,0 1 527,0 0 1,-1-1 0,0 1 0,2 0-573,-10 1 0,4 0 45,12 0 0,2 0 0,-13 2-90,9-2-3,7 0-536,2-1 179,-2 1 3108,7-1-2658,4-1 0,10-5 0,2 2 0,8-5 0</inkml:trace>
  <inkml:trace contextRef="#ctx0" brushRef="#br0" timeOffset="90052">9597 8040 5770,'-5'-9'-25,"-3"-4"39,1 5-3,-1-2 3,0 3 26,-3-1-40,4 2 90,-17-4 0,8 5-90,-12 0 45,5 6 0,1 3 44,-9 3-59,4 3 0,-4 5 0,3-1-30,10-3 0,0 3 22,-4 4 1,-4 4 0,0 2-1,4-2 23,1 6 0,1 0-45,2-3 0,-2 1 0,3-1-639,3 1 1,2 1 638,2 0 0,1 4 0,1 0 30,4 0 0,1 1 0,0 1-30,0-5 0,-1 2 0,2 0 0,2-1 0,3 1 0,3 0 0,1-2 0,0-2-1259,2 4 1,3-2 1288,0-3 0,2 0 0,0-4-1098,-2-5 1,0-2 1067,3 3 0,4 1 0,4-4 0,4-2 0,1-1-235,1-2 0,0-3 1,3 1 234,-5-1 0,2 0 0,2 0 0,0-1 0,0-2 0,6-1 0,0-1 0,0-2 0,1 0 0,-8-1 0,1 1 0,0-2 0,-1 1 0,-1 0 0,7-1 0,-3-1 0,3 0 31,-1-2 1,2-1-1,-1 0 1,-3-2 28,-5 0 0,-2-1 0,1-1-60,-1 2 0,1 0 0,0-2 0,-1-1 30,2-6 0,-1-2 0,-4-2 0,-4 2 0,-3-1 0,-2-4-8,-1-1 1,-2-5-1,-2 1 1,0 2-23,-1 3 0,-1 1 0,-2-1 22,-3-5 1,-3-3-1,-2 0 1,-2 4-23,-4 3 0,-3 3 0,-3-1 17,-2-1 1,-3-1 0,-2-1 0,0 0 0,2 4-18,-2-4 0,2 3 0,-6 0 0,0 6 0,-5-2 0,-3 0 0,-1 2 0,4 1 0,5 4 450,-6 0 0,1 2-450,3 2 0,-4-1 0,-2 0 0,1 2 0,3 2 0,2 3 0,2 2 0,-1 1-60,-4-1 0,0 0 0,-1 1-90,-2 3 0,0 1 1,3 0 1139,4 0 1,1 1-991,-2 3 0,-1 1 0,4 0 0,-7 6 0,7-3 0,2 0 0,2 5 0</inkml:trace>
  <inkml:trace contextRef="#ctx0" brushRef="#br0" timeOffset="90849">9354 8383 5824,'0'-8'90,"0"-2"-90,-1 6 90,0-1 0,-1-1-1,-1 1-89,0-1 90,-5 4 0,1 5-90,-3 4 0,5 0 0,3 3 0,1-6 90,4 4-90,8-3 0,-3 0 0,11-7 0,-3-10 0,-3 1 0,-4-11 0,-15 9 0,-2 2 0,-3 6 0,2 8-90,4 1 0,1 2 0,4 0-356,6 3 446,-1-2 0,4 0 0,1-4 0,1 0 0</inkml:trace>
  <inkml:trace contextRef="#ctx0" brushRef="#br0" timeOffset="91401">10001 8350 5824,'7'-4'629,"-1"2"-539,-2 8 0,0 3-90,3 9 0,-1-8 0,2 0 90,1-5-90,0-3 0,4-1 0,-4-7 0,-5-5 0,-2 1 0,-4-1 0,-1 4 0,0 2 0,-2-4 0,2 4 0,-4-2 0,2 5 0,-1-1 0,1 2 0,0 0 0,0 0-270,0 0-399,0 0 669,-2 2 0,3 0 0,-2 2 0</inkml:trace>
  <inkml:trace contextRef="#ctx0" brushRef="#br0" timeOffset="92279">9647 8414 5824,'6'-2'449,"0"2"-359,-3 13-90,0-5 90,-1 16-90,-2-5-3277,1 5 2393,-1-4 884,0-2 859,1-7-769,0 11-90,-1-10 0,2 11-450,-2-14 346,3-6 0,-4-8 0,1-7 0</inkml:trace>
  <inkml:trace contextRef="#ctx0" brushRef="#br0" timeOffset="93245">9469 8601 5914,'6'3'90,"0"0"-90,-3 0 0,-1-1 0,3 3 0,0 0 0,4 5 0,-2-3 0,6 5 0,-8-7 0,3 2 90,1-1-90,1 1 0,0 0 0,8 3 0,-5-3 0,2 0 0,-4-1 0,-3-2 0,0 0 89,2 3-89,-2-3 0,-1 2 0,-3-3 0,0 0 90,0-1-90,-1-1 0,2 0 0,-2 0 0,2 0 90,-1-1-90,10-2 90,-5-1-90,15-5 90,-5-1-453,-1 1 363,0-3 0,-6 3 0,-1 0 90,5-5-90,-1 0 0,-3 3-90,-2 0-180,-3 5-253,-4 2 523,4-2 0,-6 4 0,0 0 0</inkml:trace>
  <inkml:trace contextRef="#ctx0" brushRef="#br0" timeOffset="99651">18583 5326 5824,'7'-1'180,"-1"1"-90,-3 7-1,0 3 1,1 23 0,-3-5 0,-1 3-90,1-4 0,-1 3 67,0 1 1,-1 5-1,1 0 1,-1-5-229,0 1 0,0 0 197,1-4 0,-1 6 0,0 2 0,0-3 0,1-4-1607,-1 3 0,0-1 1593,0-2 1,0 3-1,0 1 1,-1-3 7,1-3 0,-1-1 0,1 3-92,-2 5 0,1 3 1,-1 2-1,0 0 80,0-9 0,0 1 0,1 0 0,-1-1 0,0 1 4,-1 6 1,1 0-1,0 0 1,0 0-1,0-1 1,0 0-1,0-2 1,1-3-988,0 2 1,0-4 964,2 3 0,-1-4 105,1-1-105,0 6 45,0-12 0,0 0-45,0 17 0,0-4 2197,-1-15-2107,1-11-90,0-1 452,-1 1-362,-1-5 3065,-2 3-3065,0-5-90,6 1 0,3-1 0,18 3 0,11-2-1639,-11-1 1,1 0 1580,-1 0 1,2-1 57,5 0 0,3 0 0,3-1-436,-7 1 1,1-1-1,2 0 1,0 0-1,0 0 436,2 0 0,0 0 0,1 0 0,0 0 0,1 0-253,0 0 0,0 0 0,2 0 1,-2-1-1,0 1 0,-3 0 253,2 0 0,-3 0 0,0 0 0,3 0-50,-4 0 1,3-1 0,2 1 0,-2-1 0,-1 1 0,-3 0 49,3 0 0,-4 0 0,5-1 0,-5 1 0,5 0 0,2 0 0,1-1 0,-2 1 0,-2 0 0,-6 0 0,2 0 0,-4 0 0,3 0 0,5 0 0,6 0 0,1 0 0,-2 0 0,-7 0 45,-2 0 0,-2 1 365,1-1 1,1 1-1,-4-1-275,-3 1 0,-3 0 1847,3-1-1712,12 1-180,-26 0 0,11-1-1,-14 1 2830,4 0-2919,-3 1 1000,1-1-910,-2 1 791,2-1-612,-3 1 631,0 0-720,-7-6 0,0 0-180,-4-5 0,2 1 90,-1-2-90,1 2 0,-1-2 0,-1-4 0,2 4 0,-3-7 0,3-5 0,1-3 0,0-4 0,2-1 0,-1-7 0,2 4-1639,1 8 1,0 0 1617,1 1 1,0-5 0,0 0 0,0 1-10,1-2 0,0 0 0,0-3-110,-1 2 0,1-4 0,-1-1 0,1-1 0,0 0 125,-1 7 0,0-1 0,0 0 0,1-1 0,-1 1 0,0 1 15,0-6 0,0 0 0,0 0 0,0 0 0,0 0-15,-1 5 0,1-2 0,-1-1 0,1 2 0,-1 3 0,1 3 15,-1-1 0,0 4 0,0 0 0,0-8 0,1-1 0,-1 7-90,0 3 90,-1-14 0,0 5 0,0-1 2927,0 12-2927,0 10 0,0 3 951,1-3-951,-2 1-90,1 3 0,0-2 90,0 3-180,0 1 90,0 7 90,-1 0 0,-2 5 0,-3-1 0,-9 0 0,-19 4 0,8-4 0,8-2 0,-3 0 0,-12 0 0,-4 0-114,4-1 1,-3 0 113,9-1 0,-3 0 0,0 0 0,3-1-1047,1 1 0,1-1 1,-1 0 1046,-4-1 0,-2 0 0,-1 0 0,5 0 0,-5 0 0,-1 0-456,4 0 1,-7-1 0,-2 0 0,2 0-1,6 1 456,-5-1 0,-1 0 0,10 1 0,-5-1 0,-3 0 0,0 1 0,2-1 0,5 0-37,-1 1 0,3 0 0,-1-1 14,-4 1 1,-2-1 0,0 1-1,0-1 23,-3 1 0,1 0 0,3-1 0,3 1 0,0-1-60,-3 1 0,-4-1 0,7 1 162,2 0-147,-5 1 0,1-1 45,9 1 0,-10 1-90,19-2 2186,0 0-2186,2 1 3310,-2-1-3400,3-1 158,5 1-698,-8 1-359,5-2 1079,-3 2 0,4-1 0,4 2 0,0 1 0</inkml:trace>
  <inkml:trace contextRef="#ctx0" brushRef="#br0" timeOffset="101206">19577 5860 5790,'-3'-7'-31,"-6"-5"37,4 6 30,-11-9-25,9 10 1,-11-6-12,9 7 90,-9-3-90,3 4 0,-1 0 90,-12 0-90,12 2 45,-6 1 0,0 0 44,3 2-89,-6 1 0,0 1 0,3 2 45,-9 7 0,-2 2-45,5 0 22,8 0 1,-3 5 0,0 2-1,3-1-22,-2 9 0,3 1-1093,0-5 1,-1 2 0,3-1 1083,5-1 1,2 0 0,2-1-1126,1 3 0,2-2 1179,0 1 0,1 1-45,2 0 0,2 2 0,0-2 0,1-6 0,2 2 45,1 5 0,2 5 0,0 1 0,0-5-45,0-3 0,1 1 22,3 2 1,2 5-1,0 0 1,-1-6-523,-1-4 0,1-2 530,3 4 0,3 4 0,0-3-30,1-1 0,3 0 421,-3-6 0,3 1 1,2 1-1,1-2-399,5 0 1,3 0 0,1-2-1,-2 0 0,-6-2 1,-1 0 0,0-2-1,2 0-22,9-1 0,3-1 0,-1-3 0,-6-2 366,-6-4 1,-2-2-337,5 0 0,2-1 0,-1-1-564,2-3 1,0-2 533,2-3 0,3-2 0,0-2-191,-3-1 1,-1-2 0,-1 0 190,-1 1 0,0-1 0,-1-1 81,-2-2 0,-1-2 0,-3 0-81,2-3 0,-2-3 0,0 1 0,2-3 0,-3 2 0,1-2 0,-1-3 0,-6 4 0,1-4 0,-1-1 0,-3 5-272,-3 1 1,-1 1 271,0-3 0,2-3 0,-4 2-118,-3-6 1,-4 1 87,-2 8 0,-1-2 0,0 0 30,-1-3 0,-1 0 0,0 1 30,-1 4 0,0 0 0,-2 1-30,-4-2 0,-2 0 0,-2 1-253,-3 1 0,-3 1 1,1 0 252,3 2 0,1 0 0,-1 1 0,-3 0 0,-1 1 0,-1 1 2,-8 0 0,-1 2-2,7 5 0,-1 1 0,-1 0 17,-3-1 0,-1-1 1,-1 1-18,3 4 0,-2 0 0,0 2 0,0 0 0,1 3 0,-1 1 0,1 0 0,1 1 0,-5-2 0,1 2 0,1 0 441,0 2 0,-1 1 0,4 0-531,2 2 1,2 1 291,6-2 1,0 1-473,-14 5 0,0 0 0,1 2 135,9-3 0,1 3 135,3 0 0,4 1 0,-3 4 0,3-2 0,2 0 0,1 4 0</inkml:trace>
  <inkml:trace contextRef="#ctx0" brushRef="#br0" timeOffset="102417">19308 6187 5914,'-5'3'90,"0"1"-90,5 2 0,0 1 0,1-1 0,6 4 0,-3-6 90,15 5-90,-10-9 0,6 1 0,-7-7 0,-5-8 0,-1 3 89,-5-8-89,0 12 0,-3-5 0,-1 7 0,1 1 0,-5 2 0,-2 7 0,2-1 0,-1 4 0,6 1 0,5 0 0,0 2 0,8-1 0,2-6 0,5-4 0,-3-8 0,-4-1 0,-5-2 0,-5 4 0,-1 1 0,-2 5 0,2 11 0,4-2 0,1 4 0,4-7 0,3-5 0,-3-4 0,2-2 90,-10-5-90,-3 5 0,0 0 0,-3 5 0,0 5-179,0 4-1,2-1 180,4 4 0,4-7 0,5 2 0,0-2 0</inkml:trace>
  <inkml:trace contextRef="#ctx0" brushRef="#br0" timeOffset="103225">19996 6194 5824,'2'6'270,"1"7"-270,-3 5 0,1-3 0,3-4 0,3-6 0,3-3 0,0 0 0,0-2 0,2-6 0,-6 1 0,4-3 0,-5-1 89,-3 0-89,0-1 0,-5-6 0,-5 4 0,0-1 0,-1 4 0,-5 7 0,1 6 0,-2-1-269,3 4 269,6 0 0,3-2 0,1 2 0</inkml:trace>
  <inkml:trace contextRef="#ctx0" brushRef="#br0" timeOffset="104533">19703 6733 6004,'0'-8'269,"0"1"-179,-2 3 0,1-2-90,0 0 90,0-3-90,1 1 90,1-8-90,2-11 0,0 4 90,1-6-90,-1 1 0,-1 9 0,1-15 0,-1 13 0,-1-10 0,0 13 0,-1-3 0,0 11 0,-1 0 0,1-3 0,1 5-90,-1 0-629,1 4 719,-2-1 0,1 3 0,-1 0 0</inkml:trace>
  <inkml:trace contextRef="#ctx0" brushRef="#br0" timeOffset="106258">19609 6435 5784,'4'-1'130,"-4"1"-40,12-4-90,-2-3 90,-1 0-90,2-1 0,0-3 89,4-9-89,0-1 0,0-2-3277,-5 8 3162,-6 8 205,2-2-90,-2 1 0,1 0 0,-1 2 0,-2 3 0,0-1 3276,0 1-3160,-1-1-206,-1 10 180,0-4-90,-3 8-90,3-5 90,-1 2 0,2 1 0,0 3 0,0-2 0,0 3 0,1-3 0,-1 2 0,1-2 90,0-1-90,0-2 0,-1 2 0,0-5 0,2 6 0,-1-3 0,0 3 0,-1-3 0,0-2 0,2 0 0,0 1 0,1 0 0,-1-1 0,0-1 0,0-1 0,-1 0 0,1 0 0,-1 1 0,1 0 0,-1 0 0,0-1 0,1 1 0,-1 0 0,2 0 0,-2 1 180,1 0-180,-8-10-180,2 3-334,-6-10 514,2 5 0,-2-4 0,0 1 0</inkml:trace>
  <inkml:trace contextRef="#ctx0" brushRef="#br0" timeOffset="146079">19462 6553 5824,'6'-5'180,"0"2"-90,-2 1-1,1 1-89,2 2 90,-2 0 0,11 4 0,0 2-45,3 0 0,1 0 45,8 4-45,2 2 0,0-1-45,-1 1 0,0 0 0,0 1 0,-11-5 0,1 0 45,11 6 0,1 0-1684,-3-3 1,-2 0 1580,-4-1 1,-1-2-517,13 3 125,-27-12 449,3-2 0,-9-4 0,-2-4 0,-1-2 0</inkml:trace>
  <inkml:trace contextRef="#ctx0" brushRef="#br0" timeOffset="146296">19957 6563 5824,'-3'-7'270,"-1"-1"-270,-1 3 89,0 1 1,-8 4 0,-14 15-90,8-5 0,-1 3 22,-1 1 1,-4 4 0,0 0-1,3-1-1115,1-3 1,2 0 0,-3 2 690,-4 2 0,-4 4 1,-2 0-1,2 0 1,4-5 1034,-3 2 1,1 0-634,3-2 0,-4 3 0,2-1 0,4-3 0,5-4 0,3 0 0,-5 3 0,0 1 0</inkml:trace>
  <inkml:trace contextRef="#ctx0" brushRef="#br0" timeOffset="148384">9562 8591 5824,'2'-8'180,"1"1"-1,-1 4 1,0 0-180,1 5 90,-1 5-90,0 5 0,0-1 0,0-2 0,9-5 0,23-17-3128,-7 4 3128,-6-2 0,2-3 45,1-5 0,1-1-45,-3 2 0,1-1-120,1-1 0,1-1 0,0 0 120,4-3 0,-2 2-393,-5 4 0,-2 1 1,-3 4-1,-2 2 1,0 1-1</inkml:trace>
  <inkml:trace contextRef="#ctx0" brushRef="#br0" timeOffset="160661">13206 7220 5824,'7'-1'270,"-2"1"-181,-1 4-89,-3 0 90,1 11-45,-2 4 0,-1 1-45,2 13 0,-2-9 0,0 1 45,0-3 0,-1-1-1437,-1 13 1392,0 2 0,-1 1 0,2-12 0,1 0 30,-1 2 0,0 1 0,1-2-30,0-5 0,0 0 0,2 15 0,0-3 0,0-11 0,1 0 0,0 0 0,0-3-2931,1-5 2931,-2 0 818,0-7-818,0-2 90,0 4-90,1-4 0,3 1 0,4-6 3276,0 0-3171,9-4-105,-8 3 304,5-2-304,12-2 0,-3 1 0,10-1 0,-7 2 0,4 1 0,2 0-820,-3 1 1,1-1 0,1 1 0,-1 0 790,-2 0 0,-1-1 1,0 1-1,2 0 29,0 0 0,3 0 0,0 0 0,-3 1 0,-5-1-823,-2 1 1,-1 0 822,4 0 0,2 0 0,-3 0-156,6 0 156,3 0 0,0 0 0,-12 0 0,-1-1 0,6 1 0,0 0 0,11-1 90,-22 1-90,0 0 180,-4-1 2410,-6 0-2590,3 0 2476,-5-1-2476,-1 0 307,-2-3-307,0-1 0,-2 1 90,-2-9-90,-1-3 0,-4-17 0,1 5 0,-2-4-1048,3 9 1048,0 1 0,-1-3-1015,2 1 0,-1-2 0,0 1 1015,-1-7 0,0-1 0,0-2 0,0-2 0,1 5 0,2 9 0,1 2-320,-2-6 0,1 1 320,-1-3 437,1 9-437,0-4 0,-3-6 0,4 14 0,-1-2 0,2 9 691,0 3-691,-1-4 213,0 5-303,0 0 3366,-2 3-3160,-1 2-116,1 1 0,-7 1 0,5 1 0,-4 0 0,1 0 0,1-1 0,-19 3 0,-4 0 0,-2 0 0,-3-1 0,11 0 0,-1-1 0,-6 1 0,-4 0 0,3 0-1639,0-1 1,2 1 1599,6-1 1,0-1 0,0 1-433,-7 1 0,0-1 471,-5 1 0,1 0-978,11-1 0,1 0 978,-7 1 0,1-1 0,0 0 0,10-1 0,-2 0 0,-2 1-90,-1 1 90,5-1 0,0 0-270,-15 3 180,15-2 90,-5 0 489,27-5 0,1 0 0,12-3 1</inkml:trace>
  <inkml:trace contextRef="#ctx0" brushRef="#br0" timeOffset="162297">13860 7228 5753,'-3'-7'0,"0"0"0,0 2 0,-1-2 0,2 3-14,-2-2 37,1 1-1,0 0-13,0-1 22,-4-1-31,2 3 0,-2-2 0,-1 2 0,-3 0 90,1 0-90,-14 1 90,3 2-90,-7-1 0,3 2 0,-5 3 0,12-1 45,-3 0 0,1 1-45,5 1 0,-18 2-247,20-2 337,-14 3-90,14-3 0,-5 1 0,-1 2 0,0 0 0,-13 6 0,15-4 0,0 1 0,-1 1 0,1 0 0,-1 1 0,0 0 0,-1 2 0,2 1 0,-6 8 0,3-2 0,6-3 0,-1 9 0,2 2 0,-2 2 0,6-5 0,4-8 0,2-5 90,-3 16-90,3-14 0,0 3 0,1 1 0,1-3 0,0 4 0,2 2 0,2-1 0,4 12 0,-1-15 0,5 6 0,7 3 0,-5-4 0,0-7 0,-1-2 0,-3-5 246,9 8-246,-6-8 0,14 7 0,-11-6 0,15 5-325,-19-9 325,8 2 0,1-1 0,5 0 0,0 1 0,0-3 0,8 0-1639,-13-3 1,1-1 1634,-1 1 1,0 1 3,16-2-506,-7-1 506,2 0 0,1-1 0,-4 0 0,6 0 0,-15-1 0,0 0 0,4 0 0,1 0 0,1-1 0,-1 0 90,12-2-90,-12 0 0,-2 0 0,7-2 0,-1-1 0,-7-1 90,1-1-90,1 0 0,-5 0-1094,1-6 1184,-8 5-90,3-6 0,-1 0 0,-2 1 0,6-12 399,-8 9-399,2-12 90,-3 9-90,-2-2 0,-1 1 90,-3 6-90,0-9 0,-3-1 0,-2-4 0,-1 4 0,-2-3 45,-2 3 0,-1 2-470,2 5 0,-1 0 425,-1 0 0,-2 2 0,-7-8 2224,-7 0-2224,6 7 0,-2 1-845,-7-4 845,9 9 0,0 1-453,-11-2 453,2 5 0,-2 0 0,11 3 0,-2 1 0,-8 1 0,-4 0 0,4 2 2682,-7 2-2682,11 0 0,-2 1 0,3 0-662,-5 1 617,4 2 0,0 0-45,2-1 0,-12 4-269,9 1 269,10-3 90,-14 8 0,20-4 0,-5 4 0</inkml:trace>
  <inkml:trace contextRef="#ctx0" brushRef="#br0" timeOffset="163074">13445 7522 5824,'-4'-6'180,"1"1"-180,1 2 90,0-1-1,-2 5-89,1 2 0,0 3 0,4 2 0,5-2 0,7-4 0,-4 0 0,2-5 90,-4-3-90,-3 2 0,3-7 0,-5 6 0,0-3 0,-2-2 0,-2 3 0,-1-2 0,-3 6 0,0 4-90,0 2-179,1 2 269,8-1 0,1-2 0,5-1 0</inkml:trace>
  <inkml:trace contextRef="#ctx0" brushRef="#br0" timeOffset="163547">13904 7498 5824,'3'-9'180,"-3"-1"-180,1 3 90,-8 10-90,4 0 0,-5 9 0,6-3 0,4 0 0,1-3 0,5-2 0,-3-6 0,6-4 0,-6 1 0,4-2 89,-5-5-89,-1 5 0,0-9 0,-4 7-89,-1 1-1,-4 6-90,1 4 180,-3 5 0,4-2 0,-1 4 0,2-2 0</inkml:trace>
  <inkml:trace contextRef="#ctx0" brushRef="#br0" timeOffset="164109">13645 7533 5773,'1'-7'231,"1"2"-231,0 2 90,1 6-90,-1 0 0,0 9 0,0 4 0,0-2 89,3 13-89,-2-15 0,1 8 0,1-3 0,-1-5 0,1 4-89,-2-6 89,-2-5 0,-4 0 0,2-4 0,-3-2 0</inkml:trace>
  <inkml:trace contextRef="#ctx0" brushRef="#br0" timeOffset="164619">13529 7682 5824,'11'3'90,"0"0"-90,-1 5 0,5 6 90,-5-5-90,15 12 0,-16-15 0,17 10 0,-15-11 0,8 1 0,-2-7 0,-6-1 0,11-8 0,-13 4 0,6-4 0,4-6 0,-4 3 0,5-4 0,-8 6 0,1-5 0,-5 8 0,3-7 0,-7 11 0,-2 0 0</inkml:trace>
  <inkml:trace contextRef="#ctx0" brushRef="#br0" timeOffset="174595">7400 8482 6004,'7'1'179,"0"0"-179,6-4 90,-4 0-90,6-2 0,1-4 90,0-5-3367,2-1 2303,-4-1 974,-1-11-214,-1-1 304,1-4-120,-4 7-60,-5 14 90,0 27 45,-4 7 0,-3 5-45,2 4 0,-2 3 0,0-3 0,-1 2 0,0-1 0,1-5 0,0-1 0,-1-1 0,0 10 0,1-2 0,1-2 0,0-3 2756,2-3-2846,1 2 635,0-19-961,-1 3 428,-2-9 0,-5-4 0,-4 0 0</inkml:trace>
  <inkml:trace contextRef="#ctx0" brushRef="#br0" timeOffset="174832">7336 8823 5824,'2'6'0,"2"0"0,1-5 90,9-1-90,-2-1 0,8-2-1639,0-3 1,1 0 663,6-2 975,-5 1 0,1 0-43,6-4-47,-7 4 37,2-3-243,10-2 1,-8 1 0,-6 3 0,0 1 0</inkml:trace>
  <inkml:trace contextRef="#ctx0" brushRef="#br0" timeOffset="175508">7796 8512 5759,'-5'-13'155,"2"3"25,1 5-180,2 0 89,4 2-89,0-1 0,6 4 0,-3 0 0,3 1 90,5 5-90,-4-2 0,14 18 0,-16-11 0,4 12 0,-20 12 0,-2-5-1639,1-9 1,0 0 1523,-7 4 205,-2 0-90,6-11 0,-6 9 0,12-16 0,16-16 0,7-12 0,1-2 0,1-2 0,-1 0 0,0-2 0,-1 1 0,2-2 0,-2 2 1638,1 0 0,-1 1-1580,4-5 0,-2 3-58,-6 12 0,-5 6 0,-6 11 0,-1 8 0,-8 14 0,0 0 0,-3 3 0,1 2 0,-1 6 0,2-9 0,3 0 0,8 10 0,17-13 0,-3-3-90,12-15-90,-9-9 1,0-2-1296,6-1 1475,-2-1 0,1-1 0,0-2 0,4-2 0</inkml:trace>
  <inkml:trace contextRef="#ctx0" brushRef="#br0" timeOffset="176620">12658 7538 5914,'-5'-4'269,"7"-1"-269,0 2 0,8 0 0,10 1 90,-9 1-90,22 1 0,-20 2 0,7 6 0,-13 0 0,-9 22 0,-5-10 0,-4 2 0,-6 4 0,2-3 0,4-7 0,-1 1 0,-9 8 0,-3 5 0,3-5 0,8-10 0,1 0 0,-6 6 0,0 0 0,3 2 90,10-9-90,1-2 0,12-9 0,8-4-392,-2 0 302,11-3 90,-12 0 0,4 0-360,8-5 360,-7 3 0,5-3 0,-8 2 0,-3 1 0</inkml:trace>
  <inkml:trace contextRef="#ctx0" brushRef="#br0" timeOffset="176956">12762 7690 5824,'4'-10'90,"1"3"-90,4 3 0,-2 3 0,2 4 90,6 6-90,-4-2 0,5 6 0,1 1 0,4 4 0,-5-4 0,0 1 0,1 0 0,5 5-90,-9-10 90,8 3 0,-13-8 0,0-2 0</inkml:trace>
  <inkml:trace contextRef="#ctx0" brushRef="#br0" timeOffset="177129">12989 7661 5784,'-3'-7'39,"-1"0"-38,-2 9-1,-10 15 0,-4 6 45,3-1 0,-2 2-75,1 0 0,-2 3 0,2-2-1609,2 0 1,1-3 1125,2-2 0,2-1 513,-4 8 0,4-6 0,-3 7 0</inkml:trace>
  <inkml:trace contextRef="#ctx0" brushRef="#br0" timeOffset="177948">12726 8136 5776,'1'-8'138,"-1"0"-48,-1 4 0,-4 6-90,-6 11 0,-1 3-1639,-2 4 1,-1 0 753,0 3 885,0-1 0,0 0-778,-1 3 778,0 0 0,3 1 0,6-8 0,2-1 0,9-8 0,9-12 2581,3-3-2581,3-4 0,-2 1 0,5 0 0,-9 3 2448,4 1-2448,-7 2 0,-1 2 0,6-1 0,-8 2 0,4-1 0,-4 0 0,0 0 0,5-3 90,-6 1-90,3-2 0,-5 1 0,0 0-90,1-2 90,-2 3 0,1 3 0,-4 10 0,0 1 0,-3 17 0,1-2 0,1 0 0,1 1 0,-1 6 0,1-12 0,1-1-1797,2 3 1797,0-9-713,4 6 713,-3-14 0,2-2 0,0-6 0,0-2 0</inkml:trace>
  <inkml:trace contextRef="#ctx0" brushRef="#br0" timeOffset="178502">12988 8244 5824,'2'-6'90,"6"-3"0,-2 6-90,12-4 90,8 0-90,3 4 0,0 2 0,-13 12 0,-12 0 0,-13 15 0,-1-10 44,-6 6 1,-2 1-45,3-4 0,-4 4 0,1-2 0,9-10 0,-7 7 0,21-18 0,-1 0 0,16-14 0,4-5 0,0-1 0,-2 0 0,4-4 0,-3 3-685,-10 7 0,1 1 685,4-5 0,2-1 0,-3 2 0,9-7 0,-1 2 0,-20 30 0,-12 5 0,-3 7 0,-1 3-2938,-5 6 2938,6-9 0,-1 2 0,-3 9 0,2 2-678,4-6 0,1 0 678,-3 5 0,3-2 236,9 7-416,7-24 180,4-6 0,-2-5 0,4-5 0,-2-1 0</inkml:trace>
  <inkml:trace contextRef="#ctx0" brushRef="#br0" timeOffset="186322">11108 8438 5824,'5'5'180,"5"-2"-180,-3-3 90,10-2-1,-8 1-89,10-3 90,-3-1 0,17-9-1729,-11 1 1,0-2 1196,-3 3 0,-2-1 442,2-2 0,-2-1-195,-3-2 0,-2-2 240,2-8 0,1-1-379,-2 3 0,1-2 334,-5 3 0,1-4 0,-1-1 0,-1 3-412,-3-2 1,0 2 0,-1-2 411,2-5 0,0-2 0,-2 0 0,-2 2 0,-1 1 0,-2 1 411,-2 5 1,-1 1-1,0 1-411,-1-7 0,-2-1 0,-4-2 0,-4-2 0,1 5 550,4 10 0,-1 0-550,-3-4 0,-3-6 0,-1 1 0,3 4 408,-1 2 1,1 2-409,-1-3 0,-2-1 0,2 3 1157,4 7 0,2 1-1157,-7-7 0,2 2-273,0 2 273,-3-4 0,1 2 0,5 7 0,-2-2 0,0 2 0,5 5 0,-6-6 0,6 7 0,1 0 1046,-3 0-1046,1 1 0,-5 0 0,4 2 305,-1 1-305,5 2 0,1 0 0,0 0 0,1 0-90,2 1 90,-2 0 0,6 6 0,0 3 0,3 7 0,1 9 0,-1 8 0,1-5 0,-1 3 0,1-8 0,1 1 0,0-1 0,0 3 0,-4-18 270,2 11-180,0-26-90,0 7 0,-1-16 0,0-6 0,-1 4 45,2-13 0,0-1-45,0 2 0,-1 6 0,0 0 0,-1 5 0,1-1 0,-1 9 0,2 0 0,0 6 0,9 6 0,10 5 0,-2 1 0,3 0 0,3 2 0,1 0-1639,8 2 1,-1-1 1400,-13-3 1,-1-2-360,5 0 0,-3-2 597,-10-5 0,4-1 0,-9-5 0,-1 1 0</inkml:trace>
  <inkml:trace contextRef="#ctx0" brushRef="#br0" timeOffset="187084">11766 6850 5824,'7'-2'90,"0"-2"0,-5 1-90,-2-3 0,-6 1 90,-1 1-90,-3 1 0,-4 2 0,4 1 0,-12 3 0,12-1 0,-7 5 0,9 0 0,0 0 0,3 5 0,4-5 89,8 8-89,-2-10 0,13 3 0,-4-9 0,3-1 0,3-4 0,1-6 0,-3 0 0,2-6 0,-13 10 0,-1-2 0,-4 7 0,-2 8 0,-2 22 0,3 2 0,0 4 0,1-3 0,0 1-1093,2-3 1,0 2 0,1-5 1034,-1-5 1,0-2 57,1 4 0,-1-2 0,0-3 0,-3 6 0,-13-8 0,2-4 0,-9-8 0,-4-8 0,2-1 0,-5-3-89,8 0 3365,-3-11-3247,13 8 0,-4-13 0,15 10 0</inkml:trace>
  <inkml:trace contextRef="#ctx0" brushRef="#br0" timeOffset="187562">11974 6857 5823,'3'-10'1,"0"2"89,-1 3 0,-10 18-90,4-3 0,-6 14 0,0 3 0,3-4 0,1-2 0,0 0-612,4-3 612,1 5 0,2 0-3189,5 9 3279,0-14-90,6 2 0,-5-14 0,17-4 0,-11-3 0,18-15 0,-19 4 0,5-16 0,-12 4 0,-5 2 0,-2 0 409,-2-9-409,-2 12 0,0 1 0,-2 0 3276,-13-6-3160,-1 10-206,-4 1 0,4 13 0,12 4 90,-1 4 0,7-5 0,0 2 0,4-4 0</inkml:trace>
  <inkml:trace contextRef="#ctx0" brushRef="#br0" timeOffset="187909">12136 6597 5793,'-2'-8'31,"0"2"59,-3 6-90,2 0 0,-4 5 0,4-2 0,4 2 0,3-3 0,6-6 0,-4 0 0,1-5 0,-4 4 0,-2-5 0,-8 18 0,1-1 0,-6 16 0</inkml:trace>
  <inkml:trace contextRef="#ctx0" brushRef="#br0" timeOffset="188237">11623 7463 5824,'1'-6'359,"12"-3"-314,12 0 0,5 0-45,-2 1 0,1 0-1639,6-2 1,1 1 491,-11 3 1,2 0 1056,4 0 0,2 0 0,-2 0-127,-6 1 1,1 0 216,3 0 0,4 0 0,-5 0 0,-8 0 0,-2 1 0,12-3 0,5-2 0</inkml:trace>
  <inkml:trace contextRef="#ctx0" brushRef="#br0" timeOffset="204555">4048 10320 5734,'3'-6'53,"1"0"-16,-2 2 53,1-1 90,-1 2-180,0 7 0,-1-1 0,0 13 89,-3-3-89,-1 17 0,1-11 0,-1 12 0,2-16 0,1 5 0,0 8 0,2-3 0,0 4 0,3-11-179,-2-11 179,2-4 0,-1-5 0,-1 1 0,-2-2 0</inkml:trace>
  <inkml:trace contextRef="#ctx0" brushRef="#br0" timeOffset="205284">3979 10128 5821,'-1'-6'3,"0"1"-3,0 0 0,-1 1 90,0 0-90,-2 1 90,0 1-90,-8 5 90,4 0-90,-6 7 0,-7 16 44,8-6 1,1 2-1684,-1-1 1,0 0 1580,1 2 1,2 1 57,2 10 0,4 1-943,3-5 1,4 2 942,0 0 0,3 3 0,1-3-453,3-2 0,2-3 453,4-1 0,1-2 0,-2-9 0,2-2 0,0 1 0,4 0 0,1-2 0,3-1 0,0-1 498,5 1 0,1-2-498,-1-3 0,2-1 0,-2-2 0,5-5 0,-1-2-147,-5 1 1,-2-1 146,-3-1 0,-3-1 0,-2-3 597,4-8-597,-7 0 45,-3-12 0,-2-4-45,-4-1 0,-3 1 0,-2-1 0,-7 7 0,-2 1-537,2 4 1,-2 0 536,-5-7 0,-2-4 0,-1 3 0,3 6 0,-2 1 0,0 0 0,-2-2 0,0 3 0,2 4 0,-2 2 0,-8-5 0,-2 1 662,7 6 1,-2 0-663,-3 1 0,-5 0 0,-1 1 0,4 2-821,1 1 0,0 2 821,-4-1 0,-3-1 0,3 3 76,4 5 1,1 3-128,1 2 0,-3 2 0,2 1 51,-7 1 0,1 2 0,-3 3 0,3 1 0,14-2 0,3 0 0,-7 7 0</inkml:trace>
  <inkml:trace contextRef="#ctx0" brushRef="#br0" timeOffset="206795">4067 11213 5824,'0'-7'90,"1"0"0,2 5-90,2 0 0,12-2 90,5 0-90,0 0 0,-2 1 0,-9 3 0,-3 2 0,2 2 0,-5 9 0,-8 12 0,-2-1-877,-9 6 877,3-12 0,0 1 0,-5 4 0,1 2 0,0-1-1782,5-6 1782,-4 8 0,11-12 0,5-1 709,0 0-619,23 1-90,4-9 0,7 2 0,-1-6 0,-16-3 0,-1-1 0,5 0-135,-1-2 0,-2 1 135,-7 0 0,10-6 0,-17 6 0,1-4 0,-4 4 0</inkml:trace>
  <inkml:trace contextRef="#ctx0" brushRef="#br0" timeOffset="207398">4162 11115 5807,'-13'-10'5,"1"2"7,-3 1-12,5 3 90,-15-3-90,13 6 90,-16 0-90,4 3 89,-3 5 1,-2 1-90,-6 4 60,8 3 0,-2 4 0,5-1-60,9-4 0,2 1 30,-5 8 0,-1 5 0,4-1 15,8 4 0,3 0-45,-3-1 0,2 1 30,9 2 0,5 3 0,-1-5-30,-1-9 0,0-2 0,2 4 0,1 2 0,2-2 0,8 3 0,2-5 45,-1-3 0,2-1-45,-2-2 0,3 0 0,-2-2-962,2-2 1,1-4 991,-1-2 0,3-1 0,2-4-8,1-4 1,2-4-1,0-1 1,-1 2-23,0 1 0,-2 1 0,3-3 0,-2-2 0,5-4 0,-1-1 0,-1 0 0,-7 1-1333,-1-2 1,-2-1 1332,1-1 0,2-1 0,-4 1-476,-5 1 0,-3-3 476,2-10 0,-1-6 0,-2 2 0,-3 6 0,-1-2 0,-2 0 0,0-4 0,-2-1 0,-2 6-133,-4 2 0,-5 2 162,-3-9 1,-5-3 0,-6 2-30,-1 14 0,-6 1 0,-2 1 0,1 1 0,2 0 0,3-3 0,2 1 0,0 0 0,-7 4 0,2 4 0,-6 2 0,-2 1 0,-3 1 0,0 2 0,1 1 0,3 1 0,3 1-23,-4 3 1,3 3 0,1 2 0,-3 0 7,0-1 0,-3-1 0,-2 1 0,0 2 0,2 0 0,3 3-165,2 2 0,1 2 0,2 1 0,2 2 0,0 0 180,0 3 0,2 3 0,1-1 0,1 1 0,-4 4 0,2-1 0,4 1 0,11-3 0,-1-1 0,1 1 0</inkml:trace>
  <inkml:trace contextRef="#ctx0" brushRef="#br0" timeOffset="-207048.73">2325 8766 5734,'6'-6'11,"0"2"9,-2 2 19,-1 0-19,1 2-20,1-1 0,0 2 90,3 5 0,3 14 0,-2-4-90,1 11 0,-6-7 0,0 2 44,1 4 1,0 2-1684,0 0 1,-1 0 1580,0 1 1,-1-1 57,0 2 0,-1 0 0,-1-11 0,0 0 30,1 7 0,-1 3 0,1-2-30,0-3 0,-1-2 0,1 3 0,-1-1 0,3 8 0,-1-4 0,2-6 0,-2 2 0,0-10-449,-2-10 449,-6-11 0,-1-1 0,-5-11 0</inkml:trace>
  <inkml:trace contextRef="#ctx0" brushRef="#br0" timeOffset="-206210.73">2279 8777 5767,'4'6'26,"-1"2"-7,-6 17-16,1-10 1,-2 6 1,0-1-5,-2-2 0,-1 6 0,2-11 0,2-6 0,5-9 0,1-4 0,7-14 0,-2 1 0,6-8 0,3 3 0,-4 4 0,4 2 0,-2 13 0,-1 1 0,9 5 0,-10 3-3277,13 8 3162,-13-6 115,10 8-1223,-11-8 1223,4 2 0,11 2 0,2-4 0,-10-2 0,1-1 0,9-2 0,-7-3 0</inkml:trace>
  <inkml:trace contextRef="#ctx0" brushRef="#br1" timeOffset="-200268.73">3517 8143 15877,'3'-7'-1729,"0"2"1259,-1-1 529,-1 0-356,0-2 57,-1 1-212,-4 13 957,2-2-3782,-2 19 3225,3-15-120,2 9-253,17-19-164,2-2 0,2-2 1249,3-2 0,5-3-577,-5 2 1,4-2-1,3-2 1,0 1-1,-1 0 79,2-1 1,-1 0 0,0 0 0,3 0-37,-3 0 0,1 0 1,2 0-1,0-1 1,-1 1-1,-3 1 151,4-2 0,-2 1 0,-2 1 0,0 0 48,-1 1 1,-1 0-1,-1 1 1,-1 0-246,5 0 0,0 0 0,-3 2-72,3-2 0,-2 2-43,5-2 1,-3 2-1,1-3 1,-7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38:52.86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5590 7232 5824,'-5'-7'90,"1"1"0,1-2-90,3-1 0,0 0 0,2 2 0,-1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36:28.93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9949 7515 12570,'-9'1'1529,"0"-1"-989,3 1 89,-1-2 1,2 1-90,-2-1 89,2 0-89,-1 0-450,8-5 0,1 0 0,12-7 0,3-3 0,8-4-90,6-5-1013,-12 10 1,1-1 1057,2-1 0,1 0-45,3-1 0,0-2 0,0 2 0,1-1-867,-1 1 0,2-1 0,-2 2 912,5-4 0,2 0-45,-7 5 0,2-2 0,1 1 0,-3 2-408,4-3 0,0 2 408,-5 1 0,2 1 0,-2 1-425,-2 1 0,0 2 425,-1-1 0,1 0 0,-1 0 0,0 1 0,0 0 0,0 0 0,-1 0 0,0 1 0,-2 0 0,1 0 102,-2 0 0,0 1-102,14-6 1377,-3 1-1287,-7 4 765,-4 2-855,-4 0 1420,-3 3-1420,-2 0 1509,-2 0-1509,-1 1 0,0 1 0,-1-1 937,-1 1-937,0 0 169,-1 0-169,1 0 0,-1 1 0,1-1-269,0 0-1,-1 2 90,0 1 180,0 1-90,-2 2 0,-2 1-90,1-1 0,-2 3 0,2-2-90,-2 1-179,2-1-631,-1-1-2197,1 0 1157,-1 2-218,-1-3 2338,-2 1 0,-4 0 0,-2 0 0</inkml:trace>
  <inkml:trace contextRef="#ctx0" brushRef="#br0" timeOffset="8306">1360 8577 7083,'-6'-7'450,"2"1"-180,1 3 89,0-1-89,-1 1 0,1 0 0,-1 1 0,-1 1 0,0 0 269,0 0-269,0 0-270,11 3 0,-1-1 90,14 0-90,13-2 90,3 0-1115,-9 0 0,1-1 1025,-2 0 0,1 0 45,1 0 0,0-1-45,2 0 0,2 0-329,2-1 1,3 0-1,-1 0 329,-1 1 0,-1-1 0,2 1 22,-1-1 1,1 0 0,1 1-1,-3-1-818,0 1 1,-3 0 0,0 0 795,13 0 0,-3 0 0,-13 1 0,-2 0-336,-2 1 0,-1-1 336,18 0 1037,-6 0-1037,-11 1 0,0 1 0,3-1 800,7 0-800,-21 1 2918,-1-1-2918,-1 1 1429,3-1-1339,-6 1-180,4-1 90,-3 2-180,0-1 0,-3 0-180,1 1 0,-1-1-2917,0 0 2956,0 1 0,1 1 0,-1 0 0</inkml:trace>
  <inkml:trace contextRef="#ctx0" brushRef="#br0" timeOffset="10665">1377 8720 8522,'-4'-6'-270,"2"11"270,1 0 0,3 9 0,-1-2 0,0 2 0,0 5 90,0 5-90,0 4 0,1 6-1086,0 2 1176,1 1-700,-2-16 0,1 1 610,-1 0 0,1 0 0,0 2 0,0 1 45,1 9 0,0 1-45,0-2 0,0-1 0,-1 1 0,1 0-610,-1-6 0,0-2 700,0 8-852,2 6 762,-2-11 347,0 1-347,0-11 0,-1-3 0,0-1 969,0-1-969,0-3 1230,0 0-1320,-1-1 1010,1-2-1190,-1-2 408,1 0 0,-1-3 0,0 0 0</inkml:trace>
  <inkml:trace contextRef="#ctx0" brushRef="#br0" timeOffset="11494">1701 8739 7533,'3'-7'359,"0"1"-179,-1 2 0,0 0 90,0 0-270,2 6 90,-3-1-90,3 6 0,-2 1 90,0 2-90,0 2 0,0 4 90,2 17-90,-1-4-731,1 3 0,-1 1 731,0-10 0,-1 0 0,1 9 0,0 1-806,-2-8 1,1-1 805,-1 1 0,1 1 0,-1-1 0,0 1 45,0-1 0,0 1-45,0 8 0,0 1 0,-1-10 0,1-1 0,-1 7 0,1-1 0,-1 7-1025,1-3 1025,0-3-500,0-5 590,0-3 902,0-4-992,0-1 0,0-3 1490,1-2-1490,-1-1 0,0-2 0,1-1 1502,0-2-3751,0-1 2425,1-8 0,-2-3 0,1-9 0</inkml:trace>
  <inkml:trace contextRef="#ctx0" brushRef="#br0" timeOffset="12106">2180 8662 7443,'6'7'180,"0"0"-90,-4 1-90,0 0 179,1 11-179,0-1 90,-1 7 0,0 1 0,0 14-830,-2-10 0,1 3 800,-1-1 0,0 4 0,1-3-688,-1 0 1,0 0 657,0 1 0,0 3 0,0-3-30,0-6 0,0 0 45,0 10 0,1 0-45,-1-11 0,1 0 45,-1 7 0,1-2-45,0 7-253,-1-16 0,1 1-197,0 17-269,1-4 269,0-10 450,0-13 0,0 5 0,0 0 0</inkml:trace>
  <inkml:trace contextRef="#ctx0" brushRef="#br0" timeOffset="12510">2709 8780 7892,'4'-10'1170,"-1"2"-630,-3-2-181,-1 5-269,-3 7 0,2 19 0,2 14-60,0 2 0,-1 5 0,1 3-510,1-9 0,0 3 1,0 0-1,0 1 1,1 0 353,0 0 0,0 1 0,0-1 0,0 1 0,1-1 126,1 0 0,0 1 0,1 0 0,-1-3 0,1-3 0,-1 2 0,1-4 0,1-1 0,-1-4 0,1 0 0,0 1 0</inkml:trace>
  <inkml:trace contextRef="#ctx0" brushRef="#br0" timeOffset="13730">716 9844 8342,'-8'-3'180,"-1"1"-90,3 2-90,0 1 90,1-1-90,-1 2 90,-1 0-90,-4 3 90,0 1-90,-3 2 0,1 1 90,-1 1-90,-2 3 0,0 1-460,-1 2 460,2-1 0,-1 2 0,0 0 0,3 1-161,1-3 161,4-2 0,-1 5 0,3-6 0,1 4 0,4-6 0,4 5 0,4 1 0,2 0-353,3 0 353,-1-4 435,1-1-435,0 1 0,0 0 0,-1 1 0,0 0 0,-1 2 253,-2 0-253,0 0 0,-1 1 0,-3-1 0,0 1 0,-4-1 0,-2 2 0,-1 0 0,-4 3 90,-6 11-90,0-6-643,-3 7 733,3-12-90,-2 5 0,4-9-90,-1 4 0,7-10-180,-1-1-90,3-2 360,0-2 0,2-1 0,1-3 0</inkml:trace>
  <inkml:trace contextRef="#ctx0" brushRef="#br0" timeOffset="14003">726 10284 8432,'-1'-9'900,"1"2"-361,-1 0-449,0 22-90,0-6 90,-2 25-90,1-8 0,-1 9-2704,0 1 2704,2-15 0,-1 1 0,0 18 45,1-19 0,-1 1-460,1 17 325,0-1-624,1-2 445,0-5-91,1-2-720,0-6 541,0-3 539,-1-3 0,3 3 0,-1-1 0</inkml:trace>
  <inkml:trace contextRef="#ctx0" brushRef="#br0" timeOffset="14333">721 10371 9152,'-1'-9'629,"0"1"-449,1 2-90,1 1-3367,2 1 2573,0 0 704,5-1 949,-2 1-859,4-2-90,-3 3 90,0 0 0,0 1-90,0 2 3276,0 0-3070,1 3-116,-2 0-90,0 3 0,-2 4-90,-5 5-90,-2 6 90,-3-1-3187,-2 0 2982,0-5 115,0 0-216,-1 0 306,1-2-90,0-1 0,1-1-90,1-1 1,-1-2-181,2 0 2791,0-2-2521,1-1 294,1-1 1,2-3-1,0 0 1</inkml:trace>
  <inkml:trace contextRef="#ctx0" brushRef="#br0" timeOffset="15027">1011 10324 8702,'-8'-7'989,"-5"-1"-899,8 6 90,-6 0-90,6 2 0,-2 2 90,0-1-180,-1 2 90,-1 1 0,-1 2 0,0 0 0,1 1 0,-5 6-90,4-2 90,-1 3-90,3 2 0,2 0-90,2 0-90,3-2 90,2-6 0,1 1-90,1-2 90,0-1-90,1-1 0,0-1 90,1 0-89,2-3-1,3-3-3097,-3 1 3072,2-5 205,-4 2-90,-1-2 90,-1 0 0,-1 0 0,0 0 0,0-1 3276,-1 1-3070,0 0-206,-1 1 0,1-1 0,1 2 0,2 6 0,0 1 0,1 6 0,0 0 0,0 1 0,5 7-90,-2-5 0,3 4 0,-3-7 0,0-2 0,0 0 0,-1-2 0,0-1 90,0-2-90,0-2 90,0-3-90,0-1 90,1-2-90,0-4 90,0-2 0,2-6-90,-1-3 90,0-3-276,-2-4 231,-3 7 0,-1-3 45,0-2 0,-2-2-30,0 0 0,-2-3 0,1 2 30,-2-6 0,0 1-370,-1 2 0,-1 2 370,-1-1-83,2 18 83,1 3 0,0 5 0,-1 10 254,1 4-344,-1 15 348,2 1-348,-1 8 180,2 2-90,0 1-90,2 1 180,0 0-135,1-11 0,0-1 45,2 14 0,-2-14 0,1-1 0,0-3 0,0-1 0,3 8-180,3 10 90,-4-22-179,1 3-271,-3-11 267,0-3 273,0-1 0,0-4 0,0 0 0</inkml:trace>
  <inkml:trace contextRef="#ctx0" brushRef="#br0" timeOffset="15247">1130 10399 7892,'7'-8'360,"0"0"-270,1 0-90,3 0 90,1-2 0,0 0 0,1 0-90,0 0-90,-1 1-90,1-1-180,-3 2-359,-1 1 269,-2 2 450,-1 1 0,1 0 0,1-1 0</inkml:trace>
  <inkml:trace contextRef="#ctx0" brushRef="#br0" timeOffset="15442">1287 10335 8882,'-2'7'540,"1"1"-450,2-2 0,0 1-1,1 0-89,0 1 90,0 1 0,1 1-180,0 0-89,1 1-451,0 3-360,-2-3 541,1 3 449,-1-6 0,0 3 0,-1 1 0</inkml:trace>
  <inkml:trace contextRef="#ctx0" brushRef="#br0" timeOffset="15670">1309 10067 9332,'-1'-7'1169,"-2"-3"-899,3 4-270,-2-2 0,4 11 0,0 2 0</inkml:trace>
  <inkml:trace contextRef="#ctx0" brushRef="#br0" timeOffset="16305">1460 10404 10051,'0'-7'1529,"-1"1"-1349,-2 0 90,-1 3-180,-1 1 0,1 3 0,-2 1 0,1 2 0,0 0 0,-2 8 0,2-3-180,-2 6 90,2-3-180,1 1 0,1 0-90,1-1 0,0-1 0,1 0-269,2 4-1,1-3 180,3 2 180,-1-6-179,2-3 269,0-6 0,-1-1-90,4-5 90,-3 1 90,2-4 0,-4 3 0,0-1 0,0-1 0,-2 1 90,1-2-90,-2 2 0,1 1 90,-1 0-90,0 2 0,0 0 90,0 0-180,6 8 0,-1 0 0,2 6-90,0-1 90,-3-3 0,2 0 0,-3-1 0,0-2 0,1-1 0,2-1 90,-1-1-90,2-3 90,-2-1 0,1-2-90,-1-2 90,1-1 0,-2-1 0,1-2 0,-2-1 0,1-2 0,-1-10 0,-2 3-699,1-7 699,-3 8 90,0 0-454,-1 1 364,0 2 0,0 2 90,0 3-90,-1 2 0,1 3 0,-1 3 0,-1 11 0,2 2 0,-2 9 0,3 2-180,1 16 0,2-4-40,-1-9 1,0 0 129,3 12-135,0-11 1,0 0-68,3 11 292,0-10 0,1 0 0,5 5 0,4 4 0</inkml:trace>
  <inkml:trace contextRef="#ctx0" brushRef="#br0" timeOffset="16606">1922 10176 8072,'-7'-3'1530,"2"0"-1171,0 1 451,1 0-360,1-1-271,4-1 1,2-1 0,5 0-90,1 1 0,2 0 90,2 1-180,6-2-90,-4 2-180,4-2-90,-7 4-179,-1-1-990,-1 1-270,-1 1 1799,-2 0 0,3 2 0,-1 1 0</inkml:trace>
  <inkml:trace contextRef="#ctx0" brushRef="#br0" timeOffset="16858">1999 10201 10861,'-6'-7'809,"1"0"1,3 3-720,0 9 0,2 1 0,0 10 0,1 1 0,0 21 0,0-5-817,-1-9 1,0 1 816,1 12-135,-1-10 0,0 1-239,0 0 0,-1 0-121,1 6 0,0-1 135,0-9 0,0-3-3007,0 19 3151,0-24 1,0 6 0,0-7 0</inkml:trace>
  <inkml:trace contextRef="#ctx0" brushRef="#br0" timeOffset="17068">1910 10667 10051,'2'-1'990,"0"1"-900,12-5 0,-4 1-90,3-3-90,1 1-630,1 0-269,6-3-181,-5 2 451,5-2 719,-8 3 0,3-1 0,1-1 0</inkml:trace>
  <inkml:trace contextRef="#ctx0" brushRef="#br0" timeOffset="17547">2251 10511 9871,'-5'-8'900,"0"0"-630,2 3 89,-1 0-89,1 0-90,0 0 90,0 1 90,0 1 270,1-2-541,-1 9 1,1-2 0,1 8-90,0-1 0,1 2 0,-1 0-90,0 3-89,1 0-1,-1 1 0,0 0-90,1-1 0,0 0 0,0-2 0,0 0 90,-1-3-269,1 3 89,0-5-90,0 2 360,2-13 0,0 1 0,0-9 90,1 2-90,0-2 0,0-2 90,1 1 0,-1-2-90,1 2 90,0 0-89,-1 2-1,1 1 90,5-3 0,-4 6-90,5-2 90,-5 7 0,0 3 0,0 1 0,0 2 0,1 2-90,-1 2 90,0 2 0,-1 2 0,1 0 0,-1 2 0,0 0 0,0 2-90,3 6 0,-1-5-90,0 2 0,-1-7-90,0-2 0,0-2-539,0-1 269,0-2 540,0-1 0,3-2 0,1 0 0</inkml:trace>
  <inkml:trace contextRef="#ctx0" brushRef="#br0" timeOffset="17932">2444 10469 8882,'-6'-6'2339,"1"1"-810,2 1-1529,13 16 0,-5-6 0,12 15-942,-10-11 762,1 2-447,5 4 447,-4-5-90,3 3 0,-4-6 90,-2 0 0,1-1 0,-2-2 1,1-1 836,-2-2-926,0 0 370,1-3-191,-1 0 90,1-6-90,-3 1 90,1-5 90,-1 2-90,0-3 90,-1 0-90,0-3 0,-1-8 90,1 6-90,0-6 0,1 9 0,-2 2-90,3 0-90,-2 3-809,2 1 989,0 5 0,3 7 0,2 2 0</inkml:trace>
  <inkml:trace contextRef="#ctx0" brushRef="#br0" timeOffset="18966">2881 10508 9242,'-5'-9'899,"0"0"-539,0 2 360,-4-3-181,-2 0-269,0 1-90,0 1 360,-4 4-360,6 1-90,-6 3 0,8 3 89,-2 1-89,0 2-90,1 2 0,0 0-90,1 2 0,1 1-89,0 0-91,2 0 0,-1 0 0,2-1 0,1 0 0,0-1-89,2-2 89,1-1 0,0-1 90,2-1-270,0-1 270,3-3 90,-1-1-90,2-1 91,-1-2-1,0-2 0,0 0 0,1-1 90,-2-1 0,2-1 90,-2 1-90,0-1 90,0 1 89,-2 0-89,1 1 0,0-2 0,-2 4 0,2-2 0,-1 4 0,2 5-90,-1 0 0,1 4 0,-1 0 0,0 2-90,1 1 0,0-1 0,1 2-90,-1 0-89,5 4 179,-3-4 0,2 2 0,-2-5 0,0-1 0,-1-1 90,0-1-90,-1-2 0,1-1 90,0 0-90,0-3 90,0 0 0,-1-2-90,1 0 90,2-5 0,-2 1 0,1-3-90,-3 1 90,-1 0 0,1-6 90,-4 4-90,0-12 0,-2 11 0,-1-5 90,0 7-90,-1 1 0,0 2 0,0 1 0,0 1 0,0 1 0,0 1 0,0 1 0,0 1 0,9 2-90,-3-1 90,8 1 0,-4-2 0,1-1 0,1 0 0,1-2 0,1 0 0,1 0 0,-1 0 0,1-1-90,1 0 90,-3 2 0,1 0 90,-3 2-90,1 4 0,-3 0 0,0 5 0,-4 0 0,1 1 90,-1 2-90,0 2 0,0 2 0,0 1 0,1 1 0,1 0 0,-1 2 0,1 0 0,1 0 0,0-1 0,0-2 0,1-1-90,3 2 180,-2-5-90,2 0 0,-3-5 0,1-3 0,5-5 0,-3-1 0,4-4 0,-3 0 0,-2-2 0,1-1 0,-1-2 0,0-1 0,0-1 0,0-3 0,-1 2 90,0-2-3367,0 2 3252,-1 1 25,-1 2 0,0 0 90,-1 3-90,0 0 180,-1 1-180,2 9 0,-1-1 90,0 8 3186,-2 0-3205,0 1 64,1 1-135,0 1 0,1 0 0,-1 1-90,0-1 0,0 0-90,1-2 0,0 1-90,0-1 0,0-3-539,-1 1 269,1-3 540,0-1 0,0 0 0,0-2 0</inkml:trace>
  <inkml:trace contextRef="#ctx0" brushRef="#br0" timeOffset="19197">3290 10102 8612,'-4'-6'1169,"1"1"-899,0 0 360,1 1-2429,0-1 1799,1 9 0,-1-1 0,3 8 0</inkml:trace>
  <inkml:trace contextRef="#ctx0" brushRef="#br0" timeOffset="20417">3520 10430 10051,'-2'-8'630,"0"3"-270,0 0-180,-2 1-90,1 1-1,-1-1 91,1 2 0,-2 0-90,-2 3-90,1 0 90,-2 3-90,3 0 90,-1 2-90,1 0 0,-2 6-180,2-3 0,-2 6 0,3-5-89,1 0-1,0 0 0,1-2 0,1 1 0,1-3 0,1 1 1,0-2 89,1 0 0,0-1 0,1-2-180,0 0 180,5-3 0,-2 0 90,3-4 90,-4 1 0,1-1 0,0-1 180,1-2 90,-1-2-180,0 1 0,-2 0 0,-1 5 90,-1-1 0,1 0-90,-1 3-90,3 4 0,-2 1 0,0 4 0,0-1-180,1 4 90,-1-2 0,3 3 0,-2-4 0,1 0 0,0 0 0,1-1 0,0-1 90,0-2-90,1 0 0,0-2 90,0 0-90,6-4 90,-3 0 0,4-3 0,-3 1-90,-1-2 180,4-5-90,-5 3 0,3-5 0,-6 4 0,0-1 90,0-5 0,-2 5-90,-1-5 90,-2 7-90,0 0 90,0 2 0,-1 1 0,0 0 0,-2 13-90,0 2 0,0 9 0,0-1-480,-1 7 480,1-5-90,0 8 90,0-7 0,0 1 0,1-3 0,0 0 0,0-2 0,1-2 0,-1-3 0,1-1 0,0-1 90,0-3 180,0-1 210,4-8-390,-2 0-90,3-8 90,-1-6-90,0 2-397,1-8 397,0 2 0,2-3 0,1-1 90,1 0-90,0 2 0,0 2 0,0 4 0,2 0 0,-4 7 0,6-1 487,-7 8-487,2 2 0,-3 3-90,-1 1 90,-1 3-90,1 6-90,0 3 90,-1 1 0,-1 0-360,1 6 360,-1-8-90,2 8 90,-1-13-90,-1 0 90,0-1-89,2 1 89,-1-4-90,1 0 90,0-4 0,5-5 90,-1 0 0,1-4 0,-3 0 90,6-18-90,-3 5-885,5-16 885,-5 11 0,-1-3 0,0-2 90,-1-1-1218,1-1 1218,-3-1 0,1 1 0,-2 1-1,0 4 91,-1 3-90,-1 6 90,0-1-90,-1 8 270,0 0-360,0 31 90,-1-5-90,0 25 0,-1-12-33,1 5 33,0 1 0,2 2 0,0 1 0,1 1-1821,1-1 1821,2 3 0,0-4 0,2 2 45,-1-16 0,0 0-45,0-1 0,1-1-455,7 17 455,-1-12-90,-8-14 690,1-2-870,-1-3 2869,-1-2-3408,0-2 269,0-3 540,0-1 0,1-8 0,0-1 0</inkml:trace>
  <inkml:trace contextRef="#ctx0" brushRef="#br0" timeOffset="20600">4103 10328 9332,'9'-3'359,"1"0"-808,3-2-271,-2 0-89,6-3 629,-1 0 180,2-1 0,8-5 0,2-1 0</inkml:trace>
  <inkml:trace contextRef="#ctx0" brushRef="#br0" timeOffset="21175">4828 10073 8252,'-1'-10'180,"0"2"0,1 0 90,0 2 180,0 0-91,1 0 451,-1 1-630,-4 19-90,-1 15 0,-3 9-475,4-15 1,0 0 384,-2 14-1216,1 1 1216,0 1 0,1-2 90,2-1-90,1-1-90,0 0-1003,1 5 823,1-10-180,0 1-1169,1-6 809,0-10 810,1 2 0,-2-9 0,1-2 0</inkml:trace>
  <inkml:trace contextRef="#ctx0" brushRef="#br0" timeOffset="21399">4735 10073 9152,'8'-8'270,"1"2"-270,3 1 90,2-1-90,5-1-90,0 0 0,2 0-270,4-2-630,13-4 541,-24 9 449,-2 1 0,1 2 0,0-1 0</inkml:trace>
  <inkml:trace contextRef="#ctx0" brushRef="#br0" timeOffset="21606">4791 10266 9512,'5'3'449,"0"-2"-449,3-5 90,1 0 0,1 0-180,1-1-90,1 0-269,0 0-631,0 0 271,1 0 809,-3 2 0,4-3 0,0 1 0</inkml:trace>
  <inkml:trace contextRef="#ctx0" brushRef="#br0" timeOffset="22105">5028 10442 10411,'9'0'270,"2"-2"-180,-4-3 0,7-4 0,-5 2-90,3-3 90,-3 3-90,-1-2-180,4-9 90,-4 3 0,1-7 90,-7 9-180,-6-1 180,0 8-90,-2-1 90,-1 5-90,-4 4 90,1 2-90,-9 9 90,6 1 0,-2 5 0,4 1-90,3-1 90,1 1-677,2-1 677,3-2 0,1 0-90,1-1 90,2-1 0,2 1-90,1-2-90,3 0 1,1-1-91,2-3-90,2-2-630,1-3 990,8-2 0,5-4 0,8-3 0</inkml:trace>
  <inkml:trace contextRef="#ctx0" brushRef="#br0" timeOffset="23059">5431 10396 9062,'-15'-11'989,"4"3"-719,0 1 0,1 3-90,3 3-90,-2-1 0,1 3 0,0 2 0,-2 0 0,0 3 0,-1 2-1,0 1-89,1 2 90,0 2-90,-1 7-90,3-3 1,0 4-91,4-6 0,2-3-270,2 4 270,2-5 0,1 2 0,1-6 90,1-1-90,0-3 91,1-1-1,0-2 0,1-1 0,1-3 0,1-1 90,0-2-90,0 0 90,0-3 0,-1 1 90,0-2 0,2-4 0,-3 2 90,3-3-180,-5 7 89,0-1-89,-2 5 180,0 2-90,2 4-90,-2 1 0,2 4 90,-3-1-90,1 2 0,-1 0 0,2 1 0,-1 0 90,2 0-90,-1 0 0,0-1-90,3 1 90,3-3 0,7-3 0,-4-2 0,4-7 0,-5 1 0,1-3 0,2-1 90,-1-2-90,3-3 0,-3 0-90,1-2 0,3-12 0,-4-2 90,-1-1 0,-6 6-90,-4 9 90,-2 2-90,-1 2 90,0-2-89,0 4 89,-1 0-90,1 5 90,-1 11-90,0-3 90,0 9 0,1-5 90,0 1 0,1-3-90,3-6 0,-2 0 0,2-6 0,-2 1 0,0-2 89,0 0-89,0 0 0,0-2 0,-1 0 0,-1-1 0,0-1 0,0-2 0,-2-1 0,1-1 90,-1-1-90,0 0-90,-1-8 90,1 7 0,-2-8 0,2 15 0,0-3 0,0 8 0,1 2 0,-1 13 0,1 0 0,-2 14 90,1 1-1350,-1 5 1260,0 6 0,0 1-286,0-10 0,1 2 286,0 1 0,0-1 0,0 1 0,1-1 45,-1-1 0,1-3-45,1 10 0,1-2 0,1 0 0,1-1 0,1-4 0,0-3 0,1-4 90,-2-2-180,2-3 90,0-1 0,1-3-180,-1-1 0,2-3-90,-1-2-269,1-2-451,-1-2 1887,1-3-897,0 0 0,3-6 0,1 0 0</inkml:trace>
  <inkml:trace contextRef="#ctx0" brushRef="#br0" timeOffset="23275">5610 10364 9062,'6'-10'180,"0"2"-90,10-1 0,-4 4-90,7-3-450,3 0-180,-6 2-179,5 0 269,-10 2 540,0 2 0,3 0 0,0-1 0</inkml:trace>
  <inkml:trace contextRef="#ctx0" brushRef="#br0" timeOffset="23993">5859 10376 10771,'-10'-1'1619,"3"2"-1529,4 4 90,3 2-90,-1 1-90,1 3 0,0 1-180,1 8 0,1-4-90,0 6 90,0-7-90,0 0 0,1-1 1,0-1-1,1-2 90,0-1 0,0-3 0,1-1 0,0-2 90,0-2 0,1-1-90,1-2 90,0-1 1,0-2-1,4-5 90,-3 0 0,2-3 0,-3 2 0,-2-1 0,0-1 90,-1-1-1,-2 1 1,0 0 0,-1 1 0,-1 1 0,0 0-90,0 2 90,-1 0 0,1 1-90,-1 2 90,0-1 0,1 0-90,-1 1 0,2-1 90,3 0-90,0 1 0,2-1 0,-1 1 0,1-1 0,0-2 0,1-1 0,2-3 0,3-4-923,1-1 923,1-3 0,0 0-288,1-6 288,-5 6 0,0-2 0,-6 4 0,-1 5 0,-1-1 0,-4 4 886,1 4-886,-5 1 415,1 5-415,0 2 0,0 3 0,2 0-90,1 2 90,2-1-90,1 0-90,1 1 90,3-1 0,0 1 0,1-1 0,2-2 0,0 0 0,1 0 90,1-1-179,3 0-3098,-2-1 3072,2 0 115,-1 1 90,-3 0 0,1 1 0,-5 2-90,-1 0 90,0 2 0,-2 2 3276,-1 0-3160,-1 3-116,-1 2 0,0 1-90,0 10 90,0-7 0,0 9 0,2-9 0,1 0-180,1 0 0,0-3-90,2 0-629,-1-3 809,2-1 90,0-3 0,3 1 0,1 0 0</inkml:trace>
  <inkml:trace contextRef="#ctx0" brushRef="#br0" timeOffset="24398">6424 10396 8972,'-7'-3'1619,"1"1"-810,2 0-179,0 0 90,-1 0-271,2-1-359,5-1 0,1 0-90,5-1-90,-2 1 0,1-1 1,1 0-91,0-1 0,-1 0-90,-1-1 90,-1 1 0,0-1 0,-2 0 0,0-1 0,-3 1 90,-1-1-89,-1 0 89,-2 0-90,-2 1 90,-1 1 0,0 2 0,-1 1 0,0 2 0,-2 3 90,0 2-90,-2 3 0,-6 12 90,5-2-90,-4 7 90,8-5 0,4-3 0,1 1 0,3-2 0,1 1 0,2 1 0,2-1 90,2-1-90,3-1 90,0-1-90,3-2 90,0-1-90,3-3 0,-1-2 0,2-1-180,-1-3-180,0-1-179,1-2-631,-1-1 361,1-3 809,-1 0 0,6-6 0,2-2 0</inkml:trace>
  <inkml:trace contextRef="#ctx0" brushRef="#br0" timeOffset="24762">6929 9952 8882,'-8'-1'-180,"0"1"180,2-1 360,-4 1 90,4-1 89,-2 0-449,12-2 0,1-1 0,9-2 0,-1 1 0,3 0 0,4-1-90,2 0 0,4-1-90,-2 1-180,-3 1-90,-2 2-1439,1 0 1260,-6 0 539,2 3 0,-5 0 0,-1 0 0</inkml:trace>
  <inkml:trace contextRef="#ctx0" brushRef="#br0" timeOffset="25000">7106 9971 9602,'-11'-1'989,"2"9"-809,5 17-45,3 12 0,1 6-135,0-2 0,0 1-820,0-10 0,1 0 0,-1-1 820,0 5 0,-1-1 0,0-3 0,-1-2-45,1-6 0,0 1-45,-1 3 0,1 2-1549,1 4 1,1-3 1627,0 2 1,2-4 0,1-1 0,3-9 0</inkml:trace>
  <inkml:trace contextRef="#ctx0" brushRef="#br0" timeOffset="25574">7292 10603 10051,'-8'0'1260,"3"-2"-1171,4-3-89,2 1 0,1-2 0,1 2-179,2-3-1,-2-1 0,3-2 90,-3 0-180,-2-4-270,0-11 270,-3-6 181,0 0-91,-2 3 90,1 10-90,-3-4 180,0 7-90,1-3 0,0 10 0,1 1 90,-3 1-180,3 3 180,-3 3-90,4 2 90,-1 3 0,6 0 0,0 0-90,5 0 90,0-2 0,2-1 0,-1-2 0,6 0 0,-3-1 0,4-1 0,-3 0-90,4-1 90,0 1 0,-1 1 0,-4 2 0,-4 1 0,-2 2 0,0 1 0,-1 6 0,-2-1 0,-1 7 0,0-4-90,-2 12 90,0-5 0,0 14-90,2-7-90,1 5 90,2-9-89,2-4-181,-1-8-180,1-3 180,1-2 360,0-1 0,4-3 0,3 1 0</inkml:trace>
  <inkml:trace contextRef="#ctx0" brushRef="#br0" timeOffset="26451">7591 10468 7982,'-2'-8'1440,"1"2"-1081,0 0 1,-1 2 0,1-1 270,-2 1-361,0-1 271,-2 1-270,-1 0-90,-1 4-90,0 2 0,1 4-90,1-1 90,-1 2-180,2 0 0,-1 2 0,2 0 0,0 0-90,0 1 0,2-1-90,0 0 90,1-2 1,1 1-1,1-1-180,2 2 180,1-4-90,4 2 90,-2-5 90,2-1-90,2-4 90,-2 0 180,2-3 0,-2 1 0,-2-1 0,-2 0 0,1-1 0,-2-1 0,-1 0 90,0 0-90,-1-1 90,-1 1-90,-1 0 90,-1 1-90,0 0 0,0 0-1,-1 2 91,0 2-90,-3 7 0,1 0-90,1 8 0,3-3 90,0 1-90,1 2-90,1 1 0,1 1 0,0-1 0,0 0 0,1-3 1,0 1-1,0-3 90,1 0-90,0-2 0,1-1 90,0-3-90,0 0 90,2-2-90,-1-2 90,2-1 0,0-2-90,9-11 90,-5 5 90,6-10-90,-8 5 0,0-2-425,0-1 515,-1 1-90,-3 1 90,-1 2 0,0 1 0,-2 1 0,0 3-90,-1 2 90,-1 1 90,-1 2-180,1 10 334,-1 0-424,0 10 1,-1-5-91,0 2 0,0 0-90,-1 0 90,1 1 0,-1-2 0,0 1 90,1-1-90,0-1 90,-1-1 0,1-1-89,0 0 179,1-2 90,3-7-1,-1-1-89,3-8 90,-2 3-90,0-2 0,1 0 90,4-7-90,-3 4 90,3-3-90,-3 6 0,0 1 0,0 2 0,-2 1 0,1 3 90,-1 5-90,-1 0 0,1 9 0,-4-2 0,1 4 90,0 4-90,0-3 0,1 4 0,1-7-90,1 0 90,0-1 0,1-1 0,0-1-90,0-2 0,1-1-179,0-1-1,0-1-1170,3-1 1440,2-3 0,6-2 0,1-3 0</inkml:trace>
  <inkml:trace contextRef="#ctx0" brushRef="#br0" timeOffset="26881">8209 10376 8972,'-4'-8'1169,"0"1"-449,2 3-450,0-2 359,-1 3-359,0-3 90,1 2-180,-2 0 0,1 2 0,-3 0-90,0 2 89,0 1-89,-2 1 0,0 2 0,-5 4-180,-1 3 0,1-1-89,2 2-91,3-1 90,3-3 90,-1 2-90,4-3 0,1 0 90,1-1 0,1 0-180,4 4 270,0-3-90,3 3 0,-1-3 0,0 0 90,2 1-90,1 0 1,6 5 89,-5-3 0,5 3-90,-7-4 90,-1-1 0,-1 0-90,0 2 90,-2-3 0,-2 1 0,-2-2 0,-2 0 0,0-1 0,-3 0 0,-1 1 0,-1-1 0,0-1 0,-1 1 0,0-1-270,-1 1-810,-1-1-1168,1-1 2248,0-1 0,6-1 0,-1-1 0</inkml:trace>
  <inkml:trace contextRef="#ctx0" brushRef="#br0" timeOffset="27298">8490 10078 9512,'-3'-11'269,"1"1"-89,0 2 90,1-1 90,0 2-90,1 1 539,-1-3-359,0 2 180,0-2-450,-4 13-90,1 1-90,-4 12-3277,1 3 3341,1 4 26,-1 6-233,1 2 233,0 6-90,1 2-1066,2-10 1,-1 2 1110,2-8 0,0 1-45,-1 5 0,1 0-420,0-6 1,2-1 374,-1 0 0,1-1 0,0 3 0,2 0 0,-1-1 0,1 2-45,3 9 0,1 1 0,-2-8 0,2-1 295,1 9 0,2 0-295,-2-11 0,0-1 0,1 0 0,0 1-358,0-1 0,1 0 313,-1 0 0,0-1 45,1 0 0,-1-1-45,-1 0 0,1-1-135,3 18 1631,-2-3-1631,-4-4 0,-3-4 90,-3 1-179,-6 4 89,-6-2 0,0-3-270,-6-5-359,6-13 539,-2-1 655,4-6 0,-4-3 1,-2 0-1</inkml:trace>
  <inkml:trace contextRef="#ctx0" brushRef="#br0" timeOffset="27558">8521 10632 8792,'1'-8'270,"1"0"-90,0 2 269,3-5 1,8-5-270,-1 1-90,4-2 90,-5 7-90,1 0-180,1 1-90,0 0-180,1 1-629,-2 1-540,4 0 1529,-6 3 0,7-3 0,-6 2 0</inkml:trace>
  <inkml:trace contextRef="#ctx0" brushRef="#br0" timeOffset="28272">8799 10512 9961,'-4'-9'1080,"0"1"-541,2 5-269,-3-2 90,3 3-180,-5 0 0,4 4-90,-3 1 90,1 2 0,-2 7-180,2-2 0,-2 6-270,2 3 0,2-3-630,0 15 631,3-15-1,2 6 0,1-12 0,0-2 0,1-2-180,3-1 271,-1-3-1,2-1-90,1-4 180,0-4 0,0-1 180,0-7-90,-5 5 90,0-4 0,-3-1 0,-1 3-90,-2-3 90,-1 5 0,-1 1-90,-1 0 90,0 1-90,0 1 0,0 0 89,-1 2-89,1 0 90,0 1-90,1 1 0,0 0 0,0 1 0,0-1-269,1 1 179,2-5 0,2 3-90,3-3 90,0 2-90,2-1 90,1 0-90,0-2 90,2-1-90,1-1 90,1-3 0,3 0 0,0-2 0,2-2 90,-2 2 0,-1 1 0,-4 3 0,0 0 90,-2 2 0,0 0 0,-2 2 0,-1 1-90,-1 0 180,-1 2-90,0 0 0,-5 10-90,3-3 0,-4 9 90,4-5-90,1 1 0,1 1 0,1 1 0,1 1 0,1 0 90,4 7-90,4 9 0,-2-4-507,2 4 507,-7-13 0,1 0 0,-1-1 0,-1-1 0,0 0 0,-1-1 0,1 0 0,-1-1 0,0 0 0,-1-1 506,-1 0-596,0-1-89,1-1-271,-2 0-269,2-1 719,1 3 0,8 2 0,3 2 0</inkml:trace>
  <inkml:trace contextRef="#ctx0" brushRef="#br0" timeOffset="28934">9194 10408 8612,'-4'-9'1259,"0"1"-719,0 0-90,2 2 0,-1 0-91,1 1 91,0 1 90,0 0 449,0 0-809,0 7-90,1 1 90,1 7-180,1-1 0,-1 2-90,0 8-270,0 3 180,0 1-288,0-1 288,0-8-90,0-1 90,-1-1 0,1-2 0,0-1 0,0-2 0,0-1-449,0-2 828,4-7-199,-3-1-90,5-8 90,-3 1-90,1-3 90,1-1 0,-1-2-90,2 0 90,-1 0 0,1 0 0,0 2-90,-1 1 90,-1 2 0,1 2 0,-2 3 0,1 1-90,0 2 90,1 2 0,-2 3 0,2 1 0,-3 2-90,1 0 0,-1 5 0,0-2 0,-1 2 90,0-3-90,-1 1 90,0-2-90,0 0 90,1-1-90,-1-1 90,3-1 0,3-7 0,-1 0 0,3-6 0,0 0 0,-1 2 0,4-4 0,-4 4 0,2 1-90,-1 0 0,1 1 0,-1 2 0,0 1 0,-1 1 1,0 2-91,-1 1 90,0 1 0,0 2 0,-1 1-90,0 2 90,-1 0 0,-1 2 0,1 5 0,-2-3 0,1 9 0,-1-8 90,0 2 0,-1-4-90,0-1 90,0-1 0,0 0 0,1-1 0,-1 0 0,1-1-90,0 0-180,1-1-449,-1-1 269,2 0 450,-1 0 0,4 0 0,1 1 0</inkml:trace>
  <inkml:trace contextRef="#ctx0" brushRef="#br0" timeOffset="29113">9831 10627 10051,'-6'6'-630,"1"0"1,-3-2-1,-2 0 1</inkml:trace>
  <inkml:trace contextRef="#ctx0" brushRef="#br0" timeOffset="38247">5860 471 6813,'2'-8'3276,"1"1"-1965,-7 18-1311,2-5 90,-3 12-90,3-9 90,-1 7-90,0-3 0,0 4 90,1-3-90,1 1 0,0-1 0,-1 1 0,1-1 0,1 0 0,-1-1 0,1-2 0,0 0 0,0 0 0,0-2 0,0 3 0,0-3 0,0 1 90,0-4-90,0 0 0,0-1 180,1 2 0,0-4-90,0-11-90,0 3 0,-1-12 0,0 7 0,-1-3 90,0 0-90,0-2 0,-2-9 0,-1-4 0,-1-5 0,2 6 0,0 6 0,1 7 90,-1-2-180,1 4 90,-1-1 0,2 5 0,0 2-90,0 0 90,-1 1-90,1 0 0,0 1 90,-2 5 0,1 1 0,0 5 0,0-1-90,1 3 90,0 0 0,0 3 0,0-2 0,0 1 0,2 0 0,-1 0 0,0 1 0,0 0 0,0-1 0,1 1 0,0 0 0,-1-1-90,1-1 90,-1 1 0,1-3-90,0 3 90,-1-4 0,0 1-90,1-3 90,-1 0 0,-1-17 0,1 6 0,-1-22 0,0 7 0,1-2 0,-1 1-90,0 0 90,1 6 0,-1-3 0,1 7 0,-1 1 0,0 2-90,1-2 90,-1 4-90,1-2 90,0 20 0,1 1 0,0 12 0,0-3-89,1 4 89,0-4-493,0 5 493,0-6-198,0-3 198,-1 0 0,0-3 0,1 0-90,-1-2 90,0 3-90,0-5 90,0 3 0,-1-6 0,1-2-180,-1 1 482,1-2-392,2-9 299,-1 2-299,2-9 90,-1 2-90,-1-3 0,1-2 0,-1-3 0,1-1 0,-1-3 90,0 2-90,0-2 0,-1 3 90,0 2 0,0 2-90,0 1 90,-1 3-180,0 0 91,0 3 89,0 12 0,-1 2 0,1 11 0,-1-3-90,1 2 0,-1 1-90,1 1 0,-1 1-90,1-1-320,-1 2-220,1-3 720,0 1 90,-1-2 0,0 6 0,-1 1 0</inkml:trace>
  <inkml:trace contextRef="#ctx0" brushRef="#br0" timeOffset="39192">5569 1058 9961,'-5'6'180,"1"-1"-90,4 3-90,-1 5 90,1-1-90,0 6 0,-1-3 90,0 3-90,1 1 90,-1 3-90,1 0-180,-1 9 90,0-8-90,0 6-90,0-10 91,1-3-91,-1 0-360,0 3-269,1-5 629,-1 2 270,0-7 0,1 3 0,-2 0 0</inkml:trace>
  <inkml:trace contextRef="#ctx0" brushRef="#br0" timeOffset="39956">5831 1146 8252,'-1'-10'540,"-1"2"-360,0 3 90,-2 1-180,1 1 0,-1-1 0,0 1 0,0 0-1,0 2 1,-1 0 0,0-1 0,-4 3-90,4-1 0,-3 3 90,1-1-90,1 1 0,0 1 90,-1 1-90,2 0 0,-1 2 0,-1 3 90,1-2-90,1 4 0,1-5 0,2 2 0,0 1 0,0 0 0,3-1 0,0-1 0,1-3 0,0-1 0,3-1 0,-2-2 0,4-1 0,-2-1 0,1-1 90,1-2-180,0 0 180,0-1-90,1 1 0,0-2-90,-1 0 180,-1 0-90,0-1 90,-1 1 90,1-3-90,-2 3 0,1-2 0,-2 3 0,-1 1 0,0 0 90,-1 1-90,1-1 89,3 5-179,-1 6 0,1 3 90,0 6-180,-1 2 90,-1-2-179,1 5 89,-2-5-180,0 10 180,1-6-558,-1 8 558,-1-10 1,0-2-1,-1 0 90,0-1-107,-1-1 107,1-1-90,-2-2 90,0-1-90,-1 1 90,-1 1 0,-1-3-90,-1 1 90,-2-3 0,2-3 557,-3 1-557,4-4 17,-1 0-17,0-2 0,1-1 0,0 0 0,0-1 0,0 0-90,1-2-90,1-1 0,-1 0-179,2 0-811,-1-1 541,2 1 629,0 0 0,0 0 0,1 0 0</inkml:trace>
  <inkml:trace contextRef="#ctx0" brushRef="#br0" timeOffset="40464">6022 1203 9152,'1'-9'360,"-1"0"-1,1 4-179,0-1 90,0 2 0,0-3 270,0 3-450,-3 10-90,0-2 179,-5 21-179,2-13 90,-3 8-90,3-8-90,1-1 90,-1 2-179,-1 2 89,2-3 0,0 1 0,3-6 0,0-1 90,1 0-90,0-2 0,1 0 0,3-1 90,1-1 0,2-2-90,-1 0 90,2-2-90,0 1 90,1-1 0,0 1 0,-1-1-90,0 1 0,0 0 0,-1 2 90,0-1-270,2 4 180,-3-1-89,2 6 89,-5-2 0,1 3 0,-4-3 0,0 1 0,-2 1 0,-1 1 0,-1 0 90,-2 0 0,0 0-90,-2 0 90,0-1-90,0 0 90,0-1 0,0-1-90,1-1 0,-1-1-90,1-1-180,1 0-359,0-2 719,1-1 0,-1-3 0,-1 0 0</inkml:trace>
  <inkml:trace contextRef="#ctx0" brushRef="#br0" timeOffset="40706">6009 1228 8612,'2'-7'1529,"1"0"-1259,-1 2 0,2 0 0,-1 1 90,5-2-181,-1 0 1,3-2-90,0 2 90,0 0-90,4-3-540,2 1 91,-1 1-181,-2 1-989,-6 3-90,1 1 1619,-2 1 0,-1 1 0,0 0 0</inkml:trace>
  <inkml:trace contextRef="#ctx0" brushRef="#br0" timeOffset="41133">6301 1270 10681,'1'-8'2069,"-1"1"-1709,-5 3-181,0 2-89,0 2 90,-1 4-90,1 0 0,-1 3 0,0 1 0,-1 3 0,0 1-90,0 1 90,1 2-180,0-2 0,1 3 0,0-2-90,2 1 0,1-2-179,0-1 89,3 4-180,3-1 90,6 0 0,3-6 270,0-5-179,6-5 269,-8-2-90,5-4 90,-5 0 0,0-2 90,0-1-1,-2-1-89,1-3 90,-2 1 0,-1-2 0,-3 1 0,0-1 0,-3 0 0,-1 0 0,-2 1-90,-1 0 90,-1 0 0,-6-4-90,3 6 90,-6-3-180,4 9 90,-1 2-180,1 2 0,-1 2-180,0 1 1,0 3-361,0 1-719,0 3 0,1 0 1439,1 1 0,-1 5 0,1 1 0</inkml:trace>
  <inkml:trace contextRef="#ctx0" brushRef="#br0" timeOffset="41451">6530 1001 10321,'1'-8'1439,"-1"-1"-1439,-3 13 90,1-3-90,-3 10-90,1-4 0,1 3-2608,-7 13 1259,5-10 1439,-4 9 0,4-9 0,1 0 0</inkml:trace>
  <inkml:trace contextRef="#ctx0" brushRef="#br0" timeOffset="41913">6778 1299 9961,'-2'-9'90,"1"1"0,-1 2 90,0 1-90,0-1 90,-1 1 90,-1 0-180,0 1 90,0 0-90,-3 2-90,2 3 90,-3-1-1,2 3-89,-1 0 90,1 2-90,-2 1 0,2-1 90,-1 2-90,2-1 0,-1 0 0,1 1 0,1-1 0,0 1-90,1-1 0,0 2-89,1-2 89,3 3 0,0-3-90,3 0 0,0-2 0,0 1 90,1-1-90,1 1 0,-1 1 90,2-1-90,-1 2 1,-1-1 89,0 1 0,0 1 0,-1 0 0,-2 1 0,-1 1 90,-1 0-90,-3 1 0,-3 5 90,1-4-90,-4 4 90,-1-2-90,3-5-90,-2 3-270,3-6-269,1-1 179,1-2 540,1 0 0,1-2 0,1 0 0</inkml:trace>
  <inkml:trace contextRef="#ctx0" brushRef="#br0" timeOffset="42114">7114 1377 11041,'6'-4'3238,"1"0"-3238,-4 1 0,-1 2 0,-1-1 0</inkml:trace>
  <inkml:trace contextRef="#ctx0" brushRef="#br0" timeOffset="44022">17884 296 7892,'3'-7'1799,"0"2"-719,-2 1-540,2 1-540,0 6 89,-1-2 1,1 7-90,-2-2 90,0 2-90,1 1 0,-1 2 90,2 1-90,-3 2 90,1 2-90,0-1 0,-1 10 90,0-5-305,-1 7 215,1-8 0,-1-1 0,0-1 0,1-1 0,-1-1 90,0-2-90,0-1 0,1-2 0,0-1 0,-1-1 215,1-1-125,0 0-90,0-2 180,0 2-90,2-18-90,-2 5 0,2-14 0,-2 7 0,0-2 0,0-1 90,0-3-498,0-1 408,-1-1 0,0-2 0,-1 2 0,2-1 0,-2 2 0,1 1 0,0 1 0,1 2 0,-1 0 0,0-2 0,0 6-90,0-2 90,1 6 0,0 2 408,3 11-408,-3 5 0,3 7 0,-3 2 0,-1-4 0,1 1-90,-1 8 90,0 2-180,-1 5 180,1-8-90,0-5 0,1-8 90,0-1 0,0-1-90,0 0-90,0-2 180,-1-15 0,1 3 0,-1-15 0,1 9-90,0-7-89,0 5-1,0-3-180,-1 6 90,0 2-719,1 1 989,-1 2 0,1 4 0,0-1 0</inkml:trace>
  <inkml:trace contextRef="#ctx0" brushRef="#br0" timeOffset="45013">17580 908 9152,'-3'-6'1259,"1"-2"-1079,3 4 0,1-2-90,1 3 0,1-1 0,0 2 0,0 0 0,1 0-90,0-1 90,1 1-1,0 0-89,0 1 90,0-1-90,1 1 0,-1 1 90,4 1-90,-4 1 0,3 1 90,-2 5-90,-3-1 0,2 3 0,-4-1 0,-1 2-90,-1 1 90,-2 1 0,-1 2-90,-2-1 90,-2 2-349,0 0 349,-3 1-90,-1 1-381,-3 0 381,1-1 40,1-2 50,1-2-90,-3 2 90,4-5 0,-2 2-90,5-5 90,0 2 0,2-3 246,-1 1-246,3-4 481,2 2-571,4-1 234,0-1-144,3-1 0,0-2 0,1 0 0,0-1 0,2 1 0,1-2 0,0 1 0,1-1 0,1 1 0,-1-1 0,1 1-90,2-1 0,-4 0-180,3-1 0,-6 2-90,-1-1-179,0 1-541,-1 0 1080,-1 0 0,2-2 0,-1 1 0</inkml:trace>
  <inkml:trace contextRef="#ctx0" brushRef="#br0" timeOffset="45540">17854 969 9602,'3'-7'1888,"-4"0"-1798,-3 7 0,-2-1 0,0 4 0,1 1-90,0 0 90,0 2 0,0 0-90,0 1 90,0 0-90,1 1 0,-1 0 90,2 0-90,-1 1 90,1 6-90,1-4-90,1 3 90,1-5-90,1-1 90,2 5 0,0-5-90,2 4 90,2-5 0,-2-2-90,3 1 90,-2-3 0,0-1 0,1-1 0,-1-1 0,4-1 0,-2-2 0,1-1 90,-2-1 0,-1-1-90,-1-1 90,0 0 0,-1-2 0,-2 1 0,0-2 0,-3-7 0,-1 4 0,-2-5 0,-2-1-90,1 6 90,-4-8-90,4 11 90,-3-2-90,3 7 0,-1 2-90,0 1-360,-3 4-270,-1 2 181,2 0-1170,0 3-270,5-2 1979,1 2 0,-1 1 0,1 2 0</inkml:trace>
  <inkml:trace contextRef="#ctx0" brushRef="#br0" timeOffset="46013">18088 994 11041,'1'-8'539,"0"0"-269,-1 2 0,-1 1 0,0-2-90,0 3 90,-2-1-90,1 1-1,-1 0 271,-1 0-360,-1 2 90,-3 2-90,1 3 90,-4 8-90,4-3-90,-3 6 90,4-3-90,0 1 0,1 0-90,0 1 0,1 0 0,1-1 0,0-1-90,3 4 0,-1-4 90,1 2-90,3-2 90,-1-4 0,3 1 1,-1-4-1,1-1 90,1-2-90,1-1 90,1-1-90,0-1 90,2-3 0,-1 0-90,2-4 90,-2 0 90,5-9-90,-5 3-435,2-6 435,-6 5 0,-1 0 0,-1 0 89,-2 0-89,-1 1 0,-1 0 0,-2 1 0,0 0 0,-2 3 0,0 2 0,-1 1 0,1 3 0,-2 2-269,-1 2 524,0 1-615,-1 2-809,-1 5-450,2-2 1619,-3 6 0,5-2 0,-1 3 0</inkml:trace>
  <inkml:trace contextRef="#ctx0" brushRef="#br0" timeOffset="46676">18246 896 10501,'2'-7'630,"0"0"629,0-1-809,1 0 629,-1 0-899,-4 19-180,-2 0 90,-2 11-90,0-4 90,2-4-90,-4 9 0,2-5 0,-2 7-90,1-9 90,2 0-90,-2-2 0,3-2 0,-1-2 0,1 0 90,0-2-90,1 0 90,0-2 0,1-1-90,1 0-90,-1-1 180,6-8-90,-2 4 90,4-8 0,-3 5 0,4-4-90,-2 4 90,1-3 0,-2 4 0,-1-1 0,1 1 0,1 1-90,1 0 90,-1 0-89,2 1 89,-2 0 0,3-1-90,0 1 90,0 0-90,2-2 90,-4 1 0,3-2 0,-4 1 0,1-1 0,-1 0 0,3-2-90,-3 0 90,2-1 0,-1 0 0,-2 2 0,1-1-90,-2 3 90,-1 6 0,-1 0 0,-3 7 0,-1-2 0,-1 2 0,1 1 0,-2 1 0,2 0 0,-1 0 0,0 0 0,1-1 0,0 1-90,1-3-90,0 0 0,1-2-90,0 0-90,1-1-809,-1-1-1799,1-1 2968,1-1 0,0-1 0,0-1 0</inkml:trace>
  <inkml:trace contextRef="#ctx0" brushRef="#br0" timeOffset="50498">5511 478 8792,'-9'0'-270,"2"0"360,0 0 90,2 0 270,0 1 89,1 0-539,11-1 90,-3 1-90,16-2 0,-3 1 0,1 0 0,10 0 90,-8 0-977,7 1 887,-3 0 0,2-1 0,4 2 0,1 0 0,1-1-1094,0 1 1094,1 0 0,1 1 0,0 0 90,1 0-90,1 1 0,-1-1 0,1 1 0,0-2 0,-1 2 0,-1-1 0,-10 0 0,0 0 0,13 2-543,-13-3 1,-1 1 542,8 1 0,0 0 0,0 0 0,-1 0 0,0 0 90,-2 0-557,-2 0 467,-1-1 0,-4 0 0,0-1 0,-1 1 0,0-1 0,1 1 0,0-1 0,3 1 613,9 0-613,-3 0 0,6 1 189,-7-1-189,-3-1 0,-1 0 0,-2 0 0,-1-1 778,0 0-778,0 0 0,0-1 0,3 2 0,-1-1 0,0 1 90,-2-1 419,-1 1-509,0 0 0,0 1 0,3-1 0,1 1 0,2 0 0,-2-1 0,1 0-262,0 1 262,3-1 104,-1 1-104,2 0 0,0-1 0,0-1 0,2 1 0,-2-1 90,2 0-90,-1 0 0,1 0 0,0 0 0,-1 0 0,-10-2 0,1 1 0,8 1 0,8-2 0,-15 1 0,0 0 89,13-1-89,-9 0 0,9 1 0,-9-2 0,-1 1 301,2 0-301,2-1 0,-1 0-1696,3 0 1696,1 0 0,1 0-6,-1 0 6,0 1 0,0-1 0,-1 2 0,1-1 122,-1 1-122,0 1 0,-3-1 0,-1 0-196,0 0 196,13 1 0,-7-1 385,-12 0 0,-1 1-385,5-1-88,3 0 177,-2 0-89,4 1 0,-3-1 0,2 1-113,-3-1 113,4 0 0,0 1-164,1-1 164,0 1 0,1-1-261,1 0 261,0-1 0,0 2 0,1-2 0,0 1 0,-9-1 0,1 1 0,12-1 0,-12 1 0,-1-1 0,10 0 0,0 0 0,0 0 0,-1 0 0,0 1-395,-1-3 395,1 2 0,0-2 0,0 1 0,1-1 0,3 1 0,-18 0 0,0 1 0,1-1 0,1 0 45,0 0 0,-1 0-45,-1 1 0,0-1 0,1 0 0,1 0 0,-2 0 0,0 1 0,1-2 0,1 1 0,11-1 0,0-1 0,-7 1 0,0 0 0,8-1 0,0 0 0,-10 1 0,-1 0 0,1 0 0,-1 0-301,1 0 0,-1 0 301,1 1 0,0 0 0,-1-1 0,1 1 0,0 0 0,-1 1 0,1-2 0,0 1-47,0 1 0,0-1 47,0 0 0,0-1 0,0 1 0,1 0 0,-1 0 0,1 0 0,0 0 0,0 0-82,0 0 1,1 1 81,0-1 0,0 0 0,0 0 0,0 1 0,-1 0 0,1 0-720,0-1 1,0 1 719,-1-1 0,0 1 0,-1-1 0,1 0-46,-1 0 0,-1 0 46,0 1 0,0-1 106,0 1 1,-1 0-107,-2 0 0,1 0 0,18 1 140,-2 0-140,-2 0 0,-1 0 0,0 0 0,-2 0 848,-9 0 1,-1 1-759,14 0 148,-13 0 1,-1 0-239,11 0 0,-2 0 76,3-1-76,-11 0 0,2 0 0,14 0 245,-15 0 1,3 0-246,4-1 0,-1 1 0,-7-1 0,1 0 0,4 0 0,2-1 0,0 1 0,8-2 0,-1 1-797,0-1 1,0 0 796,-1 0 0,-1 1 0,2-2 0,-1 1-380,-8 1 0,0 0 380,10-2 0,-1 1-838,-10 0 0,-2 1 838,1-1 0,0 1 0,0-1 0,0 1-196,0-1 0,0 1 196,-1 0 0,2-1 0,10 0 0,1 0 0,-9 0 0,0 0 0,8 0 0,1 0-45,1 0 0,-2 0 90,-8 2 0,0-1-45,10 0 0,-1 0-45,-12 0 0,0 1 45,12-1 0,0 1 113,-9 0 0,-1 0-113,10-1 0,-2 1 0,-11 0 0,-1 1 0,10-1 0,1-1 0,-9 2 0,-1-1 0,7 0 0,0 1 382,-11-1 0,-2 1-382,18 1 0,1-1 0,-3 2 0,0-1 0,-2 1 0,0 0 0,-11-1 0,1 0 0,12 0 0,-13 0 0,0 0 0,1 0 0,0 0 0,13 0 530,-13 0 1,0 0-531,11 0-90,0-1 1108,0 0-1108,1-1 90,1 1 1086,1 0-1175,0 0-267,1 0 356,0-1-90,1 1 90,0-1 0,-19 1 0,1 0-90,19-1 90,-18 1 0,0-1 0,17 1 0,-18 0 0,-1 0-45,1 0 0,-1 0 45,19 0 0,-18 0 0,-1-1 0,0 1 0,1 0 0,17-1 0,-18 1 0,0-1-90,17 0 90,0 0 0,0 0 0,0 1 0,0-1 0,1-1 0,-12 1 0,0 0 260,-5 0 1,-1 0-261,6 0 0,0 0 0,10-1 0,-1 1-90,0-1 90,-11 0 0,0 1 0,14-2 0,-14 2 0,-1-1 0,11 2-843,0-2 843,0 1 0,-10 0 0,0-1 0,12 0 0,-6 1 0,0 0 0,4 0 0,-13 0 0,1 1 0,7-1 0,1 0-90,0 1 90,1-1 0,0 1 0,1-1 0,1 1 0,1 0 0,-10 0 0,1 0 148,14-1-148,-14 1 0,1 0 0,10 0 0,-7 0 0,0 0 0,-6 0 0,0 0-223,7 0 0,1 0 223,-8 0 0,-1 0 0,18 1-45,-20-1 0,1 0 45,-1 1 0,0 0 0,18 0 0,3 1 0,-6 0 456,2 0-456,-1-1 0,0 1 167,1 0-257,2 0 180,-1 1-135,-8-2 0,0 1 0,-7-1 0,-1 0 45,8 1 0,-1-1-45,-9 0 0,0 0 0,9 0 0,0 0 45,-9-1 0,1 1-45,7 0 0,0 0 45,7 0 0,1 1 0,-1-1-45,-10 1 0,0-1 45,14 1 0,-15-1 0,0 1-289,9-1 289,-1 0 0,0 1 0,-2-1 0,1 1 0,-1 0 0,-1-1-90,8 0 90,-10 0 0,8 2 0,-11-2 0,0 0 1457,-1 0-1457,-3 0 0,0 0-92,0 0 92,0 0 0,0 1 0,-1-1 0,-2 0 1064,-1 0-1064,-2-1 0,-1 1 950,-2-1-950,4 1 0,-6 0 0,3 0 0,-2-1 307,-1 1-487,1 0-62,-3 0-208,-2-1-899,-2 0 1349,2 0 0,-3 1 0,-1-1 0</inkml:trace>
  <inkml:trace contextRef="#ctx0" brushRef="#br0" timeOffset="53131">17254 1527 8522,'0'-7'1259,"-1"0"-719,-1 0-90,0 1-180,-2-1-90,1 4 89,0 0-89,-1 0 0,0 1 0,-1 1-90,-1 0 90,0 1-90,-2 1 0,-1 0 0,-2 1 0,-1 2 0,-1 0 0,-1 2 0,0 0-90,0 3 90,1 0 0,0 2-90,2 1 89,1 1-89,0 7 0,5 2 90,1 1-90,6-1 0,5-2-558,1-1 558,6 2 0,1-1 0,3 0 90,0-3-90,1 1 0,-1-3 0,-2 1 0,-2-3 0,-2-1 0,1 3 0,-5-4 0,1 6 0,-8-8 90,-2 4-90,-10 3 0,-2-3 0,-8 4 0,0-4-122,-2-1 122,0-1-90,-2-1-90,4-2-90,2 0-221,3-3-49,3 0-179,3-2-990,2-1 1709,1 0 0,4-1 0,2-1 0</inkml:trace>
  <inkml:trace contextRef="#ctx0" brushRef="#br0" timeOffset="53476">17383 1642 10681,'2'-6'809,"0"-1"-179,0 3 90,0 0 359,0-1-989,-2 11 0,0-1 90,-3 18-180,1-5-758,0 8 848,0 0-90,0 1 90,1 2-90,-1 1-2523,1-1 2523,0-1 0,0-2-190,2-3 100,-1-2-90,1-2-90,0-2 153,0 3-422,1-6-1,0 2-269,0-8-901,1-2 2359,-1-2-649,1-1 0,-1-2 0,-1 0 0</inkml:trace>
  <inkml:trace contextRef="#ctx0" brushRef="#br0" timeOffset="53766">17589 1628 10681,'2'-8'180,"0"0"0,0 2 359,-1 1 91,1 0 629,-1 2-989,0 12-90,-1-3 0,0 21 0,0-4-90,0 3-1587,0 1 1587,0-5-336,0 0 246,1 1 90,1 9-90,0 1-90,1-1-90,-1-4 0,-1-12-180,0-1 1,1-3-91,-1-2-90,1-1-179,-1-1 359,0-2 360,0-1 0,0 0 0,1-1 0</inkml:trace>
  <inkml:trace contextRef="#ctx0" brushRef="#br0" timeOffset="54005">17605 1632 11311,'1'-9'989,"1"2"-809,1 3 90,1 1 0,1 1-91,0-1 181,6 0-180,-1 0-90,5-1 0,-2 1 90,9-2-180,2-1-180,-1 1-540,2 0 271,-13 2-271,2 1-2557,-8 1 2972,-1 2 0,-2-1 0,-2 1 0</inkml:trace>
  <inkml:trace contextRef="#ctx0" brushRef="#br0" timeOffset="54213">17627 1782 11311,'5'5'539,"1"0"-269,-2-3 180,5 0-270,-2-1 0,2 0 89,5-2-89,-2 0-90,6-1 0,-5 0-90,2 0-539,6-1 89,-6-1-270,5 0-1169,-7-1-539,-2 1 2428,-2-1 0,3-3 0,0 0 0</inkml:trace>
  <inkml:trace contextRef="#ctx0" brushRef="#br0" timeOffset="54473">17915 1590 11490,'-3'-8'1170,"4"3"-1080,4 3 90,2 1-90,1 1 0,0 0-1,0 0 1,2 0-90,1-1 0,0 1-90,1-1 1,1 0-271,0 0 0,-1-1-270,0 0-1169,-2-1 1799,1 0 0,-4 1 0,1-2 0</inkml:trace>
  <inkml:trace contextRef="#ctx0" brushRef="#br0" timeOffset="54712">17996 1565 13469,'-4'5'990,"1"0"-541,5 9-269,0-1 0,0 8 0,0-2 90,0 22-225,-1-19 0,-1 2-270,1 7 0,-1-1 45,0-7 0,0-1-540,0 1 1,0-1-720,0-2-540,1 6-629,0-13 2608,-1 0 0,3 3 0,-1 1 0</inkml:trace>
  <inkml:trace contextRef="#ctx0" brushRef="#br0" timeOffset="71680">18118 404 6273,'9'1'90,"-1"1"0,-3-1 0,-1-1-90,2 2 90,-2-1-90,2 0 90,-1 0 0,-1 0-90,2-1 90,-1 1 0,1-1-90,0 2 90,0-2 0,0 2 180,12 0-270,-9-1 0,9 1 90,-11-1-90,-1 0 0,1 1 90,0-1 0,0 0-90,1 0 90,1 0-1,0 0-89,1-1 90,0 0 0,0 1 0,6-1-90,-3 1 90,7-1 0,-7 1-90,3-1 90,-5 1-90,-1-1 0,1 0 90,-1 0-90,5 1 0,-4-1 0,3 0 90,-4 0-90,-1 1 0,1-1 90,4 1-90,-3-1 90,2 0 0,2 0-90,-4 0 90,4 0-90,-4-1 90,0 1-90,-1-1 0,1 1 90,-1 0-90,1 0 0,0-1 0,-1 1 0,0 0 0,-1 0 90,1-1-90,-1 1 0,0-1 0,0 1 0,0 0 0,1 0 0,1 0 90,5 0-90,-3 0 0,4 0 0,-6 0 90,1 0-90,1 0 0,0 0 0,-1-1 90,2 1-90,-2-1 0,1 0 0,5 0 0,-5 1 90,5-1-90,-7 1 0,2-1 89,14 0-89,-10 0 0,10 0 90,-8 0 0,-4 1 0,12-1-90,-2-1 45,-4 1 0,1 1-45,8-1-898,6 1 988,-17-1-90,0 1-499,-1 0 589,-1 0-90,-1 0 0,8-1 0,-6 1 0,5 0 0,-6-1 90,1 0-90,8 0 90,-5 0 302,6 0-392,-8 0 90,1 0-90,0 1 90,9-2-90,-6 1 90,5 0-90,-7 1 521,-1 0-431,7-1-90,1 1 90,7-1-90,-9 1 0,-2 0 0,-8 0 0,2-1 0,1 0 162,1 0-162,1 0 0,-1 0 0,1 1 90,0-2-90,9 2 0,4-2 0,-1 1 0,-1-1 0,-11 1 0,1 0 0,9 0 0,-6-1 90,6 1 0,6-2-1169,-8 2 1079,9-1 90,-12 0-90,1 2 0,0-1 358,3-1-358,1 1 0,0-1-1467,0 1 1467,0 0 45,-9 0 0,1 0-45,8 0 0,-9 0 0,0 0-767,4 1 767,-1-1 90,-3 1-90,-4 0 0,-2-1 0,-2 2 893,-1-2-893,-2 1 14,1-1-14,-3 1 0,4 1 90,-6-1 1496,1 0-1676,-1 0 1143,-3 0-1053,4 0-90,-4 0 90,2 1 0,-3-1 0,-1 0 0</inkml:trace>
  <inkml:trace contextRef="#ctx0" brushRef="#br0" timeOffset="81299">20647 281 11400,'-4'9'270,"2"3"-270,2-3 0,0 3 90,0-2-90,1 1 0,-1 1 0,1 1 90,-1 2-90,1 0 0,-1 0 0,0 0 90,0 5-90,0-4 0,0 4 0,1-8 0,-1 0 0,1-2 0,-1 0 90,0-3-90,0 2 0,1-2 0,-1-1 0,0 0 90,1-2 180,-1 2-180,1-12-90,0 2 0,1-10 0,-2 4 0,0-1 90,-1-2-90,1 0 0,-1-2 0,0-1 0,-1 1 0,0-1 0,1 1 0,-1 2 0,0 0 0,2 1 0,-2 0 0,0 3 0,1 1 0,0-1 0,0 2 0,-1 0 0,2 1 0,1 15 0,-1-5 0,2 12 0,0-7 0,-1 0 0,0 1 0,1 1 0,0 1 0,0-1 0,0 2 0,0-2 0,0 6 0,0-5 0,0 7 0,-1-9 0,1 2 0,-1-5 0,0-1 0,0-1-90,-1-1 90,1 1 0,-5-13 0,3 4 0,-4-12 0,2-2 0,1 4-90,-2-6 90,2 5 0,-1 0 0,1-1 0,-1-4 0,-1 6 0,1-4-90,0 8 0,1 2 90,2 1-180,-2 1-809,1 2 629,-2 7-1439,1 3 450,0 5 1349,1-1 0,0 3 0,1 1 0</inkml:trace>
  <inkml:trace contextRef="#ctx0" brushRef="#br0" timeOffset="81943">20484 847 9242,'0'-10'629,"1"-2"-449,0 6 90,0-2 0,0 4-180,2 9 0,-1-1-90,0 8 0,0-3 90,0 1-90,0 1 0,0 1 0,1 1 90,0-1-90,-1 0 0,0-1 0,0 0 0,0 0 90,0 0-180,-1-1 90,1 0-90,0-2 0,-1 0-90,0-1 0,0-1-450,0-1-899,0 1 1529,0-2 0,0-1 0,-1-1 0</inkml:trace>
  <inkml:trace contextRef="#ctx0" brushRef="#br0" timeOffset="82371">20429 803 8792,'25'0'315,"-1"0"0,-3-1-270,10 6 0,-1 4-45,-12 7 90,5 8-90,-11 1 0,-8-7 0,-4 5 0,-4-4 89,-10 14-178,3-13 89,-6 4 89,7-16-178,-5 2-181,2-3-180,-4 2 450,4-4 0,3-3 0,2-3 0</inkml:trace>
  <inkml:trace contextRef="#ctx0" brushRef="#br0" timeOffset="83573">20735 987 8342,'7'4'90,"0"0"0,-3-3-90,2-1 0,-1-1 0,4-2 0,-3 0 90,5-4-90,-5 3 0,3-5 0,-4 3 90,0-2-90,-3 1 0,-1 1 0,-2-3 90,-1 3-90,-2-2 0,0 4 0,0 0 0,-1 0 0,-1 2 0,0 1 0,0 1 0,-1 2 0,1 1 0,-1 1 0,-3 6 0,2-1 0,0 4 0,3-3 0,1 0 0,1 1 0,2-1 0,0 0 0,2 0 0,0 0 90,3-1-90,0 1 0,1-1 0,2 0 0,1-1 0,1-1 0,2-2 0,-1 0 0,2-1 90,8-1-90,-4-1 0,5-2 0,-5-2 0,0-1 0,1-1 0,-1-1 0,1-1 0,-2-1 0,0-1 90,-1 0-90,-1-2 0,-1 0 0,0 0 0,-3 0 0,-1 1 0,-1-1 0,-1 1 90,-2 1-90,1-4 90,-2 4 0,1-5 0,-3 5 0,-1-2-90,0 3 90,-2 1-90,-1 3 89,-3-1 1,0 3-90,-3 0 0,1 2 0,1 2 0,-1 1 0,2 0 0,-3 2 0,4-1 0,0 1 0,-3 3 0,3-2 0,-1 4 0,2-4 0,1 1 0,0 0 0,1 1 0,-1-1 0,2 1 0,0 0 0,2-1 0,-1 2 0,2-1 0,1 0 0,3 2 0,-1-2 0,7 4-90,-3-6 90,3 0 0,-2-3 0,0-1 0,1 0 0,0-1 0,0-1 0,1-2 0,0 1 0,1-2 0,-1-1 0,1 0 0,-1-1 0,5-4 0,-4 2 0,3-4 0,-5 1 0,-1-2 0,0 0 0,-2-2 0,0 2 0,-2-2 90,0 1-90,-1 0 90,-1 0 0,-1 1 0,0 1-90,-1 1 90,-1 1 0,0 1 0,0 0-90,-1 1 180,1 1-180,-1-2 180,1 2 0,-2-2-180,-3 9 0,2-3 0,-3 7 90,4-2-90,-1 1 0,1 0 0,-1 1 0,2 0 0,-1 3 0,1-2 0,0 3 0,0-2 90,1 0-90,-1 1 0,0 0 0,0 1 0,1 1 0,-1 0 0,0 8 0,-1-4 0,1 6 0,0-5 0,0 0 0,0 0 0,0-1 0,0 1 0,0 5-90,0-6 0,0 4-90,0-8 90,0-1-90,0 0 0,-1-2-90,0 0 90,0-2-89,0 0-91,0 0-1259,-1-2 1619,1 1 0,0-3 0,1 1 0</inkml:trace>
  <inkml:trace contextRef="#ctx0" brushRef="#br0" timeOffset="83950">21244 943 8972,'0'-10'899,"1"2"-719,2 2-90,0 3 0,2-1 0,0 2 0,1 0 0,0 0 90,4 1-180,-1 1 90,3 1 0,-4 1-90,0 1 0,-1 0 90,-1 2-90,0 0 0,0 4 0,-3-1 90,0 2-90,-3-3 0,-1-1 0,-3 5 0,-1-4 0,-6 6 0,2-6 0,-3 1 0,2-3 0,1-1 0,0 0 0,0-2 0,1 0 0,1 0-90,1-1-270,1 0-450,-1-2 810,3-1 0,5-6 0,3-4 0</inkml:trace>
  <inkml:trace contextRef="#ctx0" brushRef="#br0" timeOffset="84316">21646 664 9512,'0'-7'359,"0"2"1,0-1 360,0 1-271,-1 0-269,1 12-180,-1 2 90,0 15 0,0 2 0,0-2-90,1 2 90,-1 3-90,0-6 0,0 5 0,0-9-3277,1-2 3252,-1 1 25,1 0-360,3 13-269,1-7-271,6 9-449,-1-16 90,3-5 1259,-3-5 0,5 0 0,1 0 0</inkml:trace>
  <inkml:trace contextRef="#ctx0" brushRef="#br0" timeOffset="84768">21908 951 10051,'-9'0'2609,"1"0"-2519,19-2-90,-7 1 90,13-2 0,-12 0 0,1-3-90,-1 1 0,1-3 0,-3 1 90,-1 0-90,-1 0 0,-1-1 0,-1 0 0,0 0 0,-2 1 0,-1 0 0,-1 1-90,0 1 90,-1 0 0,-1 3 0,0 0 0,-1 3 0,-1 2 0,-1 3 0,0 1 0,-1 2 0,0 2 0,2 1 0,2 1 0,1 0 0,1 5 0,4-3-90,1 4 90,3-6 0,2 0 0,1-1 0,2 1 0,1-3 0,2 1-90,6 1 0,-4-4-90,5 0-90,-4-4-90,0-2-90,-1-1-269,0-1-810,0-1-180,-1-2 1709,0-1 0,4-4 0,1-1 0</inkml:trace>
  <inkml:trace contextRef="#ctx0" brushRef="#br0" timeOffset="86735">22229 902 10591,'-7'-7'809,"2"0"-539,1 4-90,1 1 0,0-1 0,-1 1 0,-1 0-90,0 0 90,-1 0-90,-1 2 0,1 0 0,-2 1 0,0 1 0,-2 1-1,1 2-89,-1 0 90,0 2-90,0 1 90,0 0-90,2 2 0,0 0 0,1 3-90,1-2 0,1 1-89,2-2-1,1 2-180,3 2 180,0-3 0,2 1-180,4-2 180,-2-3 0,4 1 1,-3-5 89,1 0-90,0-2 90,1-1 0,1 0 0,0-2 0,0-1 0,-1-1 0,0 0 90,0-2-90,0-1 0,-1-1 90,0 0-90,-1-1 90,-1 0 0,-1 1-90,1-3 90,0 1 0,-1 2-90,-1 1 90,0 10 0,-1-2 0,1 6 0,-2-1 0,1 0 0,1 0 0,0 1 0,1-1 0,3 4 0,-1-3 0,3 0 0,-1-2 0,3 0 0,-2-3 0,2 0 0,-2-2 0,-1-1 0,0-1 0,1-1 0,-1-1 0,-1 0 0,0-1 0,2-5-90,-3 2 180,2-7-90,-5 0 0,-1 0 0,-1 0 0,-1 5-90,-1 0 90,-1-2 0,1 3 0,-1-2 0,1 5 0,0-2 0,3 4 0,1 1 0,2 2 0,2 2 0,-2 0 0,2 0 0,1 0 0,2-1 0,2 1-3277,1-1 3162,1 0 115,-1 0 0,4 0 0,-5 0 0,3 0 90,-7-1-90,0 1 0,-1 0 3276,1 1-3160,-3 0-116,1 0 0,-2 2 0,-2 0 0,-1 3 0,-1 0 0,-1 1 0,-1 1 0,-1 2 0,0 0 0,0 1 90,-1 0-90,-1 7 0,2-6 0,-2 9 0,3-9 0,0 2 0,0-3 0,2-2 0,0 0 0,1-4-90,0-1 90,1 0 90,2-2-180,1 0 180,1-2-180,0-2 180,0 0-90,2-2 0,1-1 0,5-6 0,3-3 0,-1-1 0,1-2-415,-5 3 415,-1-1 0,0-1 0,-1 1 0,-2 1 90,0 2-90,-1-1 0,-1 4 0,-1 0 0,0 2 0,-1 1 0,0 1 90,-1 3 325,3 2-415,-3 5 0,2 2 0,-3 7 0,0-4 90,-2 4-90,2 2-90,-2-3 180,1 3-90,-1-5-90,1 0 180,0-1-90,0 0 0,1 4 0,0-5 0,0 2-90,-1-4 90,1-1 0,0-1-90,2 1 0,5-1 0,-1-2 90,3-1 0,-4-3-90,0-1 90,1 0 0,2-1-90,0-2 90,0-1 0,2-1 0,0-2 0,0 0 0,-1-2 0,0 0 0,-1-1 90,0 0-90,-1 1 90,-1-1 0,-1 1 90,0-1 90,0-1-90,-2 3 0,0-1 0,-2 3 0,0 2-90,0 0 89,-1 1 1,0 1-90,0-1 90,0 1 90,0-1-180,1 8-90,-2 1 0,1 4 90,-2 0-90,-1-2 0,1 0 0,-2 1 0,1 0 0,-1 3 90,1-1-90,-1 6 0,1-6 0,0 3 0,0-3 0,1-1 0,-1-1 0,0 1 0,0-1 0,0 0 0,1-1 0,-1 1 0,0-1 0,0-1 0,0 1 0,1-1 0,-1 2 0,0-2 0,1 1 0,-1-1 0,0 0-180,0 0 90,1-1-90,1 1 180,3-5 0,0 0 90,2-4-90,-4 1 0,0-1 0,0 0 0,-1-1 0,2-1 0,-1 1 0,1-1 0,0 1 0,-1-1 0,2 0 0,-1 0 0,1-1 0,0 0 0,1 0 0,-1 0 0,1 0 0,0 0 0,1-2 0,0 2 0,1-2 0,-2 4 0,0 1 0,0-1 0,0 2 0,2-1 0,-1 2 0,0-1 0,1 2 0,-3 2 0,2 0-90,-2 1 90,-1 1 0,1 0 0,-1 2 0,0 0 0,-1 1 0,0 0 0,0 2 0,-1-1 0,0 2 0,0 0 0,-1 0-90,1 5 90,0-4 0,0 5 0,1-5 0,0 0-90,0-1 90,0 0-90,1 1-90,0-2 90,1 0-179,-1-1-1,1-1-90,-1 0 0,1-2-359,-1 0-451,2-1 361,-1 0 809,1-1 0,0 0 0,0-1 0</inkml:trace>
  <inkml:trace contextRef="#ctx0" brushRef="#br0" timeOffset="87006">23340 994 10321,'-7'-7'1439,"1"1"-1079,2 4-180,-1 3-90,2 1 0,-1 3 0,2-1 0,-1 2 0,2 0-90,-1 2 0,0 0-270,-1 5-90,2-4 0,-1 3-1888,1-1 269,0-3 1979,1 2 0,1-3 0,-1-1 0</inkml:trace>
  <inkml:trace contextRef="#ctx0" brushRef="#br0" timeOffset="87258">23263 793 10681,'1'-9'270,"0"1"0,0 1-1,0 2 181,0 0-270,1 0 180,-1 1-90,0-2-360,1 3-630,0 5-269,-1 0 989,0 5 0,-1-1 0,1-1 0</inkml:trace>
  <inkml:trace contextRef="#ctx0" brushRef="#br0" timeOffset="87789">23417 1078 12480,'6'-7'1889,"0"6"-1799,-4 3 0,0 5 0,-1 0-90,-1 0 180,1 6-270,0 2 90,-1 0-180,0 0-90,1-1 90,-1 0-180,1 0 180,0-4 0,1-4 90,2-5 0,0-2 90,2-4-89,-2 0 89,3-6-90,-1 1-3187,3-4 3162,0 2 115,-1-1-90,1-1 90,0 1 0,1 0 0,-1 2-90,2-2 90,-3 5 0,2-1-90,-5 5 90,0 2 3276,0 2-3160,0 4-206,-1 1 90,0 3 0,-3-1 0,1 3 0,-1 0 0,1 1-90,0 1 0,0 0 0,0 0 0,0-1-90,0 0 0,2-1 0,0 0-90,1 0 1,-1-2-91,1 1-1529,3 0 450,-2-3 1439,3 1 0,4-2 0,1-1 0</inkml:trace>
  <inkml:trace contextRef="#ctx0" brushRef="#br0" timeOffset="88475">23933 1129 10231,'-3'-8'810,"-1"0"-540,1 3 89,0 0 271,-3-3-360,1 1-90,-3-1 90,3 4 89,-4-2-89,-3 2-90,0 1-90,-2 3 0,5 1 0,-2 2 0,1 1 0,-1 1 0,1 1-90,1 1-90,0 1 0,2 0-90,1 1 90,1 0-180,1-1 90,2-1-90,1 0-89,2 0-1,0-1 0,1-1 0,1 0 0,1-1-359,6 1 359,-2-2 90,4 0 0,-2-1 91,-1-3-1,2 1 0,-1-1 180,1-2 0,1 0 0,0-1 180,1 0-90,-1-2 179,0 0-89,0-2 90,-1 1 0,0 0-90,-2 0 90,-1 1-90,0 0 0,-2 2-91,0 1 91,-1 1 0,1 1-90,-2 3 0,0 1 0,-1 3 0,0 3 180,-1 16-180,0 0-1730,0 14 1640,-2-2 45,0-15 0,-1 0 0,1 1 0,-1 1-45,0 3 0,0 0 45,1 0 0,-1 0-45,0 0 0,0 0 45,0 0 0,0 0-45,0-1 0,0 0 45,1-2 0,-1-1-45,0-1 0,1 0 45,-1 4 0,0 0-45,0 10 0,0-11 0,0-2-134,1-2 134,-2 1 0,2-11 0,-1-1 1684,-1-4-1594,0 0-90,-1-2 0,-1-2 269,-1-3-269,-1-2 0,-1-3 0,1-2 0,1-1 90,-2-2-90,1-2 0,-2-2 0,0-3 0,-2 0 0,0-2 0,2 2 90,2 4 0,2-1 0,0 2 0,1-1-90,0 2 90,2-2 0,1 1-90,1 0 90,1-2-90,3-1 0,2-2 90,9-11-180,-1 5 0,6-7-180,-2 10-2006,2-2 1737,2 0-181,3-3-1259,-2 5 1979,-8 4 0,1 0 0,10-7 0,-10 7 0,0 0 0</inkml:trace>
  <inkml:trace contextRef="#ctx0" brushRef="#br0" timeOffset="88683">24376 1195 12480,'7'-5'1619,"-1"1"-1259,-2 1-90,-1 1-450,1-1 180,-1 2 0,-13-6 0,-4 1 0</inkml:trace>
  <inkml:trace contextRef="#ctx0" brushRef="#br0" timeOffset="94380">20253 133 7173,'-4'-6'1529,"1"0"-450,0 2-629,2 0-450,2-1 90,1 2 0,2 0-90,1 1 90,0 0-90,1 0 0,-1 1 90,1-1-90,0 1 0,0 0 0,0 0 90,0 1-90,0 0 0,0 0 0,-1 0 0,0 0 0,0 1 0,0 0 0,0 1 90,-3 0-90,-1 3 0,-1 1 0,-2 1 0,-1 0 0,-1 0 0,0 1 0,-1 0 0,-1 1 0,0 0-90,0-1 180,1 0-90,0-1 0,1 0 0,-1 0 0,2-2 0,0 1 0,0-2 0,0 1 0,1-2 0,0 2-90,2 0 90,1 1 90,1-2-90,3-1 0,-1-1 0,1 0 0,0 0 0,2 0-90,3-1 0,-2 0-90,3 0 90,-3 0-180,-1-1 90,0 0-89,0 0-91,0-1-90,-1 1-450,0 0 541,-2 0 359,1 0 0,0-1 0,0 0 0</inkml:trace>
  <inkml:trace contextRef="#ctx0" brushRef="#br0" timeOffset="94923">20530 132 8342,'-4'-6'180,"0"0"-180,1 4 0,-1 0 0,-1 1 0,-1 2 0,-1 1 90,0 1-90,1 1 0,1 0 0,-2 2 0,1 0 0,1 1 0,-1 1 0,0 3 0,0-1 0,1 2 0,2-4 0,1 0 90,1-1-90,-1 0 0,2 0 0,0-1-90,1 0 90,0 0 0,1 0 0,1-2 0,2 2 0,0-4 90,2-1-90,-2-2 0,2-2 0,0-2 0,-1 0 0,2-4 0,-3 3 0,-1-3 0,0 0 0,0-1 0,-1-1 0,-1-5 0,-1 3 0,0-2 0,-3 1-90,0 5 90,-3-4 0,1 9 0,-1 0 0,-1 4 0,1 2-90,-1 2-90,3 1-90,-1 0-449,1 2 179,0 1 540,1 0 0,-1 5 0,0 1 0</inkml:trace>
  <inkml:trace contextRef="#ctx0" brushRef="#br0" timeOffset="95421">20661 177 7803,'-1'-11'269,"-1"2"-179,1 3-90,-2 3 0,-1 3 90,-2 3-90,1 3 0,-1 0 0,2 0 90,0 0-90,-1 4 0,1-3 0,0 4 0,2-4 0,0 1 90,2-1-90,0 3 0,1-3 0,0 3 0,2-3 0,0-2 0,2 1 0,-2-4 0,1 0 0,2-2 0,-1-1 0,5-3 0,-1-3 0,-1-2 0,0 0 0,-4 0 0,1-4 0,-2 2 0,0-9 90,-2 8-180,-2-4 90,0 6 0,-3-4 0,-1 1 0,-1 1 0,-1 4 0,2 4 0,0 3 0,-1 0-90,1 2-90,0 2-90,0 0-899,-1 5 1169,1-3 0,-1 9 0,0-3 0</inkml:trace>
  <inkml:trace contextRef="#ctx0" brushRef="#br0" timeOffset="95891">20900 125 7803,'0'-6'449,"1"-1"-269,-2 1-90,0 0 0,0 1 0,-3 2 0,-1 3-90,0 1 0,-2 4 90,1 0-90,-1 2 0,0 0 90,-1 2-90,0 1 0,1 0 0,-1 2 0,2 0 90,-3 6-90,3 1 0,0-1 0,2-1 0,2-7-90,2 0 90,0-1 0,2 3-90,0-4 90,2 2 0,-1-5-90,1-1 90,1-1 0,4 0 0,-2-3 0,2 0 0,-2-1 0,0-1 0,-1-2 0,1 0 0,-2-1 0,2-3 0,-3 1 0,0-1 0,-2 2 0,-2 0 0,-2 1 0,-1 0-90,-1 0 90,-1 1 0,-1 1 0,-1 1 0,0 1 0,0 2-1349,-6 4 1349,2 2 0,-3 5 0,4 0 0</inkml:trace>
  <inkml:trace contextRef="#ctx0" brushRef="#br0" timeOffset="100247">21666 1314 8432,'6'-2'1349,"0"0"-989,-2 1-360,-5 8 0,0-3 90,-6 8-90,1-3 0,-3 3 90,-8 13-90,1-1-623,4-6 0,0 1 713,-9 14-45,10-15 0,0 1 0,0 1 0,-1 0-45,-1 1 0,0 0-779,-1 4 1,-1 1 823,-1 0 0,1 1-790,-2 4 0,-1 0 790,1 1 0,0 0 45,0 1 0,-1 0-45,0 2 0,0-1 0,0 1 0,-1 2 14,2-3 1,-1 3 0,0-1-657,4-8 0,1 0 1,-1 0 626,-4 9 0,-1 1 0,2-2-293,3-10 1,2-1 0,-1 0 292,0 0 0,1-1 0,-2 2-175,-4 8 1,-1 2-1,0-2 175,5-8 0,0-1 0,0 2-116,-4 5 0,-1 2 0,1-2 86,0 0 0,1-2 201,1-2 0,1-1-201,0-2 0,1-1 335,2-2 1,-1-1-336,1-1 0,1 0 45,-1-1 0,1-1 800,-7 13-756,2-5 1166,5-5-1255,0-4 1592,4-3-1592,1-3 1395,-1 1-1395,3-5 1270,-1 2-1181,3-5 585,0 0-1034,0-9 0,1 2 1,2-7-181,2 1-989,1-1-180,1-3 1709,1 0 0,5-8 0,0-2 0</inkml:trace>
  <inkml:trace contextRef="#ctx0" brushRef="#br0" timeOffset="101084">21596 1376 9512,'2'-7'-540,"1"1"630,-1 1 90,0 0 0,-1 1-90,3 5 89,-1 3 1,4 8-90,-1-2 0,0 2 90,-1-1 90,4 7-180,-1 2 0,-1 1-1282,6 11 1192,-4-7 0,-1-1 89,1 5-89,2 6-1213,1 0 1213,-5-15 0,0 1 45,1-1 0,-1 0 0,1 0 0,1 2-485,3 8 1,2 3 484,2 2 0,0 1-45,0 0 0,0 0 0,2 1 0,0-1 30,-5-10 0,1-1 0,0-1-30,2 5 0,1-1-530,-2-3 0,0 2 0,0-3 530,0-1 0,-1-1 0,2 2 0,-1 0 228,-1-3 0,0 0-228,-1-1 0,1 1 45,4 7 0,0 0-287,-4-8 1,-1 1 241,4 5 0,0-1 90,5 7 557,-4-4-647,-6-10 0,1 1 90,10 15 674,-9-14 0,0 0-764,6 7 341,-1 0-341,-6-10 0,0-1 0,-3-3 90,-3-5 2038,-1-1-2128,-1 0 127,3 1-127,-3-3 580,1 1-580,-2-3 0,0 0-180,1 2-359,-1-3-181,2 3-1259,-3-3 1979,2 0 0,-3-1 0,0-1 0</inkml:trace>
  <inkml:trace contextRef="#ctx0" brushRef="#br0" timeOffset="103340">20688 2893 9422,'-3'-9'629,"1"0"-449,0 4 90,1 0-90,0-1 0,0 2 0,-1-1-90,1 1-90,-2 7 0,2 0 90,-2 7-90,1-3-3277,0 2 3162,0 1 115,-1 1 0,1 1 0,-1 1 0,0 0 90,0 2-90,-1 1 0,0 1 0,0 1 0,0-1 0,0 0 0,0-2 3276,-1 0-3071,2 4-205,0-6 0,-1 3 0,3-6 0,-2-2 0,2 0 0,-1-1 0,1-1 0,0-1 0,0 0 90,0 0-90,0 0 0,0 0 90,1 0-90,-1 0 90,0-1-90,1 1 0,0-1 0,4-2 0,1-2 0,2-3 0,0 0 0,1-1 0,0-1 0,8-4 90,1-1-878,6-4 788,-3 2 24,1-1-24,0 1 0,-2 1-90,-3 2 0,-3 1-89,-1 0-1,-3 2-630,2-2-629,-5 3 0,2-1 1612,-5 3 0,-1 2 1,-1 0-1</inkml:trace>
  <inkml:trace contextRef="#ctx0" brushRef="#br0" timeOffset="104717">22395 2666 9512,'-1'-7'2248,"1"1"-1528,2 2-630,2 6 0,-1-1-90,4 10 90,-3-3 0,4 10-90,-4-5 0,3 7-366,-2-3 366,0 4 0,1 3 0,0 2 90,0 1-943,1 0 853,0 0 0,1 0 0,-1 1 0,1-2 90,0 0-90,2 4 0,-3-8 0,0 2 0,0-5 0,-3-6 0,1 2 415,-2-7-325,0-1 803,-2 0-893,2-1 90,-2-2 0,1 1 180,-1-1-270,-4-5 0,1 0 0,-4-4 0,1 1 0,0 0 0,-1 0 0,-2-1 0,1 1 0,-2-1 0,-2-1 90,-1 0-180,-2-1 90,-4-2-496,-1 0 496,-3-2 0,0 1 0,0-1 0,1 2 0,1-2 0,3 3 0,1-2 0,-2 0 0,2 0 0,2 1-180,3 3-90,5 2-90,0 1-179,0 0 405,1 1-3143,1 0 3062,-2 3 0,-2 0 0,-3 3 0</inkml:trace>
  <inkml:trace contextRef="#ctx0" brushRef="#br0" timeOffset="141840">19071 3469 7623,'-10'-4'1079,"3"1"-809,-1-1 0,3 2 179,1 1-449,6-3 90,3 1-90,4 0 0,1 0 90,1 2-90,2-1 0,3 0 0,2 0-546,2 0 635,5 0-89,2 0 0,3 0 0,-3 1 0,-1 0 90,-3 1-90,-3 0 0,1 1 0,-3-1 0,0 1 0,-2 0 0,-1 0 0,-3-1 0,5 1 0,-7 0 0,3-1 0,-7 1 0,0-1 0,0 1 547,-1 0-547,0-1 0,-1 1 0,2-1-180,-1 1-269,0 0 449,-1 1 0,0 0 0,-1 0 0</inkml:trace>
  <inkml:trace contextRef="#ctx0" brushRef="#br0" timeOffset="142398">19403 3328 8432,'8'1'0,"0"1"0,-4 0 0,4 3 0,-1-1 0,2 3 0,-1-3 0,-1 1 0,1 0 90,2 2-90,-1-1 0,2 1 0,-3-2 0,-2-1 0,1 0 0,-1-1 0,-1 0 0,-1 0 0,0 0 90,-1-1 0,0 0 0,1 0 180,-1 0 0,0 1-270,-6 2 90,1-2 0,-8 4-90,-3 1 90,0 1-90,-3 3 0,0 1 89,1 1-89,-2 2-3277,2 1 2983,1-1 114,2-1-341,3-1-469,1-1 630,2-2 360,2 0 0,0 4 0,1 2 0</inkml:trace>
  <inkml:trace contextRef="#ctx0" brushRef="#br0" timeOffset="146997">15159 2953 8522,'2'-6'2159,"2"6"-1799,-2 7-1,-1 9-269,-2 3 90,0 5-90,0-4 0,0 2-3367,-1 13 3148,0-7 0,1 2 173,-1-8 1,1 0 0,-1 3 0,1 0 45,-1 11 0,0 0-434,1-10 1,0-1 388,-1 8 0,1 0 0,0-4 0,0-1-45,0-7 0,0 0-407,1 7 0,-1-1 497,0 9-634,1-4 544,0-3 1492,0-5-1492,0-2 0,0-2 0,1-2 1290,-1 3-1290,1-6 1010,0 2-1010,-1-7 0,0-2-90,-1 0 892,2-1-1521,-2-1 873,1 0 0,0-4 0,-1 1 0</inkml:trace>
  <inkml:trace contextRef="#ctx0" brushRef="#br0" timeOffset="147913">15119 2823 9691,'-4'-7'2789,"1"1"-2699,7 5 0,1-1 0,9 1 0,1-1-333,8 0 288,8-1 0,4-1-314,-11 2 0,2 0 299,7-1 0,5 0 0,-3 0-1116,-6 2 1,0-1 1085,9 0 0,0-1 0,-12 2 0,0 0-751,0 0 0,0 0 796,1 0 0,-1 1-516,-1-1 0,1 1 471,-3 0 0,0 0-683,-1 0 0,0-1 683,16 1 0,-3-1 1004,-5 1-914,-4-1-745,-6 1 655,-5 0 331,-1-1-241,-3 2 1881,-1-2-1881,-1 2 153,1-1-153,-2 0 2978,0 1-2978,-3-1 1339,-1 1-1429,2-1 90,-2 1 0,2 3-90,-2 0 0,1 3 90,-1 0-90,1 4 0,1 6 90,0 7-90,1 5-3277,0 3 3167,0 7 155,-4-19 0,0 2-502,0 2 1,0 0 456,-1 2 0,1 1 0,-1-1 0,0 3 30,1 6 0,1 4 0,-1-3-816,0 0 0,0 0 786,1 0 0,0 3 0,-1-4 45,1-5 0,-1-2-45,1 1 0,0-1-464,0 1 0,0-1 464,-1 0 0,1 0 398,0-1 1,0-1-399,-1 0 0,1 0 0,0-1 0,-1-1 45,0-2 0,0-1-45,4 19 22,-4-16 1,0 0-23,1 9 0,1 7-387,-3-20 387,0-3 738,-1-3-648,0-1 896,1-2-986,-2-1 795,1-1-795,-1-2 3178,-1-1-3088,0 0 557,0-2-647,-1-1 0,-2 0 0,0-1 0,-5-3 90,3 0-90,-3-3 0,-4-3-3277,-5-2 3162,-1 0 115,-5-2-521,2 3 521,-4 0 0,-2 1-787,-3 0 787,-5 0-870,-4 1 870,19 2 0,-1 1 0,-18-1 0,0 0 0,3 2 0,-1 0 0,3 1 0,0 0 0,3 0 0,3 1 1804,3 0-1804,4 0 0,3 1 0,1-1 172,3 1-172,0 0 854,2-1-944,1 0 1414,1 1-1594,1-1 709,1 1-889,0 0 528,1 1-707,1-2-181,0 1-1079,1 0-719,0 0 2608,2 0 0,0 0 0,0 0 0</inkml:trace>
  <inkml:trace contextRef="#ctx0" brushRef="#br0" timeOffset="148550">15763 3249 10771,'-5'-6'0,"-4"-4"90,5 6 90,-3-3 0,3 4-1,0 0 1,0 1 180,-2-1-90,-2 1-90,0 0-90,-1 1 0,2 3 0,-2 2 90,-4 5-90,2 0 0,-4 5 0,0 12-1,6-6-654,-4 10 565,8-9-68,2-2 158,2 0-90,1 0 0,1 0 90,0 0-90,2-1 0,0-1 0,2-2 0,0-1 0,2-1-90,1-2 90,1-2 0,1-1-90,1-2 90,0-2 0,1-2 652,2-2-652,-1-2-90,2-2 90,1-2 0,-1-2 71,1-4-71,0-2 0,-1-4 0,-2-2 0,0-12 0,-6 7 0,0-8 0,-8 3 0,-2 3-394,-3-6 394,-7 2 0,3 11 0,-5-2 0,-2 11 0,4 5 0,-6 1 0,3 7 90,0 2-180,-3 5 90,0 3-90,-1 3-180,1 3-90,1 1-90,2 1-359,1 2-2468,-4 8 3174,7-7 0,-3 11 1,7-8-1</inkml:trace>
  <inkml:trace contextRef="#ctx0" brushRef="#br0" timeOffset="149131">15784 3650 10681,'-2'-7'540,"-2"0"-361,2 3 91,-1 0 180,0 2-270,-1-1 90,0 0-90,-2 1 90,1 2-91,0 0 1,-1 0-90,-1 3 90,-2 0-90,-1 2-3212,-9 9 3212,4-1-90,-7 8 90,7-4 0,1 3 0,-5 10-315,2 5 270,8-13 0,0-1-45,-1 12-90,5 4 0,3-17-90,2 6 0,2-9 0,1 0 0,1 0-20,2-2-70,-1-1 90,3-2 0,-1-2 0,2-1 90,0-1-90,1-2 3316,1-1-3226,0-2 0,0-2-90,7-2 90,-2-1 0,5-2 90,-6-2-90,1-1 193,1-4-103,1 0-553,0-4 553,-1-1 0,-2-3 90,-2-1-90,-1-1 90,-2-2 0,-1-9 0,-4 7 0,-2-7-90,-5 6 90,-2-1 0,-2-1-1,-2-1 1,-3 3 0,-1 2-90,-3 2 90,-2 4 90,-19-3-180,13 10-83,-12 0 83,19 11 310,-7 4-1299,-1 5-720,0 1-540,4 2 2197,7-2 0,-1 6 1,0 2-1</inkml:trace>
  <inkml:trace contextRef="#ctx0" brushRef="#br0" timeOffset="149733">15589 4067 10591,'-6'-6'90,"2"1"0,-1 2 90,0 1 0,-3 0-90,-1 1 0,2 3 89,-3 1-89,0 2 0,0 0 0,-1 2-90,3 0 90,-1 0-90,1 1 90,-1 1-90,0 1 90,0 0-90,-3 8 90,4-3-90,-2 4-90,5-5 0,1-1-90,0 0-180,1-1 1,2 1-271,0-2-809,0 0 0,2-1 1439,0 0 0,2 4 0,1 0 0</inkml:trace>
  <inkml:trace contextRef="#ctx0" brushRef="#br0" timeOffset="150097">15800 4004 10411,'3'7'180,"0"1"-90,1 0-90,0 1 90,1 1 0,2 7-90,-1-4-90,3 13-180,-5-10-180,1 6-899,-3-7 180,-1 0 1169,-1-1 0,0 7 0,-2 2 0</inkml:trace>
  <inkml:trace contextRef="#ctx0" brushRef="#br0" timeOffset="151164">15849 3738 9602,'-6'-7'1349,"7"13"-1259,0-3-90,6 10 0,-3-10 90,1 1-90,1-1 90,1 0-90,0-1 0,2 0 0,0-2 90,2-1-90,1-1 0,1-2 0,1-1 0,1-1 0,3-3 89,1-3-89,1 0-691,0-4 691,-1 1-403,4-10 403,-6 4 90,2-5-90,-9 9 0,-1 0 0,0-5 0,-3 6 0,1-6 0,-4 10 0,0 2 0,-1 1-180,-1 1 662,0 1-1561,0 1 1187,-1-1 0,-1 3 0,-1 0 0</inkml:trace>
  <inkml:trace contextRef="#ctx0" brushRef="#br0" timeOffset="153597">16362 3700 9422,'-5'-5'1709,"1"0"-540,1 2-1079,5 0 0,1 1-90,4 1 90,1 0 0,1 0-90,2 1 90,3-1-90,3 0 90,3 0-90,5-1 90,2 0-1141,5 0 1051,1 2 90,-1-1-90,-2 1 0,-3 0 0,-3 0 90,-2 0-180,3 2 0,-7-1 0,1 0-180,-5 0 180,-5-1-180,1 1-179,-6 0 711,0 0 1,-2-1 0,-1 1-1</inkml:trace>
  <inkml:trace contextRef="#ctx0" brushRef="#br0" timeOffset="154035">16636 3557 9691,'-4'-7'540,"1"-1"-270,0 4 270,2-1-360,1 1-90,4 3-90,1 1 89,4 3 1,0 2-90,2 1 0,2 1 90,1 0-90,1 1-3277,4 2 3252,0 1 25,11 6 90,-8-3-90,5 2 0,-12-7-90,-1-1 90,-2 0 0,0-1 0,-4-1-90,1 0 90,-3-2 0,-1 0 3276,0-1-3160,-3 0-116,-4 3 0,-5-1 0,-2 1 0,-3-1 0,-4 3 0,-1 0 0,-6 6 0,2-1-655,2 1 655,0 2 0,2 1 0,1 1-180,3-1-136,2-1-134,3-2-449,3-1-361,1-1 271,1-2 989,2 1 0,0 2 0,0 2 0</inkml:trace>
  <inkml:trace contextRef="#ctx0" brushRef="#br0" timeOffset="154773">17483 3376 9422,'6'-6'269,"-1"2"91,-2 1 90,0-1-90,0 1 539,0 0-629,-10 9-180,-14 18 0,-3 3-675,7-7 1,0 0 674,-9 12-45,12-15 0,0 1-45,-1 0 0,1 0 45,-2 2 0,1-1-977,-2 3 1,-1 0 931,0 1 0,1 1 45,-1-1 0,1 0 0,0 0 0,1-1-457,2-1 1,0-1 411,1-1 0,-1 0 45,1 1 0,0 0-45,1-2 0,0 0 45,-2 5 0,0 0-45,-5 9 0,8-13 0,1-1 0,-1 2-90,2-3-90,2-3 0,2-3-179,1-2-1,1-1-29,1-2 389,1-1 0,0-2 0</inkml:trace>
  <inkml:trace contextRef="#ctx0" brushRef="#br0" timeOffset="155932">17474 3298 10051,'-4'-7'450,"2"1"-90,-1 1 90,1 0 269,0 1-449,8 9-3547,0 1 3342,9 12-94,10 9 119,-2-2-30,-4-6 0,3 3 0,-1-3-15,-3-2 0,1 0-600,5 4 1,4 2-1,-4-2 600,-3-4 0,-2-2-45,7 6 0,0 1-448,1 1 0,0-1 493,-7-4 0,0-1-45,6 7 0,0-2 45,-8-5 0,-1-2 898,0 0 0,1 1-898,5 4 0,1 1-284,-7-5 0,-1 0 239,6 3 0,-1 0 0,2 4 90,-1-3-90,-5-4 1908,-3-1-1908,-2-5 0,-3 0 1936,0-3-1936,-3 0 0,3 1 89,-4-3 1270,3 3-1269,-3-5 0,-1 1 90,0-3-180,1-2 90,-1-1-90,0-1 90,-1-4-90,-2 2 90,0-3-90,-2-2 0,-1 2 90,-1-2-90,-1 3 0,1 2 90,-2 1-90,-2 5 0,0 1 0,-3 3 0,0 1 0,-4 4 0,-3 3-1013,-4 4 1013,-3 3 0,-3 4 0,-3 3-842,15-12 0,-1 1 842,0 0 0,0 1 0,0 0 0,-1 0 0,1 1 0,-1 0 0,1 0 0,-1 0 0,1 0 0,0 0 45,1 0 0,0-1-1295,1-1 1,0 1 1249,-11 15 0,2-2-451,9-12 1,0 0 450,-6 7 455,0 4-545,6-9 90,2-2 0,3-2 1027,0-1-1027,5-8 2786,-1 2-2786,2-3 1918,-1 1-1918,1-2 0,-1 0 0,2-2 0,0 1 0,-1 0 0,1 0 0,-2 2 0,1-1 0,-1 1-89,2-1 89,0-1 89,0 1-89,-1-1 0,2 1 0,-1-2 0,0 1 0,-3-4 0,1-2 0,-1-2 0,2-1 0,0 1 0,0-1 0,0-1 0,-1 0 0,-4-4 0,2 1 0,-8-7 0,4 5 0,-13-12 0,6 7 0,-7-5-886,5 5 886,-1 0 0,-2-1 0,-2-4 0,-3-1-991,-3-2 991,-1-2 0,-1 1 0,0-1 0,1 1 0,2 0 0,4 2 0,3 2 0,3 2 0,-3-6 0,7 8 0,-1-2-90,8 8 1,-1 0-451,1 0-2737,0 1 0,2 9 3251,4 3 1,-2 9-1,0-3 1</inkml:trace>
  <inkml:trace contextRef="#ctx0" brushRef="#br0" timeOffset="156843">17380 4348 10771,'0'3'2428,"-3"21"-2293,-2 8 0,-1 5-727,1-3 0,0 2 0,-1 2 636,1-3 1,-2 3 0,1-1 0,0-1-1026,-1 2 1,1-1 0,0 0 1010,-1-1 0,1 0 0,1-3-30,0-4 0,1-3-44,0 0 1,1 1 43,-1-2 0,1-1 45,0-2 0,0-1-45,-1 20 90,0-7-90,1-1 0,-1 2-630,0 4 360,2-13-1470,-1-2 1740,10-39 0,-2-5 0,6-19 0</inkml:trace>
  <inkml:trace contextRef="#ctx0" brushRef="#br0" timeOffset="157358">17351 4320 10231,'0'-18'810,"3"7"-451,25-5-269,-4 11-45,-4 2 0,5 0 63,3 2 0,8 0 0,4 1 0,-2 0 0,-4 1-78,-1-1 0,-3 1 0,4 0-114,0 0 0,6 0 1,2 0-1,0 0 1,-3 1-1,-7 0 264,9 1 0,-6 1-45,2 1 0,-4-1 45,-11 0 435,-17-1-165,-3 1-270,-3 1-90,0 0-90,-1 1 90,2-1 516,-1 0-606,0 1 90,0 1-90,1 2 90,0 1-90,0 4 0,-1 3 90,0 4-2177,-2 7 2177,-1 6-90,0-14 0,1 1 0,-1 1 0,-1 2 45,-2 11 0,-1 0-45,1-8 0,1 0 0,-3 10 0,1-1 44,2-10 1,0-1-45,1 2 0,0-1 0,0 1 0,1-1-282,-1 1 0,1-1 282,1 1 0,0-2 0,0 1 0,0-1-622,1-3 1,0 1 621,0-2 0,1 0 0,0 17-2072,0-3 2072,1 0 0,-1-5-456,1-3 456,-1-4 50,0-3 0,1-8 0,0-4 1</inkml:trace>
  <inkml:trace contextRef="#ctx0" brushRef="#br0" timeOffset="158307">17944 5512 11131,'-7'-11'134,"-9"6"1,-13 0 0,-9 1 0,-7 1 0,-4 0 0,-2 0 0,1 1 0,3 0 0,7-1 0,8 1-1228,-3-1 1,7-1 0,-7 1 764,3 1 0,-9 0 0,-7 0 1,-4-1-1,0 1 0,2-1 1,6 1-1,8-2 0,11 1 1,14-1-249,12 0-1493,1-1 4818,2 0-2719,23 8 0,16 6 0,-7-2-30,-7-5 0,8 5 0,6 2 0,-16-6 90,-24-6 3186,3 0-3160,2 2-116,3 1 0,6 1-90,-3 0 0,3-1-90,-3 1 0,1 0-360,2 0-269,0 1 629,0-1 180,0 1 0,5 0 0,2 0 0</inkml:trace>
  <inkml:trace contextRef="#ctx0" brushRef="#br0" timeOffset="159875">16686 5216 8252,'-6'-2'0,"-1"0"0,2 0 90,1 0 90,0 1 720,-3-1-720,26 1-1,10 0 1,5 0-260,-6 0 0,5 0 157,-6 0 0,7-1 0,4 0 0,2-1 0,1 0 0,-2 1 1,-4-1-43,0 1 1,-2-1 0,-1 1 0,1-1 0,2 1 9,5-2 0,3 1 0,1-1 0,0 1 0,-3-1 0,-4 1-432,5 0 1,-5-1-1,-6 2 567,9-2-180,-38 8-90,-1-2 90,-1 5 0,2-4 222,1 2-222,-1-2 1189,2 3-1189,-1-2 0,0 2 0,-1-1-90,0 2 90,-1 0 0,1 2 0,0 2 0,0 2 0,1 3 0,1 15 0,0-3-460,1 13 460,-3-16 0,0 0-45,0-3 0,-1 1 45,1 7 0,0 1-960,0-5 0,-1-1 960,0 1 0,-1 0 0,1 1 0,0 0 0,-1 1 0,0-1 0,0 0 0,1 2-488,-1 9 0,0 1 488,1-10 0,0 1 0,0 4 0,0 4 0,1-3 0,-1-1 0,1-1 0,0 6 0,1-2 0,-2-13 0,1-3 0,-1 5-251,1-5 251,-1-3 0,1 3 0,-1-6 0,0 1 311,0-7-311,0-2 1607,-1-2-1697,1-1 1314,-5-14-1224,2 5 375,-4-11-375,2 9 0,1-1 0,-1 2 0,1-2 0,-1 2 0,0-2-90,0 2 90,0 0 0,-1 0 0,-1 0 0,-1 1 0,-2 1 0,-2 0 0,-2 1 0,-3 0 0,-2 2 0,-8-1-485,-3 2 440,1 0 0,-2 1 45,7 0 0,-1 0 0,-4 0 0,-4 2 0,3-1-1071,2 0 1,0 0 1070,-9 1 0,0 1 0,10-3 0,2 1 0,-1 0 0,1 0-678,0 0 0,-1-1 678,2 2 0,-1-1 0,3 0 0,0 0 0,-19 3 0,5-1-323,2 1 323,3 0 0,4-1 0,3 1 0,6-2 0,2 0 290,3-1-290,1 1 1726,-1 0-1726,4-1 1703,-1 1-1793,4-1 766,1 0-676,0 0 0,-1 0 0,1-1 0,0 0 0,-1-2 0,1-1 0,1-3 0,1-3 0,1-3 0,0-1-90,2-10 90,-1 5-764,1-9 764,0 1 0,1-4-1159,-1-6 1159,0-3 0,0 16 0,-1 0 0,0-1 0,1 0 45,-1-3 0,1 1-720,-1-1 1,1 0 674,-1 1 0,-1-2-45,1-10 0,0-2 45,-1-2 0,0-1 0,1 1 0,-1-1 0,1 3 0,-1 2 0,1 10 0,0 2 0,0 2 0,0-1 0,0 2 0,0 0 0,0-17-209,0 10 0,1 0 209,-1-4 0,0 9 0,1 3 0,0 6 0,-1 1-90,1 2 180,-1 2 438,1 1-618,-1 2 1077,1 1-987,0 1 1291,1 1-1291,0 1 0,-1 1 0,0 1 0</inkml:trace>
  <inkml:trace contextRef="#ctx0" brushRef="#br0" timeOffset="163047">15665 2274 7803,'4'-8'809,"0"2"-359,-2 2-90,0 0-360,0 8 0,-1-1 0,-1 9 90,-2 3-90,0-1 0,-1 6 90,1 6-90,-1-5-494,2 8 494,-1-8 0,2-1 0,-1-1-367,0 0 97,1-3-90,0 0-629,0-1 629,1-1 360,0-2 0,0 4 0,1 0 0</inkml:trace>
  <inkml:trace contextRef="#ctx0" brushRef="#br0" timeOffset="164088">17196 2493 8612,'0'-7'720,"0"0"-450,0 2 449,0-1-179,-1 0-450,-2 8 0,2 1 0,-3 7-90,1 1 90,-1 0 0,1 2-90,-2 2-3277,1 1 3251,-2 1-689,0 0 715,-1 3 90,-4 7-90,0 1 90,1-2-90,0-1 0,4-12 89,0 2-89,3-7 0,0-1 0,0 0 0,1-2 2993,-1 0-3083,2-2 1385,4-8-1295,3-4 0,2-5 0,0 2-90,-4 5 90,-1 3 0,1 1 0,1-2 0,0 2 0,1 1 0,-1 0 0,3 0 0,-2 1 0,3 0 0,-3 1 0,0-1 0,0 1 0,-1 0 0,0-1 0,6-1 0,-5 1 0,5-2 0,-6 0 0,0 0 0,-1 0 0,1 0 0,1-2 0,-2 1 0,1-2 0,-2 3 0,0-1 0,1 1 0,-2 0-90,1-1 90,-1 9-3277,-1-1 3162,0 9 115,-2-3 0,0 3 0,0 1 0,0 2 0,0 0 0,1 3 0,-1 6 0,1-5-90,0 4 0,0-10-269,0 6 89,-1-8-450,1 7 91,-1-11 1448,1 1 0,1-4 0,1-1 0</inkml:trace>
  <inkml:trace contextRef="#ctx0" brushRef="#br0" timeOffset="164622">17096 2263 9242,'-10'-8'360,"-1"1"-181,5 3 1,-3 0 90,0 2 0,-3 3-180,-1 2 0,0 4 0,0 5-677,0 5 677,-2 6-3198,0 6 3198,1 5-90,7-14 0,1 0-337,-1 1 1,1 1 381,1 1 0,0 0-45,1 0 0,0 1 45,2 0 0,-1 1-45,2-3 0,0 2-898,2 11 0,1 2 898,0-12 0,0 1 45,2 10 0,0-1-283,1-11 1,0-1 282,1-2 0,-1 1 767,2-2 0,-1 0-812,9 18 90,0-7-90,2-2 0,8 2 8,-4-10 82,5 2 2046,-7-13-2136,-2-4 0,1-3 0,0-3 1596,5-4-1596,-4-3 0,2-2 45,2-4 0,1-2-641,0 0 1,0-3 595,5-8 0,-3-2 0,-11 9 0,0-1 45,3-6 0,-1 0-45,-6 6 0,-2 0 0,0-1 0,-1-1 0,-1 1 0,-1-1-208,0-1 0,-2-1 208,-1 0 0,-1-1 0,-2 0 0,0 0 0,-1 0 0,-2-1-45,-1 2 0,-1-1 45,-1 2 0,-2-1 0,0 3 0,-2 0 0,-8-6 0,-3 2 0,6 7 0,-2 1 0,-7-4 0,0 3 0,-14 0-1053,18 11 1,0 2 962,-19-1 90,18 5 0,0 1-703,-20 3 703,19 0 0,0 1 0,1 1 0,0 1 0,1 1 0,0 0-90,-16 10-89,3 3 199,4 2-380,4 0-359,5 2-631,6-2 1,4 0 1507,4-2 0,4 4 0,3 0 0</inkml:trace>
  <inkml:trace contextRef="#ctx0" brushRef="#br0" timeOffset="165716">18189 2745 9512,'-2'-8'359,"0"-1"-179,1 5 90,-2-1 90,-2 0-180,2 1-90,-4-2 90,3 3-90,-1 1 0,0-1 89,-3 0-89,2 2-90,-3-1 90,2 2 0,-3 3 0,1 0-90,-1 3 90,3 0 0,-2 5-90,3-2 0,0 5 0,3-4 0,2 0 90,0 1-90,1-1 0,2 0 0,1-1 0,0 1 0,2-1 0,0-1-90,0-2 90,2-1 0,2 0 0,-1-2 0,2-1 0,-3-3 0,1-1-90,-1 0 90,1-2 0,-1-1 0,0 0 0,-1-1 0,-1-1 0,0 0 0,-1-1 0,0 1 0,-1 1 0,1-1 0,-2 2-90,0-1 90,1 2 0,-1 0 0,2 6 0,-2 0 0,1 5-90,-1 7 0,-1 6 0,1 1-498,-2 2 498,-1-4 0,0 0-90,0 0 180,-1 1-90,1-3 0,-2 0 0,0-1 0,0-2 90,-1-1-90,-1-1 90,0-1 0,-1-2-90,0 0 90,-1-2 499,1-1-589,-1-1 90,0-1 0,1-1 0,-1-2-90,1 1 0,0-2 0,0-1-90,1-1-90,-1-1-89,2 0-181,1-2-450,1 1 631,1-1 359,1-1 0,2-5 0,0 0 0</inkml:trace>
  <inkml:trace contextRef="#ctx0" brushRef="#br0" timeOffset="166180">18403 2826 9242,'-1'-8'1259,"-1"-1"-809,0 5-360,-2-1 269,1 4-269,-3 0 0,1 3 90,-1 1-90,0 3 0,0 2 0,0 2-90,1 3 90,0 0 0,0 2-90,1-1 90,2 0-295,0 1 205,1 0 0,1-1 90,1 0-180,2-1 90,1 0 0,1-2-89,0 0-1,2-2 294,0-1-294,1-1 90,1-1-90,1-3 90,-1 0 0,1-3-90,0 0 90,-1-3 0,2 0-90,3-5 90,-3 0 0,5-9 0,-9 4-90,2-4 90,-6 3 0,-1 0 0,-1-1 0,-2-1 0,-2 0 0,-1 0 0,-5-3-308,-1 3 308,-2 0 0,0 4-90,1 3 90,-3-1 0,4 5-90,-3 1-540,2 4 271,4 1-143,-2 1-1656,5 1 2158,1 1 0,1-2 0,1 0 0</inkml:trace>
  <inkml:trace contextRef="#ctx0" brushRef="#br0" timeOffset="166438">18621 2676 9871,'0'-8'1799,"-1"1"-1349,-1 2-180,-1 2-90,-1 1-540,0 2-450,-1 1 810,0 2 0,3-1 0,1-1 0</inkml:trace>
  <inkml:trace contextRef="#ctx0" brushRef="#br0" timeOffset="167580">18126 3371 9871,'-3'-7'990,"1"0"-540,1 1-361,0 10-89,0-2 90,0 8-90,1-1 90,0 0-90,0 2 0,0 1 0,1 0 90,-1 0-90,0 1 0,1-1-90,0 1-90,0-1 1,0-1-181,-1 0 0,1-1-90,1 0-2068,0 1 2518,0-4 0,2 4 0,0-3 0</inkml:trace>
  <inkml:trace contextRef="#ctx0" brushRef="#br0" timeOffset="168194">18284 3398 9602,'3'-8'1259,"-1"1"-899,-2 1-91,-1 2-89,-1-2 0,-2 3-90,-1 0 0,-1 4 0,2 0-90,-2 2 0,3 0 90,0 0-90,0 1 90,0 1-90,1 0 0,1 1 0,-1 1 0,2 0 0,0 0 0,1 1 0,1 0 0,2 0-90,0 0 90,2 1-180,5 3 0,2 1 90,2 1-90,0-1 90,-4-4-89,-1 0 89,0-1-90,-1 0 90,0 0-90,-2 0 90,0 0-180,-1 3 180,-2-4 90,-1 3-90,-4-4 0,0 1 0,-3-1 90,-1 1-90,-5 1 0,1-2 90,-3 2-90,3-4 90,-5 2 0,5-3-90,-3 0 90,5-3 0,3-2 0,0-3 0,4 0 0,1-3 0,2-1 0,2-1 0,1-3-89,8-13 178,-3 5-757,0 0 1,0 0 667,1-4-602,2-6 602,-6 12 0,-3 2 42,-1 2-42,-1 2 0,-1 0 0,-2 0 0,0 2 0,-1 1 0,-1 1 1155,-2 1-1065,-1 1 502,-4 1-502,1 3-32,-7 2-148,6 3-89,-3 2-91,4 0-180,1 1-450,0 1 900,1 2 0,1 2 0,-1 2 0</inkml:trace>
  <inkml:trace contextRef="#ctx0" brushRef="#br0" timeOffset="168648">18591 3414 9602,'-1'-9'1888,"-1"1"-1438,-2 5-270,-2 4-90,1 1 0,-1 4 0,1 1 0,1 2 90,-3 7-90,2-3 0,0 6-90,2-6 90,1 1-90,1 5 90,1-3-90,3 6-90,0-9 90,2 3 0,-1-8 0,1 0-90,0-2 90,1-1 0,0-2-90,1-1 90,-1-2 0,1-1 0,1-2 0,1-1 0,2-6 0,0-4 0,-2-2 0,-2-2-90,-5 4 90,-2-1 90,-1-1-90,-2-1 0,-1 0 0,-2 1 0,-1 0 0,-1 3 0,1 1 0,-2 3 0,2 2-90,0 3 0,1 1-360,0 2 0,-1 2-89,2 1-1170,0 1 1709,3 0 0,1 3 0,1-1 0</inkml:trace>
  <inkml:trace contextRef="#ctx0" brushRef="#br0" timeOffset="168917">18778 3250 11131,'-1'-8'1079,"1"1"-719,-2-1-90,1 4 269,0-1-89,-2 0-180,2 0 0,-2 0 90,2 1-270,-1 0-630,-1 1-450,-3 1-1258,1 3-1029,-1 0 3219,1 1 0,1 1 0,0 0 1</inkml:trace>
  <inkml:trace contextRef="#ctx0" brushRef="#br0" timeOffset="169655">18441 4156 10321,'-2'-7'360,"1"1"-180,0 0 180,0 2-1,-1-2 91,1 2-90,0-2-270,1 2 0,2-1 0,2 2-90,0 0 90,2 2-90,-1 0 90,2 0 0,-1 0-90,2 1 0,-1 0 90,1 0-90,-1 2 0,0 0 0,1 1 0,-1 0 0,0 2 0,-2 1 0,1 6 0,-3-2-90,-1 6 90,-4-2-90,-5 11 90,-1-3-866,-4 9 866,0-9 0,2-2-90,-3 0 54,3-3 36,0-1 0,1-3-90,3-1 90,-2 2 0,4-3 0,-1 1 0,3-6 0,1 1 683,2 0-683,0-2 39,2 2-39,1-3 0,0-1 0,2-1 0,0 0 0,1-1 0,1 0 0,0-1-90,2 0 90,0-1 0,1 0-90,1-1-90,1 0-90,0 0-90,-1-1-89,0 0-361,-1 0-539,0-1 0,-1 0 1349,-1 0 0,3-2 0,0-2 0</inkml:trace>
  <inkml:trace contextRef="#ctx0" brushRef="#br0" timeOffset="170076">18581 4237 9781,'-1'-9'540,"0"-1"-360,1 6 0,1-3 0,0 3-90,0 0 180,3-1-91,0 0-89,2 0 0,1 1 90,3 0-90,-1 0-90,3 1 90,-3 1 0,4-1 0,0 1-90,1 1 0,-3 0 90,-3 0-90,-1 1 0,-1 0 0,1 0 0,-2 1 90,2 0-180,-1 4 90,-2 0 0,0 2 0,-5 0 0,0 0 0,-1 2 0,-1 1 0,0 2 0,-1 1 0,-1 2 0,0-1 0,0 2 0,0-1 0,-1 1 0,1 0-90,0-1-180,-1 6 90,2-6-90,0 3-89,1-7-1,2-1-180,0-1-809,1-2 90,1 1 1259,0-3 0,3 3 0,2 0 0</inkml:trace>
  <inkml:trace contextRef="#ctx0" brushRef="#br0" timeOffset="170514">18913 4262 10321,'-4'-6'990,"-1"-1"-541,2 4-179,-1 0 90,1 0-90,-3 2-180,0 3 90,-1 0-90,0 4 0,2 2 89,-4 5-179,3-1 180,-3 11-180,5-8 0,0 3 0,2-5-90,1-1 0,2-1-89,2 5-1,0-4 0,2 2 90,0-7-90,1 0 90,2-2-90,0-1 90,0-1 0,1-2 0,0-1 90,-1-1-90,1-2 0,-1 0 90,0-3 0,0-1 0,-2-1 0,-1-3 0,0 0 90,-3-9-90,-1 5 90,-2-8 0,-5-1-90,-1 6 0,-2-6 90,-4 6-90,1 1 0,0 3 0,2 5-90,4 5-1169,-1 2-1979,1 2 3238,1 2 0,2 0 0,2 0 0</inkml:trace>
  <inkml:trace contextRef="#ctx0" brushRef="#br0" timeOffset="170796">19091 4068 10771,'-2'-8'1439,"0"2"-1169,-1 0 539,-1 1-629,0 0 270,0 1-180,-1 1 90,0 1-270,-1 2 0,1 1 0,-1 3-270,3-1-360,1 0 540,-1 1 0,3-2 0,-1 0 0</inkml:trace>
  <inkml:trace contextRef="#ctx0" brushRef="#br0" timeOffset="173539">18374 4911 10771,'0'-9'450,"-1"3"-360,3 0-1,0 2 1,1 0 0,1 0 0,1-1 0,1 0 0,2-1-90,1 1 90,2-1-90,1 1 90,1 0-90,-1 1 90,6 0-90,-6 1 0,4 2 90,-8 2-90,-2 2 0,-1 1 0,-3 1 0,-1 3 0,-4 1 0,-2 4 0,-4 2 0,-3 3-858,-2 2 948,-1-1-521,1 0 431,1-2 0,2-2 0,2-3 0,1-1 0,2-1 0,2-1 0,1 3 0,2-5 0,2 2 0,2-4 819,2 0-819,1-1 470,1 0-560,4 2 180,-3-2-180,3 2 90,-5-1 0,0 1 0,-2 1 0,0 4-90,-4-1 90,-1 5 0,-8 4 0,1-4 0,-5 6 0,3-8 0,0 1 0,0-2 0,0 0-90,1-1 0,1-2-90,1 0-269,-1 1 89,3-4 360,0 0 0,8-9 0,3-1 0</inkml:trace>
  <inkml:trace contextRef="#ctx0" brushRef="#br0" timeOffset="173983">18739 4911 10591,'-1'-9'1349,"1"-1"-719,-1 4-90,1-1 89,-1 3-179,0-1-360,-3 6 90,1 2-90,-3 8 90,-4 10-90,2 0-90,-4 10 179,0 9-490,3-10 311,4-9 0,1 0-2039,-1 5 1949,3-1 90,0-2-270,3 8 180,1-9-90,3 5 0,2-6 1,-1-6 89,3 0 0,-1-5 0,0-4 0,1-1 90,-1-2-90,1-1 176,0-3-86,2-2-1308,0-4 1308,-2-1 180,-1-7-180,-7 5 90,-1-3-90,-4 2 90,-1 2-90,-2 0 90,-4 1-90,0 3 0,-1 1 90,0 2-90,-1 2 0,1 3 3032,-5 4-4021,3 4-91,1 1-2197,3 3 3107,8-7 0,2 6 0,2-2 0</inkml:trace>
  <inkml:trace contextRef="#ctx0" brushRef="#br0" timeOffset="174422">18992 5082 11580,'-5'-9'630,"1"1"-450,0 1 90,1 1 0,0 1 179,-3-4-269,2 4 0,-3-2 0,3 3 90,0 1-180,-2 3 0,1 2 0,-3 4 0,2 2 0,0 3 0,-1 3-90,2 2 90,-1 1-90,2 1 89,-1 2-89,2 0 0,1-2-89,1 1-1,2-1 0,0-1-90,2 0 90,1-2-180,4 4 180,-1-7-3187,2 1 2982,-2-7 205,0-3 0,0 0 0,0-3 90,1-1-90,4-6 0,-4 0 3366,4-5-3160,-6 1-116,0-3 0,-2-2 0,-1-3 0,-2 0 90,-1-2-90,-3-2 90,-4-6-90,-1 3 90,-4-1-90,-1 7 90,-2 7-90,1 2-90,1 8-180,6 4-89,0 1-271,0 2-539,1 1-450,0 1-450,3 0 2069,1 0 0,3-1 0,0 0 0</inkml:trace>
  <inkml:trace contextRef="#ctx0" brushRef="#br0" timeOffset="174666">19179 4886 11580,'-6'-8'900,"1"1"-630,2 2 0,-1 1-1,1-1 1,-1 1 180,-1-2-270,1 1 270,-2-2-360,3 2-450,0 1-2159,0-1-758,-2 4 3017,0 1 0,-4 4 0,0 1 0</inkml:trace>
  <inkml:trace contextRef="#ctx0" brushRef="#br0" timeOffset="176556">16174 7038 10411,'5'-6'360,"-1"0"-270,-1 11-90,-2 0 0,-1 10 90,-1 5-1218,-1 6 1128,-2 7 0,-1 6 45,2-18 0,0 1-1395,-1 2 1,0 0 1349,0 2 0,0 0 0,0-1 0,0 2-840,-2 11 0,1 1 885,1-10 0,1 0-190,-2 8 1,1-1 144,3-12 0,0-2 0,0-1 0,0 0-153,0 17 243,2-2-90,0-2 0,1-3 1986,1-4-1896,1 2-180,-1-10 0,0 2-89,0-10 2046,-2-2-2317,1-2-346,-1-1 796,1-2 0,-2-2 0,1-1 0</inkml:trace>
  <inkml:trace contextRef="#ctx0" brushRef="#br0" timeOffset="177706">16099 6916 10501,'4'-6'1169,"1"1"-989,0 3 0,2 0 90,4-3 132,0 2-161,7-4-36,2 1-37,0 0 0,3 0 75,17-5-630,-14 5 1,4-1 0,-1 1 386,4-1 0,0 1-953,-2 1 0,1 0 1,-1 0 868,10-1 1,-1 0-598,-12 3 1,0 0 0,0 0 625,1 0 1,-1 0 0,1 1-408,0-1 1,1 1 0,-1 0 410,1 1 0,-1-1 0,1 1-154,0-1 0,0 1 1,0-1 234,-1 1 0,1 0 0,-1 0 246,11-1 0,0 0-246,-6 1 0,2 0 0,-2 0 79,1 0 0,1 0-109,-7 1 0,2-1 0,-3 1 0,0 0 0,-3 0 562,-2 0 0,-1 0-562,18 1 0,-10 1 90,-5-1-90,-5 1 0,-5-2 90,-2 1 1952,-2 0-2042,-1 0 1137,-2 0-957,3 0 2458,-4 0-2549,1 0 662,-3-1-661,0 1-90,0-1 0,0 1 90,0 0-90,-2 1 0,1 0 90,0 1-90,-1 2 0,0 0 0,1 2 0,-2 0 90,1 3-90,-1 0 0,0 4 0,-1 11 90,0 12-1675,0 4 1585,-1-17 0,0 1 0,0 9 0,0 1 0,1-9 0,-1 1-1011,1 11 0,-1 0 1056,1-10 0,0-2-45,0 1 0,0 0 0,1 0 0,-1 0 0,1 0 0,0 0 0,0 0 0,0-1-531,1 1 1,0-1 530,-1-1 0,1 0-923,1 0 0,-1 0 923,0-2 0,1 1 45,0-2 0,-1 0 575,5 18-620,0-4 0,-1-4 354,-2-11 0,0 0-354,1 8 0,2 6 962,-4-16-962,0-3 2980,0-1-2980,-1-3 0,0 0 128,0-1-38,-1-1 1025,-1 0-1115,1-2 0,-1 0 0,0-1 0,1 0 0,-1 0 0,1-1 0,-2 0 0,1-1 0,-1 1 0,0 1 0,-1 1 0,1-1 0,-1 1 0,1-4 0,0 3 0,-1-1 0,1-1 0,-2 1 0,0-2 0,0 0 0,-1 2 0,0-2 0,0 0 0,-2 0 0,0 0 180,-5 3-90,-6 0 0,0 1-90,-3-1 90,2-2-90,-4 0 90,-3 0-827,-4 0 826,-4 0-1450,-4 1 1451,-4-2-90,17-1 0,0 0 45,-2 0 0,-1-1-45,0 0 0,0-1 0,-3 1 0,1 0 45,-2-1 0,0 0-1386,-1 0 1,0 0 1340,-1 0 0,-1 0 45,-4 1 0,0-1-45,-1 1 0,0 0-905,0-1 1,-1 1 904,-1 0 0,-1 0 30,9-1 0,-1 1 0,1 0-485,-8 0 1,1 0 454,8 0 0,0 0 0,2 0 126,-2-1 0,3 1-126,0 0 0,1 0 0,1 0 0,1 0 422,3-1 0,1 1-422,-18 0 90,11 0-90,4-1 0,5 1 1901,5-2-1901,2 1-180,-2-1 90,4 1 2226,-4 0-2406,7 0 207,0 0-296,1 1-91,3-1 1079,-1 2-1799,0-1-1258,1 1 2428,-1 1 0,2-2 0,1-1 0</inkml:trace>
  <inkml:trace contextRef="#ctx0" brushRef="#br0" timeOffset="179513">17029 6882 9691,'-8'-4'-89,"-1"1"89,4 2 89,-1-1-89,-1 0 90,-6-1-90,2 1 90,-6 0 0,3 1 0,-2 1 0,-2 0-18,-1 2 94,-5 2 5,0 1 3,-14 7-81,9-1-1216,-7 7 1317,9-1-80,2 4 24,0 5-103,2 3-11,3 3-14,2 3-1382,4 3 1363,7-17 1,2-1-24,-3 20 52,5-17 0,1-1-51,2 0 0,0 0-362,0 1 1,0 1 424,3-1 0,-1 1 40,1-1 1,1 0-50,1 0 0,1 0 40,0-1 1,1 0-93,1 0 1,1-1 1,0-1 0,1 0 2,7 6 0,1 0-20,-4-7 0,1-1-614,5 5 0,1-1 511,10 2 13,1-2 19,-1-8-1258,1-2 1452,0-5-85,2-5-216,-4-4 1,2-2 266,-9 0 1,2-1-282,9-4 0,0 0 282,-10 0 0,0-1-347,9-7 0,0-1 302,-6 2 0,-1 0 45,6-5 0,-2-1 377,-9 4 1,-1 0-423,-3 1 0,0 0 45,-2-1 0,0-2-45,4-9 0,-2-2 0,-5 8 0,-1-1 138,2-8 0,-2 0-138,-6 9 0,-1 0 0,-1 1 0,-2-1 0,0-1 0,-2 0 45,-1 1 0,-2 0 46,-1-1 0,-1-1-91,0 1 0,-3 0 0,0 1 0,-1 0 546,-1 2 0,-1 0-546,-2 0 0,-1 2 45,0 0 0,-2 2-45,-2 1 0,0 0 0,-1 2 0,-1 1 0,-1 1 0,-1 2 0,-1 1 0,0 1 0,-1 2 0,-1 1-553,-13 2 1,0 4 552,9-1 0,0 3 0,-3 2 0,-3 1 0,3 2-111,4 1 1,1 1 65,-7 3 0,0 2-129,13-3 1,1 0-7,2 0 0,0 1-104,1 1 1,1 1-437,1 0 1,0 1-46,3 0 1,0 0 764,-10 17 0,3 4 0,2 0 0</inkml:trace>
  <inkml:trace contextRef="#ctx0" brushRef="#br0" timeOffset="180206">17056 7652 9512,'-8'-5'-90,"-1"1"270,0 3-91,0 0 91,-8 2-90,5 0 0,-6 2 0,4 1 0,-1 0 0,0 3-90,-3 2-461,-1 2 551,-2 2-90,-1 2 90,1 2-90,0 2 0,1 1 90,2 2-90,0 1 0,2 2 0,1 1 90,2 0-90,2 3-3210,2-1 3250,1 1 88,3 0-215,2-1 119,4 10-5,2-8-4,4 9-684,2-12 661,2 0-39,2-2 91,2 0-87,2-3 3,3-1 154,2-2-146,2-2 4,2-3 20,1-3 0,1-2 0,2-1 2067,1-4-2067,1-1 0,-7-4 0,1-1-1257,-6 0 1,1-1 1211,7-2 0,-1 0 45,13-5-169,-1-3 169,-2-1 0,-2-3 0,-4 1-172,-1-3 172,-6 2 0,2-6-203,-6 2 203,0-3 0,-4 0 0,-2-1 0,-2-1 0,-1-1 0,-3-1 801,-2-1-711,-2-12-90,-4 7 45,0 12 0,-2 1-1402,-3-11 1357,-2 0 90,-4-3-119,-3 1 119,-2-2-1,-4 3 1,-1 2 0,-4 4 0,-2 1 0,-5 3 0,-2 3-45,15 10 0,-1 1 0,-1 2 0,1 0-45,-2-1 0,-1 2 90,-11 0 0,-3 2-90,9 1 0,-1 1 45,-10 0 0,-1 3-45,11 1 0,2 1 45,-1 1 0,0 0-130,1 2 1,-1 0 84,3 2 0,-1 1 45,-9 5 0,1 2 115,10-3 0,0 1-295,-5 4 0,2 1-90,10-5 1,3 1 287,-11 14-1682,7-1-360,4 1 2418,7-3 0,1 5 0,2 2 0</inkml:trace>
  <inkml:trace contextRef="#ctx0" brushRef="#br0" timeOffset="181015">16861 8265 10231,'-10'0'90,"1"0"90,3 0-90,-1 1 0,2-1 0,-2 2 0,1 0 0,-3 2 90,-5 2 0,0 1-91,-3 2 1,4-2 0,-5 3 0,0 0-621,-4 2 621,0 1 0,0 0 0,1 1 0,0 1-90,0 0 90,-7 6 0,7-4-90,-4 4 90,11-7-90,-3 4 0,6-5 90,-11 12 0,12-13-45,-8 8 0,-2 2-45,-6 1 164,2-2 1,-3 0-120,-3-5 0,1-3-45,8-3 0,-1-1 0,-15 4 0,-2-4-90,10-7 0,1-3-270,1 2 1,3-5-1280,3-9 1,7-4 1429,13-10 1,6 5 0,2-1 0,8-12 0</inkml:trace>
  <inkml:trace contextRef="#ctx0" brushRef="#br0" timeOffset="182699">18655 6917 10411,'1'-7'-630,"-1"1"451,0 0 538,1 1-179,1 12-180,0-1 90,2 12-90,-2-7 90,1-1-90,-2-3 90,1 1-90,0-1 90,0 0-90,-1 0 0,1-1 90,-1 0-90,0-1 90,1 0 0,-1 1 0,0-2 0,0 2 90,0-2 89,0 0-179,0 1 180,0-1-450,-1 1 0,-1-1-179,-3 0 89,-1-2-450,1-1-1349,-1 0 2069,-1-1 0,2-2 0,1 0 0</inkml:trace>
  <inkml:trace contextRef="#ctx0" brushRef="#br0" timeOffset="184998">18646 6968 8522,'-3'-10'90,"1"1"90,1 2 0,0 0 270,1-3-181,0 3 181,0-2 180,-1-1 179,1 4-629,0 15-90,0-1-90,-1 19 90,0-7-963,0 7 963,0 5-90,1 5-616,-1-15 1,1 0 615,0 0 0,0 1 45,0 3 0,1-1-45,-1 1 0,0 1 45,-1 0 0,1 0-45,0 1 0,0 1 45,0-1 0,-1 2-45,1-3 0,0 3 0,-1-3 45,1 6 0,0 0-45,-1 9 0,0-2-881,0-11 1,0-2 880,0-1 0,0 1 0,0-1 0,0-1-424,0-2 0,0-1 469,0 0 0,0-1-108,0 15 63,-1-1 0,1-6 0,-1-3 732,1-6-732,0-2 90,-1-3 1620,2-1-1710,-1-2 0,1-2 1225,-1-1-1225,0-1 1137,1-1-1137,-1 1 242,0-2-152,0 2 0,-1-4 0,0 1-1,-1-3 1,0 0 0,-1-1-90,0 1 0,9-2 0,5-1 0,6-1 0,3 0 0,-1 0 0,6-1 0,17-2-879,-1-1 879,-3 1 0,1 0-1551,-11 2 1,-1 0 1550,8-2 0,2 1 45,2 0 0,0 0-1082,-8 0 1,0 1 991,9-1 0,0-1-372,-12 3 0,-1-1 417,1 1 0,-1 0 0,-1 0 0,0 0 45,-1-1 0,-1 1-45,-1 1 0,-2-1 0,19-1 0,-5 2 190,-3-2-190,5 0 0,-10 0 0,1 0 0,-11 1 1755,-1 0-1845,-2 0 90,0 0 2714,-1-1-2714,3 1 1879,-5 1-1789,2 0 259,-5 0-349,0 1 0,-2-1 0,1 1 0,0 0-90,-1 0 180,0-1-90,0 1 0,-1-2 180,1 1-90,-1 0 90,-1-2-180,-1-1 90,-1-1 0,-2-2 0,0-3-90,0 3 0,-2-7 0,2 6 0,-2-5 90,-1-4-90,1 0 0,0-6-3277,-1 0 3162,0-4-1078,-1-4 1193,0-3-882,1-6 882,1 18 0,1 1 0,0-3 0,0 0 0,-1-1 0,1-1 0,0 1 0,-1-1 0,0-1 0,1 0 0,-1 0 0,1-1 0,-3-12 0,0-1 0,2 11 0,-1-1 0,0-9 0,-1 1 0,2 11 0,0 2 0,0-1 0,0 1 0,0 1 0,-1-2-321,0-6 0,0 0 321,1 9 0,0 0 0,0-5 0,0 1 0,-1-7 0,2 5 1781,0 4-1781,0 4 0,0 4 0,0 1 1266,0 3-1266,0 2 1342,2 1-1342,-3-3 1338,2 4-1338,-1-2 0,1 6 0,-1 0 292,1 1-292,-2 0 0,1 0 0,-3-1 0,2 3 0,-6-2 0,4 4 0,-5 0 0,5 1 0,-3 1 0,2 0 0,-1 1 0,-1 1 0,0-1 0,-1 1 0,-2-1 0,0 1 0,-2 1 0,-2-1 0,0 1 0,-3 0 0,-18 4 0,7-2-319,8-2 0,-3 1 319,-3-1 0,0 1-970,4-1 0,1 0 970,-9 1 0,-1 1 0,7-2 0,2-1 0,-2 1 0,1 0 0,-2 0 0,-1 0-1269,-10 1 0,0 0 1269,8-1 0,1 0 0,-9 2 0,1-1-849,12-2 1,1 0 848,-18 4-269,5-2 269,9-1 0,4 0 0,6-2 800,3 0-890,1 0-90,4 0-540,1 1 1691,12 2-1781,1-2 2033,5 2-3382,-1-2 2506,0-1 1,4 0 0,0 0 0</inkml:trace>
  <inkml:trace contextRef="#ctx0" brushRef="#br0" timeOffset="186130">19165 7676 9871,'-8'-5'1080,"1"1"-720,3 2-91,0 0 1,0 0-90,-2 1-90,0 2-90,0 1 90,1 1-90,1 0 90,0 0-90,-1 2 90,0 0-90,0 2 0,0 0 0,0 1 90,1 0-90,0 1 0,0 1 90,1 0-90,1 1 0,0-1 0,0 1 0,1 0 90,1 0-90,0-1 0,1 1 0,1-1 0,0-1 0,0 1 0,1-2 0,1 1 0,1-1 0,0-1 0,4 2 0,-1-3 0,2 1-90,-1-4 180,-1 0-180,0-2 90,1-1 0,0 0 0,1-1 0,-1 0 0,0-3 0,3-1 0,-3-1 90,2-1-90,-5 0 0,0 0 0,-2 0 0,0-2 0,-2 0 0,0 0 0,-2-2 0,-1 1 0,-1-1 0,0 1 0,-1 1 0,-1 0 0,-1 1 0,-1 2 0,0-1 0,-4 2 0,3 2 0,-4 0-90,-1 3 0,3 2-90,-4 0-90,5 1-90,-1 1-89,1-1-181,0 1-899,0 1 0,1-2 1529,0 1 0,-2 1 0,-2 1 0</inkml:trace>
  <inkml:trace contextRef="#ctx0" brushRef="#br0" timeOffset="186742">19111 7910 9871,'-4'-2'1080,"3"0"-990,-5 7-90,3-1 0,0 1 90,1 0-90,-2 8 0,2-4 0,0 6 90,2-6-90,0 0 0,1 1 0,1 0 0,1 1 0,-1-1 0,3 0 0,-1 0-90,3 0 90,0-1-90,0 0 90,2-1-90,6 2 90,-3-3-90,5 0 90,-4-4 0,-1-1-90,1-1 90,-1-1 0,0-1 0,0-2 0,0 1 0,0-1-90,-1-2 180,0-1-90,-2-2 0,0-1 0,-1 0 90,-1-2-90,-1 0 90,-2-2 90,-1 1-90,-1 0 0,-2-1-1,-2 1 1,-1-1 90,-4-4 0,-6 1-90,0 1-90,-3 3 90,4 8 0,-1 0-90,1 2 90,-1 2-90,0 1 0,0 1 0,0 2-180,0 0-90,0 1-179,0 1-91,1 0-989,1 1-180,1-1 1709,0 2 0,-2 1 0,0 2 0</inkml:trace>
  <inkml:trace contextRef="#ctx0" brushRef="#br0" timeOffset="187426">19278 8103 9422,'7'-3'90,"-1"0"89,-3 1-89,1-1 630,7-6-630,-4 5 180,7-8 90,-6 6-270,0 0 359,6-5-269,-2 5 90,6-3-90,3 11-90,-3 10-90,0 8 0,-8-2 0,-3 0 0,-4-12 90,1 2-90,-1-5-90,5-4 0,-2 0 0,2-3-90,-3 1-180,0-1-2158,4-5 2518,-2 1 0,3-6 0,-4 2 0</inkml:trace>
  <inkml:trace contextRef="#ctx0" brushRef="#br0" timeOffset="201114">20286 3292 9422,'1'-9'2428,"-1"2"-2248,-2 2-90,-3 1 0,1 2 0,-2 0 0,1 1 0,-2 1-90,-2-1 90,0 2-90,-2-1 90,-1 2-90,0 0 90,-2 1-90,-2 0 0,1 2 0,-1 0 90,1 1-90,-1 0 0,1 2 0,0 0 0,3 1 0,-1 0 90,3 0-90,1 2 0,1-1 0,2 1 0,1-1 0,1 5 90,3 2-90,1 1 0,6 3 0,0-6 0,3 2 0,-1-3 0,1-2 0,1 1 0,0 0 0,1-1-359,2 2 359,-1-1-90,2 1 90,-2-1 0,-2-1-90,1 1 90,-1-1-90,-1 0 0,-2 0 0,1 4 0,-4-3 0,1 3 0,-4 1 90,-1-4 359,-1 3-449,-2-4 90,0-1-90,-3 1 90,0-2 0,-1 1 0,-1-1 0,-1 1-90,-2-1 90,-1 0 0,-1-2 0,1 1 0,-5-1-90,4-1 90,-7 0 0,10-4 0,-3 0-90,6-2-90,0-2-269,0-2 179,2-1-180,0-1-360,2-1-359,3 1 180,0-1 989,2-1 0,2-4 0,2-2 0</inkml:trace>
  <inkml:trace contextRef="#ctx0" brushRef="#br0" timeOffset="201526">20311 3630 9691,'2'-9'1530,"-1"1"-451,0 3-1079,-2 18 90,0-4 0,0 16-90,-1-3-898,1 1 898,-1 7 45,0-7 0,0 1 45,-1 13-90,1-12 0,0 1 45,0 0 0,0 0-45,-1 13 0,1-13 0,-1-1 0,0 9 90,1-1-90,-1-4-135,1-3 135,1-5-90,0 4-90,0-9 0,0 3-90,0-9-89,1-2-541,-1-2 900,-1-2 0,0-15 0,0-4 0</inkml:trace>
  <inkml:trace contextRef="#ctx0" brushRef="#br0" timeOffset="201890">20282 3728 9691,'0'-7'0,"1"0"0,0 0 90,0 1-90,0-1 90,1 2-90,0 0 90,1 0-90,0 0 0,2 1 0,0-1 90,1 0-90,1 2 0,0-1 0,6 1 0,-3 2 90,9 1-90,-7 2 0,6 4 0,-4 1 0,-1 1 0,-4 1 0,-4-1 0,-2-1 0,-2 1 90,-2 5-90,-2-4 0,-2 4 0,-1-4 0,-2 0 90,0 0-90,-1-1 0,-2 1 0,-3 1 0,4-3 90,-3 2-180,6-5 0,1 0-90,0-1 180,1-1 0,1-4 0,1-1 0</inkml:trace>
  <inkml:trace contextRef="#ctx0" brushRef="#br0" timeOffset="202621">20594 3739 9062,'2'-7'989,"0"-1"-539,-2 3-270,-1-2 0,0 3-90,-2-1 90,0 2 0,0 1-91,-3 0 1,1 1 0,-2 0-90,3 3 90,-2 0 0,0 2-90,-1 0 0,1 3 90,0 1-90,1 1 0,1 2-90,1 0 0,0 0-180,1 5 1,2 1 89,0 0 90,3-3-90,1-4 0,-1-2 90,2-2-90,0 0 90,0 0-90,1-2 90,-1-1 0,0-2 0,0-1 1,0-2 89,1 0-90,-1-3 90,1 1-90,-1-2 90,0-1 0,0 0 0,-1-1 0,0 1 90,-1-1 0,1 2-1,-2 0-89,1 1 90,-1 0 0,0 2-90,1 0 0,1 3 90,0 1-90,1 3 0,-2 0 0,1 1 90,0 0-90,2 1-90,-1-1 90,1 1 0,1-2 0,0 1 0,1-2 0,0-1 0,4-2 0,-3-1 0,3-2 0,0-5 0,-2-1 0,3-5 0,0-11 0,-4 3 0,4-12 0,-5 6-454,0-3 364,-3-2-894,0-3 984,-3-1 0,0 0 0,-2-1 90,-1 3-90,0 5 90,-1-2-320,0 13 320,0 0-90,0 12 0,-3 11 398,2 4-398,-3 10 90,2 4 912,0 3-1002,0 5 0,1 2-1082,1 1 1172,0 0-90,0-1 0,1 1-308,0 6 308,1-5 0,0 2-470,2-10 470,0-5 90,1-4-90,1 1 0,1-4-90,0 0-89,1-4-91,1-1-90,1-3-809,1 0 1591,0-3-422,0-1 0,6-4 0,1 0 0</inkml:trace>
  <inkml:trace contextRef="#ctx0" brushRef="#br0" timeOffset="202843">20866 3713 9422,'1'-8'449,"0"1"-89,5-1-270,-2 3 0,3-2 0,0 1 0,1 0 0,1-1 0,0 1-90,1 0 0,-1 1-180,0 1-180,0-1-180,-1 2-629,-1 0 180,-1 0 989,-1 3 0,-2-1 0,-1 1 0</inkml:trace>
  <inkml:trace contextRef="#ctx0" brushRef="#br0" timeOffset="203083">21074 3703 11850,'4'8'360,"-2"1"-360,-2 0 90,0 2-90,0 1-180,1 6-270,0 2-359,-1 4 89,0-5-629,0-4 90,0-6 1259,0-1 0,-1-1 0,1 0 0</inkml:trace>
  <inkml:trace contextRef="#ctx0" brushRef="#br0" timeOffset="203299">21148 3411 10231,'-3'-8'450,"0"1"-360,1 2 90,0 0-180,1 0 0,0 3 0,1-1 0</inkml:trace>
  <inkml:trace contextRef="#ctx0" brushRef="#br0" timeOffset="204026">21244 3771 10231,'1'-9'1529,"0"1"-1349,-2 2 0,-1 1 0,-1 0 180,-4 0-270,1 3 0,-3 0 0,3 3-90,-1 2 0,0 2-90,-1 1 0,1 2-90,0 0 0,0 2-360,0 4 270,1-4-359,1 4 269,2-1 90,2-3 90,1 2-90,1-6 90,1 1-89,0-3-1,2 2 0,1-4 180,2-1 0,-1-2 0,2-2 90,-2-2 0,-1 0 0,1-1 90,-1-1 0,0-1 90,2-1-90,-3 1 0,1-1 0,-2 5 0,-1-1 90,1 1-90,-1 1-1,2 4-89,-1 0 90,0 5-90,-1-2 0,1 2 90,0 0-90,1 1 0,-1-1 0,2 1 0,-1-1 0,1 0 0,3 2 0,-2-4 0,3 2 0,-3-4-90,4-3 90,-3 0 0,4-3 0,-3-2 0,-1-1 0,0-2 0,0-2 0,0-2 0,-1-6-211,1-3 211,0-6-698,-1-1 698,-1-3 0,-1-1 0,-1-3 0,-1 9 0,0 0-1291,0-14 1336,-1 14 0,1 2 45,-1-5 80,-1 5-81,1 6-89,-1 5 620,-1 4-530,1 3 0,-2 11-90,0 3 1501,-1 10-1411,1 0-90,-1 8-1983,0 3 2073,0 5 0,-1 2 0,-2 4 0,2-2-2825,-1 2 2825,2-4-90,0 0-713,2-1 713,0-1-337,3-1 426,0-5 656,2-3-745,1-4 0,1-2 2111,1-2-2471,1-3 977,1-2-1966,1-2 1123,-1-4 226,1-1 0,5-3 0,1 0 0</inkml:trace>
  <inkml:trace contextRef="#ctx0" brushRef="#br0" timeOffset="204688">20329 4517 10051,'1'-9'990,"2"-1"-900,0 5 90,2-2-1,1 2-89,2 0 90,3-1-90,2 0 90,18-6-90,-6 4 0,14-5 0,-17 6 0,0 2-90,12-4 0,-12 3 0,0 1-1807,6-1 1537,-2 0-892,1 0-367,-10 3-270,-1 0 1799,-9 3 0,-3 0 0,-1 1 0</inkml:trace>
  <inkml:trace contextRef="#ctx0" brushRef="#br0" timeOffset="204974">20569 4487 10771,'-2'3'450,"1"-1"-450,2 10 0,1-1 90,0 1-90,-1 2 0,1 5 89,-2 1-89,0 7 0,-1 1-997,-1 4 1087,0-2-90,-2 0 0,1 0 0,1-2-180,0-3-822,1 4 103,0-9-270,1 3 1169,0-4 0,2-3 0,1 3 0</inkml:trace>
  <inkml:trace contextRef="#ctx0" brushRef="#br0" timeOffset="205183">20471 4978 9602,'6'4'719,"-1"0"-539,3-3 0,0-2 0,1 0-90,3 0 90,2-2-90,3 0-180,1-1-180,1-1-3007,0 1 1273,2-2 565,-2 0 1439,0 0 0,2-3 0,-1 0 0</inkml:trace>
  <inkml:trace contextRef="#ctx0" brushRef="#br0" timeOffset="205658">20761 4777 10411,'0'-7'900,"0"1"-361,-1 0-89,0 0-90,0 1 539,1-1-719,3 14-90,-1 3-90,2 9 90,-4-2-90,0-3 0,-1 2 0,-1 2 0,0-2-90,-3 8 0,3-9-180,-4 11 180,3-15-90,-1 5-269,2-10 359,7-7 90,-2-5-90,7-9 90,-1-3 0,2-1-90,2-4 90,1 2 0,0-1-281,0 1 191,-1 2 90,3-1 0,-5 8-90,2-1 90,-2 7 0,-4 3 0,2 2 0,-3 3 0,0 2 281,-2 2-281,1 0 0,-1 3 0,-1 1 0,0 1 0,0 1-90,-1 1-90,1-1 90,0 1-180,1-1 0,0 0-89,0-1-91,0-2-270,1 0-539,1-2 180,0-1 1079,1-2 0,3 0 0,1-1 0</inkml:trace>
  <inkml:trace contextRef="#ctx0" brushRef="#br0" timeOffset="206080">21046 4766 10141,'0'-8'1439,"0"0"-989,-1 1 630,2 2-991,2 6 1,0 1 0,2 7 0,-1 0 0,0 2-90,1 1 90,-1 1-90,1 2 0,-1 1-90,1 0 0,0 1-90,0 0 90,0-2-89,0-1-1,-1-1 0,0-2 90,-1-1-90,0-1 90,0-2-180,0 0 180,2-5 90,1-4 0,2-9 0,-1-3 0,1-4 90,2-15-90,-3 8 0,3-12-655,-5 15 655,-1 3-10,-1-3-80,0 6-90,0-1-179,-2 6-1890,0 4 2249,-1 1 0,0 4 0,0 0 0</inkml:trace>
  <inkml:trace contextRef="#ctx0" brushRef="#br0" timeOffset="206280">21306 4834 13379,'5'-7'0,"-2"1"0,-1 5 0</inkml:trace>
  <inkml:trace contextRef="#ctx0" brushRef="#br0" timeOffset="207096">22255 3235 11131,'5'-7'629,"0"1"-539,-2 8-90,-1 1 90,-1 7-90,0 2 90,0 5 0,-1 17-90,0-3-661,0-10 0,0 1 751,0 11-90,0 0-86,2 0 86,-2-1 0,1-10 0,-1-1-544,0 10 274,1 7-270,0-8 181,0-10-1,0 4-180,-1-11-809,1-2 1421,-1-1-72,1-1 0,-1-2 0,-1-1 0</inkml:trace>
  <inkml:trace contextRef="#ctx0" brushRef="#br0" timeOffset="207682">22252 3314 9422,'1'-9'-180,"1"2"180,0 2 0,1 1 90,0 0-90,1 1 90,1-1-90,1 1 0,1 0 90,7 0 0,-3 0-90,5 0 89,-2 2-89,0 0 90,8 2-90,-5 0 0,4 2 90,-7 0-90,0 2 0,-1 2 0,-2 0 0,-3 2 0,-1 1 0,-3 1 0,-2 1 0,-2 1 90,-3 0-90,-1 2 0,-3 0 0,-2 2 0,-2 0 0,-2-1 0,0-2 0,1-2 0,1-2 0,-5 2 0,4-2 0,-1-1 0,5-2 0,4-4 0,0-1 0,9-2 90,-4 0-90,8-2-90,-5 1 90,0 1 90,3-1-90,-1 3 0,2 2 0,-4 1 90,1 8-180,-3-3 90,1 4 0,-1-2 90,0 1-180,1 1 180,0 0-90,1 2 0,1-1 0,1 0 0,1 0 0,0-2 0,2 0 0,0-1 0,1-2 0,0 1-90,1-4 0,0 0-90,1-3-179,-1 0-1081,6-2 991,-5 0 449,4-2 0,0-2 0,2-2 0</inkml:trace>
  <inkml:trace contextRef="#ctx0" brushRef="#br0" timeOffset="208372">22749 3607 9691,'-8'-6'630,"0"0"-450,4 5 0,-2 0 0,1 1-90,-3 2 90,1 0-90,-1 1 0,0 1-1,-1 1 1,0 0-90,0 2 90,0 1 0,0 1 0,-1 5-90,3-4 90,-2 5-90,5-5 0,2 4 0,1-3-90,2 2-90,1-4 90,2-1-89,2 0-181,4 1 180,0-3 0,2 0 0,-2-3 90,-1-1 0,0-1-90,1-2 90,-1 0 0,1-2 0,-2 0 90,0-1-90,-2-2 1,-1-1 89,0 0 0,-2 0 0,0-1 0,-2 0 0,0 0 0,-2 0 89,1 0 1,-2-2-90,1 3 90,-1-1-90,1 1 0,0 3 90,2-4-90,1 4 0,2-2 0,-1 3 0,2-1 0,-1 0 90,2 0-90,0-1 0,0-1 0,1 0 0,0-1 0,2-2 0,1-2 0,0 0 90,1-5-90,0 0 0,1-5 0,-1-1 0,-2-2 0,-1-1 0,3-12-1109,-4 9 1199,0-7 0,-3 15 0,-3 3 0,1 3 0,0 2 0,-1 0 0,0 4 0,0 0 90,-1 3-90,0 23-90,-1-5 0,-1 20 0,1-12 90,-2 20-90,2-10 421,-1-8 0,1 0-421,0 0 0,0-1 90,-1 13-90,1-14 0,0 0 0,0 6-713,1-4 713,0-1 0,1-2 0,0-1 90,2-1-180,0-2 90,2-1-180,-1-1 0,1-3-180,0-1-89,0-2-901,1-2 338,0-3 1012,1 1 0,-1-4 0,1 1 0</inkml:trace>
  <inkml:trace contextRef="#ctx0" brushRef="#br0" timeOffset="208605">22870 3579 9871,'2'-9'360,"-1"2"-270,3 2 0,0 2 90,1-2-90,1 1 0,2-1 0,2 1-90,2-2 90,2-1 0,4-1-360,8-1-90,-4 1-360,4-1-539,-11 4 360,-1 1 899,-3 2 0,3-1 0,-1 1 0</inkml:trace>
  <inkml:trace contextRef="#ctx0" brushRef="#br0" timeOffset="209313">23139 3609 11580,'-6'-8'720,"-1"4"-540,-1 7-90,2 1 0,-2 3-90,2 0 90,0 1 0,0 2-90,0 1 0,1-1 0,0 1-90,2 0-90,0 0 0,0-1-180,2 4 90,0-4 90,0 2 0,3-5-89,-1 0-91,3-1 180,0-1 90,1-1-90,0-3 90,1-1-90,3-3 90,-2 1 0,3-3 0,-3-1 0,0 1 90,0-3-89,-1 1 89,0-1 89,-1 1-89,0 0 90,0 2 0,0-2-90,-2 2 90,1 0-90,0 6 0,-1 1 90,0 4-90,-1-1 0,0 1 0,0 0 0,1 1-90,-1 0 90,2 0-90,0 0 0,0 0 0,1-2 1,0 0-1,4-1 0,-2-1 90,2-1-90,-1-3 90,5-4-90,-2-1 90,5-4 0,-4-1-90,1-3 90,0-4 0,2-5-739,-1-2 649,-1-5 90,1-4 0,-2-4 0,-1-2 0,-6 20 0,-1-1 0,2-18-1033,0 0 1212,-3 3-89,0 3 180,0-5-808,-1 10 628,0 3 90,-2 11-90,-3 16 610,0 9-700,-3 6 0,0 10 0,1-1-1078,0 3 1078,-1 2 0,0 2-239,-2-1 329,1 2-2423,0-2 2333,1-1 0,0 1-129,2-2 129,1-1 90,0-4-90,4 8-90,1-11 972,3 7-1152,1-12 0,1-1 217,2-2-1027,1-2 3532,0-2-2452,0-2 0,3-1 0,1 0 0</inkml:trace>
  <inkml:trace contextRef="#ctx0" brushRef="#br0" timeOffset="209538">23400 3595 9512,'4'-6'449,"3"0"-359,0 4 0,3-1 0,0 1 0,0 0-90,2-1 90,0 0-180,2 0-90,0-1-180,0 2-449,0-1-181,-2 0 541,0 2 449,-4-1 0,0 1 0,-1 0 0</inkml:trace>
  <inkml:trace contextRef="#ctx0" brushRef="#br0" timeOffset="209751">23594 3622 11940,'3'8'720,"-1"-1"-630,-1 1 0,0 0 90,0 2-90,0 1-180,0 1 0,0 1-180,0 1 0,0-1-180,0 2-90,0-3-1169,-1 0-449,1-1 2158,0-1 0,-1 1 0,0 0 0</inkml:trace>
  <inkml:trace contextRef="#ctx0" brushRef="#br0" timeOffset="209966">23696 3405 11131,'1'-9'0,"-1"2"0,0 1 0,0 3 0,0 1 0</inkml:trace>
  <inkml:trace contextRef="#ctx0" brushRef="#br0" timeOffset="210848">23789 3728 10591,'1'-8'1169,"-1"0"-989,-2 2 180,-1 1-270,0 1 270,0 2-270,-3 1 0,1 2 0,-2 2 0,-1 5-90,3 0-90,-2 4-90,3-2 0,0 0-270,0 5-180,2 1-89,3 3 449,0-5-90,4-3 90,0-4 0,0-1 1,1-1 89,0-1 0,1-2 0,0 0 0,4-3 90,-4 0 90,5-4 0,-6 0 90,1-2 0,-4 2 0,-1-1 0,0-1 180,-2-4-180,-1 2 90,-2-3-90,1 4-1,-1 1 1,0 0 90,-1-1 90,2 2-180,-3-6-90,6 7 0,-1-4 90,4 6-90,-1-1 0,3 1 0,0 0 90,2-1-90,6-3 0,-1 0 0,3-1 0,-3 1 90,-2 1-90,0 0 90,-2 0 0,-1 1 0,0 0 0,-2 1 90,0 1-90,1-2 0,-3 3 89,2-2-89,-2 5-90,-1 1 90,0 4-90,-1 1 90,-2 5-90,-1 3 0,0 2 90,-1 1-90,1-5 0,-2 1 0,1 0 0,0-2 0,-1 0 0,1-2 0,0-1 0,0 0 0,0-2 90,0-1-90,0-1 0,1-1 0,4-12 0,0 3 0,5-11 90,0 5-90,3-3 0,2-2-872,2-3 872,1 0 0,0 1 0,1 1-152,-2 2 152,-2 3 0,-1 2 0,-2 2-90,-1 3 90,0 0 0,-1 3 0,-1 1 0,-1 1 858,1 3-858,-1 4 166,-1 0-166,0 5 0,-3-1-90,-2 2 90,1 1-90,-2 0 0,2 1 0,-2-1 0,2 1-89,-1-1-1,0-2-90,1 1-90,1-2-90,1-1-899,0-1 180,1-2 1169,0 0 0,5 0 0,0-1 0</inkml:trace>
  <inkml:trace contextRef="#ctx0" brushRef="#br0" timeOffset="211498">24403 3670 10591,'-1'-8'1529,"-1"1"-899,0 2-450,-2 0 89,1 2-89,-3 0 180,3 1-270,-5 1 90,3 2-90,-5 1 0,3 0 0,-1 3 0,0 0 0,0 3-90,0 0-180,-2 6 0,2-3-360,-1 8 270,5-7-89,1 2-1,2-6 0,1 0 90,1-2-359,2 2 359,1-3 0,1 1 0,0-3 90,0-1 0,1-1 0,0-1 90,0-1 0,1-2-89,-1 0 179,1-1-90,3-3 180,-2 2 89,3-4-89,-5 5 0,2-2 0,-4 3 0,-1 1 0,1 1-90,1 2 90,-1 2 0,0 2-90,0 0 0,-1 0 0,1 1 0,0-2 0,0 1 0,0-1-90,4 1 90,-3-1 0,6-1 0,-5-3 0,4 0 0,-4-2-90,1-1 180,0-2-90,1-2 0,1-2 0,6-12 0,-2 1 0,5-9-317,-9 11 0,1-1 317,6-15 0,-6 11 0,0 0 90,6-14-90,-1-1 90,-1 1-1287,-1 4 1287,-2 0 0,-1 5-503,-3 3 503,0 5 0,-2 5-90,-2 4 606,1 3-426,-2 3 1109,-2 10-1289,-2 3 90,-3 13-2864,-2 2 2774,-3 8 0,-1 4 90,-3 4-90,6-19 0,1 0-1726,-7 19 1726,1 0-1786,3-4 1696,2 0-270,1 6-580,4-4 490,1-2-809,5-9 179,3-10 1462,1-2 1,5 2-1,3 0 1</inkml:trace>
  <inkml:trace contextRef="#ctx0" brushRef="#br0" timeOffset="211682">24841 3713 10861,'4'-5'1079,"2"3"-2608,-3 3-1349,3 2 2878,-4 0 0,-1-2 0,0 1 0</inkml:trace>
  <inkml:trace contextRef="#ctx0" brushRef="#br0" timeOffset="212299">23301 4232 9781,'-9'-3'-90,"2"0"180,0 1 0,3 1 270,0 0 0,-1 0 1619,1 0-1619,13 4-180,6-3-1,9 3-543,1-3 544,-1-2-146,15-2 11,-16 1 0,-1 1-135,1-1 0,0-1-766,3 0 0,-2 0 316,1-1-179,3-2-2558,-13 3 3051,-8 2 1,-1 0-1,-5 2 1</inkml:trace>
  <inkml:trace contextRef="#ctx0" brushRef="#br0" timeOffset="212564">23417 4315 11850,'8'1'810,"-3"1"-720,-2 4 0,-2 0 0,-1 3 0,1 3 0,-1 3-1,0 4-89,-1 4 90,-1 5-90,-1 5-1240,0 2 1240,0-1 90,0 2-90,0-3 0,1 0-90,0-4-518,1-3 248,1-5-90,0-3-359,0-3-990,1-1-387,0-3 2186,0 0 0,-1 1 0,1 2 0</inkml:trace>
  <inkml:trace contextRef="#ctx0" brushRef="#br0" timeOffset="212765">23249 4832 11041,'10'2'359,"0"-1"-179,0-2-90,2 0 0,4-1 0,0 0 0,4-1-180,5-1-3187,2 0 2263,3-2-605,2-1-180,-2-1 1727,0-1 0,0-2 0,0-1 0</inkml:trace>
  <inkml:trace contextRef="#ctx0" brushRef="#br0" timeOffset="213234">23637 4618 12480,'-3'-9'2698,"1"2"-2608,1 21 0,0-6 0,0 16 0,0-11-90,0 1 90,-1 1-90,1-1-90,-2 1 90,1-2-90,-1 0 0,0-1 0,1-1 0,1-3 0,-1 0 0,1-1 0,0-2-179,-1-1 269,2-10-90,1-2 0,2-8 90,7-10 0,-1 6-996,5-11 996,-1 8 0,1-1 0,1 3-522,-1 4 522,-3 1 0,-1 5 0,-3 3 0,0 2 0,0 2 0,-1 2 0,0 3 864,-1 2-864,0 2 0,0 3 474,0 2-474,-1 3 0,0 1 0,-1 2 0,3 18 0,-3-12-680,3 12 590,-4-17-618,2 4 349,0-6-91,1 3-90,-1-8-269,0-2-990,1-2-540,0-1 2339,1-1 0,-1-2 0,1-1 0</inkml:trace>
  <inkml:trace contextRef="#ctx0" brushRef="#br0" timeOffset="213588">23908 4638 11490,'-4'-7'900,"1"1"-91,1 2 900,0-1-1619,6 19 90,-2-6-90,4 16 0,-4-10 0,1 0 0,-1 1-90,1 2 0,-1-1-180,1 0 0,-1-1 0,0-1-89,1-2-1,0 0 0,-1-3 90,1 0 0,0-2 0,0-1 0,0-2-90,1-2 181,2-4 89,-1-2 0,3-4 0,-1-3 0,1-5 89,1-5-942,2-5 853,-1-1 0,1-1 0,-1-1 90,0 3-90,-1 1 0,-2 4-586,-2 5 586,-1 3-180,-1 3 180,-1 1 0,1 1 0</inkml:trace>
  <inkml:trace contextRef="#ctx0" brushRef="#br0" timeOffset="213748">24271 4802 12300,'-2'-8'-3058,"-1"1"1349,-1 3 1709,-2 3 0,-5-2 0,0 1 0</inkml:trace>
  <inkml:trace contextRef="#ctx0" brushRef="#br0" timeOffset="-177409.73">21385 3020 7713,'1'-6'719,"1"-1"-539,-1 1 0,-1 0 0,0 1 0,0-1 90,0 0-90,0 0 89,0-2-89,-1 2 0,0-2 90,-1 1-90,1 0-90,-1-2 90,-1 2-90,-1-2 90,-1 1 89,-3-6-179,1 3 0,-3-3 0,3 5 0,-3-1 0,0 0 0,-4-2 0,0 0-90,-4-1 90,0 1 0,-4-1-90,-11-3-949,13 8 0,0 1 949,0-1 0,0 1 0,-1 2 0,1-1-622,-10 0 622,-1 1 0,-1 0 0,0 3-863,-1-1 863,1 3 0,-1-1 0,-1 2 90,0 1-90,-2 2 0,-3 0 0,-2 2 0,20-3 0,-1 1 0,-9 2 0,1 1-1106,7-1 0,0 1 1106,-7 2 0,1 1 0,9-2 0,1 0 419,0 2 0,0 1-464,0 0 0,1 0-85,0 2 0,1 0 130,0 1 0,0 1 0,1 0 0,0 2 0,1 0 0,-1 2 0,-4 14 0,0 1 0,5-5 0,1 1-346,2-2 0,-1 1 1,3-1 345,-1 6 0,1 1 30,3-1 0,-1 4 0,2-3-30,0-6 0,1-2 0,0 1 0,-1 10 0,0 1 0,1-1 45,-1 4 0,1-2-45,2-12 0,0 0 0,0 0 0,0 1 0,0-1 0,1 1 0,0 0 0,0 0 0,0 0 0,0 11 0,0 0 29,2-11 1,-1 1 0,1-1-30,1 7 0,0 1 0,0-9 0,0 1 0,1 1 30,1 8 0,1 2 0,0-1-30,0-8 0,-1 0 0,2 1 0,0 7 0,1 3 0,0-4-496,1 3 1,1-3 495,0 0 0,0 0 45,1-1 0,0 1-45,0-2 0,0 1-179,0-4 0,0 0 179,0-2 0,0 1 148,1-1 1,0-1-149,0-3 0,0 0 0,1 1 0,1 0 0,-1-4 0,0 0 276,0-1 0,1 1-276,-1-2 0,1-1 0,1 1 0,-1-1 0,1 0 0,1-1 437,-1-2 1,1 1-438,7 5 0,0-1 0,-5-7 0,0-1 0,11 9 0,0-2 0,3-1 0,-10-8 0,-1-2 0,6 1 0,0-4 0,0-2 1245,-1-3-1245,2-3 0,1-2 0,3-4-688,3-3 688,2-3 0,-10 0 0,1-1-12,1-3 1,-1-1 11,0 1 0,1-2-59,4-8 0,-3 0 59,-10 9 0,-2 0-358,6-7 0,-1 1 358,-7 4 0,0 1 0,0-2 0,0 0 0,0-1 0,-1-1 574,1 0 0,-1-1-574,0 0 0,-1-1 45,1-3 0,0 0-494,0-1 1,-1-1 448,1-3 0,0-1 0,-2 3 0,-1 0-212,0-1 1,-1 0 211,-1-1 0,0-1-328,-2-1 0,1-1 328,-1-3 0,0-3 30,-1 2 0,-1-3 0,-1 0-200,-1 7 1,0 0-1,-1-1 1,0 0 169,0 0 0,0-1 0,0 1 0,-1-1 0,-1 1 0,0-1 0,-1 2 0,0 1 0,-1-1 0,0 1 0,-1 1-30,0-2 0,0 0 0,-1 0 30,0 0 0,0 0 0,0 0 0,0 1 0,-1-1 0,0 0-30,1 1 0,-1 0 0,0 1 30,0 0 0,-1 1 0,0 0 0,0 2 0,0-1 0,0 2 0,-1 0 0,0 1 0,-1 1 0,-3-13 0,-1 2 0,0 2 0,-1 0 0,1 3 0,-1 1-45,1 3 0,-1 2 45,0 2 0,0 1 398,0 2 1,-1 2-399,0 0 0,0 1 570,-1 0 0,-2 1-660,-8-5 0,0 2 0,5 5 0,0 1 0,-6-3 0,0 1-45,8 7 0,0 2-315,-16-6 1,1 4-376,4 4-705,3 3-269,2 3 1799,0 4 0,-4 3 0,-3 3 0</inkml:trace>
  <inkml:trace contextRef="#ctx0" brushRef="#br0" timeOffset="-175875.73">24569 3059 9602,'1'-9'-540,"-1"0"450,0 2 90,-2-1-90,0-1 90,0-1 90,-1-1-90,0-1 0,-1 0 90,0-3-90,-1 0 90,-1-1-90,-2-4 90,-2 1 0,-2-4-753,-1 1 753,-3 0-45,3 6 0,-2 0-45,-10-9 0,7 9 0,-1-1 45,-7 1 0,0 1 0,5 3 0,-1 0-1049,-9-3 1,0 1 1003,7 3 0,0 1 45,-5-1 0,0 1-45,3 0 0,-2 0 0,-2 0 0,0 1 45,3 0 0,1 0-45,-2 2 0,1-1 0,0 1 0,0 0 45,0 1 0,0 0-45,1 1 0,-1 1 45,0-1 0,1 2-725,-1 0 1,0 1 679,0 0 0,0 0 45,-1 2 0,0 0-45,1 0 0,-1 2-939,-11 4 0,-1 2 939,6 0 0,0 2 30,5-2 0,-1 2 0,1 0-489,-6 4 0,0 2 504,0 0 0,1 2 0,-1 1 0,0 1 0,0 1 0,1 1-45,11-6 0,1 1 0,-1 0-132,1 0 1,0 1-1,0 0 162,1 1 0,0 1 0,0 1 0,0 0 0,0 1 0,1 0-194,0 1 0,1 1 0,0 0 194,0 2 0,1 0 0,1 1-30,-1 0 0,2 0 0,0 1 30,0 2 0,1-1 0,1 1-41,0 0 1,1 1 0,1-1 10,0 2 0,0 0 0,1 0 30,1 1 0,1 0 0,0 1 0,1-1 0,0 1 0,1 1-6,0 0 1,1 0-1,1 0 6,0 0 0,1 1 0,0-1-30,1 1 0,1-1 0,0 1 30,0 0 0,2-1 0,0 0-30,0 0 0,2 0 0,0 0 30,0 0 0,1 0 0,1-1-30,0 1 0,1-1 0,0 0 80,1-1 0,1 0 1,1 2-59,1-1 1,1 2-1,1 0 1,-1-1-23,1 0 0,1-1 0,0 1 22,0-2 1,1 1-1,0 0 1,0-2 152,1-1 1,-1-3 0,1 0-176,0 1 0,0-1 0,1 0 207,-1-2 1,1 0-1,2 1-207,-1 1 0,2 1 0,0 0 0,0-2-116,1 1 0,-1-2 0,2 1 138,-2-1 1,0 1-1,1-1 1,1 0-23,7 7 0,0-2 0,0-1 170,-6-7 1,-1-2 0,2 2-171,4 2 0,2 3 0,1-1 0,-2-3-128,-5-4 1,-1-3 0,0 1 127,7 4 0,1 1 0,-2-2 0,1 0 0,0-3 45,-4-2 0,1 0-45,0-2 0,-1-1 0,-3-2 0,1-1 0,1-2 0,0 0 123,-1-1 0,0-1-123,1-1 0,-1-1 0,-1-1 0,0-1 0,2 0 0,0-2 45,-2-1 0,0 0-45,3-2 0,-1-1 0,0-1 0,1-1 0,-1-1 0,1-1 0,2-2 0,0-1 0,1-1 0,0-2 257,2-2 1,1-1-258,-1-2 0,0 0 0,-1-2 0,1 0 0,-1 0 0,0-3 7,-2 1 1,0-2 0,0-1-8,1-2 0,0 0 0,-1-1-156,1 0 1,-1-1 0,0 0 155,-2 1 0,-1-2 0,-2 3 0,3-6 0,-3 1 0,0-1 0,-1-2 0,0 1 0,-1-2-254,-2 1 1,-1-3 0,-1 1 253,-3 9 0,-1 0 0,1-1-68,-2 1 1,1-2 0,-1 0 0,-1 2 97,0-1 0,-1 2 0,-1-1-20,1 0 0,-1-1 0,-1-1 20,1 0 0,-1 1 0,0-2-30,-1 1 0,0-1 0,0-1 30,-1 1 0,1-1 0,-2 0 63,0-1 1,0 1 0,-1 0-65,0-2 1,-1 1 0,-1-1-30,0 1 0,-1-1 0,-1 1 0,0-2 0,-1 1 0,-1-1 199,0-1 1,0 1 0,-2-1-200,1 1 0,-2-1 0,-2-3 0,1 5 0,-2-3 0,-1-1 0,0-1 0,-2 1-100,0 7 0,0 0 0,-2-1 0,1 1 0,-2 0 0,1 0 85,0-2 0,-1-1 0,0 0 0,0 1 0,-2 1 0,0 0-59,-4-3 0,-2 1 0,0 0 0,-1 3 0,0 1 29,1 3 0,-1 3 0,-1 1 0,-2-2-30,2 5 0,-3-2 0,-1 1 0,-1 0 0,1 1 0,1 1 21,0 0 0,2 2 0,-1 1 0,0 0 0,-2-1-70,-2 0 0,0 0 0,-2-1 0,0 1 1,0 1-1,2 2-11,-6-1 0,2 2 0,0 2 0,-1 0-248,-1 1 1,0 0 0,0 1 0,0 0 119,3 3 1,0 0-1,0 0 1,0 2 262,0 0 0,1 1 0,-1 0 0,-2 2 0,4 1 0,-1 0 0,0 1 0,-1 1 0,0-1 0,-2 2 0,0-1 0,0 0 0,0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0:00.43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3065 3468 5734,'0'-6'89,"0"-1"-88,0-1 89,0 2-90,-1-2 90,1 4 0,0-4 89,2-1-89,-2 0-90,2 1 90,-2 4 0,3-2-90,1 6 0,1 1 0,0 4 0,1 8 0,1 7-1532,-1-3 1532,0 6-655,1 3 655,-3-8-2638,2 9 2638,-3-14-454,1 1 454,-1-5 697,8 6-697,4-14 0,16-6 0,-8-6 0,4-4 0,-1-1 0,-2 1 0,0-1 0,2-2-1,-3 2 1,3-3 0,2-1 0,0 0 0,-1-1 0,-1 2 0,2-2 0,-2 1 0,0 0 0,-1 0 0,1 0 0,1-1 0,1-1 0,-1 0 0,0 1 0,-1 0 0,0 1 0,-1 0 0,-1 1 0,-1 2-60,-2 0 0,-1 1 1,-1 2-121,1-2 0,-2 1 180,-1 2 0,-2 2 634,-1 2 1,-11 7 0,-1 2 0</inkml:trace>
  <inkml:trace contextRef="#ctx0" brushRef="#br0" timeOffset="2004">4796 2799 5734,'7'-2'25,"0"0"-5,-2 1-15,0 1 9,0 1 9,5 6-20,-2 4-3,2 1 0,-4 1 0,-1-2 0,1 1 0,-1 0 0,5 1 0,1-12 0,14-6 0,-5-6 0,6-7-1639,-8 1 1,1 0 1523,7-6 115,-6 4 0,1-1-767,3-2 1,0 1 766,-8 7 0,0 0-300,6-5 0,4-2 1,-4 3 299,6-2 0,-9 5 0,-2 3 0,-7 7 0,-6 5 0</inkml:trace>
  <inkml:trace contextRef="#ctx0" brushRef="#br0" timeOffset="2663">6076 2990 5759,'6'-4'65,"-1"0"25,-3 1 0,1 0-90,-1 1 90,4-1-1,2 4-89,-2-1 0,4 7 0,-7 0 90,2 3-90,0 3 0,-2-6 0,7 4 0,-4-9 0,7 2 0,14-12 0,-1-4 0,1 0 0,-2 1 0,2-2 0,1-2 0,6-5 0,-1 0 0,-5 3 0,-1 1 0,0-2 0,-2 2 0,5-3 0,1-1 0,-2 0 0,-4 4 0,0-2 0,-1 2 0,1-1 0,2-1 0,-5 3-268,2-2 88,-4 3 90,-13 8 90,5-1 0,-10 6 0,1 0 0</inkml:trace>
  <inkml:trace contextRef="#ctx0" brushRef="#br0" timeOffset="3271">7653 2958 5914,'8'0'809,"-2"1"-809,-4 3 0,-2 1 0,-1 1 90,1 14-90,1 1 0,0 5-90,4-6 90,0-10 0,10-3 0,-5-6 0,16-8 0,4-2 0,2-5 0,-6 0 0,7-3 0,0-2 0,-3 1-94,-6 4 1,-3 0 0,3-1 93,3-3 0,4-3 0,-1 1 0,-3 3-954,2-3 1,-2 1 863,-5 3 0,1 0 0,-2 1-1244,3-2 1,-1 0 1333,-2 3 0,-2 0 0,-2 2 0,-3 1 0,-5 4 0</inkml:trace>
  <inkml:trace contextRef="#ctx0" brushRef="#br0" timeOffset="4134">9442 3000 5784,'4'-7'310,"-1"-1"-221,-1 3 91,0-1-90,7 15 0,-3 4-90,6 6 0,-6-1 0,5-5 0,-3-6 0,13-8 0,4-4 90,4-4-90,0-2 0,7-5 0,-5 3-1411,-6 1 0,0 0 1411,6-4 0,4-2 0,-3 2 0,0-1 0,0 1 0,-1 0 0,2-1 0,-1 2-150,-4 2 0,-2 2 1,0 0 59,6-4 0,-2 3 90,-5 4 0,-4 5 0,-6 5 0,7 3 0</inkml:trace>
  <inkml:trace contextRef="#ctx0" brushRef="#br0" timeOffset="4625">10896 3121 5914,'-8'-6'-90,"2"1"180,-1-1 0,5 3-90,-3 4 0,5 14 0,1-2 0,0 10 0,0-13 0,0 4 0,1-1 0,2 0 90,8 4-90,19-14 0,-3-1 0,-7-7 0,1-4 44,1-3 1,2-2-45,-3 0 0,3-1 0,1-2 0,0 0-820,2-1 1,1-1 0,-1 0 0,1 0 790,-2 1 0,0 0 1,-1 0-1,0 2-1,2-4 0,-1 2 1,-2 2-143,2 2 1,-2 3 171,-3 2 0,1 1 0,4-2 0,0 1 0,-7 4 0,1 1 0</inkml:trace>
  <inkml:trace contextRef="#ctx0" brushRef="#br0" timeOffset="5176">12421 3136 6004,'8'-1'269,"-1"7"-269,-3 0 0,0 12 0,-2-8 0,3 9 0,-1-6 0,1-1-90,8 3 90,-4-10-1639,11-2 1,1-3 664,4-5 504,6-5 1,8-4-1,-4 1 470,-10 2 0,-1 0-4,7-3 0,3-2 0,-3 1 4,-6 2 0,-1 1-256,-2 0 1,2 0 255,3-2 0,3-1 0,-2 2 849,-4 0 1,1 1-968,6-2 0,4-3 0,-7 4 858,1 1-740,-8 3 0,-2 2 0,-7 8 0,0-1 0</inkml:trace>
  <inkml:trace contextRef="#ctx0" brushRef="#br0" timeOffset="5651">13861 3317 5914,'2'-6'269,"1"1"-269,-1 9 0,-2-2 0,0 6 0,-4 6 0,3-6 0,-3 16 0,3-16 0,3 10 0,8-13 0,6-2 0,13-10 0,9-8-656,-14 4 1,3-3-1,1-2 1,0 0 0,-1 2 645,0 1 0,-1 0 1,0 0-1,1-1 1,0-1-1,2-3 1,-1 1-1,-2 0 1,-4 3-1,1-3 1,0 1-1</inkml:trace>
  <inkml:trace contextRef="#ctx0" brushRef="#br1" timeOffset="12314">11471 10080 20730,'0'-8'-3277,"0"1"0,1 3 4846,0 0-2741,0-1 178,0 2 298,1-1-29,1 7-1569,1 4 1696,4 15-217,-3-7 55,5 15 422,-7-19 338,4 9 0,-4-7 0,4 7 0,-4-10 90,2 4-90,-2-8 0,5-4 0,-1 1 0,6-7 0,9-10 0,-2 1 30,-1-1 0,4-3 0,-1 2-30,-4 1 0,2 0 18,4-3 0,5-5 0,3-2 0,-1 1 0,-4 4-241,-5 2 1,-2 3 0,3-4 222,0 2 0,3-4 0,4-1 0,0-1 0,-1 1 0,-2 1 0,-3 3 0,3-3 0,-3 3 0,1-1 22,4-3 1,2-2-1,0 1 1,-6 4-566,-3 1 0,-3 3 543,0-1 0,-2 2-360,7-7 360,-5 5 0,-8 11 0,-12 9 0,-4 8 0</inkml:trace>
  <inkml:trace contextRef="#ctx0" brushRef="#br0" timeOffset="27516">9909 5125 5734,'0'-8'84,"-1"1"-78,1 2-6,-1 1 90,0-1-90,-2 2 0,0 0 0,0 0 0,-1 1 0,1 0 0,-1 0 0,-1 1 90,1 0-90,3-3 0,2 1 0,3-4 0,1-2 0,-3 2 0,1-1 0,-1 1 0,-3 11 0,1 0 0,0 5 0,1-2 0,4-2 0,5-4 0,-1-2 0,2-3 0,-6 0 0,0-2 0,-1-1 0,-6 5 0,1 1 0,-5 7 0,2-3 0,3-1 0,-1-2 0</inkml:trace>
  <inkml:trace contextRef="#ctx0" brushRef="#br0" timeOffset="31292">9958 5063 5773,'5'-6'141,"0"1"-141,-1 5 0,1 6 0,6 19 0,-5-6 0,6 15 0,1 3 0,0-4 30,-3-7 0,1 3 0,0-2-1264,-3-8 0,1 1 1234,3 8 0,3 4 0,-1-2 0,-2-5 0,0 0 0,0-1 0,1 3 0,0 0 0,1 3 0,1 0 0,-1-1 0,0-1 0,1 3 0,-3-7 0,3 5 0,0 1 0,-1-1 0,-1-4-1287,3 7 0,1 0 1287,-2-5 0,1 5 0,1-1 0,-2-2 0,-1-1 0,0-3 0,-1 1-321,1-1 0,-1 0 1,1 1 320,0 1 0,1 1 0,1 2 0,0-1 0,1 2 0,0 0 0,0 1 0,0-2 0,-3-3 0,0-2 0,0 1 0,1 1 0,0 0 0,1 3 0,0-1 0,-2-1 0,-1-3 0,3 9 0,-1-2 0,-4-7 0,1 1 0,-1 1 0,-1-2 0,-1 1 0,-1-3 274,-1-3 0,-1 0-214,2 8 0,1 4 0,-2-5 2003,2 7-2033,-2-9 0,0 4 0,0-5 2150,-1 4-2135,1 2 0,0 2-45,0 1 30,-1-6 0,0 5 0,0-4-1480,-2-7 0,1 0 1450,2 13 0,1 3-637,-2-11 0,0 2 1,1-3 636,-1 0 0,1 2-40,1 4 1,2 5 0,0-3 84,0 0 0,2 2-45,-3-6 0,2 3 0,0 0 0,0 0 22,-2-3 1,1-2 0,0 1-1,0 2-22,0-2 0,0 1 0,0 1 0,0-1 0,0-1 0,2 3 0,-2-1 0,1-1 0,0 0 0,0 1 0,0-1 0,0 0 0,0-2 30,-1-1 0,-1-2 0,2 3-30,0 2 0,2 4 0,0-1 0,-2-3 0,2 5 0,0-1-195,-1-3 1,0 2 0,0-3 194,0 2 0,0-2 0,-3-3 0,1 0 0,-1 0 0,1 2 0,1 5 0,0-2 0,-4-10 0,-1 0 0,5 11 0,-2-1 0,2 3 0,-3-9 0,0 1 0,0 1 0,0-2 0,-2-7 0,0 1 0,3 10 0,2 5 0,-1-4 0,-3-9 0,-1-1 0,6 14 0,-1-1 0,-4-14 0,0 0 0,4 9 0,1 0 0,-4-7 0,1-1 0,2 6 0,0-1 0,5 7 1243,-5-12-1243,2 2 0,1 0 0,1 0 0,8 7 0,-8-11 0,-1-1 0,-1-2 0,2 3 0,0 0 2268,-3-3-2268,8 9 0,-8-9 0,5 5 0,-10-9 0,4 1 3276,5 7-3160,0 2-116,2 3 0,-2 1 0,-5-8 0,-1-1 0,5 11 0,0-3 0,2 6 0,1 0 0,-3-6 0,-2-4 0,-2-4 0,0 0 0,0 2 0,5 6 0,-4-6 0,-3-5-424,1 0 424,2 3 0,-4-7-3251,15 16 3251,-14-15-104,16 16 104,-14-13-2140,1 0 2140,-3-1 83,-1 0 6,-3-5-178,10 15 89,-10-13 2181,7 8-2181,-4-2 90,2 2-180,2 3 180,-3-4-90,4 4 0,-4-6 0,6 8 105,-6-10-195,5 7 90,-7-10 3276,4 4-3238,-5-5-38,-1-2 0,-1 0 146,0-1-146,-2-1 0,1 2-90,1 1 90,-1 0 0,1 1-90,0-1 90,-1-2 0,0-1 0,0-1 0,2 2 0,-2-2 0,6 3 0,-5-3-90,4 2 90,-3-3 0,1 1-90,-1-2 90,0-1-90,-1-1 0,1 0 90,-2-2-179,1-1 89,-2-2 0,0 0 90,-1 0 0,0 0-90,-1 2 87,0-4-14,1 2-11,-1-6 22,0 5 12,0-4 16,0 4 3,0 1-24,0-2 89,0 1-90,-1 1 90,-1 0-90,-2 4 0,-1 2 0,-5 6 90,4-1-90,-2 2 0,2 3 0,3 1 0,0 1 0,4-3 0,3-5 0,3-6 0,-1-1 0,1-3 0,-5-2 0,-8 5 0,2 4 0,-3 3 0,5 4 0,2-2 0,2-1 0,3-3 89,0-5-89,2-4 90,-4-4-90,-5-1 0,-7 6 0,1 1 0,-6 7 0,4 7 0,1 0-90,-1 4 1,7-4-181,3-1 270,5-7 0,1-2 0,2-6 0,-2-2 0</inkml:trace>
  <inkml:trace contextRef="#ctx0" brushRef="#br0" timeOffset="31891">12671 10532 5798,'-2'-9'26,"-2"-2"-26,-1 2 180,-2-3-180,2 7 90,-6-4-90,5 6 0,-3-1 89,3 1-89,-5 1 90,-11 2-3367,5 1 3162,-8 3 115,2 8-2146,5-1 2146,-7 8-368,6 2 1,1 1 367,-1 4 0,2-2 0,2 0 0,4 7 0,9-7 0,0 0 0,0 13 0,9-5 0,2-2 0,2-7 0,-3-7 0,3 0 283,15 6-283,4-6 854,-11-5 0,3-1-809,5-2 0,1-3-45,-2-3 0,0-1 0,0 0 0,0-2 0,-4-3 0,-1-1 0,4-7-552,-6-1 552,1-6 2091,-6 2-2091,-2-5 0,2-7 0,-2 0 0,-2 4 0,-2 0 0,0-2 0,1-1 0,0-3 0,-1 0 0,-2 0 0,-2-5 0,-4 0 0,-2 3-652,-2 4 1,-2 2 0,-2 1 651,-5-6 0,-2 3-127,1 7 1,-6 3 36,-6 6 0,-6 3 1,2 2-483,-4 1 0,-1 3 572,1-1 0,-2 0 0,3 3 0,0 5 0,2 3 0,-2 0 0,-1 2 0,-2 0 0,0 0 0</inkml:trace>
  <inkml:trace contextRef="#ctx0" brushRef="#br0" timeOffset="34108">6423 4824 5734,'-3'-2'0,"3"0"0,-15 15 0,9-6 0,-4 6 0,1 1 0,5-6 0,-3 7 0,7-9 0,-1 1 0,3-3 0,4-6 0,-2-2 0,2-4 0,-4 0 0,-2-1 0,-1 0 0,0 2 0,-3 2 0,1 2 0,0-2 0,1 1 0,1-3 0,0 6 0,0 0 0</inkml:trace>
  <inkml:trace contextRef="#ctx0" brushRef="#br0" timeOffset="34644">6323 4718 5734,'-3'-9'0,"-3"-2"0,3 8 0,-12 2 0,6 3 0,-6 8 0,-1 2 0,-6 12-1639,4-3 1,1 1 1150,6-6 1,2 1 487,-4 12 0,3 3-644,5 3 1,2 0 643,-1 1 0,4 0-65,4-7 0,3-1 0,4-2 65,7-1 0,4-3 0,-5-2 0,4-4 0,7-6 0,5-4 0,-4-2 210,-10-3 0,0-3-201,11-6 1,8-5 0,0-4 0,-8-1-6,-5-8 0,-4-4 20,6 5 0,3-1 0,-8-2-24,-11-7 0,-8 0-270,-5 5 1,-3 2 269,1 1 0,-2 0 0,-3 1 0,-3-2 0,1 5 34,2 5 1,-2 2-35,-6-3 0,-5-2 0,4 5 0,-6 3-22,-8 6 1,-3 6 21,9 11 0,2 3 0,-2-3 0,0 2 0,2 4 0,2 0 0,-3 5 0,3 0 0</inkml:trace>
  <inkml:trace contextRef="#ctx0" brushRef="#br0" timeOffset="35892">6295 4600 5734,'8'1'0,"-1"1"0,-1 1 0,-2 0 0,7 9 0,-5-6 0,10 23 0,-11-16 0,1 8 0,1 4 0,-3-1 0,1 0 0,-1-2 0,1 3 0,2 10 0,1 3 0,-1-4-121,-1-9 0,0 0 121,1 2 0,2 6 0,1 3 0,0-1 0,-1-4-210,1 2 0,0-3 0,1 3 210,-2-6 0,1 4 0,0 1 0,1 1 0,0-1 0,1-2-217,0 2 0,0-1 1,0 0-1,2 0 0,1 3 218,-2-5 1,2 2 0,1 1 0,0 1 0,1 0 0,-1 0-1,0-3 1,-1-1-471,1 3 1,0-2 0,-1-2 0,1 1-1,2 3 472,-3-5 1,2 1-1,2 3 1,0 0-1,0 0 1,0-1-1,-1-1 1,-1-3-1,-2-3-497,6 10 0,-1-6 1,0 3 493,-2-3 0,1 1 0,1 1 0,1 1 0,0 0 0,-3-4 0,2 1 0,0 1 0,0-1 0,0 1 0,0-1 0,-1-1 0,3 4 0,-2-2 0,1 0 0,0 1 0,3 4 0,-6-9 0,1 2 0,1 1 0,1 1 0,1 1 0,-1 0 0,1 0 0,-1 0 0,-1-1 0,0-2 0,1 3 0,-1-2 0,0 1 0,-1-1 0,0-1 0,1 1 0,-1 0 0,1 0 0,-1 0 0,1 0 0,0 0 0,0 0 0,-1 0 0,1 1 0,0-1 0,0 1 0,1 1 0,0 1 0,0 1 0,1-1 0,-1 0 0,0 0 0,-1-2 0,-2-1 0,4 4 0,-1-2 0,-2-1 0,1 1 0,3 3 0,-5-5 0,2 1 0,1 2 0,1 1 0,0 0 0,0 0 0,-1-1 0,-1-1 0,-1-3 0,1 3 0,-1-3 0,-1 0 0,0-1 0,0 1 0,2 2 0,-2-3 0,2 3 0,0 0 0,0 1 0,1 0 0,0 0 0,-2-2 0,0 0 0,-1-3 0,2 4 0,-2-2 0,0-2 0,0 1 0,2 3 0,0-1 0,1 1 0,1 2 0,1 0 0,0 0 0,0 0 0,0 0 0,-2-3 0,0-1 0,0 1 0,0 0 0,1-1 0,-1 1 0,0-1 0,0 0 0,2 3 0,0-1 0,-1 1 0,1-1 0,-1 0 0,1 0 0,0 0 0,-1-1 0,1 1 0,0 0 0,-1-1 0,1 0 0,-1 0 0,0-1 0,2 3 0,1 0 0,-1-1 0,-1 0 0,0-2 0,-2-1 0,-1-1 0,-1-2 0,-1 0 0,3 3 0,0-1 0,3 4 0,1 1 0,0 2 0,0-2 0,0 0 0,-4-3 0,5 3 0,-3-2 0,0-1 0,3 4 0,-6-6 0,3 1 0,1 3 0,1 0 0,0 0 0,0 0 0,-2-2 0,-2-2 0,3 2 0,-3-2 0,-1-1 0,1 1 0,3 2 0,-2-1 0,2 2 0,1 2 0,2 1 0,-2-1 0,0-1 0,-2-2 0,-4-4 0,6 6 0,-4-4 0,2 3 49,-5-6 0,2 3 0,1 0 1,0 2-1,0-2 0,-1 1-49,1 0 0,0 1 0,-1-1 0,0 0 0,-1-1 0,2 3 0,-1-2 0,0 1 0,1 1 0,-1 0 0,2 1 0,-1 1 0,-1-1 0,-2-3 0,0 1 0,-3-3 0,-1 0 0,0-1 0,0 0 0,-2-2 0,-1 1 0,-2-3 0,3 9 0,-4-5 0,-1-5 687,-3-2-597,-3-8 1140,-1-2-1158,0 2 3204,0-3-3097,2 0 467,0 0-501,2 4 57,6 7 131,-2-4 78,7 8 142,-3-5-3830,3 3 6553,9 6-4259,1-2 2090,-3-3-161,-1-3-296,-3-2 140,0 1-2421,0-1 2005,-4-2-414,-4-3 216,-4-4 1832,7 6-1988,-9-6-1,4 2-36,-4-2 62,-1-2 107,1-3 1636,-4-4-1956,-2-3 1,-5-4 0,-1 2 0</inkml:trace>
  <inkml:trace contextRef="#ctx0" brushRef="#br1" timeOffset="36494">11173 11547 22926,'-1'-7'-3277,"-1"0"0,0 4 0,0-1 2658,-8 8 3028,5-3-564,-8 9-1237,7-1-1876,0 6 2256,5 2-449,1-5-811,6 1-62,2-9-812,11-4-2131,-3-6 3083,0-2 1080,-7-5-548,-5 3 7,-5-8-453,-6 5 255,-1 2-1054,-10 11 887,6 10-573,0-1 3869,1 8-3282,9-11 91,-4-1 396,2-5 1,-5-4-1,0 1 1</inkml:trace>
  <inkml:trace contextRef="#ctx0" brushRef="#br0" timeOffset="40055">4678 3414 5734,'8'-3'0,"-3"-2"0,-5 2 0,-2-1 0,-3-1 0,-1 2 0,-1 1 0,-1 0 0,3 2 0,-8 0 0,-1 1 0,-3 0 0,2 0 0,-5 1 0,2-2 0,-13 1 0,9 0 0,5 0 0,5 0 0,6 0 0,2 0 0,15-5 5,11-2 2,-5 2 0,2-1 6,12-2 0,3-1-6,-7 3 0,1-1 1,1 0-1101,-1 1 1,-1 0 0,6-1 1076,-4 2 1,6-1 0,2 0-1,0 0 1,-2 1 0,-4 0-478,2 0 1,-3 1-1,4 0 493,-2 0 0,4-1 0,2 1 0,1-1 0,-3 1 0,-4 1 0,4 1 0,-4 0 0,4 0 0,-5 0 0,3 0 0,2 1 0,0-1 0,-2 0 0,-3 1 0,5-1 0,-3 1 0,2 0 0,-5 0 0,3 1 0,0-1 0,-3 0 0,-6 0 0,-1 1 0,-3 0-229,1 0 0,0 0 229,8 0-72,-9-1 72,-8 0 2309,-3 0-2219,-3 0 1827,-1-1-2007,0 1 342,0-1 1,-2 1 0,-1-1 0</inkml:trace>
  <inkml:trace contextRef="#ctx0" brushRef="#br0" timeOffset="41616">5006 3487 5737,'-2'-14'0,"2"-2"0,0-2 0,2 6 0,3 8 0,5 14 0,1 6 0,0 1 0,-2-2 0,2 2 7,2 5 0,3 5 0,0 1 0,-1-2-1100,2 2 1,-1-2 0,0 3 1068,0-2 0,1 2 0,0-1 0,-1 0-108,1 0 0,-1-1 0,2 4 135,-5-6 1,3 4-1,0 1 1,1 2 0,-1-1-1,0-1 1,-2-4-238,1 3 1,-1-4-1,0 0 1,2 6 233,-3-6 0,2 4 0,1 2 1,2 2-1,-1 1 0,2 1 1,-2-1-1,1 0 0,-1-2 1,-2-2-142,2 2 0,-1-1 1,-1-1-1,1-1 1,-1 0-1,0 1 0,2 1 141,-1 0 0,0 1 0,1 0 0,0 0 0,0 1 0,1 1 0,0-1 0,0 2 55,-3-6 1,1 0 0,0 1 0,0 0 0,1 1 0,0 0 0,-1 0 0,1 0 0,0 0 0,-1-1 0,1 1-48,-1-1 0,0 1 0,1 0 1,-1 0-1,1 0 0,-1-1 0,0 1 1,0-1-1,0 0 0,0 0 0,0-1-8,1 2 0,0 0 0,-1-1 0,1-1 0,-1 1 0,1-1 0,-1 1 0,1 1 0,0 0 0,0 0 0,0 2 0,1 0 0,0 1 0,0 0 0,0 0 0,-1-1 0,0-2 0,-1 0 0,0-2 0,2 5 0,-1-2 0,0-2 0,-1 0 0,0-1 0,0 1 0,-1-1 0,1 0 0,-1 0 0,0 0 0,0-1 0,0 1-162,2 2 0,-1 0 0,1-1 0,-1 1 0,0 1 162,-1-2 0,0 0 0,1 1 0,-1 0 0,0 1 0,-1 0 0,2 1 0,-2 1 0,1 0 0,0 1 0,0-1 0,-1 1 0,0-6 0,-1 1 0,0 0 0,1 0 0,-1-1 0,-1 0 0,0 0 0,3 7 0,-1 0 0,0-1 0,-2 0 0,0-2 0,0 1 0,-2-1 0,0 0 0,0 0 0,0 1 0,-1 0 0,0 0 0,0 1 0,0-3 0,0 0 0,0 1 0,0-1 0,-2-1 0,1-1 0,-2 0 0,0-2 0,0 0 0,1 7 0,0-1 0,-1-3 0,-2-2 0,1 1 0,1 0 0,2 6 0,0 0 0,-1-4 0,-1-4 0,0-4 0,0 3 0,3 9 0,0 2 0,0-4 0,-1-6 0,-1-2 0,3 8 0,-1 2 0,0 0 0,0 0 0,0-1 0,-1-1 0,-1-4 0,-1-2 597,0 7-597,-3-17 0,0 1 0,2 15 0,0-4 0,1 3 0,-2-14 0,0-1 0,1 5 0,1 0 0,0 0 0,-1-2 0,3 9 0,-1-3 0,-1 0-430,1 5 430,-2-6 0,2 5 0,-2-4 1284,2 8-1284,-2-7 0,1 3 0,0-4-517,0 6 562,0-2 0,1 1 688,-2-11 0,1 0-733,1 3 0,2 2 0,1 0-548,2 4 1,1 1 0,0-1 547,-3-6 0,0-1 0,1 1-283,3 6 0,1 0 1,-2-3 282,-3-5 0,-1-3 281,2 4 1,-1 0-282,-1-1 0,-2-2-563,2 3 563,-2-3 0,-3-7 1290,-1-6-1200,-1 1 1039,1-2-1129,-1-2 552,-1 0-552,-4-10 3276,2 5-3430,-7-11 65,6 8-1,-3-2 90,0 1 0,1 1 0,-5-3 0,2 2 0</inkml:trace>
  <inkml:trace contextRef="#ctx0" brushRef="#br0" timeOffset="43558">7346 10243 5801,'-9'0'23,"0"0"67,4 0-90,8-2 0,0 0 0,9-1 0,11-1 30,1 1 0,5 0 0,-1 0-250,1 0 1,2-1 234,-4 2 0,6 0 0,2-1 0,2 1 0,-2 0 0,-3 0-254,0 1 1,-3 0-1,0 0 1,3 0 238,-1 0 0,2 0 0,2-1 0,1 1 0,-1 1 0,0-1 0,0 1 0,1 1 0,1-1 0,-2 1 0,-1 0 0,-2 0 0,1-1 0,-2 1 0,-1-1 0,2 1-569,-1 0 1,1 0 0,1 1 0,-3-1 0,-2 1 568,0-1 0,-4 1 0,0-1 0,8 1 0,1 0-620,-7 0 0,1 0 0,-3-1 620,-2 1 0,-1-1 83,0 0 1,-3 1-84,-5-2 90,2 1 446,1 0-356,-3 0-180,3 0 2358,-4 0-2358,-6-1 3276,2 0-3070,-3 0-206,0 0 180,-1 0-180,-5-4 0,0 0 90,-12-14-90,6 6 0,-2-4 0,0-3 0,0 0 0,1-3 0,-2-8 0,0-5 0,0-3-820,3 5 1,-1-2 0,1-1 0,0 1 790,1 4 0,0 1 1,0 0-1,1 0-24,0-2 1,1 0 0,0 1 0,1 2 52,-1-2 0,2 2 0,-1-2 0,1-3 0,0-4 0,1 0 0,-1 3-733,0-2 0,0 2 0,1-3 733,0 4 0,0-3 0,1-2 0,0 4 0,0 5-642,0-1 1,1 2 641,-1 2 0,1-3 0,-1 2 0,0-6 0,0 4 0,0 10 0,0 1 0,-1-15 0,0 1 0,0 6 0,0-5 0,-1-2 0,1 17 0,-1-17 852,1 25-852,0-4 1986,0 6-1986,-1-1 2969,1 1-2969,-1-2-89,0 5 89,-1 0 1275,-5 4-1275,1 1 0,-8 4 0,6-2 0,-20 4 0,7-2 0,3-1 0,-3 0 0,-3-1 0,-2 1 0,-1-1 0,-2 0 0,-1-1 0,-1 1 0,2-1-1093,-6 2 1,0-1 0,0 0 1063,7-1 0,-2-1 1,1 1-1,1-1 29,-1 0 0,2 0 0,1-1-886,-5 1 0,-3-1 886,2 1 0,-6 0 0,0-1 0,5 1-561,7-1 1,4 0 0,-3 1 560,-1-1 0,-2 1 0,-1-1 0,1 1 0,-6-1 0,0 0 0,4 0-23,0 1 1,-1 0 22,-1 0 0,-6 0 0,0 0 0,7 0 0,3 1 0,3-1 0,-4 1 0,-2 0 0,3 1 358,4-1 0,0 0-358,-7 2 0,-2 0 0,-1 1 0,1 0-45,6-1 0,2-1 2,5 1 0,3 0-47,4 0 2062,-1 1-2062,2 0 754,6-1-664,-1 0 3187,3-1-3187,0-1 347,2 0-347,1 1 0,2 0 0,2 1 0,13 7 0,1 4 0,2 8 0,1 5-1093,-7-7 1,-1 2 0,0 0 1034,6 10 1,-2 1 19,-4-5 1,0 2-1,-2-1 38,-1 0 0,-1 0 0,-1 0-744,1 3 1,0 0-1,-1 0 744,0-2 0,0 1 0,-1 1 0,-1 1 0,0 3 0,0-1 0,0-5-449,0 2 1,-1-1 448,0-5 0,0 3 0,0 0 0,-1-2 0,1 0 0,1-1 0,-1 0 0,0 0 0,1-1 0,-1 0 0,1 5 0,1 0 0,-1-2 0,1 3 0,-1-4 0,1-6 0,-2-4 0,0 1 0,5 14 0,-6-20 1563,3 8-1563,-4-13 1678,1 1-1678,-1-1 3276,0 0-3070,-2-3-206,-1-1-90,0-1 90,0 1 0,4-16 0,0-2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1:10.90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6794 1855 6903,'-8'-3'720,"2"1"-361,1 0-179,0 0 90,0 1-90,-1 0-90,0 0 90,1 0-90,0 0 0,1 3-90,4 1 90,1 0-90,5 1 90,0-2-90,1 1 90,2 0-90,3 0 90,2 0-90,3 0 90,6 1-90,3 0-819,-4 0 0,2-1 864,-3 0 0,1 0-45,7 0 0,0 1 45,-4-2 0,1 1 0,14 0 0,2 1 0,-6-1 0,1 0-985,-4-1 0,1 1 0,-1-1 985,9 0 0,-1 1-45,-13-1 0,0-1 0,1 1-250,0 0 0,0-1 0,0 1 250,0 0 0,0 0 0,1 0 30,-1 1 0,0-1 0,1 0-576,-1 0 0,1 1 1,-1-1 575,1 1 0,0-1 0,0 1-30,-1-1 0,0 1 0,3-1-3,-1 1 1,2 0 0,1 0-1,0 0 3,1 0 0,0 0 0,0 1 0,0-1 22,1 1 1,0-1 0,-1 0-1,0 1-22,-2-1 0,1 0 0,-2 0 0,-1 0 0,-1 0 0,-1 0 0,-1 0 30,1-1 0,0 1 0,0 0-30,-1 0 0,0 0 0,0 0-224,-1 0 0,1-1 0,0 1 224,13 1 0,0 1 0,-1 0 0,0-1 45,-2 0 0,-1 0 65,-2 0 1,0 1-111,-2-2 0,-1-1 184,-1 2 0,1-1-184,-1 0 0,0-1 0,-1 1 0,2 0 234,-4 0 0,2-1 0,1 0-264,0 0 0,0-1 1,0 1 29,0-1 0,1 1 0,-2-1 0,-1 0 0,-1 0 0,-1-1-45,1 1 0,1-1 45,10 0 0,3 0-30,-13-1 0,0 1 0,0-1 0,-1 1 0,1 0 0,0 0 0,5-1 0,2-1 0,-4 1-15,-1 1 0,-2-1 352,9 0 1,0-1-308,-11 1 0,-2 0-45,1 0 0,0 0 45,-1 0 0,1-1 0,-1 1 0,0 1 0,0-1 0,0 0 327,-1 0 0,0 0-372,0 0 0,0-1 45,0 1 0,0 0 0,0-1 0,0 1 0,0-1 0,0 1 0,0-1 0,-1 1 0,1 0 0,0-1-696,0 0 1,0 0 695,0 0 0,-1 0 0,1 0 0,0 0 160,-1 0 1,0 0-161,1 0 0,-1 0 0,1 0 0,0 0 0,-1 0 0,2 0 0,9-2 0,1 0 146,-8 1 0,0 0-146,7-1 0,0 0-70,-9 1 0,-1 1 70,-1-2 0,1 1 0,1 0 0,-1 0-45,1 0 1,-1 0 44,1 1 0,-1-1-45,0 0 0,1 1 45,-1-1 0,0 0 0,0 0 0,0 1-45,0-2 0,0 1 45,-1 0 0,0 0 0,0 0 0,0 0-45,11-1 0,-1-1-18,-7 2 1,0 0 62,2-1 0,2 0 0,-2 1-45,-2 0 0,-1 0 45,8-1 0,0 0 0,-10 1 0,-1 1 0,1 0 0,0-1-96,0 1 0,0-1 96,0 1 0,0 0 0,0 0 0,-1 0 324,1 0 0,-1 1-324,-1-1 0,0 0 0,20-2 0,-4 1 0,0 1 0,1 0 167,-2 0-167,0 1 0,-11 0 0,-1-1 0,13 1 0,-13 0 0,0-1 0,-1 2 0,0-1 0,12 0 0,-11 0 0,-1 1 0,10-2-45,-7 1 0,0 0 45,15 0-46,-12 0 0,0 0 46,-6 0 0,-1 0 0,3 0 0,-1 0 0,2 0 0,-1 0 0,1 1 0,0-1-768,1 0 1,-1 0 767,1 0 0,0 1 0,0-2 0,1 1 574,0 0 1,1 1-575,0-1 0,-1 0-648,1 1 1,1 0 647,-1 0 0,0-1 0,1 1 0,0 0-130,-1 0 1,1 0 0,0 0 129,4-1 0,0 1 94,-5 0 0,1 0 1,-1 0-95,1 0 0,-1-1-192,0 1 1,1 0 191,-1 0 0,1 0 0,-1 0 0,0 0 0,1 0 0,-1 0 0,0 0 0,0 0 0,0 0 0,0 0 0,-1 0 0,1 0 0,0 0 0,0 1 45,-1-1 0,3 0-45,4 0 0,5 0 0,-3 0 283,-1 0 1,0 0-284,1 0 0,2 0 0,-4-1 0,-6 1 0,-1 0 0,10 0 0,2-1-45,-11 1 1,0 0 44,2-1 0,1 1 0,-2 0 0,-4-1 0,-2 1 0,8 0 0,-2-1 0,9 1 0,-12-1 0,-1 1 0,14-1 0,-15 0 0,-1 1 0,5-1 1041,-3 1-1041,-5 0 0,-2-1 0,-3 1 0,-2 0 1193,-1 0-1373,2 0 1773,-2 0-1683,0 1 90,-4-1 0,-3 1 0,-2 0 0</inkml:trace>
  <inkml:trace contextRef="#ctx0" brushRef="#br0" timeOffset="9389">1549 3066 7982,'-3'-6'1979,"-1"1"-1889,-1 5 0,2 1-90,-2 3 90,2 3 0,0 2 0,-2 6-90,0 7-477,-1 6 521,2 2 1,-1 4-941,2-9 1,0 2 940,-1 11 0,1 2-45,1-10 0,0-1 45,1 1 0,0 1-45,-1 1 0,1 1 0,0-1 0,0 1 45,0-1 0,1 0-45,-1 0 0,0 0 0,1-1 0,1 0 45,-1-1 0,0 0-45,1-2 0,0 0 45,0-2 0,1 0-45,-1-3 0,1-1 0,2 18-570,-1-8 570,1-3-380,-2-6 380,1-4 401,-2-5-491,1-2 1556,0-3-1736,-1-2 473,0-1 0,1-20 1,-1-6-1</inkml:trace>
  <inkml:trace contextRef="#ctx0" brushRef="#br0" timeOffset="10080">1431 3155 8972,'-3'-8'-90,"0"0"180,0 3 0,1-1 90,0 1 90,1 0-180,1 0-1,1 1 1,1 0 0,1 0 0,1 1 90,5-1-180,0 0 180,10-1-180,-4 2-743,12-2 743,-3 2 90,5 0-90,3-1 0,2 1-1178,2 0 1178,2 0 0,-18 1 0,1 0 90,18 0-90,2-1 0,-5 1 0,-1 0 90,-4 2-90,-4-1 0,-3 1 0,-5 0 0,-1 0 0,-4 1 0,-1-1 90,-2 0 0,-2 1 720,-1-1-720,-1 1 1381,0 0-1381,-2 0-1,-1 1 1,-1 0 0,0 1 0,-2 1-90,0 2 90,0-1-90,0 3 90,-1 2-90,0 2 0,1 3 90,-1 3-90,0 6-2097,2 6 2187,-1 5-90,2 6-2697,-1-1 2742,-1-16 0,1 0-45,-2-1 0,1 1-541,0 1 0,0 2 541,0 0 0,0 0 45,0 1 0,0 1-45,-1 0 0,1 0 0,-1 1 0,1 0 0,-1 0 0,0 0 45,0-1 0,0 1-45,0-1 0,0-1 0,1 1 0,-1-1 0,0 0 0,1-1-390,-1-1 0,1 0 435,-1-2 0,1-2-45,-1 0 0,1-1 0,0 15 0,0 6 922,0-14-922,-1 3 90,0-15 2142,-1-2-2052,-1 5-90,0-7 1670,-2 3-1670,-1-8 1832,0 0-1922,-3-1 90,-1 0-1,-3-1-89,-2-1 90,-3-2-90,-3 0 0,-7-1-491,-2-1 491,-7 1-1209,-5-1 1209,20 0 0,-1 1 45,-1 0 0,-1 0-45,-10 0 0,0 0-428,9 1 1,1-1 427,-7 1 0,0-1 0,4 1 0,3 0 457,-11 0-457,10 0 0,1 0 90,2-1 972,-2 1-1152,11-2-90,3 1 0,1-1-3097,3 0 2104,8-7 1173,4 1 0,12-10 0,1 2 0</inkml:trace>
  <inkml:trace contextRef="#ctx0" brushRef="#br0" timeOffset="10733">2180 3762 10411,'-1'-9'450,"2"3"-450,3 1 90,5 1 0,-1 2-90,2-1 90,5 0-90,-1 1 90,6-1-904,2 0 814,3 1 90,6-1-90,2 1 0,4-1 0,1 0 0,-16 1 0,1 1-1517,-1-1 1,0 1 1516,2 0 0,1-1 0,0 1 0,0 0-587,1-1 0,-1 1 587,0 0 0,0-1-300,9 0 1,2 0 299,-3 0 0,-1-1 0,2 1 0,-1 0-160,-6 0 0,-2 0 160,8-1 1600,-4 1-1600,-5 0 1214,-6 1-1214,-4 0 1018,-1 0-1018,-3 0 1344,-1 1-1344,-1-1 776,-2 0-776,0 0 257,-2 0-347,1 0-89,0 0-541,0-1 720,-1 1 0,-3 0 0,1 0 0</inkml:trace>
  <inkml:trace contextRef="#ctx0" brushRef="#br0" timeOffset="11156">3017 3516 9332,'-3'-7'1259,"8"6"-1259,0 2 0,8 6 90,8 4 0,-2-2-3367,10 5 2302,-5-4 1599,1 1-624,1-1 0,0 1 90,1-1-90,-1 0 0,1 0 0,-2-1 0,-2-1 90,-3-1-90,-3-1 0,-3-1 0,-2-2 3276,2 2-3232,-5-1 444,0-1-219,-5-1-179,-7 2-90,-1-1 90,-5 3-90,-3-1 90,-4 4 0,-3 2-90,-6 7 0,-1 3-1538,-3 6 1538,0 0 90,0 3-90,2 1-180,10-11 0,1 1-270,-8 9-719,9-6 0,0-1-91,2-1 1133,-2 6 1,5-9 0,1 0 0</inkml:trace>
  <inkml:trace contextRef="#ctx0" brushRef="#br0" timeOffset="13306">2290 3345 7892,'-6'-3'990,"0"0"-720,3-1-90,5 1-90,1 0 0,5 0-90,1 2 90,3-1-1,4 2 1,7-1-1119,4 1 1119,8 1-966,-14-1 1,1 0 920,1 0 0,2 1-45,2-2 0,3 1 0,-2-1 45,6 1 0,1 0-791,-4-1 0,1 1 1,-1-1 745,7-1 0,0 1 45,1 0 0,0-1-45,-11 1 0,1-1 0,0 1 0,9-1 0,1 1-820,-2-1 0,0 0 820,-4 0 0,0 1 0,0-1 0,0 0-343,-1 0 1,0 0 342,-2 0 0,1 0 220,-3 1 0,0-1-220,-1 1 0,-1-1 0,-4 1 0,0 0 963,16 0-963,-8 0 90,-6 0 1874,-6 1-1964,-4 0 2365,-2 0-2365,-3-1 576,0 1-576,-1 1 476,-3 0-476,0 1 0,-9 6 0,-1 1 0</inkml:trace>
  <inkml:trace contextRef="#ctx0" brushRef="#br0" timeOffset="13866">2288 4305 9602,'10'1'359,"1"-1"-269,3-1 90,7-2 0,5 0-584,10-2 539,-4 1 0,2-1-1026,-5 1 0,1-1 936,-1 1 0,4 0 0,0-1 0,-2 1-1171,10-2 1,0 0 1155,-4 1 0,4 0 0,-1-1-8,-8 2 1,-1-1-1,0 1 1,-1 0-614,3-1 0,-2 1 0,1 0 591,-1 0 0,1-1 0,1 1 0,-3 0-365,-1 0 1,-1 1 0,-1-1 364,1 1 0,0-1 0,0 0 109,9 0 1,-1 0-65,-2-1 0,0 1-45,-5 1 0,0-1 402,-2 1 0,0 0-402,-4 1 0,0-1 90,18 0-90,-9 0 0,-5 1 0,2 1 0,-11 1 1874,4-1-1874,-12 1 0,2-1 2667,-6 2-2667,-1-1 767,1 1-767,-2-1 1241,2 1-1870,-2-1-1350,1 1 1979,-1 0 0,-2-1 0,0 1 0</inkml:trace>
  <inkml:trace contextRef="#ctx0" brushRef="#br0" timeOffset="18184">4852 3203 10501,'8'2'180,"-2"0"-180,0-7 0,-1 0 0,0-1 90,0-2-180,1 0 180,1-3-90,-2 0 0,4-5 0,-3 3 0,2-3 0,-2 4 0,-1 1 0,0 2 90,-1 1-90,-1 1 0,1 1 0,-1 1 0,-1 0 0,0 2 0,0 7 0,-1 0 0,-1 9 0,-1-1 0,0 3 0,-1 2 0,-1 16 0,0-4-1175,0 11 1175,1-10 90,1-3-90,-2 0 0,2 8 0,-1-8-538,1 4 448,1-14 0,0-1-90,0-2 0,-1-1-449,1 2 269,0-5 397,-1 2-756,1-6 719,0 0 0,-1-1 0,0 1 0</inkml:trace>
  <inkml:trace contextRef="#ctx0" brushRef="#br0" timeOffset="18433">4829 3596 9332,'5'3'359,"-1"-1"-269,4-5-90,1 0 90,2-2 0,3 0-90,5-3-90,1 1-449,13-6-1250,-6 3 889,7-3-31,-10 5 931,-3 0 0,5-1 0,-1 0 0</inkml:trace>
  <inkml:trace contextRef="#ctx0" brushRef="#br0" timeOffset="19148">5884 3048 8882,'5'-7'899,"0"1"-719,-2 2 0,0 2 0,1-2 0,0 1-90,1-1 0,0 1 90,1-1-90,1 1 0,1-2 0,0 2-90,3-1 90,-1 1 0,1 0-1,9 3 1,-7 0-90,7 3 90,-10 2-90,1 5 90,-3-1-90,-1 6 0,-5-4 0,-2 3 0,-2 1 0,-4 4-917,-3 4 917,-4 7 0,-2 0 90,-3 2-90,0-3-3088,2-2 3088,2-2 0,1-2-1449,-2 4 1449,3-7-153,-1 6 153,7-13 0,-1 2 456,4-7-456,1 0 2520,0-2-2520,1-1 2304,1 1-2304,0-2 327,2 1-327,2-4 0,1 0 0,4-2 0,-1 0 0,3-2 0,2 0 0,3-1-3277,4-2 3162,2 0-241,0-1 356,0 2 0,-2 1-180,-1 0-11,-2 1-79,-2-1-89,-1 2-271,-2 0-719,-1 1 89,-2 0 1260,-1 1 0,-2 1 0,-1-1 0</inkml:trace>
  <inkml:trace contextRef="#ctx0" brushRef="#br0" timeOffset="19999">7509 3160 9691,'3'-7'90,"0"1"0,-2 2-90,2-1 180,-1 1-90,1-2 0,1 2 0,0-2 0,0 1 0,2-1 0,1 1 0,1-1 0,2 0 0,1 0 0,10-3 0,4 2-90,1-1-114,-2 3 114,-9 2 0,-2 3 0,0 0 90,-3 1-90,-1 1 0,-1 2 0,-3 0 0,-2 2 0,-5 4 90,-1 0 114,-4 2-204,-7 6 0,3-6 0,-4 7 0,0-2 0,2 1 0,1-1 0,4-3 0,5-6 0,1 0 0,1 0 0,1-1 0,2 1 0,2-1 0,2 0 0,1 0 0,5 0-90,1 0 0,2-1 90,1-1-90,3 2-90,7 1 90,-5-1 0,6 3 0,-11-1 0,-2 0 90,-6 0-90,-5-2 90,-3 0-90,-3 2 90,-2 0 0,-3 2-90,-4 0 90,-3 3 0,-4-1 0,0 1-90,1 0-270,-5 2 1,8-5-811,-2 1 1170,6-3 0,2-1 0,-1 1 0</inkml:trace>
  <inkml:trace contextRef="#ctx0" brushRef="#br0" timeOffset="20917">9314 3169 9152,'3'-8'450,"1"1"-271,0 0 1,-1 1 0,-1 0 0,1 0 90,0 0-90,0 1 90,0 1-90,-1 0-90,1-1 179,-2 2 91,1-1-270,1 7 0,-1-1-90,-1 8 90,-3 1 0,-6 10 0,-1 3-90,-1 4-125,-1-1 0,0 0 215,0-1-873,-1 0 783,-1 0 90,0-1-90,2-4 0,1-3-90,0 2 320,3-7-319,-3 4 891,6-9-892,0 1-180,1-5 270,6-6 0,-1 0-90,6-5 90,-2 1 0,0-1 0,2-1 0,-1 1-90,5-3 90,1 0 0,6-2 0,-5 3 0,1 2 0,-4 4-90,5-1 0,1 1 0,0-1 0,-1 2-89,-5 0 89,0 0 0,-1-1 0,0 0 90,0-1-90,-1 0 0,0-1 90,-1 0-90,0-3 90,-1 1-90,-2-1 90,0 1 0,0-2 0,-1 2 0,0-2 0,-2 5 0,-1 0 0,-2 15 0,-1-2 0,-2 15 0,1-5-90,1 2-180,1 15 90,2-7-3097,1 13 2892,2-13 205,1-1-1342,1-3 982,0-4-449,1-3 719,1-3 270,1-2 0,6 0 0,2 0 0</inkml:trace>
  <inkml:trace contextRef="#ctx0" brushRef="#br0" timeOffset="21372">10631 3032 10141,'-4'0'2069,"2"0"-1979,-6 9 0,2-1 0,-2 2-90,0 2 90,-3 4-45,0 2 0,-1 0 45,-2 6-677,3-5 0,1-1 587,2-1 0,3-1-98,1-2 8,2-1 0,2-2 90,2 0-90,2-1 0,4 0 90,3 0-89,4-1-91,21 5 90,-11-6 1251,12 3-1341,-13-5 200,0 1-110,-5 3 90,-5-2-90,-15 2 90,-8 1 0,-5 3-90,-9 4 90,-4 1 0,-1-1-1495,0-1 1315,-5 5-90,10-7-793,-2 3-376,12-10 0,4-1 1439,1-2 0,-1 1 0,1-1 0</inkml:trace>
  <inkml:trace contextRef="#ctx0" brushRef="#br0" timeOffset="21603">10701 3066 10591,'36'-21'89,"0"1"1,-7 6 0,2 2 0,1-1 0,-2-1 0,2 0 0,1 0 0,-1 1 0,-2 2 0,0 0 0,0 1 0,-1-1 0</inkml:trace>
  <inkml:trace contextRef="#ctx0" brushRef="#br0" timeOffset="22248">12389 3124 10951,'5'-8'539,"-1"1"-269,-2 3 360,-1 1-270,1-2 179,-1 1-89,0-2-270,-2 0 90,1 2-90,-6 0-90,1 3 0,-4 1 0,0 3 0,-2 2 0,-2 2-1,-2 5 1,-7 12 0,5-2-529,-5 10 529,11-6-940,3 2 940,2 0-90,2-1-498,2-1 498,5 1-90,0-2-90,10 14 90,-2-12 0,6 6-90,-3-14 90,0-3-180,7 0 180,-7-6 0,5-2 90,-8-4 289,0-2-378,-1-1 927,-1-2-928,0-1 660,-3-1-570,1-1-90,-3 0 90,-1-2 0,-3 0 0,-1-1 0,-3-1 0,-2 0 0,-4-1 0,-3 3 0,-3-1 0,-2 3 0,-2 2 0,-8 3-90,7 1-180,-6 4-89,11 1-271,1 0-719,3 1-270,2 0-270,2-1 1889,4-1 0,2 0 0,2-1 0</inkml:trace>
  <inkml:trace contextRef="#ctx0" brushRef="#br0" timeOffset="22823">13588 3141 11221,'5'-8'899,"2"-1"-719,-3 5-90,3-1 0,-1 2 0,2 0 0,8-2 0,-1 2-90,7-2 90,-4 2 0,3 1-90,0 0 90,9 2-90,2 0-2138,-2 2 2228,-6 0-119,-11 0 29,-3 1 0,-1 0 0,-3 2 0,-3 1 0,0 0 2129,-4 3-2129,-2 0 38,-2 5-38,-2 3 89,-1 4-1098,-3 4 1009,-2 6-45,4-9 0,0 0-599,-4 14 599,4-13 0,1-1-225,0 7-449,-1 7 179,5-11-270,0 4-629,5-14 1439,7 3 0,4-2 0,6 3 0</inkml:trace>
  <inkml:trace contextRef="#ctx0" brushRef="#br0" timeOffset="23935">15536 3102 10051,'-2'-10'450,"0"2"-270,-3 2 0,-1 0-180,0 1 90,-4-1 90,-2 5-90,-6 7-90,0 6 90,4 3-90,4 0 0,4 10-3277,7 15 3251,1-4-987,12 0 0,3-2 1013,1-7 0,-2-4 0,3 0 0,3-3 0,-1-3 0,2 2 0,6 7 0,-2 1 0,-16-7 0,5 15 0,-25-18 0,-10-1 0,2-6 1194,-3-3 0,-2-1-1194,-7-1 0,-6 1 90,16-7 2850,13-1-2940,1-2 0,5-11 90,3 3-90,11-11 0,8-10 0,-1 0 120,-4 3 0,-1-1 0,0 0-90,6-3 0,0 0 0,-6-1 30,-9 0 0,-6 0 0,-4 9 30,-13 5-90,-2 5 0,-1 3 0,3 8 0,0 2-180,3 2-629,-5 1-1,6 1 810,-9 6 0,13-4 0,-2 4 0</inkml:trace>
  <inkml:trace contextRef="#ctx0" brushRef="#br1" timeOffset="49906">6998 4764 12534,'0'-29'362,"0"18"1,0-14 0,0 23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0:55.76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10130 8060 5734,'-4'-1'70,"2"-1"-67,7 5-3,-3-5-3,7 0-3,-8-3-19,-4 2 25,0 4 0,4 3 0,-1-1 0,8 1 0,-3-6 0,0 0 0,-1-1 0,0-4 0,-2 1 0,-2-5 0,-2 6 0,-2-2 0,1 5 0,0 6 0,1 1 0,1 1 0,5 1 0,-1-4 0,1 1 0,1-1-28,-1-4 28,-6-2-3,-1 1 0,-5 0 12,3 5-4,5-6-5,-2 1 0,-1-1 0,0 4 0,-3 4 0</inkml:trace>
  <inkml:trace contextRef="#ctx0" brushRef="#br0" timeOffset="1495">14063 7731 5734,'1'9'0,"0"0"0,-1-5 0,2 2 0,4-1 0,4-4 0,-2-3 0,-1-7 0,-5 3 0,-4-3 0,1 6 0,-2-3 0,0 3 0,-3 1 0,3 4 5,3 1 23,8-5-14,1 0-5,0-4 5,-5 2-6,-1-1 3,-1 0-10,-3-5-1,-1 5-9,-4-4-36,-1 8 45,-5 3 0,1 3 0,-2 4 0</inkml:trace>
  <inkml:trace contextRef="#ctx0" brushRef="#br0" timeOffset="5334">10157 8040 5734,'-7'-2'0,"0"0"0,2 2 0,-1-1 0,0 1 0,1-1 0,-1 1 5,0-1 18,1 1 24,-3-1-32,0 0-15,10-2 0,-2 2 90,18-1-90,-8 2 0,14-1 0,-4 1 0,-1 0 0,1 0 0,17-1 0,0 0 0,-14 1 0,2-1 0,1-1 0,1 1 0,0 0 0,1-1 0,7 1 0,0-1 0,-9 1 0,0-1-1639,-4 2 1,-1-1 1523,16-1 115,-1 1 0,-14 0-726,10-1 0,1 1 726,4-1-535,-7 0 0,0 1 535,3-1 0,-10 0 0,2 1 0,7-1 0,1-1 0,-8 2 0,2-1 0,5-2 0,5 1 0,-5-1 0,-7 1 0,0 0 0,1-1 0,2 0 0,-2 1 0,0-1 0,-2 1 0,0-1 0,-1 1 0,9-1 0,-9 0 0,-1 1 0,1 0 459,13-3-459,0 2 0,-17 1 0,2 0 0,5-1 0,1 0 0,6 0 0,-2-1 1185,-10 2 1,0-1-1186,10 0 0,4 0 0,-4 0 1130,-12 1 1,1 1-1131,8-2 0,5 0 0,-3 0 0,-5 1 0,-1 0-1285,-1 0 1,0 0 1284,0 1 0,-1-1 0,2 0 0,-2 1 0,11-2 0,1 0 0,4 0 0,-3 0 0,0 0-751,-4 1 1,0-1 750,2 1 0,-2 0 0,-3-1-289,1 1 1,3 0 288,0 0 0,0-1 0,1 1 0,-1-1 0,-4 1 0,-3 0 0,3 0-283,3 0 283,-6 0 0,1 1 0,3-1 0,-1 1 0,-6 0 0,0 0-81,2 1 1,-3-1 80,-6 2 0,17-2 0,-15 1 0,11-1 0,-1 0 0,-9 1 0,6 0 0,1 0 0,-4-1 702,-2 1 1,0 0-703,8 0 0,-6 0 0,2 0 181,-3 0 0,1 0-181,5 1 0,2-1 0,-3 0 0,-4 1 0,0-1 0,4 1 0,2-1 0,-3 1 0,7-1 0,-3 1 0,-1 1-301,3-2 301,-8 1 0,0 1 0,-3-1 0,0 0 0,10 0 0,1 0 0,3 1 0,-4-1 0,-3 0 0,-9 0 0,12 0-20,-11 0 20,14 0 0,-13 0 0,0 0 0,10 0 0,7 0 0,-20 0 0,4 1 0,-5-1-313,-4 1 313,-4-1 0,9 2 0,-8-1 0,7 0 0,-7 0 2704,1 0-2704,-2 0 1488,1-1-1488,-1 1 34,-2-1-34,0 0 0,0 0 0</inkml:trace>
  <inkml:trace contextRef="#ctx0" brushRef="#br0" timeOffset="7549">11952 8299 5734,'-7'-5'5,"0"1"4,3 3-6,1 4-3,2 0 0,2 2 5,2-1 1,10-12 16,-6 2 3,8-9-10,-11 8-16,-2 8-13,0 3 9,-2 4-1,2-3 1,1-2 7,1-5 1,-1 0 0,-1-4-6,-3 2-30,-3 4 33,0 0 0,0 6 0,5-1 0,0 0 0</inkml:trace>
  <inkml:trace contextRef="#ctx0" brushRef="#br0" timeOffset="10172">12009 8251 5734,'0'-8'0,"1"3"0,2 1 0,1 3 0,1 0 0,1 1 0,4-1 0,21-2 0,-8 1 0,8-2 0,2 1 0,-8 0 0,-1 0 0,1 0 0,1 0 0,2 0 0,3-1 0,1 1 0,1-1-721,-5 1 1,2 0 0,0 0 0,1 0 722,3-1 0,0 1 0,1-1 0,1 1-1,-4 0 0,1 0 0,0 0 1,0 0-1,-1 0-610,5 0 0,-1 0 1,0 0-1,-2 1 609,2-1 0,-1 0 0,-2 1 0,6-1 0,-5 1 0,-14 1 0,-2 0 0,10-2 0,-1 2 0,2-1 1,4 0 1,-1 0-172,-3 0 1,-1 0 169,4-1 0,-1 1 677,-8 0 0,0 0-677,3 0 0,1 0-170,-4 0 1,1 1 170,14-2 1,-2 0-2,-8 1 0,-3 0 0,6 0 0,-4 0 0,-5 1 0,0 0 0,11-1 0,3-1 0,-8 2 0,1-1 0,-2 0 1386,0 1 0,0-1-1386,5 0 0,3 0 0,-3 0 0,0 0 0,-3 1 508,-1-1 1,-1 0-508,-6 1 1,0 0-1370,9 1 1,-2-1 1367,2 0-435,7 0 1,0 0 434,-16 0 0,-3 1-155,2-1 0,0 1 155,9 0 0,-3-1 0,-2 1-2,7 0 1,1 0 1,2 0 1,-3 0 1,2 1-2,-6-1 0,-1 0-496,9 1 0,-1 0 496,-11-1 0,-2 1 0,2 0 0,-2-1 94,10 1-89,-11 0 340,-1-1 1,0 0-343,0 1 1,4-1 0,0 0 297,-1 1-300,-2 0 1,-1-1-2,-2 0 1067,12 2-1067,-9-2 1320,16 2-1318,-2 1-1,-9-1 1,-1 0-1,-5 0 1,-1 0-4,8 1 1,-3-1 1,-6 0 0,15 2 0,-11-1 3,0-1-3,8 4 0,5 0 0,-7-1 0,-7-1 0,-1 0 0,-7-1 2021,11 1-2021,-13-1 0,15 3 0,-10-3 0,5 2 0,-9-2 294,3 2-291,2-1-6,-1 1 3,-2-1 0,-3 0 0,-2 0 0,2 0 0,-4-1-3,3 2 3,-4-2 3,4 4-3,-5-4-3,0 3 3,0 0 3,-1 2-6,-1-2 6,-1 8-3,-1-8 3,-2 10-3,0-10 0,-1 5 0,1-4 0,-1-1 0,-1 4 3,1-2-3,-3 1 0,2-1 0,1-3 0,-1-1 0,1-1 0,-5 3 0,2-3 0,-3 1 0,0-1 2,2 0-4,-3-1-1,3 0 0,-4 0 3,5-1 0,-2 0 0,3 0 0,1 0 0,0 0 3,-1 0-9,1 0 9,-1-2-6,1 0 3,0-2-3,1 1 3,2-2 0,6 4 0,1-5 0,3 5 0,-3-5 6,-3-1-6,-1 3 3,-1-3-6,-3 3 0,-1 5 3,-1 1 3,8-2-3,-2-1 3,6-7 0,-6 3-1,0-2-2,-5 0 0,-3 3 1,-2 1-2,1 3 1,2 1 0,2 0 1,6-8-1,-5 4 0,3-6-1,-10 9 1,4 1-11,-4 5-36,6 0 47,1 1 0,1-1 0,3-3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2:13.47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9771 5750 7803,'2'3'269,"0"-2"-179,-4 11 0,0 0-90,0 2 90,-1 4-90,0 6 90,0 2-392,-1 3 392,2-1-668,-1-2 668,2-2-90,0-2 0,0 0 0,0 0-109,1-3 109,0 0 0,0-3 90,-1 0-90,1-2-360,0 2-270,0-5 209,-1 2-29,0-7 613,0 0 0,-1-3 1,0 1-1</inkml:trace>
  <inkml:trace contextRef="#ctx0" brushRef="#br0" timeOffset="513">9614 5730 7803,'-6'-4'89,"-1"0"1,2 3-90,-1 0 0,0 1 0,-1 0 0,0 3 0,-2 0 0,-4 9 0,0 1 90,-3 8-90,4 2-972,2 3 972,0 4-1145,4 3 1235,0 2-90,3 1 0,2 3 0,2-18 0,0 0 0,1 2 0,1-1-734,0 2 1,2-1 733,-1 1 0,2-1 0,1-1 0,1 0-510,0-1 0,1-1 510,0 0 0,2-1-667,7 5 0,0-1 667,-3-6 0,0-1 0,5 4 0,1-3 421,8 2-421,0-5 45,-8-8 0,-1-2-45,13 0 0,-12-2 0,0-1 594,9-5-594,-1-3 90,2-4 302,0-3-392,-2-2 0,-3-2 2303,-3-1-2258,-8 3 0,-1-2 45,5-9-820,-7 7 0,-1-1 730,0-9 0,-5-4-1697,-2-2 1742,-4 16 0,-1-2-45,0 1 0,-3-3-306,-5-10 0,-2 0 306,1 7 0,-1 1 0,-6-10 0,-3 2 45,3 9 0,-2 1-90,-2-1 0,-1 0 45,-2 2 0,0 1 0,1 3 0,-1 1 0,-12-2 0,-1 3 0,10 6 0,-2 4 0,-3 1 0,-3 2 0,2 2-45,3 4 0,0 2-45,-8 3 0,1 2-90,12 1 0,3 1-225,1 1 1,1 2 134,2 0 0,1 0 270,1 2 0,2 1 0,-4 7 0,1 1 0,1 2 0,-1 0 0</inkml:trace>
  <inkml:trace contextRef="#ctx0" brushRef="#br0" timeOffset="1509">16304 5709 8792,'-6'-7'1079,"0"2"-809,4 0-90,2 0-90,2 0 0,1 0-90,2 3 0,0 0 90,1 0-90,1 1 90,5 0 0,-4 1-90,4 0 0,-4 2 0,-1 1 0,0 1 0,-1 1 90,-1 2-90,-2 1 0,-1 0 0,-2 2 0,-4 8 0,-2 0-500,-5 6 500,0-3 0,0 0 0,0 1 0,0-2-170,1-2 170,2-2 0,0-3 0,3 1 0,0-2 0,2 0 0,1-1 90,1-1-90,1 0 0,2 0 579,3-1-579,1-1 181,3 0-181,2-1 0,3-1 0,2-1-90,2-2 0,0 1-396,0-2 216,-1 0 91,1-1-181,-2 0-97,-1-1-622,0-1 1079,4 0 0,-1-3 0,3 0 0</inkml:trace>
  <inkml:trace contextRef="#ctx0" brushRef="#br0" timeOffset="1989">16361 5422 8702,'-16'-15'-180,"-1"-1"180,-1 1-1304,-1 1 1304,-1 1 0,1 1 228,1 3-228,1 2 0,0 1 0,-1 3 0,-1 1 0,-1 3 0,-3 3 0,-1 4 0,-5 8-904,1 6 904,13-7 0,1 1-692,1 2 1,0 0 691,0 4 0,1 1-507,0 4 1,0 0 600,3 1 1,0 0-50,0 3 1,1 1-929,2-2 1,1 0 964,1 2 0,2 0-49,1-1 0,2 2-50,1 2 1,3 0 38,1 0 1,2 0-105,2 2 0,2-1-1,2-2 1,1-1-3,1-1 1,2-2-48,1-1 1,2-3 10,0-1 0,2-1 10,1-3 1,1-1 11,-1-3 1,1-1 55,0-2 0,2-1-76,10-1 0,2-2 102,-9-3 1,0-2-226,11 1 1,0-3 246,-11-4 1,-2-2 47,1 0 0,1-2-2,1-3 0,0 0-2,-1-2 1,-1-1 11,2-2 0,-1-2 28,-4 1 0,0-1 43,-1-3 0,-1-1-55,-4 2 0,-1-1-83,1-5 0,-1-1-8,-4 3 1,-1-2-6,-1-2 1,-1-1-6,-3 1 1,-1-1-5,-2 0 1,-1-1-6,-2 0 1,-2-1-5,-1-1 0,-2 0 70,-4-3 0,-1 0 12,-3-1 0,-3 1-45,-2-3 0,-4 0 60,-3 4 0,-4 0 0,0 2-150,5 6 0,0 1 0,-3 1 90,2 0 0,-3 0 0,0 0 0,1 3-100,-3 1 0,2 1 0,-2 2 100,-1 0 0,0 0 0,0 1 298,0 1 1,-1 1 0,-2 0-277,1 3 1,-3 0-1,0 1 1,2 1-328,1 0 1,1 0-1,0 2 275,-8-1 1,-1 0 0,3 4-527,-3 4 1,4 3 555,11-1 0,2 2 0,-4 2 0,5 3 0,4 10 0,5 3 0</inkml:trace>
  <inkml:trace contextRef="#ctx0" brushRef="#br0" timeOffset="13421">10233 8049 8432,'-5'-5'1349,"1"0"-1079,-2 4-180,0 1 90,0 0-90,0 2 0,2 0 0,-1 0 0,0 1 0,0-1 0,0 1 0,0 0-90,0 1 90,0 1-90,0 0 90,-1 1-90,0 0 90,1 0-90,-1 1 0,1 0 0,0 0 90,0-1-90,1 0 0,0-1 0,0 1 0,1-1 89,1 0-89,0 2 0,0-1 0,2 1 90,1-2-90,2-2 0,3-5 0,-2 1 0,0-3 0,-2 1 90,0-2-90,0 0 0,-1-1 0,-1-2 0,-2 2 0,1-2 90,-4 5-90,1 4 0,-1 4 0,2 1 0,2 3 0,0-4 0,3 2 0,-1-2 0,1 0 0,1-3 0,3-2 0,-2-1 0,1-4 0,-3 1 0,0-1 0,0-3 0,-1 3 90,-1-7-90,-2 6-90,-2-2 90,-2 6 0,2 1 0,-5 2 0,4 1 0,-2 2 0,2 0 0,1 2 0,0-1-90,1 0 0,2 1-539,0-1 179,1 1-989,2-2 0,0 1 1439,1-3 0,-1-1 0,-1 0 0</inkml:trace>
  <inkml:trace contextRef="#ctx0" brushRef="#br0" timeOffset="13889">10139 7897 9691,'-6'-2'-89,"-1"0"89,2 1 89,-5 2 1,1 2-90,-1 1 90,0 1 0,3 1 0,-2 2-90,-1 3 90,-3 4-90,-1 3 90,-2 4-90,0 5-1122,0 3 1122,0 5-1310,1 1 1310,2 3 0,4-3 90,3 2-90,3-2 0,4 0 0,4 3-2437,4-2 2437,6 1 0,3-4-202,5-3 292,4-5-90,3-3 0,-8-13 0,1-2 9,13 3-9,-14-6 0,1-3 0,10-3 0,2-6 0,1-4 0,1-6 0,-2-3 0,-2-2 0,-4-3 90,-3-3-90,-3-2 0,-4-4 90,-3-3-90,-5 1 90,-4 1-90,-5-1 45,-7 8 0,-2 0-45,1 6 0,-1 0 0,-4-8 0,-4 2 0,-5 2 0,-3 3 0,4 7 0,-1 0-30,-7-2 1,-1 1 29,5 9 0,1 2 0,-1 0 0,0 2 0,3 1 0,-3 2-270,-17 5 0,-1 3 45,19-2 0,0 0-450,-14 5 1,2 2-585,11 3 1259,6 2 0,1 5 0,3 2 0</inkml:trace>
  <inkml:trace contextRef="#ctx0" brushRef="#br0" timeOffset="15272">10346 8114 9512,'-5'-5'179,"-1"0"-89,2 2 0,1 0 0,3-2-90,2 2 0,3-1 90,1 3-90,2-1 0,4 1 0,7-2 90,5-1-90,2 1 0,3-1 45,-6 1 0,1 0-1438,11-1 0,0-1 1438,-7 2 0,0-1-45,4 0 0,2 0 45,1 0 0,2-1-45,3 0 0,1 1-530,-14 1 0,0 0 1,2-1 551,2 1 1,2 0-1,1-1 1,-2 1-701,2-1 1,0 0-1,1 0 700,-1 1 1,1-1-1,1 0 1,-2 0-456,1 0 0,-1 0 0,0 0 433,1 0 0,0 0 0,1 0-71,-1 0 0,2-1 0,-1 0 71,0 1 0,0 0 0,-1 0-121,1-1 1,-1 0-1,0 0 121,1 1 0,-1-1 0,0 1 0,-1-1 0,0 1 0,0-1 0,0 1 0,-1-1 0,1 1 0,-2 0 0,1-1 0,-1 1 0,-1 0 0,0 1 0,0-1 0,-1 0 0,-1 1 0,1-1 0,-2 1 0,0 0 0,-1 0 40,10-1 0,-1-1-40,-2 1 0,-1 0 93,-4 1 0,-2-1-93,0 0 0,-2 1 361,-2 0 1,-1 0-362,18-2 752,-18 2 1,-1 1-753,20-3 0,-4 1 1996,-12 1-1996,-12 2 2451,-6 0-2451,-1 0 1251,0 0-1251,0 0 0,-2 1 0,0-1 0,2 0 0,-2 0 0,3 1 90,-3-1-90,3 1 0,-3 0 0,3 0 0,-3 0 0,3 0 0,-2 0 0,2 1 0,-2-1 0,1 0 0,0 0 0,1 0 0,0 0 0,1-1 0,5 1 0,-3-1 0,5 0 0,-4 0 0,5 1 0,2 0 0,1-1 0,-2 1 0,-3 0 0,-2 0 0,3 0 0,-2 1 0,2-2 0,0 2 0,0-2 0,1 1 0,9 1 0,-4-1-719,7 0 719,-8-1 0,1 0 0,0 0 0,-1 0 0,0 0-90,-1-1 90,0 1 90,5 0-90,-5 0 0,3-1 0,-3 1 0,-6 0-90,3 0 809,-6 0-719,-1 1 0,-2-1 90,0 1-90,0-1-90,0 1 90,0 0 0,0-1 0,-1 1 0,0-1 0,0 1 0,0 0 0,0-1 0,-1 0 0,1 1 0,-1-1 0,1 0 90,-1 1-90,1-1 0,0 0 0,0 0 0,0 0 0,-1 1 0,1-1 0,0 1 0,0 0 0,1-1 0,0 1 0,0-1 0,0 1 0,0-1-90,0 0 0,0 0 0,0 0 0,0 0-90,3 1-90,0-1-89,2 1 89,-4 0-1079,0 1 1079,-2-1 270,-1 0 0,1 0 0,-2 0 0</inkml:trace>
  <inkml:trace contextRef="#ctx0" brushRef="#br0" timeOffset="15778">14153 7674 8882,'-4'-7'899,"-1"0"-719,1 2 90,0 2 0,0-1-90,-1 2 90,0-1-90,0 1 89,0 0-89,0 1-90,-1-1 90,1 1-90,-1 0 90,0 1-90,0 1 0,0 0 0,-1 2 0,1 0 0,0 1-90,-1 2 90,2-1-90,-1 1 90,0 4 0,2-2-90,-1 2-90,3-3 90,2-1-90,0 1 0,1-2 90,1 0-90,0 0 90,0-2-90,1 1 90,1-3-90,0 1 0,3-2 90,-2-2 0,3 1 0,-3-3-90,0 1 90,1-4 0,-2 2 0,0-3 0,-1 3 0,-2-1 90,0-2-90,-2-1 0,0 2 90,-1 1-90,-1 1 0,0 3 0,-1-1 0,-1 4 0,1-1 0,0 4 0,1-2-90,-1 1-630,0-1-1528,0 0 2248,0-1 0,-2 0 0,1-1 0</inkml:trace>
  <inkml:trace contextRef="#ctx0" brushRef="#br1" timeOffset="17920">11924 8331 8623,'-1'7'-95,"0"-1"722,1-1-583,-3-7-71,0 2 99,-3-5-86,0 4 95,2 1-150,-1 2 69,1 0 90,1 1-90,2 2 0,2 0 0,-1 1 0,0-1 0</inkml:trace>
  <inkml:trace contextRef="#ctx0" brushRef="#br1" timeOffset="18585">11881 8255 8893,'-5'-6'93,"0"0"-96,1 3 109,-2 1-1,-1 2-52,2 0-6,-1 2 98,1 2-97,-1 0 70,0 3-9,0 1 52,-1 3-196,0 2-32,0 2-9,0 1-323,2 2 371,1 1-91,1 0 10,2 2 5,1-1 194,2 1-90,1-1-3277,3 1 3262,2 0-75,9 8 180,5-3-90,7 0 0,1-8-2171,-2-9 2261,-6-4-249,3-6 159,-10-2 2182,5-3-2182,-6-1 0,-1-3 0,0-1-1944,5-11 1944,-7 5 0,3-9 2122,-8 8-2122,-3-2 0,0 0 0,-3-2 0,-2-2 267,-2-1-267,-2-2 0,-3 1 0,-1 2 0,-7-4 0,4 9 0,-9-3 0,11 15 0,-4 0 3260,5 7-3350,1 0 0,-1 3-180,-1 1 219,1 1-939,0 3 631,2 0 359,0 1 0,-3 5 0,0 2 0</inkml:trace>
  <inkml:trace contextRef="#ctx0" brushRef="#br0" timeOffset="19720">11973 8359 8612,'-3'-6'810,"3"1"-810,4 4 0,4 0 0,1 2 0,0 0 90,3 1-90,2 0 0,3 0-760,7 1 760,5-1 0,10 0 0,-18-1 0,2 0 0,13 0 0,1 0-991,-7 1 1,1-1 1035,9 0 0,1 0-45,-9 0 0,-1-1 0,1 0 0,1 0 0,0 0 0,1 1 0,3-2 0,1 1 0,-2 0 0,1 0 0,0 0 0,-8 0 0,-2 0 0,3 0-828,8 0 0,2-1 0,-3 1 828,4 1 0,-3-1 0,2 0 0,0 0-554,-12 0 0,1 0 1,-2 0 553,9 0 0,-1 0-352,3 0 1,0 1 351,-4-1 0,-1 0 0,0 0 0,0 1 0,-1-1 0,1 1 0,-2-1 0,0 0 0,1 0 0,-1 0 0,-1 1 0,0-1-35,-1 1 1,0 0 34,-1-1 0,0 1 0,-1 0 0,-1 0 45,0 0 0,-1 0-45,0 1 0,-1-1 556,0 0 0,0 0-556,-1 0 0,0 0 0,7 0 0,-1 1 0,-6-1 0,-1 0 0,4 1 0,0-1 0,1 0 0,-2 1 0,15 0 360,-15-1 1,1 0-361,8 0 0,1 0 0,0 1 0,1-2 0,0 1 0,0 0 0,-1-1 0,0 0 0,-2 0 0,0 0 0,-1 0-584,-3 0 584,-2-1 1367,6 0-1367,-9 0 188,5 0-188,-12 0 0,-2 1 773,-2-1-773,-1 0 3051,1 0-3141,-3 0 1121,2 0-1121,-6 0 179,0 0-89,0 1 0,0-1 0,-1 0 0,1 0 0,1 0 0,-1 1 0,1-1 0,0 0 0,0 0 0,0 1 0,1-1 0,-1 0 0,0 0 89,1 0-89,-1 0 0,0 0-89,3 0 89,-3 0 0,3 0 0,-3 1 0,3-2 0,-1 1 0,2-1 0,-2 1 0,1 0 0,4-1 0,-2 0 0,3-1 0,-3 2 0,1-2 0,0 2 0,1-1 0,-1 1 0,0 0 0,0 0 0,-1 0 0,-1 0 0,1 0 0,-2 0 0,3 0 0,-4 1 0,3 0 0,-3 0 0,-1-1 0,1 1 0,-1 0 0,1-1 0,0 1 0,1 0 0,5-1 0,0 1 0,2 0 0,-3 0 0,-4 0 0,-1 0 0,-2 0 0,1 1 0,-1-1 0,1 0 0,-2 0 0,1 0 0,-1 0 0,1 0 0,-1 0 0,3 0 0,-4 0 0,2-1 0,0 1 0,-2-1 0,3 0 0,-3 0 0,1 0 0,-1 0 89,1 0-178,-2 0-1,2 0-180,-2 0-630,1 0 900,0 0 0,-1 1 0,1 1 0</inkml:trace>
  <inkml:trace contextRef="#ctx0" brushRef="#br0" timeOffset="20334">15752 8297 8432,'1'-8'1080,"0"0"-541,-1 2 181,-2-3-450,0 3 0,0 0 89,-4 2-269,1 4 0,-2 0 0,2 3-90,1 0 90,0 1-90,0 1 90,1 0-90,-1 0 90,1 4-90,0 1 0,0 1 90,2-2-90,3-3-90,-1 0 90,2 2 0,0-4-90,2 2 90,-1-3 0,-1 0 0,1-2 0,1 0-90,0-2 90,0 0 0,0-3 0,-2 0 0,0-2 0,-1 0 0,-2 1-90,-1-1 0,0 1 90,-3 6-90,2 1-90,0 6-449,0-11-361,-1 7-1438,-1-8 2428,0 9 0,3-3 0,0 0 0</inkml:trace>
  <inkml:trace contextRef="#ctx0" brushRef="#br0" timeOffset="20860">15789 8074 9512,'-5'-7'90,"0"2"-1,2 2 1,-1 0 0,-1 1 0,0 0 0,-1 0-90,0 1 90,0 0-90,0 1 90,-2 2-90,1 0 90,-1 4-90,-1 0 0,-1 3 0,0 3 90,-2 2-90,1 2 0,0 4-1073,1 0 1073,1 4-20,2 0 20,2-1 0,2-1 90,2 0-90,3 16 0,0-10 45,2-2 0,1 0-45,1 1-527,2-5 0,0 0 527,2 0 0,3 2 0,-3-11 368,5 0-368,-3-5-61,5 1 61,-5-6 0,1-2 90,0-1-2843,13-7 2753,-4-1 0,-2-1 0,0-2 77,4-6-77,7-8 0,-13 4 0,-2-3 0,-2-3 0,-3-2 0,-2-3 0,-3-1 0,-4-3 45,-3 9 0,-2-1-90,0 6 0,-2 0 45,-1-6 0,-3-1 0,-6 2 0,-2 2 0,2 6 0,-1 2-155,-5-5 1,-2 3 154,4 8 0,-1 2 0,0 2 0,0 1 0,-20-2-45,9 9 0,0 1-90,9 1 0,-1 2-450,-15 6 1,0 4 44,17-5 0,2 2 225,-5 4 1,2 1 314,-2 8 0,2 4 0,3 1 0</inkml:trace>
  <inkml:trace contextRef="#ctx0" brushRef="#br1" timeOffset="23270">8311 11793 15976,'-7'-4'-787,"5"-2"-636,4 3 2261,6-1 341,2 1-472,1 0-123,4 0-68,1 0-53,2 0 50,1 0 611,0 1-723,0 1-575,-1 1 33,-1 1 7,5 1-28,-5 0-11,3 1-22,-8 1-131,-3 0-78,-1 2-238,-3 1-317,-2 1 89,-2 1 209,-3 2 311,-2 2 462,-4 4 390,-2 2 296,-4 2 282,-8 11-2985,4-7 3490,-5 7-593,-1 2-1158,6-8 453,-4 7-736,7-12 384,4-2-171,2-2-78,2-3-119,2-1 2858,2-2-2853,1 0 1021,3 3-1328,1-4 523,3 3-928,1-5 425,3-2 213,3 0 257,13-2 487,-1-2-1650,12-1 2145,-5-2 204,1-2-829,0 0 708,-1-2-1228,0 1 525,0 0-630,-3 0-554,-1 1 271,-4 0 782,-4 1 0,4-1 1,1 0-1</inkml:trace>
  <inkml:trace contextRef="#ctx0" brushRef="#br1" timeOffset="24686">9081 12055 18722,'-3'-6'-3277,"0"0"1228,1 3 1919,-2-1 172,0 1 264,0 0 42,-2 0-19,1 1-544,-1 0 1040,1 0-19,-1 0-99,1 2 153,-1 0-73,0 2 216,1 0-5,-1 2-364,0 2-94,0 0-201,1 3-135,0 0-380,0 3-135,2-2-437,1 3-211,0-2 116,2 1 176,1 0-162,1-1-75,2 1 49,3-1 71,0-2 225,3 1 248,1-2 196,1-2 122,7 0 435,-4-3 236,6-1 241,-6-3 218,0-2-170,0-1-195,1-2-57,0-1-33,-2-1-241,0-1-317,-2-1-61,-3-1-289,-1 0-97,-3 0-221,-2-5-292,-3 2-163,-3-3-84,-2 5-185,-3 0 293,-2 0 233,-1 1 194,-2 3 308,-1 1 279,0 2 275,0 2 168,3 1 289,0 1-70,0 3 84,3 0 6,0 5-281,8-2-842,2 1-219,3 0 178,3-3 96,7 1 61,-1-2-33,6 0-57,-5-2 122,3-1 815,2 1 192,4-3-979,2 0 555,0 0-130,-2-1-625,-3 1 546,-2 0-53,-2 0-37,-1 1-87,-3 0-63,-1 1 37,-2 0 9,2 0 730,-4 0-792,1 1 548,-3 0-706,-3 1 12,1 3-498,-2-1-158,-2 5 99,1-2 47,-3 3 170,2-3-27,-2 3 192,1-2 48,1 2 351,-1 0 214,2 1-252,0 5-55,2 0-232,1 0 4,1-3-90,0-4 94,-1-1 130,2-1 78,0-1 207,0 0 106,2-2 130,0 0 60,0-1 115,0-1-7,0-1-1,0-1 81,0-1-137,-1 0-28,-1-1-18,0 0-124,-1 0-140,-1-1-139,-2-1-222,0 0-158,-2 0-80,-2-4-350,-1 2-11,-3-3 175,-1 3 163,-1 1 158,-1-1 199,-1 1 122,0 0 162,0 2 131,1-1 77,0 1-62,2 0-141,0 1-55,2-1-65,0 1-67,1 0-84,3-2-263,1 1 206,3-2 191,3-2 302,1 2 22,5-3-66,-2 1 32,2 0 88,2-1 248,-1 1-166,2 0-202,-1 1-239,-2 1-39,1 0 128,-3 2 7,0 1-4,-2 0-41,0 2-68,-1 0-86,-1 3-215,-1 0-97,-1 3-240,0 4-168,-1-1-45,0 5 54,-2-3 78,1 1 66,0-1 185,1 2 101,-1 1 210,0 1 149,1-1 24,-1 0-25,1 0-35,-1-1 4,0 0-5,1-3-19,0 4-26,-1-5-6,1 2 4,1-4 46,-1-2 114,2-4 419,-1-2 148,0-4-206,-2 0-166,0-1 26,1-4-35,0 1-25,0-3-148,0 0-406,1-2-136,1 0 239,-1 0 11,2 0-4,-2 1 36,2 1-11,-1 1 47,1 3 15,0 1 36,1 3 25,-1 1 218,-1 3 10,3 3 160,1 4-233,-2 2-79,0 2-241,-3 0-18,0-1-67,0 1-140,0 0 57,-1-1-145,2 2 119,-2-3 168,0 0 117,-1-4 65,0-1 105,3-4 751,-2-2-74,4-4-192,-4-1-150,2-2-27,0-3-4,2-5-81,1-1 27,2-2-729,0 3 199,-1 2 114,0 2 187,-1 3 28,0 1 46,-1 3 55,-1 2 78,0 3 107,2 7-489,-2 2-200,1 8-136,-2 0-63,-1 3-27,3 18-27,-1-8-1119,2 10 901,-3-14 352,0-4 169,0-2-462,6 8 265,-3-11-439,3 4 706,-4-13 214,-1-2 0,4-1 0,0-2 0</inkml:trace>
  <inkml:trace contextRef="#ctx0" brushRef="#br0" timeOffset="25060">10181 12092 10951,'2'-9'270,"1"2"-180,1 4-1,0-1-89,1 1 90,2-4-90,-1 2 0,1-1 0,-2 0-90,-1 0 90,-1 0-89,0-1 89,-2 0 0,-1-1-90,-1-1 90,-1 1-90,-6-3 0,-1 2 90,-2 1 37,0 3-71,2 6 114,-2 1 13,0 4-5,-2 2-99,1 2 83,-1 5-7,2 0-46,0 2-22,4 0-33,2 1-112,3-1 88,1 0-19,2 0-83,2-1-83,6 8 9,0-7-357,14 13 280,-8-16-262,8 4-699,-7-10 824,-1-2-370,0-3 1,7-1 0,2-1 0</inkml:trace>
  <inkml:trace contextRef="#ctx0" brushRef="#br0" timeOffset="25519">10496 12088 9242,'-8'-5'809,"-1"0"-539,1 2 90,0 0 180,-1 0-361,-5 1 1,3 1 0,-2 0 0,4 1 0,0 1-90,-1 2 180,-4 5-180,3-1 90,-8 11-180,9-5 0,-4 15-90,7-11-90,0 6-90,5-10-270,3 6 181,2-7 89,2 4-90,1-8 90,1-1 0,0-2 0,2-2 90,0-2 1,2-2 89,-1-3 0,2-2 0,0-3 90,1-4 0,8-15 90,-3 0-921,-7 9 0,0-2 921,4-15-90,-2-3-393,-2-1 482,-3 2 1,-1 0 0,-3 3 0,0 1 0,-3 4 0,0 4 0,-1 4 0,-1 0 90,0 9-90,0 10-90,-1 28 90,0 8-839,0-7 1,1 1 748,-1-4 0,1 0 0,0 3 0,0-1 80,0 1 1,1-1-81,0-2 0,0 0 0,0 1 0,2 0-449,-1-2 1,1 0 403,0 1 0,1-1 0,1 0 0,0-1-225,5 15-279,-2-14 1,2-2-621,3 6 539,4 3 630,-6-17 0,4-1 0,2-1 0</inkml:trace>
  <inkml:trace contextRef="#ctx0" brushRef="#br0" timeOffset="25745">10886 12138 10321,'-2'3'3276,"2"3"-3584,0 18-591,5 0-1,-1-2-2377,5 1 3107,-5-12 0,5 7 0,-3-5 0</inkml:trace>
  <inkml:trace contextRef="#ctx0" brushRef="#br0" timeOffset="25952">11006 11797 11221,'-3'-9'359,"0"0"-269,1 3 90,0 1 0,0 0-1000,1 1 1,3 14 0,2 5 0</inkml:trace>
  <inkml:trace contextRef="#ctx0" brushRef="#br0" timeOffset="26413">11214 12086 11311,'0'-10'1349,"0"0"-989,-1 5 179,0-2-359,0 1 630,0 2-720,0 11-180,1 1 0,0 11-360,3 7 90,-1-5-269,2 17 269,-2-16 90,2 5-180,-1-6 180,-1-7 90,1 2 1,-2-9 89,2-1 90,1-8 90,0-1-1,2-7 1,-2-2-90,1-3 90,0-3-90,1-3-637,0-3 637,2-4 90,2 0-90,4-9 0,-2 12 78,2-3-78,-5 17 0,0 3 0,0 3 0,-1 3 0,6 4 0,-2 3 0,3 4 0,-3 1 0,-1 2 0,-1 1 0,2 3 0,-1 1 0,1 0 0,-1 0 727,-2-3-907,3 4 0,-3-5-180,2 2-90,-4-7-167,0-2-732,0-1 180,1-1 1169,2-1 0,10-2 0,3-1 0</inkml:trace>
  <inkml:trace contextRef="#ctx0" brushRef="#br1" timeOffset="27244">14486 11764 16464,'-6'-1'164,"1"0"82,-3-2-94,1 1 185,-1-1-227,1 0 206,3 1-77,-2 0 211,3 1-660,6-2 5,7 0 312,17 0-225,-2 1 97,-5 1 0,3 1-241,6 2 1,-1 2 36,-5-1 0,0 1 3,4 2 0,-5 4-395,-9 18-39,-12-3 37,-8 9-1110,-7-6 1448,-2 2 77,-4 2 154,-2 0-38,-1-1-8,0 1 447,0-3-428,8-10 0,1 0-209,-6 8 45,6-8 0,2 1-269,0 0 63,2 3-16,7-10 17,2-3 86,4 3 277,1-3 83,2 1 0,1-5 1384,1 0-1474,1-2 194,1 1-104,8-1 0,-3-2 0,6 0-90,-3-3-180,0 1 0,2-2-601,1 0-298,0 0 180,3 0 989,-2-1 0,8-2 0,-1 1 0</inkml:trace>
  <inkml:trace contextRef="#ctx0" brushRef="#br1" timeOffset="28728">15080 12109 10131,'-7'-8'242,"0"2"-68,2 2-58,0 0-8,0 1-123,0-1 30,0 1 19,0 0-22,0 1 8,-3 0-2,2 1-104,-2 1 88,1 2-2,0 1 0,0 2 90,-1 2-90,1 1 0,-1 1 90,1 2-90,-3 6 0,4-1 0,-1 3 0,4 0-90,2-5 0,1 5 0,2-8 0,3 1-90,1-2 90,2 0 0,1-2 0,1-2 0,1 0 0,0-3 90,1 0-90,0-3 0,2-1 90,0-1-90,1-1 90,1-2 0,0-1 0,-1-1-89,-2-2 89,0 0 0,0-6 0,-4 3 0,-1-3 89,-5 4-89,-2 1 180,-2-1-180,-1 0 90,-2 0 0,-1 0 0,0 2-90,-2 2 90,0 1-90,0 2 90,-2 0-90,1 2 0,1 1 90,-1 2-90,-4 2 90,5 1-90,-2 3 0,12 2 0,2-5 0,5 2 0,-1-5 0,0 0 0,1 0 0,1-1 0,1 1-90,0-2 90,0 0 0,5 1 0,-4 0-90,3-1 90,-6 2 0,0 0 0,-2 0 0,-1 1 0,-1 0 0,0 1-90,-2 0 90,1 1 0,-2 1 0,-1 0 0,0 1 0,-1 0 0,-1 0 0,0 2 0,0-1 0,0 2 0,0-1 0,0 2 0,0 0 0,0 1 0,1-1 0,0 0 0,1 0-90,1-2 90,4 5 0,3-2-90,1 0 90,2-4 0,-3-3 0,2-2-90,0 0 90,2-1 0,0-2 0,0 0 0,0-1 0,-1-1 0,0-1 0,-2 0-90,-2-1 180,-1-1-180,-2 0 90,-2-1 0,-2 0 0,-2-5 0,-2 2 0,-3-4 90,-6-1-90,3 4 0,-4-4 0,3 6 0,0 1 0,0 0 90,-5 0-90,4 1 0,-2 0 0,4 3 0,2 1 0,1-1 0,0 1 0,1 0 0,0 0 0,1 0 0,0-1 0,3-1 0,3-1 0,5-2 0,16-6 0,-3 2-550,12-4 550,5 2 0,-8 3-483,-9 4 0,-2 1 483,6-2 0,-4 2 0,-3 2 90,-4 0 0,-3 1-90,-1 1 90,-1 0-90,-3 1 90,0 2-90,-3 0 90,0 2 406,-1 1-496,-1 3 1110,-1 0-1110,1 2 0,-1 1 0,1 2 0,0 2 0,0 1 0,1 2 90,0 0-90,0 1-285,0 0 285,-1 1 0,1-1 0,-1-1 0,1-2 0,-1-1-90,0-1 90,1 2 0,-1-3 0,0-1 90,1-3 285,2-13-375,-1 2 90,3-9-90,-2 1 90,1-1-90,0-4-3277,3-3 3252,1-2-45,1-4 70,7-11 0,-5 9-188,-3 7 0,-1 1 188,1 0 0,1-1 0,-5 11 0,0 2 3126,-1 2-3126,0 3 98,1 2-98,-2 3 614,0 2-704,-1 2 0,0 1 0,-1 1-90,1 1 90,-1 0-90,0 1 90,0-1 0,1 0-90,-1-2 180,0 1-90,1-3 0,-1 0 90,0-1 0,2-3 0,1-1 0,-1-2 90,3-1-90,-1-3 90,1-1 0,1-2-90,1-2 90,1-1-90,2-4-397,2 0 397,1-2 0,1 1 90,-3 2-90,0 4 0,-1 2 0,1 2 90,-3 3-90,1 3 0,-5 4 0,0 2 0,-1 3 487,0 3-487,-2 2 0,-2 2 0,1 2 0,-2 2 0,0 1 0,0 11 0,0-10-931,2 5 841,0-11-90,0-1-180,1-3-180,0-1-1079,2 1 1619,-1-6 0,2 1 0,-2-4 0</inkml:trace>
  <inkml:trace contextRef="#ctx0" brushRef="#br0" timeOffset="29084">16175 12186 10951,'4'-6'270,"0"1"-270,1 3 90,2-1-1,-1 0-89,3-1 90,5-3-90,-2 0 0,3-3-179,-4 2 89,-1-2-90,-2 1 0,0-3 0,-3 0 0,-2 1 0,-2 0 90,-2 1-90,-2 1 0,-3 1 90,-1 2 0,-2 2 1,-1 3-91,-10 6 90,3 3 0,-8 7 0,-1 12 0,8-5 90,-4 8-180,10-1-2551,6-8 2641,2 4-89,5-8-1,2-1-90,4 0 90,3 1 0,2-3-90,1-1-270,2-3 540,3-2 0,3-3 0,5-2 0</inkml:trace>
  <inkml:trace contextRef="#ctx0" brushRef="#br0" timeOffset="29661">16428 12155 9871,'-1'-9'2069,"-2"1"-1709,0 4-90,0 0 0,-1 1-90,0 1-1,-1 0 1,-1 1 0,0 1-90,-2 1 90,1 1-90,-2 2 0,0 1 0,-2 3 0,-1 1 0,1 2 0,-1 3-90,-4 11 0,5-5-478,-2 6 388,7-10-90,2 0 90,1 0-90,2-2 90,2 0-90,1-1 90,2-1-180,5 3 91,-1-5 89,4 0 0,-2-6 90,-1-2-180,9-4 180,-6 0-90,7-6 90,-3-1-90,1-6-1273,4-5 1363,-3-2 0,3-7-90,-5 0 90,1-6 0,-3 0 0,0-3 0,-4-1 0,-1 1 0,0-2 0,-3 5 0,1-1 0,-3 4 26,-1 4 426,0-3-387,0 8 137,-1 6-85,-1 15 100,0 10-162,-1 11 28,0 5-1133,0 6 1114,-1 5-34,-1 7-166,1-2 126,0-16 0,0 1-53,1-3 1,1 1 76,-1 1 0,1 1-17,0-1 0,2 0-13,1 9 0,3 0-16,3-1 0,0-2-59,1 2 0,1-3-81,1-5 0,1-3-314,7 1-948,2-5-33,1-6-215,0-4 1671,-1-3 1,8-7 0,0-3 0</inkml:trace>
  <inkml:trace contextRef="#ctx0" brushRef="#br0" timeOffset="31220">17506 12196 10591,'-5'-4'180,"-2"0"48,1 4 35,-2 1-163,0 1-15,-3 1 69,-1 2-100,-1 1 64,-4 4 87,1 2-716,-2 2 510,2 2-6,2-1 71,0 8-106,5-7-12,0 5-2,4-7-4,4-1-3,0-1 81,2 0-89,2-1-95,1-1 91,3 3-75,0-4 677,3 0-639,-2-4 128,0-2-69,1-1 17,1-2 115,1 0-70,0-2 2,1-2 81,0 0 0,1-3-240,-1 0 79,0-3-97,-1-1 74,-3 0 82,-2-2-11,-2 1-9,-1 0-2,-3 0 122,-1-1 0,-3 1 0,-2 0 0,0 0 0,-2 1-1,1 1 1,0 2-90,0 1 90,1 1-90,2 1 90,-1 1 90,2 0-180,9 2 0,-1 1 0,10-1 0,6-1 0,-2 1 90,10-3-920,-4 1 830,1-1 0,-2 0-299,-2 0 299,-5 2 90,-2-1-90,-3 1 0,-1 1 0,-2 0 722,-1 0-632,-1 1 47,-1 0-137,0 2 0,-2 0 0,-1 3 0,-2 1 0,0 0 0,0 2 0,1 7 0,-1-2 0,2 5 0,0-4-90,0 1 90,1 1 0,1 0-90,0 1 90,1 0-90,0-1 90,0 0 0,0-3-90,2 0 90,-1-1 0,0-2-90,0-1 90,0-1 0,2-2 0,-2-2 0,2-1 0,-3-2 0,0-1-89,0-1 178,1-2-89,-1-1 0,1-2 0,-1-1 0,2-9 0,-1 5 0,0-7 90,-3 5-90,-1-1 0,0 0 0,1-1 90,-2 3-90,2-1 0,-2 2 0,1-1 0,-1 3 0,1 0 0,0 1 0,2-1 0,-1 4 0,1-2 0,0 4 0,0 0 0,0 1 90,1 0-90,1-1 0,1 0 0,1 0 0,1-2 0,2-1 0,1 0-90,4-3 90,-2 0 0,4-4 0,-3 0 0,2-2 0,-1-1 0,-2-3 0,-2 0 90,2-11-1130,-6 5 950,1-7 90,-6 10 0,-2 2-414,-2 1 414,-1 0-91,-1 1 91,0 2 0,0 3 0,0 3 0,0 1 90,0 2-90,-1 3 963,-3 24-873,1 10-36,1-8 0,1 1-54,1 0 0,0 0-854,-1 13 854,0 0 0,2 0 0,0-1 0,1-2 0,1-1 0,2-4-653,0-3 653,1-3 0,1-4-179,-1-2-451,5 1 0,-3-7-809,3 1-90,-3-6 1621,0-1 1,0-1 0,-1-1 0</inkml:trace>
  <inkml:trace contextRef="#ctx0" brushRef="#br0" timeOffset="31393">18187 12100 10411,'-4'-8'540,"1"1"-91,1 3-269,2-2 270,1 1-360,3-4 90,2 3 0,3-4-90,1 3 0,1-1 0,6-1-1478,4-2 1029,9-2-764,2 0 1123,3 1 0,2 0 0,-13 3 0,0 1 0,13-4 0,1 1 0</inkml:trace>
  <inkml:trace contextRef="#ctx0" brushRef="#br0" timeOffset="32122">16002 13098 10591,'-10'-19'-360,"-4"-13"450,6 11-834,-2-10 924,5 15 658,2-3-568,1 6 242,-1-3-242,2 8 0,-1 0 450,-1-2 292,-7 7-922,-1 0 90,-10 13 0,-3 6-90,-5 5-848,6-1 0,-6 7 0,0 1 0,3-4 758,1 3 0,-1 0-63,5-5 1,-2 3-1,-1 2 1,0 0 98,4-2 0,-2 2 0,2 1 0,0 0 0,1-1 9,0 4 0,1 0 0,2 1 0,-3-1-45,-3 2 0,-3 1 0,2 0 0,7-1 30,7 7 0,5-2 0,8-9-202,10-12 172,3-1 0,3-3 0,0-12 0,3-4 45,14-1 0,2-1 1005,-7 1 1,1 0-1051,0-1 0,2-1 0,-5 1 0,-8 2 0,-2 0-1340,14-2 0,-2 1 1070,0 0 0,7 1-392,-18 2 212,-4 2-656,2 1 1106,2 2 0,-1 1 0,1 3 0</inkml:trace>
  <inkml:trace contextRef="#ctx0" brushRef="#br0" timeOffset="32756">16806 13412 11490,'-11'-17'1440,"2"2"-991,1-2 1,4 8-360,6 8 180,6 17-270,6 15 90,-2 4-90,1 2 0,-6-8-3277,2-2 3072,-2 1 205,0-4-90,-1-3-90,-1-4-180,6 11 270,-6-16 0,5 6 90,-5-19-90,1-3 90,1-4 0,3-5-90,1-3 90,1-7 3276,2-5-3263,-1-3 1,0-3-59,1-3 0,0-1-1360,-1 2 1,0 0 1359,-2 5 0,-2 5-135,-2 7 1,-2 5-181,-2 4-90,0 2 450,3 10 0,-1 6 0,4 7 0</inkml:trace>
  <inkml:trace contextRef="#ctx0" brushRef="#br0" timeOffset="33834">17471 13433 10681,'-3'-8'180,"-1"-1"-90,0 1 90,-1 0-90,-1-1 0,1 2-1,-1-2 1,0 2 0,0 1 0,-1 0 90,-9-1-90,5 5-90,-9 0 180,-14 24-180,13-3 0,4-4 0,1 0-246,5 5 246,6-6 0,3-2 0,1 0-180,2-1 1,4 3 89,2-4 0,2 1-180,9-4 0,10-9 180,9-13 0,-9 0 213,-12 0 0,-4-1-123,-4 3-3277,6-16 3342,-10 21 25,6 1-90,-8 12 0,8 21 0,2-1 45,3-3 0,3 0-135,7 1 180,7-1-90,-16-23 3276,8-10-3218,-6-6 0,0-4-58,-2 0 0,0-1 89,1-4 1,-4-2 135,-9-4 0,-4 3-45,-1 4-180,-7-7 90,5 41-90,1-1-90,22 8 90,-8-14-90,14 0 90,-12-6 0,7-4-3277,-5 0 3162,5-1 115,-8 3 0,2-2 0,-4 3 0,5-2 0,-9 6 0,3-1-90,-7 16 3366,-1 11-3218,-3 4 0,0 4-58,0-6 0,1 1 45,-1 5 0,1-2-693,1 3 648,2-14 0,0-9 0,0-2 0,28-2 0,-8-11 0,1-1 0,1-3-404,-7-5 1,-3-3 493,13-12-90,-5-3 90,-9 8 224,-3-5 1,-1-2-45,0 0 342,-1-3 0,-3 12-522,-5 41 0,1-12-90,-2 16 0,0 3 90,2-4 771,0 5-861,2 5-180,0-5 90,1 2-360,-1-9 91,-2-14-631,1-1-1438,1-5 2428,2-5 0,0-3 0,2-5 0</inkml:trace>
  <inkml:trace contextRef="#ctx0" brushRef="#br0" timeOffset="34046">18244 13074 10681,'0'-10'719,"1"2"-269,-1 2-90,0 0-90,0-1-3547,-1 0 2859,5 9 1,0 2-1,3 7 1</inkml:trace>
  <inkml:trace contextRef="#ctx0" brushRef="#br0" timeOffset="34536">18554 13342 10591,'-6'-2'270,"-1"0"-90,2-1 179,-4-2 1,-3-1-180,1-1 0,0 1 90,0-1-180,2 4 90,-6-2-90,6 4 0,-2 2 0,1 2-90,1 2 90,-2 4 0,-4 6-90,3 2 89,-2 4-89,5-3-89,2-1-1,3-1 0,1-1-270,2 5 180,3-4-270,3 7 270,0-10 0,4 1 0,-2-7 1,1-2-1,1-2 90,0-2 0,1-2-90,1-1 90,1-1 90,1-3-180,6-5 180,-5 1 0,5-4 90,-7 4 90,2-4-90,-4 5 0,1-3 90,-3 5-90,-2 3 0,0 0 0,-2 4-1,-1 6-89,0 1 90,0 4-90,-1 0-90,1 1 1,0 1-181,1 1 0,1-1 0,1 0-90,0-2 0,1-1 1,2-2-811,0-2 1170,5-3 0,2-3 0,6-1 0</inkml:trace>
  <inkml:trace contextRef="#ctx0" brushRef="#br0" timeOffset="34784">18765 13493 8702,'8'-16'-360,"0"-4"360,-1-2 0,0-4 90,-2-1 0,0-2-556,-2-1 556,0-2 0,0-1 90,-1-1 0,0 0-90,0 0 90,0 2-626,0 4 626,0 5-90,0 6 0,0 3 0,-1 4 270,-1 3-270,-2 20 297,0 2-297,-3 19-90,1-2-2413,0 2 2413,1 3 0,-1 1-349,3-11 0,-1 1 439,1 13-1110,0-6 1,1-2 1019,0 1 45,1-8 0,1-2-45,0-1-90,2 2 0,0-12 1865,0-2-2135,2-3 687,-1-3-1586,0-1 3662,0-3-2403,1-1 0,1-4 0,1-2 0</inkml:trace>
  <inkml:trace contextRef="#ctx0" brushRef="#br0" timeOffset="34983">18833 13366 10141,'-1'-6'900,"0"1"-810,10 1 0,0 1 89,9-1-179,-3 0-450,8 0 270,-6 0-180,1 1-179,-1 0-901,1 1 181,-1-1 1259,-1 1 0,6-1 0,-1 0 0</inkml:trace>
  <inkml:trace contextRef="#ctx0" brushRef="#br0" timeOffset="35221">19159 13343 10771,'-7'-6'1619,"0"0"-810,4 3-179,-1-1 449,1 1-899,0 6 0,1 1-90,1 7 0,1 0 0,1 2-90,0 2-90,-1 3-180,1 0-388,0 2 118,-1-1 0,1 0-179,-1-2-2558,1-1 292,0-2 356,1-1 2629,0-3 0,1 1 0,0 0 0</inkml:trace>
  <inkml:trace contextRef="#ctx0" brushRef="#br0" timeOffset="35429">19155 13005 11221,'1'-10'-90,"-1"1"180,0 2 89,1 1 1,-1-1 0,0 2-1000,1-1 1,3 16 0,0 4 0</inkml:trace>
  <inkml:trace contextRef="#ctx0" brushRef="#br0" timeOffset="36267">19361 13237 12030,'-6'3'1799,"-1"-1"-1619,1 0 0,-1 2 0,-1 2 0,-1 2-90,-1 2 0,-1 4 0,0 4-90,0 3-180,0 2-1059,2-1 1060,1 3-91,2-4-90,2 2 90,1-4-90,2-2 90,2-1 1,1-1 339,2-1-340,1-3 175,2-1-85,0-2-90,1-3 180,1-1-90,9-7 270,-5-1 544,8-5-544,-10-1 89,-1-1 1,-1 0 180,0-9-180,-3 6 0,0-6-90,-5 8 90,0-1-90,-1 3 0,-1-1 0,-1 3 0,-1 0 0,1 2 0,-1 1-90,0 2 89,-1 0 1,0 1-449,1 4 359,8-3-90,0 2 0,9-2 0,-5-3 90,2 0-90,2-2 90,0-1-90,2-1 90,5-4-90,-4 2 90,3-2 0,-8 4 0,3-2 0,-6 4 0,3-1 0,-6 3 0,0 3 0,0-1 0,0 5 0,-1 1 0,-2 4 0,-1 0 0,-1 1 0,-1 3 0,1 1 0,-1 2 0,-1 7 0,0-5 0,0 4 0,1-6 0,-1-3 0,0 0 90,1-2-90,0-1 0,0-2 0,1-2 180,0 0-180,4-9 90,0 0-90,3-7 90,0 0-90,4-4 0,2-2 90,10-13-90,-1 5-1639,-8 9 1,1-1 1523,9-8 115,0 3-632,-1 3 632,-3 3-222,-2 4 312,-3 2-90,-3 5 0,-2 2 2879,-2 3-2789,1 4 820,-3 2-910,0 5 367,-3 1-367,-2 1 0,1 3 0,-1 0 0,-1 1 0,1 0-3277,-1 1 3162,1-1-442,0-1 467,1 0-122,1-1-58,0-2-90,1-1-90,1-3 3011,0-1-4270,1-2 648,0-2 1061,1 0 0,5-2 0,2 1 0</inkml:trace>
  <inkml:trace contextRef="#ctx0" brushRef="#br0" timeOffset="36425">20242 13343 11221,'1'-6'2068,"0"-1"-2877,3 8-540,-2 1-1928,1 4 3196,-3 1 1,-5 0 0,-2 2 0</inkml:trace>
  <inkml:trace contextRef="#ctx0" brushRef="#br0" timeOffset="37200">15495 13423 10321,'7'-3'270,"0"0"-180,-2 1 0,0 0 180,-1 1-180,2 0 0,-1 1 89,2 2-89,-2 0 0,1 5 0,0 2 0,1 7-704,-2 5 704,-1 9-90,-2 4 90,-3 2-45,1-14 0,-1-1-828,-1 1 1,1-1 602,0 2 0,-1-2-180,0 0 1,0 0-2333,-2 17 893,-1 2 1799,-1-5 0,2-14 0,0 0 0,-5 17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1:14.78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9679 9608 5734,'5'-3'0,"1"0"50,-2 2-10,1-1-40,0 4 90,-2-1-90,1 2 0,-2 0 0,6 5 90,-3-1-90,4 4 0,-4-4 0,2 6 0,-3-4 0,2 3-3277,-2-2 3162,-1-5 115,2 5 90,3-3-90,0-3 0,10-7 89,5-13 1,2-3-858,-8 7 1,0-2 789,3-2 1,4-4-1,-1 0 1,-2 2-23,-3 0 0,1 0 22,0-1 1,4-3-1,-1-1 1,0 0-23,3-2 0,-1 0 0,0 0 0,0 0 0,-1 0 0,1 1 0,-1 1 0,-1 0 0,-3 3 2310,6-4-2490,-4 3-2865,-8 10 3045,-2 1 0,-4 5 0,-6 4 0</inkml:trace>
  <inkml:trace contextRef="#ctx0" brushRef="#br0" timeOffset="1237">16204 8872 6094,'1'-8'359,"0"-1"-269,3 3 0,-1 1 90,0 0 0,-1 2-180,-1 8 0,-2 3 0,0 6 0,-2 10 0,1-10 0,-1 23-90,2-22 90,2 18 0,4-23 0,7 2-90,2-12 90,8-7 0,4-5 0,0-2 0,2-3 0,0 0-1093,-4 4 1,-1 0 0,1-1 1053,6-5 1,2-1 0,-2 0 38,-3 3 0,-1 1 0,-2 1 0,2-2 0,1 0 0,2 0 0,3-2 0,-3 3-278,-9 5 1,-1 0-37,4-1 0,2-1 0,-3 2 314,6-4 0,-7 3 0,-3 1 0,-9 2 0</inkml:trace>
  <inkml:trace contextRef="#ctx0" brushRef="#br0" timeOffset="27951">8736 6663 5734,'7'-5'180,"-1"0"89,-3 3-269,0 4 0,-4 21 45,-2 0 0,-2 4-45,-2-1 0,-2 4 0,0 0 0,0-1-1093,-2 3 1,1-2 0,-1 1 1053,-3 4 1,0 1 0,1-4 38,1-7 0,0-3-1134,-1 3 0,1-2 1134,-4 6 0,5-8 0,1-2 0,2-3 90,-3 10-90,5-13 0,-4 13 0,7-19 0,-1 5 0,4-7 90,6 1-90,0-3 1134,13-2 0,5-2-1134,-4 0 0,1-1 849,6 0 1,3 0-850,6 0 0,2-1 30,-12 1 0,0 1 0,-1-1-30,8 0 0,-1-1 0,0 2 0,-2-1 0,3 2 0,-7 0 0,3 1 0,-9 0 0,-11 0 0,2 0 0,-3 1 1693,-1-2-2232,-1 0 449,-5-4-87,-1 0 177,-8-5 0,1-1 0,-2-3 0</inkml:trace>
  <inkml:trace contextRef="#ctx0" brushRef="#br0" timeOffset="28669">8762 6218 5815,'-8'-5'-53,"-1"-1"44,-6 1 15,-16-1 2,13 3 1,-3 1-1648,-13-1 1,-1 2 1174,14-1 1,0 2 493,-6-1 0,0 3-30,3 2 0,2 2-1632,-8 4 1632,8-2 0,-1 3 0,1 9 0,2 4 0,2-1 0,0 4 0,4-1 0,-1 6 0,-1 3 0,2-1 0,1-3 0,0 1 0,1-2 0,1 5 0,2-6 0,0 4 0,0 4 0,0 2 0,0-1 0,0-1 0,2-2 0,1-5 0,0 0 0,1-4 0,2 0 0,0 4 0,1-2 0,0 5 0,1 2 0,0 2 0,0 1 0,1-1 0,0-2 0,1-3 0,0-5 0,3 10 0,2-7 0,2 4 0,-1-5 0,0 4 0,1 2 0,2 0 0,1-3 0,2-3 0,5 1 0,3-3 0,1-2 0,1 0 0,1-1 0,1-1 0,1-1 0,-1-1 0,0 0 0,-1 0 0,1-2 0,-1-3 0,3-3 0,-1-4 0,2-3 0,7-5 0,2-5 0,-2 0 0,-1 0 0,2-3 0,-8-1 0,5-4 0,2-2 0,1 0 0,-3-1 0,-5 2 362,0-1 1,-5 0 0,4-4-363,-4 3 0,3-2 0,1-2 0,0-1 0,-1-2 0,-2 0-11,-3-1 0,-1-2 1,-1 0-1,-1-2 1,0-1-1,-1-1 11,-1 0 0,0-3 0,-1 0 0,0-2 0,0 0 0,0 0 0,-1 1 0,0 2 0,3-4 0,0 1 0,0 0 0,-1 1 0,-1 0 0,-2-2 0,0 0 0,-1-2 0,-1 0 0,-2 0 0,-2 2 0,-4 2-256,-4-3 0,-4 2 0,-2 1 0,0 4 256,1 3 0,0 2 0,-5-3 0,-4 0 0,-4-4 0,-4-3 0,-2 1 0,0 3 0,1 5 0,-3 3 0,0 4 0,-2 2 0,-3-1 0,5 2 0,-1-2 0,-3 1 0,0-1 0,0 2 0,0 1 0,3 2 0,-7 0 0,1 3 0,1 2 0,-5 1 0,7 2 0,-3 1 0,-2 1 0,0 0 0,0 1 0,3 0 0,2 0 0,-2 0 0,4 1 0,-1 1 0,-3 1 0,3 0 0,-4 1 0,-2 1 0,-1 0 0,0 1 0,1-1 0,3 1 0,5 0 0,-11 3 0,6 0 0,-2 2 0,5-3 0,-2 1 0,-1 2 0,2 0 0,3 2 0,2 4 0,3 2 0,1 0 0,3 1 0,0 3 0,2 0 0,1 1 0,-5 3 0,1 1 0,6 1 0,8-2 0,4 0 0,2-1 0,1 6 0,1 1 0</inkml:trace>
  <inkml:trace contextRef="#ctx0" brushRef="#br0" timeOffset="32341">16392 6606 5824,'4'-6'90,"-1"0"0,-2 2 0,1 0-90,1 1 89,1 5-89,1 1 0,2 4 0,2 12 30,-4 4 0,0 6 0,0-2-30,-1-4 0,1 3 0,-2 2 0,0 5 0,-1-1 0,-1-5-1228,-1-5 1,-1-2 1257,1 4 0,-1 3 0,0-3-30,0-2 0,0-2 0,1-1 0,-1 0 0,0 1 0,0-2 0,1 4 0,-1-16 0,-1-11 0,-1-23 0</inkml:trace>
  <inkml:trace contextRef="#ctx0" brushRef="#br0" timeOffset="32889">16380 6601 5824,'2'-7'-6,"1"0"12,-2 3-6,6-5 0,-1 4 90,15-7-90,5 5 0,0-1 45,0 6 0,0 1-45,-3 3 0,6 5 0,-1 3 0,-10 7 0,-4-2 0,-4 2 0,-15 12 0,-8 1-1093,0-8 1,-2-1 0,0 0 1034,-2 9 1,-2-2-1033,-6 0 1,4-7 1089,13-13-97,-2 2 97,8-7 0,18-6 0,0-1 0,3-1 0,1-1 2221,2-1-2221,10-1 0,-21 7 3276,9 4-3232,-10 7-44,-1 5 0,-1 4-3175,2 6 3175,-4-5 0,1 1 0,5 10 0,6 2 0,0-10 0,2-1 0,-6-6 0,1-2 0,10 3 0,3-3 0,3-5 0,0-4-45,-3-1 0,2-2 45,-2-5 0,1-2 0,-4-1 145,8-8 1,-14-1 0,-4-3 0,-10-4 0</inkml:trace>
  <inkml:trace contextRef="#ctx0" brushRef="#br0" timeOffset="33442">16634 6375 5801,'-15'-13'8,"-1"0"1,-9-6-6,3 5 0,-2 0-311,6 5 0,0 1 308,-8-5 0,-4 3-1093,2 7 1,-3 2 0,3 1 863,-1-1 1,0 3-95,3 2 0,-4 3 0,1 0 1,3 1 367,-4 3 0,2 2-67,4-2 1,-2 1-1,0 4 22,3 2 0,-1 3 0,0 2 0,1 0 0,1 0-45,1 0 1,2-1 0,1 2 0,-1 3 44,1-2 0,0 3 0,-2 1 0,1 1 0,1 0 0,1-1 0,3-3 0,1 2 0,1-3 0,3 1 0,0 1 17,1 3 1,0 1 0,2 1 0,3 1 0,3-2-18,7 0 0,5 0 0,3-1 0,0-1 0,-2-1 349,-2 1 0,-1-3 0,1 0 1,2 1-350,3 1 0,2 1 0,1 0 0,2-2 0,-1-4-506,6 1 0,2-5 1,2-1 505,-1-2 0,3-2 0,2 0 0,1-2 0,-4-3 0,2-2 0,1 0 0,0-1 0,0-1 0,-2 1 0,0-1 0,0 1 0,-1-2 0,-1 0 0,2-2 0,2-1 0,1-2 0,-1-1 0,-1-1 0,-4-1 0,0-1 0,-4-1 0,0-1 0,0 1 0,-1 0 0,3-3 0,4-3 0,2-3 0,1-1 0,-4 1 0,-4 2 0,-1 1 0,1-5 0,-1-2 0,4-3 0,1-4 0,-1-1 0,-2 1 0,-4 1 0,-4 0 0,-3 1 0,-2-1 0,1-4 0,-2 3 0,1-4 0,1-1 0,-1-1 0,-1 0 0,-1 1 0,-2 4 0,-1-5 0,-3 4 0,-1-1 0,-2-2 0,0-3 0,-2-3 0,-1-1 0,-1 3 0,-1 3 0,-2 3 0,-2 3 0,-3-3 0,-5 1 0,-3-4 0,-4-2 0,-1 0 0,0 3 0,2 4 0,-3-3 0,1 6 0,-8-1 0,5 8 0,-4-1 0,-4 0 0,-3-1 0,-1 1 0,-1 1 0,1 2 0,1 2 0,2 4 0,-2 1 0,1 5 0,0 2 0,1 1 0,-2 1 0,-3-2 0,8 0 0,-2 0 0,-2 0 0,0 0 0,-1 0 0,0 0 0,0 1 0,1 1 0,1 1 0,2 1 0,-5 2 0,0 1 0,2 1 0,1 1 0,0 0 0,1 2 0,0-1 0,-3 1 0,0 2 0,0-1 0,2 2 0,0 0 0,2 1 0,-3 3 0,2 0 0,2 2 0,0-1 0,3 1 0,-1-1 0,2 1 0,2 0 0,1 2 0,0 4 0,0 2 0,3 1 0,3-2 0,2 1 0,3-1 0,1 2 0,0-2 0,1 0 0,-1 0 0,1 0 0</inkml:trace>
  <inkml:trace contextRef="#ctx0" brushRef="#br1" timeOffset="122603">10137 8217 14615,'-1'-8'-3277,"-1"0"959,0 0 1567,1 2 305,-2-8 144,0 5 60,-1-4 80,2 5-920,-3 0 1282,0 5 248,-1-2 108,0 5 396,1 0 199,-3 2 177,4 0-58,-4 0-8,4 0-236,-2 0-273,2 0-107,1-1-428,-2 1-221,0 2-272,1-1-29,0 3-245,3 1-380,1 0-124,3 1-141,0-2 224,5 4 120,-3-4 161,2 2 105,-1-3 325,-2-1 403,2 0 216,-2-2 326,4-5 281,-3 0-112,2-6-406,-4 2-322,-2-1-232,-2 3-379,-3 8 992,0 3-595,1 7-678,4-1-283,2-5 248,3-4 956,1-8 518,-2 1 302,1-6-1352,-5 5 58,-3 0-102,-5 7 1613,1 0 0,-1 6-974,3 0-700,2 0-63,1 6 103,2-7 253,3 2 273,-1-8-592,6-3 625,-5-1 150,3-2 177,-5-2-473,-5-1-238,0 0 203,-3 2 359,1 6 73,3 5-1016,9 5-187,-2-4 96,8 2 975,-6-7 750,-2-1-689,2-1 1,-5 0 0,-1 0 0</inkml:trace>
  <inkml:trace contextRef="#ctx0" brushRef="#br1" timeOffset="124709">14000 8290 14615,'2'-6'-2683,"-1"0"1769,0 2 344,-4 6 1176,0 9-903,0 1 135,1 5-118,2-10-644,2 3 600,-1-4-64,0 1 38,2-2-525,-1-2 811,9 0 473,-2-8 449,3-2 91,-3-10-458,-7 7-96,0-6-122,-7 4-289,1 3-189,-4 0-309,3 7 36,-10 5 658,5 6 184,-4-1 309,8 2-259,4-5 78,0 0-191,1 3-348,2-3-561,1 1-666,2-3 825,1-2 231,2-2 782,3-6-54,1-3-83,-4 0-4,-3 0 28,-7 4-370,-2 5 288,-3 3 40,0 8-852,4 0 218,7 4 1,5-5-1,7 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3:44.33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7492 12602 8522,'-7'-3'900,"7"0"-720,4 1-1,9 0 1,-1 1-90,4 1 90,10 0-90,8 2 45,-1 0 0,2 0-1774,-6 0 1,1 1 1628,9 0 1,4 0 69,-5 0 0,1 0 0,-1 0-612,-6-1 0,0 1 0,1-1 552,2 1 0,2-1 0,1 0 0,-2 1-525,4-1 1,-2 0 0,1 0 546,-8 0 1,0-1 0,0 1-1,1-1-278,0 0 1,1 0 0,0 0 0,1 0 277,5 0 1,0 0-1,1 0 1,0-1-29,0 1 0,1-1 1,0 1-1,0-1 28,0 0 1,0 0-1,0 0 1,1 0-23,-7 0 0,0 0 0,1-1 0,-1 1 0,-2 0 22,4 0 1,-2-1-1,0 1 1,1-1-23,3 0 0,0 0 0,0 0 0,-1 0 22,-4 0 1,0 1-1,0-1 1,1 0 21,2 0 0,2 0 0,1-1 0,-1 1 1,-2 0-23,0-1 1,-2 1-1,0 0 1,2 0-24,-2 0 0,3 0 0,-1 0 1,0 0-1,-4 0 31,7 0 0,-4-1 0,1 1 30,-2 0 0,0 0 0,-1 0 131,-5 1 1,0-1 0,0 1-148,10-1 1,-1 0 0,-7 1 0,-1-1 180,3 1 0,-1 1-90,-11-1 0,-1 0 0,3 0 0,-3 1 1435,-2-1-1390,-3 0 1719,-5 1-1719,-2-1 2676,-3 1-2406,-1 1 1675,-2-1-2215,0 2-414,0 1 54,0 0-1169,1 0 270,0 0 1349,0-3 0,0 1 0,-2-1 0</inkml:trace>
  <inkml:trace contextRef="#ctx0" brushRef="#br0" timeOffset="2263">10083 8094 9871,'-6'-3'720,"2"-2"-720,-1 4 0,2-2 90,1-2-180,-1 1 90,2 8 0,1-1 0,1 6 0,1-4 0,-1-2 0,2 2 0,-2-2 0,2 1 90,-1-2 0,2-4-90,-2-9 90,-2 4-90,-2-6 0,-1 10 0,-3 3 0,2 2 0,-1 1 0,2 1 0,2 0 0,1 2 90,2-3-90,4-3 0,-1-2 0,2-4 0,-3 2 0,0-1 0,-1 1 0,0 0 0,0 0 0,-2 0 0,1-1 0,-2 0 0,-3 1 0,-1 4 0,-1 4 0,0 3 0,1 2 0,2 1 0,2-3 0,1 1 0,1-5 0,1 2 0,2-4 0,-1 0 0,3-2 0,-2-1 0,1-1 0,-1-1 0,-1 0 90,-1-1-90,0 0 0,-1 0 0,-1 0 0,-1-1 0,0 0 0,-3 1 90,-2 2-90,-1 4 0,1 2 0,-2 3 0,4-1 0,-2 5 90,3 1-90,1-3 0,3 3 0,0-9 90,1-3-90,-1-3 0,-2-2 89,-2 0-1977,-2 3 718,-3 5 1170,3 0 0,0 7 0,5-1 0</inkml:trace>
  <inkml:trace contextRef="#ctx0" brushRef="#br0" timeOffset="3804">14089 7751 9512,'-1'-9'719,"0"2"-539,-2 1 0,0 3-90,-1-1 90,1 2 0,-2-2-90,1 2 0,-1 1 0,-1 3-90,1 1 89,0 1-89,2 0 0,1 0 90,-1 3-90,1-2 90,0 2-90,1-1 0,0-1 90,1 2-90,1-3 90,2-1-90,1-3 0,1-2 0,0-6 0,-3 3 90,2-4-90,-2 2 0,0-3 0,-1-2 0,-1 0 90,-1 1-90,-1 4 0,0-3 0,0 4 0,-1-2 0,1 4 0,-2 1 0,-1 4 0,1 2 0,-1 2 0,4 2 0,2-1 0,1-1 90,2-2-90,0-4 0,0-1 90,0-3 90,-3 2-90,0-4 0,-3 0 0,0 0 0,-2 0-90,-2 6 0,1 1 0,0 3-90,1 1-90,1 1-450,0 4 1,2-2-990,1 3-360,1-4 1979,2 1 0,3 3 0,1 1 0</inkml:trace>
  <inkml:trace contextRef="#ctx0" brushRef="#br0" timeOffset="39460">10336 8073 7892,'-1'-7'900,"0"1"-630,0 2-180,-3 1 90,0 1-180,-3 1 90,1 1-90,-1 0 90,1 0-90,0 0 0,-1 1 0,1-1 90,0 1-90,-1 0 0,0 0 0,1 0 0,-1 0 89,0 0-89,1-1 0,-1 1 0,1-1 90,0 0-90,-1-1 0,2-1 0,0 0 0,1-1 90,2 1-180,-2-2 90,0 0 0,0 0 0,1 1 0,-1 0 0,0 4 0,2 2-90,-1 2-1978,3 1 2068,-2-1 0,1-1 0,-2 1 0</inkml:trace>
  <inkml:trace contextRef="#ctx0" brushRef="#br1" timeOffset="40750">14087 7690 9343,'0'-8'2482,"-3"14"-1978,3-2-339,-4 10-99,4-7-73,-1-2 1,1 1-6,2-4-48,0-3 296,2-2-180,-2-5 71,-1 3 43,0 0-69,-1-6-32,-1 3-107,0-2 272,-1 4-568,-2 1-208,-3 5 129,2-1-83,-1 5-148,4 0-1306,0 0 1969,1 1 0,0 1 0,1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2:45.53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8866 6845 5734,'7'-2'45,"-1"0"0,-3-1 45,0 0 90,1-1 89,-1 0-179,0 1 0,-2 7 0,-19 28-90,2-6 30,1-3 0,-3 3 0,0 0-30,3-5 0,1-1 0,-1 0 0,-2 4 0,1 0 0,0 0 0,1 3 0,1 0 0,3-4 0,3-3 0,1-2 0,1 2 0,4-1-1147,11 2 1147,3-7 90,8 6-90,3-12 0,3-2 0,6-1 0,1-2-1506,-1 0 0,1 0 1506,-2-2 0,1-3 0,4-2 0,-1-2 0,-14 3 0,1 0 0,3-2 0,5 0 0,0-1 0,-4 1 0,1 0 0,-1 0 0,0 1 0,3-1 0,-4 0-180,10-1-180,-10 3 360,-10 3 191,-6-1 1,1 2 0,-3-2 0</inkml:trace>
  <inkml:trace contextRef="#ctx0" brushRef="#br0" timeOffset="991">13453 6927 5779,'-7'-8'315,"0"0"-226,4 3 181,-1-2 0,2 3-270,-2 4 90,-1 16 0,0 8-45,2 9 0,1 5-1138,1-6 1,0 1 0,1-2 1053,-1-4 1,0-1 0,1 1-688,0 7 0,0 0 0,0-6 726,0-2 0,0-6 0,1-1 0,-1 0-90,0 7-810,0-10 2812,-3-11-1912,-1-14 0,-3-15 0,0-2 0</inkml:trace>
  <inkml:trace contextRef="#ctx0" brushRef="#br0" timeOffset="1557">13309 6996 5824,'-3'-7'0,"0"-6"0,2 2 90,11-9-1729,10 8 1,4 2 753,8-5 180,5 5 1,-2 2 704,-9 4 45,-4 1 0,1 0-45,1 2 0,-2 1 0,4 7-433,-13 20 433,-3-5 0,-15 4 0,-6 0 0,-4-2 0,2-6 0,-1 0 1647,-10 9-1647,3-3 90,2 0-90,13-8 0,18-12 0,1-2 0,10-4 0,2-2-90,-3 2 90,9 9 0,-16 4 0,-1 8 0,-1 3 0,-4-6 0,0 1 0,5 8 0,0-2 0,6 4 0,-4-12 0,2-2-955,8-1 865,5-1-512,2-10 602,-12-6 0,-4-2 0,1-1 0,2-6 0,5-10 0,-10 4 0</inkml:trace>
  <inkml:trace contextRef="#ctx0" brushRef="#br0" timeOffset="2080">13392 6728 5773,'-16'-6'0,"-13"-4"25,9 6 0,-2 2-1573,-12 4 0,-4 7 1578,7 3 0,-1 5 0,2 1-451,3 1 1,2 1 0,1 5 420,6-2 0,0 3 0,1 3 0,2-1 0,3-2 0,0 6 0,3-1 0,3 3 22,-1 1 1,1 3 0,4 1-1,8-2-22,6-9 0,6-1 0,4 0 0,2-1 0,1-1 0,-1-1-273,2 1 0,0-2 1,2-2-1,0 1 0,1-1 273,-2-1 0,1 0 0,1 1 0,0-2 0,0-2 0,0-4-47,4-1 1,0-4-1,0-2 1,-1-1 0,-2-1 46,5 0 0,-3-3 0,0 1-17,2 0 0,1 0 1,1-1 16,-1-3 0,2-1 0,0-1 0,-5 0 0,3 0 0,1-4 5,-9-2 0,4-2 0,3-3 0,0-1 0,-3-1 0,-4 0-5,-2-4 0,-5-1 0,-1-1 0,2-3 15,-1 3 0,3-2 0,0-2 0,-1 0 0,-3-1 0,-3 1-15,-2-7 0,-3 0 0,-5-1 0,-2-1 252,-4 2 1,-3-2 0,-2 0 0,-3 1 0,-1 2-253,-3-3 0,-4 3 0,-1 0 0,0 0-277,3 6 0,-1 0 0,0 0 0,-2 2 1,-3 0 276,-3 3 0,-5 0 0,-1 1 0,-2 1 0,2 2 0,3 2 0,-7-4 0,3 4 0,-5 0 0,6 4 0,-4 0 0,-3 0 0,-1 0 0,0 2 0,2 1 0,4 2 0,-5 2 0,3 3 0,1 2 0,-4 2 0,5 1 0,-3 2 0,-1 1 0,-1 2 0,1 0 0,2 2 0,3 1 0,0 3 0,4 1 0,0 2 0,2 1 0,0-1 0,-8 5 0,1 1 0,2 1 0,5 1 0,2 6 0,5 3 0,3-3 0,2 0 0,1 0 0</inkml:trace>
  <inkml:trace contextRef="#ctx0" brushRef="#br0" timeOffset="21861">5775 12431 5734,'8'0'0,"-1"1"0,-1 0 0,-2 0 0,3 0 0,2 1 0,3 1 0,-2-1 0,2 1 0,-5-1 0,1 1 0,3 0 0,-5 0 0,15 3 0,-10-3 8,8 1 1,1 0-4,7-2-1,-3 2 1,2-1 3,2 0 0,0 0-4,-7 0 1,0 0-4,3 0 1,1-1 2,-5 1 0,0 0-2467,10 0 2464,-9-1 1,-1 1 4,10-1-2,-8 0 0,3-1-3,0 0 0,3 0 0,-1 0-1289,10 0 1,-2-1 1287,-8 1 0,0-1 0,-3 0 0,3 0 0,-2 0-783,11 0 783,-1 0 126,-11 0 1,3 1-127,9 0 0,1 1-127,-9-1 1,0 0 126,0 0 0,3 1 0,-4 0 0,-3-1 0,-2 1 0,0-1 0,1 0 0,13 1 0,-1-1 28,-17 0 1,1 0-29,6-1 0,6 0 0,1 1 0,-2-1-19,6 1 0,-1 0 0,0 0 19,1 0 0,-1-1 0,1 1 0,0 0 0,0 0 0,-2-1 0,-8 1 0,-1 0 0,1-1 0,9 1 0,1-1 0,-1 0 607,-6 1 0,-2-1 0,2 0-607,8 1 0,1-1 0,-5 0-854,4 0 854,-2 0 0,2 1 0,-12-1 0,-1 0 0,1 0 0,0 0 0,-1 0 0,2 0 0,1-1-323,6 1 1,1 0 0,-1 0 322,-8 0 0,0 0 0,1 0 0,4 0 0,2-1 0,0 1 0,-7 0 0,-5 0 0,-1 0 0,15 0 0,3-1 0,-7 1 0,1-1 0,-2 1 216,-1 0 1,1 0-217,-3-1 0,5 1 0,-1 0 0,-3-1 0,6 1 0,-3-1 0,2 1 0,-1 0 0,-3 0 0,-1-1 0,5 1 0,-1-1 0,-12 0 0,0 0 0,13 1 0,1-1-217,-4 0 1,-1 0 216,10 0 0,-13 0 0,5-1 0,-5 1 0,7-1 0,-4 0 0,0 0 0,-1 0 0,-7 0 0,-1 1 0,5-1 324,13-1-324,-22 2 1961,12-2-1961,-12 2 3053,4 0-3053,-6 0 608,3 1-608,-7 0 417,0 0-327,-1-2 0,-2-2-90,0-1 0,-1-7 0,-3 3 0,-1-7 0,-1 6 0,-1-9 90,-6-16-90,3 9 0,-6-2 0,0 2 0,0 5 0,-2 1 0,0-1 0,-5-5 0,1 5 0,-4-1-1639,-5-1 1,-1 0 1580,7 5 1,-1 0-1122,-6 0 0,2 3 1179,5 4 0,-2 0 0,-2 0 0,6 3 0,-2-1 0,-4 0 0,-4-2 0,-1 0-295,-3 1 1,-1 1 0,2 0 294,5 1 0,2 1 0,-2-1 0,-6 0 0,-1 0 0,5 1 0,-6-2 441,-1 0 1,-1 1-442,16 3 0,1 0-335,-9-2 0,-3 0 335,1 0 0,1 0 968,9 3 0,-1-1-968,-6 0 0,-5-2 0,-1 0 0,2 1 0,5 2 0,1 0 0,-1 0 0,-8-2 0,-3-1 0,-1 1 0,3 1 0,-3 0 0,1 0 0,4 1 0,-1 0 0,-2-1 0,6 2 0,-4-1 0,-3 0 0,1-1 0,3 2-100,-5-1 1,3 1 0,-2 0 99,8 0 0,-2 0 0,0 1 0,-1-1 0,0 0 0,-3 0 0,-1 1 0,0-1 0,0 0 0,1 1-241,2-1 1,1 1 0,0 0 0,0 1-1,-1-1 241,-3 0 0,-2 0 0,1 1 0,0-1 0,4 1 0,-7 0 0,3 1 0,1 0-217,2 0 1,0 0 0,0 0 216,-3 1 0,0-1 0,1 1 0,0-1 0,1 1 0,0 0 0,-2-1 0,1 1 0,1-1 0,-4 1 0,4 0 0,12-1 0,2 1 0,-1-1 0,0 1 0,-4 0 0,-2 0 0,1 1 0,-1 1 0,0 0 40,-1 0 1,-1 1 0,1 0 81,2 0 0,1 0 0,0-1 523,-12 3 0,3-1-374,14-1 0,-1 0 88,-7 1 1,0 0-2,7-1 0,0-1 90,-14 4 1,2-1 2673,13-2-2764,-5 2 1,0-1 196,6 0-264,1 0 1,-2 0 127,-13 4-182,1 0 1401,3-1 0,-1 1-1425,5-3 1,1 0-1032,0 1 0,0 0 838,0-1 0,2 0 9,-8 2-5,5-1 178,-6 3-1373,13-2 0,0 1 1750,-5 2-455,0 1 0,0 2 818,-1 5-62,-4 6-572,14-6 0,1 2-712,7 2 1,2 0 356,0-2 0,1 1-243,4-1 1,6 0-209,11-3 0,8 0 0,1-2 39,2-3 1,1-2-1,1 1-164,-2 0 0,1 2 0,1-2 0,-1-1 265,-1-4 1,-1-1 0,1-1-1,0 0 249,2-1 0,1-1 0,-1 1 0,0-1 0,-2-1 0,0 0 0,0 1 0,1-1 0,7 0 0,1 1 0,-1-1 0,0 1 0</inkml:trace>
  <inkml:trace contextRef="#ctx0" brushRef="#br0" timeOffset="24007">10102 8798 5824,'8'-4'90,"-2"0"-90,-2 2 0,-1 1 0,1-1 0,-1 0 0,1 0 0</inkml:trace>
  <inkml:trace contextRef="#ctx0" brushRef="#br0" timeOffset="25514">14785 8382 5784,'-15'-1'0</inkml:trace>
  <inkml:trace contextRef="#ctx0" brushRef="#br1" timeOffset="40295">17260 13092 9652,'10'0'110,"2"0"-108,-1-3-125,4 1-3154,14-1 955,-8 1 1825,4 1 0,7-1 0,-4 1 308,-7 1 0,0-1 425,6 1 1,3-1 0,-2 0-468,-6 1 0,2 0 115,6 1 1,7 1 0,1 0 0,-3-1-524,-6 1 1,-1 0-1,3 0 631,-3 0 1,3 1 0,3-1-1,1 1 1,0 0 0,0 1 7,0 0 0,1 1 0,1 0 0,-1 0 0,0 1 0,0-1 10,-4 0 0,0 0 0,0-1 1,0 1-1,1 0 0,3 1-13,-5-2 1,2 1 0,1 0-1,1 1 1,0-1 0,1 1-1,-1-1 1,-1 0 0,-2 0-2,3 0 1,-1 0 0,-1 0 0,-1 0 0,1 0 0,0 0 0,2 0 0,-1 0 1,2 0 0,1-1 0,0 1-1,0-1 1,-1 1 0,-1-1 0,-1 0 2,2 0 0,-1 0 0,-1 0 0,0 0 0,0-1 0,0 1 0,2-1 0,2 0 0,0 0 0,-2 0 0,-2-1 0,-4 0 0,1 0 0,-4 0 0,1-1 0,7 0 0,2 0 0,-5 0 0,-9-1 0,-1 0 0,10 0 0,0 0 0,-8-1 0,-2 0 17,-2 0 1,-1 0 1763,6-1-1691,-12 1-90,-3 0 981,-4 1-1071,3-1 871,-4 1 1,-16-5 0,-9-2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4:03.77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7666 12454 7173,'-9'-1'630,"0"0"-361,4 1 181,-1-1-180,-1 1 90,2-1-180,-1 2 90,2-1-270,5 6 0,1-4 89,9 3 1,-1-3-90,6 0 90,1-1 0,21 0 0,-5 0-1148,-7-1 0,1 0 1058,-5 0 0,0 0 45,3-1 0,1 0-45,2 0 0,1-1 45,1 1 0,1-1-45,5-1 0,1 1-1020,2-1 0,1 1 1020,-11 0 0,0 0 0,1 0 30,0 0 0,0 0 0,1 0-30,-1 0 0,1-1 0,-1 1 0,0 0 0,0-1 0,0 1 0,1-1 0,-1-1 0,1 1-642,-1 1 0,-1 0 1,1-1 641,0 0 0,0 0 0,-1-1 0,0 2 0,0 0 0,0 0 29,0-1 1,-1 1 0,-1-1-546,12 0 1,-2 0 515,0 0 0,-2-1 0,-3 1 0,-1 0 45,0 0 0,0 0-43,-3 0 1,0 1-3,-1 0 0,-2 0 153,-3 0 1,0 0-64,16-1 1081,-9 0-1081,-5 1 1544,0 0-1454,-9 1 1496,2 0-1406,-5 0-90,-4 0 1643,4 0-1643,-6 1 864,3-1-864,-5 1 352,2 0-442,-1-1 0,0 1 0,0-1 0,0 1-2339,0-1 2249,-2 3 0,-2 2 0,-2 2 0</inkml:trace>
  <inkml:trace contextRef="#ctx0" brushRef="#br1" timeOffset="7382">9259 6539 10287,'4'-6'3276,"1"1"-2766,-3 2-111,1 0 228,0-1-69,-1 2-229,2-1-29,0 1 158,0-1-343,2 2 122,-2-1 447,1 0-454,0-1 58,5-1-106,-2-1 114,9-5 7,-6 2-234,4-4 183,-5 3-447,1-3 64,0 1-91,1-5-264,-1 1 201,0-2-94,-3 1 302,2-6-152,-3 6 12,0-5 0,-2 8 6,-2 1 220,0 2 3,-1 1 18,0 1 17,-1 1 502,0 1-366,0 1 143,-1 11-147,0 1-228,-1 12 56,1-2-7,1 3-10,-1 5-194,1 3-297,1 5 421,0-8 0,-1 0-1284,3 14 1270,-2-13 0,0-1-148,1 9 135,-1-11 0,0 1-231,1 8-539,2 8 278,-1-10 273,-1-9-122,0 5 11,-1-12-174,0-1 1197,-1-2-1228,0-1-613,0 0 308,-2-2 1131,-1 0 0,-2 3 1,-1 0-1</inkml:trace>
  <inkml:trace contextRef="#ctx0" brushRef="#br1" timeOffset="7591">9386 6984 12610,'-6'7'1376,"2"-1"-1063,7-3-1193,1-2 611,5-1 281,1-1 189,10-3 1,-3 0-831,12-2 507,-5 0-235,4 0 361,0-1-1387,11-2 1413,-12 3 0,12-3 0,-13 4 0</inkml:trace>
  <inkml:trace contextRef="#ctx0" brushRef="#br0" timeOffset="8466">14746 6496 8972,'3'-9'0,"-1"1"90,1 0 90,-1 1 180,0 0-181,2-3 91,-1 4 90,2-8-180,-2 7-90,0-3 90,0 3-90,0-1 0,0 1 0,2 0 0,0 0 0,1 0 89,5-1-179,-2 2 90,9-2 0,-6 6-90,3-1 90,-4 3-90,1 2 28,-2 0-3,0 3 82,-1 1-99,-2 3-6,-3 11 17,-5 10 10,-3 2-485,-7 5 594,-2-4 125,-3 1-122,6-15 1,0 1-35,-4 6 1,0 0 481,-7 10-435,4-6 0,2 0 307,2-6 263,-2 11-179,11-21-205,2-2-99,1-1 9,2-1-511,2 0-89,2-1-223,3-1-216,2-1 112,1-1 294,4-1 322,0-2 120,2 0 419,1-2 750,1-1-253,1-1 89,1 0-200,0-2-175,8-1-858,-7 1 450,4-2-426,-10 1-45,-2 1-486,-2 0 390,-2-1 376,-2 2 1,2-2 0,-2-1-1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3:53.59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7509 2201 5821,'3'-5'93,"2"1"-93,0 3 90,2 1 0,21 3-90,-3 0-820,-2 0 1,7 1 0,3 1 0,2-1 481,-4-1 1,1 1 0,2-1-1,0 1 1,0-1 0,-1 1 178,3-1 0,-1 1 1,0 0-1,1 0 1,5 0 158,-11-1 0,3 1 0,1-1 0,1 0 0,1 0 0,1 1 0,0-1 0,1 0 0,-1 0 0,0 0 0,-1 0 0,1 0 0,0 0 0,0 0 0,1 0 0,-1 0 0,1 0 0,-1-1 0,0 1 0,0 0 0,-2 0 0,0-1 0,-2 1 0,0 0 0,-1-1 0,0 1 0,1-1 0,0 1 0,2 0 0,1-1 0,2 1 0,-7 0 0,1-1 0,2 1 0,0-1 0,2 1 0,1 0 0,0-1 0,0 1 0,1 0 0,0 0 0,0 0 0,-1-1 0,1 1 0,-2 0 0,0 0 0,0-1 0,-2 1 0,-1-1 0,6 1 0,-1 0 0,-1 0 0,-1 0 0,0 0 0,-1 0 0,0-1 0,0 1 0,1 0 0,0 0 0,1 0 0,1 0 0,-3 0 0,1-1 0,0 1 0,2 0 0,-1 0 0,1 0 0,0 0 0,0 0 0,0 0 0,-1 0 0,0 0 0,0 0 0,-2-1 0,0 1 0,-1 0 0,3 0 0,-1 0 0,0 0 0,-2 0 0,0 0 0,0-1 0,0 1 0,-1 0 0,1 0 0,-1 0 0,2-1 0,-1 1 0,1 0 0,0 0 0,0-1 0,1 1 0,-1 0 0,-1-1 0,0 1 0,-1-1 0,-1 0 0,-1 1 0,5-1 0,-1 0 0,-2 0 0,-1 0 0,1-1 0,0 1 0,1 0 0,1 0 0,2 0 0,0 0 0,0 0 0,0 0 0,-1 0 0,0 0 0,-2 0 0,4-1 0,-1 0 0,0 1 0,-2-1 0,-2-1 0,-2 1 0,8 0 0,-4-1 0,-2 0 0,-4 1 0,-1-1 0,-2 0 0,8 0 0,-1 1 0,-9-1 0,1 1 0,3 0 0,2 1 0,-2-1 131,-4 0 0,-1 0-131,11 1 0,-4 0 0,-6-1 0,5 1 0,7 2 1782,-8-1-1782,6 2 0,1-1 1742,-3 1-1742,1 0 0,2 0 0,-16-3 0,0 1 0,6 0 0,0 1 0,8 0 0,-6-1 0,-13-2 0,7 1 0,0 0 0,2-1 1054,12 1-1054,-4 0 0,-1 1 0,-2-2 0,9 4 0,0-3 0,-13 1 0,0-2 0,-1 1 0,-4-2 0,13 2 0,-15-2 1060,-4 1-970,1-1-90,-5 1-90,1-1 284,-3 0-551,-11-3 357,-4 0 0,-12-2 0,-2 2 0</inkml:trace>
  <inkml:trace contextRef="#ctx0" brushRef="#br0" timeOffset="86080">3533 4356 5734,'13'-4'90,"3"3"-2394,3 1 2304,-4 3 0,-3 0 488,4 1-488,0-1 440,4 2-395,5-1 0,4 0 0,7-1 0,1 1-45,-11-2 0,1 1 0,0-1-890,-1 0 1,0-1-1,-3 1 890,-4-1 0,1-1 132,9 1 0,6 0 1,3-1-1,-1 1-114,-7-1 0,0 0 0,0 0 0,0 0 0,2 1-18,3-1 0,3 1 0,-1-1 0,1 1 0,-3-1-519,5 0 1,-1 0 0,-3 0 0,-3 0 563,4 1 0,-3-1-244,-3 1 1,2-1 0,-3 0 198,-2 1 0,-2-1 210,8 1 1,3-1-211,-2 1 0,3-1 0,0 1 0,-6-1 0,0 0 0,1 1 0,-1-1-106,2 1 1,0-1 0,0 1 0,-2-1 105,8 0 0,-1 0 0,-8 1 0,1-1 0,-4 1 0,4 0 0,-5-1 0,1 1 0,0-1 0,9 2 0,-1-1 0,-10 0 0,-1 0 0,3-1 0,1 1 0,3-1 0,-1 1 0,-3-1 0,1 1 0,0 0 165,-1-1 1,3 0 0,2 1-1,-3-1-165,0 1 0,-1-1 0,-1 1 0,-1-1 0,-1 0 0,1 0-221,5 0 0,0 1 1,-2-1 220,6 0 0,-4 1 1768,3 0-1768,-9-1 0,6 0 0,0 0 0,-3 1 0,1-1 0,2 0-60,-5 0 1,5 0 0,4 0 0,0 0 0,-2 0 0,-4-1 59,5 1 0,-5 0 0,2-1-218,-2 1 0,2 0 0,-1 0 0,-2-1 218,11 0 0,-6 0 1000,-15 1 0,0 0-1000,14 0 0,5-1 0,-4 1 0,-8 0 0,2-1 0,-1 1 0,6 0 0,4 0 0,0 0 0,-2 1 0,-5-1-709,0 0 1,-3 0-1,3 0 709,-1 1 0,3-1 0,3 1 0,-1 0 0,-1-1 0,-5 1 33,1 0 1,-3-1 0,3 2-34,1-1 0,4 0 0,3 1 0,0 0 0,-3-1 0,-4 1 561,-2-1 1,-4 0 0,6 1-562,-3-1 0,4 1 0,4 0 0,2 0 0,1 1 0,0-1 0,-1 0 0,-4 0 0,-4 0-504,6 0 1,-5 0 0,-1 0 0,4 0 503,1 0 0,3 1 0,1-1 0,0 1 0,-3-1 0,-3 0 0,1 1 0,-4-1 0,0 0 0,0 0 0,0 0 0,3 0-38,1 0 0,3 0 1,2 0-1,-1 0 1,-2 0 37,-6 0 0,-2 0 0,0 0 0,5 0 0,-2-1 0,5 1 0,2 0 0,2-1 0,0 1 0,0 0 0,-3 0 0,-3-1 0,2 1 0,-2 0 0,-2 0 0,1 0 0,0 0 0,5 0 0,1 0 0,0 0 0,-1-1 0,-2 1 0,-2 0 0,-1 1 0,-2-1 0,-6 0 0,8 1 0,-9-1 0,0 0 247,11 1-247,-3 0 0,6 0 0,-3 0 0,-6-1 0,-1 0 41,6 1 1,4 0-1,-4-1-41,-4 0 0,-1 1-124,1-1 0,2 0 1,-3 1 123,1-1 0,-1 0 0,-3 0 0,2 0 0,-4 0 401,11 2-379,-9-2 1,5 0 0,2 1-1,-4-1-268,2 1 1,1-1 245,-2 1 0,4-1 0,0 1 0,-6-1 0,-2 0 0,-3 0 0,2-1 0,0 1 182,9 0 1,4 1-183,-6-1 0,3 1 0,-1-1-122,1 0 0,0 1 1,0-1 121,-2 0 0,-1 0 0,2 1 0,0-1 0,2 0 0,1 0 0,1 1 58,-3 0 0,0 0 0,2 0 0,-1 0 0,1 1-58,-4-2 0,0 1 0,0 0 0,1-1 0,-1 1 0,-1 0 0,4 0 0,0 0 0,0 1 0,-2-1 0,-3 0 0,6 0 0,-3 0 0,-1 0-19,0 0 1,-1-2-1,-1 1 19,7 0 0,0-1 254,-8 0 1,1 0 0,-1 0-285,-2-1 0,0-1 0,-1 1-424,6-1 0,1 0 454,-7 1 0,0 0 0,0-1 0,7 0 0,-2 1 0,-7-1 0,-1 1 0,-3-1 0,3 0 0,2 0 0,4 0 0,2-1 0,-1 0 0,0 1 0,-1-1 0,1 0 0,1 0 0,4 0 0,1-1 0,0 1 0,-1 0 0,2-1 0,-1 0 0,-2 1 0,-7 0 0,-2 1 0,-2 0 0,2 0 0,0-1 0,4 0 0,5 0 0,0 0 0,-5 0 0,-1 0 0,-1 0 0,4-1 0,4 0 0,-3 1 0,-3-1 0,-4 0 0,6 0 0,-9 0 0,3 1 576,0 0 0,2 0 1,-3 1-577,-5 0 0,-1 0 323,8 0 1,3-1-1,-4 1-323,6 1 0,-7 0 0,2 0-1089,4 0 0,-1-1 1089,-3 1 0,0 0 0,-4 0 0,1-1 480,0 0 1,0-2-481,2-1 0,0 0-741,7 0 0,0 0 741,-9 0 0,-3 0 0,5-1 703,-12 2-703,6 0 0,0-1 0,-1 1 0,18-4 0,-13 4 0,-3 0 0,4 0 0,-7 1 0,-9 2 0,20-5 90,-13 3-90,10-4 0,1-1 0,-2-1 0,-3 2 0,2-1 1134,-5 0 0,1 0-1134,12-4 0,0 0-206,-9 3 1,-2 0 205,8-2 0,1-2 1092,-5-1 0,0-3 0,-2 1-1092,-2 1 0,1-1-695,2-1 0,2-1 0,-3 0 695,-2-1 0,-3 0 0,6-5 0,-4 4 0,2-2 0,-1 0 241,1 0 0,-1 1-241,-3 3 0,1-2 0,0 0 0,3-5 0,0-1 0,-3 3 0,-4 6 0,-1 0-1328,10-14 0,-1 1 1328,-7 7 0,-3 2 0,0-3-392,-1-9 0,0-1 437,-1 8 0,-1 0-45,-3-3 0,-2-3 0,-2 6 0,-1 4 0,-1 0 0,0 2 0,-1 9 0,-1-8 0,-7-5 0,-7-3 0,-4 11 0,-9-1 0,-1 1 0,2 1-45,-4-1 0,-1 0-176,3 3 0,-3-2 0,-2 0 1,-1 1 220,2 3 0,-1 0 0,0 1 0,-3 0 0,0 0 0,7 1 0,-2 1 0,0-1 0,-1 0 0,-1 0 0,1 1 0,-1-1 0,2 0 0,0 0 0,1 1 0,-1-1 0,1 1 0,0-1 0,0 1 0,-1-1 0,0 1 0,-2-1 0,2 1 0,-1-1 0,0 1 0,-1 0 0,-1-1 0,-2 1 0,-3-1 0,11 2 0,-3 0 0,-1 0 0,-2 0 0,0 0 0,-2-1 0,0 1 0,-1-1 0,1 1 0,0 0 0,0 0 0,1 0 0,1 0 0,2 0 0,1 1 0,3 0 0,-10-1 0,4 0 0,2 1 0,1 0 0,0 0 0,-1 0 0,-3-1 0,-3 0 0,9 1 0,-2 0 0,-1 0 0,-3-1 0,0 0 0,-2 0 0,0 0 0,-1 0 0,0 0 0,0 0 0,1 0 0,1 0 0,2 1 0,0 0 0,3 0 0,1 1 0,3 1 0,-10-2 0,4 1 0,2 1 0,2 1 0,0-1 0,-1 1 0,0-1 0,-2 0 0,1 1 0,0-1 0,0 0 0,-2 1 0,-1 0 0,-3-1 0,8 2 0,-1 0 0,-1 0 0,-2 0 0,-1 0 0,-1 0 0,0 0 0,-1 0 0,1 0 0,0 0 0,0 1 0,1-1 0,2 0 0,0 1 0,-4-1 0,1 0 0,2 1 0,0-1 0,0 1 0,1 0 0,-2-1 0,0 1 0,-1 0 0,-2-1 0,2 1 0,-1 0 0,1 0 0,0 0 0,0 0 0,0 0 0,0 0 0,0 0 0,0 0 0,0 1 0,0-1 0,0 0 0,-1 0 0,1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4:51.55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11746 2233 9332,'-8'7'629,"1"6"-179,7 13-360,-1-4-360,2 4 360,-1-9 0,0 2 0,-1 0 0,0 3 0,-1 4-890,-1 0 890,0 4 0,-1 0 0,0-1 0,0 0 0,0-1-90,0-3 89,2-3-36,-1-2-53,1-1 90,0-1-155,1-2 65,1-2 290,-1 0-290,1-2 776,1-1-686,0-1 301,1 1-391,0-2 165,1-1-165,1-1 0,0-1 0,2-2 90,1 0-90,0-2 0,2-1 0,8-2 0,-3-1 0,8-1-455,-5-1 455,6-1 90,1 0-90,3-1 0,1 0 0,1 0 0,-8 2 0,0 1-3241,12-1 3151,8-1-850,-19 4 1,0 1 849,6 0 71,10-1-340,-12 3 179,-8-2-360,10 2 270,-14-1-90,3 0-179,-7 0-721,0-1 2796,-1-1-1536,-1 0 0,3-2 0,1-1 0</inkml:trace>
  <inkml:trace contextRef="#ctx0" brushRef="#br0" timeOffset="428">12278 2580 10861,'6'-3'1169,"-2"0"-1079,9 9 0,-2-1 0,2 1-90,4 2 90,2 1-1267,5 3 1267,1 1-90,2 0 0,2 1 90,0-1-90,2 0 0,-3-2 0,-2-1 0,-1-1 174,-4-2-174,-2 0 0,-5-2 0,-3-2 0,-2 0 0,-2-2 90,-2 1 0,-15 0-90,1 1 90,-14 1-650,2 3 560,-3 2 90,-2 3-90,-3 6-643,-1 2 643,14-7 0,1 1 90,-16 14-180,16-12 0,0 0-180,-11 13-1281,3-2 292,4-1-270,6-3-180,3-1 1709,3-4 0,4 3 0,1-2 0</inkml:trace>
  <inkml:trace contextRef="#ctx0" brushRef="#br0" timeOffset="1376">13660 2339 9152,'1'-7'1169,"-2"-1"-1079,-2 3 90,-1 0 0,-2 3 0,-2-1-90,-2 3 90,-2-1-1,-11 5-89,1 1 0,2 2 0,0 1 0,-8 4-1195,-6 6 1194,11-4 1,3 3-777,3 1 777,2 2-90,2 2 90,3-2-265,4 0 175,4-2 90,3 1-90,5 0 0,5 2 90,7 3-90,4-2-1132,6 1 1132,2-2 90,2-1-90,0 0 864,-3-3-864,-10-7 0,0 1-90,6 4 162,5 3-162,-15-7 90,-4-2 170,-3 1-170,-2-2 1218,-4 2-1218,-3 0 89,-4 2-89,-5 3 90,-6 2-2795,-7 2 2705,-6 2 90,-5 0-1148,15-10 1,1-1 1057,-1 0 0,0 0-1072,-15 6 982,4-1-944,8-4 674,3-2 1121,6-3-2381,3 0 2089,4-3 0,3-1 0,2-1 0</inkml:trace>
  <inkml:trace contextRef="#ctx0" brushRef="#br0" timeOffset="1693">14027 2751 10861,'-9'-7'450,"0"0"-271,6 4 451,-2-2-180,1 0-270,-2 1 180,3 0-91,-4 5-89,3 5-180,-1 2 90,2 5 0,2 6 0,0-3-90,0 15 0,0-12-90,1 6-360,1-2 91,0-7-181,1 4-270,0-9-989,0-2-449,1-2 2248,0-1 0,0-2 0,0-1 0</inkml:trace>
  <inkml:trace contextRef="#ctx0" brushRef="#br0" timeOffset="1925">14014 2403 11311,'0'-9'1079,"-1"-1"-629,1 5 89,-1-2-179,2 2-2069,-1 0 1709,-1 0 0,1 2 0,-1 2 0</inkml:trace>
  <inkml:trace contextRef="#ctx0" brushRef="#br0" timeOffset="2577">14208 2772 12300,'7'2'3148,"-2"0"-3058,-1-2 0,-2 2 0,0 9-90,-1-2-270,0 12 90,-1 1-180,1 8 181,-1-7-1,1-2-90,-1-8 90,1-2 0,0-1 0,0-1 0,0-2 90,1-1-90,0-2 1,1-2-1,5-6 90,-2-2 0,4-6 90,-3 0-90,-1-2 90,0-1-311,0-3 311,0 0-90,1-8 90,-2 7 0,2-5 0,-4 11-90,1 1 90,-1 1 0,0 2 0,1 2-90,2 1 311,0 4-221,1 1 0,-1 3 0,1 2-90,0 0 90,2 6 0,-2-2 0,1 3 0,-2-4 0,-1 0 0,-1 0 0,0-2 0,0 0 0,0-1 0,-1-1 0,0 0 0,3-3 0,0-1 0,1-3 0,0-2 0,1-2 0,1-2 0,3-3 0,1-3 0,9-10 0,-6 7 0,3-4 0,-8 12 0,-1 2 0,-2 3-90,0 1 90,0 2 0,-1 2 0,0 3 0,-1 2 0,-1 4 0,1 3 0,-2 3 0,0 4 0,0 1 0,0 4 0,1 2 0,2 4-1677,1-1 1677,1-1 0,1-2-696,-1-3 606,4-2-441,0-3 172,2-3-271,1-3-1162,1-4 83,1-3 1709,5-4 0,10-5 0,5-3 0</inkml:trace>
  <inkml:trace contextRef="#ctx0" brushRef="#br0" timeOffset="3214">16550 2426 10501,'1'-6'540,"0"-1"-91,-1 2 1,1-1-360,-4 10 90,-12 22-135,3-6 0,0 3-1501,-6 11 0,-1 1 1501,3-7 0,1 0-45,-1 1 0,2-1-583,3-7 1,1-1 582,0 0 0,0 0-77,1-1 0,1 1 122,-1 4 0,0-2-45,-2 10 0,1 2 90,7-16-90,3-4 2417,2-2-2417,2-1 1819,9-1-1819,-1-3 0,17-2 0,-5-5-24,10-3 69,-13-1 0,1-2-1136,10-3 1091,-11 3 0,0 0 0,7-3 0,-1 0 0,-2 0-145,-3 1 55,-3 1-180,-4 1-90,-1 0-89,-2 1-451,-1 0-629,0 0-270,1 1 1799,-1 0 0,7-1 0,1-2 0</inkml:trace>
  <inkml:trace contextRef="#ctx0" brushRef="#br0" timeOffset="4202">18079 2830 11940,'6'4'2429,"-8"0"-2339,-2-1 90,-7 1 0,-7 1-91,1-2 1,-9 4 0,-2-1 0,-5 2 0,3-3-90,5 1 90,9-5 0,-8-2-90,12-2 0,-5-3 90,14-1-180,7-15 90,2 0-607,4-6 0,3-2 562,-3 9 0,0 0 45,5-10 0,0 0-45,-3 9 0,-1 0-1465,1 1 1,-1-1 1464,0 2 0,0-1 45,4-6 0,-1 0-2020,4-9 2020,-6 14 0,-2 1-90,1-7 90,-3 1-90,-5 4 90,-5 6 503,-5 10-503,-1 4 2268,-2 3-2268,-1 1-89,-1 3 89,-2 3 0,-1 4 3276,1 3-3160,-1 4-116,3 2-3277,2 5 3162,3-1 115,3 4-104,4-1 104,2 4 0,4 1-269,4 2 269,1-8 0,2 0-589,-3-5 1,2-1 588,4 7 0,1-1 0,-4-8 0,0 0 925,8 7 0,0 1-970,2 0 0,0 1 0,-1-1 0,1 0-530,-2-3 0,-2-1 485,5 8 90,-4-3-691,-4-2 691,-3-2 944,-4 6-944,-4-9 0,-5 5 696,-5-10-696,-3 4-90,-3-2 1588,-11 10-1498,1-5-90,-2 0 1268,7-8-1537,7-7-91,1-1-103,1-2 553,3 0 0,6-10 0,3-2 0</inkml:trace>
  <inkml:trace contextRef="#ctx0" brushRef="#br0" timeOffset="5417">19209 2515 11850,'-7'-7'-180,"1"0"270,-1-2-90,3 3 90,-1-2 90,2 3-90,0-1 90,0 1 0,0-3 180,-1-1-180,-1 0-90,1 0-1,0 3 91,1 2-180,0 6 90,2 1-90,-1 3 0,1 0 0,0-2 0,0 2 0,0 0 0,0 0 0,-1 6 0,0 0 0,-3 10 0,0-4 0,-1 4 0,0-3 0,1 2-3277,-6 12 3162,3-9 115,-2 8-390,3-13 390,2-2 0,0-2 90,2-2-90,0-1 0,0-2 0,1 0 3199,-1-2-3199,2-1 583,-1 0-583,1-3 0,0 2 90,0-2-90,4-12 0,-1 2 0,4-13 0,0 1 0,0-4 0,0 2 0,1-1-1319,2-11 1319,-2 8 0,0 0 0,2-7-323,-3 8 0,0-1 323,0 2 0,0 1 0,0-2 0,0 1 0,4-14 0,-4 15 0,-1 4 0,-1 2 0,1 3 0,-2 0 0,1 3 0,-1 0 0,-1 2 1237,2 1-1237,-1 1 638,0 1-728,1 1 90,0 1 0,1 3 0,-1 1 0,1 2 0,-2 2 0,0 0 0,-1 2 0,1 1 0,0 0 0,-1 1 0,0 2 0,1 0 0,-1 1 0,1 0 0,1 6 0,1 3 0,0 0 0,0-1 0,-2-7 0,0 0 0,0 0 0,1-1 0,1 6 0,-2-6 0,2 3 0,-2-7 0,0-1 0,0-1 0,-1 0 0,1-2 90,-1-1-90,0-2 0,2 0 0,0-4 0,0-2 0,1-3 0,-2-1 0,1-2 0,3-10 0,-1 0 0,3-7-1352,-2 2 1352,0 0 0,0-1-76,0 0 76,2 1 0,-1 2 0,5-8 0,-3 11 0,2-5-90,0 7 90,-1 2 0,-1 3 0,-2 4 0,-3 7 1341,0 1-1341,0 1-3,-2 3 3,1 3 0,0 2 0,0 13 0,-1-3 0,0 13 90,-2-3-135,-1-5 0,1 2-3232,0 13 3219,-1-14 1,1 1 57,1 1 0,0-2-1258,0 14 1303,0-14 0,0-1-578,1 9 533,1-1 0,-1-4 0,2 7-90,-1-10-261,2 4 81,-1-10-89,1-1 2203,0-2-2653,1-1-900,0-3-450,1-3 2558,2-2 0,7 0 0,2-1 0</inkml:trace>
  <inkml:trace contextRef="#ctx0" brushRef="#br0" timeOffset="6094">19935 2760 11221,'-5'-8'359,"-1"0"-179,1 2 90,0-2 0,-1 0 0,-1-1 0,-1 0 89,1 0-179,-1-1 90,0 2-90,0 0 180,-4-2-270,3 3 90,-3-2-90,3 6 0,0 1 0,-1 1 0,1 2-1,0 1 1,-1 2-90,2 2 90,-1 2 0,-1 6-90,2-2-90,2 3 0,3-4-89,3 0-1,2 0 0,1 0 0,2 0-90,1-1 90,2 0 0,0-2 0,0 0 0,1-2 1,-1-2 89,1 0-90,3-2 0,2-1 90,-1-3-90,2-4 180,-8 1-90,3-3 0,-3-2 90,-2 2 0,1-3-90,-2 1 90,-1 3 0,0-1-90,-1 4 0,1 0 90,1 3 0,1 1 0,0 3 0,1 0 0,0 1 0,1 1 0,1 1-90,6 3 90,-4-3 0,5 2 0,-4-3 0,4-1 0,-3-1 0,2-2-90,-3-1 90,-1-2 0,2-1-90,-1-1 0,0-2 90,0-1-90,0-2 90,0-3-90,-2 1 90,0-2 0,-1-1 0,-1 0 0,-1-1 90,0-4-90,-2 6 90,2-2-90,-4 7 90,0 2-90,-2 14 0,0 2 0,-4 17-1467,-2 5 1467,-3 8 0,4-16 0,0 1 45,-1 1 0,0 0-45,0 2 0,0 0 0,0 1 0,0 0 0,-1 1 0,1-1 0,0 0 0,0 1 45,1-2 0,0 0-45,0 0 0,0-1-757,2-1 0,-1 0 757,1-4 0,1 0-2405,-3 19 2405,2-7 90,1-6-425,1-3 155,1-7 592,0-4-952,1-5 133,0-3 407,2-4 0,2-11 0,1-5 0</inkml:trace>
  <inkml:trace contextRef="#ctx0" brushRef="#br0" timeOffset="6427">20123 2612 10411,'-3'-9'90,"1"2"-90,0 1 360,2 1-90,3-5-90,4 3-91,3-3 1,1 4 0,1 2 0,1 2-90,2 0 90,0 2 0,3 0-90,-1 3 90,2 0-90,2 3 0,-2 1 90,-1 2-90,1 7 90,-7-3-90,2 4 0,-9-3 0,-2-2 0,-3 1 90,-9 10-90,-2-3 0,-7 7 90,-2-10-90,-4 2-974,-1-4 974,-3 0 0,2-3 0,1-1 90,3-2-344,4-2 164,4-2-360,0 1 90,6-3 360,-1 1 0,19-11 0,5-1 0</inkml:trace>
  <inkml:trace contextRef="#ctx0" brushRef="#br0" timeOffset="6702">20499 2678 12120,'-3'-9'3276,"1"20"-3134,-1 4-52,-2 21 0,-3-1-1059,-2 6 1014,4-19 0,1 1-592,-1 1 0,0-1 547,0 1 0,0 0 45,1 0 0,-1 0-45,2-1 0,-1 1-135,0 6 0,0 1 0,2-9 0,0 0 0,0 4 0,0 0-314,1 4 24,2-5-205,0-4-180,1-6-359,0-2-2108,2-1 3151,-1-5 1,0-2 0,-1-4 0</inkml:trace>
  <inkml:trace contextRef="#ctx0" brushRef="#br0" timeOffset="7037">20469 2606 11400,'-2'-15'-89,"0"2"178,2 2 1,0 2 0,1 0 270,1 1-270,2-5 90,1 3-90,3-2 90,0 3-90,1 0 0,3 0 0,2 0 0,4 1-90,2 0 90,2 1 0,-1 1-90,-2 3 90,-1 2-90,-1 2 0,-1 2 89,0 1-89,-2 3 0,-2 2 0,-3 0 90,-2 4-90,-11 25 0,-4-14-574,1-1 0,-3-1 574,-7 0 0,-5 0 0,0-1 0,-2-2 0,1-2 0,0-2 0,3-2 0,3-3-90,3-2-90,3-2 0,2-1-269,1-2-811,2 0 1260,1-4 0,8-9 0,1-5 0</inkml:trace>
  <inkml:trace contextRef="#ctx0" brushRef="#br0" timeOffset="7300">20845 2475 12300,'7'-6'2608,"0"5"-2518,-5 3 90,0 6-90,-3 0 90,-1 2-90,1 9-90,-1-3 0,0 7-90,1-6-180,-1 0 0,1 1-269,0-2-1,0-2-269,1-1-541,0-1-449,1-1-539,-1-2 2338,1-2 0,1-2 0,-1-1 0</inkml:trace>
  <inkml:trace contextRef="#ctx0" brushRef="#br0" timeOffset="7522">20916 2162 11760,'-3'-11'720,"0"1"-360,1 3-1,0 0 1,1 0 360,-1-1-91,1 2-179,0-3-90,0 3-810,1 0-2827,1 0 977,1 9 142,-1-1 2158,2 7 0,-4 2 0,0 1 0</inkml:trace>
  <inkml:trace contextRef="#ctx0" brushRef="#br0" timeOffset="8009">21067 2590 13559,'-5'-7'2159,"0"-1"-1529,3 3-91,1 0-449,-1 11 0,1-2-180,-1 10 0,0-4 0,1 2-89,-1 1-1,1 1-90,-1 0 90,1-1 0,0 0 0,0-1-90,0-2 180,0-1-90,0-1-89,1-1-91,0-1 270,6-9 0,-2 0 0,10-15 90,-3 2-90,4-7 90,-2 0-1141,3-4 1141,0 1 0,1-1-90,-1 4 90,-2 1 0,-1 5 0,-2 2-89,-2 5 89,-1 3 0,-1 2 0,-1 3 0,1 3-90,-1 2 90,0 4 0,-1 2 0,0 5 0,0 1 0,-1 2 960,3 13-960,-2-7 0,3 7-90,-3-10-90,3 5-89,-2-8 89,3 3-180,-2-9 0,0-1-180,2-2-269,0-1-720,1-3-270,1-1 1799,0-2 0,7-3 0,1-2 0</inkml:trace>
  <inkml:trace contextRef="#ctx0" brushRef="#br0" timeOffset="8613">21628 2541 10951,'-4'-7'1349,"-1"-1"-989,2 5 90,-3-2 1169,-12-3-1440,9 5 91,-12-4-90,14 7-90,-2 2 90,-1 2-90,-1 3 0,1-1 90,-1 4-90,0 0 0,2 2-90,0 1 0,-1 6-90,5-6 0,-1 3 0,4-7-90,2 0 0,1 0 90,2-1-90,0-1 90,1-1-180,4 0 91,1-2 89,0-1 90,2-3-90,-4-2 0,1-2 90,0-1-90,0-1 90,1-1-90,3-5 90,-3 3-90,5-4 90,-8 6 0,1 0-90,-3 4 90,1 8 0,-3 1 0,1 10-90,-4 5 90,-1 8 0,-2 11-1180,2-17 0,-1 0 1180,0 3 0,1 1 0,-1 2 0,0-1-1305,0 2 0,0-1 1305,0 2 0,0-1 0,0 2 0,0-1-441,0-1 0,1 2 381,-1-4 0,1 2 0,-1-2-75,0 4 0,1 0 45,-1 8 0,-1-1 0,3-16 1,-1-2-1,-1 19-1603,0-9 1603,1-6-90,-1-5 870,-2 0-600,1-11 1990,-2 1-1990,-3-13 0,1-4 0,-6-7 372,1-4-372,-5-5 45,4 3 0,0-1 45,-7-9-90,7 9 0,1 1 0,-4-4 90,2 0 3025,0 1-3115,3 3 0,2 3 319,2 3-319,2 1 0,2 0 0,5-6 0,3 1 0,7-4-222,6-2 132,5 2-1935,6-3 1575,5-1 90,-15 13 0,1 0-90,1 0 1,1-1-316,2-1 1,1-1-965,1 0 1,0 1-1,-1-1 1,1 1 1612,-2 0 0,1 1 1,4-4-1,1 0 0,1-1 1,0 1-1</inkml:trace>
  <inkml:trace contextRef="#ctx0" brushRef="#br0" timeOffset="8801">22316 2708 10231,'-6'-13'-900,"-11"-2"1,-6 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5:44.59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8166 4363 5914,'8'-4'269,"-1"3"-269,-4 2 90,0 3 0,0 8-90,-2 3 0,1 2 0,2 12 90,-2-16-90,2 9 0,3-4 0,2-4 0,1 1 0,1-8 90,21-13-23,-9-5 1,6-6-1,0 0 1,-1 1-68,-3 3 0,0 2 0,1-2-820,5-5 1,3-2 0,-1-1 0,-2 2 810,-5 4 1,-3 1 0,2 0 30,0 0 1,0 0-1,1 0 1,0 1-153,1-1 0,0 0 0,-1 1 0,0 0 10,3-1 0,-1 0 0,-1 1-236,0 1 1,-5 4 355,-7 6 0,-8 2 0,3 1 0</inkml:trace>
  <inkml:trace contextRef="#ctx0" brushRef="#br0" timeOffset="1716">16743 2978 5824,'0'-7'359,"2"-4"-269,0 7-90,3 9-3277,-3 0 2393,1 11 1484,-3-2-600,1 3-2182,2 16 2182,-1-13 0,4 6 179,23-8-179,-11-12 692,2-1 0,2-1-692,2-11-970,7-4 1015,-6-1 0,0-2 0,-4 3 0,0-2-15,4-4 0,4-2 0,3-3 15,-5 4 0,3-2 0,2-1 0,1-1 0,-2 1 0,-2 2-45,2-1 0,-3 1 0,0 1 0,3-3 0,-5 5 0,2-3 0,1 0 0,1 0 0,-2 1 0,-2 2 0,-3 2 0,11-5 0,-3 2-150,-2 2 0,1-1 0,-1 2-457,2-1 1,-1 1 606,3-2 0,-1 2 0,-10 7 0,-3 1 0,1 0 0,6 0 0</inkml:trace>
  <inkml:trace contextRef="#ctx0" brushRef="#br0" timeOffset="34365">8347 6376 6094,'0'-9'179,"-1"1"-179,-2 3 0,2 1 0,-3 1 0,-1-1 0,-2 3 0,-1 0 0,2 2 0,5 8 0,2-5 0,7 7 0,-1-10 0,5 1 0,-3-4 0,4-3 0,-6 1 0,2-1-90,-4-1 90,-9 4 0,3 0 0,-6 6-89,2 0 89,3-1 0,1 1 0,6 0 0,2-4 0,4-2-90,-7-5 90,-5 2 0,-5 3 0,-1 5 0,20-8 0,-9 3 0,13-9 0,-17 6 0,-3 1 0,-5 3 0,3 3 0,-7 6 0,9-4 0,-1 10 0,8-9 0,2 3 0,3-8 0,3-8 0,-6 4 0,-2-11 0,-12 10 0,-3-1-90,-12 12 90,13-1 0,-4 5 0,12-6 0,2 4 0,3-1 0,0 1 0,3-2 0,4-4-90,7-8 90,-3 1 0,-1-16 0,-12 11 0,-3-5 0,0 11 0,-13 4 0,5 3 0,-7 2-6,4 13 3,8 1 3,3 9 3,13-3-3,1-10 0,2-6 6,7-9-6,-5-13 0,1-1 0,-12-10 0,-9 9 0,-1 4 0,0 5 0,-3-1 0,-8 4 0,4 2 0,-5 3-789,9 3 789,0 0 0,-3 5 0,2 1 0,-2 4-3131,4 9 3131,3-11 0,7 11 0,2-20 528,7-3-528,-3-16-833,-1 2 833,-3-7 2979,-14-3-2979,-1 15 0,-25 6 0,21 13 0,1 5-653,-2-3 0,1 0 653,-1 16 1042,18-4-1048,0-13 0,9 9-5,4-22 6,7-7-636,-3 0 641,4-12-883,-14 4 0,-1-1 886,3-3-260,2-11 262,-13 21 4,-2 2-7,-6 2 1,0 4 475,-5 7-472,-5 12-6,7-6 0,-4 8 3,11-13 281,0 7-284,3-6 0,0 3 2,4-6-2,0-2 3,2 1 0,1-4 3,11-10-3,-1-11 3273,0 4-3160,-14-11-116,-18 30 0,3-8 0,-7 29 0,16-14 0,7 13 0,2-17 0,19-2 0,-15-5 0,12-6 0,-14 1 0,1-5 0,-5-4 0,-2 6 0,-5-1 0,-11 16 0,7-2-45,-8 8-3232,12-4 3162,1 2 115,2-1 0,3 4 0,1 0 0</inkml:trace>
  <inkml:trace contextRef="#ctx0" brushRef="#br0" timeOffset="37782">17376 8888 5734,'-2'-7'0,"-1"1"0,2 2 0,-2 0 5,1 0 80,-2-1 95,-5-3-180,4 3 90,-10-2-90,9 6 0,-5 0 0,5 1 0,-2 6 89,0 1-89,-1 5 0,4-2 0,2 10 0,3-12 0,4 21 0,2-19 0,1 7 0,4-9 0,4-3 0,-3-1 0,12-9 0,-16-2 0,5-5 0,-9-3 0,-3 0 0,-1-6 0,-7-6-89,3 13 89,-5-2 0,1 12 0,-6 5 0,3 0 0,-6 6-3277,-3 19 3162,9-13 115,-7 13-2269,16-18 2269,0-1 0,0 2 0,2 5 0,1 1 0,1-2 2269,3-5-2269,10-25 0,-8 9-90,10-24 90,-15 22 3276,1-5-3160,-6 5-116,-7 13 0,1-5 0,-4 14 0,1 11 0,4-1-753,-1 4 753,5-8 0,4-10 0,0 0 0,1-1 0,18 4 0,-9-8-1572,10-6 1,1-5 1571,-8-3 0,7-13 0,-3-2 0,-8 5 0,-1 2 0,-2 2 42,-6 5-42,-1 7 0,-1 1-2116,-10 4 2116,5 2 0,-8 4 2116,-7 20-2116,12-12 0,-1 2 0,1 0 0,7-1 0,0-4 0,2 1 0,2-8 0,1 0 0,2-1 0,0-1 462,18-7-462,-6-2 0,14-9 1876,-16 3-1876,-1-2 0,-2-7 0,-6 13 0,-11-3 0,-5 19-567,-8 3 567,7 1 0,3 2-2702,3 5 2702,1-4 0,6 2 947,25-9-947,-13-5-901,17 1 901,-20-6 0,0-1 383,7-7-383,-8 4 2915,3-5-2915,-8 5 0,-2 0-90,-6-3 90,-14 7 0,-13 10 0,8 1 0,-1 12 0,22-12 0</inkml:trace>
  <inkml:trace contextRef="#ctx0" brushRef="#br0" timeOffset="42984">15797 7504 5734,'-1'-8'0,"1"-6"0,0 4 0,3-16 0,-2 14 0,2-7 0,0 8 0,2-5 0,0 1 0,0-2 33,-2 6-10,-1 4 5,0-3-22,-1 4-6,-1 1 90,0-5 0,-1 4 0,-1-4-90,-3 11 0,1 0 44,-7 26 1,0 15-15,3-11 0,2 0 0,-1 3-192,0-3 1,0 1 0,0 1-1,1-1 162,1-3 0,0 0 0,1-2 0,1 0-302,0-2 0,1-2 1,1 4 319,-1 1 0,2 4 0,-1 1 0,0-1 0,0-3-18,0-2 0,0-2 0,1 5 11,-1-1 0,1 5 0,-1 5 1,1 3-1,-1-1 0,1-2 0,-1-3 1,1-6-12,0 3 0,0-6 0,-1 6-127,1-3 1,-1 5 0,1 4-1,-1 2 1,0 0 0,0-1-1,1-3 1,-1-5 148,0 4 1,-1-5-1,1-1 1,0 2-526,0 0 0,0 2 1,-1 1-1,1-1 1,0-1 524,-1 2 1,1 0-1,-1-1 1,1-3-23,1 0 0,0-3 0,-1 2-455,1 5 1,-1 1 0,0-2 454,1 4 0,0-2 156,-1-10 0,1-1 0,-1 2-126,-1 8 0,0 2 0,-1-2-30,2-9 0,-1-2 0,1 1 169,-2 7 1,0 0 0,0-1-170,-1 3 0,-1-2 1139,0-3 1,0 0-1140,-1 7 0,1-1 341,1-12 1,1-4-342,0 1 0,0 3-1208,0-4 1,0 2 1207,0 9 0,1-11 0,-1 2 88,1 6 1,0-2-89,0-1-594,0 2 0,1-4 594,0-10 1374,0 4-1284,1 1-180,-1-2 1965,0 1-1875,-3-26 0,1 8 0,-3-22 0,1 8 0</inkml:trace>
  <inkml:trace contextRef="#ctx0" brushRef="#br0" timeOffset="46616">6783 4938 5734,'1'2'360,"2"26"-1951,-4-4 1627,1-1 0,1 10 0,0 3 0,1-1 0,-1-6-1640,0 3 0,0 0 1604,0-4 0,0 5 0,1 2 0,-1-2 0,0-6 266,-1 2 0,1 0-248,-1 1 0,1 6 0,0 3 0,-1 2 0,0-2-3,0-4 0,0 1 0,-1 0 0,1 0 0,-1 1 0,1-1-106,0 0 0,0-1 0,0 1 0,0 0 0,0 1 0,1 1 113,-2-3 1,1 1-1,0 2 1,0 0-1,0-1 1,0 0-1,0-2 1,0-3-314,1 3 0,0-2 0,0-2 1,-1 0-1,1 1 309,0 4 0,0 1 0,0 1 0,0-2 0,0-1 419,0-1 1,1-2-1,-1 0 1,0 1-420,-1 0 0,1 1 0,-1 1 0,0-3 0,0-3-18,1-3 0,-1-2 0,1 2 0,-1 5 0,0 6 0,0 1 0,-1-3 0,1-7 0,0-5 0,0-3-802,0 5 0,-1 0 802,0 10 0,0-6 0,0 3-231,0-7 0,-1 2 0,1-2 231,-1 8 0,1-1 553,-1 0 0,0-1-509,0-1 1,0-4-45,0-1 0,0 1 0,0-1 138,0 1-138,2-8 1373,-2 6-1373,2-13 2948,0-1-2948,-2 8 0,1-1-1217,0 0 1217,-2-16 0,-1-6 0,-2-8 0</inkml:trace>
  <inkml:trace contextRef="#ctx0" brushRef="#br0" timeOffset="48807">6309 5978 5824,'-2'7'539,"-3"-4"-539,-3-5 0,-10-7 0,-5 0 0,3 1 0,-1 3 0,-1 1 0,0 1 0,-14-2 90,5 5-90,9 2 0,-1 0 0,-12 0 0,8 2 0,-3 1 0,4 0 0,0 0 0,1 1 0,-5 2 0,3 0-1639,5 1 1,2 0 1580,-4 0 1,1 0 57,7-1 0,-1 1 0,-11 11 0,0 1 0,13-8 0,-2 1 0,-6 5 0,-3 3 0,4-1-1179,5-2 0,3-1 1179,-1 0 0,2-1 0,-5 11 0,8-9 45,-3 13 0,0 7-45,6-15 0,1 2 0,0 1 0,-1 5 0,0 3 0,0 0 0,2-1 49,2-4 1,0-1-1,2 0 1,0 1-50,0 1 0,1 2 0,1-1 0,0 2 0,2-4 0,1 2 0,1-1 0,-1 0 0,0-3-331,0 5 1,-1-2 0,2 0 330,-1-2 0,2 2 0,-1-2 0,0-5 495,-2-4 1,0-2-496,2 7 0,-1 0 0,0-5 0,0 1 30,1 2 0,0 4 0,1 1-30,1 6 0,1 2 0,2 1 0,-1-4 0,1 3 0,1-1 0,-1-1-66,0 3 0,0-1 0,1-2 66,0-3 0,1-1 0,-2-6 1724,4 0-1724,-1-6 0,4 1 0,6 0 0,2-2 45,4 1 0,0-1-1089,-3-5 0,0-2 1044,-6-7 0,-1-2 0,7-2 0,0-5 0,6-3 0,-3 1 0,-5 1 0,0 0 25,5-2 1,3-1-1,1-2-25,-6 0 0,0-1 0,0-1 0,0-1 0,-1-1 0,-1-1 0,1-1 0,1-2 15,-1 0 0,3-2 0,0-2 0,0 0 0,-1 0 0,-2 1-15,2-5 0,-2 1 0,-2 0 0,-1 0-194,-1-1 0,-2 1 0,-1-2 1,-1-1 193,-4 2 0,-1-2 0,-1-1 0,-1 0 0,-1 0 0,-1 2 0,-2 0 0,-1-1 0,1 1 0,0-1 0,1-1 0,1 0 0,0-1 0,-1 1 0,-1 1 0,-1-1 0,-1 1 0,-1 0 0,-5-2 0,-2 2 0,-3-1 0,-2-1 0,-1 0 0,-3-1 0,0 2 55,-1 2 0,-3 0 1,-1 1-1,0 0 0,-1-1 1,0 0-1,1-1-43,1-2 1,1-2 0,0 0 0,-1-1 0,1 1 0,-2 2 0,0 1-93,-3 1 1,-2 0-1,0 1 1,0 3-1,1 1 1,3 4 79,-1-1 0,2 5 0,0 0 0,-3-5 0,-3-1 178,-2-1 1,-2-2 0,1 1-179,2 2 0,0 1-45,1 4 0,-3-2 0,1 2 0,5 5-45,-3 4-43,-3 1 0,-4 5 133,6 8 0,0 5 0,1-1 585,0-2 0,1 1-585,-2 2 0,-2 2 0,6-1 0,-3 8 0,1 2 0</inkml:trace>
  <inkml:trace contextRef="#ctx0" brushRef="#br0" timeOffset="51116">15345 8720 5818,'1'-6'-17,"1"-1"40,-2 2-23,2 0 180,-1-2-1,1 3 1,-3-3 0,1 3-90,-2-1 0,-6-5 0,4 4-90,-15-15 90,7 8-1284,-5-4 1194,6 7 0,4 4 0,-17-10 0,11 8 0,-13-9 0,6 8 0,-4 1 0,2-1 0,1 2 0,2 3 0,-2 1 597,-7 2 0,-1 0-597,-2-2 0,-1 2 0,5 0 0,-2 3 0,4 2 0,-2 1 0,2 1 0,0 1 0,-2 2 0,0 2 0,-5 3 0,0 1 0,5 0 0,-5 4 0,3 2-1093,5-3 1,1 0 0,3 0 1034,3-2 1,2-1 57,1 1 0,0 2-38,-3 6 1,-1 5 0,1 2 37,2-4 0,1 1 0,1 1 0,-1 0 0,0 0 0,0 0 0,0 0 0,1-1-744,0 6 0,0-2 1,3-3 743,3-7 0,0-1 0,2-1 0,-1 1-390,-1 6 1,0 4 0,0-2 389,0-3 0,0 2 304,1 4 1,-1 7 0,0-2 0,2-7-305,2-10 0,1-1-121,-2 6 1,0 3-1,2-2 121,1 2 0,2 0 0,2 1 0,0 0 0,-1 4 0,1-2 1016,1-5 1,2-1-972,5 5 0,4-1-45,-4-9 0,1 1 0,2 2 0,3 2 0,-1-3-954,6 0 1,0-3 953,-5-4 0,0-2 220,1-1 0,-2-2-220,-1 0 1134,6 3 0,4 0-1134,0-1 0,2 0-1134,4 2 0,0 0 1134,-6-4 0,-3-3 0,9 0 1179,-10-6 0,2 0-1179,7-3 0,1-1-1135,-2 1 1,0 0 1134,-2-3 0,-3 0 0,6-5 0,-12 4 0,12-8 0,1-2 2269,-3 1-2269,-6 0 0,6-5 0,1-2 0,-5 2 0,-2-1 0,-2-1-757,3-1 1,2-2 0,-3 2 756,-6 3 0,-2 0 0,0 0 0,1-3 0,-1-6 0,0-4 0,0 2 0,0 1 0,-1-2-49,-6 5 0,-1-6 0,1-2 1,-2-1-1,-1 3 0,-1 6 49,-1-7 0,-3 2-328,1-1 1,0-6 0,-1 1 0,0 7 327,-2 6 0,-1 1 0,-1-4 0,-2-4 0,0-3 0,0 5 0,-1-3 0,-1-2 0,1 2 0,0 1 0,1 2 0,0 1 0,0 0 0,-3-3 0,0 4 0,-2-3 0,-2-2 0,0-1 0,-2 0 0,0 3 0,0 3 0,1 4 0,-12-5 0,-1 8 0,-1-3 0,4 0 0,-1-4 0,0 0 0,-1 3 0,0 5 0,-8 10 0,0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5:28.74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4449 4518 7982,'2'-15'1170,"0"2"-990,1 0 0,-1 4-1,-1 3 181,0 2 0,0-1-90,1 0-90,-1 0 359,1 1-449,1 8 0,-1-2-90,1 8 90,-2-3-90,0 1 90,0 1-90,1 0 0,-1 0 0,1 1 90,0 0-90,1 0 0,0-1 0,1 2 0,0-3 90,0 1-90,-1-3 0,1-2 0,-1 0 0,4-2 90,-1-3-90,4-3 90,-3-2-90,3-2 0,3-6 90,2-1-90,2-6-1328,2-4 1418,2-3-90,1-2 0,0-2 90,0 2-90,-1 0 0,-3 3 0,-1 1 0,-2 5 0,-2 3-450,2-1 91,-6 7-91,2 1-450,-5 6-539,-1 1 1439,0 2 0,1 3 0,1 1 0</inkml:trace>
  <inkml:trace contextRef="#ctx0" brushRef="#br0" timeOffset="995">15321 2933 10321,'2'-8'810,"0"1"-361,-2 2-179,1 0 90,0 0 90,1 1-450,2 5 90,-2 1 0,3 6-90,-4 0 0,0 1 90,0 1-90,0 1 90,0 1-90,-1 1 0,1-1 90,-1 0-90,1 0 0,0-2 0,0 1 0,0-3 0,1 0 0,0-3 0,1-1 0,2-3 0,1-1 0,3-4 0,5-5 0,3-5-1607,4-7 1607,2-3 0,3-5 45,-13 13 0,1-1-45,0-1 0,0 0 0,2-4 0,1 0 0,0-1 0,1 0 0,1-3 0,-1 0 0,0 3 0,-1 0 0,-1 2 0,0 1-45,-3 2 0,1 1-134,9-11-181,-3 3-531,-4 7 261,-3 4-1079,-4 4-540,-2 4 2249,-2 3 0,-2 1 0,-2 2 0</inkml:trace>
  <inkml:trace contextRef="#ctx0" brushRef="#br0" timeOffset="27996">20376 628 8702,'1'-12'3276,"-2"-3"-2234,0 6-503,0-2 1440,0 6-1709,1 21-180,0-2 0,0 21 0,0-13-90,-1 1 90,1-8-90,0 0 90,-1 0-90,1-1 0,0-2 0,0 0 0,0-2-90,0 0 0,0-2-90,1-1-180,-1 0-2878,1-2 1259,1-9-809,-2 1 2788,1-8 0,-4-2 0,-1-1 0</inkml:trace>
  <inkml:trace contextRef="#ctx0" brushRef="#br0" timeOffset="28476">20324 542 11400,'-3'-8'180,"0"0"-90,1 2 180,-1 1-90,0-1 270,-2 1-180,-2-3 0,2 3-91,-3-2 1,2 5 0,1 0-90,-1 2 90,-1 1-90,-1 3 0,-1 1 90,-1 4-855,-8 14 765,5-3-949,-6 12 859,8-6 90,1 3-1,2 2-89,2 2 90,2 1-90,2 2-1559,1 0 1559,3 1 0,3-1-295,0-11 1,3 1 249,1-1 0,1 0 45,0-1 0,1-2 208,0-2 1,1-2-299,15 7 90,-5-8-68,6 0-22,-9-10 90,1-4 1614,0-2-1614,4-3 0,-5-4 0,2-1-45,3-5 0,0-1-135,0-1 1,0-1 179,-1-3 0,-3-2 0,-5 3 0,-2 0 0,0-3 0,-1 0 0,0-1 0,-1 0 0,-1-2 0,0-1-45,-2 1 0,0-1 45,-1-11 0,-2-1 0,-2 8 0,-1 1 0,-1-8 0,-3 0 45,-6 2 0,-3 2-45,2 9 0,-2 0 45,-4-5 0,-3 1-45,-13 0 0,13 14 0,0 1 0,-2 2 0,0 2 45,-1 0 0,-1 3-45,-10 1 0,-2 2 0,9 1 0,0 2 0,-8 2 0,0 1-90,12 1 0,0 1-1412,1 1 1,1 0 961,-16 11-450,3 2-340,7 0-379,4 1-270,5-1 1979,3 1 0,1 4 0,0 0 0</inkml:trace>
  <inkml:trace contextRef="#ctx0" brushRef="#br0" timeOffset="33469">21405 418 9602,'4'-5'0,"-1"0"449,0 2 91,-1 0 539,0-1-989,-1-1-90,-4 2 0,-1-2 0,1 3-1709,-2 1 1709,3-3 0,-1 4 0,2-2 0</inkml:trace>
  <inkml:trace contextRef="#ctx0" brushRef="#br0" timeOffset="34284">21431 393 9781,'0'-8'1350,"-2"0"-1260,-2 5 0,0 1-1,-2 2 1,0 0 90,-11 2-180,7 1 90,-16 3-90,13 0 90,-5 2-90,4 1 90,-3 7-90,6-3 0,-5 13 90,10-9-90,1 11 0,6-9-1159,3 7 1159,4-5 0,3 2-1459,4 0 0,1 0 1459,5 5 0,2-1 0,0 0-39,1-4 39,-5-3 0,1-1 0,1 2-465,3 7 465,-11-12 0,-3 0 711,-4-3-711,-4 0 3110,-1-1-3020,-4 1-90,-5 2 0,-13 9 0,-12 1-1053,16-13 0,0 0 1053,-2-2 0,0 0 0,-9 1-2005,-10 4 2005,10-4 0,-6 0-280,11-4 10,9-3 0,0 0 270,8-3 0,14-10 0,5-3 0</inkml:trace>
  <inkml:trace contextRef="#ctx0" brushRef="#br0" timeOffset="35318">21795 823 11041,'-2'-10'1259,"1"2"-899,-3 1 0,0 2 449,-5-1-629,-3 0 0,0 1 0,-1 4 0,3 1-90,0 3 179,-8 7-179,3 2 0,-3 5-90,-2 10-90,8-8-45,2 0 1,1 1-406,1 7 270,0 0-360,9-1 361,1-13-271,6 6 360,-1-10 0,3 0-90,-2-5 90,5-3 90,3-5 90,0-2 0,0-5 0,-5 1 90,0-3-90,-2 0 90,-1-2-90,-1-1 90,-2 2 0,-1-1 0,-1 3-90,-1 1 90,0 2-90,-1 1 270,0 3-360,-1 12 90,0-1-180,0 10 90,2-4-90,1-1-180,3 7 270,0-5-89,3 3 89,-2-6-90,1-1 90,1-2 0,-1-1 0,5-2 90,-3-1 0,2-2 90,-1-3-90,-1-1 90,2-3 90,0-2-90,1-2 0,1-3 89,-1-2-89,2-3-399,-3-2 399,0 0 90,-3 0 0,-1 2-90,-3 4 90,-1 1-90,0 3 0,-2 2 0,-1 1 269,1 2-269,-5 13-180,1 0 90,-3 11-179,1-3 89,0 3-90,-3 16 180,3-9-793,-3 9 613,4-14 90,0-3 454,1-1-454,0-3 0,0 0 0,1-3 0,1 0 0,0-4 180,2-1 648,3-11-648,0-2-90,3-7 90,-1 0-90,7-18 0,-1 2-765,-4 7 0,1 0 765,6-15 0,-2 5 0,0 1 0,-4 7-433,-1 3 433,-1 4 0,-1 5 0,-1 2 0,0 3 0,0 2 0,-1 4 0,2 4 1539,-2 2-1539,2 4 514,-2 1-514,-1 2 0,0 1 0,-1 1 0,0-1 0,-1 4 0,-1-6 0,1 3 0,-1-7 0,1 0 90,-1-2-90,6-9 0,2-6 0,4-4 0,4-12 0,-4 9 0,4-4 0,-5 9 0,-2 3 0,-1 2 0,-2 4 0,-1 0 0,0 3 0,-1 2 0,0 3 0,-2 2 0,0 4 0,-1 2 0,-1 3 0,0 3 0,0 2 0,0 2 0,-1 1-90,1 0 180,1 2-90,1-2 0,3 9 0,-1-10-390,2 3 210,-1-12 0,1-2-179,-1-2-91,1-2-1169,0-2-90,1-2 1709,1-1 0,7-1 0,1-2 0</inkml:trace>
  <inkml:trace contextRef="#ctx0" brushRef="#br0" timeOffset="35730">22657 862 13649,'9'3'540,"0"-1"-360,-2-4-90,2 0 0,1-2 90,6-3-180,-3 0 0,3-2-90,-5 0 0,0 0-3187,-2-3 2892,-1-1-683,-1-2 888,-2-2-2,-1 0 3,-2 1 89,-2-1 0,-2 2 0,-2 0-90,-6-1 90,1 7 0,-7 2 90,2 8-90,-5 7 1553,-4 7-1553,-3 7 90,-1 7-89,3 3 89,3 3-45,9-7 0,2 0 45,3-8 0,2 1 352,-2 12 1,4 2-353,5-11 0,3 0 0,-1 0 0,2-1-326,2-3 0,1-1 326,9 4 89,1-3-89,3-4 90,14-1-90,-9-8-1636,13-2 1277,-12-7-181,2-4-1150,-1-3-738,2-5 2428,-1-3 0,-8 1 0,1-2 0,1-2 0,-1 1 0</inkml:trace>
  <inkml:trace contextRef="#ctx0" brushRef="#br0" timeOffset="35902">23285 930 12570,'-3'7'1259,"2"1"-1259,1-3-989,1-1-2160,1 1 991,-1 0 2158,-1-1 0,-6 4 0,-2 1 0</inkml:trace>
  <inkml:trace contextRef="#ctx0" brushRef="#br0" timeOffset="36651">20507 2051 10591,'-10'-2'-90,"1"0"270,1 1 450,-4 0-91,4 0-179,-4 0 180,7-1-91,-3 1 451,3-1-720,8-2-90,-1 2 0,9-2 0,-1 3 0,0-1 179,12 0-269,-9 1 90,9 1-90,-12 0 0,0 3 0,-3 1 0,0 1 0,-2 2 0,-2 7 0,-3-2 0,-4 8 0,-2-2-363,-4 2 363,0 2 0,-2 0 0,1-1 0,0-2 0,3-1-90,1-3 90,2-1 0,2 2 0,2-4-90,2 2 90,6-2-90,1-5 0,5 2 184,-1-5-274,1-2 0,2-1-180,2 0 90,1-3-179,1-1-91,0 0-180,3-2-1079,-3 0-539,2-2 2338,-4 1 0,2-4 0,1 1 0</inkml:trace>
  <inkml:trace contextRef="#ctx0" brushRef="#br0" timeOffset="37116">20364 1806 11400,'-8'-12'360,"0"2"-180,1 2 0,-1 0 90,0 1-90,-1 0 0,-2 2 269,-5 2-269,1 2-90,-6 6 90,4 5-90,-3 6 0,1 8-1077,7-1 1,1 3 1031,2-4 0,2 1 14,0 5 1,1 4 0,1-2-15,2 0 0,2-1 0,0 12 0,1 0-45,2-11 0,2 0 60,2 1 0,3 2 0,-1-2-1353,3 4 0,1-1 1323,0-4 0,0 3 0,2-3-30,9 5 0,2-4-632,-6-8 1,1 0 631,6 2 0,1-2-687,-8-9 0,0-3 687,1 0 0,0-1 45,-1-2 0,1-1 199,5-1 0,2-2-244,1-3 0,2-4 0,6-4 0,0-3 45,-7 0 0,0-4-45,-6-1 0,0-3 0,-3 0 272,-1-1 1,-3-1-273,6-7 0,-2-1 0,-7 5 0,-3 1 0,0-3 0,-2 0 0,-1-2 0,-1 0 0,-2-1 0,-2-1-215,-2 0 0,-1-1 215,-3-3 0,-2 0 0,-2-1 0,-3 0 409,-2-3 1,-2 1-410,-2 0 0,-2 2-45,-2 1 0,-3 1 45,0 4 0,-4 1 0,1 2-241,5 6 1,1 2 0,-2 1 240,-6-5 0,-2 0 0,-1 4 0,3 6 0,0 4 0,1 0 0,-5 1 0,1 2 0,-8 2 0,2 5 0,12 3 0,2 3-90,1 2 0,0 1 31,2 3 0,2 1-211,0 0 0,3 1-90,0 2 1,3 0-361,2 1 1,2 1-1170,-3 18 758,8 2 1131,7-1 0,4-11 0,2 3 0,2 1 0,0 1 0</inkml:trace>
  <inkml:trace contextRef="#ctx0" brushRef="#br0" timeOffset="37659">21298 2179 11221,'1'-7'899,"-1"0"-719,-1 1 90,-1 1-90,-1 1 269,-1 3-359,-3 0 90,2 1-90,-3 3 90,1 2-90,0 2 0,-1 4 0,1 3 0,0 2 0,1 4 0,0 10 0,2-4-771,2 5 771,2-9-90,3 4 0,0 0 0,3 3 90,2-3-90,2-2 0,2-2 0,-1-3 0,2-4-90,-1-4-179,2-2-1,1-3 0,0-2-90,1-2-89,1-2-811,10-7-539,-7 0 1799,16-13 0,-15 1 0,8-8 0</inkml:trace>
  <inkml:trace contextRef="#ctx0" brushRef="#br0" timeOffset="37971">21542 1913 11580,'-4'-8'720,"0"1"-180,2 3-1,0-1 541,0 1-990,-1 6 90,1 2 89,0 16-179,1 1-1148,0 12 1148,-1 2-46,1-14 1,-1 0 0,1 1 0,-1 0 0,1 3 0,-1 0-734,1 0 0,0 0 689,-1 1 0,1-1-697,0 1 0,0 0 697,0 0 0,0-1 45,1-2 0,0 0-45,1-1 0,-1-1 0,2 17-638,2-2 459,0-4 177,4 6-1077,2-10 449,0-1 873,0-13-2132,-3-8-720,1-3 3070,-1-2 1,5-3-1,2-2 1</inkml:trace>
  <inkml:trace contextRef="#ctx0" brushRef="#br0" timeOffset="38993">21767 2409 11221,'3'-8'809,"0"1"181,-2 2-91,-1 0-449,-1 0-270,-3 2 0,-2 3-1,0 3-89,0 1 90,-2 3-90,0 1 0,-1 2 0,0 3 0,0 0 0,1 3-90,2-1 0,0 2-90,3-2-360,1 5 181,2-4-1,2 2 0,1-5 0,2-2 0,1-1 90,1-2-90,1-1 91,1-1-91,0-3 180,-1-1-90,1-2 0,0-1 90,-1 0-90,1-3 90,-1 0 0,2-6 0,-4 1 90,1-3-90,-4-3 90,-2 3 0,-1-8 90,-2 9-90,-2-4 0,0 5 0,0 1 0,0 0 0,1 3 90,0-1-90,0 2 0,1-1 0,0 2 0,1-1 0,1-1 0,2 0 0,1-2 0,5-1 0,0 1 0,3-4 0,5-2 0,-2 3 0,4-4 90,-6 6-90,2-1 0,-3 2 0,0-1 0,-2 2 0,0 0 90,-3 0-90,1 2 90,-2-1 0,-1 1-90,-1 1 90,-1 0 0,0-1 90,-2 0-90,0-1-90,3 8-90,-1-2 90,3 5-90,-2-2 90,0 0-90,-1-1 90,1 2 0,-1-1 90,1 0 809,-1-1-719,1 2-90,0 0 0,2 6-90,-1-3 0,1 4 0,-1-3 0,1 1 0,1 1 90,1 1-90,5 9 0,-1-2-231,3 7 231,-3-6 0,-2-1 0,0 4 0,-2-7 0,1 4 0,-4-8 0,-1 0 0,-1-2 0,-2 0 0,0-1 231,-5 2-231,0-4-90,-2 3 90,1-5 0,-1 1 0,-1-2 0,0-1 0,0 1 0,0-2-90,2 0 0,-1 0-90,2-2 0,0 0-179,1-1-91,0-1-270,0-1-1079,2-1 1799,0 1 0,3-8 0,0-1 0</inkml:trace>
  <inkml:trace contextRef="#ctx0" brushRef="#br0" timeOffset="39453">22235 2424 11760,'-8'-2'1080,"1"1"269,2 0-1259,19 4 0,-8-3 0,16 2 0,-13-3 0,0 0-90,0-1 90,0 0-90,-1-1 0,1 0 0,-1-3-90,0-1 0,-2-1 90,0-1-90,-2-1 0,-1-1 0,-2 0 90,-1-1-90,-2 1 90,-2-1-90,-1 2 90,-1 2-90,-3 0 90,1 3-90,-1 2 90,0 2 0,-2 3-90,-2 3 90,-6 11 0,4 1-90,-4 8 90,8-1 0,2 8 0,6-3-939,3 7 939,4-7 0,3-2 0,1 0 0,3-3 0,1-1 0,2-2 0,2-4 0,1-3 0,-1-3 0,1-4-180,0-2-630,10-3-89,-6-2-1348,10-5-182,-10-2 2429,3-3 0,1-6 0,0-3 0</inkml:trace>
  <inkml:trace contextRef="#ctx0" brushRef="#br0" timeOffset="40262">22846 2328 12570,'8'1'989,"-2"-1"-809,-2 7-90,-3-1 90,1 2-90,-1 2 90,-1 3-90,0 2 0,-1 3 0,0 1-90,0 3 90,0 1 0,0 0 0,0-1-90,0 0 89,1-2-89,1-2 0,0-2 0,2 3 0,-1-5 0,2 1 0,0-7-89,3-2 89,-2-2 0,2-2 0,-1-3-90,1-1 90,-1 0 0,1-3 0,0-1 0,0-2-90,3-8 90,-2 2 0,1-5 0,-2 4 0,-2-1 0,0 1 0,-1 0 0,-1 1 0,0 2 0,0-5 0,-2 6 0,1-3 0,-2 6 0,1 2 0,0-1 0,-1 2 0,0 0 0,1 0 0,0-1 0,0 0 0,3 1 0,0 1 0,3 1 0,-1 0 0,1 1 0,0-1 0,6-1-90,-3 0 90,3-1 0,-4 1 90,-1 1-90,0 0 0,-2 0 0,0 1 0,-1 0 0,-1 0 0,0 3 0,-1 2 90,-1 2-90,-2 2 0,-1 4 0,-1 5 0,-2 7 0,0 6 0,-2-1 0,0 2-579,2-6 0,0 1 579,-2 5 0,-1 3 0,1-2 45,1-2 0,-1 1-45,1-1 0,0 5 0,-1 0 0,1-4-919,0 3 0,0-1 919,0 1 0,1 2 0,0-4 0,0-7 0,2-4 0,-3 20-111,2-9 21,0-5-90,1-6-270,-1 1 1,2-8-2828,-2-1 2589,2-18 1,1-10-1,2-12 1</inkml:trace>
  <inkml:trace contextRef="#ctx0" brushRef="#br0" timeOffset="40553">23086 2325 11221,'0'-10'359,"0"1"-179,0 1 0,1 2 180,-1 1-180,2-2 0,0 3-90,3-2 90,0 3-90,2 0 0,4 0-1,2 2 1,5 0 0,6 2-90,3 1 90,5 3-479,0 2 479,-1 1-590,-2 3 500,-1 2 0,-4 1 90,-3 2 0,-1 10-670,-9-6 580,-4 7 90,-11-7-90,-7 1 0,-6 4 90,-6-1-90,-5 0 45,10-10 0,-1-1-497,-10 6 452,-4 2-90,15-9-810,-1 1 181,8-6 850,-1 2 0,23-13 0,5-1 0</inkml:trace>
  <inkml:trace contextRef="#ctx0" brushRef="#br0" timeOffset="40709">23720 2541 13289,'7'2'630,"0"0"-270,-3 0-180,1 1 0,1 1-810,1 2-269,-1-1-541,-1 1-1837,-4-2 3062,-1 3 0,-4 2 0,-4 3 0</inkml:trace>
  <inkml:trace contextRef="#ctx0" brushRef="#br0" timeOffset="41446">21652 3989 11221,'-14'-15'1978,"1"0"-1708,9 11 270,0-2-270,0 3 270,2 0-181,0-2-269,3 1 0,1 0 90,2 2-90,2 0-90,-1 2 90,2-1-90,-2 1 0,0 1 0,1-1-90,0 1 0,1 1 0,-1 1 0,-2 1 0,-2-1 0,-1 3 0,-1-1 90,-1 3-90,-1 0 90,0-2-90,-1 3 90,1-3-89,0 0 89,0 0 0,1 0-90,0 0 0,0 0 90,1-1-90,1 1 0,1 0-180,5 4 180,-1-2-90,5 2 0,-1-3 90,1 0-90,1 0 90,-1 1 0,1-1 0,-2 0-89,-2 0 89,0-1 90,-3 0-90,-1 1 90,-2-1-90,-5 5 90,-3-1-90,-10 7 90,1-4-1115,-6 4 1115,3-5 0,2-1 0,2-1 0,1-3 0,2 2-269,-2-1-1,3-2-180,0 0-180,5-3 908,1-1 1,2 0 0,1-2 0</inkml:trace>
  <inkml:trace contextRef="#ctx0" brushRef="#br0" timeOffset="41916">21592 3688 11490,'-11'-13'1350,"3"3"-991,-2-1 271,2 3-270,2 3-90,-2-1-90,1 5 89,0 2-89,-1 2 0,-3 5 0,-1 5-45,1 4 0,0 2-3347,-7 15 3257,7-7 0,0 0 0,3-4 0,1-1-704,1 2 1,0 2 703,-1-1 0,1 3 15,1-2 0,1 3 0,0-2-60,-1 5 0,1 0-409,1-4 1,0 2-1,1-3 409,1 2 0,1-1 0,1 0 0,1-1-683,1 0 0,1-1 683,2-1 0,0 0-45,1-2 0,1-1 477,1-1 0,1-1-432,1-2 0,1 0-89,14 13 89,3-5-664,0-7 664,2-6 0,-2-7 885,3-4-930,-8-5 0,1-3 45,-5 0 0,0-1 451,7-3 0,-1-2-451,-6 1 0,-2-3 0,12-13 0,-2-3 0,-6 6 0,-2-1-359,-1 1 1,0-2 0,-2 0 358,0-5 0,-3 1 0,-1 2 0,-2-1 45,-2-2 0,-1 0-45,-3 2 0,0 0 45,-3-1 0,-2-2-382,-3 0 0,-2-4 1,-2 3 381,-1-5 0,-2 0-94,0 4 0,-2-1 0,-1 2 94,-5 1 0,-2 4-45,-2 0 0,-1 2 45,-3 2 0,-1 2 0,-1 2 0,0 1-45,1 4 0,-1 2 0,1 1 0,0 3 44,2 3 1,-1 2 129,1 2 1,0 1-310,0 3 0,1 2-135,0 1 1,1 2-181,1 2 0,0 2-315,1 0 1,2 2 44,-1 1 1,2 1-271,1 1 1,1 1-405,1-1 0,1 2 1394,1-1 0,1 1 0,-3 6 0,1 1 0,-1 1 0,1 0 0</inkml:trace>
  <inkml:trace contextRef="#ctx0" brushRef="#br0" timeOffset="45383">22750 3700 10051,'10'-11'1260,"-3"3"-901,0-1-89,-2 4 0,-3 1 270,1 1-91,0-2 451,-1 2-720,-4 8 0,-6 13-90,-2 2 0,-2 2-906,2-2 0,0 0 861,-3 6 0,-1 0 0,4-7 0,0-1-45,-1 2 0,1 0 45,-1 1 0,0-1 0,0 0 0,0 1-45,0 0 0,1 0 0,-1-1 0,1 1 45,0-2 0,1 2 0,-3 3 0,1 1-45,-5 9-354,8-14 1,0-1 353,-1 0-169,1 4 169,3-9 0,-1 4 0,4-10 0,1 1 89,1-3 1437,3 3-1526,1-4 822,8 2-822,-3-5 340,5 1-340,-2-2 0,2 1 0,0-1 0,2 0 0,0 1-180,9 0 0,-5-1-89,6 2-91,-9-1-90,0 0-90,-3 0-179,0-1-181,-1 0-989,-2-1-539,-1 0 2428,0-1 0,3 0 0,0-2 0</inkml:trace>
  <inkml:trace contextRef="#ctx0" brushRef="#br0" timeOffset="45710">22599 4043 11760,'1'-8'1080,"1"2"-810,3 4-91,1 3-89,1 2 0,0 1 0,0 0 0,1 2 0,1 2 0,1 2-90,0 0 90,3 5-90,-1 1 90,2 2-90,-2 0 90,-2-1-90,-1-1 0,2 6 0,-5-5-180,1 10 0,-5-13 0,-1 3-180,-2-7 1,-1 0-91,-1 0-180,-1-2-1169,-1 0-629,0-2 2428,0-2 0,-2 1 0,-1-2 0</inkml:trace>
  <inkml:trace contextRef="#ctx0" brushRef="#br0" timeOffset="46246">23201 4050 11760,'-1'-8'1619,"-1"2"-809,1 0-180,0 2 1079,0-2-1440,3 14-269,1 3 90,3 9 0,-1 0 0,-2-5-90,4 22 0,-3-18-1700,3 15 1700,-5-23-295,1-1 205,-1-1-90,5 0 180,0-7-90,2-1 90,0-8 0,-1-3 0,2-5 0,1-3-90,7-16 90,-9 15 0,0 0 0,0-1 0,-1-1 261,6-15-261,-6 13 0,-1 4-149,0-1-210,-3 8-91,1-3-90,-3 10-2698,1 1 1439,0 6-360,-1 1 2159,1 4 0,1 5 0,0 1 0</inkml:trace>
  <inkml:trace contextRef="#ctx0" brushRef="#br0" timeOffset="46993">23579 4054 11580,'-2'-7'720,"-1"0"-360,-1 1 269,-1-2-359,0 2 0,0-1-90,0 4 90,0-1-90,1 2 0,-1 0-90,-1 2 89,0 2-89,0 1 0,-2 2 180,-5 12-450,0 9-179,-1 8-181,9 2 450,4-15 0,5-5 0,-1-14 0,2 0 0,-1-2 0,5-3 0,0-4 90,1-2 0,-1-2 0,-1-3 0,-2 3 0,0-3 0,-3 6 90,0 0-90,-1 0 180,1 2-180,-2 10-90,2 9-90,2 12 90,-1-5 90,3-4-90,-2-9 0,0-1 90,2-2-90,0 0 90,5-3-90,-2-1 90,3-2 0,-2-2 0,0-1 0,-1-3-89,1 0 89,-2-1 0,1-3 0,-2 0 0,0-2 0,-2-1 89,0 0-89,-2-1-3277,-1-5 3252,-2 6-306,-2-5 331,0 9 90,-1-1-90,-1 3 0,1 0 0,0 2 90,-1 1-90,1 1 3227,-1 1-3227,1 1 496,4 0-496,1 1 0,5 0 0,0 1 0,3-1 0,0-1-90,3 0 90,0 0 0,0 0 0,0 0 0,4-1-90,-3 1 90,0 1 0,-5 1 0,-4 3 90,-1 3-90,-2 1 0,0 3 0,-4 2 0,0 2 0,-1 2 0,-1 1 0,1 2 90,0 1-3367,0 2 3162,3-1 115,0 0 0,2 0-90,0-1 0,2-1-269,1-1-1,1-3-180,2-1-359,0-3-810,2-1-180,-1-4 1889,1-1 0,7-2 0,1-1 0</inkml:trace>
  <inkml:trace contextRef="#ctx0" brushRef="#br0" timeOffset="47146">24321 4049 11760,'8'-7'1080,"-1"0"-181,-2 4-449,-2-1-90,2 1-3637,0 2 0,-6 6 3161,-1 0 1,-13 8-1,-2-1 1</inkml:trace>
  <inkml:trace contextRef="#ctx0" brushRef="#br0" timeOffset="48019">21709 5355 11760,'2'-8'540,"0"1"-180,0 2 269,-2 0 451,1 0-181,-1 0 1,0 0-810,-4 10 90,1-2-90,-3 11 89,-4 9-89,3-3 0,-2 0 0,0 1-90,-2 5 0,1-4 0,0-1-90,-1 2 0,-1 2 0,6-10 1,1-4-91,-1 2 90,2-4 0,1 1-180,1-6 180,8-6 90,-2-1-90,7-6 90,-5 1 0,0 0-90,1-1 90,-1 2 0,-1-1 0,0 1-90,0 2 90,-1 0 0,-1 2 0,1-1 0,0 3-90,1 0 90,0 0-90,0 2 0,0 0-90,1 0 90,0 1-90,1 0 1,0 1 89,1-2-90,0 2 90,-1-3 0,0 2 0,0-3 0,1 1 0,-1-2 0,1 1 0,-1-2 90,1 0-90,-2-1 90,0-1 0,1-1 90,-2 2-90,1-1 90,-3 2 0,1 0-90,-2 4 0,0 1 90,-2 11-90,-2 6 0,0 3 0,0 3 0,2-4-347,-1 1 437,2 4-90,0-2 0,2 2 0,-1-5 0,0-1 0,2 5-270,0-5-90,0 0-89,-1-7-181,-1-7 630,0-2 0,-1-3 0,0 0 0</inkml:trace>
  <inkml:trace contextRef="#ctx0" brushRef="#br0" timeOffset="48476">21699 5157 11311,'-15'-15'269,"-1"1"-89,-3 1 90,1 1 0,-1 1 90,-6-1 90,-4 2-271,1 3-1006,1 5 1007,4 5 0,-2 4-90,-4 7 45,7 1 0,2 3-90,3-2 0,1 1 0,-4 6 0,0 2 0,7-4 0,1 1-559,0 3 1,0 1 558,1 0 0,1 1 0,1 3 0,1 0 0,1-2 0,2 1-45,0 0 0,2 1 45,2-1 0,0 1-45,1 0 0,2 0 45,1-1 0,1 1 0,2-1 0,0 0-1390,2-2 1,0 0 1344,2 0 0,1-2 45,0-1 0,2 0-595,1-3 1,0 0 549,2-1 0,0-2-251,2-2 1,0 0 205,1-2 0,1-1-3,1-2 0,0-1 3,1 0 0,0-3 45,1-1 0,0-1-45,1-1 0,0-1 45,0-2 0,1-1 0,-1-1 0,0-1-45,0-1 0,0-2 45,-1-1 0,1-2 509,8-6 1,2-3-510,-10 2 0,1-2 0,0-1 0,2-5 0,1-2 0,-2 0 97,-4 3 1,-1 0 0,-2-1-98,5-11 0,-5 0-107,-7 9 1,-3 0 106,1-1 0,-2-1 0,-2 0 0,0-1 0,-2 0 0,-1-1 0,-2 0 0,-1 0 0,-2 0 0,-2 0 0,-2-3 0,-3 1 0,0 1 0,-3-1 0,-3 4 0,-2-2 0,-1 3 0,-4-3 0,-2 2-333,3 4 0,-2 1 1,-1 3 332,-6 1 0,0 3 0,-3 2 0,-1 2-460,-3 1 1,0 3 459,2 1 0,0 3-324,-5 1 1,1 3 233,3 0 0,0 2-244,-2 3 0,1 2 19,2 0 1,0 2-439,9 1 0,-1 1 1,2 0-58,-3 2 1,2 1 63,-5 4 1,3 0 745,-4 7 0,2 2 0,1-1 0</inkml:trace>
  <inkml:trace contextRef="#ctx0" brushRef="#br0" timeOffset="57838">22721 5476 10051,'3'-11'990,"-2"3"-810,-3 1-180,-3 5 90,-1 3-1,-3 2-89,1 1 90,-3 3-90,0 2 90,-2 4-488,-1 1 398,0 5 90,0 0-90,3 0 0,1 2 90,3-2-90,3 1 0,2-2-71,3-2 71,0-1 0,3 1-90,5 5 90,0-6 0,5 4-90,-2-9 90,0-2 0,1-2 0,0 0 395,1-4-395,6-2 0,-5-1 0,6-3 0,-6 0 0,0-2 74,0-1-74,-2-1 0,-1-1 0,0-5 90,-3 3-90,0-1 90,-3 1-90,-2 3 0,1 0 90,-3 4-90,-2 8 0,0 5 0,-1 5 0,1 1-90,0-4 0,2 8 0,0-5 0,1 4 90,1-6-179,1 3 179,0-5-90,1 3 90,-1-5-90,1-3 0,1 0 90,0-2 0,-1-1 0,2 0-90,0-2 90,0-1 0,0-1 0,-1-1-90,1-1 90,-2 0 0,0-2 0,-1 1 0,0-2 0,-2-1 0,-1 0 0,-1-1-90,-1-1 90,-4-5-3277,0 4 3162,-2-5 205,-2 4-90,1 1 0,-2-1 0,1 2 0,-1 0 0,2 1 0,-2-2 3276,2 3-3160,0 0-26,3 2-90,1 1 0,1 1 0,5-6 0,0 4 0,4-5 0,1 5 0,0-1 0,2 0 0,1-1 0,2 0 0,1-1 0,2-2-289,-1-1 289,2-2 90,-2 1-90,-1 0 0,-3 0 0,-2 0 0,0 0 0,-3-1 0,0-1 0,-1 0 0,0-2 90,0-8-90,-2-1 0,0 1 0,-2 4 90,0 8-90,-1 2 0,1-2 0,0 5 0,2 7 0,0 5 0,3 18 0,-2-1-2,3 10 2,-3-1-540,1 1 540,-1 1 0,0 1 0,-2-10 0,1 2 0,-1-1 0,1 2 0,-1-1 0,1 0 0,0 3 0,0-1 90,1 1-180,3 13 90,-3-23-605,4 9 245,-4-14 0,1 1-1439,2-4 990,-1-3 809,3 1 0,2-5 0,0 1 0</inkml:trace>
  <inkml:trace contextRef="#ctx0" brushRef="#br0" timeOffset="58587">23494 5686 9961,'-1'-10'900,"0"2"-540,-1 1-1,-1 2-3636,0-1 2933,-2 0 1473,0 0-679,-5-2-91,0 2-179,-1 1-90,0 4 90,2 4-90,0 2 0,-1 3 0,0 1 0,1 4 0,0 1 0,3 2-90,0 2 3276,2 0-3160,2-1-206,1 1-90,2-2 90,1 0-90,2-1 0,1-1 0,2-1 90,0-2-89,2-2 89,0-2 0,0-1 0,0-3-90,4-3 180,-3-1-90,4-3 0,-5-1 90,0-2 0,-1-2 0,-2-1-90,0-3 90,-1-8 0,-3-10 90,-2 6-90,-4-5 0,-2 9 0,0 6 0,-2-5 0,2 10 0,0-1 0,2 5 0,0 1 0,0-1 0,5 1 0,-1 1 0,5-1 0,0 3 0,1-2 0,1 1 0,1-1 0,1-1 0,0-2 0,0 0 0,0 0 0,0-1 0,0-1 0,-1-1 90,-2-1-90,2-5 0,-3 5 0,0-5 0,-4 1 0,0 4 0,-2-7 0,0 9 0,0-4-90,0 6 90,-1-3 0,2 5 0,2 0-90,3 3 90,1 2 0,2 2 0,0 0 0,3 1 0,0 0-90,15 8 90,-10-3 0,14 11 0,-19-8 0,3 5 0,-7 2 0,-3-2 0,0 5 0,-2-5 0,-2 1-90,0 2 90,0 1 0,0 10 0,0-7 0,2 15 0,2-17 0,5 14 0,-2-17-270,13 14-90,-8-17-414,7 4 54,-7-10-821,1 0 102,1-3 1439,1 0 0,5-1 0,1 0 0</inkml:trace>
  <inkml:trace contextRef="#ctx0" brushRef="#br0" timeOffset="58759">24139 5757 12120,'7'-3'292,"-2"0"0,-8 1 1,-4 0-1</inkml:trace>
  <inkml:trace contextRef="#ctx0" brushRef="#br0" timeOffset="59826">22996 6532 9512,'7'-7'1169,"-1"0"-809,-1 2-1,0-1 1,-1 2-90,-1-1 0,1 1 0,-1 0-90,0 0 269,-1 1-359,2-1 360,-2 2-360,3 4 0,-2 3 0,1 4 0,-2 2 0,0 2 0,-1 2-90,1 2 90,1 6-90,-1-2 90,1 4-180,-1-3 90,0-1-90,1 0 0,-1-2 0,1-3 90,0-1-90,-1-2 0,1-2 0,0-2 90,0-3-90,1-1 90,1-4 0,0-2-90,2-4 90,2-3 0,2-6-836,2-4 836,2-5 0,0-5 0,1-1 0,1-6 0,-2-1 0,-5 13 0,-1 0 0,-1 0 0,1 1 0,5-17-90,-4 10-388,-5 15 208,-1 3-90,-2 3-2917,0 4 1427,0 8 1850,-1 0 0,2 11 0,0-1 0</inkml:trace>
  <inkml:trace contextRef="#ctx0" brushRef="#br0" timeOffset="60612">23587 6607 10411,'2'-9'630,"0"0"-360,-2 2 89,0-2 1,-2 2 0,0-1 0,-2-1-90,-1 0-1,-1 1 1,-1-1-90,-1 2 90,0 0-90,0 0 0,0 3-90,0 1 0,0 2 90,-2 3-90,0 1-1,-1 4 1,0 3 0,-2 4-90,2 1 90,1 2-180,-1 12 90,4-8-90,0 7 0,5-11 1,1-2-1,1-1 90,2 0-90,0-2 0,2 0 90,1-3-90,0-1 0,1-3 90,1-2 0,0-2-90,0-1 90,1-3 0,0 0-90,3-7 90,-2 2 0,2-5-90,-4 2 90,1-5-3277,-1-1 3162,-1 1 115,-1 3 0,-3 6-90,2 0 90,-1 2 0,1 6-90,-2 2 3366,2 5-3340,-2-1-116,2 1 90,0 2 0,0 0-90,2 1 91,1-1-1,1 1 0,1-2 0,0 1-90,6-2 180,-5-2-180,15-3 180,-13-4 0,8-3-90,-9-2 90,-1-2 0,0-2 0,0-2 0,-1-1 0,-1-2 0,0-10 0,-3 5 0,0-7 0,-3 7 0,-1 1 0,-1 0 0,-1 2 0,0 2 0,0-1 0,0 4 0,1 0-90,-1 4 90,0 1 0,0 2 0,2 1 0,5 6-90,-1-1 90,5 4 0,-3 0 0,3-1 0,1 1 0,1-1 0,2 1 0,0-1 0,9 1 0,-7-3 0,6 2 0,-5-2 0,-1 1 0,-2 0 0,-3 0 0,-4 0 0,-2 1 90,0 2-90,-1 1 0,-2 6 90,0-1-90,-1 4 0,0-2-3277,0 0 3162,0 2 205,2 1-90,-1 1 0,2 0 0,4 7 0,0-6 0,2 4-540,4-4 0,-3-6-359,5 2-540,-4-8-90,2-1 1529,0-2 0,6 0 0,3-1 0</inkml:trace>
  <inkml:trace contextRef="#ctx0" brushRef="#br0" timeOffset="60771">24438 6696 12030,'2'-6'1529,"-1"0"-1529,1 2 0,-6 1 0,-1 0 0</inkml:trace>
  <inkml:trace contextRef="#ctx0" brushRef="#br0" timeOffset="71001">8051 4165 9602,'0'-14'3276,"0"5"-1335,0 8-1762,1 15-89,-3 11-322,-1 8 322,1-11 0,-1 0 0,0 11 0,0 7 0,2-17 0,2 0-90,-1-2 0,2 6-180,0-7-360,1 7 91,0-14-80,0 1-190,-1-7-2558,1-2 2657,1-6 0,0-5 0,1-5 0</inkml:trace>
  <inkml:trace contextRef="#ctx0" brushRef="#br0" timeOffset="71476">7984 3974 11490,'-8'-9'180,"1"1"0,3 4 90,0 1 270,-1-1-1,0 2 1,-1-1-360,0 2 0,1 1-90,-1 2 90,1 4-90,-2 4 0,-2 6-505,-1 3 505,0 7 0,0 3-90,1 7 90,2 2 0,3-9 0,1 0-776,1-7 1,1 1 729,-1 4 1,2 1-45,2-7 0,0 0 90,3 19-90,0-18 0,0-1 0,1-1 0,1 0 90,9 17-90,4-3 90,2-4-90,2-6 0,3-3-954,-1-6 1044,4-3-90,-1-4 0,0-3 0,2-6 0,0-1-58,-7-4 1,2-2 57,0-4 0,0-1 0,3 0 0,-1-1-118,-3-3 1,0-1 117,-2-4 0,-1-1 0,-5 5 0,-1-1 0,4-7 0,-2-1 45,-7 7 0,-2-1-45,0 0 0,-2 0 0,-1-1 0,-1-1 0,-3-9 0,-3-1 0,-1 7 0,-2 0 0,-2-9 0,-4 2 0,-2 5 0,-2 2 0,-1 0 0,-2 0-556,-2 0 1,-3 1 555,0 1 0,-3 3 0,0 1 0,-2 1-347,2 4 1,-1 1 346,-1 2 0,-1 2-45,2 3 0,0 2 45,-1 1 0,-1 2-792,0 3 0,-1 1 792,-2 2 0,-2 3 0,4 3 0,-2 2 0,0 2-57,0 2 0,1 2 0,0 2-213,-2 4 0,-1 1 1,4 1-1,7-5 0,2 0 0,3 2-823,2 8 1,4 4 0,2-4-463,4-7 1,2 1 1554,-1 13 0,4-2 0,9 2 0,3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6:48.31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8074 4162 5734,'3'-9'90,"-1"2"0,-2 2 0,0 1 89,1 0-179,6 16 0,3 7 0,1 3 0,1-1 0,18-1 0,-5-18 0,4-5 30,-5 2 0,2-1 0,0-3-1123,3-4 1,0-4 0,-1-1 1053,-4 1 1,-2-2 0,-1-1-926,9-6 0,-2-1 964,-6 5 0,0-1 0,2-1-239,1-1 1,2-1 0,1-1 0,-2 2 238,0-1 0,-1 2 0,3-1 0,-4 3 0,4-3 0,1 0 0,1 0 0,-3 2 0,-5 4 0,5-1 0,-3 1 0,6-4 0,2-2 0,-4 6 0,3 6 0,-18 7 0,5 1 0,-13 3 0,-1 1 0,-1 0 0</inkml:trace>
  <inkml:trace contextRef="#ctx0" brushRef="#br0" timeOffset="5165">8147 12217 5801,'-8'-5'0,"1"-1"-48,4 3 113,-1-2 121,1 2-7,1 0-89,9 7-90,-4-4 0,10 8 0,-8-6 0,3 2 90,-3-2-90,3 1 0,-3 0 0,14 4 0,-10-4 0,8 3 0,2 0 0,5-1-2270,5 3 2270,-6-4 0,-11-2 0,11-1 0,3 0 0,-1-1 0,0 0 0,6-1 0,-5-1-2550,7-2 2550,-8 1 0,-1 0-1052,-1-2 1052,-10 2 1219,-1-1-1129,10-6-1890,-9 4 1800,6-6 1890,-6-6-1890,-8 9 0,5-10 1351,-10 13-1261,-2-7-90,-4-7 0,1 4 3276,-4-3-3160,-6 0-116,6 10 0,-9-9 0,-3 5 0,-14 6-2805,1-3 2805,13 7 0,-1 3-6,-6 3 0,-3 2 0,3 0 6,7-2 0,-1 1-819,-7 1 0,-4 1 0,7 0 819,1 0 0,4 0 0,-1 1 0,-2 1 0,1-1-64,2 0 1,0 0 63,-14 6-84,18-5 0,1 2-96,-9 10 180,8-9 0,1 1-90,-1 4 90,12-9-90,1-2 0,-1 2 2094,1-1-2184,-3 3 90,4-5 90,-2 4 819,5-3 0,-1-1 0,2-1 0</inkml:trace>
  <inkml:trace contextRef="#ctx0" brushRef="#br0" timeOffset="6100">8028 12197 5734,'6'2'0,"1"-1"33,-4 0 4,1 1-17,0 3-20,-2 3 0,1 2 0,-1 1 0,0 3-3277,3 18 3252,-2-10 25,1 3 0,0-1-2269,0-1 2269,0 6 0,2-1-90,1-2 90,5-7 0,1-7 0,1-17 0</inkml:trace>
  <inkml:trace contextRef="#ctx0" brushRef="#br0" timeOffset="6766">8834 12109 5824,'-3'7'0,"1"1"0,-2 19 0,2-11 0,-3 18 45,3-13 0,-1 0-45,0 3 0,0 0-881,0 0 0,0-1 881,1-3 0,-1 0 0,1 2 0,0-3 0,1-1 0,-2 19 0,4-21 0,-1-3 0,0 1-90,0 0 90,0-9 0,-1 2 0,1-5 0</inkml:trace>
  <inkml:trace contextRef="#ctx0" brushRef="#br1" timeOffset="8449">8156 12585 13217,'-1'-8'-3277,"0"2"1830,-1 1 825,-11 12 248,3-1-1265,-13 17 1,-2 5 327,4 0 540,-1 0 0,0 1-163,3 2 501,0 0 433,0 1 0,7-10 0,-1 1 0,4-6 0,0 0 72,-3 4 0,0 1-72,-2 4 0,0 1 45,3-7 0,0 0-45,-2 3 0,1-1 0,-1 2 2081,8-14-2081,-5 14 0,4-12 0,-8 18 0,10-21 0,-2 5 566,3-9-476,-1 2 3186,0 2-3160,-1-1-116,0 4 0,2-3 0,2 5 0,1-4 0,4 0 90,-2-6-90,7 1 90,7-1 0,8 2-90,0-3 0,0-2 30,4-1 0,8-1 0,-2 1-30,-8 0 0,-1-1 0,2 1-666,1-1 1,4 0 0,0 1 0,0 0 687,-1 0 1,1 0-1,0 1 1,2 1-23,1 0 0,1 0 0,2 0 0,-1 1 0,-2-1 0,-1 1 0,-1-1 0,0 0 0,5 1 0,-7 0 0,3 1 0,3 0 0,1 0 0,0 0 0,-2 1 0,-3-1 0,-5-1-6,6 2 1,-5-1 0,2 0 5,6 1 0,4 1 0,-3 0 0,-7-2-731,-8 0 1,-6-2 730,-8 0 0,7 0 0,-9-1 2110,10 2-2110,-12-2 115,1 0 65,-2-1 1913,-3-5-2093,-1 2 0,-4-5 90,-12-18-3367,7 9 3219,-1 0 1,0-1 57,0-3 45,-1-1 0,-3-3-45,0 0 0,-2-1 0,0 0-757,3 4 1,1 1 0,-2 0 756,-1-4 0,-2-1 0,-2 1 0,-1 2 0,-1 0 0,-2 0 0,1 1-46,2 1 0,-1 2 1,1-1-1,-2-1 46,1 0 0,-2-1 0,1-1 0,0 1 0,2 2 0,-3-1 0,1 2 0,4 2 0,3 3 0,2 1-180,-5-7-629,3 5 2986,-2-3-2177,9 8 0,6 8 0,2 0 0</inkml:trace>
  <inkml:trace contextRef="#ctx0" brushRef="#br0" timeOffset="16100">12963 11509 5815,'6'3'99,"0"-1"-99,-2 0 0,1-2 90,-1 1-90,3 0 0,-1 0 0,0 0 0,13 4 90,-7-2-909,7 2 819,-8-2 0,0 0 90,10 5-90,-6-2 0,6 5 0,2 2 0,-2 1-1238,-4-3 0,1 1 1238,1 2 0,-1 1-904,0 0 1,1 0 903,4 5 0,-7-7 0,1 1 0,-1 3 0,-3 0 0,1-2 0,0 1 0,-2 1 0,1 4-1082,-4-6 1082,3 6 0,-6-9 613,0-2-613,6 14 0,-6-11 0,5 8 2268,-5-8-2268,-2-4-199,1 3 199,-3-6 3276,-1 0-3259,1 3-17,-1-2 0,2 5 90,-3-6-90,-2 4 0,-15-6 0,2 0 0,-7-3 33,10-2-33,-3 0 45,-3-3 0,-3-1-45,-4-6 0,-1 0-1607,3 2 0,0 1 1607,1-5 0,4 1 0,5-1 0,-10-13 45,10 5 0,1-1-45,0 4 0,2 1 0,0-2 0,2-2 45,2-2 0,2 2-45,-2-2 0,0-10 0,0 1 177,3 12-177,-3-6 0,-1 1-1285,2 9 1285,-5-12 2846,-2 1-2846,6 15-804,-6-12 804,9 19 0,0 0 0,0-1 0,-2-1-90,0-1 1826,1 2-1916,-1-2 90,3 5-90,-3-4 810,3 4-630,0 0 0,-1 1 0,0-1 0</inkml:trace>
  <inkml:trace contextRef="#ctx0" brushRef="#br0" timeOffset="17001">13007 11546 5776,'-11'6'22,"-2"3"-2823,2 1 2806,-6 3 4,-6 6-873,5-4 1,-2 3 0,0-2 863,2 0 0,0 0 110,-3 2 0,-2 2 0,3 0-110,0 0 0,3-1-376,2-3 1,1 0 375,-1 1 0,1-1 0,4-3 0,4-3 0,4 1 0,6 0 0,5 0 0</inkml:trace>
  <inkml:trace contextRef="#ctx0" brushRef="#br0" timeOffset="17599">13422 12045 5734,'-7'-2'56,"0"0"-42,1 2 6,2 1-20,-3 1 0,4 1 0,-3 1 0,1 0 90,-25 17-90,14-9 30,-2 1 0,-6 3 0,4-2-3307,-6 3 3219,5-3 1,0 0-33,-4 3-73,-4 1 163,9-5 0,-5 3 0,20-13 0,0 0 0</inkml:trace>
  <inkml:trace contextRef="#ctx0" brushRef="#br0" timeOffset="18267">12680 11844 5734,'9'0'90,"4"6"-90,-5 0 0,4 5 90,0 4 0,-1 1-90,3 1 30,1 2 0,4 5 0,0-1-1669,5 1 1,0-1 1343,-4-4 0,0 2 0,0-3-410,6 4 1,-2-4 704,-7-6 0,-2-2-263,8 3 308,-4-2 0,3 1-45,6 0 0,1-1 0,-4 0 0,0-1 1069,-1-1 1,-2-2-1160,-6-4 0,-3-2 90,8-3 0,-6-2 0,3-3 0</inkml:trace>
  <inkml:trace contextRef="#ctx0" brushRef="#br0" timeOffset="20516">12647 11835 5753,'-4'-6'71,"0"1"19,2 2-90,-3 1 0,-1 1 0,0 1 90,-24-3-90,13 2 90,-19-2-90,10 2 0,-3-1 44,-3 1 1,-2-1-1684,-1 1 1,0-1 1580,5 1 1,0 0 80,4-1 0,0 1 1,2-1-24,4 1 0,0 0-1078,-16-1 1,3 0 1077,13 1 0,5 1-706,-1-1 706,2 0 0,3 0 436,-1 1-526,6 1 14,-6 2 76,8-1 2162,-1 2-2162,1 0 3276,2 0-3160,2 3-26,2 0-90,1-1 0,0 1 90,6 12-90,-4-8 45,7 15 0,2 4-1684,-4-7 1,0 1 1625,2 3 0,0 3-473,-1 0 0,2 3 1,-1-1 515,-1-5 0,1 0 0,-1 0-333,1 1 0,-1 1 0,2 1 303,3 0 0,3 2 0,0-1 0,-2-4-258,4 2 1,0-2 257,-2-2 0,1 2 0,-1-3 0,0-2 0,-1-3 302,-2 0 1,0-1-303,-1 0 0,0 1-303,-1-1 1,-1-1 302,2 5 793,-8-9-793,0 3 2268,-2-4-2268,5 14 0,-7-16 0,3 7 0,-2-2 0,3 4 0,-3-4 3276,4 10-3160,-6-16-116,4 8 0,-3-8 0,0-1 0,1 3 0,0-1 0,1 0 0,-1-1 0,1 0 0,-3-2 0,2 1 0,-1-3 0,3-3 90,1 0-90,1-3 0,-3 0 0,0 0 0,0-1 0,-1 0 0,2 0 0,-1 0 0,14-4 0,-9 3 0,11-3 0,1 0 0,1 1-217,2-1 217,0 2 0,-6 3 0,0 0 0,4-1 0,4 2 0,-1 0 0,-12 0 0,12 0 0,-7 0 217,7-2-217,5 1 0,-7-1 0,-9-1 90,-10 0-90,4-12 0,-3-4 0,-1-1 0,3-9-1156,-3 7 0,-2 0 1156,-1 4 0,1-3 0,0-4-1358,3-9 0,0-2 1358,-1 4 0,-1 1 0,2-3 0,1-3-30,-2 2 0,0-2 0,-1 5 30,-1 7 0,1 1-505,0-9 0,1-5 0,-1 8 505,-1 6 0,0-10 0,0 1 0,-1 5 703,-1 5-883,0 5 90,0 10 0,0-9 0,-2 13 90,0-3 567,-1 3 0,-1-1 0,0 2 1</inkml:trace>
  <inkml:trace contextRef="#ctx0" brushRef="#br0" timeOffset="29784">20982 6339 5748,'0'-7'435,"-2"1"-345,1 8-90,-4 11-3277,-3 23 2303,1-10 974,0 10-1319,3-13 1319,2-9-309,-1 6 309,2-11 0,1 5 90,7-2 2026,-1-1-2071,17-7 0,7-6-45,-3-4 0,1-1 0,7 1 0,1-2 30,-13 0 0,1-1 0,-1-2-663,4-3 1,-1-3 0,-1 2 587,1 0 0,0 0-86,-4 0 1,1-1-1,-1 1 131,2 0 0,-4 1 0,1 1 0,0 0 0,-2 2 0,-6 7 0</inkml:trace>
  <inkml:trace contextRef="#ctx0" brushRef="#br1" timeOffset="34299">20546 4866 17257,'5'-4'3276,"5"0"-1637,6 2-2268,0-1 407,4-2 207,6-2 47,-3 1 1,3-1 3,-2-1 1,2 0 0,1-1 193,6-2 1,0-1 0,-1 0-327,-6 3 1,-1-1 0,0 0 87,10-5 0,-4 1 591,2-3-380,-4 1 1,5-3-1,0 0-39,-5 4 1,0 1 0,0-1-14,4-3 1,0-1 0,-2 3 28,1 0 1,-7 4 34,-17 9-181,6-2-288,-5 4-47,2-1 1,-9 5-1,-2 1 1</inkml:trace>
  <inkml:trace contextRef="#ctx0" brushRef="#br1" timeOffset="34966">20822 5075 16918,'7'2'-1239,"1"-1"1008,9-1 498,8-3 0,4-1-1906,-6 1 1,2-1 1590,8-1 0,0-1-68,-13 1 0,0 1 266,2-2 0,3 0-630,3-1 0,4-2 0,-2 1 819,2 0 0,1-1-78,-5 1 1,5-2-1,-1 1 1,-7 1 469,11-3 907,0 0 0,-4 0-496,-17 6-929,12-3 1,-23 7 0,2 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7:40.32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20768 4868 7353,'2'-7'809,"0"2"-539,0 0 180,-1 1 180,1 0-540,3 6-90,-2 1 89,5 11-89,-1 6-727,0 4 727,1 7 0,-2-2 90,-1 3-1221,-1 2 1131,-1 3 45,-1-7 0,-1 1-45,0-6 0,0 0 45,0 10 0,-1-1-45,1-7 0,-1 0 45,0 12 0,1 1-716,-2-8 1,1 0 715,0 9 0,0 1-45,-1-13 0,0 1 30,1-1 0,0 2 0,-1-2 15,0 5 0,1 1-688,-1-6 0,1 2 1,0-2 642,0 3 0,-1-1 45,1 1 0,1-1-19,-1 1 0,0 0 19,0 0 0,0 0-45,1 1 0,-1-1-324,0 0 1,0 1 323,-1 0 0,1 0 0,0 0 0,-1 0-123,1 0 1,-1 1 122,0-2 0,0 1 44,0 1 1,0-1-45,0-1 0,0 0 551,0 0 1,-1 0-552,1-4 0,-1 1 0,1 0-204,-1 3 0,0 0 249,-1 8 0,0 0-45,2-13 0,-1 0 45,-1 10 0,1 0-45,0-9 0,0 0 0,0 7 0,1-2 45,-1-11 0,1-2-45,-1 17 1536,0 0-1491,1-12 0,-1 0-45,0 9 585,0-12 1,1-2-586,-1 3 0,0-2 607,1-2-517,0-1-90,1-2 0,-1 0 0,0-2 0,1-1 0,0-2 1518,-1 4-1518,0 2 0,0-1 0,0-2 0,1-4 0,0-4 998,0 0-998,-1 0 252,1 1-252,0-2 0,-1 2 0,1-1 0,-1-1 0,0 2 0,1-1 0,-1 0 0,0 0 0,0 0 0,0 0 0,0 0 0,-1 3 0,1-3 0,-1 3 0,0-3 0,1 0 0,-1 0 0,1 0 0,-1 1 0,0 0-90,-1 1 90,1 0-90,-1 1-90,0-1 1,0 0-1,1-2-180,0 1-90,0-2 450,1 0 0,0-2 0,1-1 0</inkml:trace>
  <inkml:trace contextRef="#ctx0" brushRef="#br0" timeOffset="833">20795 4895 8612,'-8'-1'-180,"-1"1"270,3-2 0,1 1 0,-2-1 0,4 1 90,-3-1 0,2 1 90,-1-1-270,6-4 0,1 2 0,6-4 0,1 3 0,2 0 90,5-3-90,16-5 0,-13 5 0,2-1 0,7-2 0,2-1-1156,3-1 1,-1 0 1200,-6 3 0,-1 1-45,1-1 0,-1 1-887,6-3 887,1 2 0,-12 3 0,0 0 0,7-2-89,5-1 178,-15 4-89,-4 2 0,-1 0 0,-3 1 0,-1 0 0,-2 0 0,-1 1 90,-1 0 1693,-1 0-2143,0 5 1145,-2 0-1684,0 3 629,0 0 270,0-2 0,2 4 0,1 2 0</inkml:trace>
  <inkml:trace contextRef="#ctx0" brushRef="#br0" timeOffset="2076">21339 4715 8162,'-4'-8'90,"1"1"180,1 3 0,1-2 0,-1 1 90,1 0-180,3 1-180,1 6 89,2 0-89,0 7 90,0 1-90,-1 2 90,5 16 0,-5-9 0,1 3-1451,2 11 1,-1 1 1405,-1-4 0,-1 1 0,1 4 0,0-1-294,-3-7 0,1 0 339,-1 9 0,1 5 0,-1 0-30,-1-2 0,0 1 0,0 1-342,1-6 1,-1 2 0,0 1 0,-1-2 311,0 7 0,0-2 0,-1-1-420,0-8 1,0-2 0,0 2 411,0 1 1,0 2-1,-1 0 1,1-1-23,-1 1 0,1-1 0,-1 2 36,1-2 0,-1 2 0,0 2 0,0-2 0,1-3-36,-1 3 0,1-4 0,-1 2 22,1-1 1,-1 1-1,0-1 1,1-2-23,-1 11 0,1-3 30,0-11 0,-1 0 0,1 2-30,-1 6 0,1 2 0,-1-2-72,1-7 1,-1-2 0,1 2 71,-1 6 0,0 1 0,0-2 45,1-1 0,-1-1-367,0 0 1,0 0 366,0 0 0,0-1-45,1 1 0,-1-1 98,0-2 1,0 1-54,0 11 0,-1-1 0,1-10 0,0 0-45,-1 6 0,1-2 0,1-11 0,0-2 45,-1 5 0,0 0-45,-1 13 0,1-15 0,0-2 0,-1 5 1127,1-4-1127,0-3 0,-1 0 0,-1 4 0,1-7 0,-1 4 0,2-7 2210,0-1-2120,0 0 2028,1-1-2118,-1-1 0,0 0 1346,0 0-1346,0 0 0,0 0 0,1-1 0,0 0 0,-1 0 0,1-2 0,0 0 0,0 0 0,0-1 0,0 0 0,0-1 0,0 2 90,1-2-90,-2 3 0,1-3 0,0 0 0,1-1 0,-1 0 0,0 0 0,0 2 0,1-3 0,-1 5 0,1-4 0,0 4 0,0-5 0,0 7 0,1-5 0,-1 5-90,0-4 90,0-2 0,0 2 0,-1-1 0,1 1 0,0 1 0,0-1 0,0 0 0,-1 0 0,2 0 0,-1 0 0,1-1 0,0 1 0,0 0 0,1 3-90,1-1 90,-1 0 0,0-1 0,0-3 0,-1 0 0,1 0 0,-1 0 0,0-2 90,0 2-90,0 0 90,0-1-90,-3-9 90,-1 1-90,-2-8 0,2 6 0,0 0 0,-1 0 0,0-1 90,-1-1-90,-1 0 0,-1-2 0,-2-1 0,-3-4 0,-2 0 0,-4-4-599,3 5 1,-2-1 598,-11-9-879,7 8 0,0 0 879,4 3 0,0 1 0,-2 0 0,1 0 0,0 1 0,-1-1-1207,1 0 1,0 1 1206,-16-11 0,5 2-572,2 4 302,6 1 491,2 4-940,4 0-1770,1 0 2489,6 2 0,1-6 0,4 3 0</inkml:trace>
  <inkml:trace contextRef="#ctx0" brushRef="#br0" timeOffset="9992">21232 5236 6453,'8'1'2069,"-2"1"-2069,-15 2 90,7 1-90,-8 0 0,10 2 0,2-3 0,2-1 90,1-2 0,1-4 0,-1 1 0,-2-2 0,-1 1 90,0-1 90,0 0-180,0-2 179,-1 2-89,-1-3-90,0 2 0,-2-1-90,1 1 0,-1 3 0,2 0 0</inkml:trace>
  <inkml:trace contextRef="#ctx0" brushRef="#br0" timeOffset="11048">12264 5158 7892,'-1'10'0,"-2"1"0</inkml:trace>
  <inkml:trace contextRef="#ctx0" brushRef="#br1" timeOffset="18411.27">16436 3805 9511,'-4'-11'1170,"0"3"-843,0-1-68,2 3 3,1 1 12,-1-1 86,1 0-84,0 0-17,1 0 115,0 0 183,0 0-272,0-1 2,1 1-8,-1-1-86,0 2 174,2-1-172,0 1-86,3-1 8,2 1 182,11-3-188,0 1-91,9-1 85,-2 3-3,-1 2-102,-2 1 172,9 3-194,-6 3-7,4 1-416,-10 4 415,-2 2-5,-5 2-120,-2 4 116,-4-1 2,-4 1-85,-3 4 94,-3 2-88,-4 4-900,-2 0 916,-4 2 99,-2 0 1,-2 2-90,1-4 90,1-2 0,4-6 6,1-2 88,4-3-93,-1 3 83,4-5 445,1 2-458,3-6-1,2-1-41,2-1 946,2-1-1051,4-1 23,1-1 21,4-2-72,14-3 18,-4-1 23,12-3-334,2-4-555,-11 4 484,5-2-110,-15 4-193,-3 1-445,-3 0-567,-1 1-544,-2 0 2306,-3 0 1,-1 1-1,-1-1 1</inkml:trace>
  <inkml:trace contextRef="#ctx0" brushRef="#br0" timeOffset="18881.27">16505 3432 10951,'-23'-14'-270,"-2"0"360,-1 1-1617,-1 1 1617,-1 1 0,1 1-90,-2 1 90,1 1-64,0 3-26,2 1 90,2 3-90,3 1 186,0 4 120,-1 3-67,0 5 90,6 3 1,0 3 170,-7 13-123,5 3 1,2 4-875,7-13 0,2 2 744,-2 10 1,2 1 10,3-7 1,2-2-185,1 3 1,1 2-29,1 1 0,2 3-116,3-2 1,1 2-1,0-2-664,0-6 1,-1-2 0,2 1 609,2 7 0,1 2 0,1-4-82,3 1 1,1-3 7,1-1 0,1-1-748,2-2 1,0-2 767,2-2 1,1-2 58,9 2 0,1-2-287,-7-7 1,1-2 348,8 2 1,0-4 35,-8-5 1,0-4 47,2 0 1,0-2 41,4-1 0,1-3 84,1-1 0,-1-3-12,4-1 1,-1-2-272,-1-3 1,0-1 111,-1-3 1,0-1 29,-3-1 0,1-2-46,-5-1 0,0-3 0,-2 0-72,-6 5 0,-2 1 0,0-2 44,4-6 1,1-1 0,-4 0-48,-1-5 0,-4-1 25,-5 5 0,-1-1 0,-1 0 353,0-6 1,-4-2-254,-3 6 1,-2-4-1,-2 1 1,0 2-29,-2 5 1,-1 2 0,-1-1-147,-4-11 1,-2-2 0,-1 3 141,2 12 0,-2 2 0,0 1-1,-1 1 0,-1 0 0,-3 1-91,-10-3 1,-4 0 0,1 3 124,6 5 1,1 3 0,-3 0-5,-8-1 1,-2 0-1,1 4 65,-4 5 0,2 4-94,-1 3 1,0 2 97,4 3 0,0 3-24,3 1 1,2 2-68,5 1 0,1 2 172,4 0 1,1 1-241,4 1 0,2 0-336,3 1 1,1 0-114,2 1 1,2 1 545,0 18 0,6-8 0,3 2 0,2 0 0,-1 0 0</inkml:trace>
  <inkml:trace contextRef="#ctx0" brushRef="#br0" timeOffset="19657.27">18089 3889 10141,'-1'-12'360,"-1"1"-90,1 1 270,0-3 89,0 0-269,-1 1-90,1 1 0,0 5 449,0-1 271,-1 0-900,5 19 0,-3-6-90,4 19 179,-7 10-179,0-12 0,-3 18-89,2-19 89,-2 0-90,2-4 90,0-2-90,1-2 90,0-1 0,0-2 0,0-1 90,1-1 0,5-12 89,7-20-134,-2 4 0,3-5 15,4-8 0,4-6 0,-1 4-60,-1 1 0,2 0 0,-1 2 0,3-1 0,-4 6 0,4 3 0,11 14 0,-14 23 0,6 8 0,-10 8-493,-6-3 493,-3-4-90,0-3 90,-1-1-327,3 7 238,-2-7-181,7 12-180,1-9 180,1-1-180,2-5-629,4-6-990,-4-4-629,5 0 2698,-6-5 0,9-2 0,1-1 0</inkml:trace>
  <inkml:trace contextRef="#ctx0" brushRef="#br0" timeOffset="20689.27">18779 3861 12120,'-1'-8'540,"-1"1"-270,0 0 89,0 0 811,-6-6-810,3 4-1,-5-4-89,3 7 0,1 0-90,-2 1 90,0 0-90,0 3-90,-1 1 90,-1 2-91,-1 3 91,-1 1-90,0 4 0,-3 3-399,2 2 309,-1 3-90,2-1 0,3 0 0,1 1-90,2-2 90,1 1-90,1-2 0,2-1 0,1-1 0,2-2-90,2 3 181,1-5-1,3 1 0,-1-6 309,1-2-309,2 0 90,0-4-90,2-1 0,0-2 90,1-2-89,0-2 89,-1-1 0,-1-2-90,1-4 90,-1-2 0,0-1 0,-2 2 0,-2 3-90,-1 3 90,-2 1 0,0 2 0,0 2 0,-1 0 0,-1 2-90,0 17 90,-1-5 0,1 15-180,-1-9 90,3 3 0,0 0 0,2 1 0,1-1-3187,3 3 3072,1-3 115,2 0 90,1-3-90,-1-3 0,8 0 90,-5-5-90,6 0 90,-5-6-193,1-2 193,3-4 0,1-2-90,1-4 90,-1-2 0,-3-2 0,4-12 2389,-8 7-2389,2-7 0,-11 13 0,-1 0-661,-2 3 661,-1 0-110,-1 3 110,1 1 0,-1 1 0,-1 2 749,-1 2-749,-3 7 620,1 1-620,-1 8 328,1-1-417,1 1-1,0 1-90,0 10 90,0-6-131,0 7 131,1-10 0,1 0 90,0-2-90,1-2 90,-1-1-89,1-1 89,0-1 0,0-2 220,2-2-220,1-4 90,1-1-90,1-6 90,-1 0-90,1-2 90,0-1-90,0-3 90,2 0-90,1-5 0,0-2 90,0 0-90,-1 1 0,0 3 0,0 2 0,-1 1 0,-2 4 90,1 1-90,-1 2 0,1 1 0,0 2-90,0 3 180,0 2-90,0 2 0,0 1 0,1 3 0,-2 1 0,1 2 0,-1 1 0,0-1 0,-1 0 0,1-2 0,-1 0 0,0 0 0,0-2 90,0 0-90,-1-1 90,1-1-1,-1 0 1,3-4-90,0 0 90,3-6 0,3-4-90,0-2 0,1-1 90,-2 1-90,0 1 0,0 0 0,3-2 0,-3 5 0,2-1 0,-4 5 0,-1 2 0,0 1 0,0 4 0,2 6 0,-2 0 0,2 6 0,-4-2 0,0 1 0,-1 2 0,1 2 0,-1 0-246,1 1 246,0 0 0,1-2 0,1 1 0,0-2-90,0 0 0,0-2-90,0-2-90,0-1 1,-1-2-181,1-2-90,0-2-179,2-1-2558,6-3 3241,-2 0 1,12-5 0,-2-1 0</inkml:trace>
  <inkml:trace contextRef="#ctx0" brushRef="#br0" timeOffset="21086.27">19689 3915 11041,'-7'-3'1799,"1"1"-90,2 0-1529,7 0-90,0 1 89,7-1-89,-1 0 0,3-2 0,3-1 0,1 0 0,12-8-90,-9 4-180,15-15 0,-20 11 0,3-7 1,-11 7-1,-2 0 90,-5-1-90,-1 1 0,-4-1 90,-2 2 0,-2 2 0,-2 2-90,-9 6 90,1 3 0,-17 15 0,10 2-760,10-4 0,2 1 760,-5 9-397,5 2 487,6 0 90,5-1 0,3 3 0,6-1 0,6 3 45,2-9 0,3 0 45,11 10-135,-8-12 0,2-1 89,0-5 1,1-2-1095,12 5 1005,-12-8 0,0-1 45,9-1-90,2-3-90,0-3-855,0-2 226,0-3-630,-2-2-403,2-3-857,-6-4 2609,0-2 0,-3-5 0,-1-1 0</inkml:trace>
  <inkml:trace contextRef="#ctx0" brushRef="#br0" timeOffset="21262.27">20454 3903 12660,'-7'3'1889,"0"-1"-1350,2-1 361,0 1 179,0-1-539,2 0-900,0 2-1979,1 1 2339,3 2 0,-20-11 0,-5-2 0</inkml:trace>
  <inkml:trace contextRef="#ctx0" brushRef="#br0" timeOffset="24062.27">9337 3738 7533,'3'-6'3276,"-3"-2"-2864,1 20-412,-1-7 0,1 17 90,0-3-90,0 0 89,0 5-89,0-5 0,0 0 0,0-3 0,0 1 0,1-2-89,0 0-271,0 2 90,-2-5-180,2 1-989,-2-6 1439,1 1 0,-1-4 0,0-1 0</inkml:trace>
  <inkml:trace contextRef="#ctx0" brushRef="#br0" timeOffset="24528.27">9263 3603 9512,'-10'-8'179,"2"1"-89,2 4 90,1 0-90,-1 0 90,1 1-90,-1 0 0,-1 0 0,0 2 0,-1 1 0,-1 3-90,-1 2 90,-1 4 0,-2 5-90,1 5-1479,-4 9 1479,3 3 90,-1 7-1526,7-9 0,0 2 1481,2-7 0,0 1-45,2 2 0,0 2 0,2-2-566,0-2 0,1-1 611,2 7 0,0 0-45,2-9 0,1-1-307,0-1 0,1 0 352,2-1 0,0 0-45,11 16 0,2-5 90,2-6-90,-6-11 0,1-2 90,10 2-90,11-1 0,-13-9 0,4-6 90,-2-3-517,-4-5 1,1-2 426,-6 2 0,-1-1 45,8-6 0,-1-2 686,-8 4 0,-1-1-686,6-11 0,0-1 0,-6 7 0,-1-3 72,1-2 0,-1-3 0,-1-1-72,-2-9 0,-2-1 0,0 0 0,-2 0-45,-3 1 0,-4 1-496,-3 11 0,-1 2 541,-2 0 0,-1 1-45,-1 1 0,-3 0 796,-9-6 1,-3 3-797,3 6 0,-1 1-510,-9-3 1,-1 3 509,4 8 0,0 4 0,-1 0 0,0 2 0,-1 2 0,-1 1 0,1 2 0,0 1-45,-9 4 0,0 1 169,11-1 1,1 2-485,-12 6 1,3 3-721,15-1 1,3 2 314,0-2 1,2 2 764,1 14 0,13-6 0,2 1 0</inkml:trace>
  <inkml:trace contextRef="#ctx0" brushRef="#br0" timeOffset="25436.27">10267 3865 9152,'8'-5'0,"0"0"90,-3 3 0,-1 0 90,4 0-90,-2 1-1,3 0 91,0 1-90,3-1 90,4 0-90,6 0-954,1 0 0,3 1 909,-4 0 0,2-1 44,9 1 1,5 0 0,-1 1-1158,3-1 1,1 0 1097,-3 0 0,4 0 0,-2 0 0,-6 0 0,-1 0 0,0 0-1,3 0 1,1 0 0,-1-1-655,3 1 1,0 0 0,0 1 646,-8-1 1,0 0 0,1 0-1,-1 0-22,2 0 0,0 0 0,0 0 0,1 0-306,5 0 1,0 0-1,1 0 1,-1 0 305,2 0 0,0 0 0,0 0 0,1 0-67,-6 0 0,0-1 0,1 1 1,0 0-1,0-1 67,0 1 0,-1-1 0,1 1 0,0 0 0,0-1-18,-1 0 0,0 1 1,1-1-1,-1 0 1,0 0 17,1 0 0,-1 0 0,1 0 0,-1 0 0,0 0 17,0 0 1,-1 0 0,1 0 0,-1 0 0,1 0-18,-1 0 0,-1-1 0,0 1 0,2 0 0,0-1 15,1 1 0,2-1 0,1 1 0,0-1 0,-1 0 0,-2 1-15,-2-1 0,-2 1 0,0-1 0,0 1 0,1-1 18,6 0 0,2 0 0,0-1 0,0 1 0,-1-1 52,-4 2 1,0-1-1,0 0 1,0 1-1,0-1-52,1 0 0,1 0 0,-1 0 0,1 0 0,-1 1 25,-1-1 0,0 1 1,0 0-1,0-1 0,1 1-25,2-1 0,2 1 0,0-1 0,-3 0 0,-4 0 12,-1 1 0,-4 0 0,1 0-30,7-1 0,0 1 0,-2-1 135,-2 1 0,-4 1 963,11-1-918,1 1 0,-24 0 934,-3 0-934,-4 0 1575,-2-1-1665,-2 1 0,-1 0 3085,-1 0-3085,1-1 1106,-2 0-1376,2 1 5,-2-1-904,1 1-1,-1-3 1080,0 1 0,-2-3 0,-1-1 0</inkml:trace>
  <inkml:trace contextRef="#ctx0" brushRef="#br0" timeOffset="25885.27">14536 3592 10951,'-4'-5'180,"1"-1"0,0 2-180,9 3 89,-3 2-89,15 8 0,-7-1 0,10 5 90,7 5-90,-4-4-902,9 5 902,-8-6 0,-2 0 0,1 1 0,-1-2-428,-2-2 428,-2 0 0,-4-3 0,-2-2 0,-3 1 0,-1-3 0,-1 0 852,-2-2-672,-1 0 388,-8-6-478,-2 2-90,-8-3 0,-1 4 90,-4 2-90,-5 1-1077,-4 4 1077,-7 3 0,-2 5-45,17-5 0,0 1-90,1 1 0,-1 1-90,1 0 1,0 0-766,-15 13-1511,2 0 1242,6-1 1259,4-1 0,3 2 0,0-1 0</inkml:trace>
  <inkml:trace contextRef="#ctx0" brushRef="#br0" timeOffset="28194.27">18221 4357 10321,'-2'-8'1529,"0"0"-1079,-2 5-90,1-1 269,0 1-539,6-1-90,3 2 90,10 0 0,10 2-90,12 0-1088,-14 0 1,2 1 1132,4-1 0,1 1-1366,5-1 0,2 1 1366,3 0 0,1 0-634,-11 0 0,1 0 1,1 0 618,1-1 0,0 1 0,0 0-247,1 0 1,1 0 0,-1 0 216,2 0 0,0-1 0,-1 1-138,1 0 1,0 0 0,0-1 167,-1 1 0,1 0 0,1 0-30,0 0 0,2 0 0,0 0 0,-2 0 0,2 0 0,-2-1 0,1 1 0,-2 0 0,2 0 0,-1 0 0,-3 0 201,-2-1 0,-2 0 0,1 1-201,5-1 0,2 1 0,-3 0-65,5 0 0,-2-1 65,-10 1 0,1-1 0,-2 1 0,2-1 0,-3 1 1061,10-1-1061,-1 1 2001,-21-2-2001,-4 1 1238,-3-2-1238,-3 1 1828,-1-1-2728,-1 0 504,-3-3-1403,-1-2-449,-2 1 2248,0-2 0,-2-4 0,0-3 0</inkml:trace>
  <inkml:trace contextRef="#ctx0" brushRef="#br0" timeOffset="28929.27">19189 3363 10861,'5'-7'719,"-2"-1"-539,-3 3 0,-1-1 0,-2-1 90,-1 1-90,-1-2 360,-7-6-181,-9-10-179,-4-3-660,9 11 1,1 0 659,-13-12-90,13 14 0,0-1 45,-11-11 0,-1-1-90,6 5 0,-2-1 15,-4-5 0,-4-2 0,3 1-1568,-1 0 1,0 0 1537,3 3 0,-2 0 0,2 1-672,5 4 0,0 1 0,1 0 642,-2 0 0,0-1 0,-1 0-420,-3-4 1,-1 0 0,0 0 419,-1-1 0,0 0 0,-1-1-169,6 6 1,-1-1-1,0 0 1,-1 0 168,2 0 0,-1 1 0,0 0 0,-3-1 0,-1-2 0,-2-1 0,-2 0 0,1 0 0,1 2 0,0-1 0,0 1 0,0 1 0,-1-2-18,-1 0 0,-2 0 0,0-1 0,0 0 0,2 2 18,-1 1 0,2 1 0,0 1 0,0-1 0,-2-1 0,0 0 0,0 0 0,0 1-23,0-1 1,-1 1-1,0-1 1,-3 0 7,4 3 0,-3-2 0,-1 0 0,-1 0 0,1 1 0,2 1 15,0 1 0,1 0 0,0 1 0,0 0 0,-3 0-13,6 1 0,-1 0 0,-1 0 0,-1 0 0,0 0 1,0 1-1,0 1 0,-1 0 0,0 0 0,0 1 0,-1 0 1,-1 1-1,-1 0 0,-1 0 4,5 3 0,-2-1 0,-1 1 0,-1 0 0,-1 0 0,1 1 0,-1-1 0,1 1 0,0 0 0,2 0 9,-4-1 0,0-1 0,1 2 0,1-1 0,-1 0 0,0 1 0,0 0 0,-2 1 0,1 0 0,-2 0 0,0 1 0,-2 0 0,1 0 0,1 0 0,1 2 0,3 0 0,1 0-18,-6 1 0,3 1 0,1 1 0,1 0 0,0 1 18,-2 0 0,0 0 0,0 0 0,1 1 0,-1-1 0,1 1 0,0 0 0,-1 0 0,1 0 0,0 1 0,0 0 0,0 1 0,0 0 0,1 0 0,-1 1 0,1-1 0,0 1 0,0-1 0,0 1 0,0 0 0,1 1 0,0 0 0,0 1 0,0-1 0,0 1 0,0 0 0,1 0 0,-1 0 0,1 0 0,0 1 0,0-1 0,0 1 0,0 0 0,0 1 0,0-1 0,0 1 0,0 0 0,1 0 0,-1 0 0,0 0 0,1 1 0,0 0 0,0-1 0,0 2 0,0-1 0,0 0 0,0 1 0,1 0 0,-1 0 0,0 0 0,1 1 0,0-1 0,0 1 0,-1 0 0,1 0 0,0 0 0,0 1 0,0-1 0,0 1 0,0 0 0,1 0 0,-1 0 0,1 1 0,-1-1 0,1 1 0,0 0 0,0-1 0,0 1 0,1 0 0,-1 0 0,2 0 0,-1 0 0,1 0 0,0 0 0,0 0 67,-7 3 0,1-1 1,0 1-1,-3 1-67,8-2 0,-2 1 0,0 1 0,-1-1 0,2 1 0,1-2 0,-6 4 0,2-1 0,1 0 0,-2 1 18,4-1 0,-2 1 0,0-1 0,1 1 0,4-2-18,-5 4 0,4-1 0,1 0 0,3-2 0,1 0 0,1 0 221,1 0 1,0 0 0,1 1-222,0-1 0,2 0 0,0 1 0,-8 8 0,1 0 35,3-2 1,1 1-36,4-4 0,0-1 0,4 0 0,0-1 45,3-3 0,1 0-45,-7 13 0,4-2 0,3 2 0,4-9 0,1 3 1512,4-12-1512,-1 5 740,3-7-740,-1 4 1543,2-7-1543,-1-1 3276,0 0-3160,0 0-116,0-2 0,0 2-90,0-2 0,-1 1-90,1-1-1349,-2-1 1529,-1-3 0,-1 0 0,-1-2 0</inkml:trace>
  <inkml:trace contextRef="#ctx0" brushRef="#br0" timeOffset="29395.27">11159 2586 10501,'-1'-9'90,"0"1"0,0 1 180,0 1-180,-1 8-90,1 1 0,-2 10 90,0 2-90,0 3 0,0 6 90,-1 3-809,0 6 719,-2 5-1309,0 0 1399,-1 2-90,1-3 0,1-4 90,2-3-90,0-4 0,4 1 45,10-9 0,6-5-45,7-12 0,3-4-133,0 7 1,1-4 132,5-14 0,-2-5 45,-12 8 0,0 0-135,9-7 0,1 0-45,-7 5 1,-1-1-136,7-4 0,-1 0-495,-8 6 1,-2 1 764,6-3 0,-1 0 0,13-9 0,-15 10 0,1-1 0</inkml:trace>
  <inkml:trace contextRef="#ctx0" brushRef="#br0" timeOffset="32277.27">12350 6781 7083,'5'8'-810,"-1"0"810,-4-3 0,-1 6 0,-1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8:03.576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5958 10581 11257,'-9'0'0,"14"-4"1601,-3 3-1158,13-4-421,-8 4-147,3-1 16,-4 1 44,11-1 145,7-1 53,-2 0-377,-1 0 0,2 0-3033,11-2 2728,3-1 242,-4 1 291,2 1-16,-10 1 0,1 0 39,1 0 1,-1 1-1085,0-1 0,-2 1 1045,5-1-19,-1 1 1136,-1-1 1,1 0-1130,6 0-133,-8 1 1,-2 0 153,5-1 17,-8 1 1,1-1 13,12 0 298,-14 0 0,-2 1-286,-3 0 10,15-2-1176,-9 2 1,1-1 1157,-3 1 0,-1 0 114,2-1 1,0 1-125,0 0 1,-1 0-8,6 0 1,0 0-4,2-1 1,-1 1 403,-2-1 1,-1 1-425,11-2 1437,-3 1 1,0 0-1423,6-1-1279,-6 1 1,-3 0 1282,-11 2-38,7 0 27,2 0 0,1 0-4,-6 0 1,1 0-682,7 0 0,-2 0 649,4 0-15,-9 0 48,14-1 1,2 0-16,-4 0 845,2 1 1,1-1-809,-1 0 6,-9 1 0,0-1 4,-3 0 1,1 1 327,0-1 0,-1 0-297,-2 0-2,-7 1-21,6-1 1,4-1 5,3 1 0,1-1 349,-1 0 1,1 0-358,-1 0 0,3 0 0,-3 0-1256,-5 1 1,-1 0 1252,8-1 0,-1 0 13,5 0 866,-12 1 1,1 0-890,-2 0 1,0 0-916,3 0 0,0-1 909,11 0 5,-12 0 0,1 0 15,-5 1 0,0-1 211,6 0 1,0-1-197,3 1-2,3-2 14,-7 2 1970,4-1-1968,-8 1-10,-12 2-20,6-2 0,-8 2 0,2-2 1</inkml:trace>
  <inkml:trace contextRef="#ctx0" brushRef="#br1" timeOffset="20450">16962 9997 5734,'3'-8'0,"-1"2"0,0 0 0,-1 0 56,1-6-22,-1 5 56,1-7 0,-1 9-90,8 9 0,-6 1 0,5 12 0,-1 2 0,-2-4 0,5 16 0,0-9 90,10-4-892,-2 0 802,8-10 0,-1-13 0,9-5 0,1-2 0,-5 2 0,3-1 0,0 0-602,-7 2 0,4 0 1,1-2-1,2-1 0,-2 0 602,1-1 0,-1-2 0,1 0 0,0-1 0,0 1-30,-2 0 0,1 1 0,0-1 0,0 0 0,0 0 0,-1 1-321,0 0 1,0 0-1,-1 0 1,1 0-1,-1 0 1,-1 1 350,4-2 0,0-1 0,-1 2 0,-3 0 0,-4 3 0,2-1 0,-4 1 0,7-9 0,-13 8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8:38.62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3682 3093 10861,'-8'0'3148,"15"2"-3148,-3-2 0,12 2 90,-8-2-90,1 0 0,0 0 90,0-1-90,1 1 0,1-1 0,-1 1 0,0 0 90,0 0-90,0 0 0,-2-1 0,1 1 0,-2-1 0,0 0 0,0 0 0,-1 1 0,0-1 0,-1 1 0,0 0 90,-1-1-90,2 1 0,-1-1 0,1 1 0,-1-1 0,-1 2 0,-1 1 0,-1 2 0,-1 2 0,-2 0 0,0 4 0,0-2 0,0 1 0,0 0 90,0-1-90,0 2 0,0 0 0,1 0 0,-1 1 0,1 0 0,-1-1 0,1 0 0,0-1 0,0 4 0,1-2 0,-2 0-90,1-3 180,1-4-90,-1 2 0,1-1 0,-1 1 90,0 0-90,-5-6 0,1 0 0,-2-5 0,1 2 0,2 1 0,-6 1 0,3 2 0,-6 2 0,3-1 0,-2 2 0,1 0 0,0 1 0,-1 0 0,0 1 0,0 0 0,0 0-90,1-1 90,0 0 0,1-1 0,1 1 0,1-2 0,0 1 90,1-2-90,1 1 0,0-1 0,0 0 0,1 0 0,-1-1-90,1 0 90,-2-2 0,2 0 0,-1-2 0,4-2 0,-1-1 0,1 1 0,2-4 0,0 3 0,0-3 0,0 3 0,0-1 0,1 1 0,-1-2 0,1-1 0,-1 1 0,1-2 0,-1 2 0,0-2 0,0 2 0,0-1 0,-1 1-90,1 2 90,-1-2 0,0 2 0,0-1 90,0-2-90,0 2-90,-1-3 90,0 3-90,1-2-90,0 3-2159,-1 0 1800,4 4-271,0-1-629,5 2 0,-2 0 1439,3-1 0,4 0 0,4-1 0</inkml:trace>
  <inkml:trace contextRef="#ctx0" brushRef="#br0" timeOffset="1091">4281 3120 9691,'-6'-4'180,"0"0"270,0 2-90,0 0-90,-3 1 0,3 0 89,0 0 721,1 1-630,24 1-450,-11-1 89,19 1 1,-12 1 0,1-1-90,0 2 0,-1 0 90,-5-2-90,-1 1 90,10 3-90,-10-2 90,10 3 0,-12-4 0,1 0 0,-3 0 0,0 0 0,-3 1-90,1 2 90,-3 15 0,1 6-90,0-1 0,0 2 0,0-5 0,1-1 0,0 7 0,1-2-210,1 3 300,0-4-90,-1-10 0,1 3 0,-1-6 0,2 6 0,-3-9 89,1 1-89,-2-4 660,0-2-480,-7-14-90,2 5-90,-7-12 90,4 9-90,-1 0 90,-1 0-90,0 1 90,-7-2-90,4 3 90,-6-1-90,6 3 0,0 1 90,0 0-90,1 0 0,0 1 0,0 0 0,0 0 0,1 0 0,1 0 90,-1 1-90,-2-1 0,2 1 0,-3-1 0,1-1 0,0 0 0,0 0 0,3 1 0,2-1 0,1 1 0,1 0 0,1 0 0,-1 0 0,1-1-90,-1 0 90,-1 0 0,2 0 0,1-1-90,2-1 90,1-1 0,1-1 0,1 2 0,-1 0 0,1 1 0,-1-1 0,1-1 0,0 0 0,1-1 0,0 0 0,1-4 0,0 3 0,-1-4 0,0 5 0,0-2 0,0 1 0,0-2 0,0 1 0,-1 0 0,0 2 0,0 1 0,0 0 0,0 1-90,0 0 0,-1 1 0,1-2-359,-1 2-631,0-2 1080,-1 2 0,1 1 0,-1 1 0</inkml:trace>
  <inkml:trace contextRef="#ctx0" brushRef="#br0" timeOffset="2378">8039 4765 10951,'-5'-6'180,"-1"1"0,3 3 539,-2 0-89,-2 0-91,1 0-89,-2 0 180,2 0-360,2 0-180,5-1 0,2 0 0,4-1-1,1 0 1,1 0 0,1-1 0,2 0 0,0 0 0,8-2-90,1 0 90,6 0-90,-7 2 90,-4 1-90,-7 2 0,-1 0 0,-2 1 90,0 0-90,-1 1 0,0 0 0,-2 2 0,1 2 0,-4 1 90,0 2-90,0 0 0,-1 2 0,1 0 0,0 1 0,0 7 0,2 3 0,0 1 0,0 0 0,1-5-90,0 0 90,1 1-90,0-1 0,0 0 0,0-1 0,-1-1 0,1-2 0,0 1 90,-1-2-90,1 0 0,-2-2 90,0 0-89,1-1 89,-1-2 0,0 0-90,0-1 90,-1 0 0,0-1-90,-2 1 90,0-2 0,-4 0 0,-1-4 0,0-1 0,-2 0 0,3 0 0,0 0 0,-1 0 0,1 0 0,-1 1 0,0-1 0,0 1 0,0 0 0,-2 0 0,2 0 0,-1 2 0,-2 0 0,3 0 0,-3 1 0,3 1 0,-1 0 0,1 0 90,-4 2-90,3-1 0,-2 1 0,3-2 0,0-1 0,1 0 0,-1 1 0,-1 0 0,2-2 0,-2 1 90,1-2-1,0-1-89,-1-1 0,1-1 90,2-1-90,0 1 0,-1-2 0,1 1 90,0-3-90,0 2 0,1-2 0,-1 0 0,0-2 90,1 1-90,0 0 0,0-5 0,-1 3 0,1-5 90,2 6-90,-1-2 0,1-3 0,0 3 0,0-3 0,0 4 0,0 1 0,1-1 0,-1 0 0,0 1 0,0-6 90,-1 6-90,1-3 0,0 5 0,0 2 0,0-2 0,0 2 0,0-2-180,0 3 90,5 9-179,-1-5-1,6 9-90,-3-6-180,0-1-179,2-1-2250,5 0 541,-2-1 2428,5-1 0,1-2 0,1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8:40.19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8004 3165 5734,'-8'-7'0,"-1"-1"-3277,-4-2 924,4 4 2373,-5-5 1428,0 2-1448,7 4 1040,-19-11-1040,14 9 179,-14-9-179,7 6 2311,4 1-2311,1 2 0,-9-3 0,11 5 0,-14-6 90,2 1-90,-5-1 0,9 4 0,1 0 0,-11-4 30,7 3 0,-4-1 0,0-1 0,-1 1 0,0 0 0,-1-1 0,-3-1 0,0 0 0,0 0-771,0 1 1,1 0 0,5 1 740,6 2 0,3 1 0,-17-5 21,11 4 1,-4-2 0,-1 0-22,-3 0 0,0 0 0,-1 0 0,-3-1 0,0-1 0,1 1-754,4 2 1,1 0 0,4 1 753,-10-1 0,11 2 0,1 0 0,-7-1 30,4 1 0,-4-1 0,3 1-30,-9-1 0,11 2 0,-5-1 0,-1 0 0,4 2 0,0-1 0,0 1 0,0-1 0,-3 0 0,4 1 0,4 0 0,2 1 0,-1 0 0,-2 0-379,-5-1 0,-4 0 1,2 0 378,1 0 0,0 0 384,2 1 0,-3-1 1,1 0-385,1 1 0,1 1 0,3-1-45,4 0 0,-1 1 45,-10-1 0,-8-1 0,-1 0 0,7 1 0,3-1 0,2 1 279,-3-1 0,-3 1 1,1 0-280,-2-1 0,0 1 0,7 0 0,-2 0 0,2 0 0,-4 1 0,-2-1-46,2-1 1,-6 0 0,2 0-1,7 1 46,10 1 0,0 0-573,-8-1 0,-3 0 0,5 0 573,3 1 0,3 1 0,-2-1 0,-11 1 0,0 0 0,8-1 0,-2 1 200,-2 0 0,-6 1 0,1 0 0,6-1-200,6 2 0,0-1-137,-7 0 1,-4 0 0,2 1 136,-1 0 0,2 0 0,-3 0 0,0 1 0,0-1 0,1 0 967,4 1 1,-1 0-968,0 1 0,-1 1 0,3-1 0,5 0 0,0 1-190,-5-1 0,-4 1 0,2 1 190,-4 1 0,1 0-622,-2 1 1,-1 1 621,1-2 0,1 1 998,5-1 0,2 1-998,-4 1 0,4-1-1996,-2 1 1996,0 0 0,-2 1 0,5-1 0,1 0-257,2 0 1,-1-1 256,-4 3 0,0-1 531,3 0 1,0-1-532,-3 4 0,0-1 0,7-3 0,-1 0 0,-10 7 0,-4 3 0,5-3 0,-2 2 0,-2 1 0,2 0 1670,12-5-1670,3-1 0,-2 2-1035,-11 8 0,0 2 1035,6-6 0,0 1-35,-1 1 0,-4 4 0,0 0 0,5-4 35,2-1 0,1 0 0,0 1 0,-2 4 0,-1 0 0,4 0 0,4-1 0,3 0 0,0 0 666,-1 0 1,0 1 0,1-1-667,-1 7 0,2 0 0,3-5 0,1-2-664,0 8 664,2-5 0,0 1 0,-1 7 0,2-13 0,2 2 0,-1 11 0,3 4-552,3-10 0,1 2 0,0 0 552,-2-1 0,1 0 0,0-1 0,2-1 0,1-1 0,2 2 22,3 0 1,3 2-1,0 0 1,-1-3-23,-1-3 0,-1-2 0,1 2-74,2 3 1,1 4 0,0-1 0,1-2 73,1-1 0,1-3 0,0 0 0,-1-3 0,0-1 0,0 0 0,0 1 0,0-1 0,0 0 0,8 7 0,-2-5 0,3 1 0,-2-5 0,6 3 0,2-1 0,-7-6 0,1 0 0,1-1 0,0 1 0,4 4 0,2-1 0,0 1 0,-2-2 0,4 0 0,-1-1 0,-3-3 0,-6-3 0,-2-1 0,1-1 0,11 0 0,2 0 0,-3-1 0,1 2 0,0-1 126,-2-2 1,2 0 0,1-1-127,0-2 0,2-1 0,-4 0-127,-8-1 0,-2-1 1,3 1 126,1 0 0,2 0 0,1 0 0,-4 0 0,6 0 0,-1-1 0,-2 0 0,1 0 0,0 0 0,-4 0 0,0 0 0,1-1 0,3 1 0,2 0 0,0 0 0,3-1 0,1 0 0,1-1 0,-4 1 0,1-1 0,0 1 0,-2 0 0,2 0 0,-2 0 0,3-1 66,-4 1 1,3 0 0,2-1 0,0 0 0,-4 0 0,-4 1-67,10 0 0,-3 0 0,-6-1 0,3 1 0,-1-1 0,-3 1 241,1 1 0,-3-1-241,1 0 0,2 0 22,-2-1 1,3 1-1,1-1 1,-3 0-23,-3 1 0,-3 1 0,4-2 15,1 1 0,5 0 0,3-1 0,-1 0 0,-3 1 0,-6 0-15,2 0 0,-2 0 0,0 0 0,4 0 0,0 0 0,-2 1 0,-2-1 0,-1 0 0,1 0 0,2-1 0,1 1 0,0-1 0,1 1 0,-1-1 0,-1 0 142,9 0 1,0-2-143,-4-1 0,3-1 0,-4 0 0,-1 1 0,0-1-137,2 0 1,3-1 0,-2 1 181,2-4 0,-2 0-45,1-1 0,0-2 0,-4 3 0,-1 0 0,0-1 0,0-2 571,-5 0 1,1-1 0,-3 2-572,-5 2 0,-1 1-212,6-4 1,3-2 0,-2 1 166,1-2 0,-2-1 756,2-1 1,0-2-712,-3 2 0,1-2 0,-1 2 1083,0-1 0,-2 0-1128,3-5 0,-3 1-2601,-3 5 2646,-4 3 0,-1 1 0,0 2 751,8-12-751,4-5 0,-12 14 0,1 0 0,8-11 0,-6 3 0,0 0-1662,-3 4 1707,0-2 0,0 1-135,-5 7 2359,6-13-2224,-2 5 0,0-1-960,-3 5 0,0 1 915,2-4 0,-1-1 135,-1-7 0,-2 1-45,0 3-31,-3-2 1,1-7 0,-3 4-15,-2 6 0,-1 1-45,0-5 0,0 1 0,0 7 0,0 1 45,1-6 0,0 1-45,1-5 0,0-4 0,-1-1 0,0 12 0,-1 1 0,1-16 2010,-3 4-2055,-2 8 0,-1-1 90,-3-2 0,0-2-90,-1-3 0,0 0 68,1 6 1,0 4-24,-2 0 0,-2 0-527,-4 6 0,-5-1 0,-7 2 527,3 8 0,-6 3 0,-3 1 0,-2 1 0,1-1 0,3-1 0,-2-3 0,3-1 0,-1 0 0,0 1 0,-3 2 0,0 5 0,-1 0 0,1 0 0,-1 0 0,1 0 0,0 0 0,-1 1 0</inkml:trace>
  <inkml:trace contextRef="#ctx0" brushRef="#br0" timeOffset="5601">21582 11390 5734,'-1'-6'0,"-4"-6"81,-8-4-72,3 2-9,-5-1 0,9 10 0,-3-3 90,1 2-90,-13-11 90,10 8-90,-10-7 45,-6-2 0,-3-1-1684,5 4 1,0 0 1629,2 1 1,-1-1-1,2 1-834,-2 1 0,3 1 843,-2 0-553,7 3 1,-1-1 572,-1 1 1,0-1-21,-6-3 0,-3-1 30,-4 0 0,-2-2 0,1 2-30,5 1 0,-2-1 0,1 2 0,-7-2 0,-2-1 0,2 1 0,4 3 29,6 1 1,3 3 0,-2-1-30,-5-3 0,-3 0 0,0 0 0,5 1 23,-1 2 0,2 0-23,-1 1 0,-1-2-67,2 2 1,-3-2-1,-1 1 1,2 0 66,3 0 0,2 2 0,-4-1 0,-3-1 0,-6-2 0,-3 1 0,0-1 0,4 1 0,5 2 0,-4-1 0,1 1 0,1 0 0,-5-1 0,0-1 0,2 2 0,2 1 0,1 1 0,-1 0 0,5 1 0,-1 0 0,-1 0 0,1-1 0,-7 0 0,1 0 0,-4 0 0,5 1 0,-4 1 0,-1 0 0,2 0 0,6 1 0,-5 0 0,2 1 0,6-1 0,-3 1 0,0-1 0,2 1 0,1 1 0,2 1 0,1 0 0,-2 0 0,-2 1 0,-3 0 0,-2 1 0,2-1 829,5 1 0,-2 1-829,-3 1 0,-6 1 0,0 1 0,5 0 0,-2 0 0,1 0 468,6 0 1,-5 0 0,-1 2 0,1-1 0,2 1-469,-5 3 0,3 0 0,1 0 0,2-1 0,1-1 0,1 0 0,2 1 0,0 0 0,3-1-898,-10 6 898,4-3 0,-4 3 0,9-3 0,-2 0 0,-1 1 0,0 1 235,1 0 0,-2 2 0,1-1 0,-1 1 0,2-1-235,-1-1 0,1 0 0,0 0 0,0 1 0,-4 5 0,-1 2 0,1-1 0,6-2 0,2-1 0,2 1 0,-2 0 0,-1 2 0,2 0-871,3 2 0,1 0 1,2-2 870,1-2 0,1 1 60,1 7 1,0 5 0,3-6-61,3-2 277,1 2 0,0 1-277,5-8 0,2 1-828,2 10 1,1 0 862,-3-5 0,2 2 661,5 7 1,3 4 0,-1-6-556,1 1-740,-3-11 0,2 2 1,-2-4 853,1 0-69,0-4 0,2 3-590,2 5 0,2 1 592,-3-3 0,0-1 741,1 1 0,2 1-764,1-1 1,3 2-1,-1-3 85,1 0 1,1 0-417,0 2 0,1 1 0,1-1 334,-2-5 0,-1-3 1,2 1 24,7 6 1,2 0-1,-1-1-43,-7-4 0,-1-2 1,3 3-66,0-2 0,5 3 1,3 1-1,-1 0 0,-3-2 1,-4-4 187,5 4 1,0-2-136,-2-1 0,4 3 1,1 1-1,-1-3-4,-6-4 1,-1-2 0,1 0 0,1 1 3,2 0 1,1 1 0,2-1 0,-1 1 0,-1-1-18,2 1 1,-1 1 0,1-1 0,4 1-110,-7-4 0,4 1 1,3 1-1,0 0 0,0-1 1,-1-1-1,-4 0 0,-5-2 158,3 0 0,-5-1 0,5 0-94,-2-1 1,5 1-1,3 1 1,2 0-1,1 0 1,-2-1 0,-1-1-1,-6-1 91,6 0 1,-5-2 0,-1-1-1,3 1-158,0 0 0,1 1 0,1 0 0,-1-1 0,-2 0 170,6-1 0,-3-1 0,-3 0 617,-4 0 0,1-2-641,1 0 0,5 0 0,4-2 0,1 1 1,-1-2-28,-3 1 0,-1-2 1,2 1-1,0-1 0,1 0 1,1 0-73,-4 1 1,1 0-1,2 0 1,-1 0 0,1 0-1,-1 0 1,-1-1 0,-2 1 27,3-1 1,0-1-1,-2 0 1,-1 1-1,-1-1 1,-2 1 147,3 0 1,-2 0 0,-2 0 0,2-2-160,4-1 0,1-2 0,-2 0 0,-3 1-8,1 0 0,1 0 136,-3 0 1,3 0 0,1-2-1,-2 1-194,-2 0 1,-2-1-1,0 0-51,3-2 1,0-1 0,1 0-562,0 1 1,-1 0 0,0 0 509,-5 1 0,0 1 0,-2-3 629,0-3 1,0-2 0,-4 2-787,-4 4 1,-1 0-20,4-3 0,3-3 0,-3-1-39,3-12 1,-4 1-86,-8 14 0,1-1 193,5-8 1,2-7 0,1-1-1,-3 4-288,0-3 1,-1 1 44,0 3 0,0-2 0,-2 2 37,-1-2 1,-1-1 744,-3 0 0,0-3 1,1-1-579,-2 3 1,1 0-1,0-2 1,0 1 30,-1 0 1,1 0-1,-1 0 1,0 2-474,1-6 0,0 1 0,-2 3 460,0 1 1,-4 2 259,-3 6 0,-2-1 1,-1 1-255,1-8 0,-4 1 89,-5 1 0,-5-2 0,-4 5 50,-5 7 0,-3 3 0,0 1-64,5 1 1,1-1 0,-2 2 105,-2 1 0,-2 2 0,-4-1-27,4 3 1,-5 0-1,-3 0 1,1 0-1,2 1 1,3 0-593,-2 0 0,3 2 0,-4-2 625,2 0 0,-3 0 0,-3-2 0,0 1 0,0 0 0,2 2-182,-1 1 1,1 0 0,1 1-1,0 0 1,-1 1-113,1 0 0,-1 0 0,1 0 1,-3 0-1,-1 0 300,5 1 0,-3 0 0,-1-1 1,-1 1-1,0-1 0,1 1 0,1 0 1,3 0 23,-1 1 0,2 0 0,1 0 0,1 1 0,-1 0 0,-1 0 0,-3 0 0,-2 0 0,-1 0 0,1 1 0,2 0 0,1 0 0,-1 0 0,-1 1 0,0-1 0,0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8:57.52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4749 3070 6543,'-8'-2'270,"-1"0"-90,5 1-90,-2 0 0,0 0 90,1 0-90,-4 1 0,4 0 0,-3 0 90,1 1-91,1-1 13,-1 1 1,0 0 0,0 0 0,-1 1 1,0-1-1,-1 1 1,0-1 90,-3 2-103,2-1 0,-3 0 195,4 0 7,0-1 0,0 1-89,0 0 89,-1 0 5,1 0-1,0 1-85,0-1-108,0 0-96,0 0 90,-5 1-3,3 0 6,-3 0-11,4 0 17,-6 2-99,4-1 102,-6 2-4,5-1 10,-9 3 0,4-1 4,-8 3-93,8-2 186,-14 6-1105,9-2 920,-10 2-178,11-3-11,1-1 5,1 0-100,2 0-109,2-1 96,1-1 99,0 1-99,-1 2 269,1-1 90,0 2-90,1-1 1,0 3 89,0 0-90,0 2 0,0 2 0,2-1 90,-6 13-91,4-7 0,-4 11-1534,-2 1 1535,5-6 0,4-8 0,1-1-189,-5 8 189,0 5 0,1-4 1,1 2 0,2-2 89,0 0-90,-1 5 0,2-4 0,-2 5-1,5-10 1,0 2 0,2-6 0,0 0 6,-1 7 1,0 0 7,-1 11-8,3-13 0,1 1-7,1 2 1,0-1-1,0 1 1,0 0-533,1-2 1,1-1 621,1 9-89,2 0-15,1-1 1,2 0-438,1 3 452,3 1 90,2 1-90,3-1 0,2 0 331,2-2-331,2-1 0,3-2 0,3-3 0,-11-16 0,0 0 0,0-2 0,2 0 45,1 0 0,0-1-45,1-2 0,0 1-722,1-1 1,1-1 766,-1 0 0,2-1-45,0-1 0,0 0-153,2-1 0,1-1 198,-1 0 0,1-1-45,0-1 0,3 0-347,4-3 0,3-1 0,-2-1 392,0 0 0,-1 0-45,2-1 0,2-1 0,-4-1-183,-5 0 0,-2-1 228,5-2 0,-1-1-45,-3 1 0,1 0 45,3-3 0,0-2-45,-3 2 0,0-1 91,1-2 1,0-2-92,-1 1 0,-1 0 45,-3 0 0,0 0-45,-1 0 0,-1-1 0,-1-1 0,0 0 45,-2 1 0,-1-2-45,1-2 0,1-4 0,-2 2 0,0-1 0,-1 0 125,-1 0 0,0-1 1,-2 1-126,0 0 0,-3 0 0,0-1 0,-1 0 60,0-1 1,-1 1-61,-1-2 0,-1 0 0,0 1 0,-1 0 45,-2-1 0,0 1-45,-1 0 0,-1 0 709,-1-1 0,0 1-709,-2 0 0,-1 0 0,-1-1 0,-1 1 112,-1 1 0,0-1-112,-3 1 0,0 0 0,-1 2 0,-2-2 0,-8-9 0,-2-1 0,3 9 0,-1 1 0,2 3 0,-2-1 0,1 2 0,-5 0 0,-1 1 0,-9-4 0,-2 2-150,5 5 1,-1 0 149,-5 0 0,0 2-45,6 4 0,1 3-36,1 0 0,-1 3 81,-4-1 0,-1 1 0,2 1 0,-1 1-564,-3 1 0,-1 1 519,0 1 0,-1 1-400,0 1 0,0 0 400,-3 2 0,0 0-45,1 1 0,1 1-7,4-1 1,1 2-84,2-1 1,0 1-132,5-1 1,1 1 85,1 0 1,1 1-45,2 0 0,1 0-348,-17 9-731,9 0 1348,7-1 0,7 2 1,3 1-1</inkml:trace>
  <inkml:trace contextRef="#ctx0" brushRef="#br1" timeOffset="3724">20789 11444 10907,'3'-8'-245,"-1"1"206,-1 1 311,-1 2 40,1-4-152,-2 2 326,1 0-374,-2-2 17,0 3-6,0-2 96,0 3-122,-1-1 29,-2 0-8,1-1 35,-2 1 27,0-2-1,-1 1-89,-2-1 180,-5-2-90,-5-2-90,-4-1-1592,-1-1 1592,2 3-887,-11-6 797,6 5 90,-9-4-90,10 5 90,-1 0-90,1-1 45,6 4 0,0-1-45,-12-4-487,11 5 1,-1-1 486,-11-3 0,-2 0 0,-5-1 45,20 6 0,-1 0-45,0-1 0,0 1 0,0 0 0,0 1 0,-1-1 0,0 0 0,0 0 0,0 0 0,-1 0 0,1 0 0,-1 0 0,0 0 45,0 0 0,-1 1-45,-9-4 0,-1 1 0,8 2 0,1 0-204,-9-2 0,1 1 204,10 2 0,0 0 0,1 1 0,-1-1 255,0 1 0,0-1-255,-1 1 0,1 0 0,-1 0 0,0-1-580,0 2 1,0-1 579,-1 0 0,1-1 0,0 2 0,0 0 0,0-1 0,-1 1 0,1-1 0,-1 1 0,0 1 0,1-1 0,-1 0 0,0 0 0,-1 0 0,1 1 0,0-1 0,0 1 0,-1 0 0,1 0 0,-1 0 0,1 0 0,-1 1 0,0-1 0,1 1 0,-1 1 0,-11-2 0,-1 1 0,9 1 0,0 0-323,-9-1 0,0 1 323,11 0 0,2 1 0,-2-1 0,1 1 0,0 0 0,0 1 0,0 0 0,-1 0 102,1 0 1,0 0-103,0 1 0,1-1 0,-1 1 0,0 0 0,2 0 0,-1 0 0,0 1 0,1-1 0,-1 1 0,1 0 0,0 0 0,0 1 0,0 0 0,1 1 0,-1 0 0,1 0 0,-1 1 0,0 0 0,0 1 0,0 0 0,0-1 0,-1 1 0,-9 5 0,-2 1 0,0 1 0,-1 0 0,1 0 0,1 1 0,2 0 0,3-1 0,9-3 0,1 1 0,0-1 0,0 1 0,1 0 0,0 0 0,0 0 0,0 0 0,1 0 0,0 1 0,-2 3 0,-2 3 0,2-1 0,1 0 0,0 1 0,-9 11 0,1-1-776,13-11 1,1 0 820,1-1 0,0 1-45,-4 9 0,0 1-45,5-7 0,0 1 45,-3 6 0,2 0 151,4-7 0,2-1-196,0 0 0,0 1 0,0 9 0,2 0-122,1-7 1,1 0 121,0 7 0,2 1 0,1-10 0,1 0-343,1 2 0,0 0 388,2-1 0,0 1-45,2-1 0,0 0 417,2 0 0,0 1-417,2-1 0,0 0 45,3 3 0,0 0-45,1-2 0,2 2 45,1-1 0,2 0 0,0 0 0,3 3 0,1-1-30,-3-4 0,1 1 1,0-2 29,4 1 0,-1-2 0,0 1 0,3-1 0,-2-2 0,2 1 0,0-1 0,5 3 0,1-1 0,-6-3 0,2 2 0,-1-3-315,5 1 0,-2-1 315,1 0 0,1-1-25,0-1 0,1-1-20,1 1 0,1-1 45,0-2 0,1 0 45,1 0 0,1 0-45,-13-5 0,1 0 0,-1 0 0,1 0 0,1 0 0,-1-1 0,1 0 0,0-1 0,0 0 0,0 0 0,1 0 0,0 0 0,0-1 0,0 0 0,0 0 0,0-1 0,0 1 0,1-1 18,-1 0 1,1 0-1,-1 0-18,1 0 0,0-1 0,-1 1 0,1-1 0,0 0 0,-1 0 92,1-1 0,-1 1 0,1-1-92,-2 1 0,1-1 0,-1 0 0,12 0 0,-2-1 0,0 1 0,-1-1 0,-3 0 0,-1 0 0,0 0 0,1-1-52,-3 0 0,2 0 0,-2 0 52,5-1 0,0-1 0,-6 1 0,1 0 0,0 0 0,1-2 0,1 1 0,-2-1 0,6-2 0,0 1-172,-5 0 1,0 0-1,-2 0 217,2-2 0,-1 0-45,0 0 0,-1-1-83,0 0 0,0-1 83,0 0 0,0 0 0,2-2 0,-1 0 0,-6 1 0,1 0 0,4-3 0,1 0 0,-5 1 0,1-1 0,2-1 0,0 0 0,-3 0 0,-1 0 0,3-1 0,-1 0 0,-3 0 0,2-1 241,-2 0 1,2-2-1,0 0-241,0 1 0,-1-1 0,0 0 0,-1 0 0,1-1 0,-1 2 257,8-8 1,-4 2-258,-9 6 0,-2 2 45,1-1 0,-2 1 0,0 0 0,0-1 0,6-5 0,-1 0 0,-6 4 0,0 1 0,4-5 0,0 1 997,3-10-952,-3 4 0,-4-2 0,-3 3 0,-2-2 0,-3-1-542,-2-1 452,-3-1 90,-3-2 647,-3-1-647,-5-5 0,-4-1 23,5 18 0,-2 0-113,-1 0 0,-2 0 45,-2-2 0,-1 0-45,-4-1 0,-1 1-493,-3-2 0,-1 0 493,-3 0 0,-2 2 0,-2-1 0,-1 1 0,9 8 0,0 0 0,-2 1 0,0-1 0,0 1 0,-2 0-401,0 0 0,-2 0 0,1 0 401,-2 1 0,1-1 0,-2 1-160,0 0 1,-2 0 0,1 1 159,-2 0 0,0 0 0,-1 0-7,6 3 0,-2-1 0,0 1 0,0 0-23,-7-1 0,0 0 0,-2 0 7,5 1 1,-1-1 0,-1 1-1,1 1 0,2 0 1,0 1 0,1 1-1,-2-1-22,-3-1 0,0 0 0,-1 0 1,0 1-24,0 0 1,0 1-1,0-1 1,1 1 33,1 1 1,1-1 0,1 1-1,-2 0-79,-2 0 1,-1 0 0,0 1-1,2-1-70,4 2 1,1 0-1,1-1 1,-2 1-43,-6 0 0,-2-1 0,1 1 1,0 0-114,7 0 1,1 1 0,0 0-1,0 0-90,-4 0 1,-1 0 0,0 1 0,1-1 20,4 1 1,0 0-1,1 1 1,-1-1 406,0 0 0,0 1 0,-1-1 0,-1 1 0,2 0 0,-2 0 0,0 0 0,-1-1 0,0 1 0,-2 0 0,1 0 0,-1 0 0,1 0 0,-1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9:04.32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11442 2425 5734,'-18'-2'39,"-5"0"12,-5 0 129,-3 0-1,10 2-179,18-2 0,9 0 90,15-2-90,1 2 36,1 0 0,10-1 0,4 0 0,0 1 0,-6-1-1129,0 1 1,-4 0 0,8-1 1089,-10 1 1,4 0 0,4 0 0,3-1 0,2 1 0,2-1 0,0 0 0,2 0 0,-1 0 0,0 0 0,-2 1 0,-1-1-180,-2 1 1,0-1-1,0 1 1,0 0-1,0-1 1,0 1-1,0 0 1,0-1-1,0 1 1,0 0-1,0-1 1,0 1 181,1 0 0,1-1 0,-1 1 0,0-1 0,1 1 0,-1 0 0,1-1 0,-1 1 0,0-1 0,1 1 0,-1 0 0,0-1-82,-1 1 1,-1 0 0,0-1 0,-1 1 0,1 0 0,-1-1 0,1 1 0,1 0 0,-1 0 0,2 0 0,1 0 0,1 1 81,-6-1 0,1 1 0,0 0 0,2 1 0,1-1 0,0 0 0,1 0 0,-1 1 0,1-1 0,0 1 0,0-1 0,-1 1 0,0 0 0,-1-1 0,-1 1 0,0 0 0,-2-1 0,-1 1 0,7 0 0,-2-1 0,-2 1 0,-1 0 0,-1 0 0,0 0 0,0 0 0,2 0 0,1 0 0,3 0 0,2 0 0,-11 0 0,1 0 0,2 0 0,1 0 0,1 0 0,1 0 0,1 0 0,0 0 0,2 0 0,-1 0 0,1 0 0,0 0 0,0 0 0,0 0 0,0 1 0,0-1 0,-1 0 0,0 0 0,-2 0 0,0 1 0,-1-1 0,-1 0 0,-1 0 0,-2 1 0,10-1 0,-2 1 0,-1-1 0,-1 1 0,-1 0 0,0-1 0,-1 1 0,-1 0 0,0-1 0,0 1 0,-1 0 0,1 0 0,0-1 0,3 1 0,-1 0 0,1-1 0,-1 1 0,0 0 0,-1 0 0,0 0 0,0-1 0,-1 1 0,-1 0 0,0-1 0,4 1 0,-1-1 0,0 1 0,-2-1 0,0 1 0,0-1 0,0 0 0,0 0 0,1 0 0,1 0 0,-1 0 0,0 0 0,-1-1 0,0 0 0,-1 1 0,0-1 0,-1 0 0,-1 0 0,0 0 0,1 0 0,1 1 0,-1-1 0,1 0 0,1 0 0,0 1 0,-1-1 0,-2 0 0,-3 0 0,16-1 0,-5 0 0,-9 1 0,-5 0 0,-5 0 740,17 0-740,-3 1 2019,0 0-2019,-25-1 0,-21 0 0,-12-2 0</inkml:trace>
  <inkml:trace contextRef="#ctx0" brushRef="#br0" timeOffset="16720">6747 8736 5734,'4'-7'5,"2"-2"46,6-2-26,1-3-17,0 1-7,-2 0-3278,4-5 3162,-5 6 160,5-8 0,1 0-45,-5 5-1021,0-1 0,1 1 1021,-5 3 0,9-10 0,-4 0 0,2-2 0,-3 2 0,0-2 0,0 2 45,4-6 0,-2 2 968,-2 0 0,-1 2-1013,4-10 0,-5 16 0,-1-3 0,1 0 1241,-3 7-1241,3-7-1292,-1 1 0,1 0 1292,-1 3 0,0-2 0,2-1 281,8-11-281,-8 15 0,1 0 0,0-2 0,0 1 0,8-9 1168,-14 16-1168,10-11 0,-5 5 0,1 0 0,8-10 44,-1 0 1,-1 2-45,-7 9 0,1 0 0,0-1 0,-2 2 0,9-14 0,-7 9 0,2-5 0,1-2-1134,-4 9 0,-2 1 1134,2-3 0,0 0 1134,5-7 0,-1 3-1134,-5 7 0,6-6 0,0-1 0,-3 4 0,6-8 0,-8 13 0,6-10 0,-10 14 0,15-21 0,-12 17 0,3-3 0,-4 3 0,5-3 0,5-8 0,-1 3 0,-2 2 0,-9 12 0,0-2 0,4-6 0,1-4-2268,-1 1 2268,-3 6 2268,-4 7-2268,2-3 0,1-2 0,-1 1 0,0 4 0,-4 2 3276,2 1-3249,3 4-3304,5 6 3162,-2 1 115,4 2 0,2 1 89,14 10-1700,-8-5 1611,7 6 0,-14-10-822,-4-3 822,4 3 2187,8 9-2187,-5-5-1094,9 7 1,1 0 1093,-6-5 0,2 2 0,3 2-179,-8-9 0,-1 0 179,10 8 166,0-3 0,-2-1-166,-8-7 0,15 9 0,-2-1-332,-9-6 332,8 6 0,-15-9 332,0 0-332,11 10 2174,-8-6-2174,6 4 0,0 1-1983,-1-3 1983,-5-2 0,0-1 0,1 0 2268,-2-1-2268,2 0 0,0 0 0,4 3 0,7 3 0,-1-1 0,-11-8 0,8 7 0,1 0 0,1 2 0,3 1 0,-6-2 0,-7-5 0,-1 0 0,0 0 0,1 0 0,-1 0 0,4 3 0,-1-1 0,3 2 3276,-3 0-3218,-2-5 0,1 0-13,2 0 0,2 2-45,-1-1 0,2 0 0,0 1 0,10 3 0,-2-1 0,-8-4 0,-2 0-1806,13 4 1806,-25-10 0,6 2 0,8 4 0,-5-2 0,3 1-2794,-3 0 2794,-9-4 0,8 4 0,2 1 0,-10-5 0,9 5 0,-7-4 0,2 2 0,0 0 1208,-1-1-1208,3 2 3276,-8-5-3160,12 9-116,-13-9 0,3 2 0,-5-3 0,1 2 0,-1-3 0,3 4 0,-3-3 0,0 0 0,-2 0 0,1 0 0,-1 1 0,0 0 0,-1 5 0,-3 5 0,1-2 0,-3 2 0,2-8 0,-1 4-3277,-4 9 3162,1-3-1527,-5 9 1642,4-13 0,-1 4 0,-4 6 0,-3 2 0,-1 2 0,3-5 0,-1 1 0,-2 4 0,-1-1 0,7-9 0,-2 0 0,-4 2 0,-3 2 0,3-2 0,3-3 0,0 0 0,-3 2 0,-2 2 0,0 0 0,0 3 0,0 1 0,2-3-313,4-5 0,0 0 313,-6 8 0,-2 2 0,4-4 0,3-1 0,-1 3 0,-2 6 0,1-4 0,5-8 0,0 1 0,-5 8 0,-2 6 0,-1 0 0,2-4 0,2-1 0,1-3 0,1-1 0,0 0 0,1-2 0,-1 1 0,2-2 0,-2 1 756,1 0 0,-4 4 0,1 0-756,0 0 0,-1 0 0,0 0 0,-1 3 0,-1 1 0,1-1-1134,-3 5 0,2-5 1134,3-4 0,-3 5-307,4-4 1,-2 0 306,6-8 0,-1 0 204,-4 8 1,-3 5-1,4-7-204,-1 1-58,0 0 0,1 1-31,-4 7 133,7-12 1,0 0-45,1-3 0,0 1 1083,-5 14 1,2-2-1084,3-10 0,0 3 0,1 0-304,2-10 304,-2 8-1870,-1 1 1870,2-5 0,-1 2 2164,0 3-2164,2-5 0,-3 8 0,4-12 0,1-3 0,0-5 317,-6-14-317,-7-6 0,-2-6 0,1 2 3276,-1 3-2980,-9-9-296,6 7 30,3 0 0,-2-4 0,2 3-30,-2-3 0,4 4 0,-4-3 0,-2-2 0,3 4 45,-6-4 0,1 2-1138,5 4 1,-1-2 0,1 2 1079,-2 0 1,-1 0 57,-1-1 0,-2-1-61,-1-2 1,-3-1-1,0 0 16,3 2 0,0 0 0,0 0-741,-4-3 0,1 1 0,2 2 741,6 4 0,0 2 0,0 0 0,-4-1-311,1 3 1,-4 0 0,-1-1 0,3 1 310,3 1 0,2 0 0,-4 0 158,-4 0 1,-5-2 0,-4 0 0,1 0 0,2 1 0,7 2-159,-4-1 0,1 1-239,0 0 1,-6-1 0,2 0 0,6 3 238,10 2 0,0 0 0,-2-1 0,-4 0 0,1-1 0,-4-1 0,-1 0 0,1-1 0,3 2 0,0-1 0,0 1 345,2 0 0,0-1 0,0 0-345,-1-2 0,0-1 0,1-1-475,-4-2 1,0-1 474,4 3 0,-1 1 0,3 0 758,4 1 0,3 0-758,-5-6 0,12 10 0,-11-13 0,16 15 0,-3-3 0,3 1 0,-6-9 2269,4 5-2269,-9-14 0,8 11 0,-2-2 0,2 2 0,-2-7 3276,3 7-3218,-3-4 0,-1-1-58,0 1 0,-4-7-1220,5 13 1220,4 6-449,-6-8 359,4 7-773,-8-10 863,13 9 0,-2-5 0,7 0 0</inkml:trace>
  <inkml:trace contextRef="#ctx0" brushRef="#br0" timeOffset="19369">7486 8658 5787,'5'-2'25,"1"-1"-13,-1 2-12,-1 1 0,2 0 90,0 0-90,4 3 90,9 9-90,-6-3-1639,10 12 1,2 3 1580,-13-11 1,1 2 79,6 5 1,4 6-1,0 0 1,-3-4-325,-3-1 0,1 0 324,3 3 1,4 6-1,0-1 1,-5-6-1057,-4-5 0,-2-2 1034,3 3 0,3 1 0,-4-2-120,5 2 120,-5-5 0,3 1 0,7 5 0,0 0 0,-7-4 0,1-1 0,2 1 0,-2-1 0,-3-5 1483,2 3-1483,-2-2 0,-1-1 529,-9-5-529,7 2 0,5 2 0,-4-2 2962,12 5-2962,-12-6-2093,6 1 2093,-10-4 0,-2-2 0,-1 1 0,-1 0 0,4 4 0,-4-3 0,0 3 3276,-1-4-3070,-3 0-206,-2-7 0,4-24 0,-3 8 0,3-6 0,1-9 0,2 2 0,3-3 0,1 2-1093,-4 4 1,0-2 0,0 3 1034,6-5 1,-2 4 57,1 2-30,0 5 0,3-4 0,0 0 30,1 3 0,0-1 0,0 1 0,0-3 0,0 0 0,1 1 0,-2 4 0,0 1 0,-3 4 0,-1 1-1134,0-1 0,0 0 1134,-2 3 45,4-9 0,-1 1-45,-7 10 0,6-13 0,-9 15 0,-1 3-180,0-2 180,-5 4 0,-1 4 0,-7 1 0,1 4 0</inkml:trace>
  <inkml:trace contextRef="#ctx0" brushRef="#br0" timeOffset="22199">17608 9237 5773,'-1'13'36,"-1"4"-30,-3-4 3,-6 21-1648,2-3 1,0 3 446,2-11 0,-1 3 1484,0 3 1,-2 6 0,1-1 0,1-6-293,3-7 0,-1-1 122,-1 6 0,-1 3 0,1-3-122,1-4 0,1-3-1700,-5 16 1700,-1 1 0,5-13 1790,1-3-1790,2-11 189,-3 12-189,5-14 0,-2 1 543,0-1-543,2-3 3276,-2 1-3160,2-2-116,4 1 0,2-3 90,3 1-90,6-3 90,23-1-90,-4 1 0,3-1 0,-8 1 0,0 0-1554,8 0 0,-3 0 1554,-8 1 0,-5 0 0,0-1 90,9 1-90,7 0 0,1 0 0,-6 1 0,-5-1 0,6 0 0,-7 1-2362,2-1 2362,-6 1 0,-1-1 0,-6-1 2077,-4 2-2077,3-1 0,-2 1 90,5 1-90,-10-1 0,3 0-269,-5-1 3545,-1-3-3247,-3-1 0,-3-4 0,-1-1 0</inkml:trace>
  <inkml:trace contextRef="#ctx0" brushRef="#br0" timeOffset="24700">17362 9016 5765,'5'6'59,"4"1"31,0-5-90,4 1 90,16 0 0,2 0-1,1 1-67,-3-2 1,9 2 0,1 0-1,-4-1-1661,2 0 1,-1 0 1417,-9 0 0,3-1 0,-1 1 0,-2-1-420,6 1 0,-2 0 686,-1 0 0,3 1-27,1 1 0,4-1 1,-1 1-19,-2 0 0,1 0 0,-1-1 0,1 1 0,0 0 0,-4-1-488,0 0 1,-7 0 487,-5-3 0,-4 1 1480,12 0-1480,-2 1 0,0 0 0,-12-1 2315,-6-1-2315,-4 0 55,3 0 35,-3 0 2693,-1 0-2783,-4 7-1639,-5 10 1,-2 2 1523,-3 7 13,0 1 1,-3 8 0,0 2 0,2-7 101,1-4 0,1-1-174,0 1 1,-2 3-1,0 2 1,0-3 173,-1 1 0,1-1 0,-1-1 0,3-4 0,1-1 0,-1 1-625,-2 4 0,0 1 1,1-2 624,1-2 0,2-4 0,1-2 937,2 1 0,0 2-937,-3 12 178,3-11 0,0 1-178,0 4 0,2-13 0,2-6 833,-1-2-833,1-1 0,0-1 3276,-1 4-3160,1-1-116,-1 1 0,2 2 0,0-2 0,0 1 90,1-2-90,-9-10 0,3 0 0,-5-3 0,-7-2 0,-8 1 0,-6 0 0,0-1 0,-4 0 0,2 0 0,6 2 0,1 0 0,-1-1-1093,-4 1 1,-1-1 0,7 1 977,1 1 115,3 0 0,-1-1-1134,0 0 0,0 1 1134,1 0 0,0 0 0,-14-4 0,11 4 0,2-1 0,-7-1 0,-2 0 0,-2 0-622,13 2 1,2 1 621,-14-2 0,6 1 1243,-3 0-1243,16 2 1134,-6-1 0,-1 0-1134,5 0 0,-5 1 0,1-1 0,2 2 0,2 0 0,1 0 0,8 1 0,-2 0 90,0 0 0,-2-1 90,3 0-90,3-2 3186,2 0-3160,0-8-3393,2 3 3162,0-6 205,1 4-90,0-24 0,1 5 0,1-6 0,-1 2-99,0 0 0,1-3 86,0 9 0,0-4 0,2-4 1,0-2-1,0 2 0,-1 2 0,0 6-752,1-3 1,0 5 0,0-4 764,1-1 0,0-6 0,0 0 0,1 2 0,-2 5 355,2 0 1,0 1-416,0 0 0,1-3 0,-1-1-600,1-2 1,1-1 0,-1 1 651,-1 5 0,0 1 1,-1 0 18,2-4 1,0-1 0,-1 9-12,-1 11 0,5-14 0,-5 19 0</inkml:trace>
  <inkml:trace contextRef="#ctx0" brushRef="#br1" timeOffset="30450">17689 7040 10106,'2'-9'-1810,"0"1"1261,1 2 288,0 0 295,0 1-110,2 3 141,2 11-208,-2 0-234,7 22 319,7-17-3161,6 2 3411,4-15 229,-3-12-99,-10 2 0,4-3-130,3-4 0,5-3 0,3-3 0,-1 2 134,-4 2 1,1 1 0,0-1 0,0 1 0,0-1-430,1 0 1,-1-1 0,0 1 0,0 0 0,-2 1 584,2 0 1,-1 0 0,-2 3 0,-5 3 1461,3 1-65,-10 8-1277,-5 1 1,-3 9 0,-5 2 0</inkml:trace>
  <inkml:trace contextRef="#ctx0" brushRef="#br1" timeOffset="31067">16155 7676 10215,'3'-20'-1123,"0"7"758,1-1 279,-1 6 202,0 0-134,0 9 38,-1-2 247,0 9-755,3 8 337,6 5-1413,-2-1 1252,4-2 219,7-15 0,2-4 126,2-1 51,2-2 0,4-3-4,-4-5 0,1-4 1,-1 0 404,4-4 0,1-1-1136,-3 2 1,2-1 0,-3 1 1330,-2-1 0,-3 0 60,-1 0 1,-1-1-313,-3 1 0,0-2 0,-2 2 156,2 0 0,-3 1-474,-1-7 1,-10 7-1,-20 21 1,-16 3 0</inkml:trace>
  <inkml:trace contextRef="#ctx0" brushRef="#br1" timeOffset="31686">14802 8757 6667,'-1'5'675,"0"0"-320,6-3-429,-1 2-126,7 13-32,1 10 203,1-1-84,-5-3 94,-4-11-3258,13-14 3094,-2 0 205,5-13 0,7-12 0,1-3 0,-5 4 166,1 1 1,-2-1-478,-3 5 0,1-2 0,1-3 1,1 1-1,-3 1 361,1-1 1,-1 0-1,-1 1 1,-1-1-43,0 1 1,-1 0 0,0-1 0,0 1 0,0 0-1,1-1 1,-1 1 0,-1 1 0,-3-1 0,1 0-1,0 1 1</inkml:trace>
  <inkml:trace contextRef="#ctx0" brushRef="#br1" timeOffset="32449">15579 6193 22568,'6'-6'-2489,"11"-16"2479,-9 12 165,6-7 1,2 0 142,-2 5 140,6-8-130,-12 15 133,-2 1 455,3 14-2852,-1 19 262,6 3-400,-7 3 286,4-17-868,-2-11 2137,20-7 1,10-8 491,-10-4 1,2-4-1,2-2 1,0 2-14,-2 2 0,2 1 0,-1 0 1,0-2 565,-5 0 1,1-2 0,0 0 0,-2 0 0,-3 1 274,-1 1 1,-2 0 0,-2 1 441,8-7 1,0 0-540,-3 1 0,2-2 1,-3 2-250,1 0 1,-1 0-1,6-6 1,-7 2-1,-14 13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49:23.63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16964 3169 8972,'6'-8'1799,"-1"2"-1529,-5-1 0,-1 3-1,-2-3-89,1 3 360,-2 0-360,0 0 180,-3-1-180,1 2-90,-1 1 89,0 0-89,0 1 0,-4 2 0,0 0 0,-4 3 0,-3 2-613,-3 3 613,-2 2 0,-1 4-90,1 1 0,2 2 90,2 1-90,3 1 5,-1 10-5,7-1 0,1 2 90,11 2-90,5-12-690,5 7 690,3-9 0,3-2 0,2-3 0,3-1 0,0-3 0,0-3 0,-1-2-362,-2-2 272,-1-3-90,1-1 377,2-2-1006,12-7 269,-7 1-610,7-7-2127,-5-4 3129,-8 3 1,9-8-1,-9 6 1</inkml:trace>
  <inkml:trace contextRef="#ctx0" brushRef="#br0" timeOffset="348">17305 2645 10681,'-3'-9'90,"1"2"180,1 2 179,0 1-359,-2 7 0,2 0 0,-1 10 0,1 0 0,-1 4 0,-1 8-1121,-1 4 1121,-1 9 0,0 3-45,2-18 0,1 1-45,-1 0 0,0 0 45,1 0 0,0 1 0,0 10 0,0-1-45,1-7 0,0 0-720,0 5 1,1-1 719,0-9 0,1-1 0,0 16-228,2-3 138,-1-13 1,1 0-91,1 6-519,2 5 339,-1-17-89,-1-2 695,1-2-1775,0-3 0,0-2 1529,1-2 0,4-1 0,1 0 0</inkml:trace>
  <inkml:trace contextRef="#ctx0" brushRef="#br0" timeOffset="1067">17466 3186 10501,'-1'-8'1889,"1"0"-900,-1 3-809,-2 9-90,0-1 0,-2 12 90,0 2-180,1-1-3277,-1 7 3252,3-4-201,-1-1 226,3 0-90,1 6-180,6 7 90,-1-6-131,5 0 222,-3-14-91,2-2 3216,0-3-3126,1-1-90,1-2 90,0 0 0,1-4 0,0-2-90,9-5 180,-5 0-90,4-3 0,-7 0 547,-2-1-637,2-6 90,-3 1 90,-1-2 0,-6 5 346,-3 5-436,-1 0 90,-1 1 0,-1-1 0,0 2 0,-1-2 0,1 3 0,0-2 0,1 4 0,0-2 0,2 0 0,1 0-90,3 1 90,0 1 0,7-4 0,-1 0 0,5-3 0,1 0-945,1-1 945,4-3 0,-2-1 0,4-3 0,-4 1-664,2-4 664,-5 0 0,-1-1 0,-1-2 0,-2 0 0,-3-1 0,-1 0-303,-4 1 303,0 2 90,-2 3-90,-2 2 0,0 2 90,-1 0-90,0 3 90,-1 1-90,0 1 847,1 2-757,-1 1 616,1 2-616,-3 3 269,0 5-359,-1 3 0,1 6 0,-1 3 0,0 6-811,-1 5 901,-1 5-90,1 4 0,0-7 0,1 1 0,1-8 0,0 1-869,-2 16 1,0 0 868,3-16 0,0 0 0,-1 14 0,1-1 0,1 5-349,1-15 1,0-2 348,2 4-90,2-5 90,0-2-180,0-3-270,4 3 180,-2-7 602,3 1-782,-2-7 1646,-1-2-2455,1-1 908,-1-3 351,0 0 0,3-5 0,1-2 0</inkml:trace>
  <inkml:trace contextRef="#ctx0" brushRef="#br0" timeOffset="1282">17909 3036 9691,'3'-8'720,"3"1"-450,-2 6-90,4-2 0,-1 1 0,3 0-90,1-1 89,1 0-89,0-1-180,2 0-449,6-3-91,-3 1-809,2-1 90,-6 1 1349,-2-1 0,3-1 0,1-2 0</inkml:trace>
  <inkml:trace contextRef="#ctx0" brushRef="#br0" timeOffset="1577">18129 2795 10681,'-1'-8'1439,"-1"-2"-629,2 5-91,-1-2 451,2 2-901,3 8 1,-2 1 180,3 20-3662,-3 1 3392,-2 10-90,-1 4-310,-1-19 0,0 2 355,-2 12 0,0 1-90,1-8 0,0 0 15,-1 3 0,-1 2 0,1-4-571,1-3 0,0-1 511,-1 6 0,0 0-45,1-6 0,1-3-494,-1 9 359,0 3-90,3-16 0,2-2 2177,-1-3-2357,2-2 528,1-3-708,0-2 1431,2-2-3860,4-5 1350,-2-1 1709,3-4 0,0-7 0,2-2 0</inkml:trace>
  <inkml:trace contextRef="#ctx0" brushRef="#br0" timeOffset="1775">18155 3097 11850,'12'-1'450,"0"-1"-360,-2 0 0,1 0 0,2-1-270,1-1-90,-1 1-270,1-2-449,-1 0-540,-1 1 0,-2 0 1529,-1 1 0,1-1 0,-1 1 0</inkml:trace>
  <inkml:trace contextRef="#ctx0" brushRef="#br0" timeOffset="2536">18331 3278 12570,'-3'9'2878,"4"-3"-2698,5-2-90,3-3 90,0 0-90,2-1 90,0 0-90,-1-1 0,2 0 90,3-4-180,-4 1 0,4-3 0,-7 1 0,0-1 0,-2-2 0,-2-1 0,-1 0-90,-2-2 90,-3 2 0,0-2-90,-2 2 90,-2 0 0,1 2 0,-2 1-90,0 2 90,0 1 0,-2 3 0,0 2-90,-2 1 90,0 5 0,-1 1 0,1 4 0,1 2 0,1 1 0,2 2-90,0 10 90,3 0 0,1 1-90,4-5 0,2-6 90,2-2-90,2 1 90,1-3-90,3-1 90,0-2-90,2-2 0,8-1 90,5-5 0,3-3-90,1-6 90,-4-3-510,-2-3 510,0-2-775,-2-3 775,-1-1 0,-9 3 0,0-2 0,5-9 0,-7 8 0,-1 0-90,0-9 90,-2 0 0,-2 2 0,-3 3 0,0 3 0,-2 3 0,-1 2 0,-1-2 0,0 6-90,-1-3 90,1 7 470,-1 1-470,-1 3 725,-1 6-725,2 1 0,3 5 0,3-2 0,4 0 0,-1-3 0,2 2 0,1-2-90,3 0 90,4 0 0,2-2-3277,6 0 3162,1-1 115,1-1-476,-2 0 476,-1 0 0,3 0 0,-6 2-90,1 0 90,-6 2 0,-6 0 0,0 3 0,-7 0 3201,-1 2-3201,-3 1 488,-1 4-488,-1 3 0,-2 4 0,1-1 0,-1 3 0,3-2 0,0-1 0,3-1 0,1 8 89,1-7-178,6 17-1,2-15-1033,5 6 763,0-10-270,3-2-359,3-4-1979,17 1 989,-7-6 1460,-10-3 1,2-1 0,16-2 0,-18-1-1,0 0 1</inkml:trace>
  <inkml:trace contextRef="#ctx0" brushRef="#br0" timeOffset="2684">19743 3313 11131,'9'-8'1079,"-2"1"-719,-1 1 90,-1 2-91,0 1 1,-2 0 180,0 0 0,-1 1-3817,2-1 2792,-12 10 0,-9-1 0,-14 8 0</inkml:trace>
  <inkml:trace contextRef="#ctx0" brushRef="#br0" timeOffset="20501">7844 7052 6723,'-6'2'450,"1"0"-360,1 0 0,-1 0-90,1 1 270,-1 0-180,1-1 0,-2 1-1,2 0 1,0 0 0,0-1 0,0 2-90,1-2 180,0 1-180,-1 0 90,1-1 0,-1 1 0,0-1 0,-1 3-90,1-3 90,-1 3-90,2-2 90,-1 0-90,1 0 90,1-1-90,-1 1 90,-2 2 0,0 1-90,-1 1 90,0 3 0,-2 1-90,0 1 90,0 1 90,-2 3-91,2-4-89,-3 6-342,1-2 432,0 2 0,-2 2 0,0 1-1,0 0 1,-1 1-90,0-1-763,0 2 853,-1-1 0,-1 2-90,0-2 90,0 1-612,1-2 522,0 0 90,2 1-90,0-3 0,2-1 90,-1-1-90,1-1 89,-7 14-89,4-9 0,-3 8 0,5-12-146,2-2 146,1-1 0,1-2 0,-1 1 90,-3 6-90,1-3 0,-4 7 361,5-8-361,-1 1 0,2-3 816,0-2-816,2 0 0,-1-1 0,1-1 0,0 1 687,0-1-687,1 0 181,0 0-181,-1 1 0,1 0 0,-1 1 0,0 0 90,0 0-180,0 0 90,0-1 0,1 1 90,0-2-180,-1-1 90,2 1 0,-1 0 0,0 0 90,-1 3-90,-1 1 0,-5 8 0,2-6-90,-3 4 180,6-8-90,1-1 0,1-1 0,0-2 0,1 1 0,-1 0 0,1 0 0,-3 6 0,2-4 0,-2 6 0,2-6 0,-3 6 0,2-4 0,-2 3 0,3-6 0,0 1-90,-3 6 180,0-2 90,-5 9-91,6-10-89,-3 3 90,5-8 0,1 0-90,0-1 90,0-1-90,0 1 0,0-2 90,1 1-90,0-1 0,0 2 90,-1 0-90,-1 1 0,0 1 0,-2 0 90,1 2-90,-3 0 0,-1 3 0,-1 1 0,-3 2 0,2-3 0,1-1 0,1-2 90,2-2-90,1-1 0,0 0 0,0-1 0,1 0 0,0 0 0,0 0 0,0 0 0,0-1 0,2-1 0,0 0 0,1-2 0,-2 4 0,2-3 0,0 1 0,-1-1 0,2 0 0,-1 0 0,0 0 0,1 0 0,-2 0 0,2-1 0,-2 2 0,1-2 0,-1 2 0,1-2 0,0 1 0,1-1 0,-2 2 0,2-2 0,0 2 0,0-2 0,0 1-90,0-1 90,1 2 0,2-2 0,1 2 0,2-2 0,-1-1 0,2 2 0,-2-1 0,2 2 0,2 0 90,-1 0-90,3 4 0,0 0 0,1 1 0,3 3-345,1 1 345,2 2 0,2 1-921,2 4 1011,-1 0-90,5 6 0,-3-1 0,4 2 90,-1 2-90,2 1-1314,0 0 1314,1 0 45,-13-15 0,0-1-45,1 0 0,0 1-378,8 5 0,0 0 378,-5-5 0,0 0 45,5 5 0,1 0-45,1-3 0,-1-1 0,-6-3 0,1 1 45,6 2 0,-1-1-45,9 7 0,-9-7 0,-1-1 0,-4-4 0,-1 0-290,5 4 0,0-1 380,8 5-90,-3-1 0,-1-1 0,-2-2-1633,0 1 1633,-1 0 0,-1-1 730,1 0-730,-1 1 0,0-2 0,-2 1-1371,0 1 1461,-2-1-90,-1 1 315,0 1-315,-1-1 0,-1-1 0,-2-1 0,0 1 0,-2-2 2117,4 3-2117,-3-3 0,0 1 90,7 7-90,-7-7-149,5 6 149,-8-9 0,0 1 0,1-1 3092,3 4-3092,1 0 0,1-1 0,-2-2 0,-4-3 537,0-2-537,-1 1 0,0-1 0,0-1 368,0 0-368,0-1 0,-1 0 0,0 0 0,0 0 0,-1-1 0,2 1 0,-1-1 90,0 1-90,0-1 0,1 1 0,-1-1 0,-1 0 0,1 0 0,2 1 0,-2-1-90,5 2 90,-5-2 0,2 1 0,-4-1 0,0-1 0,0 1 0,0-1 0,0 1 0,0 0 0,0 0-90,2 1 90,-3-1 0,2 0 0,-2-1 0,-1 0 0,-1 0 0,1-1 0,-1 0 0,1 0 0,0 1 0,-1-1 0,1 0 0,-1 0 0,1 1 0,0-1 0,1-1 0,-1 1 0,0-1-90,1 0 90,-1 0 0,1-1 0,0 1 0,-1-1 0,1-1 0,-2-1 0,-1-2 0,2-5 0,-2 3 0,2-4 0,3-3 0,-3 1 0,4-5 0,-2 2 0,6-14 0,-3 5-3277,6-12 3072,-4 7 205,-1 0-266,2-4 266,-3 6 0,0 0-45,-2 6 0,0-1-768,2-7 1,1 0 812,2-10 0,-6 19 0,1 0-396,-1 0 1,1 0 350,-1 0 0,1-1 980,0 1 1,0 0-936,0 1 0,0-3-45,6-16 0,1-1-916,-4 14 0,-1 0 961,5-14 0,1 1-45,-2 8 0,0 3 176,-4 5 0,1 1-86,3-7 0,0 1-507,-3 7 0,-1 2 462,10-19 0,-9 18 0,0 1-572,9-17 572,-1 4 0,-2 1 0,-1 4 0,-4 8 0,0 0 0,7-9 0,4-7 0,-6 12 0,-1 0 0,-1 1 1304,6-5-1304,-7 8 0,3-2 1045,-7 8-1045,-2 2 0,1-1 2634,-1 1-2634,0 0 0,1-1 1898,0-1-1898,1-1 388,6-6-388,8-8 0,-6 5 0,8-6 0,-14 15 0,3-1 0,-2 3 0,5-6 0,-5 6 0,3-4 0,-6 7 90,-2 0-90,0 2 0,-2 0 0,0 1 0,0 0 0,-1 1 0,0 0 0,0 0 0,0 0 0,0 0 0,-1 0 0,2 0 0,-2 0 0,0 1 0,1 0 0,0 0 0,-1-1 0,0 1 0,1-1-90,-1 1 180,0-1-90,0 2 0,0-1 0,0-1 90,0 1-90,0-1 90,-1 1-90,1 0 180,-1 0 359,1 1-449,-6-2-90,1 3 90,-6-1-90,1 1 0,-1 1 90,1-1 90,-6-1-90,2 0 0,-6-1 90,-5-2-90,-7-2-3367,-3 0 3252,-4-2 25,9 2-608,-3-2 608,1 0 90,-2-2-916,-2 0 826,-1-2 90,-3-2-90,-1-2 0,1-2 0,19 10 0,-1-1 0,1 0 0,-1-1 0,1 1 0,-1-1 0,1 0 0,-2-1 45,-7-5 0,-1-1-239,6 5 1,0-1 193,-2-2 0,-2-1 0,1 1 0,-7-5 0,0 1 480,5 3 0,-1-1 0,1 1-480,-5-4 0,1 0 0,1 2 0,2 1-469,8 5 1,0 0 468,-6-6 0,-1 0 0,6 5 0,1 0-119,-5-5 0,1 1 119,-8-7 81,1 0-81,1 0-89,2 0 89,10 8 0,1 0 0,-9-8 0,11 9 0,0 0 0,-4-6 0,2 1 0,0-1 0,-6-9 0,5 7 0,4 4 0,0 1 0,-3-3 0,-3-5 0,5 9 0,3 2 0,0 1 788,2 2-788,2 1 0,-1 2 0,1 0 1853,0 1-1853,-1 1 0,2-1 1650,0 1-1650,1 1 500,0 1-500,1 0 0,0 0 75,1 2-75,0-1 0,0 2 0,0-3 0,-1 0 0,1-1 0,0 2 0,1 1 0,0 0 0,0 1 0,0 0 0,0-1 0,0 1 0,-4-4 0,3 3 0,-2-2 0,2 3 0,0 0 0,0-2 0,-1 2 0,0-1 0,0 0 0,2 1 0,-3-1 0,3 1 0,-1 1 0,0-1-2519,1 1-758,9 5 3017,-2-1 0,12 7 0,-4-2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49:48.527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11268 11718 13019,'-6'7'3276,"2"0"0,5 17-3975,5 9-2578,0-1 176,2-4 2289,-4-19 691,2-3-583,23-13 361,-9 0 453,1-6 1,6-9 0,4-3 0,-1 0 0,-5 4-453,-5 3 0,-2 2 1,3-3 628,2-2 0,4-3 0,1-2 0,0 0 1,-1 1-77,-3 2 0,-1 1 0,0-1 0,0 2 0,-1-1 89,5-2 1,-2 0 0,1 0 0,0 0 518,2-1 0,0-2 0,-1 1 0,-1 3-479,3-1 0,-2 1 0,-8 8 0,-7 7 1,2-1-1</inkml:trace>
  <inkml:trace contextRef="#ctx0" brushRef="#br1" timeOffset="11068">15493 11913 5734,'8'-6'270,"0"2"-1,-3 0 1,-1 1-180,-1 4-90,0 3 0,0 6 90,5 5-90,13-7 0,16-11-844,-18-2 0,0-2 844,9-8 0,3-5 0,-10 3 0,2-3 0,2-2 0,-2 0 0,-1 3 0,3-2 0,-2 2 0,2-2 0,-3 1 0,2-2 0,1-1 0,-1 0 0,-2 2 0,0 0 0,0 1 0,-2 0 0,-2 2-45,7-9 0,-2 0 45,-1 5 0,1-2 0,-4 4-180,1-9 180,-13 13 0,-5 5 0,-1 1 0,-5 7 0</inkml:trace>
  <inkml:trace contextRef="#ctx0" brushRef="#br1" timeOffset="11950">13241 12146 5824,'1'-8'90,"11"-2"-3367,2 4 1073,4-2 2204,-2 3 1409,-5 2-1319,10-2 0,2-1-90,5 0 45,-5 0 0,1 1 814,8 0-859,-12 3-996,3-1 996,-9 2-90,-6 1 2943,-1 1-2853,0 4 0,-5 1 0,-1 3 0</inkml:trace>
  <inkml:trace contextRef="#ctx0" brushRef="#br1" timeOffset="12267">13219 12311 5914,'1'5'180,"3"0"-3457,17-4 1073,-6-1 2294,13-2-442,5-2 1,1 0 351,1-1 198,0 0 0,4 0-288,-13 2 0,1 0 0,-2 0 27,-2 0 0,0 1 63,16-2 0,-3 0 0,-9 3 0,-12 1 0,2 0 0,0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50:20.94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6696 8901 5734,'-1'-10'8,"0"1"12,-1 3 25,1 1 62,-1-2-107,1 3 90,0-3-90,3 3 0,1 2 0,9 2 0,0 4 0,1 0 90,3 9-90,1 11 0,-4-6 0,3 6 0,0-10 0,-4-6 0,6 2 0,8-16 0,1-7-3277,4-2 3238,-11 4 1,4-2 0,2-4 38,0-3 0,2-5 0,2-1 0,-2 0 0,-2 2-237,0 2 1,-4 1 0,6-5 236,-9 7 0,3-4 0,3-2 0,2-3 0,1-1 0,0 0 0,-1-1 0,0 2 0,-2 1 0,-3 3 0,-2 3 0,3-5 0,-3 4 0,-2 1 0,4-4-212,0 0 1,2-3 0,2-3 0,0 1 0,0-1-1,-1 3 1,-3 3 211,4-4 0,-1 3 0,-2 2 0,-3 3 0,0-1 0,1 0 0,4-4 0,3-3 0,-8 8 0,-10 11 0</inkml:trace>
  <inkml:trace contextRef="#ctx0" brushRef="#br1" timeOffset="6233">12191 7289 16477,'-5'-7'-3277,"-5"-4"0,4 4 0,-7-4 2834,6 6 551,-1-1-85,2 2 126,1 1-1339,3 6 3464,1 0-371,1 4-1090,1-2-360,0 0-249,1 3-115,0-3-298,1 2-57,19-13 328,-6 2 225,18-11 123,-9 3 1,5-4 0,2-1 0,-5 2 552,0 0 0,0 0-470,2 0 0,3-3 0,1 0 0,-3 2-247,-3 1 0,-3 1 0,-1 0 0,7-4 0,1-1 0,-2 1 0,1-1 0,-1 1 1</inkml:trace>
  <inkml:trace contextRef="#ctx0" brushRef="#br1" timeOffset="6783">13773 6399 17852,'7'-6'2761,"0"-1"-2110,-3 4-88,1-2-236,-1 2-123,-1 1 219,0-1-387,2-1 667,-2 1-806,4-3 215,-4 3-167,1-1 6,-3 8-2150,-3 11 573,0-4 311,-2 19-88,3-23-122,2 8-264,14-16 1183,13-5 422,8-4 1204,-14 3 1,1 0-343,-4 0 0,2-1-404,2-1 0,5-1 0,2-2 0,1 0 0,-2 1-177,2-1 1,-1-1 0,0 1 0,2-1-1,-3 1 1,1 0 0,1 0 0,0-1 0,-1 1-1,-2 0 1,4-2 0,0 0 0,0 1 0,0-1-1</inkml:trace>
  <inkml:trace contextRef="#ctx0" brushRef="#br1" timeOffset="7633">17245 6467 11218,'-1'-11'-1966,"2"-2"1523,1 6 470,1 0 146,1 4 386,4 7-623,6 16-289,0-5-2178,2 9 2443,-4-15 138,5-1 0,7-1-136,1-7 0,6-2 0,1 0 0,-3-1 154,2 3 1,-2 0 0,3-2-545,0-1 1,3-2 0,1-1-1,3-2 539,-8-1 1,2-1 0,2-2 0,0-1 0,0 0 0,-1 0-1,-1 1 65,-1 1 1,-2 1-1,-1-1 1,1 0 0,0 0-1,3-1-208,-1 1 0,2-2 0,2 0 1,0 0-1,0-1 0,-1 2 0,-3-1 1,-3 2-1,8-3 0,-4 1 1,-2 0-1,-3 2 0,5-3 0,-1 0 1</inkml:trace>
  <inkml:trace contextRef="#ctx0" brushRef="#br0" timeOffset="8184">18500 7524 5734,'-6'-4'0,"-2"0"0,9 9 0,-2-3 0,6 9 0,0 2 0,4 24 0,-1-13 0,-3-5 0,0 0 0,5 2 0,4-7 0,3-1-1639,3-1 1,2-2 1580,2 0 1,0-3-51,-3-4 0,4-5 108,2-4 0,6-3 0,4-2 0,2-2 0,-2 1 0,-5 1 0,1 1 0,-3 1 0,-1-1 0,5-1 0,-3 1 0,3-1 0,2-1 0,1-1 0,0 1 0,-4 1 0,-3 0 0,-3 1 0,0 0 0,0 0 0,0-1 0</inkml:trace>
  <inkml:trace contextRef="#ctx0" brushRef="#br1" timeOffset="13767">4110 5466 16432,'1'-15'-1088,"1"-10"-1931,-1 10 2819,0-5 922,-1 14-902,0-1 28,0-2-71,-1 1 131,0-1-175,0 30 238,1 2 0,0 5 1,0-1-13,0 0 1,-1 2-712,1 3 0,-1 6 0,0 0 0,1-6 757,-1-7 0,0-1 136,0 4 0,0 2 1,0 1-79,-1-1 1,0 1-1,0-3-814,1 1 0,-1 0 840,0 1 0,0 1 0,0 0-805,0 5 0,1-1 741,0-8 0,0 1-18,0 1 1,0 2-1,0-2 434,1-4 0,1 1-452,-2 2 1,1 4 0,0 1 0,-1-5-558,2 0 1,-1-2 542,-1 6 0,1 2 0,-1-5 336,0 4-326,0-12 1,0 3 379,-1 2 0,1 3 1,-1-1-340,-1 6 0,1-1-328,0-5 0,0 1 0,1-3 387,-2 7-37,2-9 0,0-2 1658,0-3-1679,-1 12 1,0 1-7,1-10-475,0-3 0,0 0 422,1-7 445,2 8-624,-1-6 1557,2 6-1597,-2-10-43,3 14-39,-2-14 44,2 13-22,-2-6 140,-1-9 3153,1 8-3021,0-7-69,-1 0 111,1 0-21,-1-1-19,0-4-38,0 0 834,0 0-880,3 7-194,-2-4 77,5 7-251,-3-8-18,2 1-148,-2-3 149,21 6 737,-10-4-964,11-2 0,13 0 0,2 0 0,-6-1 1104,-6 0 1,3-2-279,-8 0 0,7 1 1,4-1-1,2 0 1,2 0-1,0 0 1,-3 1-1,-2-2 1,-6 1 56,9 0 1,-5-1 0,6 1-167,-11 0 0,4 0 0,3 1 1,3-1-1,1 1 0,2-1 0,0 1 1,-1 0-1,0 0 0,-3 0 0,-2 0 10,1 0 0,-1 0 0,-1 1 0,-1-1 1,0 1-1,0-1 0,1 1 0,1-1-240,2 1 0,1 0 1,1-1-1,1 1 1,-1-1-1,0 1 1,0 0-1,-2-1 1,-2 1 136,1 0 0,0-1 1,-1 1-1,-2 0 1,0-1-1,-3 1 1,-1-1-519,6 0 1,-3 0 0,-2 0 0,-3-1 19,3 1 0,2-1 580,-3 0 1,5 0-1,3 1 1,0-1-1,-2 0-171,4 1 0,-2-1 0,1 0 0,2 0 198,-3 0 0,2 1 0,1-1 0,-3 0 0,-2 0 0,6 0 0,-4 0 0,-3 0 0,0 1 0,-2-1 0,-1 0 0,-1 0 0,-3-1 0,-1 1 309,0 0 0,-2-1-307,6 1 316,6-1-318,-5 1 1468,-3 0-1468,-14 1-3,0 0 3,-2 0 3,12 4-3,-13-3 0,8 2 3,-8-2-3,-4-1 0,0-1 0,-2 1 3276,2-2-3160,-1 0-113,9-1 14,-1-1-14,1 0-3,-3-2 0,-4 2 0,1-1 0,6-1 0,-6 2 0,4-2 0,-6 3 0,-2 0 0,3-1 0,-1 0 0,3-1 0,-4 2 90,1-1-90,-4-1 90,3-19-90,-2 8 0,-1-6 0,2-8 0,-2 1-1639,0-7 1,-1-1 1599,1 6 1,-1 0 0,1 0-639,-2 3 1,0 0 0,0 0 676,-1 2 0,1 0 0,0-3-117,0-1 0,1-4 1,-1-1-1,1 1 1,0 1 116,0 2 0,-1 2 0,1-1 0,0-1 0,0-2 0,0-1 0,0-1 0,1-2 0,1-1 0,0 5 0,1-2 0,0-1 0,1-2 0,0 1 0,0 2 0,-1 1 0,0 4 0,0-5 0,0 5 0,-1-1 0,2-5 0,-1 4 0,1-3 0,1-4 0,0-3 0,0 0 0,0-1 0,0 2 0,0 2 0,0 3 0,-1 4 0,1-7 0,1 6 0,-2 1 0,2-2 0,-1-1 0,0-3 0,1 1 0,-1 0 0,0 5 0,1-2 0,0 4 0,-1 3 585,-1 4 1,-1 2-586,2-7 0,0-2 0,-1 3 0,3-11 0,-4 10 0,1-4 0,-2 6 0,-2 3 0,0-5 546,-1 11-546,-1 4 895,1 2-895,-1-4 3276,1 5-3160,-3 1-116,1 1 0,-20 6 0,8 1-2227,-15 3 2227,7 1 0,-4 1 0,-6 1-664,6-3 0,-4 1 1,-1-1-1,2 1 664,-3 0 0,0 1 0,-1-1-116,2 0 1,-2-2-1,-1 1 1,-4 0 122,8-2 0,-2 1 0,-3-1 1,0 1-1,-1-1 0,0 0 1,2 0-1,3 0 4,-6 0 0,4 0 1,0 0-1,-2 0 1,-5 0-83,9 0 1,-4 0-1,-2 0 1,-1 0-1,-2 0 1,-1 1-1,1-1 1,0 0-1,1 0 1,3 0 0,2-1 70,-5 1 0,2-1 0,1 1 0,1-1 0,1 0 0,0 0 0,0 1 0,-4-1 0,1 1 0,-1-1 0,1 0 0,2 1 0,0-1 32,1 0 0,2 0 0,0 0 0,0 0 1,-1-1 28,-1 1 0,-2 0 0,-1-1 1,1 1-1,2-1 0,3 1 99,-3-1 0,5 1 1,-7-1-83,6 0 0,-6 1 0,-2-1 1,-3 1-1,0-1 0,1 0 1,3 1-1,4-1-113,-4 0 1,5 1-1,1-1 1,-2 1 192,2-1 0,-1 0 0,0 0 0,1 1 0,2-1 264,-5 1 1,2-1-1,1 1-213,-3-1 1,1 0 0,3-1 104,8 2 0,-1-1 231,-8-1 1,-6 0 0,0 0 0,6 0-244,3 0 0,3 1 755,-12-2 1,1 1-1005,12 0 0,0-1 1585,-6 0 0,-1-1-1453,-2-2 0,0 0-1743,-1 1 1,3 0 1618,8 0 1,4 0 128,5 1-34,4 1-63,-4 1 0,6 0 0,0 1 0</inkml:trace>
  <inkml:trace contextRef="#ctx0" brushRef="#br1" timeOffset="18983">14591 7457 6501,'-1'-8'-327,"0"0"242,2 2 76,0 0 8,0 0 0,-2 1-19,-3 8 85,1-2-48,-2 9-3294,-3 15 3251,3-11 32,-3 8 1,-3 5 0,1-3 12,-4 8-1143,1-1 0,0-2 1162,4-8-81,0 0 17,2-1 0,-1 0 14,-2 5 14,4-8 1,-1 1 2264,1 3-2276,2-3-4,-1 2-1,1 0-6,3-12 3296,0 4-3200,2-6-114,1-2-17,5 3 39,-3-3 6,19 8 16,-10-7 14,9 6 0,-8-6 7,19 9-1666,-3-1 1,1 1 1631,-6-3 0,0 1-232,1 0 1,4 3 0,0 1 0,-5-3 246,2 3 0,-1 0-626,1 1 0,3 0 1,-4 0 617,-5-3 0,-1-1 0,3 2 0,2 2 0,5 2 0,1 1 0,-3-2 0,0 0 0,2 0 0,-2-1 0,0 0 0,-2-2 0,-4-3 0,0 0 0,8 4 0,-4-2 0,-2 0 0,-7-6 0,8 6 0,-7-6 0,-1-1 644,3 1-670,5 1 1,1 1-30,-6-2 2327,10 3-2297,-8-2 0,-2 0 383,0 0-385,0 0 1,-1-1-33,-8-2-6,4 2 65,-5-2 0,4 2 0,-4-1 3,5 2-3,-6-2 493,2 0-490,-6-4 0,2 1 5,0 0 2325,-1 1-2203,-2-3-130,-1-8 0,-1-1 0,0-5 0,0 4 0,0-2 0,10-25 0,3 4 0,1-3 0,-4 8 0,0 0-378,4-4 1,1-2 377,-4 8 0,-1 0 0,0 1 0,-1 1 0,-1 0 0,6-11 0,1-3 0,-2 3 0,-6 10 0,0 0 0,2-3 0,1-3 0,-1 0 0,3-5 0,0 1-1571,0 0 0,-1 1 1571,-1 6 0,-2 4 0,0 3 0,0 4 0,5-14 0,-5 13 505,3-9-505,-7 14 0,-3 4 0,3-5 3276,0 2-3160,-2 2-116,1-1 0,-3 4 0,1-1 0,0-1 0,0-2 0,-1 0 0,-1 3 0,-2 1 0,-3-2 0,-1 3 0,-2-1 0,-4 2 0,-13 0 0,7 0 0,-9 0-1639,-2-1 1,1 1 1523,3 0-1020,-5-1 1,2 0 1134,14 2-8,0-1 8,-12-3 0,-4-4 0,-6-1 0,8 0 0,1 0 0,-5-2 0,12 5 0,1-1 0,2 1 0,-2-2 0,0 0 0,1 1 0,-1-1 0,1 0 2264,9 5-2264,-17-10 0,9 5 6,-5-2 1,-1 0-7,-8-5 0,2 1 0,7 5 0,3 2 3276,7 3-3218,-7-4 0,1 1-1045,8 5 987,-8-5 0,10 5 0,-8-5 0,6 3 0,-11-7 0,16 9 0,-10-7 0,10 6 987,-3-1-987,3 1 0,-1-2 0,1 3 0,-2-4 0,4 5 0,-2-2 0,1 0 0,1 1 0,-2-1 0,1 3 0,-1 0 0,-2 0 0,0 1 0,-2 3 0,3 0 0,1 8-90,4 5 90,-1-4 0,3 13 0,-2-18 0,2 6 0,-2-5-3277,2 6 3162,-1-4 115,0 4 0,-1 7 0,0-11 0,0 14 0,-1-11 0,0 5-370,0-4 370,-1 0 3209,-1 5-3209,1-9 0,-4 21 0,3-21 0,-1 8 0,0-4 0,0-1 5,-1 2-5,2-5 0,1-3 0,-5 11 0,1 1 0,-1 1 0,1-2 0,4-12 0,-1 3 0,1-4 638,-1 4-638,2-4 0,-2 2 0,-1-9 0,1 1 0,-9-11 0,6 7 0,-5-4 0,-4-1-986,8 7 986,-8-6 0,-12-1 0,3 2-1993,-6-3 1993,9 5 0,-5-4 0,-2-2-955,-1 0 955,7 2-1012,2 0 1012,10 6-782,-14-9 782,18 11 0,-3-3 0,2 3 0,1 0 0,-10-6 0,9 5-186,-17-8 186,18 9 0,-18-6 0,18 6 1498,-8-1-1408,5 2-90,3 0 0,-4 0 0,2 0 0,2 1 0,-9-2 0,8 1-90,-7 0 3109,9 1-3019,-1 1 0,-12 0 0,10 1 1273,-23 3-1273,21 0 0,-9 3 0,14-3 0,0-1 0,2-1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50:12.01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6426 7042 9152,'2'-7'1979,"-1"-1"269,0 4-2158,1 6-90,0 0 0,1 6 90,-2-2-90,1 1 90,0 3-90,0-1 0,0 3 0,-1-3 90,1-1-90,0 0 0,-1 0 0,1-1 0,0 3 0,1-2 90,-1-1-90,2 0 90,-2-5-90,5-2 0,-1-3 90,5-3-90,1-5 90,2-3-90,6-7-296,-3 1 0,0-1 296,-2 3 0,0-1-1014,8-10 0,0 0 1014,-5 6 0,0 0-969,3-2 0,0-1 969,0 2 0,0 0-90,-2 3 0,1 0-497,6-6 1,-1 1 136,-8 9 1,0 0-226,5-3 1,-1 0-946,3-2-268,-4 6 1888,-5 5 0,-2 1 0,-2 3 0</inkml:trace>
  <inkml:trace contextRef="#ctx0" brushRef="#br1" timeOffset="9070">14182 7416 7627,'1'-8'3276,"-1"0"-2414,-1 4-592,-2 1-181,-3 2 1,1 2 0,-1 2-90,2-1 91,-4 4-2,-2 3-90,-1 2 91,-2 5-90,0 1-1,-1 5 1,-3 4 89,-2 4-986,9-12 1,0 1 896,-1 0 0,0 0 0,0 2 0,-1-1 45,0 2 0,0 0-45,0-1 0,0 1 0,0 1 0,-1 1 0,0 1 0,-1 1 0,1 1 0,-1 0-858,1 0 0,-1 0 858,2-1 0,-1 0 45,2-3 0,0 1-45,0-1 0,0 1-130,1-1 1,-1 1 129,0-1 0,1 1 0,-1-1 0,0 0-239,1-1 1,-1 2 238,-4 8 0,0 0 244,3-7 0,0-1-244,-2 7 0,-1 0 0,5-11 0,-1 0 0,-2 8 0,-1-1 0,4-7 0,-1 0 230,-2 6 0,1-2-140,-3 7-90,5-12 0,0 0 277,-3 8-277,-4 8 0,5-13 101,1 2-101,1-4 0,-2 7 0,4-9 849,-2 6-849,3-9 0,-2 6 0,2-6 0,-3 10 0,4-12 0,-1 5 0,2-7 1405,0 0-1405,1-1 0,0-1 0,0-1 618,1 1-618,-2 3 0,2-4 46,-1 3-46,1-2 0,0-2 0,0 1 0,1-3 0,0 0 0,0 2 0,-1-2 0,0 4 0,1-3 0,-2 5 0,1-4 0,-1 2 0,1-2 0,1-1 0,-1 1 0,0-1 0,-1 2 0,-2 3 0,1-1 0,-2 2 0,2-4 0,1 0 0,-1 0 0,1-1 0,-3 3 0,3-3 0,-1 1 0,2-3 0,0 0 0,0 0 0,0 0 0,1 0 0,-1-1 0,1 1 0,0-1 0,0 1 0,-1 0 0,1 0 0,0 0 0,1-1 0,-1 1 0,0-1 0,0 1 0,0 0 0,-1 1 0,0-1 0,0 1-90,2-2 90,-1 0 0,3 0 0,0 1 0,2-1 0,0-2 0,1 1 0,1 0 0,-1 0 0,2 0 90,1 1-90,0 0 0,2 0 0,-2 0 0,1 0 0,0 1 0,2-1 0,0 0 0,1 1 0,1-1 0,0 1 90,0-1-90,1 1 0,1 0 0,1 1 0,-1 1 0,1 1 0,6 4 0,-5-4 0,5 4 90,-6-4-412,2 2 322,0 1 0,3 2 0,-3-1 0,0-1 0,-4-1 0,1-1 0,-2-1 0,1 1 0,-1 0 0,1 1 0,-1-1 90,5 5-90,-5-5 0,3 3 0,-5-5 321,-1-1-321,0 0 0,0 1 0,0-1 0,0 1 0,-1 1 0,0-2 0,0 0 0,2 2 0,-2-2 0,2 1 0,-4-2 0,0-1 0,-1 0 0,0-1 0,0 1 0,-1-1 0,1 0 0,1 2 0,-2-3 0,1 3 0,0-2 0,-1 0 0,0 1 0,-1-2 0,0 1 0,1 0 0,0 0 90,-1 0-90,0-1-90,1 1 90,-2-1 90,1 2-90,0-1 0,-1 1 0,1-1 0,0 0-90,0 1 90,0-2 90,1 2-90,0-2-90,-1 1 90,1-1 0,-1 0 0,4 1 0,-3-2 0,3 2 0,-4-1 0,6 0 0,-3 0 0,5 2 0,-6-3 0,2 2 0,-1-2 0,0 1 0,0 0 90,-1-1-90,-1 0 0,0 0 0,1 1 0,1-1 0,-1 1 0,1 0 0,-1-1 0,1 1 0,0-1 0,-1 0 0,0 1 0,1-2 0,-1 1 0,0 0 0,1 0 0,-1 0 0,0 0 0,3 0 0,-2 0 0,1-1-90,-2 0 180,0 1-90,2-2 0,-1 2 0,1-2 0,-3 1 0,1-1 0,0 1 0,0-1 0,1 0 0,-1 0 0,2 0 0,-3 0 0,2 0 0,-3 0 0,2-1 0,-1 0 0,-1 0 0,2-1 0,-1-1 0,0 0 0,2-2 0,-3 2 0,3-2 0,-2 2 0,1-1 0,0 0 0,0 0 0,0-1 0,0 1 0,0-1 0,2-2 0,2-1 0,-1 0 0,1 1 0,-1-1 0,-1 3 0,2-3 0,-2 2 0,0-1 0,4-3 0,-2 3 0,3-2 0,-4 2 0,-1 1 0,1-1 0,1 0 0,-1-1 0,1 1 0,0-1 0,-1 1 0,2-1 0,-2 0 0,7-9 0,-6 8 0,5-6 0,-7 8 0,-1 1 0,0 0 0,0 0 0,0 1 0,-1-1 0,0 1 0,1-1 0,2-2 0,-2 3 0,1-3 0,-2 4 0,-1 0 0,2-2 0,-2 2 0,2-3 0,-2 4 0,-1 1 0,0 0 0,-1 0 0,2-1 0,-2 1 0,1-1 0,0 1 0,0 0 0,0 0 0,0 0 0,1 2 0,1 1-90,-2 2 90,1 2 0,-3 1 0,1-1 0,-1 1 0,0-1 0,1 1 0,-1-1 0,1 0 0,0-1 0,0 1 0,0 0 0,0 0-89,0 0 89,2 2 0,0-1 0,1 1 0,-2-1 0,1-1-90,1 0 90,0 1 0,1 0 0,0 0 0,1 1 0,0-1 0,-1 1 0,1-1 0,3 3 0,-3-2 0,4 3 0,-5-3 0,4 4 0,-2-2 0,5 6 0,-6-6 0,4 3 0,-5-5 0,1 2 0,0-2 0,-1 1 0,2 0 0,3 5 0,-3-3-3277,3 2 3162,-3-3 115,-1 0 0,1 0 0,0 0 0,-1-1 0,1 1 0,1 1 3276,-1-1-3160,0 1-116,0 0 0,0-1 0,0 0 0,1 0 0,0 0 0,-1 1 0,1-2 0,0 1 0,0 0 0,0-1-90,5 3 180,-5-3-90,3 2 0,-1-3-90,0 1 90,0 0 0,-1 0 0,-4-4 0,1 2 0,0-1 0,-1-1 0,0 0 0,0 0 0,1 1 0,-1 0 0,4 0 0,-3 1 0,3-1 0,-1 2 0,-1-1-90,1 0 90,-3 0 0,1-1 0,-1 0 0,0-1 0,0 0-90,0 0 90,-1 1 0,2 0 0,-2 0 0,1-1 0,-1 1-90,1-1 90,-1 0 0,1 0 0,-1-1 0,0 1 0,-1-1 0,1 0 0,0 1 0,0-1-90,1 0 90,0 0 0,-2 0 0,2 0 0,-3-1 0,2 1 0,0 0 0,2-1 0,-2 1-90,1 0 90,-2 0 0,1-1 0,0 1 0,0 0 0,3 1 0,-4-1 0,3 0 0,-4 0 0,2 0 0,-1-1 0,0 0 0,0 0 90,0 0-90,0 0 0,0-3 0,-1-1 0,0-4 0,-1 0 0,1-1 0,0-1 0,-1 2 0,2-2 0,-1 1-3277,1-1 3162,0-2-72,4-9 277,-1 1-90,3-9-500,-1 4 500,0 0 0,1-1 0,-2 1 0,0-2 45,-2 4 0,1-1-45,1-5 0,0 1 0,-2 6 0,-1 1 90,2-9-315,1 1 225,-2-1 90,1 1-90,-1 0 90,1-1-90,0 0 0,1 0 0,-1 1 90,1 0-90,1-1 2105,0 1-2015,1 1-90,-1 0 316,0 1-316,1 1 0,4-12-488,-6 17 0,0 0 488,0 1 0,1 0 0,6-15 57,-4 10-57,0 2 745,0-1-745,5-10 90,-4 11-90,4-10 0,-3 8 0,5-8 90,-2 6 912,1-4-1002,-4 11 0,1-2 0,0-1 0,-1 1-269,1-1 359,-1 0-90,1 0 0,0-1 0,-1 1 0,1-1 0,-2 0 0,1 0-357,-1 0 357,1 0 0,-1 1 0,1-1 90,0 0-90,0 1 0,-1 0-77,1 0 77,6-8 0,-4 6 0,4-6 0,-6 9 90,-1 2 527,0 2-617,-3 1 90,2 0 0,3-6-90,-3 4-438,1-3 438,-2 4 90,0 0-90,2-2 0,-1 1 0,-1 4 169,0 0-169,3-5 90,-3 4-90,5-7 393,-5 7-393,2-1-118,-2 3 118,-1 2 0,0-1 935,-2 2-845,1-2 0,5-6 0,-2 2 0,1-3-90,-4 5 90,-3 6 405,0 0-405,-1 1 243,0 0-333,0 0 90,-1 2-90,0-1 90,0-2-90,1 1 90,1-3-90,-1 4 0,-1-2 0,-1 5 90,0-2-90,0 0 0,0 1 0,0-1 0,0 1 0,0-1 0,0-1 0,1 2 0,-1 0 0,1-2 0,0 2 90,1-2-90,-1 2 0,-1 0 0,1 0 0,0 1 0,0-2 0,-1 2 0,0-2 0,1 1 0,-1 0 0,2-1 0,-1 1 0,1-3 0,-2 4 0,1-4 0,-1 3 0,0-2 90,0 2 0,0 0 360,-1-1-450,-2 1 0,-1 0 90,-2 0-90,1 2 0,-1 0 0,0-1 90,0 1-90,0-1 0,0 0 0,0 0 0,1 0 0,-2-1 90,1 0-90,-1 0 0,1 0 0,1 1 0,-1-1 0,-1 0 0,-3-3 0,-1-1 0,0-1 0,0 2 0,2 0 0,0 2 0,0-1 0,0 1 0,0-1 0,1 1 0,-4-3 0,2 2 0,-1-2 0,2 4 0,0-2 0,-2-1 0,3 2 0,-2-2 0,0 0 0,2 2 0,-2-3 0,1 2 0,1 1 0,-2-2 0,3 3 0,0-1 0,0 1 0,1 0 0,0 0 0,0 1 0,-1 0 0,1-1 0,-2-1 0,1 1 0,0-2 0,1 2 0,0 0 0,0 0 0,-3-2 0,3 1 0,-4-1 0,3 1 0,-3-3 0,2 2 0,-3-3 0,3 3 0,-1-1 0,-3-3 0,2 1 0,-2-2 0,2 4 0,1 0 0,0 1 0,0 0 0,0-1 0,-1 1 0,1-2 0,-1 0 0,-5-3 0,4 3 0,-4-2 0,4 3 0,-6-3 0,4 2 0,-5-2 0,4 2 0,0 1 0,-1 0 0,-7-3 0,4 2-279,-6-2 279,7 3 0,1 1 0,0 1 0,1-1 0,1 0 0,-1 0 0,1 1 0,1 0 0,0-1 0,-5-1 0,2 0 0,1-1 0,1 2 0,5 2 279,0 0-279,0 0 0,1 1 0,1 0 0,-1-1 0,0 0 0,-1 1 90,1-1-180,0 1 90,1-1 90,-1 1-90,-2-2 0,2 2 0,-1-1 0,2 1 0,1 1 0,-1 0 0,1-1 0,-1 0 0,1 1 0,-3-2 0,3 2 0,-1-1 0,0 0 0,1 1 0,-1-1 0,2 1 0,-1 0 0,-2-2 0,0 1 0,0-1 0,2 1 0,-1 0 0,0 0 0,1 0 0,-1 1 0,-1-2 0,1 2 0,-1-2 0,2 2 0,0 0 0,0-1 0,0 1 0,1 0 0,-1-1 0,0 0 0,0-1 0,1 1 0,-3-2 0,1 2 0,-2-3 0,0 1 0,1 1 0,-2-3 0,3 3 0,-1-1 0,2 1 0,-1 1 0,1-1 0,-1 0 0,0 0 0,1 0 0,-1 0 0,1 0 0,0 1 0,0 0 0,-1 0 0,2 0 0,-3-1 0,2 0 0,-1 0 0,1 2-90,-2-3 90,-1-1 0,0 1 0,0 0 0,3 2 0,0 1 0,0-1 0,0 1 0,-1 0 0,-1-1 0,-2-2 0,1 1 0,-2-1 0,4 2 0,0 1 0,1-1 0,0 1-90,0-1 90,0 1 0,1 4 0,0 4 0,3 3 0,0 0 0,0-1 0,0-2 0,0 2 0,0 0 0,0 0 0,1 1 0,-1 1 0,0 0 0,0 2 0,0-1 0,1 2 0,-2-1 0,1 8 0,0-5 0,0 6 0,-1-7 0,0 7 0,0-5 0,0 6 0,0-7 0,0 0 0,0 0 0,-2 7 90,1-5-90,-3 6 0,2-5 0,-2 0 0,1 2 0,-2-2 0,1-1 0,0-1 0,1-3 0,0 1 0,1-1 0,-1 2 0,0-1 0,0 1 0,0-1 0,1-2 0,-1 1 0,1-1 0,0 1 0,0-1 0,-1 2 0,-1 5 0,1-5 0,0 3 0,-1-1 0,2-5 0,-1 4 0,1-5 0,0 0 0,0-1 0,0 1 0,0-1 0,0 1 0,1-3 0,0 1 0,-1 2 0,1-2 0,-2 3 0,3-4 0,-1-1 0,0 1 0,-1 0 0,1 1 0,-1 0 0,0-1 0,0 0 0,-1 1 0,2-2 0,-2 5 0,1-6 0,0 2 0,2-3 0,-2 1 0,2-1 0,-1 2 0,0-2 0,1 2 0,-1-2 0,1 2 0,-1-2 0,0 0 90,1 0-90,-4-6 0,2-2 0,-1-3 0,1 0 0,1 3 0,0-1 0,0 0 0,-1 1 0,0-1 0,1-1 0,-3-2-90,2 0 180,-3-1-180,2 2 90,0 0 0,0-1 0,0 1 0,-1-1 0,-3-5 90,2 5-180,-4-6 90,4 5 0,-2-1 0,0-1 0,-1 1 0,-1-2 0,-3-1 0,-1 2 0,-2-1 0,-1 1-425,-1 2 425,-4-1-3252,-9-2 3252,5 3 0,-6-2-2002,8 3 2002,1 2-167,-10-2 167,9 3-45,3-1 0,-1 1 235,0 0-190,-12-3 0,17 5 0,-4-2 0,6 2 0,1-1 2271,0 0-2271,0 0 90,1 2-180,-1-2 90,0 2 0,0-1 0,1 0 0,-1 1 0,0 0 0,-6-1 0,5 1 3009,-6 0-3009,0 0 0,5 1 0,-4 0 0,7 0 0,1 1 376,0 0-376,0 0 0,1 0 0,1-1 0,0 1 0,1 0 0,0 0 0,1 0 0,0 0 0,0 0 0,1 0 0,0 0 0,0 0 0,-2 0 0,1 0 0,-1 0 0,0 1 0,4-1 0,-2 0 0,1 0 0,1 0 0,-1 1 0,-2 0 0,2-1-90,-2 1-450,2-1-449,1 1-1710,1 2 720,3 2-629,3 0 2608,2 1 0,1 1 0,1 0 0</inkml:trace>
  <inkml:trace contextRef="#ctx0" brushRef="#br1" timeOffset="13034">5224 6233 16346,'-5'-6'-3277,"0"0"0,1 1 959,1 1 2327,-2-2-47,2 3 348,-2-3-250,2 3-746,-1-1 800,1 1 127,0 0 178,-1-1-246,0 1 378,1 0-597,5-2 2413,2 2 627,9-2-719,4 1-118,7-1-286,5-2 73,8 0-1045,-17 2 0,1 1 79,3-1 1,1 0-1204,0 1 1,2-1-78,-1 1 1,3 0-1,1 0 160,6 0 1,2 0 0,0 1 47,-1-1 1,0 1 0,0-1 10,1 2 0,1 0 1,-3 0-36,3 0 1,-2 1-39,-3 0 1,0 0-18,-1 1 1,2 0 88,-4 0 0,2 0 0,-1 0-68,5 0 0,-1 0 82,-5 0 0,2 0 0,-3 0 3,1-1 0,-1 1 61,0 0 1,-1 0-31,-1 0 0,0 0 2,-2 1 1,0 0 10,-3-1 1,-1 0-3194,19 2 4405,-7-2-1230,-5 0 38,-5 1 1991,-6-1-2208,-3 1-38,-3-1 2087,-2 1-2122,-1-1 1923,-1 0-1746,-1 0 74,0 0-14,-1 1-107,0-1 134,-1 0-93,1 1 88,-1-1-146,2 0-11,-1 0 108,-1 1-168,0-1 135,0 1-85,0-1 101,0 1-118,1 1-130,-2 0-134,1 0-53,-2-1 37,2 1-14,-1 0 134,0 1-200,4 2 36,-2-1 73,2 2 149,-3-2-63,1 1 4,1 2-95,-1-1-31,1 2 36,0 1 73,-1 0 91,4 4-29,-2-2 155,9 14 13,-4-4-830,6 11 1008,-5-8 153,1 0-25,0 2-113,-4-7 1,1 0 79,5 10-598,-6-9 1,0 0 549,4 6-12,0 4-2,0 0-12,0 2 39,0 2 39,-4-3 48,1 2 4,0 1 3,-3-3 135,1 4-122,-4-3-39,1 1-21,-2 0-11,0 2-35,-1 0 29,-1 0-16,0 2-33,0 1-1294,-1 0 1342,-1 2 101,0-1-107,-1 1-269,0-1 241,0-2 7,-1 1-7,0-2-118,1-13 1,-1-1-59,0 11-14,1 4-14,-1-16 765,1-2-786,0 9-166,1-7-10,-1 3 165,1-7-13,-1-9 1044,1 1-1052,-1-3 1596,0-1-1577,0 1 667,0 0-492,0 0-3,-1-1 142,0-1-91,-2-1 153,-1-1-105,-1-2-61,-5-1-21,3 1-13,-2 0 21,2-1-49,-1 2 23,-7 0-315,1 0 87,-7 1-17,-15 2 96,1 0-277,10-1 0,-2 0 348,4 0 0,0 0-800,-1 0 0,0 0 789,-2 1 1,0-1 89,-1 0 1,-1 1-2,-4 1 1,0-1-1151,-3 1 0,1 0 1151,-5 1 0,1 1-1,-1-1 1,0 0 52,0 0 0,0 1 44,0-1 0,0-1-1,0 1 1,0 0 43,3-1 0,1-1-46,1 1 0,0-1 44,4 0 1,1 0-977,0-1 1,1 0 927,1-1 0,-1 1-99,-8-1 0,-1 1-225,12-2 0,0 0 223,-7 1 0,1-1 365,-4 0-379,5 0 1168,2-2-1172,6 1 2271,2-2-2187,-3 1-81,7 0 87,-2 0-80,8 1-2,0-1 8,1 1 5,1-1 1827,0 1-1589,-2-1-63,3 1 39,-1 0 863,0-1-876,3 2 784,-2-1-672,1-1-114,-1 1-128,1-1-1,1 0-114,-1 0 59,2-1-206,0 0-48,1-1 53,-1 0-93,1 0-53,-1-3 111,2 1 10,0-2 120,0 3 119,0-3 2,1 1 87,-1-3 64,0-10 62,2-9-20,-2-6-935,1 5 1,1-1 792,-1 6 1,0-1-13,1-8 1,0-1-3,-1 4 0,0 0-15,0-1 1,0-1-1441,0-5 1,1-2 1415,-1-1 0,0-2-653,1 11 0,-1-1 0,1 0 636,-1 0 1,1-1 0,-1 0-380,0 0 1,0-1-1,0 0 394,0 1 0,0 0 1,0-3-81,-1 1 1,0-3 0,0 0 0,0 2 207,0-2 1,0 1 0,0-1-63,0 3 0,-1-3 1,1 1-1,-1 3 55,1 1 0,0 2 0,-1 0-6,1 0 0,-1 1 0,0 1 145,-1-11 0,1 1 112,-1 2 0,0 1-198,0 6 0,1-1-62,-2-2 1,0-2-1,1 3-21,-1 3 0,1 0-68,0 2 0,-1-3 0,1 4 458,0 4 1,-1 3-349,0-8 1329,-2-2-1514,3 14-43,1 3 810,1 1-957,-1 2 2824,1 0-2764,0 3-322,0 1 113,0 10 838,1 2-1337,0 6-321,1-2 1373,-1-1 1,-1 5 0,1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51:17.36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18226 838 5734,'1'-6'0,"1"0"0,0 1 0,-1 0 47,0-4-5,-4-3-41,-2 2-1,-1 0 0,-8 3 0,-20 5 0,3 10 0,0 3 0,6-6 0,0 2-332,-3 6 0,2 4 332,12 0 0,3 2-1586,4 4 0,2 0 1586,-3 1 0,2-1 0,4-1 0,6 0 0,14 10 0,5-2 0,-7-12 0,2 0-663,0 2 0,1 1 1,-1-4 662,13 1 0,-12-8 163,-2-1-163,6 10 1315,-10-7-1315,3 7 0,-26 8 0,4-14 0,-10 15 0,-6-12 1039,7-6-1039,-10 4-190,7-8 1,-1-1 189,-8 0-732,5 0 1,0-2 731,-1-3 0,-7-4-169,8-11 0,5-1 0,6-6 1</inkml:trace>
  <inkml:trace contextRef="#ctx0" brushRef="#br0" timeOffset="433">18359 1150 5739,'-8'-21'175,"1"3"-85,6 33-90,1 3 0,0 14 0,0 6-1639,0-4 1,0 1 1313,0-6 0,0 1 0,-1-2 755,1 4 0,-1-1-385,1 8 0,0-4-45,0-4-90,0 7 0,1-1 90,0-16 0,1 9 0,-2-23 0</inkml:trace>
  <inkml:trace contextRef="#ctx0" brushRef="#br0" timeOffset="834">18318 1121 5773,'-1'-6'-6,"1"0"12,0 0 45,7-6-51,-2 5 45,12-2 0,4 2-3322,4 4 3219,-5-1 1,2 1 57,3 7 0,1 3 0,-7 4 0,0 3 45,4 5 0,-2 2-45,-7-5 0,-5 1 0,-8 13 0,-11-14 0,-3-2 0,0 1 527,-1 0 0,-1-2-527,2-4-90,-7 0 90,1-3 0,7-7 0,8-5 0</inkml:trace>
  <inkml:trace contextRef="#ctx0" brushRef="#br0" timeOffset="1634">18817 1168 5767,'2'-7'237,"-2"-2"-237,-1 4 90,-3-3 89,-9 1 1,-16 17-180,6-8 0,-6 16-528,20-7 438,-3 7 90,5-3 0,-2 5-90,5-2-3187,6 13 3244,0-12 33,6 6 0,-2-20-90,5 0 90,-4-2 0,5-1 0,1-5 177,16-20-177,-15 7 0,1-1 0,1 0 0,-1 0 0,1-10 3276,-10 21-3250,6 18-26,-5-5 0,8 12 0,2 2 0,-1-3 0,-3-1 0,1-2 0,8-3 0,13-14 0,-6 1 30,-5-14 0,3-9 0,-4 0-30,-6 0 0,-2-3-826,3 2 0,1-2 0,-3-2 826,-6-1 0,-4-1 0,-1 0 0,0-1 0,-2 0 0,1 1 0,-1 4 0,1 2 0,-1-1 0,2-18 0,-5 14 0,-3 30 0,1-1 0,-3 25 0,0 15 0,2-12 0,1 1 0,0 0-857,0 0 0,-1 0 0,1 0 857,0-1 0,0 0 0,1 0 552,2 2 0,0-1 1,1-3-553,0 12-1135,1 1 1,0-5 1134,1-19 0,4 4-253,5-5 253,-1-1 104,1-10-104,-7-6 0,3-6 0,2-3 0</inkml:trace>
  <inkml:trace contextRef="#ctx0" brushRef="#br0" timeOffset="1849">19238 1080 5739,'33'7'85,"-13"-3"-40,15-6 0,1-2-45,-5-1-1639,-2 1 1,-2 0 996,-5 0 642,-7 1 31,-4 0 0,1 1 0,-5 1 0</inkml:trace>
  <inkml:trace contextRef="#ctx0" brushRef="#br0" timeOffset="2116">19556 1142 5824,'5'2'359,"0"1"-269,-1 9-90,-1 0 0,0 4 45,-2 5 0,-1 2-225,0-3 1,1 1 89,-1 1 0,0 0 90,1 10-184,-1-24 0,1-3 1,0 1-1</inkml:trace>
  <inkml:trace contextRef="#ctx0" brushRef="#br0" timeOffset="2381">19595 866 5824,'-3'-16'359,"0"2"-359,2 7-89,-1 10 89,1 3 0,1 7 0,2 3 0</inkml:trace>
  <inkml:trace contextRef="#ctx0" brushRef="#br0" timeOffset="3151">19932 1298 5914,'9'-10'180,"-2"3"-91,-3 0 181,-3-5-90,-7-1-90,1-1-90,-5 3 0,-20 10-90,15 2 0,-9 7 0,1 3-90,8 10-655,-5 5 745,17-3-90,16 3 180,-7-11-90,18 5 90,-14-21-356,5-1 356,-8-4 807,0-3-807,3-6 0,-2 5 0,7 0 0,-9 16 0,5 4 0,1 16 0,1-6 0,3-1-45,7-4 0,2-3-1459,0 0 1,1-5 1503,-2-8 0,-1-6 0,2-14 0,-1-9-568,-9 5 1,0-5 0,0-1 0,-1 3 567,2 1 0,0 1 0,-1-4-28,-4 0 1,1-5 0,-1-4 0,-1 1 0,-1 4 0,-2 6 27,0 0 0,-2 2 0,1-12 0,0-3 0,-1 10 0,-2 15 0,-2 25 0,0 2 0,-2 13 0,-1 5 0,0-11 0,0 3 0,0 4 0,0 4 0,0 3 0,1-2 0,-1 5 0,1-1 0,-1 1 0,1 1 0,-1 0 0,2-1 0,1 2 0,2 0 0,1-7 0,3-1 0,-1-7 0,1-3 0,2-4 0,11 0 0,1-14 0,3-3 0,2-3 0,1-2 0,-4-3 0,1 0 0,0 0 0</inkml:trace>
  <inkml:trace contextRef="#ctx0" brushRef="#br0" timeOffset="3484">21111 909 5914,'5'-7'359,"7"0"-359,-4 4 90,12 0 0,6-1-1729,-1-1 1,1 1 1196,3-1 0,1 1 442,-2-1 0,-3 0-90,4 0 340,-2 0 0,0-1-250,0 1 0,3-2 0,-37 7 0</inkml:trace>
  <inkml:trace contextRef="#ctx0" brushRef="#br0" timeOffset="3768">21370 943 6004,'8'-1'449,"1"23"-449,-6-7-172,-1 9 0,-2 9 1,1 0 171,-2 1 0,0 1 0,0-1 0,1-3 0,-1 1 0,0-2-274,0 1 1,0 0 0,1-5-87,0 5-2378,-2-10 2738,1 4 0,-2-15 0,1-8 0</inkml:trace>
  <inkml:trace contextRef="#ctx0" brushRef="#br0" timeOffset="3999">21211 1409 5914,'4'6'269,"14"-1"-179,1-5 0,8 1-90,-7-3 0,4-2-208,0-3 0,3-3 0,-1 1 208,2 0 0,1 0-547,-3-1 1,0-2 0,-3 1 0,5-7 0,-3-1 0</inkml:trace>
  <inkml:trace contextRef="#ctx0" brushRef="#br0" timeOffset="4484">21636 1167 6004,'-4'7'269,"0"-3"-224,1 15 0,2 2-45,-2-4 0,0 1 0,0 2 0,-6 7-3277,2-4 2213,-2 1 1923,9-17-859,3-11 0,6-8 0,10-16-45,-2 5 0,2-2-1089,-4 5 0,0 0 1134,3-5 0,1 4 1134,-2 8 0,-1 4-1134,2 4 0,16 16 0,-28 10 0,-3 3-1134,2-3 0,-1 1 1134,-3 1 0,1 2 1089,0 5 1,0-2-1090,1-3 0,2 5 0,1-4 0,-1-18 0,9 0 0,-2-14 0</inkml:trace>
  <inkml:trace contextRef="#ctx0" brushRef="#br0" timeOffset="4865">21966 1139 5824,'0'-9'359,"6"27"-359,-3-10 0,4 25 90,-1-3 0,0-1-90,1-2 0,-1-3 0,1 5 0,0-6 90,2-3-90,3 6 0,-3-22 0,4-18 0,1-11 0,2-4 0,3-5 0,-2 2 0,-2 6 0,-1 1 0,0-1-1093,3-7 1,0-1 0,-3 7 887,-3 4 115,-3 9 90,0 14 0,-5 4 0,-1 13 0</inkml:trace>
  <inkml:trace contextRef="#ctx0" brushRef="#br0" timeOffset="5034">22436 1242 6094,'14'-8'539,"-6"4"-449,4-2 180,-5 1-270,-3 2 0,-4 4 0,-10 4 0,-9 6 0</inkml:trace>
  <inkml:trace contextRef="#ctx0" brushRef="#br0" timeOffset="5783">18128 1895 5824,'-6'-4'180,"0"-2"-90,3 2-1,1 12-89,2 1 90,-1 25-60,1-3 0,-1 7 0,0-4-30,0-6 0,0 2 0,1 5 0,-1 6 0,1-1 0,0-7-90,1-9 0,1-2-393,-1 10 1,0-2 303,3-5 179,0-18 0,2-5 0,1-5 0</inkml:trace>
  <inkml:trace contextRef="#ctx0" brushRef="#br0" timeOffset="6299">18128 1895 5824,'0'-7'90,"1"-2"0,16 5 0,-3-1-90,13 4 44,5 1 1,1 0-45,-4 1 0,-3 2 0,5 1 0,-10 4-3277,-10 14 2303,6 7 974,-25 0 859,-4-6-859,-4-4 0,-3 4 0,0-1-45,2 1 1,0-1 44,1-1 0,-1 1 0,3-2-613,2 4 613,20-19 0,0-4 3089,25-3-3179,-4 2-2999,7 1 3089,-15 4 0,-14 4 0,-1 5 0,1 4 0,0 1-1009,3 7 1009,-3-5 0,1 0 0,8 3 0,1-2-90,-1-1 45,1 0 0,0-4 39,-5-11 6,11-1 0,-1-6 0,11 0 0</inkml:trace>
  <inkml:trace contextRef="#ctx0" brushRef="#br0" timeOffset="6964">18795 2217 5824,'-4'-10'539,"-4"4"-449,-6 13-90,2 0 90,-3 8-90,5 4 0,1 0 0,2-2-45,-2 2 0,2 1-135,15 4 90,12-6 1,-2 2 89,6-10 0,5-19 0,-16 3 0,3-8 0,-3-4-3277,-11-3 3251,0-8 26,-7 9-89,2 5 89,0 4-180,15-11-2089,-4 13 2269,15-11-30,-3 1 0,4-6 0,-2 3 475,-7 5 0,1-1-447,2-3 1,4-3 0,-1-2-1,-4 4-522,-4-3 1,-2 3 523,0-1 0,0-1 0,0-6 0,-3 1 0,-3 10 0,-2 1 0,2-1 0,-2 1 0,1-3 0,-4 17 0,-2 20 0,-3 20 0,1-4 0,2-12 0,-1 0 0,0 4 0,-1 4 0,0 2 0,1 0 0,-1 1 0,0 3 0,1 0 0,-1-2 0,2-4 0,-1 6 0,0 0 0,0-5 0,-1 6 0,0 1 0,2-2 0,1-6 0,5 0 0,1-5 0,0 11 0,9-17 0,2-8 0,-2-18 0,14-9 0</inkml:trace>
  <inkml:trace contextRef="#ctx0" brushRef="#br0" timeOffset="7185">19105 2082 5824,'13'-3'0,"-2"1"-1639,21-4 1,4 0-746,-5 0 2646,-9 2 1,4-2 0,0 2-263,6-1 0,-2 2 0,-11 0 0,0 2 0,14-2 0,0 0 0</inkml:trace>
  <inkml:trace contextRef="#ctx0" brushRef="#br0" timeOffset="7899">19595 2160 5821,'-7'6'632,"-8"1"-452,-4 1-180,-1-1 90,-7 6-135,8 1 0,1 4-90,3 1 0,2 0 90,-4 1 0,4 0-45,7 11 1,11-22-1,12-4 0,-6-4 90,8-4-45,-2-13 0,-1-4 45,-1 3 0,2-3 0,-2 0 0,-8 7 0,5-7 0,-4 13 0,3-4 0,-5 16 0,8 17 0,-2-3-1639,6 3 1,2 0 1523,-2-3 115,-4-4 0,3-5-1135,8-11 1,-1-5 1134,0-2-41,-2-12 0,4-10 0,0-4 1,-6 6 40,-7 2 0,-2 0 0,2-2 0,2-6 0,-1 0 0,-4 6 0,-6 6 0,-1 1 0,0-8 0,-1-3 0,1 4 0,-1 7 0,-1 2 0,2-19 0,-1 7 0,-2 24 0,-2 44 0,1-15 434,-1 4 1,0 6-413,-1-2 1,-1 5-1,0 0 1,1-5-23,0-2 0,0 2 0,-1 0 0,0 8 0,0 2 0,0-3 0,1-9 0,3-6 0,-1-2-126,-1 14 1,2-3-55,10-7 180,8-18 0,1-3 0,5-11 0</inkml:trace>
  <inkml:trace contextRef="#ctx0" brushRef="#br0" timeOffset="8149">19931 2118 5824,'15'2'90,"6"-1"0,4-2-1729,12-4 1,0-1 446,-8 2 0,-1 1 1123,5-3 0,-5 0 1,-15 3-1,-1 0 1</inkml:trace>
  <inkml:trace contextRef="#ctx0" brushRef="#br0" timeOffset="8367">20213 2107 5914,'2'7'180,"-2"0"-91,1-1 91,-5 19-180,2-9 90,-3 15-45,0-10 0,1 1-225,0 1 0,1 0 90,-2-1 1,1 1 89,3-1 0,0-5 0,1-11 0,2 3 0</inkml:trace>
  <inkml:trace contextRef="#ctx0" brushRef="#br0" timeOffset="8634">20278 1888 5824,'4'-11'67,"1"1"1,-3 5-1,0 0 1</inkml:trace>
  <inkml:trace contextRef="#ctx0" brushRef="#br0" timeOffset="9534">20551 2184 6363,'-9'2'270,"1"-1"-180,0-1 180,-17 12-270,9-4 0,-12 9-90,13 1 0,1 0-3187,1 0 3174,0 2 1,2-2 12,7-5-180,3 6 1,12 4 269,-4-6-45,12-12 0,1-5 45,0-11-1570,12-6 1570,-20-1 0,-4-5 45,-6 4 0,0 0-45,1-9 0,-5-7 90,-3 8-90,3 15 0,2-12 0,19 15 0,-4 3 784,14-4 1,1 1-695,-9 2-90,10-3 0,-2 0 0,-13 4 90,6 0 3186,-16 6-3218,-8 16 0,-4 5-58,0 0 0,-1 4 0,-3 6 0,1-2-1639,3-7 1,0-2 1580,-3 9 1,1-1 57,2-4 90,4-13-90,3-6 0,2-1 0,21-27-1134,-11 9 0,0-1 1134,5-4 0,0-1 450,-3 3 1,0 0-451,0 0 0,1 1 0,10-9 0,1 5 0,-6 15 0,-1 2 0,3-9 0,-5 7 0,-14 35 0,-10 11 0,1-18 0,-1-1 0,-2 10 0,0-1 0,0 1 1367,6-19-1816,8 11 269,-2-14 180,14 4 0,-2-19 0,8-6 0</inkml:trace>
  <inkml:trace contextRef="#ctx0" brushRef="#br0" timeOffset="10234">21266 2216 3682,'-7'1'359,"-1"1"493,1-3-762,0 1 735,-22 2-735,9 2 0,-13 1-362,14 2 362,-1 5-1430,5 2 1,0 0 1339,-4 5-84,5 2 1,6 1-7,9-10-90,10 8 180,17-29-89,-6 3 274,1-12 0,-1-1-185,-9 6 0,1-3 0,-1 4 0,-4 16 0,-2-2 2722,-1 11-2722,-3-3 0,12 22 0,-8-17-90,9 15 90,-2-20-90,7-9-1901,0-1 1991,4-10 48,-9-10 0,1-9 0,-3 4-48,-2 6 0,-1-1 0,1-5 0,2-7 0,0-3 0,0 1 0,-4 6 0,-1-8 0,-1 3-873,1 1 1,0-1 0,-2 5 872,0-8 0,-10 41 0,0 5 22,-3 10 0,-3 10 1,-1 2-1,2-3-22,-1 4 0,0 0 33,1-5 1,-1 4-1,0-1 1,1-3-34,-1 8 0,4-3 71,5-6 0,4-2-71,7-1 0,5-3 0,-2-5 0,4-5 0,8-12 0,-1-1 0</inkml:trace>
  <inkml:trace contextRef="#ctx0" brushRef="#br0" timeOffset="10567">22331 2009 5914,'-4'-9'180,"1"2"-1,2 3-89,0 0 0,2 1 90,30-5-90,-13 4-90,1 1 0,2 0-45,1 1 0,1 0-180,0 1 0,0-1 135,0 0 1,-1 0 89,12-2 0,-30 3 0,1 0 0</inkml:trace>
  <inkml:trace contextRef="#ctx0" brushRef="#br0" timeOffset="10849">22407 2059 5914,'-1'7'539,"3"8"-3816,-3 20 984,2-4 2738,-4 3 1,-1 6 0,0-5-446,2-15 0,-1 1-90,0 5 0,-1 6 0,1-1 0,0-6 90,-1 9 0,2-13 0,0-1 67,0-2 1,0-14 0,1 1 0</inkml:trace>
  <inkml:trace contextRef="#ctx0" brushRef="#br0" timeOffset="11066">22299 2481 6094,'16'5'269,"-3"-3"-269,8 0-90,2-4 0,5-2 1,-4 1-91,13-4-913,-11 3 1,4-1 0,-4-1 1070,-6-1 1,-4-2 0,13-6 0,-12 5 0,1-1 0</inkml:trace>
  <inkml:trace contextRef="#ctx0" brushRef="#br0" timeOffset="11550">22693 2272 6004,'-9'0'269,"1"6"-179,0 28 0,2-6-1447,2-8 1,1 0 1356,-1 1 0,1-2-2000,-1 8 2000,1-8 90,0 4-90,6-24 0,11-17 0,6-7 0,2-3-112,-6 6 1,0 1 111,6-8 0,2 1 1291,-3 7 1,-1 3-1292,-1 3 0,17 8 0,-32 36-1297,3 7 1297,-5-13 0,-1 2-441,7 6 1,0-1 440,1 5-360,8-5 0,3-9 360,2-24 0,11-2 0,-9-16 0</inkml:trace>
  <inkml:trace contextRef="#ctx0" brushRef="#br0" timeOffset="11916">23117 2186 6004,'1'5'449,"-1"-1"-314,4 25 0,2 10-105,0-13 0,1 1 0,0 0-30,-2-1 0,0-1 0,0 0-1639,5 12 1,0-7 1062,-4-19 576,-1-1 814,5-1-724,20-12-90,-8-1 22,0-9 1,6-7-1,1-3 1,-6 4-23,-3 2 0,0-1-265,0 0 1,4-3 0,-1-1 0,-2 2 174,2-5 0,-2 2-1183,-6 7 1,1 1 1186,1-5 0,-2 4 391,-2 14 0,-15 14 0,-1 10 0</inkml:trace>
  <inkml:trace contextRef="#ctx0" brushRef="#br0" timeOffset="12483">21331 2690 6004,'15'0'112,"7"1"0,8 0 1,3-1-1,-4 1-82,0 0 0,-1-1 0,2 1-850,5 0 1,4 0 0,-1 0 0,-2-1 54,-1 0 1,-3 1 0,1-1 786,-5-1 1,0 1-1,2-1 1,5 0-81,-8 0 0,4-1 0,2 0 0,3 0 0,0 0 0,1-1 0,0 1 0,0-1 0,-2 1 0,-2 0 58,4 0 0,-3 0 0,0 0 0,0 1 0,0-1 0,3 0 0,2 0 0,-7 0 0,2 0 0,2 0 0,1-1 0,2 1 0,0-1 0,0 1 0,-1-1 0,0 0 0,-2 1 0,-1 0 0,-3 0 0,-2 0 0,6-1 0,-3 1 0,-2 0 0,-1 0 0,-1 0 0,2 1-81,3-1 1,0 0-1,0 0 1,0 0-1,-3 1 1,-4-1 80,3 0 0,-4 0 0,-2 0 0,5 0 0,-2 0 0,1-4 0,-1 1 0,8-3 0,-14-7 0,-29 6 0,-6-3 0</inkml:trace>
  <inkml:trace contextRef="#ctx0" brushRef="#br0" timeOffset="17616">3930 4195 5734,'-10'-4'0,"1"1"0,2 0 0,1 0 42,-2-3 0,3 2 54,-4-5-6,5 4-90,6-5-3277,18-4 3252,-4 3-1065,10 2 1,2 2 1089,0 1 30,0 1 0,7 0 0,4 0-30,-10 1 0,2 1 0,3 0 0,-1 0 0,0 1 0,-3-1-154,5-1 1,-2 1 0,-1-1 0,3 1 153,-5 0 0,2 0 0,0 1 0,1-1 0,1 0 0,0 1 0,-1-1 0,1 1 0,1-1 0,0 1 0,-1 0 0,-2 0 0,-4 0 0,8-1 0,-5 1 0,5 0 0,-8 0 0,4 0 0,2-1 0,1 1 0,0 0 0,-2 0 0,-2 0 126,9-1 0,-1 1 0,-3-1 0,-4 1-126,-6 0 0,-3 1 0,4-1 12,0 0 1,5-1 0,3 0 0,2 0 0,-1 1 0,-4-1 0,-3 0 17,3-1 0,-3 1 0,1-1-201,4 1 0,3-1 0,-1 0 0,-4 0 171,4 0 0,-3-1 0,0 1 0,3-1 98,-9 2 1,3-1-1,2 0 1,0 0-1,0 0-80,2 0 0,-1 0 0,2-1 0,-1 1 0,0 0-18,3-1 0,0 1 0,0-1 0,-1 1 0,-2-1 199,-2 1 1,0 1-1,-3-1 1,0 1-200,0-1 0,-1 1 0,1 0 0,0 0 0,1 0 0,0 1 0,-2-1-459,2 0 0,-2 1 1,2-1 458,-1 1 0,2-1 0,-2 1 0,-4 0 731,-6 1 1,1 0-732,11-1 0,7 1 0,-5-1-696,-7 0 1,0 1 695,5 0 0,3-1 0,-1 0-26,-4 1 1,-1-1 0,-2 0 25,-2 1 0,-1 0 314,3-1 0,2 0 0,1 0-314,-2 0 0,2 0 0,0 0 0,0 1-236,5-2 1,1 1-1,0 0 1,0 0 235,-2 0 0,0 0 0,-1 0 0,0 0 277,6 0 1,0 0-1,-2 0-277,-9 2 0,0-1 0,-4 1 0,12 0 0,-12 0 0,3 0 0,1 0 0,2 1 0,1 0 0,-3 0-416,-8 0 0,0-1 416,9 1 0,4 1 0,-7-1 753,-2 0-753,10 1 0,2 0 0,-2 0 104,-8 0 1,3 0 0,-4 0-105,3 0 0,7 0 1113,-4 1 0,1-1-1113,1 0 0,-2 1 0,-1-1 90,-4 0-90,1 0-714,5 0 1,7 2 0,-4-2 713,-12 0 0,0 0-12,8 0 0,7 1 0,0-1 1,-5 0 11,0-1 0,-2 0 0,1 1 0,1-1 0,-4-1 0,0 1 0,-4-1 0,4 0 0,-5 0 0,-1-1 0,-4 1 2335,-2-1-2335,10-1 70,-9 1-250,12-1-719,-22 1 899,-18 6 0,-13-2 0,1 1 0,0 0 0</inkml:trace>
  <inkml:trace contextRef="#ctx0" brushRef="#br0" timeOffset="21265">7336 6829 5804,'-5'-5'110,"0"-1"-20,2 3 0,1 0-1,-1 0 1,10 16-90,-3-5 0,7 11 0,3 4 0,7 3 0,-11-9 0,2-2 0,3-1 0,1-6 45,5-17 0,0-7-45,4 4 0,-1-3-1639,3-8 1,0-3 1580,-5 2 1,0 0 1,-6 4 1,1 0 0,2-2 19,-1 1 0,2-2 0,2 0 0,-1 0 0,-1 1-24,5-5 0,-2 1 0,1 0-411,-2 2 0,1-1 1,-1 2-1,-4 4 471,10-5-141,-20 17 1,1 2-1,-7 4 1</inkml:trace>
  <inkml:trace contextRef="#ctx0" brushRef="#br1" timeOffset="29520">7611 8444 17273,'3'-6'-866,"-1"0"1483,-1 1-944,-2-2-1191,-2 0 304,-1-2-42,7 19 576,-3-7 441,7 16-1411,3-2-114,1-6 286,4 5 1519,7-15 1,3-5 1314,4-3-537,-4-2 0,7-5 0,2-1 0,-3 0-434,-2-1 1,-2 0-1,2 0-57,-3 1 0,2-1 1,0 1-1,-2-1 312,2-1 0,-3-1 0,2 1-647,5-2 1,1 1-1,-2 1 245,-2 0 1,0 1-1,-3 3 1,2-1 0,1 0-1,-4 3 1,1 2-1,-1 0 1</inkml:trace>
  <inkml:trace contextRef="#ctx0" brushRef="#br0" timeOffset="30801">18241 9138 5734,'4'-5'90,"0"0"0,-1 0 0,0 1 0,0 0-90,4 15 0,0 6 0,1 3 0,-3-1 89,10 5-44,14-16 0,6-5 0,-2 5 0,2-1-1138,-5-7 1,1-1 0,-1-2 1034,5-2 1,-2-2 87,-9 2 0,0 0 0,2-2-30,7-2 0,2-2 0,-1 1 0,1-1 0,0 0 0,0-1 0,-3 1 0,0-1 0,0 0 0,-4 2 0,0-1 0,-1 1 0,-4 1 0,-3 2 0,-1 0 0,6-2 0,2 0 0,-5 3 0,-4 3 0</inkml:trace>
  <inkml:trace contextRef="#ctx0" brushRef="#br1" timeOffset="39484">4095 4809 13389,'-8'-1'-489,"2"0"378,-2 3 600,1-1-152,-7 6 112,5-4-182,-10 7-31,10-6 119,-5 2 110,6-3 554,-2 0-322,5-2 17,-6 3-209,6-3 107,-1 1-267,34-3-226,1 1-105,-7-1 0,2 0-287,1 1 0,3 1 88,4 1 1,5 0 0,2 0 66,-8 0 1,2 0-1,1 0 1,1 0-1,-2 0-538,-1 0 1,-1 0-1,1 0 1,-1 0 0,-1 1 310,8-1 0,0 1 0,-3-1 0,-4 0-549,-2 1 0,-2 0 816,-3-1 0,3 1-581,3 0 0,4 1 1,-3-1 588,-1 0 1,2 1 37,-5-1 1,6 1 0,1 0 0,-3 0 0,-6-1 2,-3-1 0,-1 0 9,8 2 0,4 0 1,-6-1-42,-3 0 41,-2-1 1,5 2-196,-1-1 0,3 1 1,-2 0 364,4-1 1,1 1 248,1 1 0,5 1 0,0-1 0,-8 0-253,-8-2 1,-1-1-514,7 3 0,4 0 0,-6-1 641,0-1-125,-5 1 0,2-1-5,11 2 1,1-1 13,-9 0 0,0-1 437,10 1 1,5 1 0,-7-2-386,-13-1 1,-1-1-63,10 2 1,5 0 0,-1-1-431,-8 0 0,0-1 0,-2 1 466,7 0 0,0 0 743,2 0 0,1 0-805,0-1 0,2 1 1,-4 0 63,-7-1 0,0 0 171,7 0 1,5 1 0,-2-1-370,-8 0 1,-1 0 0,0 0 1,5 0 1,0-1 0,1 0-622,-1 1 0,-1 1 1,1-2 656,-4 1 1,-1-1-1,2 0 684,0 0 0,2 0 0,0 0 1,-4 0-471,1 0 1,1 0-146,1 0 1,8-1-1,2 1 1,-1 0 0,-6-1-203,-3 0 1,-4 0 0,2 0-360,7 0 0,2 0 0,-3 0 657,2-1 0,-3 0 23,-6 1 1,1-1-310,0 0 1,1 1 0,-1-1 90,5 0 1,1 1-3,-6-1 0,2 1 0,-3-1-26,-7 2 1,2 0 27,6-1 1,6 0 0,2 0 0,0 0-1,0 0 0,0 0 1,1 1-1,1-1-4,-4 0 1,0 0-1,0 1 1,0-1 0,-1 1 50,1-1 1,-1 0 0,-2 1-1,0-1-76,0 1 1,-1 0 0,2 0-27,1 0 0,2 0 1,1 1-1,1-1 247,-2 0 0,1 0 0,0 0 0,1 0 1,-2 1-230,-1-1 0,0 0 1,0 0-1,-1 0 1,-2 1 217,2-1 1,-2 0 0,-1 0 0,-2 1-266,11-1 1,-2 0-489,-9-1 1,0 1 0,0 0 436,5 0 1,1 0 490,4-1 0,3-1 0,-6 1-425,-14-1 1,-1 1-586,15-1 0,-3-1 551,-7 0-60,-1 1-260,-2 0 1,0 0 210,7-1 965,3 0 0,-2 0-763,-12 2-75,16-2-105,-13 2-82,1 0 1301,0 0-1222,-4 0 2976,-2 1-2968,-6 0 72,6-1-33,-10 1-61,0 0-192,0 0 0,-10-7 0,-4-1 0</inkml:trace>
  <inkml:trace contextRef="#ctx0" brushRef="#br1" timeOffset="42066">10480 4726 22890,'3'0'-288,"18"3"1,15 0 0,0 1 205,-6-1 0,1 0 0,7 1 80,-10-2 0,4 1 0,4-1 0,3 1 1,2 0-1,0 0 0,0 0 0,-1 0 1,-2-1-1,-3 1 9,2-1 1,-3 0-1,-1 0 1,-1-1-1,1 1 1,1 0 0,2-1-5,-4 1 0,2 0 1,1 0-1,1 0 0,1 0 1,-1 0-1,-1 0 1,-1 0-1,-2 0 0,-2-1 8,8 1 1,-4-1-1,-1 1 1,1-1-1,3 0-7,-5 1 1,2-1 0,2 1 0,1-1 0,-1 1 0,0-1 0,-3 1 0,-2-1-20,2 1 0,-3-1 0,-1 0 0,0 0 0,4 0 32,-3 0 0,2 0 0,1 1 0,2-1 1,-1 1-1,1-1 0,-2 0 0,-2 1 6,9-1 0,0 1 0,-1 0 0,-4-1 1,-2 1 1,-3-1 1,-3 0 0,2 0-24,4 0 1,5 1-1,0 0 1,-4 0-1,-10-1-5,-3 1-26,0-1 0,-4 2-156,-14-1-829,1 1-255,5 11-532,-4-8 11,5 9 1357,-5-8 0,1 1 0,1 0 0</inkml:trace>
  <inkml:trace contextRef="#ctx0" brushRef="#br0" timeOffset="42750">13760 4934 5734,'26'-4'0,"-9"3"0,6 0 0,-1 2 0,6 1 0,4 0 0,3 1 0,2 0 0,1 0 0,-1-1-328,-4 0 0,1 1 0,2-1 1,1 0-1,0 1 0,1-1 1,0 1-1,0-1 0,0 1 1,0-1 115,-1 0 1,0 1 0,0-1-1,0 1 1,0-1 0,0 1 0,1-1-1,0 0 1,-1 1 0,1-1 0,0 0 211,-2 0 0,1 0 0,0 1 0,1-1 0,0 0 0,-1 0 0,1 0 0,-2 0 0,0 0 0,-1-1 0,-2 1 0,-1-1 0,8 1 0,-2 0 0,-1-1 0,-2 0 0,0 0 0,-2 0 0,1 0-27,4 0 0,0 0 1,-1 0-1,-2-1 1,-2 1 26,-3 0 0,-1-1 0,-2 1 0,1-1 34,9 1 0,0-1 1,-5 0-35,-7 3 0,-2-1 0,8-1 0,-4 1 0,-10 6 0,-24-3 0,-2 1 0</inkml:trace>
  <inkml:trace contextRef="#ctx0" brushRef="#br1" timeOffset="60266">12698 3938 8593,'-7'-3'-502,"1"0"349,2 2 139,-1-1-109,1 1 105,41 1-8,-14-1 1,4-1 0,5-2 0,2 1 0,2 0 0,0 1-340,-6 1 1,2 0 0,0 1 0,2-1 0,0 1 0,1 0 0,0 0 0,1 0 0,-1-1 335,0 0 1,0 0 0,1 0 0,0-1 0,1 1 0,-1-1 0,1 1 0,0 0 0,0 0 0,-1 0 34,-1 1 1,0 0 0,1 0-1,0 0 1,0 1 0,0 0-1,-1-1 1,0 1 0,-2 0 0,-2-1-1,-1 1-373,7 0 0,-2 0 1,-2 0-1,-1 0 0,0 0 1,0 0 375,4 0 1,2 1 0,-2-1 0,-2 0 0,-4 0 13,-2 0 0,-4 0 0,3 0-20,2 0 1,3 0 0,3 1 0,-2-1 0,-4 1 83,1-1 0,-3 1 0,3-1-393,3 1 1,5-1-1,-2 1 1,-8 0 171,7 0 8,-18-1 1500,-13 0-1504,2 0 2227,2-1-2388,5 2 97,-3-2 156,4 2 1,-23-2 0,-1 1 0</inkml:trace>
  <inkml:trace contextRef="#ctx0" brushRef="#br1" timeOffset="61281">9833 4008 12291,'-7'-3'-1086,"-2"-1"663,2-4-380,7-5 692,6 0 606,12 4 1,5 2-1723,-5 2 1,2 1 1533,7-1 1,6 0-236,-8 2 0,5 0 0,3 1 0,1 0 0,0 0 0,-2 0-394,0 1 0,-1 0 0,0 0 1,0 0-1,3 0 422,-3-1 0,0 1 0,2-1 1,0 0-1,2 1 0,2 0 1,1 0-148,-6 2 1,2-1-1,2 1 1,2 1-1,1-1 1,1 1 0,0 0-1,-1 0 1,-1 0-1,-1 0 1,-2-1 0,-2 1-1,-4-1 154,13 1 1,-7 0 0,-1 0 0,1 0-1,5 0-214,-10 0 0,2-1 0,2 1 0,2 0 0,1 0 0,0 0 0,1 1 0,-1-1 0,-1 0 0,-2 0 1,-1 0-1,-4 0-29,8 1 1,-3 0 0,-2-1-1,-1 1 1,-1-1 0,-1 1 199,7-1 0,-2 0 0,-1 1 0,2-1-186,-3 0 1,2 1-1,0 0 1,-2-1-1,-5 0-154,11 0 0,-8-1-170,-12-3 54,-9 1 238,6-1-59,-10 1 349,5 0-9,-5 1 1136,10 3-1369,-10 9-542,1-2 550,-7 5 1,-5-3 0,-2 1-1</inkml:trace>
  <inkml:trace contextRef="#ctx0" brushRef="#br1" timeOffset="78733">16892 7783 13019,'-1'-8'-1796,"-1"1"1069,0 1 293,0 2-180,0-1 358,-1 1-215,6 11 345,-2-5-298,3 10 281,-4 8 362,0-8-71,-1 11 0,0 1 398,-1-6-309,0 4 0,0 1-1562,-1-4 1875,-1 5-218,1-7-59,-3 8 0,0 0-19,1-2-151,-1 1 1,0 2-16,0-1 0,1-1-2685,0 10 2635,-1-9 1,2-1 7,2-4 1250,1-11-1440,1 2-83,0 1 24,0 0 2,0-5-176,0 1 42,1-3 3276,-1 1-3272,2-2-222,2-3 238,3-2 152,9 0 57,-4-1 196,3 1-21,8-1 82,6 2-45,2-1 256,-5 1-209,-16 0-164,0 2-3266,10 0 2643,-7-1 378,7 2 32,0-2-2239,-10 0 2250,10 1 37,-13-2-7,5 1 210,5 0 2254,8 1-2258,0 0-11,-5 0-21,-6 0-144,-6-1-4,-4 0 3398,1-1-3300,0 0 2,-1 0-54,0-2 63,-2-4-73,-1 2 119,0-4-31,-2 1-15,2 2 17,-1-13-19,2-5-2417,0-2 2334,0-3 218,1 8-21,2-13 1,1-5 18,0 3 0,0-2-889,-1 9 1,-1 0 0,1 1 884,0-2 0,-1 4 99,2-6-1746,2 0 1753,-3 4 476,1 5 0,-1 1-408,-1 6 2,3-9 8,-3 11 1,-1 1-45,-1 2 2279,0-3-2141,-1 9-259,-1-3-20,1 2-34,-6 2-245,1 2 3477,-4 1-2852,-1 2 113,-10 1-242,5 0-40,-13-1 1,-2-1 178,5 1-216,-7-2 0,-4 0 106,7 0 0,-2 0-180,1-1 0,-3 0 0,1 1-1761,-4 0 0,0-1 1577,-1 1 0,0-1 44,1 0 0,4 0-168,2 1 127,1-1 0,1 0-20,5 0-179,3 0 224,-5 0 25,9 2 0,6 0 0,2 0 0</inkml:trace>
  <inkml:trace contextRef="#ctx0" brushRef="#br0" timeOffset="80117">12381 7088 5753,'4'-5'750,"0"1"-450,-2 8-468,-1 4-3109,-1 5 2231,-1-2 1048,1-1 849,-1-3-764,2-1-181,5 13-63,12-14 202,-2 6-64,11-19 58,-12-1 1,3-2 77,4-4 0,6-4 0,2-2 0,-1 0 36,-5 4 0,0-1 1,1 0-1,-1 0 1,1 0-62,1-1 0,1 0 0,-1 0 0,0 0 0,-2 1-549,2-1 0,-1 0 0,-1 1 0,-3 2 724,7-4 0,-4 3-441,-4 4 0,-2 1 0,7-5 0,-1 2 0,8-5 0</inkml:trace>
  <inkml:trace contextRef="#ctx0" brushRef="#br0" timeOffset="109265">1039 1927 5734,'15'3'0,"-1"-1"0,2-2 0,-4-1 0,-2 0 0,1 0-1293,1 1 1293,3-2-1379,14 0 0,3-1 1379,5 0-10,-15 1 0,3 0 0,3 0 26,5-1 1,2 0 0,3 0 0,3 0-14,-11 2 0,2-1 0,2 1 1,0-1-1,1 1 0,0-1 0,-1 1-3,2-1 0,-1 0 0,1 1 0,0-1 0,0 0 0,0 1 0,0-1-249,-2 1 0,0 0 0,-1 0 0,1 0 0,1 0 0,1 0 1,1 1 248,-4 0 0,2 1 0,2-1 0,1 1 0,1-1 0,0 1 0,-1 0 0,-2 0 0,-1 0 0,-2 0 0,-4-1 0,7 1 0,-5 0 0,-2 0 0,1-1 0,5 1 0,-4 0 0,2 0 0,2 0 0,2 0 0,1 0 0,0 0 0,0 0 0,0 0 0,-2 0 0,-1 1 0,2-1 0,-1 0 0,1 1 0,-2-1 0,0 1 0,-2-1 0,-1 0 0,-3 1 0,8-1 0,-4 0 0,0 1 0,4-1 0,-7 0 0,4 1 0,2-1 0,1 0 0,0 1 0,-2-1 0,-3 0 0,-5 0 0,5-1 0,-6 1 0,5-2 0,-2 1 0,4 0 0,3 0 0,-1-1 0,-1 1 0,-4-1 0,6 1 0,-3-1 0,2 0 0,0 1 0,4-1 0,1 0 0,-3 0 0,-7 1 0,0-1 0,-1 0 0,5-1 0,4 1 0,-4-1 0,-6 2 0,0-1 0,1 0 0,3-1 0,-2 1 0,-2 0 0,-2 0 0,1 0 0,1 1 0,0 0 0,0 0 0,6-1 0,0 1 0,-1-1 0,3 2 0,-4-1 0,0 1 0,-16-1 0,18 2 0,-17-2 171,5 2 1,1-1-172,-7 0 0,10 2 0,-15-2 0,4 1 0,-8-1 2359,4 2-2270,-7-3 3187,1 1-2890,-2 0-386,1-3 0,-3-1 0,1-3 0,-3 1 90,1-1-90,-1-20-3277,1 12 3162,-1-19 115,1 7 0,-1-2-1134,0-1 0,1-1 1134,0 3 0,-1-2 0,1 0-295,1-5 1,0-1 0,0 3 294,0 2 0,1 0 0,1 0 0,0-3 0,0 2 0,2-6 0,0 2 0,-1 4 0,1 1 0,1-7 0,0 0 0,-1 6 0,0 3 0,-2 8 0,0 0 650,1-17 0,-1 4-650,-3 15 2474,1-15-2474,-1 23 0,-1 4 0,1-1 2619,-1 1-2619,0 2 150,-3-4-150,-5 0-489,0 0 489,-3 1-34,-8 0 1,-8-1 33,0 2 0,-5 0 0,-4-1 0,-1 0 0,5 1 0,-2-1 0,-2 1 0,-1-1 0,1 1 0,1-1-535,3 2 0,0-1 1,1 1-1,-1 0 1,1 0-1,0 0 535,0 0 0,1 1 0,1-1 0,-2 1 0,-1 0 0,-1 0 0,2 0 0,-2 0 0,-1 0 0,-2 1 0,1-1 0,0 0 0,1 1 0,3-1 0,2 1-199,-9-1 1,5 1 0,0-1-1,-8 0 192,14 1 0,-5 0 0,-3-1 0,-2 0 0,-3 0 0,0 0 0,-1 0 1,1 0-1,1 0 0,2 0 0,3 1 0,3-1 0,4 2-414,-10-2 0,8 1 1,0 1-1,-5-2 421,4 1 0,-4 0 0,-2-1 0,-3 0 0,0 0 0,1 1 0,2-1 0,3 1 0,4 0 0,-4-1 0,5 2 0,1-1 0,-5 0-31,3 0 1,-3 1 0,-1-1-1,-2 0 1,0 0 0,1 0 0,1 0 30,0 1 0,0 0 0,0 0 0,1 0 0,1 0 0,0 1 0,-3-1 0,0 0 0,1 0 0,1 0 0,0 1 0,-4-1 0,1 0 0,0 1 0,-1 0 0,4 0 0,-2 0 0,1 0 0,1 0 0,5 1 52,-8-1 0,0 0-52,4 0 0,-6 0 0,-1-1 0,3 1 0,10 0-8,-7 0 8,10-1 0,-3 1 303,-8 0 1,2 0-304,0 0 777,0 0 1,-2 1-778,8 1 0,2-1-1031,1 1 0,1-1 1031,-5 1 0,1-1 0,5 1 0,0-1 1031,0 0 0,1 0-1031,-5 0 0,4 0 0,1-1 0,9 1 0,-4 0 623,6-1-623,2 2 3276,2 0-3160,-1 1-116,4 2 163,1 8-1155,1-3 976,0 5 96,0-5-133,0 3 141,-1 7 0,1 4-46,-1 4 1,1 5-38,0-6 1,0 6-1,0 1 1,0 0-1,0-3-958,0 2 1,0-3-1,1 5 943,-1-5 0,0 4 0,1 3 0,-1 1 1,1 0-1,-1-2 0,0-2 19,0 6 0,-1-3 1,0 0-1,1 0-443,0-2 1,-1 1-1,1-1 1,0 0 0,-1-2 407,0 7 0,0-2 0,-1-2-177,0-6 0,0 0 1,1-5 202,-1 13 0,0-7 0,0 5 0,1-9 0,1-9 401,2 5-601,0-23 200,2-9 0,1 2 0,-3 4 0,3-3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0:24.91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17246 1127 5734,'-8'-1'0,"-3"-1"0,4 1 28,-11-1 25,9 1 46,-10-2 81,13 2-180,35-1 89,-6 1-89,6 0 0,2-1 0,-12 2 0,0-1 0,14 0 0,-1 0 0,4-1 0,2 1 0,-3 0 0,-18 1 0,16-1-179,-14 1 179,-7-2 0,5-1 0,-12 1 0,-4 0 0</inkml:trace>
  <inkml:trace contextRef="#ctx0" brushRef="#br0" timeOffset="580">17534 983 5742,'1'-7'82,"3"3"-82,0 4 0,10 5 0,-3 1 0,3 1 0,2 0 0,-2 0 0,-1-2 0,0 1 0,-3-2 0,-2-1 0,0 0 0,-5-1 0,0 0 0,-6 7 0,0-1 0,-4 3 0,3-5 0,0-1 0,0-1 0,-10 10 0,7-6 0,-8 7 0,-1 1 0,3-2-40,-13 13 12,16-16 28,-3 6 0,6-6 0,-3 5 0</inkml:trace>
  <inkml:trace contextRef="#ctx0" brushRef="#br0" timeOffset="1446">17320 2087 5734,'-4'-9'0,"1"2"90,-3-1 0,2 4 0,-1-1 0,2 2-90,6 1 44,15-2 1,5 1-45,4 0 30,6-1 0,7 0 0,-3 1-30,-7 0 0,-1 1-1093,1-1 1,3 0 0,-5 1 1034,-6 0 1,-2 1-1077,4-1 0,-2 0 1134,-5 1 0,13-1-180,-16 1-253,-5 0 433,3 0 63,-4-1 0,-6 1 1,1-1-1</inkml:trace>
  <inkml:trace contextRef="#ctx0" brushRef="#br0" timeOffset="1963">17632 1887 5781,'3'-4'26,"1"2"-21,4 5 6,2 2-10,15 13-1,-6-5-1639,5 2 1,0 0 663,-6-5 1835,10 5-860,-13-9 0,-7-3 0,5 2 180,-8-3-180,-14 4 0,1 2 0,-20 9-1225,3 1 1,0 1 1224,-5 3 0,7-4 0,2-2 0,8-5 0,-3 1 0,0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50:48.51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1238 1967 9242,'9'-4'180,"-1"1"-180,-2 1 90,-2 1-90,2 0 0,-1-1 0,0 1 90,1 0-90,0-1 0,1 1 89,4-1 1,0 0-90,2 0 0,-3 1 90,8-2-90,-4 2 90,7-2-90,-4 2 0,1-1 0,3 0 90,4 0-1505,2-1 1415,4 0 0,1 0-162,2 1 162,0-1 0,2 0-1514,4 0 1603,2-1-89,-21 3 0,0-1 0,1 0 0,0 1 0,17-1-464,3-1 464,-13 1 0,0 0 0,-7 1 0,0-1 0,7 1 0,0-1-48,12-2 48,-2 2 0,2-1 90,0 1-90,-3 0 0,3-1 0,-4 1 0,0-1 0,0 1 0,-1-1 0,0 0 0,1 0-2025,-2 0 2025,1 0 0,-1 0 890,-1 1-890,0 0 0,-2-1-211,-9 2 0,0 0 211,11-2 0,-11 1 0,-1 1 408,9-2-408,0 1 0,2-1 1743,-2 0-1743,2-1 0,-2 1 0,1 0 0,0-1 0,0 1 0,-1 0 0,-1 0 90,0 0-90,-2 2 0,-2-1 66,-3 0-66,2 1 1273,-1-1-1273,2 1 0,0-1-864,-2 1 954,1-1 395,-2 2-485,-1-1 0,4-1 0,-2 2 0,3-1 25,5 0-25,-7 0 0,6 0 0,-9 0 0,0 0 0,0 0 0,-1 0 1641,0 0-1641,0 1 0,0 0 0,7 0 0,-6 1-23,7-1 113,-9 1-374,-1-1 284,0 1-90,-1 0 180,-1 0-90,0 1 0,1-1 0,9 3 0,-6-2 0,7 0 0,-8 0 0,5 0 0,-2 1 0,2-1 0,-3 0 0,3 0 0,14 2 141,-10-2-141,9 2 0,-7-1 0,-4 0-416,5 1 506,-8 0-180,-2-1 90,-2 0 0,0 0 0,3 1 0,-1 0 0,1 0-288,2 1 288,-1-1 0,2-1 0,2 1 0,-1 0-98,2-1 98,0 1 0,12 1 0,-10-1 0,10 1 90,-1-1-90,-9-1-413,8 0 413,-12-2 0,3 2-778,-4-2 778,3 2 90,-2-1-90,3 0 0,-3 0-61,12 0 61,-8 0 0,8 1 0,-10 0 90,-3-1-90,2 1 0,-3-1 0,1-1-2106,0 1 2106,0 0 0,1 0 169,2 1-169,-1-2 90,1 1 229,2 0-319,0-1 0,0 0-197,1-1 197,0 1 1767,1-1-1767,1 0 90,1-1-90,2-1 90,1 1-90,3-1 45,-20 0 0,0 1-45,1 0 0,-1-1 0,1 1 0,1-1 45,-1 1 0,0-1-45,2 0 0,1-1 45,11 0 0,1 0-45,-8 0 0,0 0-561,9 1 0,0-1 561,-11 1 0,0 0 0,-1 0 0,1 0-523,0 0 0,0 0 568,0 1 0,0-1-45,1 0 0,-1 1 0,0 0 0,0 0 0,0 0 0,0 0 0,0 0 0,0 0 0,-1 0 0,2 0 45,11 0 0,0 0-45,-9 0 0,0 1 0,4-1 0,4 1 0,-4 0 0,-2-1 0,-1 1 30,-3-1 0,0 1 0,1 0-197,1-1 0,0 0 1,-1 1 166,6 0 0,0-1 0,-6 1 0,2-1 0,1 1 30,0-1 0,0 1 0,-2-1-30,6 0 0,1 1 0,-6-1 0,2 0 0,-2 1-530,3-1 1,-1 0 574,1 0 0,-1 0-45,2 0 0,-1 0 54,0 0 0,0 0-54,4 0 0,0-1 45,-4 1 0,1 0-45,2 0 0,0-1 45,-4 2 0,-1-1-62,1 0 0,-1 0 17,0 0 0,-1 1 45,1-1 0,-1 0 0,1 0 0,0 1-348,-1-1 0,1 0 303,-1-1 0,2 1 59,-4 0 1,1 0 0,0 1 382,3-2 0,2 1-412,3 0 0,3 0 0,-4 1-30,-3-1 0,0-1 29,3 2 1,3 0 0,-3-1-30,-4 1 0,-1-1 49,10 1 1,-1 1-5,-13-1 0,-1 1-45,-1-1 0,-1 1 0,0 0 0,0 0 215,0-1 1,-1 1-216,-3-1 0,0 1 90,21 0-90,-7 1 0,0-1 0,-1 2 0,-1-1 655,-9-1 0,0 0-655,13 1 0,-13-1 0,0 1 0,0-1 0,0 1 211,12-1-211,-12 0 0,0 0 90,9 0-90,0-1 433,1 0-433,0-1 0,0 1 0,1-1 0,0 0 0,0 1 90,0 0-90,1 0 0,1 0 0,1 0 0,1 0 0,0 0 0,-17 0 0,-1 0 0,20 0 0,-7-1 0,0 0 0,-8 0 0,-1 0-34,10 0 0,0 0 34,-11 1 0,0-1 0,0 0 0,-1 1 0,0 0 0,-1 0 45,1 0 0,1 0-45,-2 0 0,0-1 311,9 1 1,4 0-312,-6 0 0,3-1 0,-2 1-183,7 0 1,-1-1 182,-7 0 0,2 1 0,-5 0 0,14-1 0,1-1 0,-5 1 0,-1-1 0,-2 0 0,-4 1 0,-5 0 888,-5 1-888,2 1 0,-7-2 0,1 2 1324,-5-2-1324,-2 1 293,0 0-293,-2 0 1388,0 0-1388,1-1 0,-2 1-180,1 0-1259,-1 0 1439,0 1 0,-2-1 0,-2 1 0</inkml:trace>
  <inkml:trace contextRef="#ctx0" brushRef="#br0" timeOffset="17254">5071 7946 6633,'-7'-2'450,"0"0"-90,3 0 0,0 0 719,0 0-359,0 0-720,5-3 89,-1 2-89,5-3 0,-2 3 0,1-1 0,-1 1 0,0-1 90,1 0-90,-1 1 0,1-1 0,0 1 0,-1-1 0,1 0 0,0 1 0,0-1 0,0 0 0,0 0 0,0 0 0,0 0 0,0 0 0,1 0 0,-1-1 90,4-1-180,-2 1 180,2-2-180,-2 2 180,1 1-90,-1-1 0,1-1 0,0 2 0,-1-2 0,1 2 0,-1-1 0,1 0 0,-1 1 0,0-2 0,0 2 0,0-1 0,0 0 0,0 0 0,0 1 0,-1-1 0,0 1 0,0-1 0,4-2 0,-3 1 0,3-2 0,-3 2 0,1 0 0,0 0 0,0 0 0,0 0 0,-1 0 0,2 1 0,-1-1 0,0-1 0,1 1 0,3-4 0,-3 3 0,3-2 0,-2 1 0,-3 2 0,3-2 0,-4 3 0,4-3 0,-3 3 0,3-2 0,-5 2 0,0 2 0,1-1 0,-1 0 0,1 0 0,-2 0 0,2 1 0,-2-1 0,1 1 0,-1 0 0,1 0 0,-2 0 0,2 0 0,-2 0 90,2-1-90,0 0 0,0 1 0,0-1 0,-2 1-90,2 0 90,-2 0 90,1 1-180,0-1 90,0 0 0,0 0 0,-1-1 0,2 2 0,0 1 0,1 2 0,-1 0 90,0 2-90,-1 0 0,0-1 0,0 2 0,0-2 0,0 1 0,-1 1 0,2-1 0,-1 2 0,1-1 0,2 3 0,-2-1 90,3 2-90,-2-2 0,3 3 0,-3-2 0,3 2 0,-2-3 0,-1 1 0,1 0-90,1 3 90,-2-3 90,2 3-90,-2-4 0,-1 1 0,1 0 0,0-1 0,0 1 0,0 0 0,0-1 0,0 1 0,0-1 0,2 3 0,-2-2 0,2 2 0,-2-3 90,0 0-90,0 0 0,1 0 0,-1-1 0,0 0 0,-1 0 0,1-1 0,-1 1 0,0-1 0,0 0 0,0 0 0,0-1 0,0 1 0,-1-2 0,0 1 0,1 0 0,0 0 0,0 0 90,-1-1-180,0 0 90,0 1 0,0 0 0,1 0 0,-2-1 0,3 2 90,-3-3-90,2 2 0,0-1 0,-1 0 0,3 1 0,-3 0 0,4 0 0,-4-1-90,2 1 180,-2-2-90,2 2-90,-2-1 180,2 0-90,-2-1 0,1 1-90,1 0 90,-2 1 90,2 0-90,0 0 0,-1 0 0,-1 0-90,0 0 90,0 0 0,0 1 90,0-1-90,-1 0 0,1 1 0,0-1 0,0-1 180,0 1 90,-1 0-180,1-1-90,-1 1 90,1-1-90,-1 1 0,1-1 0,0 1 0,-1 0 0,1 1 0,-1-1 0,0 1 0,0-1 90,0 0-90,1 0 90,-2 0 0,-4 0-90,0-1 0,-4-2 0,2 1 90,0-1-90,-6 4 0,4-2 0,-3 3 0,7-3 0,-4 2 0,0 1 0,-1 0 0,0 2 0,-1 0 0,1-1 0,-7 6 0,2 0 0,-1-1 0,2 1 0,3-5 0,0 1 0,1-1 0,0 1 0,0-2 0,-3 3 0,3-2 0,-3 3 0,3-4 0,1 1 0,0-1 0,0 0 0,-1 1 0,1-1 0,-1 0 0,2 0 0,-1-1 0,1 0 0,-1 1 0,0 1 0,0-2 0,0 2 0,0-1 0,1-1 0,-1 1 0,1 0 0,-1 0 0,1 0 0,-1 0 0,1 0 0,-2 2 0,3-2 0,-3 1 0,5-3 0,-1 0 0,-1 1 0,1-1 0,0 2 0,-1 0 0,1-1 0,-2 1 0,3-2 0,-1 1 0,0 0 0,0 1 0,0-1 0,1-1 0,-1 1 0,1-1 0,-1 0 0,-1 3 0,1-3 0,-1 2 0,2-2 0,1-1 0,-2 2 0,1-2 0,0 2 0,1-2 0,-1 0 0,1 1 0,-1-1 0,0 2 0,1-2 0,-1 1 0,0-1 179,1 0 541,-1 0 90,1 0-810,-3-4 90,3-1-90,-1-3 90,1 1-90,0-2 89,-1 2-89,1-2 0,-1 0 0,1-1 0,-2-5 90,1 2-90,-2-3 0,0 2 0,0-1 0,0-1 0,-1-1 0,-3-7 0,1 5-262,-3-6 262,3 8 0,0 0 0,0 0 0,0 1 0,0-1 0,-2 1 0,-1-3 0,0 1 0,0-1 0,1 2 0,0 1 0,-6-8 0,-4-2 0,1 0 0,-6-5 0,12 13-676,-5-5 676,6 7 0,2 2 245,-1 0-245,-2-4 0,3 5 0,-3-3 0,5 4 0,1 2 0,1 0 0,0 1 0,1 2 0,0-1 0,1 1 0,1 0 693,-2 0-693,1 0 0,0 0 0,-1 0 0,3 2 0,-2-1 0,2 0-179,-2 0-271,0 3 90,2 3-180,-1 2-1888,2 3 2428,-1 1 0,-1 6 0,-1 2 0</inkml:trace>
  <inkml:trace contextRef="#ctx0" brushRef="#br0" timeOffset="28700">16889 7685 8972,'7'2'90,"-1"0"-90,-1-1 90,0-1-90,0 1 90,1-1-90,2 1 0,-1 0 0,2-1 90,4 1-90,-3 0 0,5 0 0,-5 0 90,6 0-90,-4 1 0,8 0 0,-7-1 0,3 2 0,-4-2 0,1 2 0,-1-2 0,2 1 0,-1 0 0,-1 0 0,1 0 0,3 1 0,-3-1 90,3 1-90,-6-1 0,-1-1 0,0 1 0,-1 0 0,-1-1 0,0 1 0,-1-1-90,0 0 180,0 1-90,-1-1 0,1 0 0,-1 0 0,0 0 0,2 0 0,-2 0 0,3 0 0,-4 0 0,2 0 0,-1-1 0,0 0 0,0 1 0,-1 0 90,1 0-90,-1-1 0,-1 3 0,-1 0 0,-1 3 0,-1 0 0,0 1 0,0-1 0,-1 2 0,0 1 0,-1 6 0,0-3 0,-1 4 0,1-3 0,-3 9 89,2-4-89,-2 8 0,1-8 0,0-1 0,0-1 0,-1 0 0,2-1 0,-1 0 0,1 0 0,0 2 0,0-2 0,1 2 0,0-2 0,0-1 0,1-2 0,0 0 0,-1-1 0,1-2 0,1 0 0,-1 0 0,1-2 0,0 1 0,-1-1 0,1-1 0,-1 0 0,1 0 0,0 1 0,0-1 90,0 0-90,0-1-90,0 3 90,1-1 0,-1 1 0,1-3 0,-1-1 0,1 1 0,-1 0 0,0 0 0,-1 0 0,0-1-89,-1 1 89,0-2 0,0 0-90,-1 0 359,1 0-179,-3-4 180,-1-1-270,-2-3 90,-2 0 0,2 0 0,-9-1-90,8 2 90,-6-1-90,9 3 0,-2 0 0,-8-1 90,-11-2-90,5 1-3277,-10-1 3252,20 4 25,-17-3 0,5 2 0,-6-1 0,-9 0 0,21 2 0,-12-1 0,20 1 0,-5 0 0,7 0 3276,-2 0-3070,3 1-206,0 0 0,1-1 90,-1 2 0,0-1 0,-1 0-90,1 0 90,2 0-90,-2 0 90,2-1-90,-2 1 0,2 0-90,-1 1 180,2-1 359,-1 2-359,3-6 0,2 0 0,2-5 0,0 2-90,1-1 90,0-4 0,0 1-90,1-6 0,0 2 90,-1-1-90,0-3 0,3-8 0,-2 5 90,1-7-90,-1 10 0,-1 0 0,-1 1 0,1-5 0,0 6-3277,0-8 3252,-1 12 25,0-4 0,0 6 0,-1 1 0,1 0 0,0 1 0,0 0 0,0 0 0,-1 0 3276,0-1-3160,0 2-116,0-1 0,0 2 0,0 0 0,0 0 0,0-2 0,0 3 0,-1-3 0,1 4 90,-1-3-90,0 1 0,1-2 0,-1 2 90,1 2-90,-1 0 0,-1-1 0,0 2-270,-1-1-450,-3 5 181,1 2-2738,-2 3 3196,2 0 1,1 0 0,0-1 0</inkml:trace>
  <inkml:trace contextRef="#ctx0" brushRef="#br0" timeOffset="46896">13050 2393 0,'4'34'0,"0"0"0,0 0 0,0 1 0,0-1 0,2 7 0,0-2 0,1 3 0,0-3 0,-1 1 0,1-1 0,-1 0 0,0 1 0</inkml:trace>
  <inkml:trace contextRef="#ctx0" brushRef="#br1" timeOffset="48417">9835 4021 7534,'-8'1'1451,"16"0"-1370,-2 0 3,14-1 6,-8 0 1,2-1-26,4 1 185,21 0-172,-15 0 1,1 0-1148,4 0 0,1 0 1104,0 0 0,1 0 0,-5-1 0,0 1-2,1 0 1,1 0-1,2 0 1,1-1-34,0 2 0,2-1-1224,5 0 1,1 0 1268,2 0 0,0 1-15,-10-1 0,0 0 0,1 0-30,-1 1 0,1-1 0,0 1 30,0 0 0,-1-1 0,2 1-8,1 1 1,2-1-1,0 1 1,-1-1-631,1 0 1,-1 1 0,2-1 629,-3 1 1,2 0-1,0 0 1,-3-1-23,1 0 0,-2 1 0,0-1-377,0 0 1,0 1 0,0-1 406,0 1 0,0-1 0,0 0-24,-1 1 1,1-1-1,-1 1-6,0-1 0,-1 1 0,-1-1 45,12 1 0,-1 0 0,-2 1 0,-1-1-45,-4 0 0,0 0 30,-4-1 0,2 1 0,-2 0-30,3 0 0,1 0 0,8 0 0,-1 1 45,-14-1 0,-2 1-45,-2-1 0,-1 0 1090,19 3-1090,-7-2 90,-2 0 1255,-5-1-1345,-2 1 0,-6-1 2353,2 0-2263,-6-1 2181,3 0-2271,-7 0 90,-1-1 31,-1 1-31,-1 0 633,-1-1-633,0 0 217,-1 1-217,0-1 0,1 1-90,-2-1 90,3 1-90,-3 0 0,1 0 0,-1-1-360,1 1-629,-2 1-2288,0 2 3219,-2 0 0,-3 1 0,1 1 1</inkml:trace>
  <inkml:trace contextRef="#ctx0" brushRef="#br1" timeOffset="54077">13209 3966 20781,'-8'-7'-3277,"2"1"0,3 2 2039,-1 1 849,0-1-70,1 1 239,-1-1-44,1 0-1054,0 0 1177,-1 0 22,1 0 29,0 1 64,0 0 200,0-1-189,-2 1 422,2 0-129,-1 0 318,0 1-97,13 5 289,-2-3 538,13 6-545,-2-4 233,7 1-44,9 0-1338,-13-3 1,1 1 747,4 0 0,0 0-820,2 0 1,1-1 688,1 1 1,1 0-263,5 0 0,0 0 267,3 0 1,0-1-921,-10 1 1,1 0 0,0-1 716,0 1 0,1-1 0,0 0-539,0 1 1,1 0 0,0 0 438,0 0 1,0 0 0,1-1-101,2 1 0,1 0 0,1 0 0,-2 0 127,3 0 0,-3 0 0,3-1-16,-3 1 1,1 0 0,1-1 0,-3 1 14,-1-1 0,-2 1 0,1-1-140,8 1 1,2 0 0,-2 0 101,-10 0 0,-2-1 0,1 1 111,6 1 1,1-1 0,-3 1-21,-3-1 0,0 1 126,6 1 1,0-1-195,-11 0 0,-2 0 403,4 1 1,-2-1-384,0 0 1521,-6 1-1549,-4-2 73,-3 1-188,-2-1 2033,-2 1-2094,-2 0 2009,-2 0-2017,0-1 830,-2 2-1331,0 0-214,0 1 164,-1 0 160,-1 2-375,0 0 161,0 0-170,-2-1 1403,0 0 96,-1-1 0,-3 0 1,-1 1-1</inkml:trace>
  <inkml:trace contextRef="#ctx0" brushRef="#br1" timeOffset="58143">15560 4084 19959,'2'-9'-2310,"-1"3"2034,0 0-259,0 2 766,1-3-217,-1-1 60,0 2-108,-1-4-638,0 5 468,0-1-144,-1 1-137,4-2 714,6 2 1237,2 1 9,25 1-778,-1 1-229,-8 1 1,1 0 31,-1 0 1,1 1 37,2-1 0,1 0 53,5 1 1,2 0-494,0 0 0,3 0 0,0 1-427,-8-1 1,1 1-1,0-1 136,-1 1 0,2-1 1,0 1-1,-2 0 134,2-1 1,-3 1-1,1 0 39,0-1 0,1 1 0,-1 0-15,1 0 0,-1 0 0,1-1 5,-1 1 0,0 0 1,-1-1 6,1 1 1,-1 0 0,0-1 18,-2 1 1,1-1-1,1 0 6,7 1 1,1 0-1,-2 0 7,4 0 0,-1 0-3,-8 0 0,1 0 0,-3 0 1,-3 0 1,-2-1 49,-2 1 0,-1 0-39,16 0-35,-9 1 51,-6-1-84,-6 0 147,-4-1-63,-3 0 44,-2 1 24,-2-1 71,-1-1 67,0 0 234,-3 1-69,3-1 46,-2 1-458,1-1-725,-1 2-868,-1 3-954,-5 2 2579,-1 1 0,-7 3 0,0 0 0</inkml:trace>
  <inkml:trace contextRef="#ctx0" brushRef="#br1" timeOffset="70075">3797 3964 19975,'-5'3'3077,"5"1"-5187,1-2-1072,6 0 2662,-2-1 624,3 0 40,0 0-23,2-1-242,2 1-780,1 0 1170,3 1 1023,2-1-1365,2 0 205,6 0-987,1-1 892,7 1-92,5-2 62,-6 0 1,1 0-15,-6-1 1,1 1-507,10-1 1,1 1 512,-10-1 1,0 1 0,-1 0-11,6-1 0,1 1-438,-3 0 1,2 0 0,-2-1 490,6 1 1,-1 0-855,1 0 1,0 0 808,-12 0 0,0 1 0,2 0-72,10 0 1,1 0 0,-1 0-368,-9 0 1,-2 0 0,3 1 356,9-1 1,3 1 0,-4-1-41,-3 1 1,-2 0-15,6 1 0,1 0-259,-7 0 0,0-1 257,2 1 0,0 1 57,-4-2 0,2 0 52,-2 1 0,3 2 1,-2-2-144,4 1 1,-1-1 223,-4 1 0,2 1 0,-1 0-52,1-1 1,-1 0-1,-2 0 14,4 1 1,1-1 115,4 1 0,4 1 1,-5-1 22,-5-1 0,-1 1-55,-5-2 0,1 2 1,-1-2 60,1 2 0,-1-2-123,0 1 0,0 0 358,1 0 0,-1 0-197,0 0 1,0 0 1,-1-1 0,1 1-132,-1 0 1,0 0 0,-1-1 0,1 1-70,-1 0 1,1-1 7,0 0 0,-1 1 283,1-1 0,0 0-446,0 0 0,-1 0 36,0 0 0,1 0 154,-2-1 1,1 1 13,-1-1 1,0 0-72,0 0 1,0 0 546,0 0 0,-1 0-475,1 0 1,0-1-4,0 1 1,1 0 675,-1-1 0,0 1-603,2-1 1,-1 1-146,0-1 1,0 0-9,0 0 0,1-1 2,-1 1 0,1-1-5,0 1 0,0 0-82,0-1 1,1 1 3,0-1 0,-1 1-5,1-1 0,0 1 54,-1-1 1,1 0-144,-1 1 1,0 0 37,0-1 1,0 1 24,-1-1 1,0 1-1,0 0 0,-1-1 77,1 1 0,-1 0 138,0 0 1,0 0-158,-1 1 1,1-1-9,-1 1 1,0 0 67,-3 0 1,1 0-66,8 0 0,-1 1-1,-8-2 0,1 1-909,15 0 1,-1 0 895,-15 0 1,-1-1-102,7 0 0,0 1-22,8-1 175,-1 1-20,-11-1 1,-1 0 62,8-1-119,5 1 1143,-17-1-1020,-1 1 114,-3 0 896,-1 0-1352,-2 0 112,0 0 3030,-1 0-2912,-1 0 1153,2-1-1145,-2 1 22,2 0-124,-4-1 145,0 1-37,0-1-1,0 1-8,4 0-3,-2 0-21,3 0 22,3 0 107,2-1-18,0 1 26,0 0-19,-5 1 12,-1-1-1,-1 0 25,1-1-18,-2 1 7,-1 0-361,2 1-7,-2-2 17,0 2-4,-2-1 7,1-1-2,-3 1-18,4 0 13,-4 0 525,2 0-369,-1 1 229,-1 0 0,-2 2 0,1 0 0</inkml:trace>
  <inkml:trace contextRef="#ctx0" brushRef="#br1" timeOffset="71413">3977 5055 18290,'9'3'-3032,"1"1"2263,-2-3 1266,3 0-55,2 0-50,5 0-46,7-1 41,7 1-343,-13-2 0,4 1 453,14-1 0,2 0-90,-8 0 1,2-1-297,-2 1 0,5 0 0,0-1 0,-3 0 14,-3 1 1,-3 0-1,3 0-42,0-1 1,3 1 0,0-1 0,-3 1 14,3-1 1,-2 1 0,0 0-70,2 0 1,0-1 0,1 1 27,-1 0 1,2-1 0,1 1-35,3-1 1,2 1 0,0 0-1,-1 0 4,-8 0 0,-1 0 0,0 0 0,2 1-31,-1-1 0,2 0 1,1 0-1,0 1 0,-3-1 24,10 0 1,-2 1 0,0-1-26,2 1 0,-1-1 0,1 1 23,-11-1 0,1 1 0,-1 0 1,1 0-2,-1 0 0,1 0 0,-1 0 0,1 0-26,9-1 0,1 1 1,-1 0 33,1 0 0,-1 1 1,1-1-1,-1 0 0,0 1 0,0 0-3,1 0 0,-1 0 1,0 0-37,0 0 1,-1 1-1,1 0 15,-2-1 1,1 1 0,0 1-25,-1-1 0,-1 0 0,1 1 32,-1-1 1,-1 0 0,1 1-41,-1 0 0,0 0 0,0 0 25,0 0 1,-1 1 0,0-1-32,0 1 1,0-1-1,-1 1 33,1 0 0,-1 0 0,0-1-20,-1 1 1,1-1 0,0 1-1070,-1-1 1,0 1 0,0-1 903,-1 1 0,-1 0 1,1 0 120,-1 0 0,-1-1 0,1 1 5,-2-1 0,0 1 1,0 0 41,-1-1 0,0 0 0,0 0-192,-1 0 0,0 0 0,1 0 131,-2-1 0,0 0 0,2 0-59,6 1 0,1-1 0,-2 1 36,7-1 1,0 0-1,-10-1 1,2 1 0,0 0 17,-2-1 1,1 0-1,-2 0-77,5 1 1,0-1 229,1 0 0,2 0 0,-1 1-218,5-1 0,-2 0 35,0 0 1,-2 0 12,-4-1 1,-3 1-116,7-1 134,-3 0 730,-12 0 1,0 0-610,16 0 24,-3-1-150,-10 0 23,-12 1 2000,-1-1-1980,-1 0 2113,0 0-2156,-1 0 1191,2 0-1457,-3 0 438,2 0-448,-4 1-138,0-1-27,0 1 171,2-1-64,0 0 60,0 0 69,7 0 40,-3 0-109,5-1 139,-4 1-8,0-1-4,2 0 22,-1 1 96,2-1-109,0 1 117,1-1 95,0 1 21,-2-1-16,0 1 16,4-1-132,-2 1 8,-1 0-8,-3 0 13,-7 0 11,0 1-19,-1-1 17,2 1-24,0 0 207,0 0 113,0 2-252,-4-1-218,0 2-41,-1-1-387,-2 0 621,3 3 0,-6-1 0,0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53:10.26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8552 2314 5734,'-8'-4'0,"1"0"0,-1 0 0,3 2 0,-3-1 8,3 2 20,-2-1-8,27 5-9,6-2 0,7-1 1,-1 0-12,1 2 0,2 0 0,-1-2 0,3 1 0,2-1 0,-5 0 0,-5 0 0,0 0 0,0 0 0</inkml:trace>
  <inkml:trace contextRef="#ctx0" brushRef="#br0" timeOffset="4265">8556 2256 5734,'-7'2'5,"1"0"60,2 0-45,15 4-3297,-1-3 2302,10 1 1065,12-2-560,-3-2 1,6 0-1,-2-1 470,0 1 0,2 0-64,-9 0 1,3 0 0,1 0 0,1 0 63,-1-1 0,2 0 0,1 0 0,-2 0 0,-1 0 0,6 0 0,-1 0 0,1 0 0,-5 0 0,3 0 0,1 0 0,-2 0 0,-1 0 0,6 0 0,-3 0 0,4 1 0,-7-1 0,3 0 0,2 1 0,1-1 0,-3 0 0,-2 0 0,-1 1 0,-2-1 0,-1 1 0,4-1 0,-2 0 0,3 1 0,2-1 0,-1 0 0,0 1 0,-4-1 0,4 0 0,-3 0 0,0 1 0,2-1 0,-2 1 0,2 0 0,0 0 0,1 0 0,-2-1 0,-3 1 0,-1 0 0,0-1 0,1 1 0,3 0 0,1 0 0,4 0 0,2 1 0,0-1 0,-1 1 0,-3 0 0,-5-1 0,6 1 0,-6 1 0,3-1 0,-2 0 0,4 0 0,0 0 0,-2 0 0,-4 0 0,9 1 0,-5 0 0,-10 0 0,1-1 0,8 1 0,5 1 0,2 0 0,-6-2 0,2 1 0,0 0 0,-1 0 0,-3 0 0,0 0 0,-1 1 0,0-1 0,1-1 0,1 1 0,-3-1 0,-4 1 0,-7-1 0,-1 0 0,9 0 0,-1 0 0,-6 0 0,1 0 0,4 0 0,4 0 0,0-1 0,5 1 0,1 0 0,-1 0 0,-8 0 0,0-1 0,2 1 0,0 0 0,5 0 0,1 0 0,-2 0 0,-5 0 0,3-1 0,-2 1 0,2 0 0,3 1 0,-4-2 43,-8 1 1,-2-1-44,0 1 0,2 0 0,6 1 0,4-1 0,-1 1 0,-3 0 0,3-1-18,-3 1 1,5 0-1,3 1 1,-2-1 0,-6 0 17,6 0 0,-3 0 316,4 1 0,2-1 1,-2 0-317,-8 0 0,-2 0 0,1 0 0,7 0 0,2 0 0,-2 0 250,-7 0 0,-1-1 0,3 1-250,3 0 0,4 0 0,2 1 0,-3-1 0,-5 0 0,-3-1 0,-1 1 513,8 0 0,4 0 0,-2 1-513,2 0 0,-2 0-1088,3 0 1,1 0 1087,-1 0 0,-1 0 452,-7-1 0,0-1-452,3 0 0,-2 0-1936,1 0 1936,3 0 0,0 0-31,-7-1 31,4 1 393,-1-1-393,5 2 0,4 0-28,-8 0 1,2 0-1,0 0 28,-5 0 0,1 0 0,0 0 0,-2 0 691,3 0 1,-2-1-1,2 1-691,4 0 0,2-1 0,-3 0 1550,-2-1 1,-1 0-1551,0 0 0,3 0 0,-2 0 339,3-1 1,-3 0-340,-11 0 0,-2 0 199,10 0-199,-9-7 0,-12 3 90,4-4-90,-7 4 0,-1 1 0,1-2 90,2-3-90,-1 1 0,3-5 0,-5 7 0,1-3 0,1-10 45,0-1 0,0-2-45,4-13 30,-1 4 0,1-4 0,-1 2-30,-2 5 0,0 0-710,0 1 1,0-3 0,0 1 709,-1 2 0,0-1 0,-1-1 0,-1 0 0,0-2 0,0-1 0,0-1-97,-1 2 1,1 0 0,0-2-1,-1 1 1,0 1 96,1-6 0,0 0 0,-1 2 0,0 1-486,-1-3 0,0 2 1,0 3 485,0 0 0,-1 3-1023,1 0 1,-1 2 1022,0 4 0,0 0 541,0-10 1,0 4-542,-1 12 0,1-10 329,-1 19-419,1 2 1398,0 1-1308,-2-4 0,0 6 3276,-1-3-3160,-7 1-116,-15 0 0,-4 1 0,-8-3-1639,2 3 1,0 0 1580,16 3 1,-2-1 57,-7 1 0,-7 0 0,-4-1 0,-2 1-232,12-1 0,-2 1 0,-1 0 0,-2 0 0,-1 0 0,1 0 1,-1 0-1,0 0 232,-1-1 0,-1 1 0,0-1 0,-1 1 0,1-1 0,-1 1 0,1-1 0,0 1-174,1-1 1,-1 1 0,1 0 0,-1-1-1,1 1 1,0 0 0,2 0 0,0 0 173,-4-1 0,2 1 0,0-1 0,1 1 0,-1 0 0,1-1 0,-2 1 0,0 0 0,0 0 0,0 0 0,1 0 0,2 0 0,1 0 0,1 0 0,1 1 0,0-1 0,-1 0 0,1 0 0,-1 0 0,0 0 0,-1 1 0,0-1 0,-1 0 0,-1 1 0,-3 0 0,0 0 0,0-1 0,1 1 0,2 0 0,5 0 0,-9 0 0,5 0 0,-5 0 0,8 1 0,-5-1 0,-3 0 0,0 0 0,2 0 0,3 0 0,6 0 0,-6 0 0,2 1 0,3-1 0,-2 0 0,-2 0 0,-1 0 0,0 0 0,-1 0 0,-1 0 0,0 0 0,1 0 0,4 0 0,1 0 0,0 0 0,0 0 0,0 0 0,-2 0 0,0 0 0,0 0 0,-1 0 0,0 0 0,-2 0 0,-2 1 0,0-1 0,0 0 0,3 1 0,3-1 0,-4 0 0,5 1 0,-6-1 14,8 0 1,-4 1 0,-3-1 0,-3 0 0,0 1-1,-1-1 1,2 0 0,3 1 0,3-1-15,-4 0 0,3 0 0,2 0 0,0 0 0,-2 0 0,-4 0 0,-1 0 0,0 0 0,0 0 0,3 0 0,1 0 0,2-1 0,0 0 0,-2 0 0,1 0 0,-2-1 0,0-1 0,1 1 0,4 0 155,3 0 1,3 1-1,-5-1-155,0 0 0,-6 0 0,-2-1 0,-2 1 0,0-1 0,2 1 0,5 0-150,-4-1 0,3 1 0,2 0 1,-2 0 149,-3-1 0,-1 1 0,0 0 0,3 0 0,-2 0 0,1-1 0,0 1 0,6 0 0,0 0 0,0 0 0,-1 0 0,-7 0 0,0 1 0,-2-2 350,8 1 1,-1 0 0,-1 0 0,-2 0-351,4 1 0,-3 0 0,-2 0 0,1 1 0,2-1 0,3 0 0,-7 0 0,3-1 0,-3 1 0,2 0 0,-5 0 0,0 1 0,1-1 0,5 0 0,2 0 0,4 0 0,1-1 530,-5 1 1,2 1-531,-5 2 1503,13 0 0,-2 0-1503,-7 2 0,1 0-1495,3-1 0,1 1 1495,4 0 0,2-1 0,4-1 155,0 2-155,-12 2 606,11-3-606,-13 4-2268,12-2 2268,5-1 909,-8 12-909,16-8 0,-6 20 0,0 8 0,7-7 0,2 2 0,0-1 0,-3 2 0,0 1 0,2-1-606,1 1 0,1-1 0,2-4 606,0-5 0,0-2 0,1 0 0,1 3 0,1 6 0,1 3 0,0-1 0,-1-2 0,0-1 303,1 0 0,0 1 0,1 2-303,0 3 0,0 0 0,-1-4 0,-1-8 0,0 0 0,2 11 0,1 5 0,-1-8-105,-2-9 105,1 5 0,1-1 0,0-4 0,-2-2 0,1 1 90,2 5 2127,1 0-2217,-3-6 0,1-1 3276,1 3-3238,0 3-3315,-5-18 3240,0 4 193,0-4-156,-2-3 0,2 0 0,14-2 0,4-2 0,4-2 0,8-1 0,4 0-616,-5 1 1,3-1-1,2 1 1,0-1-1,-2 1 576,1-1 1,-2 1 0,0-1 0,2 1 39,-3 0 0,3 1 0,1-1 0,0 1 0,-3 0 0,-4 1 0,4 0 0,-4 2 0,2-1 0,-2 1 0,0-1 0,0 0 0,0 1 0</inkml:trace>
  <inkml:trace contextRef="#ctx0" brushRef="#br0" timeOffset="17833">14978 1593 5734,'-11'2'0,"2"0"8,3-2 40,0 1-14,1-1-34,0 1 90,0 0 0,1 0-90,0 1 0,15-2 30,11-4 0,10-2 0,-2-1-30,-4 3 0,3-2-234,-2 0 1,5-1 0,4-1 0,3-1 0,1 0 0,-1 0 0,-2 0 233,-4 2 0,1-1 0,-1 0 0,0 1 0,1 0 0,-1-1 0,1 0-408,1 0 1,0 0-1,1 0 1,0 0 0,0 0-1,-1 0 1,0 0 407,-2 1 0,-1-1 0,0 1 0,0 0 0,0 0 0,0 0 0,0 1 0,2-1 0,1 0 0,0 1 0,0 0 0,-1-1 0,-2 2 0,-2-1-62,6-1 1,-4 0 0,-1 1 0,3-1 61,-1 1 0,2-1 0,2 1 0,-2-1 0,-3 1 0,-7 1 45,4-1 0,-9 0-45,-11-2 0,-5 2 0,1-1 1027,-8 3-1027,0 4 0,-11 4 0,1 1 0</inkml:trace>
  <inkml:trace contextRef="#ctx0" brushRef="#br0" timeOffset="18634">14897 1713 5756,'-6'-9'0,"2"3"0,-1-2 37,0 0-21,0 1-1,1 0 75,-2 2-90,3 1-3277,32 8 3162,-10 0 115,2 1 0,7 3-125,-2-2 1,5 3 0,3 0 0,-1 0-1,-4-1 125,0 0 0,-4-2 0,4 2-317,-3-1 0,3 1 1,2 1-1,1 0 0,0 0 1,0 0 316,0 1 0,0-1 0,1 1 0,0 0 0,0 1 0,0-1 0,-2 0 0,1 1 0,0 0 0,0 0 0,1 0 0,-1 0 0,0 0 0,0-1 0,0 1 0,1-1 0,-1 0 0,0 1 0,0-1 0,-1 0 0,1 2 0,0-1 0,0 0 0,-1 1 0,-1-1 0,1-1 0,1 2 0,1-1 0,-1 0 0,-2 0 0,-2-1 0,0 0 0,-3 0 0,2 0 0,4 1 0,3 1 0,-2-1 0,-7-3 343,4 0-433,-26-9 2252,-4-4-2162,-16-2 0,-8-1 0,-8 0 0</inkml:trace>
  <inkml:trace contextRef="#ctx0" brushRef="#br0" timeOffset="19348">14749 1750 5739,'-9'-8'0,"1"0"0,4 1 0,0-1 0,2 3 0,8 2 10,13 11 0,4 7-3,2 2 0,1 2-6,-6-6 0,1 0 0,0 4 2,1 2 0,0 3 1,2 3-1,-1-1 1,-1 0-824,1 0 1,-1 0 0,0 0 0,0 1 797,0-1 1,0 1 0,1 0-1,0 0 1,-2-1-55,2 1 0,-1 0 0,-1-2 0,-1-2 77,4 6 1,2 1-1,-8-9 1,2 2-1,2 2 1,0 2-1,2-1 1,-1 1-305,1 0 1,1 2-1,0 0 1,1 0-1,-1 0 1,1 0 0,-1-1 302,0 2 0,0-2 0,0 0 0,0 1 0,1 0 0,1 3 0,-5-6 0,2 3 0,1 1 0,1 1 0,0 0 0,-1 0 0,-1-2 0,-2-2 0,-2-2 0,-4-4 0,5 5 0,-5-4 0,2 2 0,4 5 0,3 5 0,1 0 0,-2-3 0,-8-7 1124,2 3-1124,-3-5 0,-1-1 0,-2-2 0,5 5 261,-10-13-261,-19-17 0,8 7 0,-22-20 0,10 8 0</inkml:trace>
  <inkml:trace contextRef="#ctx0" brushRef="#br0" timeOffset="20148">14871 1929 5734,'2'-5'0,"0"0"0,2 6 0,3 11 0,-3-2 0,4 15 0,2 9-820,-1-4 1,1 6 0,0 0 0,-1-1 578,-1-8 0,-2-2 0,1 2 0,1 4 244,-1-2 1,1 3 0,0 4-1,1 3 1,0 0 0,0 2 0,0-2-1,0-1 1,-1-3 0,-1-3-283,2 5 0,-1-4 0,-1-2 0,1 1 0,1 4 280,-2-4 0,0 4 0,1 0 0,0 2 0,0 0 0,1-1 0,-1-1 0,1-3-25,2 1 0,-1-1 0,1-2 0,1 0 0,0 0 1,0-1 23,1 1 0,1-1 0,0-1 0,0 1 0,0-1 0,0-1 0,0 4 0,1 0 0,-1-1 0,0 0 0,0 0 0,1-2 0,1 0 0,-1 0 0,1-1 0,-1 0 0,2 7 0,0 1 0,-1-3 0,-2-3 0,1 3 0,0-1 0,-2-3 0,2 4 0,-2-1 0,-3-7 0,0 5 0,-3-6 0,-1 1 0,1-2 0,-1 1 0,0-2 0,0 0 0,3 11 0,1-13 0,-5-11 1905,9-13-1905,-11-14 0,0-2 0,-1-1 0,-3 2 0,1 0 0</inkml:trace>
  <inkml:trace contextRef="#ctx0" brushRef="#br0" timeOffset="20982">16996 1208 5787,'11'-1'0,"0"0"0,8-3-3277,7-7 894,-2 3 3062,-5-6 0,-2-3-669,-10-2 0,-2 0-713,4 1 0,-1 1 708,-5-19 6,-13 17-8,-24 27 0,11-9-3,3 11 0,2 6 1,7 2 1,3 3 0,4 5 1,2 2-3,-2-4 0,1-1 56,6 3 1,3-3-60,6-5 6,9 3 1,5-11 0,1-2-4,5 4 0,4-10 0,0-6 0,-7-16 0,-10 9 0,-2-2 0,7-16 0</inkml:trace>
  <inkml:trace contextRef="#ctx0" brushRef="#br0" timeOffset="21565">17490 1099 5734,'-8'-13'25,"1"3"25,-13 1-44,10 7 0,-11-2-3,-3 15-3,0 13-2895,-1-1 2895,7 6-1391,15-14 1391,0-1 0,4 12 0,2-6 0,5 9 0,13-11 0,-7-9 0,9-4-202,-4-15 0,-1-5 202,2-2-243,-6-6 0,2-10 1,-1-2-1,-3 5 243,-4 4 0,-1 0-41,0 0 0,0-4 0,0-2 1,-1 2 40,-3-5 0,-2 1 0,0 5 0,1-8 0,-1-1 0,-2 13 0,-3 42 0,1 11 0,0 6 0,3 1 0,1 5 0,1-3 0,-2-9 0,0-2 0,0 1 0,2 9 0,1 0 0,1-7 1281,3-7-1295,2 3 597,10-1-583,-3-8 0,3-4 0,-6-15 0,-2-1 0</inkml:trace>
  <inkml:trace contextRef="#ctx0" brushRef="#br0" timeOffset="22733">17868 1066 5734,'-2'-10'0,"0"2"0,-5 0 39,-6 0-22,-7 3-12,2 3 1,1 8 11,-6 15-3294,8 2 3168,-5 2 109,14-5-1753,19-1 1753,-6-12 0,13 5 0,-12-13 0,3-3 0,8-8 0,-9 4 0,14-18 0,-17 18 0,-7 26 0,-4 15 0,0-4 0,0 4 0,-1 0 763,-1 1 0,-1 1 0,1 2-763,2-3 0,1 4 0,0 0 0,0-2 0,1-6-9,0 1 1,1-2 165,-1 5 1,1 3 0,-1-7-183,-1-2 25,-10-14 0,-5-19 0,-1-4 0,-9 2 0,2-13 0,3-5 124,10 3 1,9-1-125,13 0 0,8 0 0,-2 0 879,-6-4 1,3 2-880,11 4 0,8 1 0,0-1-10,-8 4 1,1 0 0,-1-1 0,0-3 15,-2-3 1,0-3 0,-1-1 0,1 1 0,-1 2-182,3 1 1,1 2 0,-1 0 0,-2-2 177,-2-4 0,-1-4 0,-3 2 0,-7 10 2,-6 8-2,-2-3 3,-2 7 2,-15 8 335,6 2-339,-8 19 0,2 6-3154,6 0 3151,1-1 0,2-1-1,7-5 487,6 1-487,15 10 1,-7-10-1,15-8 0,2-6-2269,-6-9 2269,1-1 0,0-1 0,-5-8 1134,-2 1 1,1-5-1135,3-12 0,-1-3 0,-4 11 0,-1-1 0,-2-5 0,-2-3 0,-4 6-2269,-4 5 2269,2-13-8,-6 27 2273,1 10-2268,0-1 6,0 10-5,8 9 1,2 2 4,-1-1-1134,1 2 0,1-1 1131,-3-9 0,5 11 3,-1 2 0,0-3-3,-6-3 5,-25-5-5,-8-7-43,-1 4 1,6-10 0,20-6 0</inkml:trace>
  <inkml:trace contextRef="#ctx0" brushRef="#br0" timeOffset="22900">18928 1213 5801,'6'-3'23,"0"1"-23,-2 1 0,0 9 0,-8 1 0,-1 8 0</inkml:trace>
  <inkml:trace contextRef="#ctx0" brushRef="#br0" timeOffset="23566">17403 2103 5734,'-7'-7'0,"0"2"3,-1 2 19,-20 12-15,9 5 1,-2 5-1,1-2-1646,-1-1 1,0 0 1314,1 2 0,-1 3 1,4-1-379,7 5 0,3-2 705,-1 2-2,2-3 1,5 0 8,17-2 0,5-4-8,-2 0-2,7-8 0,8 0 0,-5-4 0,0-7 0,5-3 0,-3-2 0,-10-2 0,3-4 0</inkml:trace>
  <inkml:trace contextRef="#ctx0" brushRef="#br0" timeOffset="24398">17650 2257 5734,'7'-6'180,"-1"0"-90,-4 1 0,-3 1-90,-4 3 0,-2 3 89,-11 8 1,-5 14-2473,3-6 2383,0 8 0,14 6 0,11-11-2602,3 12 2602,5-22 0,1-6 0,-4-4 0,2-1 1593,21-11-1593,-17 4 0,15-9 0,-22-10-2268,-10-4 2268,3 1 0,-8 3 2268,1 15-2358,1 2 90,-1 0-89,-2-1 89,4 4 0,0-5-90,9 3 90,17-13 0,-7 7 0,11-10 0,-8 4 3276,0-4-3160,-1 1-116,-8 1 0,-4 1 0,-4 5-90,-4-17 90,2 35 0,-3-2 0,10 12 0,10 0 0,6 2-2103,1 1 2103,-2-2 0,-11-7-2696,14 21 2696,-15-13 0,1 6 0,-2 3 0,-6 6 0,-4 0 0,4 7-54,1 2 1,1-2-809,1-20 862,7 13 0,-6-22 410,1-2 1,3-1-1,1 0 1</inkml:trace>
  <inkml:trace contextRef="#ctx0" brushRef="#br0" timeOffset="24915">18147 2202 5742,'3'-16'352,"0"4"-263,1-3 1,-3 23-90,-1-1 0,0 14 0,-3 12 45,1-14 0,1 0-297,-1 0 1,0-1 251,1 3 0,-1-3 0,2-7 0,-1 4 90,2-5-90,3-9 0,6-7 0,6-15-2509,1-3 2509,2-2 0,3-3 0,3 1-1117,-10 15 0,0 2 1117,8-15 0,-1 6 0,-6 20 0,-3 29 0,-5-1 0,0-1 0,-1-1 261,-1 2-261,0 0 2288,8-9-2378,-6-11-68,10 4 158,-7-16 0,4-5 0,3-3 0</inkml:trace>
  <inkml:trace contextRef="#ctx0" brushRef="#br0" timeOffset="26014">18528 2208 5824,'-1'7'0,"4"-1"0,0-2 90,6-1-90,-3-4 0,4 1 0,13-8 90,-4-1-1729,8-11 1,-1-4 1523,-6 4-560,-2-3 1,-5 2 674,-11 11 0,-3-1 0,-4 5 0,0 4 0,-3 0 0,-8 15 0,-1 7 0,1 13 0,0 2 0,-1-8 0,0 0 0,3 9 0,6-5 0,8-16-188,11 17 188,-5-16 0,10 11 0,18-20-1075,-15-5 1075,0 0 0,2-3 0,2-13 0,2-6 0,-3 2 0,-6 5 0,-1-1 0,3-4 0,4-3 0,-1-2 0,-6 2 439,-4-6 1,-5 2-440,3 3 0,-2 2-721,-2-16 721,-6 31 0,0 0 1398,-2 0-1398,11 8 0,-5-4 0,10 6 2914,-1-7-2914,-3 1 0,3 0 0,-4 0 1444,-2 3-1444,-1 11 0,-2-4 0,-3 10 0,-3 5 0,0 2 0,0 11-1639,1-3 1,0-1 1523,3-3 115,3-1-2269,6-12 2269,-2-5 0,6-1 0,10-17 0,3-4-253,-1-1 253,3 0 0,2-6 0,-8-5 0,-1-5 0,-3 2 0,-2 2 0,-1 0 0,3-1 0,1-3 0,-5 4 0,-4-3 1769,-8 6-1769,-3 17 0,0-8 0,-4 36 0,7 4 0,-1 2 0,5-1 297,1-4 1,2 0-298,-3-8 0,0 0-1093,4 12 0,-1-2 1183,-1-2-90,-14 5 0,-1-18 1048,-8 5 0,-3-1-1304,1-7-355,-11 6 611,19-12 0,5-3 0,2 0 0</inkml:trace>
  <inkml:trace contextRef="#ctx0" brushRef="#br0" timeOffset="26199">19840 2329 6183,'9'-2'-89,"-3"1"89,-1 5 0,-11 1 0,-8 2 0,-9 2 0</inkml:trace>
  <inkml:trace contextRef="#ctx0" brushRef="#br0" timeOffset="26948">16619 3215 5798,'2'-6'26,"5"-7"-26,-4 8 90,6-8 0,-2 8-90,2 0 0,8 20 0,-9-4 0,6 14 45,-13 0 0,-3 4-45,0 8 0,-1 0-1639,1 0 1,0 0 1580,-2-1 1,1 0 57,2-9 0,1 1 0,3-2 0,6 5 0,2 0-817,-3-4 1,0 0 0,1-3 771,6-4 0,2-6 45,9-9 0,-11-7 0,1-1 0,7-5 0,2-2 0</inkml:trace>
  <inkml:trace contextRef="#ctx0" brushRef="#br0" timeOffset="27182">17011 3537 5824,'-5'-6'90,"-1"5"0,4 3-90,-1 7 0,1-1-849,0 2 849,0-1 205,0 26-385,5 0 161,-4-16 1,2 0 18,4 9 0,-5-25 0,2 2 0</inkml:trace>
  <inkml:trace contextRef="#ctx0" brushRef="#br0" timeOffset="27464">17012 3389 5821,'-1'-10'183,"-3"-12"-3460,2 11 1073,-3-8 3703,4 8-1319,0 2-180,0-3 679,0 1-769,0 3 1,1-1-91,0-3 180,2-3 0,0 3 0,2-2 0</inkml:trace>
  <inkml:trace contextRef="#ctx0" brushRef="#br0" timeOffset="28567">17200 3506 6004,'7'3'179,"0"4"-179,-5-2 90,3 6-90,-3-4 90,4 22-90,-4-14 0,0 10 0,0-1 90,-3-8-90,0 11 0,1-19 0,0-3 0,4-11 0,11-20 0,3-6 0,-2 7 0,0-1-1093,-3 4 1,0-1 0,0 3 1034,0 2 1,-3 6 57,-5 8-90,3 2 90,0 13-838,-2-2 838,0 11 0,-2 4 0,-1 0 0,1-2 456,0 3 1,1-3-457,1-10 0,6 4 0,12-6-423,-4 0 423,6-9-45,1-18 0,0-9 45,-11 5 0,-1-3 0,1 1 0,3 0 0,1 1 0,-2 0-364,0-12 1,-5 4 363,-10 14 0,-4 4 0,-12 5 0,4 4 1310,-10 5-1310,5 16 0,2 4-2316,-1 9 2316,0-7 0,3 0 0,5 3 2171,5-1-2171,5-3 0,1 0 0,1 7 0,11-1 0,3-5-2268,-5-14 2268,2-1 0,0-2 0,-3-10 1134,4-2 0,2-4-1134,0-8 0,1-5 0,-1 1 0,5 3 0,-1-4 0,-5-5 0,0-8 0,-1 1 0,-4 6 0,-7 10 0,-2 0 0,4-11 0,0-4 0,-4 8 0,-4 12 3276,-2-8-3160,-3 23-116,-6 27 0,9-3 0,1 3-1639,-1 0 1,2 0 1580,2 0 1,3-3 57,4 4 0,0-8 45,-4-2 0,-2 1 0,-11 0 0,-2 1 0,5-1 0,-2-2-45,-7-4 0,-2-3-270,-5-3 270,7-8 0,3-4 0,5-7 0</inkml:trace>
  <inkml:trace contextRef="#ctx0" brushRef="#br0" timeOffset="28765">18297 3580 6183,'6'-6'450,"0"1"-450,-23 16 0,-4-3 0,0 3 0,0-1 0</inkml:trace>
  <inkml:trace contextRef="#ctx0" brushRef="#br0" timeOffset="29751">15979 4250 5824,'-2'-6'90,"-1"-1"-90,3 1 90,2 3-90,4 6 0,-4 17 0,-2 6 0,3 6 22,-5-4 1,-2 8-1,-1 1 1,1-5-23,0-3 0,-1 0-1093,0 5 1,-1 2 0,1-5 977,-1 2 115,0-11-1169,-2-2 1169,3-7 0,3-24 0,4-6 0,4-13 0,5 3 0,5 3 0,-3 5 1407,4 7 0,0 2-1407,-4 6 1747,14-5-1747,0 0-3277,1-4 3162,4-2 115,-6-3 0,-12 5 0,2-12 0,0-5 0,-5 5 0,0-1 0,3-10 0,1 10 0,-4 25 89,-8 11-89,-2 17 0,-1 11 0,0-3 45,1-10 0,-1 1-45,0 1 0,1 2 0,-1-3-451,1-6 1,-1-1 450,3 12 0,2-5 0,3-1 0,12 5 0,1 0 0,1-35 0</inkml:trace>
  <inkml:trace contextRef="#ctx0" brushRef="#br0" timeOffset="30181">16551 4305 6004,'-10'2'90,"0"2"-1,-8 17 1,8 2 0,-1 1-1729,1-5 1,1 0 1151,0 6 0,2 1 961,8 10 1,2-1-475,0-4-162,1 3 1,2-2 161,13-8-2161,1-13 2161,5 3 0,-4-15 2251,-8-6-2251,8-18 0,-2-6-2161,-3 1 2161,-4 9 0,1-4 0,-4 1-45,-8-10 0,-6 1-244,0 10 1,0 0 288,-1-9 0,-3 1 396,-5 10 1,-4 8-397,-7 12 0,-2 5 0,8-7 0,0 4 0,-4 14 0,-1 8 0,6-2 0,5 2 0,1 4 0,4-1 0,12-10 0</inkml:trace>
  <inkml:trace contextRef="#ctx0" brushRef="#br0" timeOffset="30834">16909 4379 5914,'3'-23'269,"-2"9"-269,-4 0 0,-2 12 90,-4 2-45,-11 18 0,-1 7-45,0 2-548,-1-1 1,1 4 592,12 1 0,5-1-1560,2-8 1,2 0 1514,-2 8 0,4 0 0,7-3 0,7-4-1103,9-6 0,1-2 1103,-8 1 0,1-4-62,17-7 1,-2-8 61,-18-6 0,0-14 0,-5-4 0,-14 3 0,-3-2 0,-4 2 0,-9 7 0,0 4 523,17 12-523,5 2 0,11 1 2268,13-4-2268,4 1 1787,1-2-1787,-7 2 0,-8 13 0,-9 0-1463,4 9 1553,-11-1-90,-3 14-1188,1-2 0,0 2 1188,0-9 0,1 0 446,-1 8 0,2 2-446,6 3 0,1-4-1721,0-2 1721,-1 0 0,3-4 0,2-16 100,-6-7 1,3 1 0,-7-6 0</inkml:trace>
  <inkml:trace contextRef="#ctx0" brushRef="#br0" timeOffset="31249">15494 5092 6004,'17'-10'359,"-2"2"-3636,9-4 1785,2 2 1642,-3 2 0,5-1 0,6-1-265,-5 4 0,4-1 0,3 0 0,1-1 0,1 1 0,-2 0 0,-2 1 133,1-2 0,-3 1 0,0 0 0,3 0 0,5 0 14,-13 3 0,3 0 0,2-1 0,2 0 0,1 1 0,2-1 0,0 0 1,0 1-1,1 0 0,0-1 0,-2 1 0,0 1 0,-2 0 0,-1 0-62,4 0 1,-2 0-1,0 1 1,-1 1 0,0-1-1,0 1 1,-1 0 0,0-1-1,1 1 1,0-1 29,1 0 0,0 0 0,0-1 0,0 1 0,0 0 0,0-1 0,0 1 0,0 0 0,0 0 0,0 0-52,2 0 1,1 0-1,1 1 1,1 0 0,-1-1-1,-1 1 1,-2 0 0,-4 0-1,-3 0 1,-5 0 51,12 0 0,-5-1 3,2 1 1,4-1 0,-3 0 0,-10 0-989,-12-2 1419,-12-1-716,-3 3 282,-12-1 0,6 3 0,-9-1 0,-2 1 0</inkml:trace>
  <inkml:trace contextRef="#ctx0" brushRef="#br1" timeOffset="37932">19677 1078 20677,'0'-12'-3277,"0"-1"2078,0 5 778,6-4-2856,11 0 5071,-1 2-369,9-2-594,-4 6 1,4 4-908,7 9 1,0 8-730,-5 3 0,-1 3 1,-1 1 604,-2 0 1,-2 1 0,-3 2-246,-3 4 0,-3 2 0,-2 7 305,-4-10 0,-1 5 0,-1 3 0,-1 2 0,1 1 0,-1-2 1,0-2-1,0-4-384,1 4 0,-1-4 1,0 0-1,1 8 400,-2-12 0,0 4 0,0 3 1,1 2-1,-1 2 0,0 2 0,1 0 1,-1-1-1,0 1 0,1-3 0,-1-1 1,0-3-1,0-4-240,1 7 1,-1-4 0,1-2 0,-1-1 0,1 1 0,-1 3-71,0 2 0,0 2 0,-1 2 0,1 0 0,0-2 0,0-1 0,1-5 286,1 4 1,1-4-1,0-2 1,0-4 856,0 0 0,0 0-704,2 2 0,2 4 0,1 1 0,-1-3-223,3-2 1,0-3 0,0 2-16,2 10 1,0 1 0,0-6-355,2-9 1,-2-8 296,0-9 1081,1-5-1048,13-7 2609,-10 3-2408,12-10 56,-36 21 0,-3 15 0,-1 5-461,-1-6 0,-1 1 461,1 0 0,1 3 0,2 4 0,3 3 0,2 5 0,1 2 0,1-1 0,-1-5-756,2-2 0,-1-3 0,1 4 756,0-4 0,-1 4 0,0 2 0,1 1 0,1-1 0,2-2-88,2 2 1,2-1 0,1-1 0,0 0 0,1 1 87,-1-2 0,0-1 0,0 1 0,1 0 0,-1 0 0,0 0-15,0-1 1,0 1-1,0 0 1,0-1-1,0 0 1,0 0 14,1 2 0,1-1 0,-1-1 0,0 2 0,-2-1 0,0 4 0,-1-1 0,-1 2 0,-2-1 0,-2 1 0,-3 0 0,-3-1 0,-2 2 0,0-1 0,1 2 0,2-7 0,0 2 0,0 0 0,-1 0 0,0 0 0,0-2 0,-2-2 0,-2 3 0,-1-1 0,-1-3 0,-1-1 0,0-4 0,-3 3 0,0-4 0,-2-6 26,-3-3 1,0-10-27,0-19 0,1-12 0,0 2 0,1 8 0,1 1 0,0-3 0,3-13 0,0 1 0,0 0 0,1-1 0</inkml:trace>
  <inkml:trace contextRef="#ctx0" brushRef="#br0" timeOffset="38548">20954 2920 5795,'-6'-9'29,"1"2"61,2 1 0,0 8-90,1 1 0,-2 29-3277,2 3 3219,1-13 1,0-1-1642,-1 15 1699,2-16 0,0 5 0,1 0 0,0-2 0,1 4 0,-2-7 0,-2-20 0,0-1 0</inkml:trace>
  <inkml:trace contextRef="#ctx0" brushRef="#br0" timeOffset="38782">20791 2553 5751,'1'-15'30,"-1"5"285,0-2-187,0 7 0,2 10 1,1 3-1</inkml:trace>
  <inkml:trace contextRef="#ctx0" brushRef="#br0" timeOffset="39366">21147 2927 5734,'4'-9'36,"0"1"18,-1 0-54,-2 2 0,1-2 90,0 5-90,4 10 0,-2 2 0,6 21 90,-5 0-2590,-1-2 2500,-3-4 0,-1-6 0,-1-9-2564,1-20 2564,2-1 0,0-22 0,8 5 0,2 1 0,-1 3 0,0-3 0,2 4 0,4 13-597,0 11 597,3 0 0,-3 11 0,-7 0 0,6 11 0,3 6 1134,-3-3 1,1 0-1180,3 6 0,1-1-127,-8-9 1,-1-3 81,6-5 3115,1-9-3025,0-1 0,5-8 0,-8-2 0</inkml:trace>
  <inkml:trace contextRef="#ctx0" brushRef="#br0" timeOffset="39783">21602 2825 5734,'-4'-6'90,"1"-2"-90,2 3 90,9 11-90,-4 0 0,9 15 0,0 5 0,-5-8-809,1 3 0,0 0 899,-4-10-90,5 6-2856,5-4 2856,-3-3 0,6-22 0,0-8 0,-5-2-765,1-3 0,0-1 765,-7 1 0,-2 5 0,-1-1 0,0-1 0,-1 0 0,3-15 506,0 4-506,-1 29 587,3-2 0,0 10 0,1 1 1</inkml:trace>
  <inkml:trace contextRef="#ctx0" brushRef="#br0" timeOffset="40882">22041 2759 5759,'6'-6'155,"-2"-6"-65,-17 3 0,-2 2-90,-6 4-371,4 9 461,7 0-45,-1 11 1,-1 2-46,2-1 0,0 12 0,3 1 0,8-11 0,1 12 0,2-20 0,2-4-3277,9-3 3255,-5-2 208,15-24-186,-18 10 0,7-15 0,-11 7 0,0 6 0,14 23 0,-10-5 0,11 25 0,-3-7 0,5-5 0,-1 1 0,1-12 0,-2-15 0,1-5 0,-1-1 222,2-2 0,-2-1-222,-6-3 0,-4 1 0,-1-2-1208,-3-1 1,-1 1 1207,1 0 0,0 0 0,-6-12 0,-8 9 0,5 14-90,-1-2 90,11 14 1972,23-1-1972,-11-3 1723,12-4-1723,-17 3 0,7-3 0,-8 3 0,12-1 0,-13 11 0,1-1 0,-2 12 0,-3 5 0,0 2 0,3 4 0,1 1-862,0 0 1,-1-1 861,-1-6 0,2-5 0,6-7-2269,13-22 2269,-6 3 0,-4-10 0,1-8 0,-3 2 0,-7 6 0,-2 1-217,10-16 1,-2 3 216,-9 9 0,-2 6 715,0 3-715,2 35 0,-3-7 0,-1 4 0,-1 1 2408,2 11-2408,7-3 0,-3-6 0,17-12 0,-17-16 0,10-16 0,-14 3 0</inkml:trace>
  <inkml:trace contextRef="#ctx0" brushRef="#br0" timeOffset="41116">22676 2354 5809,'-4'-5'28,"0"0"67,7 13-87,-2-5 4,5 9 1,-5-4-1,2 1 1</inkml:trace>
  <inkml:trace contextRef="#ctx0" brushRef="#br0" timeOffset="42299">23052 2717 5807,'7'-7'197,"-4"-13"-197,-7 8 90,-2-7-1,-9 6 1,-15 8-90,8 0 45,-9 19 0,3 6-45,10-4-1245,-1 4 0,2 0 1245,11-8 0,3 9-1622,6 3 1622,-1-3 0,6-4-180,15-19 180,-11-1 0,13-6 0,-15 1 0,6-14-2060,3-9 2060,-3 4-11,-3 1 1268,-5 13-1257,-1 24-914,5 0 914,-6 15 0,3 0-343,7-4 343,-5-9 343,7 1-343,13-26-343,-8-6 343,-5 6 0,-1 0 14,3-14-14,-5 0 1078,-6 7 0,-1 0-1029,3-5 89,0-3-92,-15 35 4,-2 16-30,0-1 0,0 2 18,-1 10 196,3-14 0,1-1-251,1-3 2,12-16 14,1-7-406,9-14 414,-6 1 0,1-3 3,1 3 1,1-1 0,-4 2 0,0 2 33,6-1 1,-1 7 0,-8 11-79,7 2-12,-5 15-34,2 9 370,-2-5-320,4-5 0,1-3-31,-3-9-6,16 2 27,-8-14 0,1-7-717,-1-5 1,0-5 0,-1 1 756,-2 7 0,0 2 0,0-6-57,-5-2 0,0-7 0,0-3 1,-1 0-1,-2 1 0,-1 5 57,-3 0 0,-1 4 0,0-3-1,1-6 1,1-3-1,-1 0 1,0 5 0,-1-1 0,-1 6 143,1 3-143,0 4 2169,-5 19-2169,-4 24 0,-5 18 0,0-5 0,3-13 0,-1 0-244,1 3 1,-2 4-1,1 2 1,0-4 243,0 1 0,1-2 0,1 0 30,2-3 0,2-1 0,-1 1-357,-1 3 0,-1 0 0,2-3 327,1 2 0,6-5 356,7-9 0,2-4-446,0-3-76,19 1-15,-12-26 0,-1-5 1,-8 6-1,1 1 1</inkml:trace>
  <inkml:trace contextRef="#ctx0" brushRef="#br0" timeOffset="42498">23819 2445 5824,'24'2'0,"9"-10"0,3-3-1639,-7 1 1,1-1 830,-4 1 0,2-1 1,-4 1 745,-5 1 0,-3 1 62,7-5 0,2-2 0,0-2 0</inkml:trace>
  <inkml:trace contextRef="#ctx0" brushRef="#br0" timeOffset="42682">24567 2403 5824,'3'6'180,"-1"-1"-90,1-1-270,-1-1 180,0 2 0,-1-4 0,0 1 0</inkml:trace>
  <inkml:trace contextRef="#ctx0" brushRef="#br1" timeOffset="44033">21734 3386 11150,'0'10'-909,"0"-1"408,3 5 38,1 2 497,1 8 1,0 10-1,1 3 1,-1-5 19,0 3 0,-2 4-338,0-12 0,-1 5 0,0 5 0,0 2 0,0 2 0,0 1 0,-1-2 0,1-1 0,-2-3 317,1-1 1,-2-2 0,1-1 0,-1-1 0,0 1 0,0 1 0,1 1-305,-1 1 0,0 1 0,1 1 0,-1 0 0,1 0 1,-1 0-1,0 0 0,0-1 300,0 1 0,0-1 1,-1-1-1,1 0 1,-1 1-1,1 1 1,-1 2 18,0-6 0,0 0 1,-1 2-1,1 0 1,-1 0-1,1 1 1,-1 1-1,1-1 1,-1 1-1,1 0-146,0-3 1,1-1 0,-1 2 0,0-1 0,1 1 0,-1 0 0,1 0 0,-1 1 0,1-1-1,-1 0 1,0 0 0,0-1 113,1 1 0,-1 0 0,0 1 1,-1-1-1,1 0 0,0 1 1,0-1-1,0-1 0,0 0 0,0 0 1,0-1-1,1-1-169,-1 7 1,1 1 0,-1-2 0,1 0 0,0-1 0,0-2 0,0-1 0,0-1 185,1 2 0,-1-2 0,1-2 0,0 0 0,0 0 84,-1 3 0,0 0 1,0 0-1,0-1 1,0-1 133,0 2 1,0-1-1,0-1 1,0 1-128,-1 2 1,1 1 0,-1-2-1,0-2 218,-4 8 1,0-6 2034,1-2-2035,0 1 1,0-5 2291,3-17-1920,-3 10 2299,-6-10-2482,-9-5 841,4-4-1471,-5-14 1,11 3 0,-3-4 0</inkml:trace>
  <inkml:trace contextRef="#ctx0" brushRef="#br1" timeOffset="44465">21421 6836 20231,'-3'-8'-3277,"5"4"0,11 11 2537,1 7 1,3 4 511,0 2 0,1 1-1411,3 5 1,-2-1 814,-6-7 1,-1-2 580,6 8-290,0-2 735,-4-9 1,1-2-104,5 6 75,3-17 1,5-6 0,-4-2 613,4-10-545,-5 1 1,5-4 0,-6 2 56,-10 5 1,-1-2-151,7-13 1,2-6-1,-2 4 61,-5 8 0,0 0-136,0-2 1,2-2-1,-3 4-48,3-4 1,-9 15 0,1-4 0</inkml:trace>
  <inkml:trace contextRef="#ctx0" brushRef="#br0" timeOffset="45683">20189 7555 5739,'-4'-8'0,"0"1"0,2 3 0,0 0 0,-1 1 12,0-1 60,-7-4-71,2 4-1,-5-2 0,4 6 0,1 2 0,-5 5 0,1 0 30,-3 18 0,-3 13 0,2-5-618,7-11 1,1 1 587,1 5 0,0 7 0,-1 5 0,1 1 0,1-4 0,2-8-1502,3 2 1,3-2 1501,-2 2 0,1 5 0,0-1 0,3-7 0,2-9 0,3-3 45,9 3 0,3-1-135,3 6-573,-4-12 1,-1-5 662,-6-11 0,14-12-206,-14 1 1,0-1 205,12-10 0,-14 9 0,-3 1 0,-5 2 0,-3-19 0,-8 3 0,1-4 0,-6 11 0,6 14 1045,-8-8-1045,17 1-249,-7-2 249,21 3 0,0 7-438,2-1 438,9-2-179,-6 3 0,0 1 179,9-3 0,6 1 0,-10 27 0,-15-7 0,8 18 1499,-19-12-1499,0 3 0,0 2-750,2 9 1,1 1 749,-1-5 0,0 0 1021,2 3 1,2-2-1022,7-1 0,2-4-2043,2 3 2043,-2-5 0,-1-2 0,-2-10 113,-4-5-113,-1-2 0,5-2 0,1 0 0</inkml:trace>
  <inkml:trace contextRef="#ctx0" brushRef="#br0" timeOffset="46133">20735 8021 5784,'-7'-2'130,"0"0"-130,7-4 0,1 1 0,3-3-3277,16-16 2392,-10 14 885,10-16 860,-14 19-860,0-5-450,-2 3 450,-1-3 90,-17-16-90,-14 16 863,2-8-863,-8 25 0,20 9-2405,-6 16 2405,6-3 0,7-9 0,0 1 170,2 1 0,3 2-170,4 3 0,2 2 0,0-2 0,-1-1 0,1 0-148,4 11 0,6-4 148,2-18 0,4-5-336,3-6 0,2-3 295,-2 4 0,0-2 835,0-7 1,-1-4-795,-5-3 0,-2-2 0,7-8 0,-7 4 0,1 1 0</inkml:trace>
  <inkml:trace contextRef="#ctx0" brushRef="#br0" timeOffset="47334">21076 7847 5824,'-19'11'270,"1"4"-3414,1-2 3144,2 1 923,9-5-833,-6 18-90,7-11 0,-3 14 505,8-9-460,11 3 0,1 0-45,0 2-45,13-2 0,1-6 1274,-10-16-1319,21-4-3141,-18-17 3231,-5 6 0,-1-9 0,-12 0-90,-12-13-2070,3 7 2160,-7 0 217,7 16-217,3 3 2269,1 0-2269,3-1 0,3 3 0,9-11 0,1 4 0,4-4 0,-5 7 0,7-2 0,-3 2 0,4-3 0,-5 6 0,-5 2 0,15-7 0,-10 4 0,8-4 0,-13 7 0,-5 4 0,4-3 90,-3 2 3186,3 2-3160,1 37-116,-4-18 0,-1 5 0,1 5 0,-2-4 0,1 2-1411,0-2 1,-1-1 1410,0-4-238,0 8 0,0 1 238,-1-5-1150,1 3 0,0-4 1150,-2-15 0,-1-2 90,1-1-90,1-19 0,1-9-144,0 4 144,-1-6 0,2-3 0,1-9 0,1 3 308,-1 4-353,3-7 0,2 7 45,-2 26 0,6 6 0,-8 8 0,0 7 0,-3-6 0,4 17 0,-4-15 0,3 11 2041,-3-19-2041,7-19-45,2-4 0,0-1 45,5-12 271,-5 11 0,-2 2-271,-4 11 0,1 1 0,5 13-2478,0 16 2478,1 1-338,-7-3 0,-1-2 338,0-1 158,3 5-158,-3-5-158,1-2 158,-1-1 0,0-5 3,-1-5-3,3-4 0,1-4 0,2-4 0</inkml:trace>
  <inkml:trace contextRef="#ctx0" brushRef="#br0" timeOffset="47982">21730 7897 5756,'8'2'68,"0"-1"-68,-2-3-3277,16-9 983,-12 4 2294,12-7-253,-3-14 253,-11 14 253,7-16-253,-17 7 0,-1 10 0,-3-7 0,1 15 2269,-15 8-2269,3 29 180,-4-11-180,13-2 0,4 3 0,5 0 0,1-2 0,3 5-689,-2-5 0,2-1 689,4-6 0,-2-7-127,1-3 127,0 0 2523,16-12-2523,-3-8-2176,7-4 2087,-8-6 89,-12 11 0,0-2-333,1-7 0,-1-4 0,0 1 327,0 0 1,0-1 5,-2-1 0,1-6 0,-2 2 0,0 5-127,-3 8 0,-1 1 131,1-9 1,0-3 0,0 12-5,-1 16 0,-1-5 60,3 30 0,1 23 0,0-4-60,-1-15 0,0-1 169,1 11 0,0 5 1,0-4-126,1-6 1,1-1 1225,1 1 1,1-1-1316,-3-4 0,2-2 200,11 9 1,-14-40-1,4-7 1</inkml:trace>
  <inkml:trace contextRef="#ctx0" brushRef="#br0" timeOffset="48150">22043 7714 5824,'6'-7'90,"1"0"0,0 2-90,17-9 0,-6 3 90,14-7-90,-4 2 0,-1 0 0,-2 1 0,2-1 0,-1 0 0,-12 7 0</inkml:trace>
  <inkml:trace contextRef="#ctx0" brushRef="#br0" timeOffset="50148">20339 8717 3736,'31'-18'0,"-5"2"-3277,6-2 2818,-16 8 459,-3 2 1040,-9 6-1040,-4 7 0,-2 0 0,-5 12 0,-2-2 0</inkml:trace>
  <inkml:trace contextRef="#ctx0" brushRef="#br0" timeOffset="52598">20390 8704 5734,'-2'7'90,"1"-1"0,1-1-90,0 0 0,0 1 0,3 15 0,-1-7 90,1 19-90,-2-14 0,1 3-820,1 3 1,1 5 0,1 1 0,-2-4 806,1 4 1,0 0 12,1 0 0,2 4 0,-1-1 0,-1-9-2269,-1-4 2269,1-2 0,-1 0-90,0 4-140,-2-13 230,-6 6 0,-3-17 0,-7-4 0</inkml:trace>
  <inkml:trace contextRef="#ctx0" brushRef="#br0" timeOffset="52882">20232 9321 5737,'-2'7'177,"12"-2"-87,-1-3-1,25-8 1,5-3-90,-6 0-1093,-8 3 1,4-2 0,-4 1 118,6-2 974,2-1-750,-7 2 1,-1-1 659,5-1-82,-8 3 1,0-2 171,1-4 0,-8 0 0,4-5 0</inkml:trace>
  <inkml:trace contextRef="#ctx0" brushRef="#br0" timeOffset="53216">20696 8642 5801,'-6'-1'-34,"0"1"46,3 5 33,2 22-45,0-4 0,1 5 0,0 1 30,0-1 0,0 0 0,0 1-1123,0 3 1,-1 0 0,1-1 772,0-5 0,0 0 0,1-3 320,0 2 0,1-2 428,0 4 1,1 1-474,2 3 0,2-2 42,0 2 3,8 4 0,-10-33 0,4 0 0</inkml:trace>
  <inkml:trace contextRef="#ctx0" brushRef="#br0" timeOffset="53547">20766 8633 5734,'-7'-15'61,"3"7"-32,-11 19-29,11 0 90,-4 21-90,9-4 0,3 4 30,1 1 0,0 2 0,0-1-1123,-1-4 1,-1-1 0,1 1 767,1 3 0,1 0 0,-1-1 611,0-5 1,-1 0 0,0-4-287,0-3 0,0 0-920,3 13 1,-1-2 829,-1-13 90,3-4-281,-4-6 281,4 1 0,-4-7 0,0-1 0</inkml:trace>
  <inkml:trace contextRef="#ctx0" brushRef="#br0" timeOffset="54898">20884 9045 5776,'5'2'47,"2"6"-3324,6 20 894,-6-11 2301,5 1 1,-1-1 81,-4-9 163,8 7-163,7-13 0,-9-1 0,11-3 2269,-13-1-2269,6-10 0,-2-4 0,-2-13 0,1 11 0,-3 0-1,-14-18-2159,-3 21 2160,-1-2-9,-2 4-13,1 4 14,1 1-1,2 2 6,5 2 2325,9-1-2327,10-5 5,-3 3 3222,11-5-3214,-16 12-2,2 7-3,-8 2 0,-3 10 5,-1 6 0,0 4-2,-1 2 0,1 1-2,0 2 0,-1 0-1206,1-5 1,-2-5 1207,1-9-6,0-5 0,1-2 0,0-7 0,0-4 0,4-24 0,2-9-1298,-2 14 1,0 0 1297,2-13 0,0 1 1609,2 2-1649,0 12 9,-1 22 17,3-1 14,-5 16-2,-2-3 2,8-22 0,-5 3 0,14-18 0,-13 13 0,5-7 0,-6 10 0,11-7 0,-8 11 0,5-4 0,-7 26 0,-4 7 0,1-6 0,1 7 1,2 5 0,-2-5 825,0-5-825,1 3 0,0-3-1,-4-15 6,13-7-3,9-27-1274,-11 13 0,-1-2 1269,0-2 1,-3-1 1,-1-5 9,-6 15 19,3 43-572,1-14 545,-3 5 1,-1 1 1,2-2 5,0-2-8,5 8 2249,-4-11-2249,2 1 0,-4-20 0,-3-6 0,2-4 0</inkml:trace>
  <inkml:trace contextRef="#ctx0" brushRef="#br0" timeOffset="55131">21432 8730 5734,'4'6'0,"-1"3"-3277,1 2 893,-1-4 2384,0 5 0,-2-4 0,1 0 0</inkml:trace>
  <inkml:trace contextRef="#ctx0" brushRef="#br0" timeOffset="55816">21509 8690 5734,'5'6'0,"0"-1"112,2 6-20,11 20-48,-6-4 0,-1 0-43,0-4 1,0-1-294,-3 2 1,-2 0 297,-3-2 1,-1-2-3182,0 11 3186,0-10 0,0 0 1,0 11 10,0-3 89,0-7-93,-1-2-2,1-25 402,0 1-393,2-16 1613,4-8 0,2-5-1628,0 3 1,1 0-1650,0-6 1,0 2 1557,-2 12 0,-1 5-32,0 9 90,2 10-18,5 21-2209,-4-2 2230,-4-4 0,-1 2 20,2 14 0,-1-7 0,1 1 0,1 6 0,-3-10 0,0-4-90,0-7 2391,-1-8-2301,4-4 0,-4-9 0,2-6 0</inkml:trace>
  <inkml:trace contextRef="#ctx0" brushRef="#br0" timeOffset="56532">21910 8942 5823,'-6'3'91,"-3"3"-91,1 0 45,-5 8 0,1 4-45,-3 16-45,6-3 0,3-1-781,4 1 826,9-1-3118,2-27 3028,-3-2 90,3-2 0,0-4 0,11-20 0,-6-6 0,4-1 0,-11 7 552,2 25-553,6 12 1,-3-2 0,2 5 0,-7-10 3276,7 1-3188,-2-5-93,4-1-1634,1-21 1,-3-7 1481,-2 3 157,-2-5 0,1-8 0,-3 5-1135,-6 14 1,-1 0 1134,2-14 0,-1-1 0,-4 8 0,0 3 0,-1-2-87,-1-11 87,2 30 0,0 34 0,1-12 0,0 4 0,0 5 253,1 3 1,2 4 0,-1-3-254,1-1 0,0 1-254,0 1 0,-1 2 1,1-5 253,4 5 0,7-6 0,-4-16 0,8 5 0,-8-18 0</inkml:trace>
  <inkml:trace contextRef="#ctx0" brushRef="#br0" timeOffset="56717">22040 8934 5734,'9'4'0,"-1"-1"0,12-6 0,-1-2-612,2 0 1,-2-2-1,-8 2 1</inkml:trace>
  <inkml:trace contextRef="#ctx0" brushRef="#br0" timeOffset="56998">22195 8918 5734,'-1'7'73,"1"1"-56,2-2-17,2 2 90,4 14-90,1 9 0,0-1 0,-3-7 0,-1-2 0,-2-7 0,5 15 0,-7-20 0,1 1 0,-2-8 0</inkml:trace>
  <inkml:trace contextRef="#ctx0" brushRef="#br0" timeOffset="57215">22170 8782 5734,'7'4'0,"-3"4"0,-3-3 0,-1 2 0</inkml:trace>
  <inkml:trace contextRef="#ctx0" brushRef="#br0" timeOffset="58132">22336 8975 5914,'-2'10'90,"0"1"-3367,-2 5 983,2-4 2294,0 7 1409,8 9-1409,-2-15 0,3 13 770,1-16-770,-1-5 0,6-1 0,-5-6-90,6-20 90,-10 11 0,2-14 3276,-8 15-3160,-8-14-116,4 12 0,-10-16-90,9 21 90,-2-3 0,5 7-3,-2-3-9,4 2 4,6-9 5,1 6 0,6-5 3,4 0 3,-7 5 3,14-8-3,-15 14-3,5-2 8,-5 14 1,-1 20-9,0-8 0,-2 10 0,0 2-3277,-2-5 3219,0-7 1,0 0 57,-2-5 90,1-10-90,10-23 0,-6 8 0,8-21 0,-1-1 0,1 4 0,1-1 0,-2 12 3276,2 19-3160,-3 15-2239,3-3 2123,-7 9 0,-3-8 0,2 1 0,9 7-538,-6-8 0,1-2 1,13-4-1,-4-13 0</inkml:trace>
  <inkml:trace contextRef="#ctx0" brushRef="#br0" timeOffset="58666">20476 9750 5776,'-24'0'48,"12"0"-48,21-4 45,12 1 0,5 0-1684,5 0 1,1-1 1313,-4 1 0,1-1 0,1 1 353,-3 0 0,0 0 1,2 0-1,4 0-17,-3 0 0,3-1 0,3-1 1,2 1-1,0-1 0,0 1 1,-2 0-1,-3 0-196,5-1 1,-4 2 0,-1-1 0,3 0 0,6 0 190,-14 0 0,4 1 1,3-1-1,2-1 1,1 1-1,2-1 1,-1 0-1,1 1 1,0-1-1,-2 0 1,-2 1-1,-2 0 1,-3 0-1,-3 1-213,10-1 0,-6 0 0,-3 0 0,1 1 1,5-1 206,-1 0 0,4-1 0,2 0 0,1 0 0,-1 1 0,-2-1 0,-5 1 0,-5 1 0,12-2 0,-8 0 0,4 0 0,-9 1 0,0-2 108,-23 5 0,-2 0 1,-21 3-1</inkml:trace>
  <inkml:trace contextRef="#ctx0" brushRef="#br0" timeOffset="79401">1434 4516 5734,'0'-9'0,"0"0"0,-1-1 0,1 2 36,1 1-13,0 0-1,0 2 77,1-4-99,0 4 0,0-3 90,1 4-90,3 6 0,-1-1 90,1 8-90,-2-2-3277,14 26 3162,-9-16 115,10 13 0,1 1 0,-6-15-1135,0 2 1,0-2 1134,-3-10 90,25-7-352,-17-4 1,2-2 261,4 0 0,2-2 93,-2-5 0,1-4 0,0-4-93,-4-1 0,2-3 0,-1-2 0,0 0 0,-1 3 0,0 3 0,-2 2 0,1-1 0,1-3 0,-1 0 0,2-4 0,1-2 0,0-1 0,-1 2 0,-3 4 0,-3 4 0,2-3 0,-1 3-93,4-6 0,3-2 0,-7 8 93,-8 12 99,3-1-99,1 10 429,-2-1 0,-1 13 1,-7-1-1</inkml:trace>
  <inkml:trace contextRef="#ctx0" brushRef="#br0" timeOffset="80033">1974 5754 5804,'-4'5'20,"-1"3"-20,2 11 0,-2-1 90,3 7-90,-1 9-1639,2-11 1,0 0 1150,0-4 1,0 0 487,-1 2 0,4-1 475,7-2 0,3-3-475,0-3 0,2 0 0,4-4-54,3-12 1,4-9 0,1-3 53,3-2 0,1-4 0,2 0 0,-2 0-547,-2 4 1,0 1 0,-1-1-1,1 0 547,-3-1 0,0 0 0,0-2 0,-1 1 0,1-1 0,1-1 0,1-1 0,-1 0 0,-2 1 0,-2 3 0,6-5 0,-1 0 0,-2 2 0,4-4 0,-2 3 0,-6 5 0,2 1-179,-8 15 179,0-2 76,-9 15-76,-7 12 0,-3 4 0,-1 9 0,1-1 0,-1 0 0</inkml:trace>
  <inkml:trace contextRef="#ctx0" brushRef="#br0" timeOffset="80633">1899 7630 5734,'-14'15'0,"3"-4"8,5-6 43,4-2 70,-4 3 59,4 0-91,2 2-89,2 1 90,3 5 0,4 16-2844,-2-5 2754,-2-6 0,-1-1 0,4 10-2390,4 3 2390,-2-6 0,9 3-610,3-29 1,2-7 609,8-2 0,-15-4 0,5-6 0,2-5 0,1-3 0,0 0 0,-1 1 0,-3 3 0,2-2 0,-2 1 0,0 0 0,2-2 0,-4 3 0,2-2 0,0-2 0,1 0 0,1 0 0,-2 1 0,0 3 0,3-4 0,-1 2 0,-1 2 0,1 0 0,-1 1 0,4-2 0,-1 2 0,0 0 0,0 1 0,0 0 0,0 0 0,-1 1 0,-1 2 0,2-1 0,-1 2 0,-5 6 0,0 8 0,-18 14 0,-1 2 0</inkml:trace>
  <inkml:trace contextRef="#ctx0" brushRef="#br0" timeOffset="80934">1966 9690 5038,'-13'21'0,"0"1"0,1-1 0,1-2 0,2-3 0,6-10 0</inkml:trace>
  <inkml:trace contextRef="#ctx0" brushRef="#br0" timeOffset="81498">1641 9768 5734,'3'6'64,"7"2"-38,-2-4-26,3 1 0,-5 0 0,2 4 90,3 10 0,3 5-90,4 7 0,1 0-1639,-1-1 1,0 0 1580,0-2 1,-2-4 57,-1-11 90,3-5-90,4-16 0,6-10 0,-2 0-275,-3 5 0,3-5 275,-7 2 0,3-6 0,3-4 0,2-3 0,1-2 0,0 1 0,-2 0 0,-2 4 0,-4 2-522,4-2 1,-5 3-1,0 0 1,4-4 521,-3 3 0,2-4 0,2-2 0,1 0 0,0-1 0,-1 2 0,-3 3 0,-3 4 0,4-4 0,-5 4 0,3-1 0,-1 1 0,1-1 0,1-1 0,0-1 0,1 1-14,-1-1 1,2-1 0,-1 0 0,0 1 0,0 0 13,2-3 0,0 1 0,-1 1 0,-1 0 0,0 1 0,-1 0 0,-1 2 0,-5 4 0,3-7 0</inkml:trace>
  <inkml:trace contextRef="#ctx0" brushRef="#br0" timeOffset="110697">2795 10643 5734,'0'-6'56,"0"1"-42,5 2-4,15-2 0,12 0 5,-8 2 0,5 0 0,4 0 0,2 0 0,0-1 0,-2 1-562,3 0 1,1-1 0,0 0 0,1 1 0,0-1 0,0 1 406,-3 0 1,2 0 0,-1 0 0,1 0 0,0 0-1,-1 0 1,0 1 75,-2-1 0,-1 1 0,-1 0 0,1 1 0,1-1 0,1 0 1,2 1 63,-5 0 0,2 0 0,1 0 0,2 0 0,0 0 0,1 1 0,-1-1 0,0 1 0,-2-1 0,-1 0 0,-2 1 0,3-1 0,-2 0 0,-2 0 0,0 1 0,0-1 0,1 0 0,4 1-111,-5-1 1,2 1-1,2-1 1,1 1-1,0-1 1,1 1-1,0-1 1,-1 1-1,-1 0 1,0 0 0,-2 0 110,3 0 0,0 0 0,-1 0 0,0 0 0,-2 1 0,0-1 0,0 1 0,-2-1 0,4 0 0,-3 1 0,0-1 0,-1 0 0,2 0 0,1 1 0,-1-1 0,1 0 0,2 1 0,-1-1 0,1 0 0,-1 1 0,-3-1 0,-2 0 0,10 0 0,-4 1 0,-1-1 0,-1 0 0,-3 0 0,-2 0 0,1 0 0,3 0 0,-1 0 0,2-1 0,3 1 0,-1 0 0,-1-1 0,-3 1 0,3 0 0,-4 0 0,1-1 0,4 1 0,-4-1 0,4 0 0,4 0 0,0 0 0,0 0 0,-2 0 0,-3 0 0,-6 0 0,5 0 0,-5 0 0,2 0 0,-1 0 0,5-1 0,0 0 0,-3 1 0,-5 0 0,1 0 0,-4 0 0,0 0 0,0 1 0,2-1 0,2 2 0,-2-1 0,0-1 0,0 1 0,2 0 0,4 1 0,-1 0 0,-6 0 0,8 0 0,2 0 0,-2 1 0,-12-1 0,5 1 0,1 1 0,2 0 0,-3 0 0,0-1 434,-8 0-434,14 2-217,-13-2 0,0 0 217,14 2 0,-2 0 434,-1-1-434,-15-1 0,14 1 2179,-6 0-2179,7 0-1495,-1 0 1495,2 0 1259,-5-1 0,-1 0-1259,2 0-217,-1 0 0,2 0 217,-6 0 0,-1 0-1188,-2-1 1,1 1 1187,1 0 0,-1-1 0,8 2 1663,-8-2-1843,-5 0-160,4 0 340,-11 2 0,-7-3 0,0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52:09.65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8278 4811 8792,'2'-7'630,"0"1"-540,2 3 89,1 1 1,4 2-90,1-1 90,2 2 0,5-1-90,6 1-169,4 0 169,-2 0 0,0 1-494,-3-1 0,1 1 449,7-1 0,1 1 0,-6-1 0,1 1-897,1-1 0,1 0 942,1 1 0,0-1-1082,2 0 0,1 0 1037,4 1 0,2-1-850,1 1 1,1-1 834,-10 0 0,0 0 0,0 0 0,1 0 0,0 0 0,0 0-30,1 0 0,1 0 0,-1 0 30,1 0 0,0 0 0,0 0-186,0 0 1,1 0-1,2 0 178,2 0 1,2-1 0,2 1-1,-3 0-122,-7-1 1,-2 0 0,1 1 0,1-1 99,0 0 0,3 0 0,-1 0 0,1 1 0,-3-1 30,9 0 0,-2 0 0,0 0-80,1 0 0,1-1 0,0 0 80,0 1 0,0-1 0,0 1-30,0-1 0,1 0 0,-1 0 22,-10 1 1,0-1-1,0 1 1,2-1 19,1 1 0,3-1 0,0 1 0,-1-1 1,-1 1-43,0-1 0,-1 1 0,0 0 0,1 0 17,-1-1 1,3 1 0,-1-1 0,0 0 0,-2 1-18,8 0 0,-3 0 0,0 0-97,1 0 1,-1 0 0,1-1 126,0 2 0,-1-1 0,1 0-30,-1 1 0,-1-1 0,1 0 0,0 0 0,0 0 0,-1 0 143,-1 1 0,1-1 0,-1 0-143,-1 0 0,0-1 0,2 1 22,-2 0 1,3 0-1,0 0 1,0 0-48,0-1 1,0 1-1,1-1 1,1 1 24,-2 0 0,2 0 0,0 0 0,-1 0 0,-2 0 0,1-1 0,-2 1 0,0-1 0,1 1 0,3 0 0,2 0 0,-2-1 0,-3 1 29,-4-1 1,-4 0 0,1 1-30,5-1 0,1 0 0,-3 0 350,3 0 1,-1-1-351,-6 1 0,1 0 0,-1 0 0,1 0 0,1 0 0,-1 0 0,0 0 0,-1 0 0,0-1-59,12 1 1,-3 0 58,-12-1 0,-2 1 0,-1 1 0,-2 0 453,0-1 0,-1 0-453,16 1 0,-2-1 0,-3 0 0,-3 0 1512,-4 0-1512,-4 1 657,-3-1-657,-1 1 1808,-3 0-1808,0 0 0,-2 0 0,0 1 0,-1-1 1122,0 0-1122,-1 1 756,1 0-756,-2-1 411,0 1-411,0-1 0,-1 1 0,1-1 0,-1 1 0,0-1 0,1 1 0,0-2 90,2 1-90,3 0 0,0 1 0,4-1 0,10 1-3277,-4-1 3162,7 1 115,-8-1-753,15 0 753,-11 1 0,-6-1 0,0 0 0,5 0-520,4 1 520,-4 0 0,-1 0-193,-3-1 193,-3 1 0,-2-1 2666,-3 0-2666,3 1 0,-5 0 0,1 0 90,-5-1-90,-2 1 994,0-1-994,0 0 0,-12 4 0,-3 2 0</inkml:trace>
  <inkml:trace contextRef="#ctx0" brushRef="#br0" timeOffset="34662">3237 6885 7892,'2'-6'1260,"-1"2"-1080,4 3-90,0-1-90,1 2 90,0 0 89,2-1-89,0 0 0,4 0 0,3-1 0,3 0-566,6-1 566,4 0-3204,5-1 3293,5 0-134,-7 0 0,1 0-606,-6 1 1,-1 0 605,10-2 0,0 0 0,-10 2 0,0 0 0,1-1 0,0 1-916,1 0 0,1 0 916,-1 1 0,1 0 0,0 0 0,1-1-217,1 2 1,-1-1 216,2 1 0,0-1-45,1 0 0,1 1 45,0-1 0,0 1-45,5-1 0,-1 0 117,-1 1 1,-1 0-73,3 0 0,0 0-45,-3 1 0,-1-1-302,5 0 0,-1 1 347,1-1 0,1 0-45,-12 0 0,1 0 0,-1 1 62,11-2 0,1 2-62,1-1 0,0 0 45,-5 0 0,0 1-45,2 0 0,1 0 0,-5-1 0,1 1 109,-1 0 1,1 0-65,-1 0 0,0-1 155,-1 1 1,1 0-201,-1-1 0,0 1 0,0 0 0,-1 1 0,0-1 0,-1 1 0,0 0 0,-1-1 0,0 1 0,0 0 0,-1 0 0,0 0 45,0 0 0,-1 0-45,1 0 0,-1 1 0,0-1 0,-1 0 0,0 0 0,1 0 0,-1-1 0,-1 1 0,1 0 0,-1 0 0,0-1 0,-1 1 45,-2-1 0,0 1 480,-1 0 1,-1-1-526,19 0 0,-2 1 0,0-1 0,-1 0 0,0 0 0,0-1 0,0 1 0,-1-1 0,0 1 0,-2 0 45,-9 0 0,1-1-45,12 2 0,-13-1 0,-1 0 0,11 1 0,1-1 0,0 0 0,0 0 0,0 1 0,1-1 0,0 1 0,-1 0 0,1 1 0,-1-2 89,1 2-178,2-2 1500,2 2-1411,-2-1 0,3 1 0,-5 0 0,1 0 0,4 1 0,-21-2 0,1 0 0,-1-1 0,1 1 0,1 0 0,0-1-265,-1 0 0,0 0 265,2-1 0,0 1 45,0-1 0,1 1-45,-1-1 0,0 0 0,0 0 0,0 0 0,-1 1 0,1-1 0,-3 0 0,1 0 0,1 1 0,1-1 0,-2 0 0,0 0 0,2 0 0,0 1 45,0-2 0,0 1-45,0 0 0,0 0 0,0 1 0,0-1 320,0-1 1,0 2-321,-2-1 0,0 1 0,-1-1 0,1 0 0,-1 0 0,1 1 45,-1-1 0,2 0-45,11 0 0,1 0 0,-2 0 0,0 1 0,2-1 0,-2 1-11,-4 0 1,-3 1 10,11 1 0,1-1 90,-2 0-90,1-1 0,0 0 0,1 0 0,0 1 0,-1-1 0,1 2 0,-3 0 0,0 0 90,1-1-1630,0-1 1540,1 0 0,0-1 639,0 2-639,-12-2 0,2 0 45,1 0 0,0 1-45,0-1 0,0 0-136,-2-1 0,-2 1 136,10-1 0,-1 0 0,0-1 0,0 1 0,0-2 0,-1 2 0,1-1 0,0 0 551,0 1-551,1-1 0,1 1 0,-11 1 0,1 0 0,2-1 0,1 1 45,-1 0 0,-1 0-45,1 0 0,-2 0 0,11 1 0,0 0 0,-9 0 0,-1 0 0,15-1 0,-15 1 0,1 0 0,-1 0 0,-1 0 0,14 1 0,-14-1 0,-1 0 0,10 0 1749,-1 0-1659,0-1-90,-11 2 0,1-1 0,11 0 0,8 2 0,-15-2 0,1 1 0,-1-1 0,2 1 0,-3-1 0,2 0 232,-4 0-232,13 0 0,-15 1 0,0-1 272,18 2-272,-19-2 0,0 1 430,8 0-430,-1 0 0,0-1 569,-1 1-569,0-1-490,-2 1 490,1-1 0,-2 1 90,3-1-90,-2 0-2092,11 0 2092,-6-1 0,5 1 0,-8-2 90,14 1-180,-10 0 28,-10-1 1,-1 1-29,7 0 90,-1-1 0,-2 1 0,1 0 227,-3 0-227,-1 0 0,-1 1 0,0 0 0,-2 0 0,0 0 2964,-1 0-2964,0 0 0,-1 0 0,-1 0 0,-2 0 0,-1-1 0,-2 1 0,3 1 782,-4-1-782,2 0 511,-4 0-511,-2-1 0,0 1 0,2 0 0,-3 0 0,3 0 0,-4 0 0,0 0 0,-1 0 0</inkml:trace>
  <inkml:trace contextRef="#ctx0" brushRef="#br0" timeOffset="57503">3107 8799 7892,'7'3'270,"0"0"-180,-1-2-90,0 0 90,-1-1 0,4 1 0,4 0 0,0 0 0,2 0 0,-1 0 90,12-1-180,-4 0-922,11 1 1012,-5-1-90,5 0 0,1 1 90,2-1-1700,3 1 1610,-19-1 0,2 1 0,0-1 0,0 0 45,0 0 0,0 0-45,2 1 0,-1-1-339,-1 0 1,0 0 338,-1 1 0,1-1-1105,10 1 0,0 0 1105,-8-1 0,0 1 45,7 0 0,0 0 89,-7 0 0,-1 0-89,-1 0 0,0 0-45,1 1 0,1-1 7,0 1 1,0 0 37,0-1 0,0 0-45,1 1 0,0 0 0,0 0 0,1-1 0,-1 1 0,1 0 45,1 0 0,0 0-45,-1 0 0,1 0 0,0 1 0,1-1 45,12 1 0,2 0-45,-10-1 0,1 0 0,-5-1 0,2 1 0,-2-1 0,4 1 0,-1-1 0,1 0 0,1 0 45,2 1 0,3 0-45,-6-1 0,2 0 0,-1-1-293,9 2 0,-1-1 293,-8 0 0,1 0 0,-2 0 0,3-1 0,-2 1 45,5 0 0,0 0-45,-4-1 0,3 0 30,-3 0 0,3 1 0,-2-1-6,4-1 0,0 0-24,-4 1 0,3 0 0,-3-1 45,5 1 0,-2-1-45,1 1 0,-1 0 0,0-1 0,-2 0-478,-2 2 0,-2-1 478,0 0 0,0 0-54,-1 0 0,1 1 54,-2-2 0,0 1 45,0 0 0,0 0-45,0-1 0,0 1 45,0-1 0,0 1-45,-2 0 0,1 0 45,0 0 0,-1 0-45,0 0 0,-1-1 0,0 1 0,1-1 45,-2 0 0,1-1 23,-1 1 0,1 0-68,-2-1 0,2 1 0,9-1 0,1 0 45,-10 1 0,0 0-45,8-1 0,-1 1 44,-12 0 1,-1 0-45,1-1 0,1 1 627,-2-1 1,1 1-628,7-1 0,0 0 45,-4 0 0,1 0-283,4 0 0,0 0 238,-6 1 0,0-1 0,-1 0 0,1 0-296,-1 1 0,0-1 296,1 0 0,-1 0-138,1 1 0,-1-1 138,1 0 0,1-1-24,9 1 1,1-1 23,-8 1 0,0 0 0,3 0 0,1 0 0,-2 0 0,-4 1 0,-2-1 0,10 0 0,0 1 0,-2-1 0,-2 1 0,-4 0 0,0-1 30,3 1 0,2-1 0,-3 1-30,-1-1 0,-1 0 335,9 0 1,0 0-336,-12 1 0,-1 0 0,1-1 0,1 1 837,-1 0 1,0-1-838,1 1 0,1-1 0,0 0 0,-1 1 569,0-1 1,1 1-570,10-1 0,1-1 45,-10 2 0,1-1-45,1 0 0,2 0 0,-1 0 0,-3 0 0,-1 1-260,8-2 0,-2 1 260,-8 1 0,-1-1 44,1 0 1,0 0 659,17 0-704,-16 1 0,-1-1 0,-1 1 0,2 0 45,10-2 0,1 0-45,-7 2 0,0-1 0,8-1 0,0 0-529,-9 1 1,-1 1 528,1-1 0,0 0 0,0 0 0,0 0 0,0 0 0,1 0 0,0 0 0,0 1 45,0-1 0,1 0-45,0 1 0,0-1 0,1 1 0,1-1 45,-1 1 0,1-1-45,1 1 0,0-1 0,0 0 0,0 1 0,1-1 0,1 0-553,-1 1 0,0-1 553,1 0 0,0 0 45,0 1 0,0-1-45,0 1 0,0-1 0,0 1 0,0 0 0,0 0 0,0 0 0,0 0 0,0-1 0,-1 1 0,1 0-255,-1-1 1,1 0-1,-1 1 255,5-1 0,0 1 0,-5-1 0,2 1 0,-3 0-40,3 0 1,-1 0 39,0 0 0,1 0 0,-4 0 0,3 1 0,-2-1-330,5 0 1,0 0 329,-6 1 0,2-1 0,-2 1 0,1 0 0,-1 0 362,0-1 0,0 1-362,-2 0 0,1 0 0,12 0 0,0-1 154,-10 1 1,-1 0-155,10 1 0,-2-1 0,-11 0 0,-3 0 35,-1 1 0,0-1-35,-2 0 0,0 0 0,17 0 0,-2 1 0,-2-1 0,-3 2 0,-4-2 0,-3 0 2031,-3 0-2031,-2 1 0,-1-1 0,-3 0 457,3 0-457,-5 0 0,2 1 2543,-6 0-2543,-1-1 1003,-1 1-1003,0-1 47,0 0-47,-2 0 0,2 0 0,-2 0 0,0 0 0,0 0 0,-1 0 0,3 0 0,-2 0 0,2 0 0,-1 0 0,1 0 0,1 0 0,2 0 0,1 0 0,9-1 0,-3 1 0,7 0 0,-5 0-316,2-2 316,1 2-90,1-1 90,0 1 0,3-1 0,-1 0 0,1 1 0,-3-1 0,-1 1 0,-2 1 0,-1-2 0,-2 2 0,0-2 0,-2 1 0,-2 0 0,3 1 0,-2-1 90,0 1-90,-4 0 0,-3 0 406,-2 0-316,0-1-90,1 1 0,-1-1 0,0 0 0,0 0 0,0 0 90,1 0-90,-1 0-820,0 0 1,-13 0 0,-3-1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55:15.87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9121 6930 829,'-7'-31'0,"0"1"0,0-1 0,0 0 0,0 0 0,0 1 0,0-2 0,1 4 0,-2-4 0,1 0 0,-1-4 0,-1-2 0,0-1 0,1 3 0,0 5 0,2 1 0,-1 0 0,0-1 0</inkml:trace>
  <inkml:trace contextRef="#ctx0" brushRef="#br0" timeOffset="5784">3209 5152 5734,'-9'0'0,"-6"1"0,2-3 0,-1 2 5,-1-2 9,8 3 0,-2-2-2,4 2 2,1 0-9,4 4-2,1-2 0,4 2 14,13-2-14,18 0-3,-4 1 0,-13-4 0,0 1 0,5 1 0,2 1 0,1-1 0,2 1 0,0 0 0,6 0 0,1 0-1093,-6 0 1,0 1 0,-3-2 1034,-7 0 1,-2-1 57,9 1 0,5 0-119,-4-1 0,5-1 1,3 1-1,-1 0 1,-3-1 118,-1 1 0,-2-1 0,3 1 0,-1 0 0,5 0 0,1 0 0,1 0 0,-1 0 0,-4 0 0,-1 0 0,-2 0 0,-2 1 0,2 0 0,1 0 0,0 0 0,0 0 0,-1 1-613,7-1 0,-2 0 0,-1 1 613,2-1 0,2 0 0,-10 0 0,4-1 0,2 0 0,-2 0 0,-3 0 0,1 0 0,-2 0 0,2-1 0,0 1 0,4 0 0,0 0 0,-2 0 0,-7 0 0,-5-1 0,-1 1 0,10 0 0,3 1 0,1 1 0,2 0 0,0 0 0,-6-1 0,-1 0 0,1 0 0,5 1 0,1 1 0,-4-2 0,-4 1 0,-4-1 1021,11 0-1021,-5 0 0,9 1 0,1 0 0,-5-1 301,-4 0 0,1-1-302,0 1 0,4 1 1,4-1-1,-1 1 1,-2-1 0,0 0 1,-2 0 0,0 0 0,3 0-272,-3-1 1,3 0-1,0 0 1,1 1-1,-1-1 1,-2 0 270,-1 1 0,-3-1 0,0 1 0,1-1 0,2 0 0,-2 0 0,4 0 0,1-1 0,0 1 0,-2 0 0,-4-1 0,-6 0 364,3 1 0,-1-1-364,-1 1 0,6 0 0,1-1 0,0 1 0,-4 0-243,1-1 0,-3 1 1,0 0 242,2 0 0,-1 0 0,0-1 0,8 2 0,1-1 0,-5 0 0,1-1 0,0 0 0,-2 0 0,-1 0 0,2 0 0,-4 0 0,1 0 0,0 0 0,-2 0 0,12-1 0,-7 1 0,-2-1 0,-5 2 0,1-2 0,0 1 0,5 0 0,-2-1 0,-2 0 0,-7 2 0,7-1 0,-10 1 0,4 0 0,0-2 1016,-3 1-1016,0-1 0,14 1 0,-19 0 431,23 0-431,-28 0 0,4 0 2903,2 0-2903,-2 1 0,1-1 0,-4 0 0,-2 0 1474,-1 1-1474,1-1-34,-2 1 34,0-2 0,-2 2 0,-1-2 0</inkml:trace>
  <inkml:trace contextRef="#ctx0" brushRef="#br0" timeOffset="8467">3270 6117 5734,'6'-4'0,"4"-1"0,10-4 0,-5 3 0,6-2 0,-5 4 39,16-3-3316,3 0 3232,-13 4 0,0-1-1870,12 1 1923,-3 0-119,-7 2 0,7 0 1,2 0-1,1 0 111,-5 1 0,2 0 0,0 1 0,1 0 0,0-1-12,1 0 1,2 0 0,-1 0 0,1 0 0,-2 1 11,-2-1 0,-1 1 0,0 0 0,0 0 0,2 1 0,-1 0 0,3 1 0,-1 0 0,1 0 0,-1 0 0,0 1 0,0-1 0,-1 0 0,0 0 0,0 1 0,2-1 0,0 1 0,3-1 0,0 1 0,0 0 0,-2-1 0,-1 1 0,4 0 0,-1 0 0,-3 0 0,-2-1 0,-4 0 0,-4-1 0,6 1 0,-2-1 0,5 1 0,3-1 0,1 1 0,1 0 0,-2 0 0,-3-1 0,3 1 0,-3-1 0,-1 0 0,2 0 0,2 1 0,-1-1 0,2 1 0,2 0 0,1-1 0,-2 1 0,-1-1 0,-4 0 0,4 0 0,-3 0 0,-1 0 0,-1 0 0,0-1 0,-1 1 0,1-1 0,2 1 0,-4 0 0,3 0 0,1 0 0,0 0 0,-1 0 0,-2 0 0,4 0 0,-2 0 0,-1 0 0,2 0 0,-1 0 0,3 1 0,0-1 0,-3 0 0,-6 0 0,1 0 0,-1 0 0,6 0 0,5 1 0,2 0 0,-3-1 0,-3 1 0,-2-1 0,3 0 0,-1 0 0,3 1 0,2-1 0,-3 0 0,-4 0 133,-2-1 1,-4 1-1,2-1-133,1 0 0,2 0 0,0 0 0,0 0 0,-1-1 0,0 1 0,0 0 0,-1 0 121,4 0 1,-1 0 0,1 0-122,-4-1 0,3 1 0,-2 0 0,-5-1 0,9 0 0,-12 1 0,-2-1 0,-1 0 161,-9 0-161,3 1 90,-2-1-90,0 1 1686,-5-1-1686,4-1 0,-1 0 0,1 0 0,-1 0 0,10-2 3276,-9 1-3160,21-3-386,-10 1 270,3 1 0,-6-1 0,-9 3 0</inkml:trace>
  <inkml:trace contextRef="#ctx0" brushRef="#br0" timeOffset="10299">3263 6907 5765,'-4'-7'-23,"1"1"26,1 2 14,1 0-3,2 0 14,6 1-20,0 2 3,4 1-10,-1-1-1,25 1 30,-6 0 0,5-1 0,-2 1-30,-7-1 0,-1 1 0,2 0-820,0 0 1,2-1 0,2 1 0,1-1 832,3 0 0,2 0 0,3 0 0,0 0 0,0 0 1,-4 1 1,1 0 0,1 0 0,0 1 0,1-1 0,0 0-339,-3-1 0,1 1 0,0 0 0,0-1 0,1 1 0,-1 0 0,-1 0 336,-2 0 1,-2 0 0,-1 0 0,1 1 0,1 0 0,2 0 0,3 0-57,-6 0 0,2 0 0,2 1 0,1 0 1,2 0-1,1 0 0,1 0 0,-1 0 0,0 0 1,-1 0-1,0 0 0,-3 0 0,-1 0 1,-3 0 43,10 0 0,-5 0 0,-1 0 0,-2 0 0,2 0 0,1 0 0,4 0 0,-8 0 0,2 0 0,2 0 0,2 0 0,1 0 0,1 0 0,0 1 0,-1-1 0,0 0 0,-2 0 0,-1 0 0,-3 0 0,-3 0 0,-4-1 0,14 2 0,-6-1 0,-3 0 0,2 0 0,0-1 0,1 1 0,0-1 0,0 0 0,0 0 0,-3-1 0,1 1 0,-1-1 0,1 1 0,-1-1 0,0 1 0,1 0 0,0 0 0,-1-1 0,-2 1 0,10-1 0,-2-1 0,-7 1 0,0 0 0,-6 0 0,0 0 0,1 0 0,12 0 0,-24 0 0,-2 1 0,5-1 1199,13 3-1199,2-1 2380,-1 1-2380,-8 0-540,-14-2 3595,-15 3-3055,-5 0 0,-15 4 0,2 0 0</inkml:trace>
  <inkml:trace contextRef="#ctx0" brushRef="#br0" timeOffset="12432">3071 7982 5776,'7'-3'-28,"-1"1"31,-1 0 33,10-2-28,-5 2 1,9-2 1,11-1 0,8 0 12,-7 2 1,4 2-1,1 0 1,2-1-679,-5 0 1,1 0-1,2-1 1,-1 1 0,0 0 650,0 1 0,1 0 0,0 0 0,-1 0 0,1 0-238,-1 0 0,-2 0 0,2 0 0,1 0 0,5 0 259,-11 0 0,3 0 1,2 0-1,2 0 1,1 0-1,0-1 0,0 1 1,0 0-1,-2 0 1,-1 0-1,-3 0-16,3 0 0,-3 0 0,-2 0 0,0 0 0,1 0 0,3 0 0,4 0-88,-10 1 0,3-1 1,2 1-1,2-1 0,1 1 1,2-1-1,1 1 1,0-1-1,1 1 0,-1 0 1,1-1-1,-1 1 1,-1 0-1,-2 0 0,0 0 1,-3 0-1,-2 0 1,-3 0 87,13 0 0,-5 1 0,-3 0 0,-1 0 0,0 0 0,2 0 0,2-1 0,-4 1 0,0 0 0,2-1 0,1 1 0,1-1 0,-1 1 0,1-1 0,-1 1 0,0 0 0,-1 0 0,-2 0 0,5 0 0,-2 0 0,-1 1 0,0 0 0,0-1 0,0 1 0,2-1 0,0 1 0,-1-1 0,2 0 0,-1 1 0,2-1 0,0 0 0,0 0 0,0 1 0,0-1 0,0 0 0,0 0 0,-4 1 0,1-1 0,-1 0 0,1 1 0,0-1 0,-1 1 0,1-1 0,-1 0 0,0 1 0,0-1 0,0 0 0,2 1 0,0-1 0,1 0 0,0 1 0,-1-1 0,-1 0 0,0 1 0,-2-1 0,-1 0 0,-3 0 0,10 1 0,-1-1 0,-4 1 0,-3-1 0,-4 0 0,4 1 0,-5 0 0,-1-1 0,-1 0 0,-4 0 0,0 1 0,11 0 0,-2 1 0,-8-1 0,12 2 0,-15-2 0,1 2 0,-4-2 1700,6 2-1700,-15-3 0,5 1 1541,-6-1-2260,0-1 719,-18 6 0,-1-1 0,-17 4 0</inkml:trace>
  <inkml:trace contextRef="#ctx0" brushRef="#br0" timeOffset="15181">3139 8813 5770,'-10'3'-19,"-8"0"19,11-2 0,-13-1 0,13 1-9,-7-2 60,7 1-20,-1-1 59,19-3-90,6 0 90,10-2-90,-7 2 0,6 1 35,-1 1 1,6-1 0,2 0 0,0 0 0,-4 1-1129,3-1 1,-2 0 0,6 0 1089,-10 1 1,4-1-1,4 1 1,1 0-1,3 0 1,-1-1 0,1 1-1,-1 0 1,-3 0-1,-2 1 3,7 0 0,-2 0 0,-2 0 0,0 0 0,1 1 0,1-1-284,-4 0 1,1-1-1,1 1 1,0 0-1,1-1 1,-1 1-1,0 0 1,-1 0 283,1 1 0,-1-1 0,0 1 0,0 0 0,1 0 0,1 0 0,2 0-56,-5 0 0,1 0 0,2 0 1,2-1-1,-1 1 0,1 0 0,0-1 1,-1 1-1,-1 0 0,-2-1 1,-2 1 55,4 0 0,-3 0 0,-3-1 0,1 1 0,0 0 0,4-1 0,3 1 0,-9 0 0,3 0 0,3 0 0,2 0 0,1-1 0,1 1 0,2 0 0,-1 0 0,0 0 0,-1 0 0,0 0 0,-2-1 0,-3 1 0,-1 0 0,-4 0 0,-3 0 0,10 0 0,-8-1 0,-1 1 0,1 0 0,6 0 0,-5 0 0,4 0 0,3 0 0,3 0 0,1 0 0,1 1 0,0-1 0,-1 0 0,-3 0 0,-2 0 0,-3 1 0,-5-1 0,5 0 0,-5 1 0,-2-1 0,5 0 0,2 1 0,5-1 0,2 1 0,-1-1 0,-1 1 0,-5-1 0,7 2 0,-5 0 0,1 0 0,0 1 0,0 1 0,0-1 209,-1-1 1,-1 1 0,1 0-210,5 1 0,1 2 0,-8-2 0,-4 0 801,2 1 0,0-1-801,-5 0-1052,9 1 1052,-10-1 1400,5 1-1400,-23-3-90,10 1-90,-8 0 90,1-1 233,1 1 0,-7-2 0,-1 0 0</inkml:trace>
  <inkml:trace contextRef="#ctx0" brushRef="#br0" timeOffset="22632">3206 9807 5737,'8'4'19,"4"0"-16,-5-2 25,16 5-1667,-5-3 1,1 0 700,11 3 938,-11-3 0,1 0-660,1-1 1,-2 1 659,8-1 0,-5 1 0,4-1-44,3 0 0,4-1 0,2 0 0,-6-1 44,3 2 0,0-1-20,-1 0 1,4 0 0,2 0 0,0 0 19,-3-1 0,3 1 0,-1 0 0,-1-1 0,-3 0 0,2 1 0,-4-1 0,4 0 0,-5 0 0,2 1 0,2-1 0,1 0 0,0 1 0,0-1 0,2 0 0,1 0 0,0-1 0,0 1 0,0 0 0,0 0 0,0 0 0,0 0 0,-1 0 0,1 1 0,0-1 0,1 0 0,-3 0 0,1 0 0,1 0 0,-1 0 0,1 0 0,0 0 0,-1 1 0,-2-1 0,0 0 0,0 0 0,0 1 0,0 0 0,1-1 0,2 1 0,-2 1 0,2-1 0,1 1 0,0 0 0,1 0 0,-1 0 0,-1 0 0,-1 0 0,-3-1 0,2 1 0,-3-1 0,-1 0 0,0 0 0,2 1 0,4 0 0,-7-1 0,3 0 0,3 1 0,1 0 0,1 0 0,2 1 0,-1-1 0,0 0 0,0 0 0,-3 0 0,-1 0 0,-3-1 0,-3 1 0,11-1 0,-5 1 0,-3-1 0,1 0 0,2 0 0,-2 1 0,2 0 0,1-1 0,0 1 0,0 0 0,-2-1 0,-2 0 0,0 0 0,-3 0 0,0-1 0,0 0 0,2 0 0,1 0 0,0 0 0,2 0 0,0-1 0,0 0 0,0 1 0,-2-2 0,0 1 0,0 0 0,0-1 0,1 1 0,0-1 0,0 1 0,1-1 0,1 1 0,0 0 0,1 0 0,-2 0 0,-1-1 0,-1 1 0,3-1 0,-2-1 0,0 1 0,-3 0 0,-2 0 0,3-1 0,-4 1 0,2 0 0,0-1 0,1 1 0,-1-1 0,-1 1 36,7-1 1,2 0-37,-9 1 0,7-1 0,1 1 0,1-1 0,-3 1 0,-7 0 0,3 0 0,-1 0 269,-3 1 0,6-1 0,2 0 0,1 1 0,-1-1 0,-4 0-269,1 1 0,-2-1 0,0 1 0,-1-1 0,2 0 0,-1 1 0,0-1 0,3 1 0,2-1 0,4-1 0,0 1 0,-2-1 0,-6 1 0,5-1 0,-2 0 0,-6 1 0,5-1 0,1 0 0,-1 0 0,-4 0 0,0 1 0,-3-1 0,-1 0-652,11 0 1,-3-1 651,-9 2 0,-1-1 1055,0 0 0,-1 0-1055,-1 0 0,9-1 0,-2 0 0,-14 1-489,11-1 489,-18 2 361,2 0-361,-2 0 3092,6-1-3092,-6 1 0,4 0-621,-6 0 1526,-5-3-905,-1 2 0,-12-5 0,0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53:24.28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3379 5174 7443,'-9'-2'1349,"1"1"-450,2 1-89,1 1 0,0-1-721,5 4 1,1-2 0,5 3 0,0-3 0,0 1 0,1 0 90,2 1-90,2 0 0,2 1 0,3-1 0,4 1 0,3 1 0,5 1 90,2-2-1292,-6-2 1,1 0 1156,-4-1 0,0 0 0,6 0 0,1-1 0,-5 0 0,1 0-45,-1-1 0,1 0 45,2-1 0,0 1-45,1 0 0,1 0 45,0-1 0,0 1-45,2 0 0,0-1 45,0 2 0,2-1-45,4 1 0,0-1 45,2 2 0,0 0-905,-10-1 1,0 0-1,0 1 860,0-1 0,-1 1 0,1 0 30,1-1 0,-1 1 0,0 0-30,0 1 0,1-1 0,-1 1 0,1 0 0,0 0 0,1 0 30,-1-1 0,0 1 0,0 0-30,0 0 0,0 1 0,2 0 0,1-1 0,1 1 0,0-1 0,-1 1-591,2 0 1,-1 0-1,1 1 613,-2-2 1,1 1 0,1 0-1,-3-1-143,-1 0 0,-1 0 1,1 1 120,1-1 0,2 0 0,0 0 0,-2-1-29,2 1 0,-1-1 0,0 1 29,-1-1 0,2 0 0,-1 0 0,-2 0 0,10-1 0,-2 0 0,0 0 0,0 0 0,-4 0 0,0-1 0,1 1 0,-1 0 183,0 0 1,-1-1-184,0 1 0,1-1 0,-2 0 0,1 0 45,-1 0 0,0-1-45,-2 2 0,0-1 0,0 0 0,-2 0 723,0 0 0,-1 1-723,-1-1 0,-1 1 0,-1-1 0,-2 0-106,19 1 106,-5 0 0,-3 0 0,-5 1 1741,-3 0-1741,-6-1 90,5 1-90,-9-1-751,9 1 751,-12-1 284,6 1-284,-8-1 0,3 1 829,-6-2-829,1 1 0,-1-1 0,-1 1 3276,2-1-3160,-2 1-116,1-1 0,-2 1 0,1-1 0,-2 0 0,3 1 0,-2-1 0,0 0 0,2 0 0,0 0 0,2-1 0,-1 1 0,-1 0 0,1 0 0,1-1 0,0 1 0,1-2 0,0 1 0,0 0 0,1 0 0,0 0 0,0 0 0,2-1 0,6 1 0,-2-1 0,5 0 0,-5 0 0,10-1 0,-6 0 0,1 0 0,11-1-889,8-1 889,-22 2 0,0 0-187,0 0 187,-2 1 0,1-1 0,-2 2-3036,0-1 3036,-2 0 0,1 0 0,-2 0 583,0 1-583,-1 0 0,-1-1 137,-1 1-137,4-1 3276,-1 1-3160,0 0-116,-4 0 0,-3 1 0,-1 0 0,1-1 0,-1 1 0,1 0 0,-1 0 0,0-1 0,0 1-3277,0-1 2927,-7-1 0,-1 1 0,-7 0 0</inkml:trace>
  <inkml:trace contextRef="#ctx0" brushRef="#br0" timeOffset="2035">3269 6162 9242,'12'-1'0,"-2"0"0,-3 1 0,-2 2 90,1-1 0,2 1 0,-1 1-90,3 0 90,-2 0-1,0 0-89,1-1 90,2 1-90,0 0 90,4-1-90,2 2 90,6-2-90,4 1-960,5-2 960,1 0-1246,4 0 1246,4 0 0,-19 0 0,1-1 45,2 1 0,0-1-45,2 0 0,0-1 0,2 1 0,0 0 45,2-1 0,1 0-738,1 1 1,0-1 692,5 0 0,1 0 0,-1 1 0,4-1 0,-11 1 0,2 0 0,1-1 0,-2 1-471,2 0 0,-1 0 0,1 1 493,-1-1 1,2 0-1,-1 0 1,-1 1-453,0-1 1,-2 1 0,0 0 429,2 0 0,1-1 0,-1 1-274,1-1 1,0 1 0,1 0 273,-1 0 0,1-1 0,0 1-155,0 0 0,1-1 1,-1 1 154,1 0 0,-1-1 0,1 0-116,0 1 1,0 0 0,-1 0 115,2-1 0,-1 0 0,0 0 0,0 1 0,1-1 0,-1 1 30,1-1 0,-1 0 0,1 0 91,-1 1 1,1-1 0,-1 0-92,0 0 0,0 0 0,0-1-30,-1 1 0,0 0 0,1 0 0,0-1 0,2 1 0,0-1 0,-2 1 0,2-1 0,-2 0 0,2 0 0,-3 0 0,1 0 0,0 0 0,-3 0 30,0 0 0,-3-1 0,0 1-30,10 0 0,0 0 178,-1-1 0,-2 0-178,-2 1 0,-2 1 0,-1-2 0,0 1 0,-1 0 0,0 0 0,-2-1 0,0 1 0,-2-1 0,-1 1 293,-2 0 0,-1 0-293,18 0 0,-6 0 1320,-5-1-1320,-4 1 0,-4 0 0,-4 0 2360,-1 0-2360,-3 0 90,-1 1-90,-1-1 2201,-1 1-2111,3-1 55,-4 0-145,3 1 0,-5 0 0,-2-1 859,1 1-859,-2 0 90,1-1-90,-1 0 0,1 0 0,-3 1 0,0-1 0</inkml:trace>
  <inkml:trace contextRef="#ctx0" brushRef="#br0" timeOffset="4414">3051 6888 8612,'7'-2'-270,"0"-1"270,-2 3 0,2-1 90,-3 1-90,2 0 90,-2 0 0,2 1-90,-1-1 90,1 0 0,1 1-90,-1 0 90,1 0 0,0 0-90,1 0 90,1 1-90,1-1 90,2 1-90,1-1 90,4 1-90,0-1-523,7 0 523,2 1 0,7-1-1448,6-1 1448,-18 0 0,1-1 0,3 0 0,0 0 0,1 1 0,1-1-910,1 0 0,0 1 910,2 0 0,0 0 0,2 0 0,0 0-960,6 0 1,0 0 959,3 1 0,0-1 0,-11 0 0,1 1 0,1-1 0,0 1 0,0 0 0,1-1-410,0 1 0,1 0 0,-1 0 410,1 0 0,0-1 0,2 1 22,2 0 1,3-1-1,0 0 1,-2 1-117,3-1 0,-2 0 1,2 1 93,-2-1 0,3 0 0,0 0 0,-2 0-96,0-1 0,-2 1 1,1 0 95,0-1 0,0 0 0,2 1 18,-8-1 0,2 1 0,0-1 0,1 1 0,-3-1-5,0 1 0,-1-1 0,0 0 0,1 0-13,0 1 0,1-1 0,1 0 0,-1 1 0,-2-1 30,7 0 0,-3 0 0,0 0-30,1-1 0,-1 1 0,0-1-66,-1 1 1,0 0 0,-1-1 65,0 1 0,-1-1 0,0 0 29,-1 1 1,-1-1 0,-1 1-30,0-1 0,-1 1 0,0 0 377,10-1 1,-2 0-334,-1 1 1,-1-1-45,-4 1 0,-2-1 161,0 1 1,-2 0-117,-1 0 0,-1 0-45,-3 0 0,0 0 1325,17 1-1325,-8 0 90,-6 1-90,-3-1 90,-5 1 1948,-1-1-1948,-2 1 724,-1-1-814,-1 1 2486,-1 0-2486,3 0 687,-3 1-687,2-1 125,-4 0-125,-1 0 90,0 0-90,-1 1 0,0-1 0,0 0 0,2 0 0,1 1 0,0-1 90,-2 0-90,-3-1 0,1 0 0,-2 1 0,4 0 0,-4-1 0,1 1 0,-2-1-180,1 0-90,1 1 0,0-1-180,1 0-1978,-3 1 2428,4 0 0,1 0 0,2 0 0</inkml:trace>
  <inkml:trace contextRef="#ctx0" brushRef="#br0" timeOffset="7372">2956 7697 9422,'2'3'1259,"-1"-3"-1259,3 14 0,-3-7 90,0 0-90,0-1 0,0 1 0,0 0 0,1 1 0,-1-1 0,1 0 0,-1 0 0,2 2 0,-1-3 0,1 3 0,-1-4 0,1-1 90,-1 1-90,1-2 0,1 0 90,0-1-90,1-1 90,1-2-90,2-2 90,3-2-90,5-4 90,16-14-45,-12 7 0,2-2-486,7-8 0,1 0 441,-6 3 0,0 0-821,-3 3 1,1-1 0,-2 1 820,-1 1 0,0 1 0,6-6 0,0 0-615,-7 8 0,-1 0 615,1 1 0,0-1-84,-1 1 0,0 1 84,0 0 0,0 0 0,15-12-131,-4 4 221,-3 3-180,-4 4 1880,-3 2-1790,-3 3 1563,-4 2-1563,-2 2 181,-2 1-271,-1 1 1078,-2 0-3956,0 2 3032,-1 4 1,-2 1 0,-1 6 0</inkml:trace>
  <inkml:trace contextRef="#ctx0" brushRef="#br0" timeOffset="8572">3202 8570 9062,'-4'-8'270,"0"2"-180,2 1 0,-1 0 89,1 1 91,0 0-90,0 0 90,-1-1 90,1 0 0,0 0-270,0 12-90,0 0 90,-1 13-90,0-5 0,0 1 89,1-5-89,1 0 0,0 0 0,0-1 0,0-1 0,1 0 0,0-1 90,2-1-90,-1-1 0,3 2 0,1-3 0,2-1 90,3-4-90,5-5 0,6-6 0,8-6-1674,6-5 1719,-3-2 0,2-1-45,-7 5 0,0 0-842,-1 0 1,1-1 0,-2 1 841,4-3 0,-1 1 0,1-2 0,-1 1 0,0 0 0,1-1 0,-1 1 0,0 1 0,0-1 0,1 0-668,-4 4 1,2-1 0,-1 2 667,1-3 0,0 1 0,1 0 0,1-1 0,-3 2-445,-5 5 1,-2 1 399,5-3 0,-2 0 571,4 0-615,-7 4-1,-4 2 1484,-2 3-2384,-2-1 1651,-3 4 1,-4 6-1,-4 5 1</inkml:trace>
  <inkml:trace contextRef="#ctx0" brushRef="#br0" timeOffset="10413">6409 9690 9781,'-9'-2'360,"1"1"-180,4-1 270,-1 1-180,-1-1 0,2 1 269,-2 0 1,1 0-90,-1 0-91,0 0 541,0 1-810,19 3 0,-2-2 0,21 4-1124,-2-3 1124,10 0-1317,-18-1 1,2-1 1226,3 1 0,1-1 44,1 0 1,1 0 0,2 0 0,0 1 0,1-1 0,0 0-1089,6 1 1,0-1 1088,1 0 0,1 1-15,-12-2 0,2 1 0,-1 0-30,0 0 0,0-1 0,0 1 30,0-1 0,0 1 0,0-1-199,0 0 1,-1 1 0,3-1 190,-1 1 1,3 0 0,0 0-1,-2-1-277,2 0 1,-1 0 0,2 0 254,-3 1 0,2-1 0,-1 1 0,-2 0-74,1-1 1,-3 0 0,1 0 102,-1 1 1,1 0 0,-1 0-30,11 0 0,0 1 0,-12-1 0,1-1 0,-1 2 239,10-1 1,1 1-240,-1 0 0,0 0 0,-1 0 0,-1 0 0,-3 1 0,1-1 30,-5 0 0,2 0 0,-1 0-30,5 0 0,-1 0 0,-6 0 0,1 1 0,-2-1-392,1 0 0,-1 0 392,-2 0 0,1 1 0,-1-1 0,-1 1 305,-2-1 0,0-1-215,18 2-90,-5 0 0,-5-1 1502,-4 1-1502,0-1 0,-8-1 90,2 0-90,-9 0 1514,-1 0-1514,-3 1 3041,1-2-2951,-2 1 1241,0 0-1241,-1 0 0,-1-1-90,1 1 90,0-1-450,1 1-810,-1 0-988,0-1 898,-1 2-2017,-1 1 3107,-1 4 0,-5 2 0,0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56:05.30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16829 4195 5734,'4'-7'0,"0"1"0,1 0 0,-1 2 0,0 5 0,-2 4 0</inkml:trace>
  <inkml:trace contextRef="#ctx0" brushRef="#br0" timeOffset="1939">18761 3425 5734,'-7'-5'0,"2"3"0,-3-4 0,-1 0 0,0 1 0,-6-5 14,-6 0-6,0 3 1,-3 0-7,-8-2-1337,11 4 0,1 2 1338,5 2 0,-16 0-2513,10 2 2512,-13-1-2,17 1 0,-11 1 0,8-1-595,-9 1 595,10 0 0,-17 2 0,13 0 0,-1 1 0,4-2 0,-1 0 504,1 1 0,-1 0-504,-1 1 0,1 0 846,2 0-846,-1 0 0,1-1-133,6 1 130,2-2 3,-2 0 0,-5 4 0,6-2 759,-8 3-759,10-4-3,-20 11 0,10-4 4,2-1 1,0 0 2044,2 0-2046,-4 7 0,0 1-765,5-2 766,-3 1 1,2 1-2090,7-5 2088,0 0-3,-5 11 1,1 2 5,-1 0-837,1 1 0,0-1 834,4-5 0,2-3 121,1 0-121,0-1 0,1-1 1,-1 4 1,0 1-2,1 1 0,0-3 0,0 3 1,1 10 1,2-1 0,-1-2-3,0 4 0,2-1 1,1-13-2,2 4 1,2 3 2,5 6 1,2 0 1060,-3-1 0,1-1-1062,3 2 0,4-4 1,6-7 1,0-3-2,3 1 1,-1-2 1,1-3 3274,6-2-3253,-5-3 0,-1 0-1645,-6-3 0,-1 0 1623,2 0 0,1 0 73,7-1 0,-1 0-74,-2 0-988,3-1 0,-2 0 988,-9-3 1,6-1 1,5-2-1,0-2 0,2-1 0,0 1-1,5 0 0,1 0 472,-9-1 1,2 0 0,-2-1-472,3-3 1,-2 1-2,4-2-968,-3 1 0,-1-1 968,-5 1 0,5-5 0,1-1 0,2-2 0,-11 3 0,6-5 0,2-3 0,0 0 0,-4 0 0,-1 0 0,-3 0 0,0-1 0,1-3 0,-1 3 0,1-3 0,0-1 0,1 0 0,-2 1 0,-2 1 0,0-2 0,0 2 0,-3 0 0,-2 1 0,0-4 0,-3 2 0,-3 3 0,-6-7 0,-6-3 9,-4 10 1,-3-3-1,0 1-9,2 1 0,-4-1 0,-3 3 0,-6-4 0,-2-1 0,-1 2 0,3 4-10,1 5 1,0 4 0,-2-1 9,-2-4 0,-3-2 0,0 0 0,3 5 0,-6 3 0,1 4 0,-2 1 0,-4 4 0,4 3 0,-3 3 0,-1 1 0,3 0 0,-2-1 0,3 0 0,-3 3 0,3-1 0,-2 3 0,-1 0 0,1 1 0,3-1 0,-2 4 0,0 0 0,1 0 0</inkml:trace>
  <inkml:trace contextRef="#ctx0" brushRef="#br1" timeOffset="8970">14933 7317 16879,'6'4'-3066,"6"-1"3227,0-3-1354,4-1 1736,-4 0-46,12 0 0,4 0-258,3-1-609,-1 1 0,4 0 393,-10 0 1,2 0 0,0-1-910,10 0 0,1 0 1023,-9 0 0,1 0 0,-2 0-785,6 0 1,-5 0 668,0 0-93,5 0 0,4 0-2,-3 1 0,2-1-273,-10 1 1,1 0 0,-1-1 270,4 1 1,-3-1 4,-7 0 1,0 0 777,10-2 1,3 0-745,-5 1 1,2 0-1,0 0-3,-3 0 0,-1 0 0,0 0 67,8 0 0,-4 0 32,3 0-38,-14 1 1,3 0-389,4 0 0,5-1 1,2 0-1,-4 0 380,7-1 0,2 1 165,-9 0 1,7 0-1,2 0 1,0 0 0,-4 0-1,-5 0-190,1 0 1,-1 1-343,-1-1 1,4 1 0,-1 0 0,-6 0 316,6 0 24,-9 0 0,2 1-5,3-1 0,0 1-7,-4 0 0,0-1 690,-2 1 1,2 0-692,9 0 1,0 0-7,-12 0 1,0 0 16,8 0 0,4 0 0,-3 0-564,-5 0 1,-2 1 550,-1-1 0,-2 1 1,7-1 1494,-16 1-1493,13 0 1140,-10 0-1132,10 0-4,-1 0 0,0-1 1,6 2 7,5-2 1,2 0 15,-13 0 0,-3 0 14,1 1 1,-1-1-3,10-1 53,-13 1-51,8 0 0,2 0 1146,-3 0-1141,12-1 1,-1 0-2236,-13 1 2238,11-1 18,-19 1 1872,-6 1-1940,0-1 69,12-1 21,-10 1 38,16-2-27,-15 1 3201,5 1-3191,-3 0 109,-14 4 1,-3 0-1,-14 4 1</inkml:trace>
  <inkml:trace contextRef="#ctx0" brushRef="#br1" timeOffset="24254">16628 8017 11090,'-4'-6'-2327,"1"1"1549,0 0 458,2 1 174,-1-1 138,0 2-32,1-2 129,-1 0-512,1 1 607,-2-5 72,1 4-94,-2-3-29,2 4-166,0 0 78,10 7 117,1 4-181,5 5 0,2 1-104,1 4 33,1 3 1,3 5 0,-3-4-3188,2 5 2979,2 3 1,-1 0-519,-9-7 804,-2 0 0,0 2-1102,2 6 1,0 1 1149,-1-4 0,0-1 36,-1 1 1,0 1 21,1 2 1,0-3 131,-1 0-123,-1-1 1,2 1 2101,2 2-2220,0-4-852,1 4 753,-4-10-46,-5-11 2694,9 16-2670,-2-1-7,3 4 11,-4-8 38,-7-12 25,0 2 7,0-3 16,0 2 74,-2-4 2100,-1 1-2197,1-1 4,9-9 66,-1 1 53,5-5 1,4-3 114,5-2 0,2 0 12,-1-1 0,3-1-102,-2 1 0,5-1 1,-1-1-1,-5 3 105,0 0 0,-1 1-436,3-2 1,2-1-1,-3 1 329,-2 1 1,-2 1-33,-4 1 1,-1 1-4,7-4 0,-1 1-298,0-2 7,4-1 4,-17 10 2,9-6 1,-12 8 255,-3 2-10,3-2 8,-4 3 1155,0 0-1169,1 0 104,-1 0-26,-11-8-255,2 3 115,-10-7 1,-4-2-3213,-8-7 3116,8 7 1,-2-2 110,-4-4 0,-1-3-752,3 1 1,-1-3 0,1 2 720,6 6 0,0 1 0,-1-3-21,-4-7 0,-2-5 0,1 1 0,6 6 102,7 9 1,2 2-20,-11-18 1,1 2-31,4 5 13,1 4-18,-1-1 37,6 9 2190,1 3-2172,4 5 218,-4-6-249,5 8-4,-1-2-7,0 2 3317,2 0-3148,-1-1-113,0 2 79,-6 0 283,2 2-60,-15 5 1,-5 1 372,2 1-379,4 0 1,-5 1 0,1 0 173,-10 4 1,0 1-173,5-1 1,-2 0 0,1-1-1121,4 0 0,0-1 0,1 0 1112,1 1 0,0-1 1,3-1 336,-11 4-430,1 3 0,1-1 96,3-1-282,1 1 1,2-1-17,13-3-10,3 1 0,1-1 0,6-3 0</inkml:trace>
  <inkml:trace contextRef="#ctx0" brushRef="#br0" timeOffset="25252">15305 8157 4554,'-28'-13'0,"0"-2"0,6 2 0,-4-3 0,2 2 286,4 1 0,-2 0-286,0-2 0,-5-2 0,-2-3 0,2 2 0,5 3 99,-1 1 0,1-1-99,-2-2 0,-6-4 0,-2-1 0,3 2 0,6 3 0,3 3 0,2 0-1063,-7-4 0,-3-3 0,6 3 1063,5 2 0,1-1 103,1-2 1,1-2-104,2-5 0,1 0-1135,-1 3 1,1 1 1134,4 0 0,2 1 0,3-3-73,1-6 73,0 3 87,1 3 1,2 3-88,-1 7 0,1-14 0,-1 7 0,0 6 0,0-5 0,-1 10 0,-1 6 0</inkml:trace>
  <inkml:trace contextRef="#ctx0" brushRef="#br1" timeOffset="29987">17063 11089 9563,'-5'-4'-1438,"-2"-7"709,7 4 1014,14-8 0,5-1-1924,-2 6 1,1 1 1672,5-3 0,2 0 1,3 1 20,-1 3 0,1 1 0,2 1 0,3 0-91,-3 1 0,2 1 0,2 0 0,1 1 1,1 0-1,1 0 38,-3 0 1,1 1 0,2 1 0,0-1-1,0 1 1,0 0 0,-1 0 0,-2 0 59,4-1 1,-1 1-1,0-1 1,-2 1-1,1 1 1,-1-1-304,0 2 1,-1 0 0,1 0 0,-2 1 0,-1-1 0,-2 1 225,7 0 1,-3 1 0,0-1-70,-5 0 0,1 0 1,-1 1-1,-1-1-144,4 0 0,0 0 0,-1 1 139,2-1 0,0 1 1,-7-1-99,-5-1-211,4 2 1720,-13-2-1684,-4 0 1076,-2 0-977,8 1 3113,-6 0-3108,5 2 192,-7-1 0,-2-2 0,-3 0 0</inkml:trace>
  <inkml:trace contextRef="#ctx0" brushRef="#br1" timeOffset="40201">18621 11808 23184,'11'9'-3277,"1"1"0,5-1 2394,11 1 1373,-8-5-15,6 0 33,9-6 298,1-3-705,-17 2 1,1 0 763,8-4 0,-1-1-129,-9 1 0,0 0-151,2 0 1,-1-1 161,8-6-337,-18 7-477,0-1-674,3-11-592,-4-5-625,1 0 135,-7-1 568,-6 3 1,-4-2 61,-6-3 0,-1-1 169,3 0 1,-1 1 219,-3 1 1,0 6-257,2 5 657,-14-7 765,0 5 236,-4-4 720,6 10 208,13 6 97,-19 3-508,4 8 1,0 3-184,2-2 1,1 2-183,-4 3 0,4 3 234,3 7-803,10-5-422,3 14 1,3 2-965,0-2 470,1 1 0,2-1 47,8-6 0,0-1 0,2 6 0</inkml:trace>
  <inkml:trace contextRef="#ctx0" brushRef="#br1" timeOffset="41735">14744 11850 22381,'-12'1'658,"1"0"-302,1 1-216,-16 3 323,8 1-193,-10 1-56,14 0-341,4-2 141,-1 2-296,-2 6 0,-1 2-566,0 0 395,0 2 1,2-1-849,4 0-309,-1 17 494,8-6 1,3 1-21,-3-7 1,3 1 567,8 1 1,5 5 0,2-2-1,-2-4-137,-3-7 0,2-2 422,9 9 0,4 2 0,-4-6-299,0-8 679,-3-4 0,0-1 651,4-2 778,6-1-424,0-6 0,3-4-236,-9 0 1,1-3-1,0 1-148,-1 3 0,0 1 0,-1-5-313,7-10 1,-1-6 0,-8 3 213,-6-1-830,-1-1 0,-3-3-373,-11 7 1,-6 0-87,-5-1 0,-4-3 0,-1 2 2,-1-2 1,-2 1-1,-2 0 180,1 5 1,-1-1-1,-1 2 1,1 3-9,-2 2 0,0 3 0,1 2 258,-7 0 1,-1 3 386,2 4 1,-3 3-1,-1 2 219,2 4 1,-3 2 0,0 2 0,1-2 308,-2-1 1,0-1 0,1 2-338,5 1 0,0 2 1,1 0-1,7 0 0,-5 10 1,3 0-1</inkml:trace>
  <inkml:trace contextRef="#ctx0" brushRef="#br1" timeOffset="50791">18243 4223 18959,'0'0'0</inkml:trace>
  <inkml:trace contextRef="#ctx0" brushRef="#br1" timeOffset="50802">18243 4223 18595,'0'0'0</inkml:trace>
  <inkml:trace contextRef="#ctx0" brushRef="#br1" timeOffset="50824">18243 4223 18595,'0'0'0</inkml:trace>
  <inkml:trace contextRef="#ctx0" brushRef="#br1" timeOffset="50829">18243 4223 4852,'7'8'0</inkml:trace>
  <inkml:trace contextRef="#ctx0" brushRef="#br1" timeOffset="51120">18250 4231 18467,'3'6'-3277,"0"-2"0,-1 1 0,2 3 64,0 2 2816,1 0 69,-2-1 239,-1-4-1754,3 12 2197,-1-3-69,1 4 103,-2-7 9,3 2-451,0-5 137,4 2 178,-2-8 1118,1-5-65,5-7 0,2-3-209,-2-1 0,0 0-29,6-4 1,1-1-51,-5 1 0,-1 0 1198,8-8-84,1-3-1248,-13 15 0,2-1-657,2-2 0,2-3 1,1 0-378,3-2 1,3-1 0,0 0 0,-1 1 141,0-2 0,-1 1 1,2 0-1,2 0 1,2-2-1,0 1 1,-3 3-1,2 1 1,1 0-1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1:03.25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914 3204 5824,'1'3'629,"-2"-1"-539,6 8-90,-4-3 0,0 4 0,0 2 90,1 4-90,-1-4 0,5 7 0,-1-11 0,14 3 0,7-22 0,-7 0 0,1-1 0,-3 0 0,2-4 0,2-1 0,5-5 0,3-2 0,-2 2 0,-3 2-1639,5-4 1,0 0 1615,-6 5 0,2-2 0,1-1 0,1 0 0,-2 2 23,0 2 0,-1 0 0,0 1 0,-2 2-756,0-1 0,-2 2 0,3-2 733,1 0 1,2-3-1,0 2 1,-4 1 22,2 1 0,-4 2-90,9-8-703,-7 3 793,-10 8 0,2-4 0,-11 8 0,-1 3 0</inkml:trace>
  <inkml:trace contextRef="#ctx0" brushRef="#br0" timeOffset="6928">1464 6626 5765,'-6'-2'329,"11"-1"-329,0 2 0,8-1 0,-2 0 89,5 1-89,15 0 0,0 0 0,-7 1 0,4 2 0,-4-1 0,11 1 0,-10-1 0,3 1 0,-5 0-1433,2 0 1433,-2-1 0,3 1-1444,1 0 1,-1-1 1443,-4 0 0,0 0 0,7 0 0,2 1 0,-4-1 0,2 0 0,-2 0 0,-4 0 0,0-1-347,3 1 1,3 0 0,-4 0 346,5 1 0,7 0 0,-10-1 0,0 1 0,-2-1 0,-1 1 419,-2-1 0,-1 1-419,8 1 0,-2 0 0,0 0 0,1-1 0,0 1 0,-2 0 0,-8-2-271,0 1 271,8-1-499,-6 0 0,0 0 499,10 0 0,7-1 0,-10 0 0,-1-1 90,0 0 522,0 1 1,1-1-613,0 0 0,3-1-831,-6 0 1,1 1 830,9-2 0,-11 1 0,2 0 972,10 1 0,0 0-972,-10 0 0,1-1-355,9 1 0,0 0 355,-12 0 0,0-1-566,-3 1 0,1 0 566,-1-1 0,1 1 0,1 0 0,1-1 997,10 0 0,0 1-997,-13 0 0,0 0-229,12-1 1,0 1 228,-8 0 0,-2 2 0,0-2 0,0 1 0,8 0 0,0 0 382,-10 0 1,1 0-383,12-1 0,0 0 3135,-4-1-3135,0 1 0,-1-1-981,-7 1 981,9-1 0,1 0 0,-9 1 0,1-1 0,14 1 697,-3-1-697,-8 1 0,-1 0 0,-3 0 0,-1 0 0,1 0 0,15-1 0,-9 1 0,-7 0 0,-1 0 0,2 0 0,-2 0 0,-1 0 0,-1 0 0,2 0 0,3 0 0,14-1 0,-17 1 0,0 0 0,4-1 0,-2 1 1061,8-1-1061,-1 0 0,0 1-3277,-5-1 3219,1 1 1,2-1 57,-7 1 0,-1-1-2268,14 0 2268,-12 0 0,0 0-703,15 1 703,-17 0 0,10 0 0,1-1 0,-5 1 0,0 0 0,-2 0 0,-7 1 0,18-2 0,-9 0 0,10-1 0,-16 2 0,-3 0 1352,-2 0-1352,7-1 0,2 0 2589,0-1-2589,-2 1 0,3 0 0,0-1 0,1 1 0,-1 0 0,0 0 0,5-1 0,0 1 0,-8 0 0,-4 1 1965,-1 0-1965,-2 0-3241,12-1 3241,-9 1 0,8-1 0,-13 0 0,-3 1 0,2 0 306,-6 0-306,3 1 3276,-2 0-3247,3 0 0,-6 1 0,1-1 0</inkml:trace>
  <inkml:trace contextRef="#ctx0" brushRef="#br0" timeOffset="14095">14749 12069 5734,'-2'-5'180,"1"-2"0,0 3-180,8 11 0,-3-7 0,5 10 0,2-17 0,-5 2 0,5-3 0,-7 4 0,-2-3 0,-3 3 0,-3-3 0,-3 7 0,0 0 0,2 2 0,-1 2 0,2-1 0,1 6 0,3-5 0,3 1 0,3-5 0,-1-1 0,2-2 0,-5-1 0,-3 4 0,-1 2 0,-4 6 0,10-3 0,2-3 0,3-2 0,0-5 0,0-3 0,-5 4-90,4-4 90,-13 11 0,2-2 0,-6 7 0,5-1 0,1-1 0,1 1 0,2-3 0,2-2 0,4-2 0,-2-2 0,3-7 0,-7 4 0,-5 3 0,-1 2 0,-3 9-90,7-5 90,1 3 0,4-5 0,-2 0 0,3-3 0</inkml:trace>
  <inkml:trace contextRef="#ctx0" brushRef="#br0" timeOffset="15546">18717 11674 5824,'0'7'0,"0"-1"0,6-2 0,-1-3 0,7-4 0,-2-3 0,1-2 0,-5-4 0,-4 5 0,-8-2 0,1 6 0,-4 1 0,3 3 0,2 0 0,0 1 0,8-6 0,-3 1 0,3-4 0,-9 6 0,0 2 0,-2 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3:57:38.54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1052 1720 9332,'9'0'359,"-2"0"-359,-3 1 90,1-1 90,0 1-90,2-1 0,1 0 0,2 0 0,2 0 0,1 0 0,3 0-90,2-1 90,4 0-90,4 0 90,5 0-1725,2 0 1635,3 0 90,5-2-90,-20 3 0,1 0 45,3-1 0,0 0-1471,0 2 1,0-1 1425,2 0 0,0 0 0,0 1 0,1 0-590,2-1 1,0 0 589,1 1 0,1 1 0,1-1 0,0-1 0,1 1 0,1 0 45,3 0 0,1 0-788,1 0 0,0-1 743,-10 0 0,0 0 0,1 0 0,-1 0 0,0 0 0,0 0 0,1 0 0,0-1 0,-1 0 24,1 1 1,0-1-1,-1 1-24,1-1 0,0 1 0,0-1 51,-1 1 0,1-1 1,0 0-52,-1 0 0,1 0 0,-1 1 30,-1-1 0,1-1 0,0 1-30,-1 1 0,0-1 0,0 0 0,10 1 0,1-1 0,-12 0 0,0 1 0,0-1-229,11 0 0,0 0 229,0 0 0,0-1 0,2 0 0,-1 0 148,-5 2 1,-1-1-149,3-1 0,-1 1 0,-3 1 0,-1 0 0,1-1 0,-2 0 0,1 1 0,0 0-159,0-1 0,-1 0 159,0 1 0,0 0 0,0-1 0,0 0 0,-1 1 0,0 0 0,0-1 0,0 0 0,-1 1 0,0 0 0,0 0 0,-1-1 0,-1 2 0,1-1 202,-1 0 0,0-1-202,0 2 0,0-1 0,-1 0 0,0 0 0,0-1 0,-1 1 0,-1 0 0,1 1 0,7-2 0,-1 1 0,-5-1 0,-1 1 0,6 1 0,-1-2 0,-6 1 0,0-1 0,10-1 0,1-1 0,-8 1 0,0-1 0,8 0 0,0 0 0,-11-1 0,1 1 0,11-1 0,0 0 0,-9 1 0,1-1 0,8 0 0,1-1 0,-12 2 0,-1 0 0,2 0 0,-1 0 0,0 0 0,0 0 0,0 0 0,-1 1 0,0-1 0,0 1 0,0-1 0,-1 1 0,1 0 0,-1-1 0,0 1 0,0 0 0,-2-1 0,0 1 0,20-1 279,-1 0-279,-2-1 890,2 1-890,-4 0 0,0 1 332,-2 0-332,2-1 90,-3 2-90,1 0 2158,-1 0-2158,-1 0 45,-9-1 0,1 1-45,8-1 971,9 0-881,-18 2-90,-3-1 0,0 0 0,-2 0 157,-1 0-157,-2 0 0,-2 0 0,0 1 1201,-1 0-1201,1 0 283,0-1-283,0 1 0,2 0 0,1-1 0,0 1 0,2-1 90,1 0-90,2 0 492,4 1-492,1-2-704,5 1 794,1-1-90,1 1 90,2-1-90,0 0 0,2 0 90,0 1-90,0 0 0,1 1 0,-11 0 0,1 0 45,-7 0 0,1 0-735,5 0 1,0 0 689,10 0 0,-2 0 0,-2 2 0,-3-2 0,-1 2 89,-4-2-89,-1 1-950,2 0 950,-10-1-252,8 2 342,-13-1 549,2-1-639,-6 1 1277,2-1-1277,-2 0 1189,3 1-1189,-5 0 776,3-2-686,-3 2-90,2-1 0,-2-1 0,2 2 0,-3-1 0,3 0 0,0 1 0,-1-1 0,2 0 0,-2 1 0,1-1 0,0 0 0,7 0 0,-4 0 0,7 0 0,1 1 0,-2-1 0,3 1 0,-5-1 0,-1 0 0,0 0 0,-1 0 0,0 0 90,-2 0-90,0 0 0,0 0 0,-1 1 0,0 0 0,0-1 0,-2 1 0,0-1 0,0 0 0,0 0-90,0 0-180,-1 1-90,0 0-179,0-1-2738,3 0 3174,-3 0 0,6-1 0,-2 0 1</inkml:trace>
  <inkml:trace contextRef="#ctx0" brushRef="#br0" timeOffset="10056">7619 1881 8162,'1'-12'540,"-1"3"-360,1 0 90,-1 3-90,1 1 90,-1-1-1,1-1 181,-1 2 270,-1-5-361,0 3-179,-1-2 90,0 4 0,-4 3-90,-5 6-90,-1 3-90,-7 7-142,4 3 187,1 0 0,1 1 45,-8 12-90,7-9 0,1 0-1042,-3 11 1042,3-3 90,2 3-90,5-10 0,0-1 90,1 11-525,-1 6 435,7-14 90,1-3-90,3 2 0,3-2 0,4 0 89,1-3-89,7-1 0,-3-7 0,6-1 90,-5-7-90,1-2 0,4-3 0,1-3 0,3-3-671,-1-3 671,-2-1 0,-1-3 0,-3 0 177,-4 0-177,-2 2 0,-5 1 0,-3 1 0,-2 1 1003,-3 0-1003,-4-3 456,-1 4-456,-4-2 924,0 4-924,-1 2 0,-1 0 0,0 2-90,2 0 90,0 3 0,1-2 0,1 2 0,0-1-89,1 1 89,7-1 0,2-1 0,7-1 0,0 2 0,2-2 0,2 0 0,1-1 0,1 1 0,0-1 0,-1 1 0,1 0 0,3 1 0,-4 1 0,2 0 0,-8 4 0,-1 0 0,0 3 0,0 4 0,-2 1 0,0 4 0,-4-1 0,-1 7 0,0 4 0,-1 1 0,0-1 0,0-7 0,0 0 0,1 1 0,1-1 0,0 0 0,1-3-180,0-1 0,1-1 0,0-1-180,0-2-90,1-2 1,0-2-451,1-2-539,0-1 0,1-3 1439,0-1 0,5-4 0,1-2 0</inkml:trace>
  <inkml:trace contextRef="#ctx0" brushRef="#br0" timeOffset="10992">8127 2092 10501,'-9'5'270,"2"-2"0,2-1 0,2 0-1,-2 0 271,2 1-360,5-2-90,3 0 0,4-2 0,5-2 90,0-3-180,1-1 90,-1-2-90,-4 1 90,-1 1-90,-1-2 0,-2 1 90,0 0-90,-2-2 0,-1-2 90,-1 1-90,-3-2 0,-2 5 0,-1 0 0,-2 1 0,-1 1 0,-1 2 0,-1 1 0,-1 3-90,-1 1 90,0 2 0,0 2 0,0 3 0,0 2 0,1 2 0,1 2 0,1 1 0,2 2 0,2-1 0,1 2 0,2-1 0,1 0 0,3 0 0,6 9 0,0-5 90,8 6-90,-2-10-543,0-3 543,1-3-114,8 0 114,-5-4 0,7-1 0,-7-4 0,0-1 0,1-2-612,4-3 612,-1-3 90,2-2-90,0-1 0,-2-2 0,-1-1 0,-2-3 0,-3 2 0,-3 0 0,-4 3 0,-2-1 0,-1 2 502,-2 0-502,0 0 0,-2 2 113,0 1-113,-1 0 564,-1 2-564,-2 13 0,0-2 0,-2 11 0,2-7 0,0 2-90,0 0 90,1 1 0,0 1 0,0 0 0,0 0 0,1 7 0,1-6 0,2 12 0,-1-11 0,1 4 0,-1-8 0,1-1 0,0-2 90,1-1-90,1-1 0,1-2 0,1-1 0,0-2 0,0-1 0,1-2 0,0-1 0,1-1 0,-1-2 0,0-2 0,0-2 0,-1-1 0,0-2 0,0-7 0,-1-3 0,-4 2-90,-4-7 90,-3 13 0,-3-5 0,-2 6 0,0 1-90,-4 2 90,2 1 0,-3 2 0,2 2 0,-1 1-90,1 1 90,-4-1 0,5 2 0,-3-1 0,6 1 0,-1-1-90,1 0 90,0 0 0,8-2 0,0 1 0,7-3 0,-1 4 0,3-1 0,0-1 0,1 0 0,1 0 0,8-4 0,-3 3-90,6-3 0,-7 3-90,-1 0-450,5-2 91,-7 3-271,4-1-629,-7 3 0,-2 0 1439,-1 1 0,-1 1 0,-1 0 0</inkml:trace>
  <inkml:trace contextRef="#ctx0" brushRef="#br0" timeOffset="11833">8861 2053 9961,'-1'-7'630,"1"0"-270,-1 0 89,-1 1 91,1 0-450,-1 12-90,1-2 90,-1 11-90,1-3 90,-1 2-90,1 1 90,-1 1-90,1 2 90,-1 1-90,0 0 0,1 1 0,-1 9 90,1-2-327,-1-1 237,1-6 0,0-9 0,1 0 0,0-2 0,0-1 90,-1-2-90,2-2 0,2-9 0,1-1 0,2-9 0,0 0 0,-1-6 0,2-2 0,1-4-44,-1-1 134,1 0-90,1-9 0,-3 12-90,2-6 90,-3 11 0,0 6 0,0-1 0,-2 9 0,1 1 0,0 2 0,5 9 281,-2 0-281,4 7 0,-5 0 0,0 1 0,-2 2 0,0 1 0,0-1 0,0-1 0,0-1 0,-2-2 0,1-1 0,-2-1 0,1-1 0,0-1 0,-1-2 0,1-1 0,2-3 0,0-3 0,1-2 0,1-4 0,0-2 0,0-2 90,1-2-90,0-3 0,0 0 0,1-3 0,0 0-3277,0 1 3162,-1 2 115,1 2-90,2-2 90,1 4 0,-2 3 0,0 5 0,-4 5 0,-1 3 0,0 2 0,0 9 0,-1-1 0,-1 8 3276,-1-5-3160,0 2-116,1 1 0,1 0 0,1 0-245,0-1 245,0-3-90,0 0-90,3 2 0,-1-4-89,2 0-91,-2-6-810,2-1-269,-1-4 90,3 0 1349,-3-4 0,4-4 0,2-1 0</inkml:trace>
  <inkml:trace contextRef="#ctx0" brushRef="#br0" timeOffset="12452">9374 2092 10231,'-1'8'1439,"0"0"-1169,4-2 0,0-3 0,1-2-90,1-1 90,1-2-90,1 0-91,0-1 91,1 0 0,0-1-90,0-1 0,1-1 0,-1-1 90,-1 0-90,1-2-90,-2 0 90,0-2-90,0-7 0,-2 3 0,-2-6-90,-1 6 90,-4 1-90,0-1 0,-2 2 90,-1 1-180,-5 1 180,3 6-90,-6 2 90,3 7-90,-2 6 90,-2 4-698,0 5 608,2 2 90,-1 15-90,6-9 90,0 8 0,7-2-607,3-7 607,2 9 0,4-9-90,0-1 90,2-1 0,1-5 0,3-1 343,0-6-343,2 0-90,0-6 90,0-2 0,2-3 0,3-4 0,3-4-438,6-5 438,-1-4-135,-7-2 0,1-3 45,-7 6 0,0-1 0,5-8 0,-1-1-45,-6 6 0,-3 0-135,5-12 1,-1-2 179,-5 8 0,-1 0-535,3-9 1,-2 0 534,-5 10 0,-1 2-90,3-19 90,-3 8 0,-3 8 200,-2 6-200,-1 6 90,0 5 0,-3 5 799,0 4-709,-5 12-90,1 3 90,-3 13-90,4 0 45,2-2 0,0 1 831,0 11-831,1-10 0,2 0-3243,1 7 3288,1 1-90,3-1-892,1-1 892,0-1 82,1-3-82,0-3 0,4 3-21,-3-11 21,2 3 0,-1-12 2782,-1 0-2782,1-4 946,2-1-1305,-1-4-437,2-1-374,-2-5 271,1-3 899,-1-2 0,3-10 0,0-3 0</inkml:trace>
  <inkml:trace contextRef="#ctx0" brushRef="#br0" timeOffset="12657">9736 2020 11131,'9'2'539,"1"-1"-359,1-4 0,3-2 0,1 0-90,14-4-90,-4 1-730,10-2 370,-8 4-180,0-1-1169,-2 2-359,-2 0 2068,-5 2 0,4 0 0,-1 1 0</inkml:trace>
  <inkml:trace contextRef="#ctx0" brushRef="#br0" timeOffset="13424">10015 2230 11221,'-2'6'1889,"0"0"-630,0-2-899,5-3-181,1-1 1,4-1-90,0-2 0,-1 0 0,-1 1 0,1-2 0,0 0 0,0 0-90,0-3 0,0-1 0,1-3 0,-1-1-3277,0-3 3072,-2-1 115,-2 0-235,2-4 235,-3 0 0,0-9 0,-2 6 0,-1-5 0,-2 10 90,-1 1-90,0 2 0,0 3 90,-1 1-90,1 2 90,0 2-90,-1 2 3366,1 1-3366,-1 2 442,-1 2-352,1 2 0,0 1-90,2 0 90,1 1 0,2 3-90,1-2 90,3 2-90,1-4 90,1 1-90,1-1 90,2-2-90,1 0 90,2-2 0,3-1-90,16-6-244,-7 1 334,12-4 0,-14 3-90,-3 1 90,1-1 0,-6 2-90,0 1 90,-6 2 0,-1 1-90,-2 0 334,1 3-244,-4 1 0,1 1-90,-3 2 90,0 2 0,0 1 0,-1 2 0,1 1 0,-1 8-90,1-4 90,1 5 0,1-5 0,0-2 0,0 0 0,1 0 90,2 3-90,-1-5-90,1 2 90,0-6 0,-1-1 90,1-2-90,2-1 0,-1-2 0,2-2 0,-2-1 0,1-2 0,0-1 0,0-2 0,0-1 0,1-1 0,0-2 0,-1 0 0,0-2 0,0 1 0,-2 1 0,1 1 0,-2 1 0,-1 2 0,0 0 0,0 3-90,-1 0 90,1 7 0,-1 1 0,0 6 0,-2 8 0,0-3 0,0 8 0,1-6 0,1 1 0,0 2 0,0-2 0,1 0 0,1-2 0,0-2 0,4 2 0,-3-5 0,4 0-180,-4-7-89,1-1-91,-1-2-90,0-2-270,1-3-2557,1-7 3129,-1 0 1,3-14-1,-3 1 1</inkml:trace>
  <inkml:trace contextRef="#ctx0" brushRef="#br0" timeOffset="13659">10524 1685 14099,'6'2'30,"-1"2"0,-5 2 0</inkml:trace>
  <inkml:trace contextRef="#ctx0" brushRef="#br0" timeOffset="13998">10851 1963 12480,'2'-10'3148,"-1"1"-2518,-2 2-91,-2 2-89,-1 3-270,-3 4-90,0 3 90,-4 5-90,3 2 0,-3 4-519,1 3 518,0 4-89,0 1 0,3 0-89,0 1-1,3-2 0,0 0-90,1-3 0,3-1 0,0-3 0,3 1 0,0-2 0,2-1 0,2-3 0,2 0-89,1-3-1,4-2-90,0-2 0,4-3-180,3-2-179,4-4-496,-5-2 1,2-1-1664,11-8 1799,-11 4 0,-1-1 897,8-9 0,-10 4 1,1-1-1,1-2 1,-1 0-1</inkml:trace>
  <inkml:trace contextRef="#ctx0" brushRef="#br0" timeOffset="14297">11359 1802 11490,'-3'-8'1170,"0"1"-451,1 2-269,3 0-180,2 1-90,3 0-90,4 1 90,-1 1-90,3 0 90,2 1-91,0-1 1,2 0 0,-1 1 0,0 0-90,0 0 0,-1 0-180,-1 0 1,0 0-181,-2 1-2917,0-1 2172,-3 0 296,0-1-630,-1 1 1439,-2-1 0,-2 1 0,-2 1 0</inkml:trace>
  <inkml:trace contextRef="#ctx0" brushRef="#br0" timeOffset="14539">11496 1752 11131,'-6'2'1079,"0"-1"-719,1 0-90,2 0-3547,0 4 2572,1-1 1654,3 3-769,1 0-90,1 3 0,2 10 90,0 6-135,-2-3 0,0 1-103,-1 16 58,-1-16 0,-1-1 2346,-1 10-2436,-1-1-180,0-1-359,-1 6 89,0-13-2713,0 8 1004,2-18 2249,0 1 0,1-3 0,1-1 0</inkml:trace>
  <inkml:trace contextRef="#ctx0" brushRef="#br0" timeOffset="14764">11379 2209 10501,'-2'7'450,"2"-1"-270,3-2 0,1 0-1,1-1 91,1 0-90,2-1-90,1-1 90,1 0-90,1 0 90,1-1-90,2 0-90,2-2-90,1 0-180,1-1-771,0-1-128,-2 0-270,0-2 0,0 0 1439,-2-1 0,3-4 0,0-1 0</inkml:trace>
  <inkml:trace contextRef="#ctx0" brushRef="#br0" timeOffset="15226">11709 2031 11131,'-6'-5'1169,"2"0"-270,1 2-179,-1-1-360,1 1 719,-1-1-899,2 6-90,1 1 90,-1 5-90,3 1 0,-1 2 0,1 2 0,0 2 0,-1 2 0,0 6-90,0 4-90,-1 5 0,0-2 0,0-8 0,1-7 0,0-6 0,0-2 0,0-2-90,2-1 90,4-9 90,0 0-90,3-9 90,-3 1 0,2-5 0,1-2-90,1-3 90,-2 2 0,1 1-90,2-4 90,4-9 0,-8 22 0,-1 2-90,0 2 90,-1 2 0,0 3 0,0 1 0,0 4 0,-1 2-90,1 3 90,1 2 0,-1 2 0,-1 2 0,1 1 0,0 2 0,1 0 0,1 2 0,5 6-3277,0-3 3072,2 2 26,-3-9-361,5 2 90,-5-7-179,4 2-361,-5-7-899,0-2-809,0-2 2698,0-1 0,4-5 0,1-2 0</inkml:trace>
  <inkml:trace contextRef="#ctx0" brushRef="#br0" timeOffset="15584">12024 1991 12030,'-5'-8'720,"1"2"1259,2 2-1889,4 17 179,2-2-179,3 12 0,-1-5 0,3 5 0,-2-6-90,2 6-225,-2-8 225,0-1-90,-1-1-90,0-1 90,0-4-180,2 1 90,-3-3 90,3-1-90,-2-4 91,-2-1 224,3-3-225,1-7-90,2-8 180,1-4-812,-1-7 722,-1 3 90,-1-2 0,-1-2-90,1 0-898,-1 0 898,1 0 90,-2 5 0,0 2 0,-1 7-90,0 0 1,-1 6-811,1 1-1241,0 13-18,-2 0 2159,2 7 0,0 3 0,0 2 0</inkml:trace>
  <inkml:trace contextRef="#ctx0" brushRef="#br0" timeOffset="16288">13069 2008 11670,'6'-4'630,"-1"2"-180,1 0 89,-2 1-269,2 2-90,-2 0 0,0 3-90,-2 0 0,-2 2 90,-2 5-90,-1 0 0,-1 3 0,-1 0 0,-2-2-90,0 3 0,-2-1-90,-3 1 0,-1 1 0,-1 0 0,1-3 0,0-1 0,2-1 90,0-2-90,2 0 90,0-3-180,-2 1 180,3-4-90,-1-2 90,4-2-90,1-2 90,0-4 0,1-2 0,0-3-90,2-3 90,1-4 0,1-5-90,2-4-678,1-4 768,2 0 0,1-1 0,0 1 0,-1 9 0,0 1-29,2-11 29,-1 10 0,0 2 0,0 0 0,0-1 0,-3 11 90,-1 2-90,-1 1 0,0 1 0,-2 2 856,-1 0-856,-4 3 31,-4 3-31,1 2 0,-3 3 0,3 0 0,-1 2 0,0-1 0,1 2 0,1 0 0,-2 4 0,4-3 0,0 3 0,4-4 0,1 0-90,3 1 0,1 2 0,2-1-90,6 7 91,0-2-660,5 4 659,-3-2 0,1-1 90,-1 2-90,0 0 0,-2 2-353,0 1 443,-2 0-90,-1-1 90,-2-1-89,-1-2 89,-2 1-90,0 1 90,-1 0 144,0 0-144,-1 0-90,0 1 90,-1-1 0,0-1-196,0-2 196,-2 2 0,-1 8 0,-1-6 0,-1 6 351,1-10-441,-1-1 90,0-2 0,1-1-270,-3 3-180,1-5-359,0 2-631,1-6-89,0-1 1631,1-2 1,0-1 0,0-1 0</inkml:trace>
  <inkml:trace contextRef="#ctx0" brushRef="#br0" timeOffset="17450">13874 1745 10231,'3'-10'360,"0"1"-180,-3 4 360,2 1-1,-1-2 91,0 1 359,0 0-899,-1 13-90,1 0 90,-2 12 90,3 12-180,0-5-729,0 0 0,1 1 819,0 8-90,0-13 0,0 0-838,0 10 838,1-3 0,1-3-366,-1-3 186,-1-5 0,1-3-90,-1-1-89,1-4-91,-1 0 1244,0-3-1694,-1-2 1163,2-1 1,-3-3 0,2-1 0</inkml:trace>
  <inkml:trace contextRef="#ctx0" brushRef="#br0" timeOffset="17789">13793 1755 10681,'-7'-5'270,"1"1"-90,2 1 269,1 0-359,3-2 0,2 1-3367,4-1 3432,2 0-221,4 0 156,6-1 0,4 0-590,5-2 500,1 3 90,3-1-90,0 1-71,1 3 71,-10 0 0,0 1 90,12 3-90,4-1 0,-9 6 3077,-12-1-3077,1 3 89,-10-1-89,-4 0 867,-3 2-867,-4 1 0,-3 0 0,-4 4 0,-4-1 0,-3 1 0,-2 0 0,-8 2 0,8-6-90,-4 2-90,11-7-90,2-1-453,-1-1-2554,5-2 3196,-2-2 1,6 0 0,0-2 0</inkml:trace>
  <inkml:trace contextRef="#ctx0" brushRef="#br0" timeOffset="18189">14322 1694 10321,'0'-9'450,"1"-1"-270,0 5 90,0-1 89,0 1 91,0 0-270,1 0 90,-1 0 0,1 1-90,1 2-90,1 3-90,1 4 90,1 4-1,2 10 1,0 0-90,-1 2 0,-1 0 90,2 9-1604,-4-9 1,0 0 1513,1 9 90,-1 3-1307,0-2 1217,-2 2-518,0-4 518,-2-3-180,1-3 90,-1-4-180,0-1 1,0-3-91,0-2 1579,0 1-2928,-1-5 1709,1 1 0,0-5 0,-1-1 0</inkml:trace>
  <inkml:trace contextRef="#ctx0" brushRef="#br0" timeOffset="18530">14413 1952 11041,'3'-6'539,"0"2"-449,2 2 0,0 1 90,1 1-90,1-1 0,2 1 90,2-2-90,1 2 0,7-1 0,-5 1 0,5 0-90,-6 2 90,-1-1-90,0 2 0,-3 0 90,1 2-90,-3 0 0,-2 2 0,0 1 90,-2 2-90,-2 2 0,-1 1 0,-1 2 0,-1 2 0,0 1 90,-1 1-90,0 1 0,0 0 0,1-2 0,0 6 0,1-9 0,0 4-90,2-8-90,1-1-90,0-1-630,4-1 91,-1-2-720,3-2-180,-1-2 1709,2-2 0,6-4 0,3-1 0</inkml:trace>
  <inkml:trace contextRef="#ctx0" brushRef="#br0" timeOffset="19336">14863 1971 10681,'-8'-4'809,"2"1"-539,1 0-90,1 2 270,-1 0-270,-2 1-90,1 0 180,-4 2-180,3 1 0,-2 2-1,2 0 1,0 1 0,0 2 0,0 1-90,1 0 90,0 3-90,1-1 0,0 1 0,3 0-90,1-1 0,2-2-90,2 4 91,1-5-91,5 3 0,-2-6 90,2 0 0,3-4 0,-3-2 0,3-1 90,-4-2-90,0-2 0,1-1 90,-3-2 0,1-1-90,-1-6 90,-3 4 0,-1-5 0,-3 2 0,-1 4 0,-1-3-90,-3 2 90,1 4 0,-1-4 0,2 6 0,0-1 0,2 3 0,0-1 0,5-2 0,-1 2-90,4-2 90,-1 3 0,1-2 0,5-3 0,1-3 0,1-3-90,0 0 90,-3 2 0,-1-1 0,0 0 0,-1 1-90,-1 1 90,-1 0 0,-1 0 0,0 1 0,0-3 0,-1 4 0,0-4 0,-1 6 0,0-3 90,-1 3-90,0-1 0,0 0 0,-2 0 0,1 2 0,-1-1 0,0 3 0,-1-3 0,1 4 0,0-4 0,0 3 0,0-2 90,2 15-90,-1-2 0,2 13 0,-2-4 90,0 2-90,0 2 0,1 13 0,0-4-966,0 7 966,0-9 0,0-2 90,0 2-90,0-3 0,2 10 0,0-9 0,0 2-90,0-9 180,1-3-90,-1-1 966,4 2-1146,1-3-449,4 0 269,-2-7-360,0-4-629,-3-3 0,0-1 1349,1-2 0,1-6 0,1-1 0</inkml:trace>
  <inkml:trace contextRef="#ctx0" brushRef="#br0" timeOffset="19550">15021 1816 10951,'10'3'449,"0"-2"-269,-3-1-90,2-1 0,1-1 90,1 1-180,2-1-180,1 0-180,0 0-449,0 0-720,-1-1 0,1 0 1529,-2 0 0,5-2 0,0 0 0</inkml:trace>
  <inkml:trace contextRef="#ctx0" brushRef="#br0" timeOffset="20534">15315 1892 12570,'-7'4'1979,"0"-1"-1620,2-1-179,0 0 90,0 1 0,1 1-90,-1 1 0,0 2 90,-2 5-180,1-2 0,-1 5-90,4-4 0,1 0-90,1 1 0,1 0 0,1-1-90,1 0 0,1-2 0,1-1 90,0 0-270,4 1 270,-1-4-90,2 1 91,-2-5-1,0 0-90,4-4 90,-3 0-90,4-6 180,-6 2-90,1-3 90,-4 2-90,-1-3 90,-2-5-90,-5-3 90,1 0 0,-5 1 0,2 8 0,0-1-90,-1 2 90,2 1 0,-1 1 0,2 1 0,0 1-90,1 1 90,1 1 0,4-1-90,1 2 90,5-2 0,6 0 0,-2 1 0,6-4-90,-2 2 90,4-3 0,0 1 0,6-4 0,-8 3 0,4-1 0,-10 5 0,-1 0 0,-1 0 0,-3 1 0,0 0 0,-1 1 0,-1 0 0,0 4 0,-2 0 0,-1 4 0,-2 0 0,0 8 0,-1 3 0,0 2-3277,1 2 3072,0-6 205,0 1-90,0-2 0,1 0 90,0-1-90,-1-2 90,1 1 0,-1-2 3276,1-1-3250,-1-1-26,1-1 0,0-2-89,-1 0 89,1-14 0,0 4 0,3-13 0,0 7 0,9-21 0,-3 9-90,7-15-1528,-7 17 1618,0 2 0,0 5 0,-1 1-90,3-1 90,-4 6 0,5 0-90,-4 11 90,-1 2 0,-2 5 0,-3 1 1618,0 0-1708,-1 0 90,0 1 0,0 0 0,0 0 0,-1 0 0,0-2 0,0-1 0,0-1 0,1-1 0,-1-1 90,0-1-90,2-2 0,2-4 0,0-2 0,3-3 0,-1-1 0,0-1 0,1-2 0,0-1 0,1-1 0,1-1-90,0 1 90,0 1 0,0 2 0,-2 2-90,0 2 90,-2 2 0,0 3 0,1 3 0,-2 1-90,0 3 90,-1 2 0,-1 1 0,0 7 0,0-2 0,1 5 0,-1-5 0,1-1 0,1-1 0,2 5 0,0-5-180,2 1 0,-1-5-270,1-2-89,0-1-1170,1-3-270,1-2 1979,0-1 0,6-2 0,1-2 0</inkml:trace>
  <inkml:trace contextRef="#ctx0" brushRef="#br0" timeOffset="21134">15910 1924 10861,'-8'5'809,"1"-1"-539,5 0 0,3-1-180,4 0 0,1-3 0,2 0 0,0-1 0,6-4 0,-2 0 0,4-4-90,-4 1 0,-1-3-90,0 0 0,-1-3-90,-1 0 0,-1-3 90,-3 1-90,-2-1 0,-2 1 90,-3 2 0,-1 2 0,-2 2-90,0 3 91,-4 2 89,0 4-90,-3 4 0,-4 4 0,-8 13 0,4-2 45,5 2 0,1 0-745,0 6 790,-1 8-90,8-12 90,4-3 0,1 0-90,3-1 90,2-1 0,3-1 0,2-2 0,7 1 0,-1-5 0,4-1 0,-3-7 0,2-3-489,4-3 489,2-3-89,6-6 89,-8 2 0,0-3-180,12-10 90,-13 8 0,-1-3-45,-2-4 0,-2-2-45,-1-3 0,-1-2 135,1 0 0,-2 0-176,-2 2 1,-3 0 220,0-8-90,-2-2 90,-4 6 0,0 4 0,-2 11 0,-1 10 0,0 3 0,-3 5 475,1 5-475,-3 14 0,4-1 41,-2 13 49,4-3-90,-1 6 0,2-10 0,-1 1 0,1 15 0,0-15 0,0-1 0,1 11 0,1 0 0,0-2-2993,2-2 2993,-1-5-2061,1-3 2061,-1-5 19,2-1-19,-1-4 500,2-1-500,0-3 2050,0-2-3399,4-3 899,-1-4 1269,3-4 0,2-7 0,1-4 0</inkml:trace>
  <inkml:trace contextRef="#ctx0" brushRef="#br0" timeOffset="21351">16294 1800 10771,'4'4'1259,"1"-1"-989,2-3-90,0-2 0,3 1 90,-1-1-180,3 0 89,0 1-89,1-2-180,1 1-89,-1 0-361,3-2-360,-2 1-2377,1 0 0,-2-1 3002,-1 1 1,1-1-1,0 1 1</inkml:trace>
  <inkml:trace contextRef="#ctx0" brushRef="#br0" timeOffset="22123">16526 2054 11670,'-6'3'1979,"0"1"1079,4-2-2878,3 2-90,2-3-90,5-1-90,-1-3 0,4-5-89,0-2-181,3-11 180,-1 0 0,-2-4 90,-4 5-435,-2 0 346,-2 2 89,-2-1-90,0 1 90,-3 0-90,-1-4 90,-1 7-90,-3-6 90,3 12 90,-1-3-90,2 7-90,0 1-989,-1 1 1079,9 3 345,-3 0-345,8 2 0,-1-2 0,1-1 0,2 0 0,4-1 0,-1-1 0,10-3 90,-8 3-90,7-3 90,-12 4 0,1-1 0,-6 2 0,0 0 0,-1 0-90,1 1 90,-2 1 0,0 2 0,-2 2 0,-1 1 0,-1 2 0,0 1 0,-1 4 0,0 0 0,0 1 0,1 2 0,0 0 0,-1 0 0,2 1 0,-1-1 0,1-1 0,1-1 0,-1-1 90,3 3-90,-1-6 0,3 2 0,-2-6 0,1-3 90,0-1-90,5-2 0,-2-1 0,4-3 0,-3-2 90,1-2-90,2-3 0,1-3 0,2-2 0,-2-3-1025,0 0 1025,-2-2 0,-1 2 0,-3 1 90,3-8-90,-6 11 0,3-6 0,-6 14 0,0 3 0,-2 11 1025,0 0-1025,-1 11 0,-1-4 0,1 4 0,0 0 0,0 3 0,1 4 0,1-2 0,2 3 0,-1-5-90,5 11-90,0-8-719,4 4-810,-3-16 1709,-2-7 0,4-10 0,1-2 0</inkml:trace>
  <inkml:trace contextRef="#ctx0" brushRef="#br0" timeOffset="22333">17068 1479 11940,'1'-7'1889,"0"-1"-1259,0 3-630,0 0 0,-1 2 0,0 1 0</inkml:trace>
  <inkml:trace contextRef="#ctx0" brushRef="#br0" timeOffset="22639">17343 1766 15538,'-12'0'540,"-1"4"-360,3 3 0,-1 4-90,-2 3 89,1 3-89,-2 3 0,-1 12-180,4-6-358,0 7 358,6-11 88,4-2-87,3 6-1,3-6 0,4 3-340,0-9 160,5-1-89,2-1-91,3-2-180,1-2-269,1-6-630,5-2-1349,2-5 269,7-3 2609,0-6 0,-10 2 0,2-3 0,1-2 0,0 0 0</inkml:trace>
  <inkml:trace contextRef="#ctx0" brushRef="#br0" timeOffset="23342">18149 1484 11490,'-3'-10'360,"0"2"-90,1 0 360,0 4 899,1-1-1439,6 16 0,-2-1 0,5 17-684,-3-3 684,1 7 0,0-1-90,1 4 90,-1-1 0,2 1-90,-1 0 45,-1-11 0,0 1-45,3 11 0,-3-13 0,0 0 90,5 12-90,-3-12 0,2 2-35,-4-14 35,-2-2 0,1-2 0,-1-3 0,1-2 0,3-4 674,-1-2-674,5-11 0,-2-1 134,2-9-134,-3 3 0,0-1 90,4-15-666,-3 10 1,-1-1 575,1-4 0,-1 1 0,-1 7 0,-2 0-45,3-6 0,-1 1-45,1-8 0,-2 8-180,-1 5-360,0 0 181,-3 12-2828,1 2 437,-3 20 2080,-2 0 0,0 17 0,-1-2 0</inkml:trace>
  <inkml:trace contextRef="#ctx0" brushRef="#br0" timeOffset="24030">17786 1490 9781,'-6'3'450,"4"1"-270,4-1 0,3 1 0,0-3 0,1 0 0,1 0-90,1-1 89,2 1-89,0-2 0,4 0 0,0-1 0,3-1 0,0 0-180,2-1 0,-1 1-180,-1 0-89,-1 0-91,-3 0-180,-1 1-719,-1 0 270,-2 1 1079,-2 1 0,-2 0 0,0 1 0</inkml:trace>
  <inkml:trace contextRef="#ctx0" brushRef="#br0" timeOffset="24316">17906 1568 11670,'-6'1'1170,"1"4"-1080,5 2 90,0 3-91,1 1 1,1 3 0,-1 2 0,0 2-821,0 2 821,0 2-90,1 4 90,-1-2-90,0 2 90,1-4-90,-1-1 0,0 0-180,0-3-259,1 0 259,-1-3-180,1-1-89,0-1-1,0-2-180,0 0-280,0-3-1248,0-1 2228,-1-2 0,1 0 0,-1 0 1</inkml:trace>
  <inkml:trace contextRef="#ctx0" brushRef="#br0" timeOffset="24541">17829 2003 10231,'-4'6'450,"1"0"-90,4-1-180,2 0-1,0-1 1,2-1 0,1-1 0,0 0-90,3-1 90,0-1-90,2 0-90,2-1-90,0 0-90,1 0-270,-1-2-89,1 1-1080,-3-1-270,1-1 1889,-2 0 0,2-3 0,0 0 0</inkml:trace>
  <inkml:trace contextRef="#ctx0" brushRef="#br0" timeOffset="25104">18019 1911 10771,'1'-5'809,"0"-2"-179,0 3 0,0-1-91,2 1 541,-2 0-810,5 7-180,-4 0 89,4 8-179,-5-3 90,1 2 0,-2 5 0,1-4-90,-1 4 0,0-5 0,-1 0 0,1-1 90,-1 0-90,0 0 0,0 3 0,0-5 0,0 2 0,0-2 0,0-2-90,-1 1 90,0-11 0,1 2 0,3-13 0,0 5 0,3-4-90,-1 5 90,1-4 0,0 5 0,0-2 0,-2 6-90,-1-1 90,1 2 0,0 1 0,3 6 0,-1-1 0,2 6 0,-4-1-90,1 0 90,-1 2 0,1 1 0,0 1 0,1 0 0,-1 1 0,1 2 0,0-1 0,0 2 0,2 3 0,-1-4 0,1 2 0,-2-7 0,0 0 0,1-1-179,2 1-1,-1-3-270,2 1 0,-1-4-269,0-1-541,0-1-539,-1-2-629,1 0 2428,0-2 0,2-4 0,1-1 0</inkml:trace>
  <inkml:trace contextRef="#ctx0" brushRef="#br0" timeOffset="32080">1446 3358 8972,'-1'3'1079,"-1"-1"-899,9 2 0,0-2-90,1 1 0,3 0 180,1-1-180,5 0 90,5 1 0,5-1-1,7 0-949,-13-2 1,1 0 814,1 0 0,2 0-938,3-1 0,0 0 938,3-1 0,0 1 0,4-1 0,2 0-1,1-1 1,2 1-15,-11-1 0,1 1 0,-1 0-639,2 0 0,0 0 0,1 0 639,0-1 0,1 1 0,0-1-562,1 1 0,0 1 0,1-1 562,0 0 0,1 0 0,-1 0-30,1 0 0,1 1 0,-1 0-190,1-1 0,-1 1 1,1 0 189,0 0 0,-1-1 0,1 1-124,0 0 0,0 1 0,-1-1 154,1 1 0,0-1 0,-1 1-78,1 0 1,-1 0 0,0 0 47,0 1 0,1 0 0,-1 0 181,-1-1 0,1 1 0,0 0-151,-1 0 0,0 0 0,0 0-30,0 0 0,-1 0 0,0 0 30,0 0 0,0 0 0,-1 0 0,0 0 0,0 0 0,0 1-30,-1-1 0,0 0 0,-1 0 30,1 1 0,-2 0 0,1-1-30,-1 0 0,1 1 0,-1-1 30,-1 1 0,0 0 0,0 0-97,11 0 1,-1-1 111,-1 2 0,0-1-45,-4-1 0,-1 0 45,0 1 0,0-1-45,-1 0 0,0 0 45,-1 0 0,-1-1-45,0 1 0,-1 0 0,-1-1 0,0 0 45,-1 1 0,-1-1-45,-3 0 0,0 0 388,-1 1 0,-1-1-388,17 0 0,-2 0 90,-2-1-90,0 1 1071,-5 0-1071,2-1 0,-5 1 89,1 0 1353,1 0-1442,-3 0 1118,4-2-1028,-3 2-90,-4-1 0,-1 0 0,12 0 45,-12 0 0,2 0-45,0 0 0,-1 1 0,9-1 0,-4 0 0,1 0 0,2 0 0,-9 1 0,0-1 0,9 1 0,1 0 344,0 1-344,1 0 0,1-1 0,-1 2 0,1-2 0,1 2 0,0-1-112,2 0 112,1-1 0,0 1 0,3 0 0,-19-1 0,0 1 0,2-1 0,0 0 0,1 0 0,1-1 0,-1 1 0,1 1 0,-1-1 0,1 0-340,0 0 1,-1 0 384,2 0 0,-1 0-45,1 0 0,0-1 0,1 1 0,0 0-458,1 0 1,-1-1 457,1 1 0,0 0 0,1-1 0,0 1 0,-1-1 0,1 0 0,1 1 0,0-1 0,-1 0 0,2 0 0,-2 0 0,6 0 0,0 0 0,-5 0 0,2 0 0,-3 0 0,4 1 0,-1-1 0,1 0 0,0 0 45,4 0 0,0 0-45,-2-1 0,0 1-653,6 0 1,0-1 652,-2 1 0,1 0 0,0 0 0,3 0 0,-2 0-295,-10 0 1,-3 0-1,3 1 295,10-1 0,2-1 0,-3 1-267,0 0 0,-1 0 267,-10 0 0,0 1 0,0-1 0,-1 0 0,0 0 0,1 0 0,0 0 0,0 0 0,-1 1-159,11-1 0,0 0 159,-10 0 0,-1 0 0,0 1 341,11-1 0,0 0-341,-10 0 0,-1-1 0,0 1 99,11 0 1,-1 1-100,-1-1 0,0 0 0,-4 0 0,0 0 0,-1 1 0,2 0 0,-3 0 0,1-1 0,0 1 0,4 0 0,0 1 0,-5-2 0,1 1 0,-1-1 0,1 2 0,0-1 0,-2 0 0,2-1 0,-2 1 0,6 0 0,0 0 30,-5 0 0,1 0 0,-2-1 430,3 1 1,-1 0-461,1-1 0,-1 1 0,0 0 0,0-1-36,-1 1 1,2-1 65,-3 0 0,1 1 0,0-1-53,4 0 0,0-1 23,-6 1 0,2 0 0,0-1 0,0 1 0,0-1 0,-2 1 0,6-1 0,0 0 0,-5 0 0,1 0 0,-2 0 0,2 0 0,-2 0 0,0-1 0,1 0 728,-2 0 0,0 1-683,-1-1 0,0 0-45,-1 0 0,0 0 0,9-1 0,0-1-681,-9 2 0,-1 0 681,6-1 0,-1 0 0,9-1-807,-4 1 807,-1-1 225,-9 2 0,0 0-225,12-1-12,-13 1 0,0 1 12,8-2 0,-2 2 0,-2-2 0,6 2 0,-10 0 90,12 0-90,-8 0 0,-2 0 1488,6 0-1488,-15 2 0,7-1 2382,-8 0-2382,11 1 0,-6-1 1035,8 0-1035,-4 0 0,1 0 0,5 1 0,1-2 0,1 2-197,2-1 287,1 0-90,5-1 0,-19 1 0,1 1 0,1-2 0,1 1 0,0 0 0,0 1-1243,1-2 1,0 1 1242,0 1 0,1-1 0,0 0 0,0 1-286,0-1 1,0 1 285,11 0 0,2-1 0,-1 2 0,0 0 0,-1-1 0,-2 0-263,-3 0 0,-3 1 263,6-1 0,-3-1 211,-3 2-211,-5-2 2308,-6 2-2308,-3-1 0,-3 0 0,-2 0-90,-2 1 90,0-1 0,-1 0 710,-1 1-980,-1-1-165,-1 0 435,0 0 0,-2-1 0,-1 1 0</inkml:trace>
  <inkml:trace contextRef="#ctx0" brushRef="#br0" timeOffset="144924">10981 5007 10321,'-3'-7'1619,"3"-1"-1619,0 5 90,5-1-90,-1 1 0,2 1 90,0-1-90,1 1 0,0-2 0,0 2 90,0-1-90,0 0 0,0 1 0,0 1 0,-1 0 0,2 0 0,-3 1 0,4 2 90,-4 1-90,1 2 0,-1 4 0,-1 0 0,-1 3 0,-3 0 0,-1 2 0,-2 2-90,0 2-437,-3 4 437,-1 1 90,-2 1 0,-1 1-90,-1-2 0,-1 0 0,2-2 0,-2 0 90,2-3-90,0-2 90,2-2-251,1-3 251,0-1 0,1-1-90,0-1 0,-1 3 90,3-4 0,6-3 0,2-6 518,6-7-607,-2 1 89,0-3 0,1-1 0,3-3 0,1-2 170,1-2-170,0-2 0,-1 2-554,0-1 554,0 2 0,-3 1-210,1 3 210,-2 0 0,5-4 0,-5 7 0,4-5 0,-7 9 0,1 0-90,-1 1 90,0 1 541,-1 1-541,-1 0 223,0 2-223,1 1 0,-1 4 0,-1-1 0,-2 4 0,-1 0 0,-2 7 0,0-1 0,0 4 0,-1-2 0,0 1 0,0 1 0,-1 0 0,1 1 0,0-1 0,1-1 0,0-1 0,1 0 0,1-1 0,0-1 0,1 0 0,0-2 0,2 0 0,0-1 0,1 0 0,1-2 0,0-1 0,2-1 0,0 0-90,6-1-90,-3-2-270,9-1-449,-3-4-361,0 0 451,-1-2 809,-6 2 0,4-4 0,0 0 0</inkml:trace>
  <inkml:trace contextRef="#ctx0" brushRef="#br0" timeOffset="145226">11422 5296 9781,'7'-3'720,"0"3"-720,-4 2 90,1 2 0,-3 2 0,0 1-90,-2 3 90,1-1-90,-2 1 90,-1 2-90,-1 0 0,0 1 90,-1 1-90,0-1-90,-1 0-360,-2 4-180,-3 4 1,3-5-451,-2 0 1080,5-9 0,2-4 0,1 1 0</inkml:trace>
  <inkml:trace contextRef="#ctx0" brushRef="#br0" timeOffset="146014">11607 5122 9961,'4'-9'2069,"-5"16"-1979,-1-1-90,-3 11 90,2-7-90,1 0 90,0 1-90,1 1 90,-1 0-90,1 0 0,0 1 0,1-2 0,0 1 0,0-1-90,1 0 0,0-1 0,1 0 0,0-1 0,0-1 0,1-2-180,3 0 180,-1-2-89,2 0-1,-1-3 90,0-2 0,1-1-90,0-2 90,2-1 0,-1-1 0,3-7-90,2-6 90,3-14 90,-4 2 0,-3 1 0,-5 11 0,-2 8 0,-1 2 0,1 1 0,-1 2 0,0 0 0,1 9 0,-1-1 0,3 15 0,-2 5 0,1 2 90,0 3-3367,1 13 3162,-1-8 115,-1-8 0,0 1-557,0 0 0,0-1 557,0 15-85,-1-14 1,1-1 84,-1 10 0,0-2 0,0-3 0,1-3 0,-1-2 0,0-4 0,-1 0 0,0-3 0,1-2 0,-1-1 0,0-2-90,-1-1 2846,0-2-2756,0-1 1617,-1-2-1707,0-1 392,-1-1-302,0-1-90,-1-1 90,-3-3 0,0-1 0,-3-2 0,2-1 0,-2-1 0,-5-5 90,3 2-90,-5-3 0,6 3 90,1 1-90,1 0 0,1 0 90,2 0-90,-1 1 0,2 0 90,0 1-90,1-3 0,2-1 0,4-3 0,2 3 0,4-1-90,-1 4-180,1-2-90,2-1-899,3-1-90,3-1 1349,3-2 0,5-3 0,1 0 0</inkml:trace>
  <inkml:trace contextRef="#ctx0" brushRef="#br0" timeOffset="146296">12119 5414 10591,'9'-2'809,"-3"3"-719,-3 4 0,-3 2-90,0 2 0,-2 1-269,-1 3-181,-4 4-630,-1 3-465,-8 8 1545,2-7 0,-2 2 0,-4 2 0,-2 2 0,3-5 0,1 1 0,-1-1 0</inkml:trace>
  <inkml:trace contextRef="#ctx0" brushRef="#br0" timeOffset="148043">12384 5496 7803,'-7'-3'3276,"0"0"-2415,17 3-861,-7-1 90,13 1-90,-8-1 90,2 0-90,8-1 0,-1 0 90,7 0-90,-5 0-599,2 1 599,5 0 90,1-2-90,5 2-1213,2-2 1213,1 2 0,7-1 0,-20 1 0,2 0-874,2 0 1,0 1 873,3-2 0,0 1 0,2 0 0,0 0 0,5 0 0,1-1 0,0 0 0,2 1 0,-11 0 0,1 0 0,-1-1 30,1 1 0,-1 0 0,1 0-30,-1-1 0,1 1 0,-1-1 0,1 1 0,-1-1 0,0 1-45,9-1 0,2 0 45,-3 0 0,2 0 0,-2-1-1060,2 1 1,-1 0 1059,-4 0 0,3-1 0,-4 1 0,1-1 0,-1 1-159,-1 0 1,1-1 158,-3 2 0,2-1 0,-1 0-444,3 0 1,0 1 443,-5-1 0,1 0 0,-1 1 0,10-1 0,-2 1-263,-10 0 1,0 0 262,5 0 0,-1 0 0,5 1 1233,-6 0-1233,-4 0 0,-4 1 0,-4 0 0,-2 0 574,-2 0-574,4 0 0,-5 1 2071,2-1-2071,-2 0 3276,-5-1-3227,3 1 155,-4-1-204,0 1 0,-1 0 0,1-1 0,1 1 0,-1-1 90,0 1-90,-1-1 0,-1 1 0,1-1 0,0 0 0</inkml:trace>
  <inkml:trace contextRef="#ctx0" brushRef="#br0" timeOffset="150038">14618 4775 7713,'-6'-3'1259,"0"-1"-1079,9 2-180,1 2 90,6 1 0,0 3 0,1 1-90,1 2 90,2 1 0,2 3-644,1 4 644,2 3-1268,1 6 1178,-1 3 90,0 9-90,-9-17 0,0 1 45,-2 2 0,0 0-45,0 1 0,-1 1-626,-1 1 0,0 0 671,-2 1 0,0 1-45,-1 0 0,-1 0 0,0 2 0,-2-1-1157,0 0 0,-1 1 1157,0-1 0,-2 1 0,-1 0 0,0-1-343,-1 0 1,-1 0 342,-2-1 0,0 0 0,0-1 0,-1 0 45,-1 0 0,0-1 121,-1-1 0,0-1-211,1-1 0,-2 0 0,1-2 0,-1 0-49,0-2 0,0 0-356,-12 14-629,-1-3 269,2-6 1351,-1-2 0,-2-5 0,-1 0 0</inkml:trace>
  <inkml:trace contextRef="#ctx0" brushRef="#br0" timeOffset="150973">10809 4559 8612,'-12'-1'-90,"0"1"180,0 5-90,-5 3 90,-1 2 0,-3 4 0,-1 5-1737,0 4 1737,-2 5 90,1 3-90,2 3 0,1 1 90,2 2-90,2 1-775,8-17 0,1-1 775,1 1 0,0 1-45,1 0 0,0 0-936,1 1 1,1 0 935,0-2 0,1 1-1,0 2 1,2-1-531,0 0 1,1 0 529,1 2 1,2 0-45,0 0 0,2 1 45,2 2 0,1 1 0,2 1 0,1 0-471,2 2 0,1 0 471,2-1 0,0-1-45,2 0 0,0-1-306,2-2 1,0-1 260,1 0 0,1-1-90,1-1 0,0-1-90,0-1 1,1-1-406,-1-2 0,-1 0 90,0-2 1,0-1 539,-2-3 0,1 0 0,7 2 0,3 0 0,1 0 0,0 0 0</inkml:trace>
  <inkml:trace contextRef="#ctx0" brushRef="#br0" timeOffset="152907">7279 4899 9242,'3'-7'1619,"-8"8"-1619,0 1 90,-8 9 0,4-1-90,-4 5-646,0 3 646,-2 4-799,-2 6 799,0 1 90,1 5-90,0 1 0,4-2 0,2-1 0,3-2 90,3-1-90,2-3 0,2 1-314,2 0 314,6 13 0,-1-11-702,4 8 702,-2-16 0,0-2 12,4 2-12,-4-5-90,3 2 1044,-6-6-1134,1 1 418,-4-3-328,2 1 830,-6-3-830,1-1 427,-4 1-607,-6 4 180,-1-2-90,-5 3 0,1-5-89,0 0-91,-1-1-720,0-1 467,1-2 616,0 0 0,-3-2 0,0-1 1</inkml:trace>
  <inkml:trace contextRef="#ctx0" brushRef="#br0" timeOffset="153166">7061 5385 9062,'4'-6'180,"-1"1"-90,0 1 0,0 0 0,1 0 89,4-4-89,0 2 0,3-1 0,-1 1 0,0 0 0,0 0-90,1 1 0,-1 0-180,1 1-90,-2 0-269,0 1-541,1 0 541,-2 0 539,1 1 0,3-1 0,2 0 0</inkml:trace>
  <inkml:trace contextRef="#ctx0" brushRef="#br0" timeOffset="153433">7419 5279 10231,'-4'-6'1889,"-2"7"-1799,4 2 0,-2 6 90,2 4-180,1-4 90,-1 6-90,1-4-90,0 0-90,1-1-90,0 1-90,1-1-269,0-1-990,0 0-270,0-2 1889,0 0 0,1 2 0,1 1 0</inkml:trace>
  <inkml:trace contextRef="#ctx0" brushRef="#br0" timeOffset="153697">7447 5015 10411,'-3'-9'180,"-1"-1"-180,1 2-180,1 2-180,-1 8-89,0-1 449,-1 6 0,3-5 0,0-1 0</inkml:trace>
  <inkml:trace contextRef="#ctx0" brushRef="#br0" timeOffset="154714">4629 5160 8792,'5'-7'720,"1"0"-126,-4 4 420,2 0-907,-5 8-106,0 0 91,-4 7 2,0 0 12,-2 1-88,-1 4-387,-2 4 367,-3 3 89,0 2-83,0 0 0,-1 1 87,1 0-91,0 0 0,1 0-1,2-1 91,0 0-92,2-3-397,1-1 396,3-3 0,1-2 36,1-1-37,0-2 434,3-1-435,1 0-2,0-1-1,3 0 503,1-2-505,2-1 56,2-1-58,0-1 2,2-1 3,2-2 3,0-2 4,3 1-88,-1-3 93,1 1-87,0-1 2,0-1-92,1-1 0,0-1-182,-1 1-91,0-1-180,-3 0-632,0 0 169,-3 0 1085,-1 0 1,2 0-1,1 0 1</inkml:trace>
  <inkml:trace contextRef="#ctx0" brushRef="#br1" timeOffset="155058">4983 5335 9606,'2'-9'361,"1"1"-181,-1 1 90,0 0 0,-1 2 270,1 0-270,-2-1 180,1 2-1,1-2 271,-1 2-630,-2 12 0,0-1-90,-1 14-3277,0-6 3341,1 3-2001,-1 5 2027,0 4-90,0 1-90,0 9 0,0-11-870,1 4 691,0-11-1,1-2 1956,-1-1-2136,0-2 2258,0-1-5085,0 1 3174,1-4 0,0 2 0,0-5 1</inkml:trace>
  <inkml:trace contextRef="#ctx0" brushRef="#br1" timeOffset="155310">4981 5274 10416,'2'-8'180,"1"2"-89,3 4-91,2-1 90,0 1-90,2-2 90,6-1-90,-4 0 1,4-1-91,-5 3 0,-3-1-181,0 1-90,-1 1-89,-1 0-1620,-1 1 2069,-1 2 1,-2 0 0,-1 0 0</inkml:trace>
  <inkml:trace contextRef="#ctx0" brushRef="#br0" timeOffset="155524">4906 5482 9602,'10'1'719,"0"-2"-359,-1-1-90,3-3 0,2 0-91,5-2 91,1-1-935,4-2 755,-1 1 90,1 0-90,-2 1-90,-2 0-211,-2 2-239,-3 1-360,-1 1-719,-3 1-180,-1 2 1709,-2 0 0,4 2 0,-1 0 0</inkml:trace>
  <inkml:trace contextRef="#ctx0" brushRef="#br0" timeOffset="155842">5620 5424 10231,'-8'-2'630,"0"0"-270,3 1 89,0-1-359,7-2 180,5-1-180,6 0-90,2 0 90,-1 2 0,1 0-90,2 0 90,8-2-180,-7 2-90,6-1-180,-11 3-269,-1 0-990,0 0-360,-3 1 1979,-1 1 0,0 2 0,0 2 0</inkml:trace>
  <inkml:trace contextRef="#ctx0" brushRef="#br0" timeOffset="156051">5661 5649 10501,'5'4'899,"2"-1"-719,-1-3-90,3-1 90,2-1-90,0 0-157,3-1 157,2 0-90,2-1 90,0 0-270,6 0-90,0 0-2158,10-3 539,-4 3 1483,1-1 1,-2 1 0,-3 1 0</inkml:trace>
  <inkml:trace contextRef="#ctx0" brushRef="#br0" timeOffset="157050">7633 5257 10321,'-5'-5'1619,"0"0"-809,2 2-720,-1 4 0,2 1 0,-1 6-90,1 2 90,0 2-90,-1 2 89,0 2-89,0 2 0,-1 1 90,0 5-374,0-1 284,0 5 0,-1-4 0,1-2 0,1-5 0,1-2 0,0-3-89,1-1 89,0-2-90,0-2 374,1-2-374,2-2 90,3-6 0,2-1 0,2-6 0,2-4 0,1-3-665,2-3 575,1-1 90,-1-1 0,1-2 0,-1 1 0,1-2 0,0 2 0,0-1 0,-1 3-90,-1 2-85,-2 4 175,-2 4 0,-1 3 0,-1 3 0,-1 2 0,-1 2 652,0 2-652,0 3 188,0 1-278,-1 4 90,1 1 0,-1 1 0,1 3 0,0 1 0,1 2 0,-1 1 0,0-1 0,-1 2 0,1-2-225,1 1 225,0-2-90,-1-1 90,1-2 0,-1-3-90,1 1 0,0-2 0,0-2-90,-1-2-89,1-1-1,0-2-180,0-1 225,1 0-1304,-1-2-180,1 0 1709,-1-1 0,6-4 0,0-1 0</inkml:trace>
  <inkml:trace contextRef="#ctx0" brushRef="#br0" timeOffset="158314">8226 5326 10591,'-1'-10'540,"-2"2"-360,0 3-91,-1 1 91,-1 0-90,-1 0 0,-1 0 0,-1 1 0,-1 1 0,0 1-90,0 0 90,-1 2 0,-1 1-90,1 1 90,-8 7 0,6-2-90,-4 4 0,2 2-90,6-2 0,-2 3 0,5-3 0,2 0 0,-1 0-90,4-2 90,-1 0-90,3-1-89,4 2 179,-1-4 0,3 1 0,-1-5 90,0-1-90,0-2 90,2-1-90,1-2 90,-1-1-90,2-1 90,-2-1 0,3-5 90,-1 0-90,0-3 90,-3 3-90,-1 1 90,-1 0 0,0 2 0,-2 1-90,0 1 90,-1 1 0,0 1-90,1 6 0,-1 3 89,1 7-89,-3 3 0,1 9 0,-2 4-3277,1 8 3252,-1 1 25,0 4-675,0-18 0,0 0 675,0 1 0,0 1-179,0 1 1,0 1 133,0-1 0,0-1-467,0-1 0,0-2 512,-1 0 0,1-1 0,1 15 880,-2-4-880,2-5 1206,-2-5-1206,1-4 0,-1-3 0,1-1 0,0-3 540,-2 2-540,-2-4 1694,-1-1-1694,-5-6 1983,2-3-1983,-3-4 0,1-1 0,-1-3 0,-2-1 90,1-1 0,0 0-90,-2-3 90,2 1 0,0-1-90,2 2 90,3 2-90,0 0 90,1-4 0,2-1-3367,3-6 3252,5 3 25,3 0-342,4 1 342,1-1 0,5-2 90,1 0-90,4-4-705,0 1 705,4-4-907,-1-1 907,2 0 0,-1 0 90,0-2-90,-1 0 0,1-1 0,-2 1 0,-3 2 128,-6 6 1,-1-1-129,1-8 0,-5 12 0,-1 0 0,-5 1 0,-3 7 716,-2 1-716,-1 1 1071,-2 1-1071,0 1 3276,-1 2-3250,-1 1-26,0 2 0,-1 2 0,-2 2 0,1 1 0,-1 3 0,0 2 0,0 3 0,-4 13 0,4-3-90,-1 9 0,7-7-90,1 6 0,5 7-1193,1-1 1283,3 0 90,1-10-151,1-4 61,1-2 90,0-4-90,0-3 90,1-1-90,1-2 90,0-2 0,0-2 0,0-2 0,1-3 0,0 0-90,2-4 90,0 0 0,2-4 0,1-2 0,1-3 0,0-3 0,6-12 0,-6 3-40,3-9 40,-7 8-30,-1-13 30,-3 4-667,-3-1 667,-4 9 0,-5 12 90,0 1-90,-1 2 1294,0 1-1294,-1 2 90,0 2-90,-1 0 0,-1 2 877,1 2-877,0 1 0,-1 0 0,1 4 0,5 0 0,0 1 0,6 0 0,-1-2 0,0 0 0,2 0 0,1 0 0,1-2 0,2 1 0,-1-1 0,6 0 0,-5 0-3277,3 1 3072,-5-1 205,-2 2 0,1 0 0,-2 2 0,-1 0 0,0 1 0,-1 1 3276,0 2-3160,-2 1-116,0 3 0,-1 0 0,-1 3 0,0 0 0,-1 12 0,0-5 0,0 9-221,-1-9 221,1 0 0,0-1 0,0 0 0,3 4-90,-1 1-450,3 3 91,-1-9-991,1-5 1,-1-7 1494,0-2 1,5 0-1,2-1 1</inkml:trace>
  <inkml:trace contextRef="#ctx0" brushRef="#br0" timeOffset="158598">9115 5293 10231,'-4'-7'720,"0"1"-630,0 6 90,1 6-90,0 3-1,1 7 1,0 0 0,0 9-1283,-1 2 1193,0 6 89,0 2-44,0-5 0,0 1 0,0-7 0,1 0-45,-2 10 0,1 0 45,0-10 0,1-1-45,0 0 0,0 0 0,0-2 0,1 0-90,-2 20 0,1-5 0,2-4-440,0-4 260,0-5-90,1-4-629,0 1-270,0-5 179,1 0 1080,0-9 0,-2-1 0,1-1 0</inkml:trace>
  <inkml:trace contextRef="#ctx0" brushRef="#br0" timeOffset="158925">9060 5335 9512,'-1'-11'90,"0"1"-1,0 3 1,1 1 0,0 0 90,0 2-90,3-2 0,0 3 0,2 1 0,0 0 0,2 2 0,0-1 0,3 1 0,1 1 0,2 0-90,2 1 90,2 2-583,4 1 583,0 0-90,0 2 6,-3-1-6,-2 1 90,-2 1-90,-1 0 0,-2 1 0,-4 0 89,-1 1-89,-3 0 0,-3 0 0,-3-1 0,-2 2 0,-3 1-3110,-5 2 3110,-2 0 0,-3 0-395,-9 4 395,9-6-146,-4 2 56,11-8-180,2-1-180,1-1 2618,2-1-4327,0-1 2426,1-1 0,3 0 1,0-1-1</inkml:trace>
  <inkml:trace contextRef="#ctx0" brushRef="#br0" timeOffset="159693">9347 5600 10411,'3'6'900,"2"-3"-811,-1-4 1,2-3 0,-1 1-90,0-1 90,1-1 0,0-1-90,1-1 90,-1 0-90,0-1 90,0-1 0,1-6-3367,-1 1 3162,0-4 115,-2 2 0,-1 1 0,-1-3 0,-1 2 0,-1 0 0,-1 0 0,-1 2 0,0 1-90,-1 1 90,-1 2 0,0 1 0,-1 1 0,0 2 3276,0 0-3250,-1 3-116,-2 0 0,2 2 90,-2 0-90,4 2 0,0 1 0,4 3 90,1-2-89,4 2-1,0-4 0,1 1 0,0-1 90,3 0-90,-1-1 0,2 0 90,0-1-90,2 0 90,0-1-90,0 0 90,0 0-90,-2 0 90,0 1 0,-2 0-90,3 0 90,-4 0 0,1 2 0,-4 0 0,0 2 0,0 0 0,1 6 0,-2-2 0,1 7 0,-2-4 0,1 4 0,0-1 0,0 1 90,0 3-90,0-1 0,1 0 0,0 1 0,0-3 0,0 0 0,1-1-90,2 1 180,-2-5-90,3 1 0,-2-6 0,0-1 0,0-2 0,1-1 0,0-2 90,0-2-90,1-1 90,0-2-90,0-2 0,0-1 90,-2-1-90,1-2 90,-1-1 0,1-6 0,-3 4 0,0-2 0,-2 8-1,0 0-89,0 3 90,0 1 90,0 1-180,-2 11 0,0-1-90,-1 10 90,0-2-90,0 2 90,-1 2-90,0 1 1,1 1 89,0-1-180,0-1 90,1-2-90,0-1 0,1-1-90,1-2-90,1-2-179,0-1-631,1-2 361,-1-1 809,1-3 0,-2-1 0,0-1 0</inkml:trace>
  <inkml:trace contextRef="#ctx0" brushRef="#br0" timeOffset="159906">9729 5152 10051,'0'-10'900,"-1"1"-540,0 1-1,0 1 1,1 1 270,-1 1-91,1-1 91,-1 0-1979,2 0 90,2 8-450,-1-1-270,2 6 1979,-4-3 0,0 1 0,0 0 0</inkml:trace>
  <inkml:trace contextRef="#ctx0" brushRef="#br0" timeOffset="160615">9781 5396 11670,'7'-2'1709,"-1"0"-1079,-1 1-360,-1-1-90,1 4-90,-3 1-3367,1 2 3342,-2 1-65,0 2 90,1 3-180,-1 1 90,1 2 0,-2 1-90,1 2-90,-1 0-536,-1 9 536,0-8 0,0 5 0,-1-8 3037,1-1-3037,0-2-90,0 2 180,-1-6-270,1 2 270,2-24 90,1 5 0,1-17 802,1 6-802,2-2-90,0-1 180,0 3-90,-2 4 0,1 2 0,-1-1 0,-1 5 0,2-2 0,-2 8 0,3 2 90,-2 4-180,3 9 90,-2-2 0,1 4 0,-1-1-90,0 0 90,-1 1-90,1 0-3187,0 0 3162,0 0 25,0-2 90,-1 1 0,1-4 0,0 0-90,-1-1 90,0-3 0,1 0 0,-1-2 3276,1-1-3160,2-5-26,-2 0-90,3-5 0,-3-1 0,1-4 0,1-4 0,0-4 90,4-17-526,-6 16 0,0-1 436,0 0 0,0-1 0,0-7 0,0 1 0,-1-6 0,-1 14 0,-1 1 90,2-10-90,-2 13 0,1-2 0,-2 11 0,-5 24 0,0 0 0,-2 10 0,0 3 0,-1 8-999,2-9 1,0 0 998,-1 10 0,-1 3 0,1-4 0,0 0 0,1-2 0,1-4-90,1-4 176,2 2-266,1-8-180,1 0 0,1-8-179,1-4-990,1-1 1979,0-2-450,0-2 0,1-2 0,1 0 0</inkml:trace>
  <inkml:trace contextRef="#ctx0" brushRef="#br0" timeOffset="160830">10023 5450 10771,'7'-7'270,"0"0"-180,1 3 0,0 0 0,2 0-90,0 0 0,1 0-180,1 1-90,1-1-360,-1 1-719,0 0 0,-1 1 1349,-1 0 0,4 1 0,0 0 0</inkml:trace>
  <inkml:trace contextRef="#ctx0" brushRef="#br0" timeOffset="161182">10275 5427 13649,'-6'-5'1080,"1"3"-990,0 9-1,1 0-89,0 1 90,1 1-90,0 1-90,0 0 90,2 1-89,-1-1-1,2 1 0,1-1 0,0 0-90,1 0 90,2 0-90,0-1 0,2 1-90,1-1 90,1-1-269,4 3 89,1 0 180,0 0 90,-1-1 0,-6-3 0,0-2 0,-2 1 90,-2 0 0,-2 5 90,-3-2 0,-3 4 0,-9 3 0,1-3-90,-5 4-90,5-5-90,2-2-270,2-1-449,1-2-2378,0 2 3264,3-4 0,-1 1 0,3-2 1</inkml:trace>
  <inkml:trace contextRef="#ctx0" brushRef="#br0" timeOffset="178329">17229 11064 9691,'8'-3'360,"1"0"-270,-4 2 0,1 1 0,2-1 0,1 0 0,2 1-90,3-1 90,2 1-854,7-1 854,5 0 0,6 0 0,6 0-45,-18 1 0,1 0-45,2 0 0,0 0 45,2 0 0,1 0-842,1 0 0,1 0 842,0 0 0,3 1-15,3-1 0,3 1 0,-1 0 0,-9-1 0,0 1 0,2 0-30,1-1 0,4 1 0,1 0 0,-1 0 0,-3-1-831,4 1 1,-2 1 0,1-1 830,-1 0 0,2 0 0,0 0 0,-3 0-576,2 0 1,-1 0-1,-1 1 606,1-1 0,1 0 0,-1 1-174,2-1 0,0 1 0,0-1 144,1 1 0,1 0 0,0 0-198,0-1 0,0 1 0,1 0 228,0 0 0,0 0 0,0 0-30,0 0 0,1 0 0,0-1 0,-1 1 0,1 0 0,0 0 30,-1-1 0,1 1 0,1 0-30,-1-1 0,0 1 0,1-1-28,-1 1 0,-1-1 0,1 1 28,0-1 0,1 1 0,-1 0 117,-3-1 0,1 0 0,2 0-117,-9 0 0,3 1 0,0-1 0,0 0 0,-2 0 0,-1 0 0,-2-1 0,1 1 0,1-1 0,8 1 0,2 0 0,0 0 0,-3 0 237,-3-1 1,-1 1 0,1-1-238,0 0 0,2 0 0,0 0 0,-2 0-124,1 0 1,-1-1 0,0 1 123,-2 0 0,2 0 0,-1-1 0,-3 1-50,9 0 1,-3-1 94,0 1 0,-1-1 466,-5 0 1,0 0-467,-2 1 0,1-1 0,10 0 0,0 0-206,-12 0 0,0 0 206,6 0 0,-1 1 45,5-2 1298,-7 2-1299,-6-1 1929,-6 0-1928,-3 1 90,-4-1-1,0 1 1,-3-1 624,-2 1-714,0-1 2249,1 1-2160,-3 0 752,3 0-842,-5 0 83,4 0-82,-3 0 0,1 0 0,0 1-90,-1 0 0,-1 1 90,1-1-180,-2 1-2609,1 0 810,-5 1 1889,0 0 0,-8 0 0,2-1 0</inkml:trace>
  <inkml:trace contextRef="#ctx0" brushRef="#br0" timeOffset="179630">13424 7308 10051,'-7'-7'540,"6"0"-540,2 5 90,6-2-90,-1 3 90,3-1 0,3 1 90,4 0-90,6-1 0,7 0 89,10 1-1225,-16-1 1,0 1 1135,4 0 0,1 0-45,3 1 0,0-1 0,7 0 0,1 0-790,-11 1 0,0 0 0,1-1 775,4 1 0,0-2 0,1 2 0,2-1 0,-1 1 0,2-1 0,0 0 0,1 0 0,0 1-30,2-1 0,0 1 0,0 0-453,-9-1 1,1 1 0,-1-1 0,1 0 474,1 1 1,0 0-1,0-1 1,0 1-341,5-1 0,0 0 1,0 0-1,0 0 340,-3 1 1,0 0 0,0 0-1,2-1-64,-4 0 0,2 0 1,0 0-1,0 0 0,-2 0 42,3 0 0,-1 1 0,0 0 0,2 0-11,-3-1 1,1-1 0,1 1 0,0 0 0,-1 0 10,6 0 0,-1 0 0,0 0 0,0 0 0,0 0 0,1 0 0,0-1 0,0 1 18,-7 0 0,1 0 0,0-1 0,-1 1 0,-1 0-18,3-1 0,-1 2 0,0-1 0,1 0 0,-3-1 0,2 1 0,1-1 0,-1 1 0,-2 0-42,3-1 1,-1 1-1,-1 0 1,1 0 41,3 0 0,1-1 0,0 1 0,-2-1 0,-3 1 0,0-1 0,-1 0 0,0 1 22,0 0 1,0-1-1,0 1 1,0 0-23,0-1 0,0 0 0,-1 0 0,0 1 0,1-1 0,-1 1 0,0-1 0,0 1 30,9-1 0,0 0 0,0 0-30,-1 0 0,0 0 0,0 0 0,-3 0 0,1 0 0,-1 1 30,-3 0 0,1 0 0,-1-1-30,-2 0 0,0 1 0,-2-1 45,10 0 0,-1 0 0,-3 0 0,-2 0 251,-6 1 1,-1-1-207,-4 1 0,-1-1 1353,15-1-1263,-9 0 0,-6 1 0,-7-1 0,-2 1 1799,-4 0-1889,-2 0 2825,0 0-2735,-2 0 1531,0 0-1442,1-1-269,-1 1 90,0 0 0,0 1-180,0 1-90,0 2-359,-1-1-451,0 3-1168,-2-1 449,-3 2-270,-1 0 1979,-3 1 0,-4 1 0,-1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8:57:17.75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16646 12491 5734,'18'0'0,"9"-2"3,-3 0 1,5-1 0,-2 1-3,-3 0 1,0-1-1095,2 0 1,2 0 0,1 0 1041,3 0 1,1 1-1,-1 1 52,-5-1 0,-1 0 0,1 1-560,1-1 1,1 1-1,1-1 1,-3 1 558,11 0 0,-1 0 0,-12 0 1,0 0 0,5 0-16,-2 1 0,5 0 0,2-1 0,1 1 0,-2 0 0,-3 0 15,1-1 0,-5 1 0,2-1 0,6 1 0,-6 0 0,4 0 0,3 1 0,3-1 0,1 0 0,0 1 0,-1-1 0,-2 1 0,-3-1 0,-5 0 0,9 1 0,-6-1 0,-1 0 0,3 0 0,-3 1 0,3 0 0,1 0 0,1-1 0,-2 1 0,-2 0 0,-4 0 0,5-1 0,-4 0 0,0 0 0,0 1 0,0 0 0,3 0 0,1 0 0,5-1 0,1 1 0,-1 0 0,-2 0 0,-6-1 0,-2 1 0,0 0 0,6 0 0,-4-1 0,5 0 0,3 1 0,2-1 0,1 0 0,-1 0 0,-3 0 0,-3 0 0,-5 0 0,7 0 0,-6 1 0,4-1 0,-4 0 0,5-1 0,2 1 0,0 0 0,-1-1 0,-3 1 0,1 0 0,-2 1 0,0-1 0,0 0 0,-2 0 0,1 0 0,1 0 0,-1-1 0,-1 1 0,6 0 0,-1 1 0,1-1 0,2 0 0,-7 0 0,3-1 0,1 1 0,1-1 0,-2 1 0,-3-1 0,-5 1 0,9 0 0,-1 0 0,-2 0 0,4-1 0,2 0 0,-4 1 0,-3-1 0,-2 1 0,0 0 0,1 0 0,0 1 0,0-1 0,1 0 0,0 0 0,-1 0 0,6 0 0,-5 1 0,-2-1 0,-6 0 0,5 0 0,-9 1 812,1 0-812,0 0 45,5-1 0,2 0-45,-6 0 0,0 0 45,11-1 0,1 0 1227,-8 0 1,-2-1-1183,4 0-90,-2 0 90,-15 2-90,-3 0 639,3 0 0,-17 3 0,-3 1 0</inkml:trace>
  <inkml:trace contextRef="#ctx0" brushRef="#br0" timeOffset="2832">2231 5054 5734,'7'-1'0,"2"0"0,-2 1 0,2 0 0,-2-1 0,1 1 0,16-1 0,11-1 0,-10 1 0,5-1 4,-1 0 1,3 0 0,2 0 0,0 0-825,3 0 1,1 1 0,-1-1 0,1 0 798,-1 0 0,0 1 0,0-1 0,-1 0 22,-3 1 1,-1 0-1,1 0 1,2 0-121,-4 1 0,3-1 0,1 1 0,0 0 0,-2 0 0,-1-1 121,2 1 0,-2 0 0,0-1 0,2 1-284,0 0 0,3 0 0,1 0 0,-1 0 0,-1 0 0,-5 0 282,6 0 0,-5 1 0,-2-1 0,5 1 0,-3 0 0,-1 0 0,4 0 0,-4 1 0,5 0 0,2 0 0,-1 0 0,0 0 0,0 1 0,0-1 0,0 1 0,-7-2 0,1 1 0,0 0 0,-1 0 0,-1 0 0,2 0 0,-1 0 0,-1 1 0,-1-1 0,4 0 0,-1-1 0,1 1 0,-2 0 0,1-1 0,2 0 0,0 1 0,-3-2 0,1 1 0,1 0 0,0 0 0,0-1 365,1 1 0,1-1 0,0 0 0,-1 0 0,-3-1-365,2 1 0,-2-1 0,-1 1-432,-1-1 1,0 0 0,-4 0 431,8 0 1225,1 1 1,1 0-1226,-9-1 0,0 1 161,7 0 1,-3 0-72,1 0 340,-11 0-340,-10-1 1999,-1 1-2089,-3 0 0,-7 4 0,1-1 0,-10 6 0,0-2 0</inkml:trace>
  <inkml:trace contextRef="#ctx0" brushRef="#br1" timeOffset="8016">5703 6788 12416,'10'-7'2495,"0"1"-1923,4 2-861,5 1 189,10-1 1,8 1 46,-9 1 1,2 0 0,2 0 0,-1 0-397,6-1 0,0 1 0,1 0 412,-5 0 1,1 0-1,2 1 1,2 1-89,-8 0 1,3 1 0,2 0-1,0 0 1,-1 1 0,0-1 0,-2 1 5,2-1 1,-1 1 0,-2-1 0,2 1 0,2 0-260,-1-1 0,1 1 0,1 0 0,1-1 0,0 1 0,1 1 0,0-1 331,-3 0 0,2 1 0,1 0 0,-1 0 0,0 1 1,-2-1-1,-2-1 0,-4 1 13,3 0 0,-5-1 1,0 0-1,6 1-19,-6-1 0,5 0 0,4 1 0,2 0 0,1 0 0,1 0 0,-1 0 0,-2-1 0,-3 1 0,-3-1 0,-6 0-141,8 0 0,-7-1 1,5 1 91,-2 0 1,7 0 0,2 0 0,1-1 0,-3 1 0,-5 0 0,-8-1-533,10 0 297,5 0 1,-4-1-266,-19 1 21,16-1-226,-22 1 1006,5-1-593,-3 2 1151,-2-1-1007,5 2 851,-8-2 0,4-1 0,-5 0 0</inkml:trace>
  <inkml:trace contextRef="#ctx0" brushRef="#br0" timeOffset="9717">11932 6817 5734,'-15'-8'0,"2"-2"0,9-6 77,17 3 267,9 1-176,-1 7 0,4 1-121,4 1 0,5 1 1,1 1-1,-3-1-559,-5 0 0,-2 0 1,7 1 533,-8 0 0,6 0 0,4 0 1,2 1-1,3-1 0,1 1 1,-1-1-1,0 1 0,-1 0 1,-3-1-1,-4 1-436,5 0 0,-4 0 0,-2 1 0,1-1 1,1 0-1,3 0 423,-5 1 1,3-1-1,2 0 1,1 0-1,1 0 1,-1 0 0,0 0-1,-2 0 1,-2 1-1,-3-1-394,8 0 1,-4 1-1,-2 0 1,0-1-1,1 1 359,-1 0 1,0-1-1,0 1 1,2 0-1,2 0-80,-5-1 0,3 1 1,2 0-1,1 0 0,0 1 1,0-1-1,0 0 0,-2 0 1,-3 0 105,4 0 0,-3 0 0,-1-1 0,0 1 0,3 0 0,4 0 0,-9 0 0,2 0 0,3 0 0,1 1 0,2-1 0,1 0 0,0 0 0,1 1 0,-1-1 0,0 1 0,-1-1 0,-2 0 0,-2 0 0,-1 1 0,6-1 0,-3 0 0,-1 1 0,-1-1 0,0 0 0,0 1 0,0-1 0,2 0 0,-1 1 0,2-1 0,0 0 0,0 1 0,1-1 0,-1 1 0,-1-1 0,0 0 0,-2 1 0,7-1 0,1 1 0,-3-1 0,0 1 0,-3-1 0,-3 0 35,6 0 0,-5 0 1,3 0 45,-2-1 1,2 1 0,-1 0-1,-1 0 29,2 0 0,-2-1 0,-1 1-1,-2-1 1,0 1 0,1 0 233,-1-1 1,1 1 0,0-1 0,-3 1-339,1-1 0,0 1-194,-1 0 0,6-1 0,-2 1 0,-5-1 134,-6 1 0,-1-1 17,3 1 0,2-1 0,2 1-2,4 0 1,2 0 0,-1 0-3,-3 0 1,-1 0 0,-1 0 477,0 0 1,0 0 0,0 1-479,9-1 1,1 1 0,-5 0-22,-7-2 1,0 1 81,2 0 0,7 0 1,1 0-1,0 0 1,-5-1-20,-2 1 1,-3-1 0,1 0-39,7 0 1,1 0-1,-1 0-17,3 0 0,-3 0 1088,-14 0 1,3 0-1062,9 0 1,8 0 0,0 1 0,-5-1-27,0 0 1,0 1-372,0-1 1,4 0 0,1 0 0,-4 1 386,-2-1 1,-2 0 0,-1 0-1,0 0 0,-1 0 0,0-1-478,4 1 0,1 1 0,-1-1 516,-4-1 1,-1 1 0,-1-1 573,1 0 0,-1 0 0,1 0-572,-3 0 0,1 1 0,-1-1-569,0 0 0,1 0 1,-4 0 574,14-1 91,-21 0 1013,-6 1-1109,-9 2 0,-9-1 1,-14 2-1</inkml:trace>
  <inkml:trace contextRef="#ctx0" brushRef="#br0" timeOffset="13983">7905 8375 5734,'1'-8'0,"-1"2"0,-2 1 0,0 2 0,-4-4 19,-12-1-3296,-5 3 2325,-8 2 957,10 7 1,-4 3 33,-4 5 1,-5 4 0,0 1 0,4-2 0,-2 2-1,1 0 1,2 1 0,0-1 0,1 1 0,-1-1 0</inkml:trace>
  <inkml:trace contextRef="#ctx0" brushRef="#br0" timeOffset="14250">7490 8737 3357,'31'9'0,"-1"1"0,0-1 0,-5-1 0,1 1 382,2 0 1,2 1 0,1 2-383,1 3 0,-1 3 0,-2-2 0,-3 0 0,-1 1-831,3 0 0,2 2 0,-5-2 831,-7-2 0,-6 2 442,-5 6 0,-6 4-442,-11 6 0,-4 1 257,5-4 1,-3-1-258,-10 0 0,-4-2 0,5-11 0,-2-2 0,2-1-45,0-2 0,0-1 45,-10 10 0,7-11-367,19-44 1,14 12 0,3-2 0,0-2 0,0-1 0,1 0 0</inkml:trace>
  <inkml:trace contextRef="#ctx0" brushRef="#br0" timeOffset="14600">8334 8388 5734,'-4'-18'5,"2"8"32,-2-6-29,7 16 31,4 20-38,1 2-1640,-2-1 1,-2 2 663,3 13 993,-4-11 0,1 6 0,-1 3 0,1-1 0,-1-5-723,2 8 1,-1-1 704,-1-7 0,0 3 0,1 2 0,-1 0 0,1-4-85,1 7 1,0-3 0,-1-3 84,0-5 0,0 1 0,3 4 0,1 6 0,1-1 0,-1-8 0,3 0 0,1 1 0,1-9 0,-4-23 0</inkml:trace>
  <inkml:trace contextRef="#ctx0" brushRef="#br0" timeOffset="14968">8711 8384 5765,'4'-9'-3,"0"-1"14,0 6 17,7 14-20,-4 0-2,4 16-2,-5-5 1,0 2-5,1 8 0,0 1-1639,0 0 1,0 0 1150,0-1 1,-2 0-218,-1-6 1,0-2 704,1 11-82,-1-12 1,-1-1 81,0-1 0,1-1 0,2 7 0,-1 0 0,3 10 0,-1-10 0,-2-4 0,-2-13 0,1 3 0,-4-11 0</inkml:trace>
  <inkml:trace contextRef="#ctx0" brushRef="#br0" timeOffset="15218">8758 8414 5734,'-1'-25'17,"-1"7"-3,5 5-3,-1 7 22,11-10-26,7 1 1,2 0-8,9-7-21,-4 8 0,6-1 1,-5 3-636,6 1 1,-7 2-1,-2 1 1,-10 6 0</inkml:trace>
  <inkml:trace contextRef="#ctx0" brushRef="#br0" timeOffset="15467">8870 8533 5734,'3'8'73,"11"-2"-3350,-4-3 910,10-3 2367,1-4 0,2-3-82,4-1 1,1 0 81,-1 0 0,0 0 0,-1 0 0,-4 0 0,-7 2 0,11-6 0,-5 1 0,9-5 0</inkml:trace>
  <inkml:trace contextRef="#ctx0" brushRef="#br0" timeOffset="15767">9376 8205 5745,'-5'-7'22,"2"-1"6,18-5 1,8-1-29,4-4-1639,-3 3 1,0 1-746,0 2 2384,-9 4 1409,7-1-1409,-1 2 0,-3 2 0,-6 2 0,-10 5 0</inkml:trace>
  <inkml:trace contextRef="#ctx0" brushRef="#br0" timeOffset="16067">9447 8189 5739,'8'-8'65,"-2"3"-45,1 1-20,-2 5 90,9 31-45,-7-6 0,-1 1-1486,2 2 1,0 1 1440,-3-4 0,-1 1 0,1 2-813,2 7 1,0 1-1,0-2 858,-2-2 0,2 2-80,0-7 0,2 4 0,1 2 1,-1-4-1,0-5-10,-1-3 0,1-3-126,1 5 1,1 3 0,-1-6 170,5-2 0,0-10 0,0-3 0,3-3 0</inkml:trace>
  <inkml:trace contextRef="#ctx0" brushRef="#br0" timeOffset="16517">10150 8543 5812,'-6'-5'-11,"0"-1"14,2 3 0,0-1 104,-1-1-17,22-5-90,4 0-1318,-4 4 1,2 0 1317,17-1 45,-14 3 0,4-1-885,7-1 1,4-1-1,-2 1 840,-9 2 0,-2-1 0,2 1-184,0-1 1,2 0-1,0 0 1,2 0 201,1 1 0,2-1 0,0 0 0,-1 0 0,-5 1-18,7-1 0,-1 0 0,-3 1 0,7-1 0,0 0 0,-3 0 0,-10 0 0,-1-5 0,5 1 0,-28 0 0,-6 6 0</inkml:trace>
  <inkml:trace contextRef="#ctx0" brushRef="#br0" timeOffset="16901">10870 8271 5751,'-5'-4'73,"9"3"-73,22 10 45,7 3 0,3 1-1684,-9-3 1,1 1 1150,6 1 1,-2 1 487,-13-6 0,-2-1-1409,11 4 1409,-1 0 0,-5-4 90,-11 1-90,-17 11 0,-8 6 0,-6 6 0,0-2 0,5-7 0,1-1 0,-2 2 0,0 1 0,-3 2 0,1 0 0,4-3 0,0 2 0,5-3 2269,-3 10-2269,9 0 0,1 0 0,3 2 0,2-5 0,0 1 0</inkml:trace>
  <inkml:trace contextRef="#ctx0" brushRef="#br0" timeOffset="17267">11468 8376 5914,'-2'-7'0,"1"-1"90,0 4-90,0-1 0,3 27 0,1 11 90,-2-7-529,1-3 1,-1 4 0,0 2 438,0 0 0,-1 3 0,0 0 0,0-3 0,0 7 0,1 1-23,0-2 1,0 5-1,0 0 1,1-8-1457,0-7 1,0-4 1433,1 3 0,-1-4 45,1-4-411,0 3 1,-1-11-1,0 4 1</inkml:trace>
  <inkml:trace contextRef="#ctx0" brushRef="#br0" timeOffset="17616">11428 8334 5824,'-14'-26'180,"13"5"-180,29 8 90,-5 7-90,-2 2 0,1 2 0,14 5 0,-13-1-1639,1 6 1,-2 2 663,-5 3 975,6 9 860,-18-5-860,-11 15 0,-5 3 0,0-3 0,-3-2 0,-5 5 0,1-7-2359,-3-4 2269,4-5 0,0-2 90,8-9 0,5-4 0,2-2 0,1-2 0</inkml:trace>
  <inkml:trace contextRef="#ctx0" brushRef="#br0" timeOffset="18317">12034 8281 5824,'-8'-9'0,"-6"0"90,1 5-90,-16 1-1639,11 9 1,0 2 663,-13 1 975,14-1 0,1 5-660,6 7 1,4 2 659,0-2 0,0 1 0,3 0 0,13-2-343,-3-8 343,5 3 0,-4-9 1683,26-11-1683,-17 1 0,8-9 0,0-4 0,-10 2 0,7-10 0,-15 18 0,-2 3 0,7 19 419,1 3 1,0 1-375,0 0 0,0-1-340,0 3 1,0-3 294,5-6 0,11-27 0,-7 0-45,-5 2 1,0-5 44,-3-8 0,1-8 0,-2-1 0,-1 4-45,0 1 0,0-2-324,-2 7 0,0-4 0,1-2 0,-1 2 1,-2 6 368,-3-2 0,-1 1 0,0 0 0,0-3 0,-1 1 0,0-5 0,0 1 0,0-1 0,-1 3 253,-2 1-253,-8 45 0,-3 19 0,2-3-127,3-12 1,1 0 126,-3 10 0,0 6 0,-1 0 0,3-5 340,3-6 0,0-1-340,1 8 0,1 3 0,1-5 0,2 1 0,0-3 0,0-4 0,0 0 0,0 1 0,1 2 0,3-2 0,8 5 0,4-8 0,-2-13 0,1-1 0,1 11 0,1-6 0,10-28 0,-17-4 0</inkml:trace>
  <inkml:trace contextRef="#ctx0" brushRef="#br0" timeOffset="18516">12377 8242 5914,'33'-14'30,"-4"1"0,4-1 0,-1-1-30,-6 4 0,-1 0 0,1-1-1093,8-4 1,2 0 0,-5 3 615,-9 4 0,-3 3 1,8-4-1,-2 2 0</inkml:trace>
  <inkml:trace contextRef="#ctx0" brushRef="#br0" timeOffset="19517">12823 8209 5824,'-2'7'270,"1"-1"-181,11-7 1,-1-1-90,8-7 0,-8 3 90,-1-1-90,0-3-3277,-3-16 3162,-1 10 115,-14-4 0,-4 7 0,-6 30 0,-1 12 0,1-3 0,2 4 0,6-5 0,2 2 0,2 0-126,6 5 1,5-3 125,10-3 0,20-16 0,-8-3-76,2-18 1,4-10-1,-4 1 76,-9 3 0,-1-1-714,4-3 1,3-2 0,-6 3 713,0-6 0,-8 6 165,0 3-165,-18 40 0,7-14 0,-7 12 0,-1 5 0,3 3 0,1-3-518,-1 1 518,1-2 0,1 0 613,0 0-613,2-8 0,1 2 0,11-33 0,5-14-30,0 3 0,1-3 0,1 0 30,-2 1 0,0 0 0,0 1 0,1-2 0,0 1 0,-2 7 0,-1 6 2268,-8 13-2268,8 32 0,-4-1 0,0 3 0,0-6 0,0 1-240,-1 5 1,0-4 239,5-8 90,23-27-90,-8 2-111,-11-10 1,4-9 0,1-4 0,-1-1 0,-4 4 80,-1-2 0,-3 2 0,1-3-323,1 3 1,1-4 0,1 0 0,-2 0 0,-3 3 352,2-10 0,-4 2 0,-1-2 0,-2-2 0,-2 5 0,0-2 0,-1 3 0,3-4 0,-4 5 0,-12 5 0,0 50 0,1 0 0,-2 5 0,1 2 0,2 1 0,1 2 0,0 0 0,1-2 0,-1-2 0,2-1 0,-1 0 0,1 1 0,-1 2 0,1-2 0,2-6 0,4 7 0,2-9 1514,11 3-1514,-3-13 0,7-7 0,-8-18 0</inkml:trace>
  <inkml:trace contextRef="#ctx0" brushRef="#br0" timeOffset="19735">13518 8103 5824,'11'-1'45,"14"-5"0,2-2-3322,-2 0 2085,2-1 0,2-1 1192,-4 1 0,-2 1 0,5-2 0,-3 2 0,0-1 0</inkml:trace>
  <inkml:trace contextRef="#ctx0" brushRef="#br0" timeOffset="20100">13901 8199 5787,'-2'8'37,"1"-1"143,1 0-1,0-3 1,8 0-90,-3-4 0,5-3 0,8-18-90,-9 7-1639,5-16 1,-1-2 1343,-9 13-839,-2-4 0,-4 6 1044,-9 20 90,-9 7 0,2 9 0,-1 7 0,2-2 0,4-3 0,0 0-235,-3 3 1,-2 2 0,5-3 234,5 3 0,8-6 0,18 4 0,-5-7 613,15-1-613,4-16 0,0-4 0,0 0 0,4-2 0,-1-1 0,-7-4 0</inkml:trace>
  <inkml:trace contextRef="#ctx0" brushRef="#br0" timeOffset="20600">14340 8204 6004,'-1'-8'269,"-17"-5"-179,-6 15 0,-3 3-45,5-1 0,-1 1-1684,-5 4 1,2 4 664,4 10 974,8-1-660,10-3 1,0 0 659,-1 4 0,26 4 0,-5-30-478,16-7 448,-14-6 0,0-7 0,-1-3-15,-3 2 0,0-3 0,0-2 0,1 2 45,0 1 0,0 0 0,1 0 0,-2 0 0,-1-2 0,0 0 0,-2-1 0,-1 0-23,0-4 1,-2-2 0,-1 2-1,-1 6 2055,-2-9-2032,0 2 0,-5 12-1016,-8 38 0,-3 14 1016,2-8 0,1 3 0,-1 0 126,0 1 0,0 1 0,1 4-126,2-4 0,0 3 0,1 2 0,1 0 0,4-2 0,2 2 0,5-1 0,0-1 0,-1 1-23,-3 2 1,-2 0-1,2-1 1,6-6 56,14 2 1,4-11-214,-2-18 179,-5-8 0,-1-3 0,5-5 0,-5 1 0,1 1 0</inkml:trace>
  <inkml:trace contextRef="#ctx0" brushRef="#br0" timeOffset="21149">10892 9077 5824,'-1'-6'180,"13"-3"-90,4 1-1729,0 2 1,3 0 687,0 1 1,5-1 1000,-2 1 0,4-1 0,5 0 0,3 0 0,3-1 0,0 0 0,1 0 0,-1 0 0,-3 1-40,0 1 0,-1-1 0,0 1 0,0 0 0,1 1 0,0-1 0,0 0 0,1-1 0,1 1-2,-2-1 0,1 1 0,2-1 0,-1-1 0,1 1 1,0 0-1,1 0 0,-2 0 0,0 0 0,0 1 0,-2 0-150,1 0 1,-1 0 0,-2 1-1,1 0 1,-1 1 0,0-1-1,2 0 1,2 1 0,1-1 159,-5 1 0,1-1 0,1 1 0,1 0 0,0 0 0,2 0 0,0 0 0,0 0 0,1-1 0,-1 1 0,1 0 0,0 0 0,-1-1 0,0 1 0,0-1-18,-1 0 0,-1 1 0,1-1 0,0 0 0,-1 0 0,1 0 0,-1 0 0,1 0 0,0 0 0,0 0 0,0 0 0,0 0 0,0 0 0,1 0 0,1 0-30,-3 0 0,2 0 0,0 1 0,1-1 0,0 0 0,0 1 0,0-1 0,1 0 0,-1 1 1,0-1-1,0 0 0,-1 1 0,0-1 0,-1 1 0,0-1 0,-2 0 0,0 0 30,5 0 0,-1 0 0,1-1 0,-1 0 0,-1 1 0,0-1 0,-1 0 0,-2 1 0,-1 0 0,-2 0 0,-3 0 0,-1 1-9,12-3 1,-5 2-1,-3-1 1,1 1 8,2-1 0,0 0 0,-1 0 0,-4 1 432,6-1 0,-1 0-500,-5 1 1,4-2-1,-2 1 1,-7 2-113,-1-1 180,10-2 0,-37 4 0,-7 0 0,-11 0 0</inkml:trace>
  <inkml:trace contextRef="#ctx0" brushRef="#br0" timeOffset="86566">14537 1835 5734,'3'-5'0,"-1"0"14,0 2 62,0-1 14,-1 1 90,1-1 179,-1 0-359,-3 2 0,-1 0 90,-9 1-90,-2 2 0,-6 1 0,3 1 0,-3 3 0,-1 2 0,0 6 0,0 1 0,-4 2 0,2 1 0,4 1 0,4 1 0,3 4-45,12-4 0,3-1 45,3 0 0,9 2 0,6 4 0,0-3-1639,-3-7 1,0-1 1599,3 3 1,1 0 0,-2-2-1820,10 6 1768,-10-5 90,-2-1-557,-2 3 1,-1 0 556,-1 0 0,-5 8 0,-4 0 0,-11-13 0,-16 17 1023,-12-16-1023,8-7 0,0-1 929,7-1 0,0-1-1192,-5-4 1,5-4 262,16-1 0,-1-9 0,18 2 0,4-2 0</inkml:trace>
  <inkml:trace contextRef="#ctx0" brushRef="#br0" timeOffset="86933">15069 2141 5914,'-2'-9'180,"-1"1"-180,2 3 269,-10-8-89,2 4-90,-16 5 0,-4 2-1988,1 4 1898,-1 4 0,1 1 0,4 7 45,4 3 0,0 1-2479,-4 9 2434,6-6 0,3-1 0,2 6 45,11 3 0,4 0 1356,2 2-1431,13-6 0,10 3 0,-2-6-1256,-4-12 1,1-4 1255,4 4 0,3 1 0,-3-5-105,0-7 0,-3-4 2065,7-2-1930,-7-3 0,3-3 0,-3 0 0,6-8 0,-2 1 0,1 0 0</inkml:trace>
  <inkml:trace contextRef="#ctx0" brushRef="#br0" timeOffset="87600">15396 2261 6004,'-4'-9'269,"-1"1"1,-16 3-90,-3 5-90,-14 2-90,9 7 45,3 7 0,2 3-135,3-1 0,-1 11 0,4 0 0,19-8 0,3 11 0,23-30 90,-3-9 0,-2-8 0,-2-3 0,-2 2-1713,5-12 1623,-18 23 90,-1 2 0,3 0 0,9 10 0,-5-2 0,7 7 0,0-1 0,0-2-2824,1-1 2824,1 1 0,0-2 0,-4-8 572,3-4 1,3-3-573,-2-5 0,0-3 0,0-1 0,1 2 0,-1-1 0,0-4 0,-5-3 0,1-5 0,-1-2 0,-2 1 0,-2 4-1134,2-7 0,-3 1 1134,-1-2 0,-1-3 0,-3 5 90,-5-5-793,-2 19 703,-6 3 0,0 23 0,-3 13 0,5 3 0,0 10 0,1 1 0,1-5 0,1-1 0,1 0 0,1 3 0,1 7 0,1 2 0,2-2 0,2-8 0,8-3 0,3-3 0,-3 1 0,0 1 0,2-6 809,15 0-809,-5-23 0,-1-6 0,4-5 0,-2-1 0,-1 1 0</inkml:trace>
  <inkml:trace contextRef="#ctx0" brushRef="#br0" timeOffset="88016">16138 2243 6183,'-2'6'270,"2"-1"-90,20-7-90,0-5 0,1-3-1729,-3 1 1,0-1 1151,3-2 0,-3-1 487,-9-7 859,-8 9-859,-16-12-303,4 15 303,-14-4 0,10 13 0,-12 17 0,0 6-2168,3-1 2168,-3 2 0,5 4 0,17-1 0,9-1 0,10-1 0,2 0 0,-4 2 0,1-2 0,7-6 0,5-7-30,8-9 0,6-6 0,-5-1-15,-8 2 0,1-2 30,-1-3 0,5-2 1,3-2-1,0 0 1,-2-1-1,-7 2 15,3-5 0,-1-1 0,0-1 0,5-4 0,0 1 0,-6 0 0,0-2 0,0-1 0</inkml:trace>
  <inkml:trace contextRef="#ctx0" brushRef="#br0" timeOffset="88415">17419 1881 6004,'4'-6'0,"1"1"90,3 2-90,12-1 0,4-1-1639,3 0 1,1 0 446,4 0 0,-1 0 1192,-1 1 0,-2 1 1319,2 0-1319,-3 2 0,0 0 0,2 0 0,-6 0 0,-1 1 0</inkml:trace>
  <inkml:trace contextRef="#ctx0" brushRef="#br0" timeOffset="88684">17674 1907 5914,'-1'-7'629,"1"29"-3536,1-4 2952,0 7 0,0 8 8,-3-4 1,-1 3 0,0 1 0,1-3-99,0 4 0,0 0-78,0-6 1,-1 5 0,0-2 0,1-5-148,1-2 1,0-4-331,0 9 1,-1 3-1,2-20 1</inkml:trace>
  <inkml:trace contextRef="#ctx0" brushRef="#br0" timeOffset="88915">17512 2357 5824,'-7'3'0,"1"2"90,8-2-90,17 4 0,-2-5 90,15 0-120,-2-4 0,6-2 0,-5 0 30,-8 0 0,0 1-1075,12-2 0,4-1 0,-7 0 1075,-1-2 0,-8 1 0,-1-1 0,13-4 0,-14 3 0,1 1 0</inkml:trace>
  <inkml:trace contextRef="#ctx0" brushRef="#br0" timeOffset="89370">18041 2126 5824,'-12'-5'629,"1"-1"-449,3 2 90,-2 13-135,4 17 0,2 3-135,-1-10 0,1-1-325,-2 15 0,2 2 325,-1-11 0,1-2-3237,-3 15 3237,3-17 0,1-2 0,-2 3 0,10-28 0,0-2-527,6-12 527,0-1-701,3-5 701,-2 6 0,2-1 0,4-4 0,0 1-45,-3 3 0,-1 2 45,1 1 0,0 4 0,6 7 0,-5 12 0,10 22 0,-12 8 232,-7-16 0,-1 2-232,0 7 0,-1-2-90,3 3 584,0-3 1,4-3-984,4-13 0,3-4 489,6 5 0,11-15 0,-19-7 0,1-2 0</inkml:trace>
  <inkml:trace contextRef="#ctx0" brushRef="#br0" timeOffset="89719">18422 2128 6004,'-8'-9'629,"4"24"-629,2-8 90,5 26 0,4 4-90,-2-10 0,0 1 0,1 1 90,2 3-90,-1-10 0,3 4 0,-3-16 90,20-32-90,-12 5 0,0-5 0,6-9 0,0-1 0,-3 5-45,-2 1 0,-1 1-675,0 1 1,1-3 0,0 1 0,-3 5 539,5-5 90,-6 14-90,-2 3 180,9 14 0,-8 5 0,9 12 0</inkml:trace>
  <inkml:trace contextRef="#ctx0" brushRef="#br0" timeOffset="90550">18905 2242 5914,'1'-20'179,"0"-1"1,0-13 90,-19 17-180,2 13 0,-9-4-90,7 17 0,1 6-1639,-1 6 1,1 2 1445,1-5 1,1 0 192,0 4 0,4 0-270,11 10 270,2-19 0,10 9 0,-3-24 0,6-3 0,0-6 0,1-4-1134,-1 0 0,-1-1 1134,3-1 0,0 0 45,-3-2 0,-2 2 1474,-4 8-1519,2-5 0,-4 29-89,-3 0-922,2 4 1,-1 1 1010,-1 2 0,4 4 2021,-2-14-2111,17 7 90,-10-11 0,13 5 0,-14-13-1520,9-5 1520,-2-2 0,6-4-433,-3-1 433,-1-2 486,-3-2 0,2-5 0,-3 2-486,5-7 0,-5 2 0,1-4 0,-5 5 0,-10 5 0,-1-11 0,-3 22-90,-2 2 2867,18 0-2777,8-2 0,1 0-1533,9-2 1533,-6 2 0,-3 0 0,-7 4 0,-2 2 90,3 6-90,-9 5 0,-4 19-551,-5-9 551,-2 10 0,2-10 0,0 0 90,2 9 1469,0-7 1,1 0-1560,3 3 0,4-7-90,3-5 90,10-6 0,-8-4 0,11-7 0,-10-2 0</inkml:trace>
  <inkml:trace contextRef="#ctx0" brushRef="#br0" timeOffset="90765">19704 2107 6094,'-12'15'89,"6"3"1,0 2-3367,0 16 1905,3-14 1,1-2 1225,2-2 1555,1-9-1409,0 1 0,2 0 0,0 1 0</inkml:trace>
  <inkml:trace contextRef="#ctx0" brushRef="#br0" timeOffset="90982">19772 1790 6004,'0'-8'179,"0"1"-538,0 0 359,2 14 0,1-6 0,2 13 0</inkml:trace>
  <inkml:trace contextRef="#ctx0" brushRef="#br0" timeOffset="92134">20040 2223 6004,'-7'-25'539,"1"10"-359,-27 1-180,15 14-581,-13 7 536,12 6 0,2 3-1594,6 0 1,0 0 1589,-6 1 1,3 1-42,5 9-90,24-9 180,-7-11 0,17 4-325,-12-15 325,10-7-939,-8 0 1,-1-2 938,9-7 0,-9 6 0,0-1 1920,7-11-1830,-7 9-90,2-2 0,-8 20-1859,-2 21 1859,-2-4 1093,5 8 0,2 0-1093,2-9-144,-1-1 1,0-2 143,2-10 0,14-12 0,-8 0 0,1-7 0,4-5 0,-4 1 0,3-4 1449,-1-2 0,-1 0-1449,-9 8 0,-8 10 90,0 9-90,-9 15 0,-4 3 0,-1 8-1252,2-6 0,0-2 1162,2-7-2102,0 4 2192,2-6-6,-1 5 6,3-10 0,7-3 0,-1-6 0,13-13 0,4-4 0,1 0 846,-3 0 1,1 1-847,5 4 0,-4 19 0,-4-2 1491,-7 17 1,-3 4-1492,-1 0 0,-3-3 0,0 0 18,3-5-18,3-4-2989,11 0 2989,-5-4 0,8-3 226,5-19 0,3-6-226,-11 4 0,2-1-717,3-5 1,4-2 0,-4-1 716,-7 4 0,-3 0 0,0-3 0,-2 2 0,0-3 0,0 0 0,-2 2-154,1 0 1,-2 2 0,0-2 153,4-9 0,0-2 0,-1 1 274,-3 4 0,-1 1 0,0 1-274,0 0 0,0 2-109,2-10 1,-4 14 198,-7 27 2041,-6 15-2131,-3 9 0,-3 5 0,2-10 0,0 1 0,0 0 0,0 1 0,-1 2 0,-1 2-23,0 4 1,-2 4 0,1-1-1,2-5 1616,1-4 1,1 1-1617,0 3 1,-2 7-1,3-1 1,7-10-248,15-1 180,-9-5 0,2-5 1,22-18 89,2-18 0,-13 4 0,0-1 0,5-7 0,0 1 0</inkml:trace>
  <inkml:trace contextRef="#ctx0" brushRef="#br0" timeOffset="92315">21064 2015 6094,'-7'-3'539,"0"1"-3816,25-6 1164,-4 3 2113,3 0 0,5 0-270,6-1 1,6 0 0,1 1-1,-5-1 270,-5 1 0,0 0 0,4 0 0,7-1 0,-2-1 0,-9 2 0,-3-3 0</inkml:trace>
  <inkml:trace contextRef="#ctx0" brushRef="#br0" timeOffset="94066">22369 1632 5734,'-1'-8'90,"-2"-4"0,1 5 269,-5-10-269,2 30-90,0 11 0,1 6 45,0 3 0,0 5-27,1-7 0,0 5 0,-1 2 0,2 1 0,0-4-144,1-3 1,1-2-1,1 0 1,-1 1 57,-1 3 1,-1 1 0,0-2-1,2-4-1571,3 6 1,3-12 1428,1-16 210,-2-6 0,5-7 0,-1-6 0,3-5 0</inkml:trace>
  <inkml:trace contextRef="#ctx0" brushRef="#br0" timeOffset="94315">22323 1637 5824,'-8'-6'359,"0"0"-314,36 1 0,16 1-45,-11 1 0,2-1-1093,-4 1 1,3 1 0,-3-1-128,3 1 0,-6 1 2522,-10 0-1302,5 3 0,-13 0 0,4 2 0</inkml:trace>
  <inkml:trace contextRef="#ctx0" brushRef="#br0" timeOffset="94534">22478 1755 5914,'-5'6'90,"1"-1"89,7 3 1,23 0-135,-8-4 0,5-2-99,2-2 0,6-1 0,3-2 0,-1 0 0,-4 1-1039,-2 0 1,-3-1 0,3 0 758,8 0 1,3-2 0,0 0-1,-5 1 334,5-2 0,-5-1 0,-10 2 0,-1 0 0,11-1 0,-1-1 0</inkml:trace>
  <inkml:trace contextRef="#ctx0" brushRef="#br0" timeOffset="94836">23319 1587 5914,'-6'-2'90,"0"0"0,1 0 89,1 1 91,0-1-90,33 3-3457,-1 0 3264,-3 0 1,0 0 12,-4 0 0,-1-1-2059,12 1 2059,1 0-681,3 0 0,0-1 681,-3 0 0,2 0 0,-6 0 0,-22-1 0,2 0 0</inkml:trace>
  <inkml:trace contextRef="#ctx0" brushRef="#br0" timeOffset="95117">23479 1597 5914,'-8'1'629,"0"0"-3906,6 13 1164,0-2 2113,4 17 299,-3-3 0,-1 7 0,1 2 0,-1-5-254,1 0 0,-1 1-45,1-3 0,-1 6 0,-1 4 0,1-1 0,0-3 0,0-8-622,1 0 0,-1-2 592,0 6 0,0 4 0,1-9-60,2-6-809,7 7 2516,-1-14-1617,5 5 0,-5-16 0,1-4 0,1 0 0</inkml:trace>
  <inkml:trace contextRef="#ctx0" brushRef="#br0" timeOffset="95552">22019 2502 6004,'-14'0'90,"2"-1"179,-2 1 1,39-5-3547,-4 3 3308,2 0 0,7-1 0,6 1 19,-9 1 0,5 0 0,3 0 0,3 0 0,1 1 0,0-1 0,-1 1 0,-3-1 0,-2 1-32,4-1 0,-3 0 0,-1 0 0,2 0 0,3 0-198,-7 1 0,4-1 1,1 1-1,2-1 1,1 1-1,-1-1 0,0 1 1,-3 0-1,-3 0 1,-3-1 201,6 1 1,-4 0-1,-2 1 1,1-1-444,1 0 0,1 1 1,0 0-1,0-1 443,-1 1 1,-2-1-1,3 0 1,5 1-92,-9-1 0,3 1 0,4-1 0,1 1 0,1 0 0,0-1 0,0 1 0,-1-1 0,-3 1 0,-3-1 69,6 1 0,-4-1 0,-1 1 0,2-1 0,5 1 16,-9-1 1,4 1-1,3-1 1,1 1-1,3-1 1,-1 1 0,0-1-1,-1 0 1,-2 1-1,-3-1 1,-4 0-1,-4 0 14,9 0 0,-7 0 0,3-1 29,6 1 1,5 0 0,-4 0 0,-11-1-60,-13-1 194,-34-6-554,11 6 0,-19-4 359,18 6 1,-7 0 0,0 0 0,-8 0 0</inkml:trace>
  <inkml:trace contextRef="#ctx0" brushRef="#br0" timeOffset="97133">14018 2579 5824,'-8'2'359,"2"-1"-89,2 0-270,6 1 90,6 0-45,13-1 0,4 0-1684,-5-1 1,2 0 1625,14-1 1,1 1-356,-5-1 1,5 0 387,-11 1 0,5 0 0,4 1 0,3-1 0,1 1 0,0-1 0,-1 0 0,-2 1 0,-5-1-20,4 1 0,-5-1 0,0 0 0,1 1 0,4-1-203,-6 1 1,3-1-1,1 1 1,3-1-1,0 0 1,0 1 0,1-1-1,-1 1 1,-1 0-1,-2-1 214,4 1 0,-2 0 1,0 0-1,0 0 0,-1 0 1,0 1-1,0-1 0,1-1-11,1 1 0,1 0 0,-2 0 0,1-1 0,0 1 0,1 0 0,2 0-94,-3-1 1,1 1-1,2 0 1,0 0-1,0 0 1,0 0-1,-1 0 1,-2-1 0,-2 1 93,4-1 0,-2 1 0,-2 0 0,0-1 0,1 0 0,0 0 81,-1 0 1,2 0 0,0 0 0,0-1 0,-2 1 0,-2-1 0,-5 1-52,4-1 0,-6 1 0,4-1-31,7 1 1,5-1-1,-1 0 1,-10-1 360,1 0-270,-13-1 0,4-1 0,-12 1 156,-1 0-606,-2 2 490,4 1 1,-10 4 0,-1 3-1</inkml:trace>
  <inkml:trace contextRef="#ctx0" brushRef="#br0" timeOffset="98315">15014 2876 5914,'-1'-8'0,"-1"0"0,1 4 90,0-1 0,2-4-1,-2 4 91,2-7-180,2 17 0,0-3 60,1 17 0,-1 14 0,-1-3-60,-1-8 0,0 0-1093,1 10 1,-1 4 0,0-4 1079,-2-8 1,-1 0 42,0 4 0,-1 3 0,1 0-786,-1 0 0,0 1 0,0 0 786,0 4 0,-1 1 0,1-3-30,0-6 0,0-3 0,0 1 30,0 2 0,0-1 0,0-2 15,1-3 0,-1-2-45,1 8 0,1-3 0,2-9 90,11-21-90,-3 1 2268,4-5-2268,21 1 0,-4 3 0,1 1 0,3 1 0,-4 2 0,2 0 0,-4 1 0,5 1 0,0-1 0,-4 1 0,8-1 0,-1 1 0,-2-1 0,2 2 0,0-2 0,-3 0 0,-1 0 0,-3 0-45,-8 1 0,-1-1-70,7 0 0,3 0 0,-5-1-65,2-5-2334,-5-6 2334,1 2 91,-12-2 405,-7-2 0,-3 2 0,0-8 1</inkml:trace>
  <inkml:trace contextRef="#ctx0" brushRef="#br0" timeOffset="98717">15707 3430 6004,'-4'-6'359,"17"6"-3636,2 5 1074,10 3 1320,7 9 936,-11-6-71,0 1 0,5 2 1,-4-2 17,8 4 0,-3-2 0,5 2 0,-5-4 0,-3-1 598,-3-3 0,-2 0-508,-5-4 1975,-14 0-2065,0 0 1092,-17 9 0,-13 6 0,2-2-1029,5 0 1,0 0-1157,-5 2 1,-4 2 0,6-2 1029,7-3 0,3-2-117,-5 5 260,6-2 0,1 0-80,2-2 0,-8 10 0,20-23 0</inkml:trace>
  <inkml:trace contextRef="#ctx0" brushRef="#br0" timeOffset="100315">16539 3060 5824,'-4'-6'449,"6"1"-359,13-2 0,8 0 0,12-2-90,-2 2 0,1 0 0,-8 3 0,-1 0-135,7 0 0,-2 0-45,-10 2 1,-2-1 179,19 0 0,-28 2 0,-5 1 0</inkml:trace>
  <inkml:trace contextRef="#ctx0" brushRef="#br0" timeOffset="100548">16739 3023 5914,'-5'5'269,"2"5"-3546,2 15 1074,1 0 2203,-1-2 0,1 5 355,-1-3 1,1 5 0,0 0 0,1 1-469,2 0 1,1 0-1,1 0 1,-1 1 112,-1 1 0,0 0 0,0 0 0,2-3-161,2 1 1,1-2 0,0-7 160,5-2 0,1-8 0,0-2 0</inkml:trace>
  <inkml:trace contextRef="#ctx0" brushRef="#br0" timeOffset="101067">17031 3658 6004,'-1'7'1169,"-1"-1"-899,4-2-180,11-8-90,-4-1-30,7-10 0,5-9 0,-3 2-15,-6 2 0,0 0-767,3-3 0,2-2 0,-4 2 722,-2-12 90,-8 8-90,-10-6 0,1 12 90,-8 0-90,-19 33 90,17-1 0,0 1 0,3 1 0,13 4 0,15-4 0,5-3-2458,3 2 2458,-2-4 0,3-2 789,10-4 1,-1-3-790,-3 2-403,3-1 0,-3 1 403,-12 0 0,-5 3 0,1 8 0,-8-1 0,-3 4 0,-4-3 0,0 0 0,0 2-90,1 11-417,5 1 417,-1-1 90,9-10 0,2-3-402,0-5 0,3-1 1,1-1-1,4-3 1</inkml:trace>
  <inkml:trace contextRef="#ctx0" brushRef="#br0" timeOffset="101882">17800 3515 5914,'-4'-8'449,"-9"-7"-359,5 8 90,-11-1 0,-3 4-90,-3 7-937,6-2 0,0 2 847,-5 9 504,3 5-459,7 1 0,2 1-45,-4 4-45,13 1 0,7-3 45,10-12-90,10 5-665,-6-16 755,2-5-970,-4-3 0,-1-2 970,8-2 0,3-10 0,-6 2 0,-11 12-90,7-7 90,-11 22-1685,1 12 1685,-1-2 0,1 8 2268,11 9-2268,-7-17 0,2 1 0,1-3-170,-3-9 170,12-3 0,-4-7 0,1-3 0,-3 0 0,1-2 0,3-6 0,0-3 0,-2 1 0,4-8 0,-7 4 0,-3 3 3276,-9 15-3245,-4 9-121,-3 8 90,-3 11 0,-1 2 0,0-2 0,2-2 0,1-2 90,2-8 165,9-10-255,2-3 0,17-18 0,3-5 0,0 2 0,-9 6 0,3-2 0,-1 5 0,8 5 0,2 11-1121,-9 4 1121,-9 12 0,-9-3 0,-1 11 0,3 2-180,6-8 1,3-2 44,-3 8 0,2-4-1135,4-11 1,1-7 1047,8-12 222,-4-3 0,4-5 0,-6 2 0,1-2 0,4-2 0,-1 1 0</inkml:trace>
  <inkml:trace contextRef="#ctx0" brushRef="#br0" timeOffset="102219">18880 3370 6004,'-13'-5'359,"4"2"-269,-5 3 45,-5 4 0,-2 1-45,1 0 0,-14 8 0,-1 2-3367,9 1 2745,7-5 0,2 0 532,6 2 859,9-7-1129,23 19 180,-2-5 45,-1-2 0,1 0 45,4 8 0,-5 5-714,-10-10 804,-10 12 967,-15-15 0,-8-1 1,2-1-1013,7 0 0,-3-2-113,-6 1 1,-7 2-1,-1-2 1,6-4-1445,4-4 1,2-3 1511,-9 4 0,1-1 0,3-5 0,14-3 0</inkml:trace>
  <inkml:trace contextRef="#ctx0" brushRef="#br0" timeOffset="102749">16939 4233 6543,'1'22'270,"-1"-5"-210,-3 8 0,-2 7 0,0-1-1699,0-3 1,0-1 843,-1 3 1,0 2 0,1-3 839,0-6 0,0-1 569,-1 5 1,0-3-705,1 2 0,0-5 0,1-3-90,2-10 180,1-3 0,4-21 0,1-5 0</inkml:trace>
  <inkml:trace contextRef="#ctx0" brushRef="#br0" timeOffset="103200">16864 4226 5914,'1'-7'90,"1"1"-90,2 2 90,10-3-3367,6 0 2392,7-3 975,3 2-990,-3 2 900,1 0-561,1 5 0,1 1 561,-1 1 0,2 14 0,-8 8 0,-30 12 0,2-3 0,-5 2 471,-8-8 0,-5-2-471,-4 3 0,1-2-58,9-10 1,2 0 57,-2 0 0,2-5 2373,9-9-2373,6-3 0,5-5 0,23-10-90,0 6-525,4-1 615,-11 10 1314,-12 18 0,-2 5-1314,0 2-404,0 0 0,0 4 404,-1 2 0,0 0-1387,4-4 1,0-1 1386,0 4 0,0-2-45,0-8 0,2-5 11,9-8 0,2-5 0,8-2 1,-2-1-1,0 0 0</inkml:trace>
  <inkml:trace contextRef="#ctx0" brushRef="#br0" timeOffset="103849">17583 4506 6004,'-16'-9'359,"7"4"-1025,-6-2 756,9 5-90,0 1 425,-16 8-335,2 12 0,-1 3-90,5-7 0,0 0-45,-6 14 0,5 0 171,10-8-396,9 6-829,3-19 1009,6 5 256,22-25-166,-18 5-424,2-2 1,-1-2 423,-5-5 0,-4 0-2674,-1-9 2674,-4 10 0,-1 0 726,4 5-726,-1 5 0,6-2 45,6 1 0,4 0-45,9-7 0,2-2-819,-3 2 1,1 0 818,3-3 0,-1-5 763,-6-4 0,-2-4 1,-2 4-764,-6 7 0,0-1 0,6-9 0,1-5 0,-5 7-447,-9 7 447,2-6 90,-7 15 0,-6 15 0,-5 18 0,-3 12 0,1-1-90,0 1 0,0 1 22,2-6 1,-1 3-1,0 1 1,3-5-23,0 5 0,3-4-968,0-3 0,2-2 968,-1 7-1154,3-7 1068,0-17 86,13-8 0,-6-4 0,11-14 0,-10-2 0,1-9 0</inkml:trace>
  <inkml:trace contextRef="#ctx0" brushRef="#br0" timeOffset="104049">17888 4437 6004,'-7'-1'719,"22"-5"-3996,2 0 1074,13-2 2203,-5 2 1229,8 0-1229,0 1 0,0 0 0,-12 1 0,0 1 0,12-2 0,-3 1 0,-11 1 0</inkml:trace>
  <inkml:trace contextRef="#ctx0" brushRef="#br0" timeOffset="104715">18296 4501 4476,'-9'-5'629,"-5"-7"-539,7 6 0,-6-5 225,-5 7 0,-2 2-225,2 2-1729,-15 7 1,-1 4 517,15 2 1121,-1 0 0,1 2 500,8 2 0,3 0-590,-1-1 0,-1 14 813,13-26-903,7-1-90,22-13 270,-9 2 90,7-8 1,-1-2-91,-8 5 1215,-4 1 0,-1 3-1215,-8 6 0,-2 5 0,4 12 0,-3-5 0,5 7 0,1-1-90,-3-7-998,12 9 1088,-11-17 0,1-1 0,10-8-1073,1-9 1,0-2 1072,-6 6 0,0 0-45,6-9 0,1-5-10,-8-2 0,-2-4 0,-1 4 55,-4 8 0,0 0-130,3-7 0,1-4 0,-3 5 130,-2-2 819,-4 16-819,-2 4 1027,-8 25 0,-5 17 0,1-2-1027,4-11 0,-1 0-969,-3 11 1,-2 4 0,3-6 968,1-1 45,3-6 0,0 1-1860,-1 11 1815,0 3 0,8-15 0,22-20 0,-10-1 0,16-12 0,-16-4 0,1-4 0</inkml:trace>
  <inkml:trace contextRef="#ctx0" brushRef="#br0" timeOffset="104933">18503 4377 6004,'17'0'134,"8"-3"1,4-2-180,-7 1 0,0 0-90,12-2 1,-1 0 134,2 1 0,-7 1 0,-12 2 0,4 0 0</inkml:trace>
  <inkml:trace contextRef="#ctx0" brushRef="#br0" timeOffset="105165">18837 4404 6723,'-2'15'450,"-3"14"-3727,3-10 1893,-3 12 2006,1 6-892,2-20-126,-1 14 396,3-26 0,1-3 0,-1-1 0</inkml:trace>
  <inkml:trace contextRef="#ctx0" brushRef="#br0" timeOffset="105433">18841 4184 6004,'-1'-13'719,"-2"-2"-539,2 3-1346,-1 1 1166,1 15 0,0-1 0,2 7 0</inkml:trace>
  <inkml:trace contextRef="#ctx0" brushRef="#br0" timeOffset="106282">18971 4405 6183,'-15'-3'1620,"-1"6"-1351,2 7-179,3 2 90,-1 11-180,-1 12 0,4-13-90,-1 11-359,13-11 89,9-12 270,5 5 0,1-14-45,0-8 0,-2-2 135,0-1-90,1-11 0,-3-2 90,-11 2 0,1-13 0,-7 22 0,0 0 0,8 1 0,2 0-1010,5 1 1010,2 5 0,-2-1 0,1 1-1529,9-2 1,0-1 1528,0 1 0,10-2 0,-2 2 0,-15 8 0,11-2 0,-23 9 0,-5 6-978,-4 5 1,-1 2 977,-2 4 0,1-4 0,0 0 542,-4 9-362,7-16-91,17-17-89,0-8 45,3-7 0,0 0-205,2 1 160,5-3 0,2 0 0,-3 4 0,0-2 0,1 5 0,-1 18-732,-13 12 0,-1 4 822,9 4 398,-12 1 0,-3 7 0,0-6-488,0 2 0,0 0 0,2-4-109,6-12-1241,21-17 1350,-10-1 0,1-6 0,-1-2 0,1-7 0,4-6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01:18.99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16650 12447 7982,'-8'3'450,"-2"-1"-270,5 0 0,-2 0 90,2 0 90,-1-1 89,1 1 1,0 0 90,1 0-1,0 0 1,1 2-360,0-1 270,1 2 179,1 2-269,3 1-180,-1 1 0,5-1 0,0-3 0,4 0 0,4-1-90,6 0-1072,6-1 1072,7 0 0,-1-2 0,2-1-852,-7 1 1,1-2 806,13 1 0,0-1 0,-10 0 0,0 0 0,6-1 0,0 0-1246,1 1 1,2 0 1230,-12 0 0,2 1 0,-1-1 0,1 0 0,0 0 0,-1 1-590,2-1 1,-1 1 0,0-1 559,1 1 0,-1 0 0,0-1 30,1 1 0,0-1 0,0 1-308,0 0 1,0 0 0,0 0 277,1 0 0,-1-1 0,1 1 56,0 0 1,-1 1 0,1-1-57,0 0 0,0 0 0,0 0-13,-1 1 1,1 0 0,-1-1 42,1 0 0,0 1 0,-1-1-30,1 1 0,-1 0 0,0-1 56,0 1 1,0-1-1,0 1-26,-1 0 0,0 0 0,1 0-30,-2 0 0,0-1 0,2 1 30,8 0 0,2 0 0,-2 0-30,-7 0 0,-1 0 0,0-1 0,6 1 0,1 0 0,-3 0 0,3 0 0,0-1 30,-6 1 0,2 0 0,-2 0-30,5 0 0,0-1 0,-6 1 0,1 0 0,-2-1 0,1 0 0,-3 0 310,0 1 1,-1-1-311,-2 0 0,-2 0 51,-1 0 0,-1 0-51,15 0 1819,-5-1-1729,-5 0-1,-6 1 1,-3 0 2197,-3 0-2197,-2 0 1621,-2-1-1621,-2 0 1383,-1 1-1383,-2-1 90,2 1-180,-3-1-270,3 1-449,-3-1 719,1 1 0,-7-5 0,-2 0 0</inkml:trace>
  <inkml:trace contextRef="#ctx0" brushRef="#br0" timeOffset="104551">10265 6818 9422,'13'-12'1889,"6"1"-1530,14-3-179,-3 5-1744,4 2 1744,-3 1 0,-2 3 0,2 0-90,-6 0 0,1 0-1299,12-1 0,2 0 1299,-6 1 0,1-1-686,3 1 1,2 1 655,-10-1 0,1 1 0,0 0-217,2 0 1,0 0 0,0 1 186,2-1 0,0 0 0,0 0-344,3 0 0,0 0 1,1 0 343,0 0 0,2 0 0,0 0-64,-10 1 1,1 0-1,0-1 1,2 1 55,3-1 0,1 0 1,1 0-1,0 1 0,1-1 1,-1 1 0,1 0-1,1-1-4,-6 1 0,1 0 0,0-1 0,0 1 0,0-1-115,0 1 0,0 0 0,0-1 0,0 1 0,-1 0 97,1 0 0,0 0 0,0-1 0,0 1 0,0 0 18,0 0 0,0 0 0,0 0 0,0-1 0,0 1-18,0 0 0,0-1 0,0 1 0,0 0 0,0 0 0,0 0 0,0 0 0,0 0 0,1 1 0,-1-1 18,0 0 0,0 0 0,0 0 0,0-1 0,-1 2-18,6-1 0,-1 1 0,1-1 0,0 1 0,-6-1 0,1 0 0,0 0 0,0 1 0,-1-1 22,6 0 1,-1 0-1,0 0 1,2 1-23,-7-1 0,1 0 0,1 1 0,0 0 0,2-1 0,0 1 0,1-1 0,2 1 0,-1-1 0,0 1 0,-2-1 0,2 1 0,-2 0 0,-1 0 0,1 0 0,2 0 0,-2 0 0,2 0 0,1 0 0,-1 0 0,-1 0 0,-2 1 22,5-1 1,-3 0-1,0 0 1,-1 0 11,1 1 0,-1-1 0,0 1 0,1-1-34,-1 0 0,1 1 0,-1-1 0,0 0 0,-3 1 0,-1-1 0,1 0 0,0 0 0,2 1 0,1-1 0,0 1 0,-2-1 0,-2 1 0,-2-1 0,1 1 0,-1-1 0,0 1 0,-1-1 0,1 1 0,2-1 18,1 1 0,1-1 0,2 1 0,-1-1 0,-2 1-18,0-1 0,-3 0 0,1 0 0,1 0-10,0 1 1,1-1 0,0 1 0,0-1 0,-3 1 39,6 0 0,-2-1 0,-1 1 0,0 0 0,0-1 0,0 1-30,-2 0 0,0 0 0,0-1 153,-2 1 1,0-1-1,1 0-123,7 2 0,1-1 0,-2 0 0,-9-1 0,-3 1 0,2-1-30,5 1 0,1 1 0,-3-1 45,-1-1 0,-2 1 0,-1 0 0,0 0-45,-3 0 0,1 0 90,4 1 0,-1 0 0,11 0-90,-18-1 0,-2 0 932,1 0-932,-4 0 1705,-3-1-1615,3 0 2415,-3 2-2505,0-2 2031,-1 1-1941,-7 0 918,3-1-918,-5 1-90,3 0 0,-3-1 0,2 0-90,-2 0-180,1 1-1169,-1 1-1838,-1 0 2457,-4 3 1,-1-2 0,-3 0 0</inkml:trace>
  <inkml:trace contextRef="#ctx0" brushRef="#br0" timeOffset="106467">12874 6980 11221,'0'-11'90,"1"3"89,-1 0 271,0 4 90,1-3 0,-1 3 269,1-2 900,0 0-1529,-3 13-90,1 0 90,-2 17-90,0 2-1806,-1 6 1806,1 4-45,1-15 0,-1 0-45,2 0 0,-1 1 45,0 2 0,0 0 0,0-1 0,0 1-45,1 0 0,-1 0 45,0 0 0,0 1-45,1-1 0,-1 1 45,0 9 0,-1 1 0,2-10 0,-1-1-45,0 7 0,1-1-987,-2 5 1077,1-1-90,-1-5 0,0 1 90,1-8-250,-2 1 160,2-6 0,-1-2 0,1-2 0,-1-2 90,0 3-90,1-5 1635,-1 2-1635,1-5 1274,1-1-1274,-1 0 223,1 0-133,2-2-90,2-1 0,3-1 0,0-1 0,7 2 0,-2-1-90,7 0 90,-1-1-800,8 0 800,3-1 45,1 0 0,1-1-45,-7 1 0,0-1-896,11 0 0,-1-1 896,-9 1 0,-1-1 0,1 1 0,1-1-45,-1 0 0,0 0 45,0 0 0,-1 0-563,1 0 1,-1 0 562,18-2-90,-4-2 0,-4 2 0,-2-1 0,-5 1 0,-4-1 0,-5 3 568,1-2-657,-8 2 1688,2-1-2138,-6 1-2648,-2 1 3021,-4-4 1,-1 2 0,-4 0 0</inkml:trace>
  <inkml:trace contextRef="#ctx0" brushRef="#br0" timeOffset="106877">13490 7626 10951,'-5'-4'90,"-1"0"269,4 0 91,0 0-180,3 0-180,4 1 0,1 1 0,1 2 0,-1 1 0,2 0 0,1 2 0,2 1-90,3 0 90,0 2-90,4 1 90,3 3-90,2 1 0,1 2-283,1-2 283,0 1 0,1 1 0,0-1 90,-1 0-733,0-1 553,-4-2 90,-1-1-88,-5-2 88,-2-1 255,-3-2-255,-1 1 0,-1-2 0,-3 1 842,-1-2-752,-10 3 96,0 0-96,-9 2 0,2 0 90,-14 10-90,6-1-45,5-4 0,-1 3 0,-1 2 0,0 1-45,-10 12-508,10-9 0,1 0 508,-6 11-1251,1 2 1161,0 0-90,2-2 1,2-1-2853,3-4 2493,4-6-641,3-2-2097,2-4 3062,3 1 0,2-1 0,2 2 0</inkml:trace>
  <inkml:trace contextRef="#ctx0" brushRef="#br0" timeOffset="107383">14466 7550 12030,'-6'-7'540,"1"1"-270,1 3 0,2-1 179,-1 0 91,1 0-90,-1 0 179,0 0-449,-3 6-90,1 2 90,-4 8-90,0 3 0,-2 5 90,-9 15-180,3-4-1276,5-11 1,1 1 1365,-8 11-90,2-1-18,-1 0 18,4-4 90,-2 0-90,2-2 0,0-3-195,3-2 195,1-3 0,1 1 0,2-5 0,-1 1 2594,4-6-2594,0-1 140,1 1-140,0-3 390,1 1-390,2 0 0,1-3 0,2 4 0,1-3 0,2 1 0,2-2 0,1 0 0,2 0 0,10 2-90,-3-1-90,16 3 0,-13-5-180,15 2 90,-15-3-914,5 0 824,-9-1 1,-2 0-115,-1 0 24,0-2-89,-2 1-1,-1-2-90,-2 1-1259,-1-1 1889,2-4 0,-1-1 0,2-4 0</inkml:trace>
  <inkml:trace contextRef="#ctx0" brushRef="#br0" timeOffset="107841">14766 7535 10861,'2'-6'899,"1"0"810,-2 2-1619,-2 15 90,0-3-90,-3 17 0,1-8-616,-2 7 616,0 0 0,-1 5 0,0-1 0,1 1-90,1-3 90,0-2 0,0 8-90,2-9 0,-1 8 0,2-12-270,1 6 90,1-10-989,1 11 539,0-15-179,1 3-2468,-1-10 3260,2-1 1,-3-2 0,2-1 0</inkml:trace>
  <inkml:trace contextRef="#ctx0" brushRef="#br0" timeOffset="108102">14731 7487 11221,'-3'-8'1709,"4"2"-1529,5 3-91,2 1 91,0 0-90,2-1 0,3 1 90,3-3-90,1 1-90,1 0 90,0 0-90,0 0-90,-1 0-90,-2 2-629,3-1 179,-6 2-2647,4 0 2927,-10 2 0,1 2 0,-4 0 0</inkml:trace>
  <inkml:trace contextRef="#ctx0" brushRef="#br0" timeOffset="108308">14791 7685 11670,'2'6'990,"-1"-2"-900,7-3 90,-2-1-90,4-2 89,1 0-89,3-1 0,5-2-3367,4-1 2033,3-1 704,2-1-1948,-1 0 779,0 1-1537,-2 0 3246,-3 1 0,4-2 0,-1 0 0</inkml:trace>
  <inkml:trace contextRef="#ctx0" brushRef="#br0" timeOffset="108723">15344 7239 11311,'4'-7'1439,"-1"1"-810,-1 2-359,-6 23-630,-1-3-899,-5 16-630,4-13-719,1-5 2608,2-4 0,-2 6 0,1 1 0</inkml:trace>
  <inkml:trace contextRef="#ctx0" brushRef="#br0" timeOffset="109240">15451 7664 11850,'5'-5'1260,"0"-1"-721,-4 1-179,-2 0-90,-2 2-180,-4 1 90,2 3-90,-1 1-90,2 1 359,-12 12-269,5-3-90,-7 6 90,10-7-90,3-2 0,1 0 0,0 0 0,1-1-90,1 0-90,1 3 91,2-2-1,0 3 0,3-4-90,-1 2 90,3-1-270,7 5 0,4 1 0,10 11 225,-3 0 1,-3 1 313,-5 7 1,-10 3 0,-21-15-621,-1-3 711,-4-2-90,-2 0 0,-2-2 0,0 0 0,0-3-135,4-2 0,0-1-2744,0 1 720,-4-4-629,27-10 2608,11-10 0,8 1 0,4-3 0</inkml:trace>
  <inkml:trace contextRef="#ctx0" brushRef="#br0" timeOffset="109452">15925 7922 13649,'-10'-3'1080,"1"0"-1080,1 0-2069,2 1 2069,-2-5 0,5 2 0,0-4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00:13.52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2439 4133 5756,'4'2'248,"13"2"-203,10 2 0,5 1-1,-2-3 1,2 0-45,-5-1 0,3-1 0,1 0 0,-1-1-231,2 1 1,0-1-1,0-1 1,-1 1 230,-3 0 0,-1-1 0,1 1 0,3-1-547,-1 1 1,4-1 0,2 0 0,-1 0 0,-1 1 0,-6-1 454,2 0 1,-4 0 0,4 1 91,0-1 0,5 0 0,3 0 0,1 1 0,0-1 0,-2 0 0,-4 0 73,2 1 0,-4-1 0,0 1 1,3-1-74,-2 1 0,3-1 0,1 0 0,1 1 0,1-1 0,-1 1-135,-3 0 0,0 0 0,0-1 1,0 1-1,1 0 0,-1 1 1,1-1 146,2 0 1,0 1 0,1 0 0,-1 0 0,0 0 0,0 0 0,-1 0-178,-2-1 1,0 1 0,-1-1-1,0 0 1,-1 1 0,0-1 0,0 1 164,2 0 0,0 0 0,-1 0 0,0 0 0,-1 1 0,0-1 0,0 0 0,1 0 0,-2 0 0,-1 1 0,-2-1 0,3 0 0,-2 0 0,3 0 0,0 0 0,3 1 0,2 0 0,-1-1 0,-4 1 0,2-1 0,-3 1 0,3-1 0,-1 1 0,3 0 0,2 0 0,0 0 0,0 1 0,-6-2 0,1 1 0,0 0 0,0 0 0,-1-1 0,0 1 0,2 0 0,0 0 0,-1 0 0,0 0 0,-1 0 0,6 0 0,0 0 0,-2 0 0,-3 1 0,-3-2 0,-3 1 0,3 0 0,3 0 0,2 1 0,2 0 0,-2-1 0,-3 1 0,-2-1 0,1 0 0,3 0 0,-2 1 0,3 0 0,1 0 0,1 1 0,-2-1 0,-2 0 0,5 0 0,-3 0 0,0 0 0,1 0 31,0 0 1,1 0 0,1 1 0,0-1 0,-3 0-32,1 0 0,-2-1 0,0 0 0,-2 1 85,3-1 1,-1 1 0,0-1-86,-6-1 0,1 0 0,-1 0 0,1 0 0,0-1 0,-1 1 0,1 0 0,0-1 0,0 1 0,0 0 0,0-1 0,1 1 0,4-1 0,2 1 0,-1-1 0,-2 1 0,2-1 0,-2 0 0,-2 0 0,-3 0 0,-2 0 0,0 0 0,10 0 0,-1 0 0,-6 0 0,1 0 0,-2 1-208,4-1 0,2 0 208,-6 0 0,3 0 0,1 1 0,0-1 0,0 0 0,1 1 0,-1-1 0,-1 0 0,-2 0 0,-1-1 0,2 1 0,3 0 0,4 1 0,0 0 0,-4-1 0,-5 0 0,-3 0 0,1-1 0,6 1 0,1 0 0,1 0 0,-3 0 0,1-1 0,1 0 0,-5 0 95,5 0 1,0 1-96,0-2 0,4 1 0,1 0 0,-7 0 717,-4-1 1,0 1-718,0 0 0,4-1 0,0 1 0,-4-1 361,0 1 0,0-1-361,9 1 0,4-1 0,-3 0-999,-7 1 0,-1 0 999,-2-1 0,1 1 0,3-1-88,-2 1 1,3-1-1,-1 0 1,-4 0 87,4 0 0,0 1 0,-5-1 0,5 0 0,2 0 0,-1 0 0,-3 0 0,1 1 0,-3-1 0,1 1 0,-1 0 0,-1-1 0,2 1 0,3-1 0,2 1 0,-1-1 0,-5 0 0,-2 1 0,1 0 0,5 0 0,7-1 0,-1 0 0,-5 0 0,-7 1 0,0 0 0,3-1 0,3 0 0,-1 1 0,-1 0 0,-3 0 0,-5 0 0,1 0 234,7 1 1,2-1-1,-2 1-234,-7-1 0,2 0 0,3 1 0,4-1 0,1 1 0,-4-1 0,-4 0 0,0 0 0,5 1 0,6 0 0,0 1 0,-4-1 1134,0-1 0,-2 1-1134,2 0 0,2 0 0,0 1 0,-2-1 0,0 0 0,-3-1 0,-2 1 0,0 0 0,9 1 0,4 0 0,-6-1 3276,4 1-3238,-8 0 1,5 0 0,-5-1-1780,5 0 1741,-3 1 0,-1 0-1301,3-1 1301,-14 0 0,0 0 0,16 0 0,-11 0 0,4-1 0,-2 1 0,-5 0 0,1 0 30,10 0 0,4 0 0,-3 0-30,-7 0 0,0 0-795,1 0 0,2 0 0,-2 0 795,-2 0 0,-1 0 0,1-1 0,1 0 0,9 0 0,0 0 0,-9 0 0,1 0 0,4 0 0,2 0 0,-1 0 0,-1 0 0,-2 0 0,-6 0 0,1 0 493,2 0 1,2 1-494,6-1 0,-1 1 0,-10 0 0,1-1 0,3 0 0,1 1 0,-1-1-610,-1-1 0,-2 0 610,0 1 0,0-1 731,7-1 1,-1 1-732,-10 0 0,0 0 0,2-1 0,0 1 0,13-1 0,-2-1 0,-1 0 0,0 0 0,3-3 0,-18 3 0,6-4 0,-11 3 0,3-2-275,1-1 275,4-3 0,0 0 0,2-2-913,-5 2 0,-1-1 913,7-4 715,-3 1 1,2-1-716,1-4 0,-2 1 0,-5 5 0,0-1 0,2-3 0,1-3 0,-2 1 0,-4 2 0,-2-1 0,3-5 0,1-4 0,-2 3 0,1-2 0,-1 0-427,-1 0 1,1-1 0,-1 3 426,-2 5 0,0 1 0,3-7 0,2 0 63,-2 2 1,1 0-1,0 1-63,4-7 0,0 0 179,-4 6 0,0-1 0,0 2-179,-1 0 0,-2 3 41,1-4 49,2-4-90,-3 3 0,-3 6 2364,-2-1-2364,-1 0 0,-1 5 90,-2-11-90,-4 16 0,-18-21 0,-6 9 0,0 2 0,-2 0 0,6 6 0,-1 1 0,-6-2 0,-4-1 0,3 2 0,6 2 0,-3 0 234,-1 0 1,-5-1-1,-4-2 1,0 1 0,3 1-235,-1 0 0,2 2 0,0-1 0,-2 0-433,3 1 1,0-1-1,-1 0 1,0 1-1,0-1 415,-2 1 0,1 0 0,-1 0 0,1 0 0,2 1 18,-2-1 0,1 1 0,2-1 0,-2 1-509,1-1 0,-1 1 0,0 0 0,-4-1 509,7 1 0,-3 0 0,-2-1 0,0 0 0,-2-1 0,0 1 0,-1-1-51,7 3 1,-1-1 0,-2 0-1,0 0 1,0 0 0,0 0-1,0 0 1,0 0 0,1 1 0,2-1 50,-3 0 0,1 0 0,1 0 0,0 1 0,0-1 0,0 0 0,-2 1 0,-1-2 0,1 2 0,-1-1 0,-1-1 0,-2 1 0,0-1 0,0 1 0,1-1 0,0 1 0,2 1 0,2 0 0,2 0 0,-6 0 0,4 0 0,1 1 0,1 0 0,0 0 0,0 0 0,-2-1 0,0 0 0,1 1 0,-1-1 0,0 1 0,0 0 0,-1-1 0,0 1 0,0-1 0,0 1 0,1 0 0,1 1 0,-4-1 0,1 0 0,2 1 0,-1-1 0,0 1 0,1 0 0,-2-1 0,-3 1 0,7 1 0,-3-1 0,-2 1 0,-1-1 0,-1 0 0,1 1 0,1 0 0,3 0 0,0 0 0,2 1 0,1-1 0,0 1 0,-2 0 0,-1-1 0,1 1 0,-2-1 0,-1 1 0,-2-1 0,1 0 0,-1 0 0,2 1 0,2 0 0,3 0 0,-7-1 0,4 1 0,2 0 0,-1 0 0,-3 0 0,4 1 0,-3-1 0,0 1 0,0-1 0,0 0 0,2 1 0,4 0 0,-11-1 0,4 1 0,-2-1 0,5 1 0,-2 0 0,-1-1 0,1 1 0,5 0 0,-9 0 0,2 0 0,2 1 0,-2-2 0,1 1 0,8 1 0,3 1 0,-6-2 0,0 1 0,-6 0 0,-3-1 0,-1 0 0,0 0 0,2 1 0,5-1 0,1 1 0,4 0 0,-1 0 0,-4 0 0,3 0 0,-4 0 0,-3-1 0,-1 1 0,0 0 0,1 0 0,4-1 0,4 2 0,-8-2 0,5 1 0,-4 0 0,3 0 0,-4 1 0,-3-1 0,0 0 0,2 0 0,4 0 0,3 1 0,3 0 0,0-1 0,-1 1 0,-5 0 0,-1-1 0,-2 1 0,0-1 0,1 1 0,2-1 0,0 1 0,0-1 0,2 1 0,1 0 22,-2-1 1,3 2 0,-6-1-23,6 0 0,-4-1 0,-5 1 0,-1 0 0,0-1 0,2 1 0,3 0 0,5 0 0,-7 0 0,6 1 0,-5 0 0,5-1 0,-5 1 0,-2-1 0,-2 1 0,2-1 0,3 1 0,5 0 0,-2 1 0,6-1 0,-5 1 0,3 0 0,-4 0 0,-1 0 0,-2 1 0,0-1 0,0 1 0,2 1 0,-2-1 0,1 1 0,-1 0 0,0 0 0,1 0 0,1-1-4,0 1 1,2-1-1,0 0 1,1 0 0,-2 0-1,-2 1 4,0 0 0,-2 0 0,-3 1 0,1-1 0,0 1 0,1-1 0,4 0 0,2 0 0,-1 0 0,4 0 0,1 0 0,-2 0 0,-7 0 0,-1 1 0,0-1 0,1 1 0,7-1 0,0 0 0,1 0 0,-1 0-4,-6 0 1,0 1-1,-1 0 1,-3 0 3,6-1 0,-2 1 0,-2 0 0,1 0 0,0 0 0,2 0 0,0 0 0,1-1 0,2 1 0,-2-1 0,0 1 0,1-1 0,-3 1 0,0 0 0,2 0 0,2 0 0,4-1 0,-8 1 0,2-1 0,5 1 0,-2-1 0,0 0 162,2 1 1,-1-1 0,2 0-163,-5 1 0,-1 0 0,0 0 0,-5 0 0,0 1 0,4 0 924,2-1 0,-1 0-924,3 0 0,-4 1 0,-3 1 0,2-1 0,6-1 0,-6 2 0,2-1 0,-2 1 0,-3 1 0,1 0 0,5 0 0,0-1 0,3 1 0,1-1 0,-1 1 0,1-1 0,-3 2 0,-1-1 0,6 0 337,6-2 1,1-1-338,-11 4 0,-3 0 0,5-1 1527,1-1-1527,0 2 0,-1-1 0,-4 3 0,14-5 0,0 0 0,-15 6 90,0-1-1004,10-2 0,-3 1 0,1-1 959,2 0 0,-2 0-436,-6 2 1,-4 1 0,3 0 390,3-2 0,1 0 0,-7 2 0,2 0 0,6-2 0,2 0-419,2-1 0,1 0 419,-4 2 0,2 0 0,-4 1 0,3-1 0,-9 4 0,11-4 0,-4 2 0,2-1 0,1 0 0,2 1 0,-1-1 0,1 0 0,-1 2 0,2-1 575,-3 1-575,9-2 0,-3 7 0,9-7 0,-10 12 0,13-13 0,-6 14 0,7-10 0,-3 8 270,2 7-270,2-10 0,0 15 0,1 4 0,3-16 0,0 0 230,1 7 1,-1 3-1,2-1-230,1 7 0,2-2 0,-1-6 0,0 0 0,1 4 0,1-1 0,-1-12 0,0-2 325,-1 1 0,1 1-325,3 6 0,0-2 0,1 6 0,2 4 0,-5-15 0,-3-8 0,2 11 0,-1-9-487,0 8 397,-2-14 870,1 8-780,-2-5 0,2 3 0,-2-8 0</inkml:trace>
  <inkml:trace contextRef="#ctx0" brushRef="#br0" timeOffset="90233">12489 8537 0,'-6'-26'0,"3"11"1688,-3-10-1598,3 15 1366,0 1-1366,-4 16-951,1 23 0,2 11 891,-1-10 0,1 1 0,-1 3-12,1-4 0,0 2 0,1 1 0,-1 0 0,0-1-176,1-1 1,0-2 0,-1 1 0,1 3 187,-2-1 0,1 3 0,-2 2 0,1-1 0,0-1 0,1-4-364,0-1 1,0-3 0,1-1 0,-1 3 333,-1 4 0,0 2 0,-1 2 0,0-1 0,0 1 0,1-7 0,-1 2 0,0-1 0,1 0 0,-1-2 0,1-1 0,-1 2 0,1-3 0,0 1 0,-1 4 0,1-5 0,-1 3 0,0 2 0,0 2 0,-1 0 0,1 0 0,0-2 0,0-2 0,-1 7 0,1-3 0,1 0 0,-1-1 0,0 1 0,0 1 0,0 0 0,0 0 0,0-1 0,0-1 0,0 2 0,1-2 0,0 0 0,-1-1 108,0-1 1,0-1-1,0-1 1,0 0-79,-2 5 0,1 0 0,-1-1 336,1-4 1,0 1 0,0-1 0,1-3-338,-1 0 1,1-2 0,0-3 150,-4 11-90,4-14 360,1-3 1743,7-12-2103,11-4-90,12-3 0,3 1 0,-9-1 0,3 1 22,8 1 1,7 0 0,2 1-1,-3 0-99,-1 0 0,-1 1 0,3 0 59,-4 0 0,3 0 0,2 0 0,1 0 0,0 0-157,-5 1 1,0-1 0,1 0-1,0 1 1,2-1 0,0 1 0,1-1 174,-3 1 0,1-1 0,2 1 0,0 0 0,0-1 0,0 1 0,0-1 0,-1 1 0,-2-1 0,4 1 0,-2 0 0,-1-1 0,0 1 0,0-1 0,1 1 0,2 0 0,-6-1 0,2 0 0,2 1 0,-1 0 0,1-1 0,0 1 0,-1-1 0,-2 0 0,-2 1 0,-2-1 0,7 0 0,-4 1 0,-2-1 0,1 0 0,1 0 0,1 0 0,0 0 0,2 0 0,-1 0 0,-1 0 0,-1 0 0,6 0 0,-1 0 0,-2-1 0,-3 0 0,-4 0 0,-3 1 0,-2-2-812,11 1 1,-6 0 811,-10 0 929,18 0-929,-25 0 392,8 0-302,-7 1 1154,7-1-1154,-9 0 90,6 1 0,-12-1 2849,6 1-2849,-7-1 1908,3-1-1908,-3-7-3457,2-23 3252,-1 4 25,-2 4 0,1-3 30,1 1 0,0-2 0,2-2-53,0-1 1,1-3-1,1 0 1,0-2-450,-2 4 0,1 0 1,0-1-1,0-2 1,1-1 448,-1 3 1,0-2-1,1-1 1,1-2-1,-1 0 1,1 0-1,-1 0 1,-1 0-1,0 1 1,0-1-1,-1 0 1,1 1-1,-1-1 1,0 0-1,0 0 1,0 0-86,0 4 0,0 0 1,0-1-1,-1 1 1,1 0-1,0-1 0,-1 1 1,1 0-1,-1 0 96,0-3 1,0-1 0,0 0 0,0 0 0,-1 1 0,1 1-1,-2 2 1,1 2 11,1-8 0,-2 4 0,1 0 0,0-2-15,0 5 0,0-2 0,0-1 0,0 0 0,0 2 0,-1 3 15,1 0 0,-1 2 0,0 1 0,1-1-215,0-6 1,1-2 0,-1 1 0,0 2 184,1 1 0,0 1 1,-1 3 29,-1 3 0,-1 2-45,2-1 0,-1 1 45,0-3 585,-2 15-675,0-3 1833,0 5-1923,-1 0 1766,-5 7-1586,-1 1 3276,-11 4-3160,-11-2-116,-2 0-18,6-4 0,-7-1 0,-3-1 0,-3 0 0,1-1-451,4 1 1,0 1 0,-2-1 0,0-1 0,-1 1 0,-1 0 0,0-1 455,4 1 0,-1 0 0,-1 0 0,0 0 1,0-1-1,-1 1 0,0 0 0,-1-1 1,0 1 3,2 0 1,-1 0 0,-1 0 0,-1 0 0,0-1 0,1 1-1,-1 0 1,2 0 0,0 0 0,2 1 0,2-1-371,-9 0 1,3 0 0,2 0 0,0 0 0,0 0 0,-3 0 378,4 1 0,-3-1 0,0 0 0,-1 1 0,1-1 0,1 1 0,2-1 0,3 1-380,-5 0 1,5 0 0,0 0 0,-5 0 379,4 0 0,-3-1 0,-3 1 0,-2-1 0,0-1 0,0 1 0,1 1 0,3-1 0,4 1-97,-2 0 1,5 0 0,0 0 0,-1 0-1,-6 0 89,6 0 1,-5 0-1,-2-1 1,-3 0-1,-2 0 1,0-1-1,-1 1 1,1 0 0,2 0-1,3 0 1,2 1-1,4 0-64,-5 0 0,5 0 0,2 0 0,0 1 1,-4-1 45,-2 0 0,-3-1 0,-2 0 1,0 0-1,3 0 0,2 1 1,7 1-155,-10-2 0,9 3 930,7 0-1649,2 1 899,37 14 0,-9-6 0,24 11 0,-19-7 0,1 1 0</inkml:trace>
  <inkml:trace contextRef="#ctx0" brushRef="#br0" timeOffset="91083">13651 9037 5823,'-7'-19'1,"2"6"269,-7-11-181,2 12 91,-10-12-90,-2 11 45,-7 5 0,-4 1-135,14 3 0,-2 1 60,-11 2 0,-6 2 0,4 3-144,2 6 1,0 3 105,7-3 1,-2 3-1,-1 0 1,3 0-1116,1 2 1,2-1 0,-1 4 1104,1 2 0,-2 2 0,-1 3 0,2 0 0,1-1 10,0 3 1,3-1-1,0 1 1,-1 0-123,2-2 1,-2 0 0,1 1 0,0 2 0,1 1 99,2 1 0,0 2 0,1 1 0,0 2 0,2-1 0,2-1-154,2-1 0,1-1 0,1 0 0,1 0 0,0 2 0,1 1 165,0-3 0,1 2 0,-1 0 1,1 1-1,1 1 0,1-1 0,1 0 1,1 0-12,2 3 0,1-1 0,1 0 0,1 1 0,2-2 0,1 1 0,2-1 11,1-3 0,2 0 0,2 0 1,1 0-1,0-1 0,1-1 0,-1-1 1,-1-2-331,4 5 0,-1-2 0,0-1 1,1-2-1,1 0 319,3 0 0,0 0 0,2-1 0,0-3 0,0-3 0,0-3 0,1-4 0,0-2 0,1-1 365,3-2 0,1-1 0,0-1 0,0 0-365,-1 1 0,0 0 0,0 0 0,0-3-291,-1-1 1,1-3 0,-1-1 0,1-3 267,1-4 1,1-3 0,-1-1-1,-2 0 23,-2 2 0,-1 0 0,3-4-13,-3-2 0,3-3 0,3-3 1,0-2-1,-1 1 0,-2 1 0,-4 2-230,4-6 0,-4 3 0,2-4 243,-6 6 0,3-2 0,1-2 0,0 0 0,-1 0 0,-3 2 0,1-5 0,-2 1 0,-1 0 0,0 1 0,1-1 0,-1 0 0,1-3-15,-4 2 0,2-3 0,0-2 0,-1-1 0,0 2 0,-4 3-40,3-4 0,-2 3 0,-2-6 55,-4 5 0,0-5 0,-1-4 0,0-1 0,-1 2 0,-2 2 0,-1 6 15,-2-5 0,-3 5 1,-2-4-16,-1 7 0,-1-5 0,-1-1 0,-2-2 0,-1 2 0,-1 2 0,-2 4 199,-3 1 0,-3 4 1,-2 1-1,0 1 0,-1-1-199,-1-4 0,-1-1 0,-1 0 0,-1 2 0,-3 1 15,0 4 0,-3 0 0,-2 2 0,0 0 0,0 3 0,1 1-33,1 3 0,-1 1 0,1 2 0,0 1 0,0 0 73,2-1 1,0 0 0,0 1 0,-1 1-1,0 4-181,-3 3 0,-2 3 0,0 2 1,2 1-1,4 0-24,1 3 0,3 1 0,0 0 89,-1 0 1,-2-1 0,1 2 0,2 1 60,-1 7 0,2 1 0,4-1 0,4-3 0,1 0 0,-7 10 0,1 0 0,3 4 0</inkml:trace>
  <inkml:trace contextRef="#ctx0" brushRef="#br0" timeOffset="92324">13133 9521 5824,'-3'-7'90,"0"2"-90,-1 2 0,-1 2 90,-5 7-90,4-1 0,-2 11 0,8-6 0,4 4 0,8-5 90,7-6-90,1-2 0,8-15 0,-13 1 89,0-11-89,-13 6 0,-2 1 90,-13 2-90,3 9-3277,-10 1 3162,8 8 205,-6 8-90,9-3 0,-2 5 0,8 0 0,3-4 0,10 10 0,0-12 0,4 3 0,-3-10 0,3-7 90,-4-8-90,0-1 3276,-14-1-3160,-12 13-116,-4 10 0,2 3 0,5 9 0,9-5 0,7 10 0,10-7-1129,-1-2 1129,4-8 90,-6-9-90,3-9 0,-2-7 0,-6-5 0,-7 5 0,-8 7 0,-3 14 0,5 0 1129,-1 5-1129,11 3 0,0-5 0,4 4 0,6-5 0,2-4 0,0 0 0,0-4 0,-7-2 0,-2 1 0,1-3 0,-9-5 0,0 7 90,-8-5-90,5 10 0,-10 2 0,8 2-180,-7 8 90,11-6-269,2 7 131,7-8 228,7 3 0,5-1 0,5 1 0</inkml:trace>
  <inkml:trace contextRef="#ctx0" brushRef="#br0" timeOffset="93198">14138 9700 5914,'-3'-7'90,"0"2"89,-2-1 1,-3-1-90,1 1 0,-5-1 0,4 4 0,-12 1 0,4 3-90,-10 8 90,8 8-90,2 9 0,8-6 0,7 0 90,6-10-90,0-4 0,10 3 0,-2-7 0,15-9 0,-3-15 0,0-3 0,-15 7 0,-3-1 0,-2-9 0,-5 5 0,-6 10 0,-6 15 0,-1 14 0,5-1 0,5 4 0,5-10 0,7 1 0,0-8 0,3 0 0,2-5 0,-6-2 0,9-12 0,-10 5 0,2-8 0,-8 9-90,-4 0 90,-1 6 0,-3-1 0,-5 9 0,4 0 0,-4 4 0,2 7 0,7 0 0,1 2 0,9-6 0,11-15 0,-8 2 90,5-9 0,-13 0-90,-2 3 0,-10-5 0,0 10-90,-14 5-899,4 13 761,3-3 228,6 4-149,9-10 0,-3 2 0,0 1 0</inkml:trace>
  <inkml:trace contextRef="#ctx0" brushRef="#br0" timeOffset="93723">13428 9728 5914,'10'4'449,"-3"7"-449,-5 1 90,-1 4 90,-2 11-90,1-9-90,-3 17 90,0-10 0,0 0-2905,-2 8 2815,1-7 0,0-1-1599,0 4 1599,1-9-941,-2 18 851,3-22-270,-2 11 360,-5-17 0,1-3 0,-5-2 0</inkml:trace>
  <inkml:trace contextRef="#ctx0" brushRef="#br0" timeOffset="94190">13079 10187 5914,'7'-2'449,"0"2"-269,5 6-90,-1 1 0,2 2 0,6 9 0,-6-3 0,0 1-2956,9 11 2866,-9-10 0,0 2-435,0-1 0,-1-1 480,3 1 0,0 0-344,2 1 0,1 0 344,4-2 0,1-3-45,2-2 90,7-4-90,0-10 0,1-4 1161,-14 3 1,1-2-1192,8-1 0,3-2 0,-1-1-270,-5-3 0,-1-2 0,-2 2 120,4-1 1,-2 0 179,-1-2 0,0-2 0,-5 3 0,-7-3 0,3-7 0</inkml:trace>
  <inkml:trace contextRef="#ctx0" brushRef="#br0" timeOffset="97828">14885 8095 5734,'-8'-8'22,"2"1"17,2 3-10,18 3-29,0 1 0,19 5 45,-4 2 0,0 1-45,-10-3 0,0 1 30,9 5 0,3 2 0,-4-1-1669,-8-3 1,-2 1 1150,12 5 1,0 5 517,-7-1 0,-2 4 0,-1-2 400,-3-2 0,0 2-430,-1 0 0,1 5 0,2 3 0,-3-1 0,-2-2-50,-4-1 0,-3-1 1,1 2 71,3 3 1,0 3-1,0 1 1,-2-1-97,-3 1 0,-3 1 1,0-1-1,-1-2 74,2-4 0,-1-1 0,0 1 22,-2 9 1,0 3-1,-1 0 1,-1-8-23,1-7 0,-1-1-510,-1 8 0,-1 5 0,0-7 600,-2 2-75,2-9 1,0-1-16,-3 1-314,2-7 314,-1-7 635,3-6 1,-1-14-1,2 0 1</inkml:trace>
  <inkml:trace contextRef="#ctx0" brushRef="#br0" timeOffset="98262">15305 9131 5824,'0'-8'270,"-1"-1"-91,2 5 1,-1-1-180,3 8 0,-2 0 90,2 12 0,2 16-512,-2-9 422,0 3 0,0 1 0,0-5 45,1 5 0,1 0-45,3 1 0,3 5 0,-2-16 0,5-13 0,2-7 0,9-7 0,-5-2 0,1-7 0,0-1-1536,-1 0 1536,-1-1 0,1-1-1552,-5 7 1,-2 0 1461,7-7-696,-2 5 0,-2 2 786,-5 6 0,6-4 0,-8 3 0,0 0 0</inkml:trace>
  <inkml:trace contextRef="#ctx0" brushRef="#br0" timeOffset="98912">15897 8491 5914,'3'-9'0,"-1"-2"90,-1 0 0,-1-1-90,-4 3 89,-9 2 1,-12 9-90,4 0 0,-4 4 0,10 2 0,2-2 0,-6 10 0,11-8 0,0 6 0,17-2 0,14-6 0,3 0-3277,6-9 3162,-14-4 115,-3 0-109,-2-2 109,-4-1 0,1 1 0,-3 1 0,-3 1 0,-1 1 0,-3 13 0,-2 18 0,0 8 0,-1-5 0,1 1 0,1 1 0,0 2 0,0-3 0,1-6 0,1-2 0,1 10 0,-3-12 109,-1-8-109,-10 6 0,2-14 0,-7-1 0,-5-8 0,-1-2-179,-1-4 179,6-4 0,13 6 0,7-6 0,3 5 0</inkml:trace>
  <inkml:trace contextRef="#ctx0" brushRef="#br0" timeOffset="99361">16155 8566 5824,'4'-10'359,"-1"-2"-269,-1 2 90,-2 0-90,-4 7-90,1 3 90,-5 5-3367,-9 17 3252,6-6 70,-1 4 0,1 0 45,2 10-90,4-11 0,0-1 0,2 7 0,8 6-90,18-11 90,-7-3-1134,4-15 0,0-5 1134,-3-8 0,-1-1 0,0-4 0,-7-7 0,-2 0 0,6-11 935,-8 11 1,-5-1-936,-7 3 0,-3 2 0,-7-5-45,-3 6 0,-2 6-405,-4 17 450,3 8 0,15 3 0,18-3 0,0-7 0</inkml:trace>
  <inkml:trace contextRef="#ctx0" brushRef="#br0" timeOffset="99686">16515 8219 5824,'-1'-15'90,"-2"5"0,-9 0 0,3 9-90,-15 10 89,14-2-89,-9 11 0,13-10 0,0 4 90,7-6-90,11-2 0,12-16 0,-5 4 0,0-21 0,-22 11 0,-11-1-179,-3 10 179,-5 14 0,13 3 0,5 8 0,7-5 0</inkml:trace>
  <inkml:trace contextRef="#ctx0" brushRef="#br0" timeOffset="102341">19006 8418 5823,'-7'-1'91,"2"-1"-91,7-1 90,2 1 44,22-2 1,11 1-1228,-8 1 1,3 1 0,3-1 951,-7 1 0,1 0 0,2-1 1,2 0-1,4 0 157,-8 1 0,3 0 1,3-1-1,1 1 0,2-1 1,0 1-1,0-1 1,0 0-1,-2 1 0,-1-1 1,-3 1-162,4 0 1,-3-1 0,-2 1 0,0 0 0,1-1 0,2 1-1,4-1 151,-7 1 0,1-1 0,3 1 0,1-1 0,2 0 0,0 0 0,2 1 0,-1-1 0,1 0 0,0 0 0,-1 0 0,0 0 0,-2 1 0,-1-1 0,-2 1-143,6-1 0,-2 1 1,-1-1-1,0 1 1,-1 0-1,-1 0 1,1 0-1,-1-1 1,1 1-1,0 0 137,1 0 0,-1-1 0,1 1 0,0-1 0,-1 1 0,0-1 0,1 1 0,-2 0 0,1 0 0,-2 0-24,6 0 1,0-1 0,0 2 0,-1-1-1,-1 0 1,-1 0 0,-3 1 0,-3-1 23,6 1 0,-5 0 0,-2 0 0,3 0 0,0 0 0,3 0 0,-1 0 0,0 1 0,-2-1 0,-3 0 0,-1 0 0,0 0 0,3 0 0,0 0 0,4 1 0,1-1 0,-1 1 0,-2-1 0,-6 0 0,10 0 0,-4 1 0,5-1 0,1 0 0,-10 0 0,-14 1 985,7-2-625,-9 1-270,1-1 1427,-6 2-1427,-2 3 90,-2 7-180,-1 12 90,-3 5-46,-4 0 1,-2 10 0,-3 4 0,1-3-27,2-9 0,0-1 0,-1 0 0,0 1 0,0 3 4,0-3 1,0 2-1,-1 1 1,1 1-1,-1 0 1,0 1 0,1-1-1,-1-1-10,0 3 1,0 0 0,-1 1 0,1-2 0,0 0 0,-1 0 0,2-2-13,-2 4 0,1-2 0,0 0 0,0-1 0,0 2 15,1-5 0,-1 1 0,1 0 0,-1 1 0,0 0 0,-1 0-105,0-2 1,-1 0 0,0 1 0,-1 0-1,0 0 1,1-1 0,0-1 107,-1 6 0,1-3 0,-1 1 0,0 0 0,0 1-18,0-2 0,0 1 0,-1 1 0,0 1 0,0-2 0,1-1 0,1-4 22,0 4 1,1-2-1,0-3 1,1 1-23,-2 7 0,1 0 0,1-3 0,-1 2 0,2-2 0,1-6 0,0-1 45,-1 1 0,-2 0-45,-2-2 0,0 0 0,-1 5 0,-1-1-234,2-10 1,1-2 233,-5 5 1727,0-3-1727,3-3 0,-7 13 2583,11-16-2583,-5 9 0,5-6 1233,-3 5-1233,-5 10 0,1-6 0,-4 3 0,8-15 1209,-2 1-1119,5-7-90,1-3 0,-1-1 0,-8-4 0,-5-1 0,-3-1 0,-10-1 30,8 1 0,-4-1 0,0-1 0,1 2 0,-1-1 0,-1 0-850,3 1 1,-1-1 0,-1 1 0,1-1 812,0 1 1,0-1 0,-1 1 0,0 0-561,-5 0 0,-2 0 0,1 1 0,2 0 597,0 0 0,3 1 0,-2 0-391,3-1 0,0 0 0,-3 1 0,-2 0 361,3 1 0,-3 0 0,-3 0 0,0 0 0,0 1 0,2-1 0,2 1-208,-2-1 0,4 1 0,0 0 1,-1 0-1,-2 0 208,0-1 0,-2 1 0,-1 0 0,-1-1 0,1 1 0,1 0 0,3 1 163,-3 0 1,2 1 0,1 0-1,1 0 1,1 0-187,-3 0 1,1 1 0,0-1-1,-1 1 0,-2 1 1,-2-1 0,1 1-1,2 0 23,-3-1 0,2 1 0,1 0-60,1 1 0,1 0 0,4-1-19,4-1 1,1 0 33,-4 2 0,1-1 1166,-8 0-1211,12-3 0,-8-3 90,0-4 108,8-4 1,1-1-109,-8-5 0,12 6 0,2-1 2163,-2-4-2163,8 4 2929,-2-4-2929,4-1 463,4 5-553,-2-25 90,3 3 0,1 9 0,1-4 0,-1 0-30,2-6 0,0-1 0,0-1-790,0 5 1,0-2 0,1 1 0,0-1 794,0 2 0,0 1 1,0-1-1,1 0-547,1-6 0,0 0 0,1 0 1,-1 2 541,1 2 0,0 2 0,0-1-336,0 3 0,0-1 0,0-2 0,1-3 343,-1 5 1,2-3-1,-1-2 1,1-1-1,0-1 1,0 2-1,0 1 1,-2 4-232,2-7 0,-1 4 1,0 1-1,1-5 242,-2 7 1,2-3 0,-1-2 0,1-1 0,0 0 0,0 0-1,-1 2 1,0 1 112,0-4 0,0 2 0,0 1 0,0 0 1,0 1-1,0-1-116,0 1 0,0 0 0,1 0 0,-1 1 0,1-1 0,-1 0 15,1 0 0,-1-1 0,0 0 0,0 0 0,0 1 0,1 1 0,0-3 0,1-1 0,0 1 0,-1 4 0,-1 6 289,0 1 1,0 3-290,1-5 0,-1 1 1462,2-2-1732,-3 11 1605,1 0-2234,1 14 1775,-4 4-876,2 7 0,-4-4 0,0-1 0</inkml:trace>
  <inkml:trace contextRef="#ctx0" brushRef="#br0" timeOffset="103268">21130 9030 5809,'-10'-14'-36,"4"5"61,-3-3 1,2 3-26,1 1 90,-6-7-90,5 8 90,-19-14-90,13 13 90,-12-6-90,-3 4 44,11 5 1,-3 1-1138,-7 1 1,-4 1 0,2 0 1124,1 1 1,-2 2-33,2 1 0,-4 2 0,0 1 0,5 0 0,1 1 0,1 1 30,-6 2 0,-4 1 0,2 1-996,-1 2 1,0 2 987,4 0 1,-3 2-1,-2 3 1,2 1-267,4-1 0,0 2 0,1 1 0,-1 0 0,2-1 244,-3 0 0,1-1 0,1 0 0,0 3 0,4 0 0,-1 3 0,1 0 0,3 1 0,3-3 0,4 2 0,3-2 0,1 1 0,-2 0 0,-1 0 0,2 0 227,3-2 1,1 0 0,1 1-198,3 1 0,1 2 0,0-1-30,2 3 0,1 1 0,-1-1-64,0 0 0,1 0 0,0-1 64,0-4 0,2 1 0,1-3 610,2 5 0,3-2-566,4 4 1,2-1-45,-4 0 0,4 0 30,5-1 0,4 1 0,-2-4 34,-7-9 1,2 0-43,4 3 0,5 2 1,0 1-1,-2-3-22,3 0 0,0-1 30,3 1 0,2 1 0,-3-1-103,-2-4 1,-1 0 72,0-1 0,3 1 0,-2-2 0,1 2 0,1-1 30,2 1 0,2 0 0,-2-1 1215,-5-3 1,0 0-1246,4 0 0,-4-2 0,-11-4 0,-2-2 0</inkml:trace>
  <inkml:trace contextRef="#ctx0" brushRef="#br0" timeOffset="129666">20932 8894 5734,'3'-1'50,"5"2"-30,14 8-12,-2-1-293,1-1 288,-6-1 74,12 4-77,-12-4 0,6 2 0,0 0 0,-2 0 90,7 2-1369,-10-3 1279,-8-4 189,16 8-189,-2 2 0,8 2 0,-11-4 90,-8-3-3049,6 3 2959,-7-3 0,18 12 0,-17-12 0,6 6 874,-6-4-874,4 4 0,-4-3 0,13 17 0,-16-19 0,8 10 0,-10-12 0,5 6 90,7 9-90,-5-6 0,1 3 0,-1-1 0,-4-3 0,2 1 0,0 2 89,3 10-89,-3-7 1638,-2 1 0,-1 2-1490,-3-4 0,0 1-1787,1 7 1,-1 0 1580,-1-5 1,-1-3 147,-1 10-90,-2-9 0,0-1 0,0-2 0,0 2 0,-1 1 90,-2 9-90,-2-1-708,0 4 708,-1-5 90,-5 4-90,4-13 0,-3 7 0,-1 0 0,2-7 0,-6 14 0,5-14-2034,-5 8 2034,4-7 237,-5 6 0,0 0-237,2-5 581,2-3 0,1 0-581,2-7 0,1 0-1902,-13 13 1902,7-8 951,-8 5 0,0-1-951,8-8 0,-1 0 0,0 0 0,-3 2 1196,-7 3-1196,6-5 0,0 0 0,-7 4 0,2-3 3276,16-10-3160,-6 4-3393,-4 1 3162,2-1 115,-4 2-746,-2-1 746,8-2 0,-5 1 0,0-1 0,8-2 0,-13 4 0,9-4 0,-4 2 1769,0-1-1769,2 0 962,-8 4-962,14-6 0,-13 6 0,18-7 0,-7 2-2926,-3 1 2926,1-1 0,0 1 941,-13 2-941,15-4 0,-10 3 0,-1-1 0,-1 1 0,-7 1 0,8 0-90,-8 0 90,13-3-45,-5 0 0,-1-2-45,4-4 0,-8 0 0,12-1-89,2-3 179,-7-11 0,7 2 0,-2-9 0</inkml:trace>
  <inkml:trace contextRef="#ctx0" brushRef="#br0" timeOffset="131182">20927 9276 6004,'-10'7'90,"2"-4"-1,-5 20-89,9-14 0,-5 17 0,10-15 0,-1 1 0,4-4 0,9-11 0,5-12 90,-1-4-90,-4-2-887,-9 7 887,-4 7 0,-4-8 0,-10 13 0,2-2 0,-4 14 0,7 9 0,8 7-3098,0-6 3098,4 3 593,11-8-593,2-14 0,1 4 0,-6-15 0,-9 1 0,-3 0 0,-5-8 0,2 6 0,-17 5 0,13 10 0,-9 6 3276,12-3-3160,-1 8-3393,3 3 3162,0-2 115,4-1 0,7-9 0,-2-5 0,3 0 0,-3-5 0,-1-6 0,-2-3 0,1 1-269,-8 1 179,1 10 3327,-3 1-3237,4 8 0,0 4 0,1 5 0</inkml:trace>
  <inkml:trace contextRef="#ctx0" brushRef="#br0" timeOffset="132215">20880 10049 5809,'3'-5'15,"2"-3"165,-3 2-180,-3 5 90,0 4-90,-5 10 0,0 12 0,4-10 0,-1 8 89,7-9-89,3-2-462,0 1 462,2-6 0,5-16 0,-7 4 0,11-20 0,-14 9 0,3-3 0,-12 9 462,3 10-462,-10 8 0,7 0 0,0 4-3277,16-7 3162,-5-4 115,18-14 0,-21-3 0,-4 0 0,-8 4 0,-6 13 0,-5 12 0,12-7-179,-6 12 3455,20-15-3340,4 0 64,1-9 0,0-4 0,-3-1 0</inkml:trace>
  <inkml:trace contextRef="#ctx0" brushRef="#br0" timeOffset="133281">21017 9724 5914,'-1'-5'269,"-1"1"-269,-10 2 90,4 2-90,-8-1 45,-4 0 0,-2 0 0,-6 0 0,-1-1 0,0 0 0,0 1-1683,3-1 0,3 1 1638,3-1 0,2 1 90,-19-2-90,17 3 0,1-1-1154,-2 0 1,2 0 1153,-8 1 0,9 0-1050,-10 1 1050,7-1 531,-3 1 1,2-1-532,7 0 0,-10 0 0,18 0 0,1 0 2268,-2 1-2268,1-2 3276,-4 2-3250,5-1-26,7-3 0,0 2 0,7-2 0</inkml:trace>
  <inkml:trace contextRef="#ctx0" brushRef="#br0" timeOffset="134434">20504 9427 5824,'-5'2'0,"-1"0"90,1-1-90,0 0 0,-1 1 90,-6 4-90,4-3 0,-5 5 0,-1 4 90,-5 6-1263,1 0 1173,-1 1 0,7-3 0,0 1 0,0 0 0,0-1 0,0 2 90,-1 9-90,3-7 0,1-1 0,0 0 0,1 0 0,0 3 0,-1 1 0,1-2 0,0 3 0,2 0-2220,1 5 2220,3-4 90,2-5-90,8 7 0,3 3 0,-3-12 0,0 0 0,6 8 0,1-10 0,15 3 0,-12-8 0,5 0 0,1-2 0,-6-5 0,6 3-394,-13-5 214,-6-2 180,3-1 0,-2-1 0,1 0 0,-3 0 0</inkml:trace>
  <inkml:trace contextRef="#ctx0" brushRef="#br0" timeOffset="152364">13040 9358 5824,'6'-5'0,"0"0"-79,-4 2 104,1-1 28,-2 1 38,1-4-1,0 3-90,-3 19-1206,1-7 1206,-2 17 0,1-12 0,-2 10 0,-1 4 0,0 0 0,0 0-1497,-1 4 1,1 0 1496,0-8 0,0-3 0,0 4 0,1-11 807,-1 8-807,2-9 0,0-2 0,2-3 3276,4 1-3160,5 0-116,0 0 0,1-2 90,8-1-90,-9-2 0,10 1 0,17 2 0,-11-3-382,-6 0 0,-1 0 382,1-2 0,-6 0 0,1 0 0,-1-1 0,-3 1 0,-5-1 0,-2 1 764,3 0-764,-2-1 0,4 2 0,-1-2 0,3-1 0,-3-1 0,-1-2 0,0-6 0,-3-2 0,2-2-862,-3 0 862,0 4 0,0-11 0,1-5 0,-1-4 0,0 0-1553,0-3 0,0 1 1553,-1 3 0,0 3 0,-1-4-1689,-1 1 1689,1 5 421,-2-6-421,2 22 0,-2-8 0,2 11 2478,-1-2-2478,-9 8 0,5-2 0,-6 5 0,-21 2 0,16-4 1379,-5 1 0,-3 0-1379,-7-3 0,2 0-3277,-4 0 3219,4-1 1,1 1-565,-4 3 622,20 1 0,-11 2 0,24 0 0</inkml:trace>
  <inkml:trace contextRef="#ctx0" brushRef="#br0" timeOffset="153831">13905 9453 5773,'-6'-3'-34,"1"5"46,4 1 21,1 12 7,-1 13-40,1-5 0,-3 10 0,0-6 0,-1 4 0,1-3 0,-2 7 0,2-9 0,-2 7 0,0-1 0,1-8 90,0-1-90,-3 8 0,0-1-3277,3-14 3162,-3 11 115,5-20 0,0-1 0,1 1 0,0-1 0,5 1 0,0-4 0,5-1 0,-2-2 0,14-3 0,15-1 463,-4 0-463,-14 2 0,2 0 0,10-3 0,0 1 90,-2 1-257,1-1 0,0 0 167,4 1-2311,-7 0 2311,5 0 0,-12 2 1869,-11 0-1869,13-1 0,-11 2 0,11-2 313,-13 1-223,0 0 3186,-1 0-3160,-4-1-27,0-5-89,-3 0 0,-1-21 0,-2-2-2929,0-4 2929,-2 1 0,2 12 0,-2-10 0,-2-5 0,3 10 0,-1 0-1211,-1-8 1,-1 2 1210,0-1 0,4 21 0,1 4 1958,-1-1-1958,0-1 90,1 5 0,-11-1-90,5 5 0,-14 1 0,-9 3 0,3-1 0,7 0 0,-1 0 0,-8 0 0,-4 1 0,3 0 0,8-1 0,0 0 0,-1 0 0,-2 0 0,0 0-1134,-10 1 0,1 0 1089,1 0 0,3 0 45,7-2 0,4 2 0,6 9 0,8-3 0,-1 8 0</inkml:trace>
  <inkml:trace contextRef="#ctx0" brushRef="#br0" timeOffset="155513">13289 9655 5745,'7'-3'45,"20"0"-34,-4 3-3,11 0-1,-15-1 0,1 1-7,0 1 1,0-1-1,15 1 0,-1 1 0,-6 0 0,-15-1 0,18 3 0,-22-2 0,2 1 0,-4 0 90,-2 6-90,-1-3 90,1 21-3367,-4-2 3162,0 5 115,-1 4 45,0-6 0,1 2-45,1 1 0,1 1-1135,-1 2 1,0-2 1134,1-8 0,0-5 0,0-5 0,-1-2 0,1 3 2269,-2-4-2180,3 8-89,-4-13 180,2 7 3096,-4-9-3160,1 2-116,-9-1 90,5-2-90,-6 2 0,-3-2 0,-12 2 0,-2 0 0,3-2 0,1 0 0,2-1 45,1-1 0,1 0-45,8-2 0,-6 0 0,5-1 0,6 2 0,-3-2 0,5 1 0,0 0 0,0 0 0,1 0 0,-3-5 0,4 2 0,-3-3 0,-3-10 0,-2-15-3277,-2 1 3219,7 12 1,0-2 27,2-6 0,-1-3 0,2 0 0,0 4 0,1-1 0,0 0-726,-2-4 0,0-2 0,2 3 756,0-2 0,1 8 0,1 10-180,0 4 180,1-3 0,-3 14 0,2 1 0</inkml:trace>
  <inkml:trace contextRef="#ctx0" brushRef="#br0" timeOffset="157664">12948 10127 5734,'9'-3'0,"7"0"0,-9 3 7,12 1 0,7 0 5,2 1 0,4 0 0,0 0-9,0 0 1,-1 0 0,2 0-824,-6 0 1,2-1 0,-1 1 0,1-1 627,-1 1 1,0-1 0,0 0 0,1 1 193,0-1 1,1 0 0,0 1 0,1-1 0,1 0 155,2-1 1,0 1 0,1-1-1,0 1 1,-1-1-159,-2 1 0,0 0 0,0 0 0,-2 0 0,-2-1 30,8 0 0,-3-1 0,-6 1 60,1-1-90,-11 1 0,-11 0 3208,1 0-3208,-3 1 56,-2 1-56,-1 3 0,-3 0 0,-7 15 0,3-9 0,-7 17 0,0 3-3277,3-6 3219,-1 1 1,0 1 57,4-9 0,-3 14 0,3-8 0,0 0 0,2-6 0,0 1 0,-4 13 0,2-3-2269,4-14 2269,-3 13 2269,3-17-2269,1-4 0,-1 3 0,-2-5 0,1-3 0,-4-2 0,2-1 3276,-6-1-3160,-8-2-116,2 2 0,-6-3 30,-1 2 0,-5-1 0,2 0-30,7 1 0,-2 0-53,-4-1 0,-6 0 0,-4-1 0,2 0 0,4 1 53,4 1 0,2-1 0,-1 0-383,-8 0 0,-2-1 0,4 1 383,3 0 0,3 0 90,-9-2-90,12 3 0,-3-1 0,13 2 0,1 1 0,-1-1 313,0 1-313,-1 0 1190,-1 0-1190,0-2 0,5 2 0,1 0 0,-5-2 0,3 1 0,-1-2 0,6 3 0,-6-4-3277,-10-4 3162,5 1 115,-5-1 0,-4-16 0,14 11 0,-1 1 0,2-3 0,2-16-2268,5 0 2268,2 13 0,0 0 0,4-17 0,2 9 0,1 1 0,0-5-45,3-4 0,0 2-225,-2 11 180,3-7 90,-4 16 0,-3 9 0,0 0 0,-2 3 0</inkml:trace>
  <inkml:trace contextRef="#ctx0" brushRef="#br0" timeOffset="162763">2449 5479 5734,'12'-6'0,"-2"1"0,0 1 0,-3 0 0,-2 3 0,-6 1 0,-1 1 0,-5 3 0,2-2 0,1-1 0,-1 1 0,8 2 0,-2-2 0,5 2 0,-3-2 0,0 0 0,-1 0 0,-1-2 0</inkml:trace>
  <inkml:trace contextRef="#ctx0" brushRef="#br0" timeOffset="164130">2314 5645 5734,'21'0'56,"-8"0"-39,17 0-9,-1 2 1,1 1-3286,7 0 2789,-5-1 1,7 2 487,-9-1 0,6 0 0,1 1 0,0-1 0,-6 0-470,-3-1 1,-4 0-1,4 1 470,-1-1 0,2 1 0,3 0 0,1 0 0,1 0 0,-1 0-24,0-1 1,1 1 0,2 0-1,-1 0 1,-1 0 0,-2 0 0,-3-1 23,7 1 0,-4 0 0,5 0 0,-9 0 0,4-1 0,2 1 0,2 0 0,0 1 0,0-1 0,-1 0 0,-3 0 0,6 1 0,-1 1 0,-1-1 0,-2 0 0,-1 0 0,-1-1 0,-2 1 0,-1-1 0,3 1 0,1 0 0,3 0 0,1 0 0,-3 0 0,-6 0 0,4 0 0,-2-1 0,-2 0 0,3 0 0,2-1 0,1 1 0,-3 0 0,2-1 0,1 1 0,-1-1 0,-1 1 0,6-1 0,-1 1 0,0 0 0,0-1 0,-1 1 0,0-1 0,1 0 0,1 1 0,-5-1 0,2-1 0,0 1 0,1 0 0,-3 0 0,-4 0 0,5-1 0,-5 1 0,5 0 0,-5-1 0,4 1 0,2 0 0,1 0 0,-2 0 0,-1 0 0,5 0 0,-2 1 0,-1-1 0,2 0 0,-2 1 0,1-1 0,0 0 0,0 0 0,0 0 0,-1 1 0,0-1 0,-1 0 0,0 1 0,1-1 0,-2 0 0,0 0 0,-1 0 0,2 0 0,0 0 0,0 0 0,2 1 0,0 0 0,0-1 0,-3 1 0,-2-1 0,5 0 0,-4 1 0,4-1 0,-6 0 0,3 0 0,2 1 0,1 0 0,-2-1 0,-3 1 0,3 0 0,-3 0 0,-1 0 0,2 0 0,2 0 0,0 0 0,1 1 0,-1-1 0,1 1 0,-1-1 0,1 0 0,-1 1 0,1-1 0,1 1 0,-1-1 0,-2 0 0,2 0 0,-2 0 0,0 0 0,-5-1 0,-1 1 0,2-1 0,-1 0 0,2 1 0,0-1 0,3 0 0,0 1 0,2-1 0,2 0 0,-2 0 0,-3 0 0,3 0 0,-3 0 0,6 0 0,-6 0 0,4 0 0,4 1 0,1-1 0,-1 0 0,-3 1 0,-4-1 0,1 0 0,-4 0 0,-1 0 0,2 0 0,-1 0 0,3 0 0,-1 0 0,0 0 0,-3 0 0,6 0 0,-2 1 0,-1-1 0,2 0 0,0-1 0,-3 1 0,1-1 0,0 0 0,-1 0 0,3 0 0,1 0 0,-7 0 0,2 0 0,0-1 0,-1 1 0,6-1 0,0 0 0,0 0 0,-4 1 0,1-1 0,-1 1 0,0-1 0,5 1 0,-1-1 0,3 0 0,-7 0 0,2 0 0,1 0 0,1 0 0,1-1 21,-5 1 1,1 0 0,0-1-1,1 1 1,0-1 0,0 1 0,1-1-22,1 1 0,1 0 0,0-1 0,0 1 0,0 0 0,-1-1 0,-1 1 0,0-1 0,0 0 0,-1 0 0,-1 1 0,-2-1 0,0 1 0,3-1 0,-3 1 0,1 0 0,1 0 0,-1 1 0,2-1 0,1 1 0,0 0 0,1-1-26,-1 1 1,0 0 0,1-1-1,1 1 1,-1-1 0,0 1 25,0 0 0,0-1 0,1 1 0,-1-1 0,-1 1 0,0-1 0,1 0 0,-1 1 0,0-1 0,-2 0 0,-4 0 0,10 0 0,-4-1 0,2 0 0,3 1 0,-12 0 0,5 0 0,1 0 0,-1 1 0,-3-1 0,4 0 0,-3 0 0,6 0 0,-8 1 0,4-1 0,3 1 0,1 0 0,1 0 0,-2 0 0,-2 0 0,-5 0 0,9 0 0,-6 0 0,4 0 0,-2 0 0,4 1 0,0-1 0,-2 0 0,-4 0 0,-3 0 0,-4 0 0,0 0 0,1 0 0,0-1 0,3 0 0,1 0 0,3-1 0,3 0 0,-1 0 0,-3 1 0,4-1 0,-2 1 0,5-2 0,-7 0 0,4 0 0,3-1 0,2 0 0,0-1 0,-2 1 0,-4 0 0,-5 0 0,3 0 0,-6 0 0,5-1 0,-1 0 0,7 0 0,3-1 0,1-1 0,-2 1 0,-2 0 0,-7 1 0,3-2 0,-6 1 0,1 0 0,0 0 0,2 0 0,-1 1 0,-4-1 0,3-1 0,-8 0 0,-7 1 0,-2-1 0,0-3 0,0-1 0</inkml:trace>
  <inkml:trace contextRef="#ctx0" brushRef="#br0" timeOffset="166315">14224 5375 5734,'-4'-6'3,"1"1"78,-2-3-75,3 4-3283,14 31 2302,-5-14 1405,15 16 0,3 0-430,-6-15-799,1 0 0,0-2 799,-1-11 0,3-2 0,6-4-278,4-6 0,4-4 0,-2 1 278,-8 5 0,-2 1 0,4-3 0,0-3 0,6-3 0,1-3 0,0 0 0,-3 1 0,-5 3 0,-3 1 0,-4 2 0,1-1 0,8-4 0,3-3 0,-1 1 0,-6 3 0,-5 3 0,-3 3 0,1-2 0,0 2 0,-9 6 422,-6 7 1,-5 4-1,-1 2 1</inkml:trace>
  <inkml:trace contextRef="#ctx0" brushRef="#br0" timeOffset="166664">14590 5596 5734,'7'-11'90,"-2"2"-90,-4-1 90,1 2-90,0 11 45,-3 17 0,-1 7-45,-2 8 0,0 2-1067,2-12 0,-1 1 0,0-1 1067,0 3 0,-1 1 0,1 0-26,2 2 1,1 1 0,1-3 25,-3-3 0,3 1 0,2 4 0,2 2 0,1-8 0,1-13 0,13 7 0,-9-17 0</inkml:trace>
  <inkml:trace contextRef="#ctx0" brushRef="#br0" timeOffset="167230">14728 6104 5793,'2'7'211,"0"-1"-211,0-3 90,0 0-1,7-1-89,7-9 0,-1 1 0,4-9 0,-5-4 0,1-7 0,-2-2 0,-4-1 0,-3-1 0,2-1 0,5-1 0,1 0 0,-4 0-261,-4 4 0,-3 2 1,-4 4 260,-9 2 0,-11 25 0,7-5-45,7 16 0,4 4 45,9-4-235,9 14 235,2-19 0,4-4-1273,4-1 1,0-1 1272,-2 2 0,0 0 0,7-1 0,-6-1 0,-15 1 0,6 7 0,-27 19 0,6-13 0,0 0-759,-1 2 1,1-1 668,-1 14 1368,16-17 0,3-2-1278,1-1 0,1 0 0,2-2 0,9-9 0,3 0 0</inkml:trace>
  <inkml:trace contextRef="#ctx0" brushRef="#br0" timeOffset="168113">15513 5908 5798,'-9'-11'26,"-4"1"-1467,0 0 1531,-2 3 456,-13 7-546,7 9 0,-1 2-1409,2-3 1,2 1 1408,-3 5 0,3 2 0,7 5-1913,11 7 1913,0-10 260,27 6-260,-13-22-549,16 0 549,-17-7 0,14-15 0,-12 0 0,0-1 0,-2 6 0,0 0 0,-1-5 0,-3 2 1517,-5 8-1517,0 0 0,-1 2 0,0 1 0,-4 14 0,1-1 1095,-2 12-1095,1 3 0,2 0 0,0-1 0,-1 2 0,2-1 0,4-1-1227,4-9 1227,0 1 0,1-11 0,8-29-1385,-9 13 1385,0-3 0,-1 1 0,-3 2 1385,2-8-1475,0 2 1317,0 4-1227,8 25 0,-9 12 0,5 8 0,-8-6 3276,-2-12-3070,2 8-3483,-2-8 3072,2 5 295,-3-11-90,2 0 0,12-12 0,-5 3 0,7-9 0,4-6 0,-3 3 0,3-3-91,2-3 0,1 0 1,-5 10 90,-2 12 0,1-2 0,-7 13 0,-7 6 0,-1-3 0,-1 6 0,0-5 0,-1 14-1104,2-8 0,-1-1 1104,2 12 60,5-11 1,3-4-61,-3-11 493,12 1 1,-8-12 0,1-2 0</inkml:trace>
  <inkml:trace contextRef="#ctx0" brushRef="#br0" timeOffset="168580">16209 5871 5748,'2'-7'76,"-2"-2"14,-8 1-90,1 1 0,-26 7 90,10 9-1729,4-2 1,2 1 663,-1 6 975,5 7-373,14 7 373,-2-4-690,20 4 1,6-1 689,-6-9 0,5 4 0,0-1 0,-13-11 0,2 4 0,-4 5 0,-5-9 0,-13 22 0,-7-21 0,-3-2 732,0 2 0,0 0-732,0-3 0,1-3 0,1-2 0,14-4 0</inkml:trace>
  <inkml:trace contextRef="#ctx0" brushRef="#br0" timeOffset="170017">16424 5545 5748,'1'-7'0,"1"1"-9,4 5 33,2 15 0,0 7-13,2 14-7,-3-1 1,-2 4 0,-6-6 1,-2 2 0,-1 0-6,0-1 0,-1-1 0,0 1-846,1-3 0,-1 1 0,0-2 846,1 1 0,-1-1 0,1-6 0,0 2 0,0 8 0,5-20 540,4 4-540,14-3-461,-3-3 0,17-6 0,-8-8 0</inkml:trace>
  <inkml:trace contextRef="#ctx0" brushRef="#br0" timeOffset="170699">16794 5991 5734,'-5'-7'36,"0"2"18,-1 0 36,0 2-90,-2 1 0,1 1 0,2 2 90,-20 14-45,5 1 0,-1 1-45,1-2 0,1 1-137,-2 2 1,3 0 136,4 6-90,20 2 0,20-11-3187,1-4 3252,7-19 25,-14-11-2208,-3-6 2208,-4 5 122,-2 0-122,-8 16 0,3 6 0,-2 1 2269,16 26-2269,-12-16 3276,11 16-3160,-1-17-3393,11-16 3162,-1 1 115,-10-5 0,0-5-100,1-7 1,3-6-1,-1-2 1,-2 4 99,0-2 0,0 1-531,0-2 0,4-3 0,-2-1 0,-4 5 531,-6 4 0,-2 0 0,1-2 0,0-4 0,-1 2 0,2-8 0,-1 2 0,3-8 0,-6 16 0,-23 52 0,5 4 0,1-7 0,-1 4 0,0 1 0,2 0 0,1 1 0,1-1 0,2 0 0,1-1 0,0 0 0,-2 1 0,-1 1 0,3-1 0,4 11 0,5-8 0,2-14 0,11 6 0,-2-20 0,1-2 0,5-11 0,-4-3 0</inkml:trace>
  <inkml:trace contextRef="#ctx0" brushRef="#br0" timeOffset="170930">17146 5853 5739,'5'6'42,"12"-3"1,4-3-43,2-1 0,2-2 0,3 1 0,2-1-1093,-2-1 1,1-2 0,-3 0-1292,7-1 2665,-5 1 1,-2-1 0,-5-1 0,-2 1 0</inkml:trace>
  <inkml:trace contextRef="#ctx0" brushRef="#br0" timeOffset="171365">17545 5981 5734,'-1'-8'90,"-2"-2"90,2 5-180,1 7 45,-1 14 0,2 6-45,-1-2 0,1 1-1485,-1 6 1,0-2 1394,-1 9 0,0-19 22,1 8 0,0-7 0,1 6 0</inkml:trace>
  <inkml:trace contextRef="#ctx0" brushRef="#br0" timeOffset="171613">17646 5549 5824,'-3'-7'0,"-1"0"0,0-1 0,2 9-3,-1-1-42,4 8 45,0 1 0,1-1 0,1 2 0</inkml:trace>
  <inkml:trace contextRef="#ctx0" brushRef="#br0" timeOffset="172414">17827 5965 6183,'6'-3'720,"-3"-2"-630,-13 10-90,-4 13 0,-2 4-90,-2 2-45,0 9 0,4-1-3142,11-14 2213,-1 9 974,7-19 949,4-3-949,9-9 0,-4-1 45,4-16 0,-2-5-2223,-5 5 2268,0-3 0,-3 1 0,-5 9 2268,-3-3-2268,0-4-762,-1 5 762,2 0 0,0 11 0,6-3 0,-1 5 3015,25-8-3015,4 3 0,2 0 0,-5 1 0,-4 3 1139,-14 3-1139,7 15-3277,-21 3 3162,-1 10 115,-3-6 0,-1 3 0,1-3 0,1 0 0,-1 11 0,7-3 0,5-25 0,15-22 0,1-2 0,0-1 1638,-8 8 0,1 1-1600,8-6 1,4-1 0,-5 5-3316,1 7 3219,-3-1 1,-1 4 57,-9 11 0,-4 1-90,-1 10 1,-2 2-1,1-2 90,-1 2 0,-1-1-90,0-10 90,1 8 0,1-8 0,6 6 0,-1-7 0</inkml:trace>
  <inkml:trace contextRef="#ctx0" brushRef="#br0" timeOffset="173081">18626 5983 5770,'-20'-22'324,"5"7"-235,-20 2-1728,17 16 1,-1 4-655,-13 2 2293,14-1 0,0 4 749,0 11 1,2 1-750,2-3-90,0 10 0,7-2-1409,16-14 1499,1 5 0,5-16-90,-3-5 45,11-8 0,3-4 1134,-7 1 1,1 0-1090,6-2 0,-1 1 0,2 1 0,-10 34 0,-3-11 0,1 1 0,7 13 0,6-13 0,-11-18 0,1-8-757,-1-5 1,1-5 0,-1 2 756,6-1 0,1-4-33,-9-1 0,2-7 1,-1-3-1,-1 3 1,-3 5 32,-2 1 0,-1 1 0,0 0 0,1-4 0,0 0 0,-2 5 0,-1 1 0,-1 5 1243,0-2-1243,2 1 1403,-10 50 0,-4 16-1403,3-18 0,0 3 0,0 1 1,0 5 0,1 1 0,1-4-1,2 6 0,3-2-835,0-10 1,1 0 0,1-2 825,1-1 1,5-5-63,19-2 1,3-6-1,-12-6 1,1-1-1,3-1 1,1 1-1,0-1 1</inkml:trace>
  <inkml:trace contextRef="#ctx0" brushRef="#br0" timeOffset="173363">19817 5495 5734,'-13'4'47,"0"0"-33,18-6-3,21-5 1,7-2-12,-13 3 0,1 0 0,12-2 0,5-1 0,-7 1 0,0 1 0,-10 4 0,-1 0 0</inkml:trace>
  <inkml:trace contextRef="#ctx0" brushRef="#br0" timeOffset="173649">19848 5653 5734,'6'-4'70,"2"0"-56,-2 4-11,-2 21 0,-3 7-3,0 1 22,-2-1 1,-2 8-1,0 2 1,-1-3-1116,1-6 1,0-1 0,0 0 737,-1 7 0,-1 1 0,2-3 355,-1-1 0,3-4 215,4 2 0,-1-16 0,3 9 0</inkml:trace>
  <inkml:trace contextRef="#ctx0" brushRef="#br0" timeOffset="173848">19672 6086 5734,'-7'0'0,"6"4"14,10 0-11,2 1-3,9-2 0,2-2 0,-1-1 0,13-1 0,1-3 0,0-3 0,-6 0 0,0 1 0</inkml:trace>
  <inkml:trace contextRef="#ctx0" brushRef="#br0" timeOffset="174314">20196 5842 5734,'-8'0'8,"3"1"40,-10 28-40,7-11-1647,0 1 1,-1 0 1564,0 1 83,-3 6 345,3-7 1,-1 2-355,-3 5 90,-1 4-90,13-29-2511,14-24 2511,-1 4 0,-3 4 0,4-3-136,4-1 0,4-2 1,-3 3 135,7-7 2,-7 7 0,2-3 0,-3 7-2,0 5 0,8 20 0,-9 6 841,2 7-841,-15 1 0,-2-6 0,-1-3 0,2 3-90,-1-6 90,3 3 0,11 2 0,-5-6 0,12-3 0,-7-11 0</inkml:trace>
  <inkml:trace contextRef="#ctx0" brushRef="#br0" timeOffset="174716">20487 5848 5753,'-5'-6'71,"1"0"19,4 10-90,-1-1 90,2 32-90,-1-16 0,-1 6 0,2 3 0,0-5 0,1-1 90,0 10-90,2 2 0,18-39 0,0-13 0,3-7 0,0 0 0,1-3 0,-1 1-916,-4 5 0,-2 0 0,0 0 916,1-4 0,0-1 0,-5 6 0,0 3-90,-3 3 0,-2 7-6,-4 10 96,0 2 0,-3 4 0,-1 1 0,-1 6 0,0 2 0</inkml:trace>
  <inkml:trace contextRef="#ctx0" brushRef="#br0" timeOffset="174898">20960 5969 5824,'6'-7'22,"-1"-1"1,-3 6-1,-1 0 1</inkml:trace>
  <inkml:trace contextRef="#ctx0" brushRef="#br0" timeOffset="175750">14677 6639 5734,'2'-11'90,"0"2"-90,2 17 0,-4 13 0,0 4 0,1 12 0,-1-9 0,-1 6 0,-1 1 0,2-5 0,-1-5 0,1-1-245,0 6 1,-1 2 0,2-4 234,2-8 0,2-3 10,9 4 0,2-3 0,5-11 0</inkml:trace>
  <inkml:trace contextRef="#ctx0" brushRef="#br0" timeOffset="176263">14654 6588 5753,'-7'-9'45,"2"2"-34,13-1-8,6 4 3,18-2-3,5 4-2,-13 3 0,2 1 0,-1 0-1,-5-1 0,0 2 0,6 3 0,3 4 0,-9 1-3277,-12 8 3162,5 12 115,-26-12 0,-11 4 0,6-9 0,1-1-864,-8 7 864,-3 0 0,20-9 0,14-7 0,-2 4 2964,12-8-2964,20-1 0,-19 2 0,17 1 0,-16 29 0,-7-1 0,0 2 0,-1-7 0,0 0 287,0 7 0,2-3-291,2-12 0,2-3-1574,1-3 1,0-2 1577,6 5 0,0-3 0,-3-6 0,0-4 0,13-1 0</inkml:trace>
  <inkml:trace contextRef="#ctx0" brushRef="#br0" timeOffset="176898">15503 6857 5756,'-19'-8'79,"0"1"0,-2-2-3356,-13 7 3210,22 6 157,-9 14-1213,11 0 1,1 1 1122,-7 9 466,15 1 0,7-2-466,6-13 0,9 11-90,0-25-1167,2-14 1257,-3 3 0,-1-9 163,-9-8-163,-5 15 0,2-12 2269,-5 20-2269,1-3 0,6 1 0,-2 0 0,6 1 0,7-5 0,4-2 0,-7 2 0,1-2 0,2-2 0,4-3 0,0-1 0,-3-2 0,1-6 0,-2-1 0,0 0 0,-1 4 0,0 1 0,-2-1 0,-4 1 0,-1 0 0,-4 1 45,-2-2 0,-4 4-45,1 1 90,-15 21-90,4 25 0,2 11-1135,-4-6 1,1 1 1134,5-8 0,0 1 0,2 1 529,1 2 0,3 1 0,-1 1 0,1-5-529,-2-1 0,2 2-23,2 5 1,1 7-1,1-2 1,1-8 22,5 1-828,-3-5 1,2-5 827,-1-11 0,1-7-179,3-8 1,2-4-1,1-7 1</inkml:trace>
  <inkml:trace contextRef="#ctx0" brushRef="#br0" timeOffset="177096">15890 6746 5784,'8'-3'25,"0"0"-10,17-1-15,3 0-1639,-9 1 1,0 1 1161,12-3 477,-12 3 0,0 1-1108,5 0 1108,10 0 0,-9 2 0,1 0 0</inkml:trace>
  <inkml:trace contextRef="#ctx0" brushRef="#br0" timeOffset="177749">16347 6851 5801,'-9'2'23,"2"-1"67,2 0 0,-3-1 89,-14 6-179,6-2 45,-9 10 0,-1 3-3322,5 2 3264,3-4 1,1 1-78,4 12-939,10-14 939,-1 6 0,14-9-90,21-17 180,-7 3-13,-2-11 1,4-7 0,-5 3 15,1-3 1363,0-3 0,-2 0-1358,-10 9 1,-2 11-6,1-3 1370,-4 12-1367,12 25-6,-8-17 0,1 3 0,2-1 3,22-3-3,-5-15 0,2-3-1639,-4 4 1,0-2 1617,6-5 1,-1-8-34,-12-2 1,-1-6 0,0-2-1,-3 2 52,-3 3 0,-1 0 1,0-2 1,2-4 1,2-4-1,0-2 1,-1 2 0,-4 3 0,-4 3 1,-2 2 0,0 0-1,3-18 1,-3 17 9,-12 61-8,3-4-3,0-8 1,1 7 0,-2 4-1,1-1 1,2-5-696,0 0 1,0-4 0,1 2 694,-1 11 0,-1 0 0,1-3 0,2-8 0,1-5 0,0-4 163,12 8-163,-7-17 0,12 4 0,-7-20 0</inkml:trace>
  <inkml:trace contextRef="#ctx0" brushRef="#br0" timeOffset="177931">16831 6714 5734,'11'6'36,"18"0"-3313,-13-5 2288,16 1 1578,-5-4 0,0 0-589,-2 0 0,4-2 0,-1 1 0,-10-1 0</inkml:trace>
  <inkml:trace contextRef="#ctx0" brushRef="#br0" timeOffset="178148">17104 6787 5784,'0'7'130,"0"1"-130,0-3 0,-1 1 0,1 0 90,-5 20-90,6-7 0,0 0 0,-3 15-633,7-2 1,2-23 0,1 0-1</inkml:trace>
  <inkml:trace contextRef="#ctx0" brushRef="#br0" timeOffset="178380">17277 6505 391,'-3'-7'0,"0"1"2389,0-2-2572,1 3 183,5 3 0,-1 2 235,6 5 1,-1-2-1,0 1 1</inkml:trace>
  <inkml:trace contextRef="#ctx0" brushRef="#br0" timeOffset="179231">17448 6744 5914,'0'6'359,"-12"7"-359,-5-1 0,-7 5 0,9-1 0,1 3-90,1 2 1,0 1-1550,2-3 1,0-1 1351,1 0 0,4 0 892,14 7-605,-3-14-36,28 6 24,-8-30 12,3 3 9,-10-9 30,-12-18-39,-4 20 0,0-19 2976,-4 20-2976,2 7 0,-1-5 0,2 10 0,0 0 0,1 0 0,16-4 0,11-5-3277,1 2 3162,0-1 115,-18 9 0,-3 0 0,0 9 0,-4-2-2,-4 18 1,-3 3 1,-1-5 0,-1 3 0,1 0-3,-1 6 8,2-8 3271,8-6-3160,15-33-3174,-2-4 3058,-6 5 0,0-2 1,2-1 1,-1 3-2,0 1 0,17-3 0,-25 29-953,4 7 953,-9 2 0,-1 6 1325,-1 1 1,2 3-1326,7-6 0,1 1-491,-4 2 1,2-4 0,9-10-1,2-6 1,7-9 0</inkml:trace>
  <inkml:trace contextRef="#ctx0" brushRef="#br0" timeOffset="179863">18092 6846 5770,'-3'-9'54,"1"2"-54,-2 0 180,-7-1-91,-7 10 1,-2 4 0,-6-3-90,4 6 0,2 3 0,5 4-1240,2 0 1240,2 0-3071,-1 17 3071,8-16-1962,20 14 1962,-4-27 0,18-2 0,-14-12 0,-1-3 163,0 1-163,1-8 0,-1 6 2269,-9 20-2269,7-1 2030,-7 15-2030,4-2 0,-2-10-5,10-3 1,2-2 1,1-4 0,3-9 0,5-7 1,-5-2-1,-3-10 0,-3-2-589,0 7 1,0 0-1,-2-3 592,-4 1 1,-1-3 0,-2 0 0,-1 4 3,1-1 0,-2 1-1,1-1 0,0-2 0,-2 6 6,-3 7-1634,-8 31 1625,-4 16-500,2-9 1,0 2 499,-1 3 0,1 4-22,1 3 0,0 3 0,1-2 22,-2-1 0,3 2 0,6-4 0,3 6 0,3-2 0,3-9 0,4-10 0,4-4 0,-2 5 0,2 2 0,0-7 0,2-10 0,1-5 0,4-3 0,1-3 0,1-2 0,1-2 0,-4 1 0,0 0 0,0 0 0</inkml:trace>
  <inkml:trace contextRef="#ctx0" brushRef="#br0" timeOffset="180113">19213 6537 5824,'17'-8'0,"-3"3"30,13-2 0,10 0 0,-1 1-60,-11 3 0,0 2 0,0-2 30,10-1 0,1-2 0,-2 2 0,3 3 0,-9 1 0,-15 1 0,4-2 0</inkml:trace>
  <inkml:trace contextRef="#ctx0" brushRef="#br0" timeOffset="180381">19432 6547 6094,'-3'8'89,"0"1"91,0 19-180,0-7-1639,0-2 1,0 1 1426,-1 8 257,0-1 0,0 3-612,0-5 0,0 2 0,1-2 567,-2 9 0,1-1 0,0 0 0,0-1-381,2-9 1,0-3 380,-1 0 0,-2 11 0,0-27 0</inkml:trace>
  <inkml:trace contextRef="#ctx0" brushRef="#br0" timeOffset="180581">19209 7034 5914,'-16'2'0,"-1"4"0,18 2 90,-3-2-90,21 0 0,11-3 0,-2-5 0,3-2 0,0 0 0,-6 3 0,0 1 0,0-2 0,8-3 0,1-2 0,-5 0 0,4-6 0</inkml:trace>
  <inkml:trace contextRef="#ctx0" brushRef="#br0" timeOffset="181063">19715 6803 5824,'-4'-5'539,"0"4"-449,-9 30 0,0 2-1729,4-10 1,0 2 831,-5 9 897,1-1-830,4-9 0,0-1 740,-3 9 45,2-8 0,5-9-45,7-15 0,-1 1 0,8-13 0,6-7-387,2 0 1,4-3 0,-2 2 386,1-2 0,0 0 354,5-2 0,4-2 1,-6 8-355,-7 9 2268,12-3-2268,-23 37-1134,-4-3 0,0 2 1134,0-4 0,0 1 0,-2 3 0,1 1 1044,6 6 0,3-2-1224,4 2 180,6 0 0,3-3 0,0-17 0,-2-5 0,-1-3 0,4-4 0</inkml:trace>
  <inkml:trace contextRef="#ctx0" brushRef="#br0" timeOffset="181780">20199 7037 6094,'-3'6'899,"1"-1"-1709,0-2 721,5-13-91,-6-2 36,-1-21-3133,-2 10 3143,-3-1 145,3 6-2218,0-2 2207,1 4 180,-1-6 0,4 15-90,7 2-90,-2 7 0,8 14 0,1 5 90,-2-2 92,0 2 1,0 0-183,-3-3 0,1 14 1224,-1-10 1,0-1-1180,1 0 0,1-2-2494,6 14 2449,-1-24 90,12-26-90,-5-4 0,1-4-19,-2 6 1,0-2 18,-2 0 0,1-3 0,-1 0-404,0 2 0,0 0 1,-2 1 403,1 0 0,-1 0 403,3 1 1,1-2 0,-4 7-404,-5 10 0,6-3 0,-11 17 0,-3 0 0</inkml:trace>
  <inkml:trace contextRef="#ctx0" brushRef="#br0" timeOffset="181996">20792 7026 6004,'4'-11'629,"0"-1"-449,-1 3-180,-1 0-1060,-1 3 1060,-2-1 0,0 1 0,-5-1 0,0 1 0</inkml:trace>
  <inkml:trace contextRef="#ctx0" brushRef="#br0" timeOffset="187763">6545 6698 5734,'-3'-7'0,"3"0"0,1 5 0,2 2 0,1 4 0,1 16 0,-2-9 0,9 24 0,-8-24-871,6 10 871,-5-17 0,8-1 0,-1-3-2139,12-4 2139,1-5 3,6-6 1,-8 4 0,5-4 0,2-1 1,-4 2-977,6-4 1,1-1 971,-6 4 1,3-1 0,2-2 0,-1-2 0,-5 2 1,2-2 0,0-1 0,-1-1 0,-2 2 0,-2 3-39,3-2 1,-4 2 0,3-3 33,-2 3 0,3-5 0,3-1 0,-1-1 1,-1 1-1,-3 3 0,-6 5 3,-2 0 0,-1 1 306,14-13 0,-11 8 0,-26 23 0,-6 5 0</inkml:trace>
  <inkml:trace contextRef="#ctx0" brushRef="#br0" timeOffset="188930">8527 7269 5734,'7'2'0,"0"1"0,1 3 0,-2-2 0,2 4 0,5 5 0,-1 3 0,1 1 0,-6-5 0,-4-6 0,-1-3-3277,7 2 3212,-2-4-100,16-9 0,10-8 0,0-1 165,-9 3 0,-1-1 0,2-1-475,2-1 1,4 0 0,-1-2 0,-2 2 474,1-2 0,-3 1 0,-1 0 0,4-3 0,-1 1 0,-2 1 0,4-3 0,-8 5 0,3-2 0,2-2 0,1-1 0,-1 1 0,-3 2 0,1 0 0,-2 1 0,0 1 0,1-2 0,3-3 0,3-1 0,-1 0 0,-1 1 0,-5 4 0,0-2 0,0 1 0</inkml:trace>
  <inkml:trace contextRef="#ctx0" brushRef="#br0" timeOffset="193630">7351 8254 5734,'-5'-3'0,"1"0"0,3 2 0</inkml:trace>
  <inkml:trace contextRef="#ctx0" brushRef="#br0" timeOffset="194630">7369 8276 5734,'-1'-7'0,"-2"-1"0,1 3 0,-1 0 0,1 1 0,-1-1 22,1-2-8,8 4 6,10 11-9,0 2-1428,4 7 1428,-11-6-5,-1 2-2927,8 16 2921,-6-12 0,4 10-1480,-1-7 1480,-7-12 0,6 9 0,1-16 0,-3-1 626,7-4-596,2-9 0,5-5 0,-3 1-30,-6 5 0,2-2 409,5-5 1,6-5 0,4-3 0,-2 0 0,-2 4-410,1-2 0,-2 2 0,1-1-99,-2 1 0,1-1 0,1 0 0,-2 2 69,-1 2 0,-1 1 0,-3 3 30,-4 4 0,0 2 0,6 0 0,3-1 0,-3 2-426,11-5 0,0 3 1,-2 3-1,-10 7 1</inkml:trace>
  <inkml:trace contextRef="#ctx0" brushRef="#br0" timeOffset="199080">8021 9329 5734,'0'-7'8,"-2"-3"6,1 3 17,-1-1 6,1-1-37,1 4 90,5 1-90,-2 4 0,4 4 0,3 13 0,4 6-2286,-1 0 2286,0 1 0,8 1 0,-11-14 90,11 12-90,1-19 0,1-9 0,3-2-1318,-5 2 1,1 0 1317,7-5 0,3-4 0,-6 1 0,2-4 0,3-2 0,0 0 0,1 0 83,-2 2 0,2 0 1,0 0-1,0-1 0,1 1 1,-1-1-97,-3 2 0,-1 0 0,1-1 0,0 1 0,0 0 0,-1 0 1,0 1-237,2-1 0,0 0 0,0 0 0,-1 2 0,-3 1 1,-3 2 248,5-1 0,-5 3 0,7-1 0,-2 2 0,-2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03:20.36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8060 4114 8612,'8'-5'1439,"-1"1"-359,-3 2-631,1 1 1,-1 2-360,2-2 90,1 2 0,0-2 0,2 2-90,0-2 0,1 2 90,3-2-90,2 1-1,3-2-795,5 1 796,6-1 0,9-1-90,-16 1 0,0 1-927,3-1 1,0 1 971,2 0 0,0 0-45,2-1 0,0 1 44,1 0 1,1 0-1287,5 0 0,0-1 1287,3 0 0,0 1-45,-10-1 0,1 1 0,0 0-491,0 0 0,1-1 0,2 1 491,2-1 0,2 1 0,1-1 0,1 1 18,-6 0 0,1-1 0,1 0 0,0 1 0,0-1-18,-1 1 0,1-1 0,0 1 0,0-1 0,2 1 14,0 0 1,2-1 0,1 1 0,-1-1 0,-1 1 0,-3-1-252,2 1 0,-4-1 0,0 1 0,2 0 255,0 0 0,3 0 0,-1 0 0,0 0 0,-2 0-117,-2 0 0,-2 0 0,0 1 0,0-1 129,10 0 0,1 1 0,-1-1-30,1 0 0,-1 0 0,1 1 0,-2-1 0,1 1 0,-1-1-20,0 0 0,0 1 0,0-1 50,-2 1 0,1-1 0,-1 1-30,0 0 0,-1-1 0,0 0 0,-1 1 0,0 0 0,-1 0 19,-1-1 0,1 1 1,-2-1-20,0 1 0,0-1 0,-1 1 30,-1-1 0,1 0 0,-2 1-30,12 0 0,-2 0 0,-1-1 0,-2 0 0,-3 2 0,-1-1 0,-2-1 0,2 0 43,-5 1 0,2 0 0,-2-1-43,4 1 0,-1-1 484,9 1 1,-1 0-485,-15 0 0,-2 1 0,0-1 0,0 0 0,15 0 822,0 0-822,-3 0 0,-1-1 0,-1 1 1377,-1-1-1377,-3 1 0,1-2 0,-4 1 0,0 0 90,-2 0 2083,8 0-2173,-7-1 90,13-1-202,-16 2 112,4-1 90,-11 2 1006,0-1-1096,-2 1 903,-1 0-813,0-1-90,-1 1 0,-1-1 956,0 1-956,-2 1 90,0-1-90,0 1 0,-2-1 0,1 0 0,0 0 0,-1 0 0,0 1 0,1-1 90,0 1-90,5 1 0,-3 0-180,11 1 90,-7-1-359,12 1 179,-9-2-90,5 2-90,-5-2-269,-2 1-361,0-1-719,-4 1-449,0 0 2248,-3-1 0,-3 2 0,0-1 0</inkml:trace>
  <inkml:trace contextRef="#ctx0" brushRef="#br0" timeOffset="4324">8037 5711 10231,'-2'-7'810,"-1"1"-720,4 3-90,2 1 90,4 1-90,0 0 0,2 1 90,0 0-90,0 0 0,4 0 0,1 1 0,2-1 89,3 2-89,18 1-1316,-7-1 1316,-8 0 0,1-1 0,11 2 0,1-1 90,2-2-90,-16 2 0,0-1 0,1 0 0,0-1 0,1 1 0,-1 0 0,2-1 0,-1 1 0,-1 0 0,0-1 0,2 2 0,0-1-619,0 0 1,0 1 618,0-1 0,0 0 0,-2 1 0,0-1 0,0 0 0,0 0 0,17 2 0,1-1-668,-5 0 713,-11-1 0,0 1-45,-3-1 0,0 1 0,0 0 0,0-1 0,9 2-241,-13-1 241,0 0 966,-2-1-966,0 1 0,0-1 1337,-2 0-1337,1 0 0,0-1 0,1 0 0,-1 1 0,2-1 90,0 0-90,2-1 0,1 1 0,2-1 866,0 0-866,10 1 0,-7 0-101,6 0 101,-12 0 0,1 0 0,-2 1 0,7-1 0,-5 1 0,4 0 0,-6-1 0,-2 1 26,0 0 64,0 0-180,-2 0 90,0 0 0,-3-1 0,1 0 0,-3 0 0,4 1 90,-2 0 458,-1 0-278,-1 0-90,-3-1 90,1 1 90,-1-2-1,1 2-179,-2-2-180,-5-3 0,0 1 0,-5-2 90,3 2-90,0 0 0,0-1 0,1-1 0,-1 1 0,0-2 0,1 3 0,0-3 0,-1 0 0,1 0 0,-2-2 0,2 1 0,-1 1 0,1-2 0,-1 0 0,1-1 0,-1-2 0,1 0 0,0-2 0,0-1 0,0-9 0,1-6 0,-1-1 0,4-4-540,-2 9 450,3-4-871,-1 0 961,2-2 0,0-1 0,1-1 0,-1 2 0,2 0 0,-1 2 0,1-1 0,-1 4 0,-1 3 0,0 2-100,-1 2 100,0 1 0,-1 2 0,0 0 0,-1 2 0,0 0 0,0 2 482,0 1-482,0 1 0,-1 0 0,1 0 1003,-1 2-1003,0 0 116,-1 2-116,1-2 0,-1 0-90,1 0 90,0 0 0,-1 3 0,1-2 0,-1 2 0,1-1 0,-1 1 0,-2-2 0,1 2 0,-4 0 0,2 2 0,0 1 0,-2 1 0,1-1 90,-5 1-90,2 1 0,-3-1-90,2 1 90,-2-1 0,-1 2 0,-3-1 0,-3 0 0,-6 0-1164,-3-1 1164,-5 2 0,7 0 0,-2-1-468,-14 0 468,12 1 0,-1-1 0,-9 0 45,18 1 0,0-1-45,-1 1 0,0-1 0,-18 1 45,6 1 0,1-1-778,11 0 0,0 0 733,-9 0 0,1 1 0,-6 0-998,1 0 1088,2-1 191,10 0 1,0 0-282,-10 1 0,-7 0 0,7-1 0,9 1-164,-5-1 164,9 0 1341,1-1-1341,1 1-1723,-7-1 1723,6 0-1879,-6 1 1879,7-1 388,-1 1-478,0 1 90,-1-1-90,0 0 0,0 1 0,-9 1 90,3 1 0,-9 1-450,-3 1 450,11-1-90,-13 1 90,20-3 0,-2 0 2000,4 0-2000,6-2 0,-12 1-90,14 0 629,-5 0-539,9-2 3276,2 1-3160,-3 0-206,3 0 90,-2 0 0,1 1 0,1-1-90,-1 0 90,1 2-90,4 2 90,0-1 0,2 3 0,-1 0 0,1 0 0,-2 4 0,1-1 0,0 4 0,-1 19 0,0-3-504,-1-7 1,0 1 503,0-1 0,0-1-1006,-1 3 1,0 0 1050,0 4 0,0 0-45,-1 1 0,1 1 0,-1 0 0,0 1 0,-1 0 0,1 0 0,-1 0 0,1 0 0,-1-2 0,0 2-372,1-4 1,-1 1-1,0 1 402,0-2 0,0 0 0,0 0-30,-2 12 0,1-1 0,-1-5 0,2-4 0,-1 4-830,0 4 830,2-12 575,0 1-485,1-8-90,0-7 1630,1 6-1630,0-11 1365,0 1-4642,0-3 2370,1-16 907,1 7 0,2-17 0,1 9 0</inkml:trace>
  <inkml:trace contextRef="#ctx0" brushRef="#br0" timeOffset="6459">11033 4993 10231,'7'-5'810,"-1"-1"-540,-2 4 359,0 0-449,2 3-90,-4 0 180,3 4-180,-3 7 0,0 1 0,0 8 0,-1-1 0,-1 8-1019,-1 3 974,-1-1 0,0 3-1292,-2 3 1,1 0 1291,-1 2 0,-1 0-15,1-6 0,0 0 0,-1-3-30,1-1 0,-1-2-652,0 9 0,-1-2 652,2-10 0,-1-1-679,-2 18 769,-1-2-76,1-4-14,0-1 0,0-2 90,1-2-90,1-5 1515,1-2-1515,0-6 0,2-1 1620,-1-2-1620,0-1 1237,1 1-1237,0-2 949,0-1-859,2-2 429,-1-2-519,5-7 0,-2 1 0,4-5 0,-2 2 0,1 0 0,1 1 0,2-1 0,3-1 0,0 0 0,4-1 0,12-2 0,-1 0-1185,11-3 1185,-3 2-1540,5-1 1540,-18 4 0,1 1 0,1 0 0,2 0-1245,11-1 1,2 0 1244,-8 1 0,1 0 0,9-1 0,0 1 0,-10 0 0,-1 2-833,0-1 1,1 1 832,0-1 0,0 0-23,0 1 0,0 0 23,1 0 0,-1 0-90,-1 0 0,1 1 90,-1-1 0,0 0 0,0 1 0,-1 0 0,0-1 0,-1 0 0,0 2 0,-1-1 0,0-1 0,-2 1 0,-1 0 0,-1 0 0,18-2 1189,-3 2-1189,-3-1 0,-3 1 0,-4 0 0,-4 1 2142,-1-1-2142,-2 0 0,1 0 0,-2-1 947,-2 2-947,0-1 0,-2 0 2032,1 1-2032,0-1 0,18 0 0,-11 1 795,14-1-795,-11 1 0,-7 1 0,13-1 0,-15 1 0,6 0 0,-8-1 0,1 0 0,-2 0 0,2 0 0,-2 0 0,1-1 0,-1 1 0,0 1 0,0-1 0,2 1 0,-1 0 0,3-1 0,-1 1 0,2 0 0,0-1-291,0 1 291,0-1 0,-1 1 0,0-1 0,-2 0 0,-1 0 0,-2 0 0,-1 1 0,-1-1 0,-1 0 0,-1 1 0,-1-1 0,-1 0 0,0 0 0,-1 0 291,0 1-291,-2-1 0,3 1 0,-2-2 0,2 1 0,-1 0 90,0 0 0,0 0 0,-2 1 0,2-1 180,-2 0 0,1-1-181,-3-2 1,0-1-90,-3-3 90,0-1-90,-2 0 0,2 0 0,-2 0 90,1 0-90,-1-4 0,-1 1 0,-1-4 0,-1-4 0,-1-4-1015,-1-5 1015,1-3 0,-1 0 0,1-1 0,0-1 0,0-6 0,1-1-854,4 17 1,0 0 853,0 1 0,0-1 0,0-7 0,1-2 0,1-2 0,0 0 0,0 3 0,1 0 0,0 0 0,0 3 0,2-8-90,0 2 90,0 13 0,-1 0 0,1-7-388,2-5 388,-3 17 0,0 2 785,-1 2-785,0 1 1796,-1 2-1796,1 1 0,0 1-89,-1 1 617,1 0-528,-2 2 0,-4 3 0,1 1 0,-2 5 0,3-3 0,-1 2 0,1-1 0,0 0 0,-1 0 0,1 1 0,0-2 0,0 2 0,-1-1 0,0 0 0,-3 0 0,2-1 0,-2 1 0,1 0 0,-2-1 0,-1 0 0,-2 1 0,-1-2 0,-13 3 45,-4-1 0,-3-1-45,7 0 0,-1 0-1305,-13 1 1,0-1 1304,13-1 0,2-1 0,-3 1 0,0-1-370,-1 0 1,0 0 369,-2 0 0,0 0 0,-1 0 0,-1-1-645,1 1 0,-4-1 645,-2 0 0,-3-1 0,1 1-619,8 0 1,1 0 0,-1 0 618,-1 0 0,-2 0 0,0 0 0,2 0 0,-1 0 0,3 0 0,-1 1-9,1-1 1,0 0 0,-2 1 8,-6-1 0,-4 1 0,0-1 0,4 1-322,5-1 0,2 1 0,-2 0 322,-2-1 0,-3 1 0,1 0 0,5-1 0,-1 1 0,3-1-88,0 1 0,2 0 88,0 0 0,1-1 0,-6 2 0,2-1 0,10 0 0,1 0 411,-8 0 0,3 0-411,3-1 0,-1 1 0,10-1 1193,3 1-1282,2 1 1825,-1-1-2546,3 1-717,0 1 1527,3 2 0,2-2 0,2 1 0</inkml:trace>
  <inkml:trace contextRef="#ctx0" brushRef="#br0" timeOffset="34615">13708 5322 6633,'-8'1'450,"1"0"-360,0 1-90,1-1 90,0 0 0,-1 1 0,0-1-90,0 1 90,-1 0-90,0-1 90,-1 1-90,1-1 0,1 1 0,0-1 0,-3 1 0,3 0 0,-2 0 0,3-1 0,2 0 0,-1 0 0,1 0 180,-1 0-91,0 0 91,0-1 0,-3 1 90,3-2-90,-2 1 450,-1 0-271,2-1 91,-1 0 180,2 0 89,0 0-179,0 1-450,12 0 0,-2 0-90,13 0 90,-2 0-90,4-1-795,7 1 795,4-1-894,-10 1 1,1 0 938,1-1 0,1 1-45,3 0 0,1-1 0,-1 1 0,3 0 0,-1 0 0,6-1 0,-1 0-806,-3 1 1,1-1-1,-2 1 806,5 1 0,-1-1 0,0 0 0,1 0-251,-1 1 1,3 0-1,-1 0 251,2 0 0,0 0 0,-3-1 0,1 1 0,-3 0 0,0 0 0,-2 0-357,1 0 1,-1 0 356,0-1 0,-1 1 0,0 1 0,-1-1 0,0 0 0,0 0 296,-2 0 0,0 0-296,-1 0 0,0 0 0,-1 0 0,-1 0 689,-2 0 0,-1-1-689,18 3 0,-5-1 0,-5-1 0,-4 0 0,-5 0 0,-4 0 828,-2 0-828,-2-1 90,-2 1-90,-1 0 90,-2 0 0,0-1 2083,0 1-2083,-1-1 423,1-1-783,-2-1 36,-2-1-2015,-2-2 765,-1-1 1484,-1-1 0,-1-2 0,-1 1 0</inkml:trace>
  <inkml:trace contextRef="#ctx0" brushRef="#br0" timeOffset="35082">15000 5230 9961,'-6'-4'990,"0"-1"-900,14 9 0,-2-2 0,9 6 0,-4-3-1,2 1-89,4 1 90,3 1-90,3 2 90,2-1-90,0 0 0,-1 0 90,12 3-3154,-8-2 3064,8 1-233,-13-4 233,-2-1 90,-2 0-90,1 0 0,-5-2 89,5 2 1,-10-3 0,1 0 90,-6-1 3096,0 0-3052,-9 2 204,0-1-338,-8 3 90,-5 3-180,0 1 89,-8 3 1,3 1-90,-1-1 0,0 2-112,-1-1 67,6-1 0,0 0-653,-8 5 608,8-5 0,2 0-270,-4 2 0,1 2-269,3-2-271,2 0-629,2-3-90,4-1 1619,0-1 0,0 0 0,1 0 0</inkml:trace>
  <inkml:trace contextRef="#ctx0" brushRef="#br0" timeOffset="35925">16625 5237 9602,'7'3'89,"-1"0"-89,-4 1 0,0 0 90,1 2 90,1 7-180,-1-1 90,1 5 0,-2-2 0,1 11-90,-2-6-662,1 9 662,-1-7 90,0 1-90,-1-1 0,0 1 0,0-1-245,-1-1 245,1-2 0,-2 1-90,1-4 0,-1 1-90,1-2 0,0-2 545,0-1-1084,0-1-271,0-3 630,0-1 450,0-2 1,1-2 0,0-1 0</inkml:trace>
  <inkml:trace contextRef="#ctx0" brushRef="#br0" timeOffset="36360">16544 5286 8972,'-2'-10'630,"1"3"-361,8 1-179,1 4 90,3-2-90,1 1 0,2 1 0,4-1 0,3 2-827,4 0 827,3 2 0,4-1 0,0 3 0,-1 0-1117,-1 3 1117,-1 1 0,-2 2-819,-1 1 729,-4 3 90,-2 1-90,-2 2 0,-4 0 763,-1 8-673,-6 1-90,-3 1 45,-16 7 0,-5 0 44,-3 0-199,0-1 0,-2-3 110,-1-6 0,0-5 786,-10 5-786,12-11 0,-1 1-270,1-1 1,0-1-181,-13 7 450,13-12 0,18-12 0,0-3 0</inkml:trace>
  <inkml:trace contextRef="#ctx0" brushRef="#br0" timeOffset="36882">17258 5274 9781,'-2'-7'2969,"1"0"-2879,-4 10 90,1 1-90,-3 7 179,-5 8 1,-1 2-180,-8 14-786,5-9 0,0-1 786,-5 11 0,7-12-90,0 2 90,3-2-90,1-1 90,1 2 0,2-1-90,2-3 90,4 1-90,3-11 0,2 3 0,2-7 0,2 1 1572,1-3-1572,2 0 0,0-2 0,1 1 0,2-1 0,0-1 0,0 0 0,2-1 0,-1 0 0,0 0-90,0-2-3187,0 2 2982,0-1 115,-1 0 0,0 1-90,-1-1 0,0 0-89,-2 0-91,0 0-90,0 0 3123,-1 0-4202,-2 0-360,1-1 1979,-2 0 0,5-1 0,1-1 0</inkml:trace>
  <inkml:trace contextRef="#ctx0" brushRef="#br0" timeOffset="37616">17525 5159 10051,'-8'-10'-270,"0"1"270,3 4 0,-2 0 0,-1-1 90,-1 0 0,-2-1 180,-8-3-180,-1 0 90,-7-2 0,2 2-90,0 1 90,-3 0-601,-1 0 601,-1 1-91,-3 1 91,-1 1-90,-1 0 45,9 3 0,0 0-45,-16 0 0,3 3 0,-1 1-1128,16 0 0,0 1 1038,-9 1 0,0 0 45,11 0 0,0 1-1,-8 2 1,-1 1-45,8-1 0,0 1 45,-7 1 0,2 2-45,8-2 0,2 1 0,-19 10 90,3 4-90,2 3 90,4 2-90,4 4 0,5 2 0,3 4 0,10-18 0,1 1 45,0 1 0,1 0-45,2-1 0,0 1-1208,3 13 1,2 0 1207,0-9 0,2 0 0,1 11 0,3-1-601,-1-10 0,1-1 601,3 3 0,1 0 45,1-1 0,1 1-45,2 1 0,2 0-466,1-2 1,1 0 465,1-1 0,1-1 0,1-2 0,1-1-75,1 0 0,1-2 75,0-1 0,1-1 0,1-1 0,2-2 0,0 0 0,1-2 45,-2-2 0,2-2 15,3 0 1,0-2-61,-3-2 0,-1-1 0,5 0 0,0-1 0,2-2 0,-1 0 0,2-2 0,0 0 0,-11 0 0,-1-1 0,3 0-70,8-3 1,2 0-1,-2 0 70,-9 0 0,-1 0 0,1-1 0,7-2 0,1-1 0,-2 0 0,0-3 0,-2-2 29,-1 0 0,0-2-29,-2-2 0,0 0 173,-2-2 0,-1 0-173,0-1 0,-2-2 45,-1 0 0,0-1 0,-2-2 0,-1-1 0,0 0 0,-2 0 0,0-3 0,-1 0 0,-1 1 0,-1-1 0,-2 1 0,-1 0-239,-1 0 0,-1 0 239,-3 3 0,-2-2 45,-1-12 0,-4-1 258,0 9 0,-5 0-288,-5-5 0,-4-4 0,-2 4-15,-3 2 0,-4 3-131,1 3 1,-4-1-1,0 3 116,3 8 0,0 2 0,-2 2-30,-3-1 0,-1 1 0,-2 0-81,-5 0 1,-3 0-1,0 2 81,1 1 0,0 1 0,-3 1 56,4 2 0,-2 0 1,0 0-1,1 2-34,4 1 1,0 1-1,1 1 1,-2-1-131,1 2 1,0-1 0,-2 1 0,1 0 0,1 1 107,-7 0 0,0 1 0,1 0 0,-2 1-18,7-1 0,-2 1 0,1 0 0,0 1 0,-1 0-18,2 0 0,0 1 0,0 0 0,1 0 0,0 0-25,-5 2 0,2-1 1,0 1-1,-1 1-52,-1 0 1,0 1 0,0 1-1,2-1-157,-5 2 0,3 1 1,-2 0-69,6 0 1,-1 0 0,1 1-1,1 0-262,-4 2 1,2 0-1,0 0 31,-2 2 0,-1 0 0,2 1 569,6-3 0,0 1 0,-1 0 0,-4 3 0,-3 0 0,1 0 0,0 0 0,-1 1 0,1 0 0</inkml:trace>
  <inkml:trace contextRef="#ctx0" brushRef="#br0" timeOffset="43216">2619 7195 7533,'1'-7'1889,"1"2"-1889,-1 13 0,-1-4 90,-1 12-90,1-8 90,-1 3-90,1-2 0,1 3 0,-1-4 89,1-1-89,0 1 0,0-2 90,1 1 0,0-2 0,0 0 0,2-1 180,6-4 0,12-9-180,5-4-229,-9 3 1,1-3 183,-1 1 0,0 0-1064,3-4 1,1-2 1063,1 0 0,0 0-1,3-3 1,1-1-1091,0 0 1,1 0 1090,0-1 0,0 0 0,1 0 0,0 0-1,-1 0 1,1 0 0,-1 1 0,0 0 0,-1 1 0,0 0-45,-1 0 0,0 1-436,-3 2 1,-1 1 435,0 1 0,-1 0 45,-2 3 0,-1 1-45,16-11 90,-6 3-90,-2 4 90,-7 4 77,-2 2-77,-5 2-90,-2 2 1356,-3 1-1356,0 1 2405,-1 0-2584,2 0 1797,-3 1-2068,1 0-449,-2 2-90,0 1-990,1 4 1979,-1-1 0,-1 0 0,-3-1 0</inkml:trace>
  <inkml:trace contextRef="#ctx0" brushRef="#br0" timeOffset="45573">2584 7963 9512,'3'7'90,"0"2"-90,-2-4 0,0 1 89,0 0-89,0 0 0,0 0 0,-1 0 0,1 0 0,-1 0 90,1 0-90,-1 0 0,0 0 0,1-2 0,-1 1 90,1 2-90,0-1 0,0 2 0,1-4 90,1 1-90,1-3 90,1-1-90,1-2 90,2-2 0,2-3-90,4-3 90,4-3 0,5-5-1052,4-4 1052,3-5-703,-13 12 1,0-1 657,2-3 0,1-1 0,0 0 0,2-2-15,0-1 0,2-2 0,-1 0-1349,5-3 0,1-1 1349,-5 4 0,1-2 0,-1 2-30,4-3 0,0 2-688,-2-1 1,0 1 687,1 1 0,0 1-325,-2 0 1,0 0 369,-2 4 0,0 1-400,-2 0 1,-1 0 354,-1 4 0,-1 0 44,-2 1 1,0-1 1195,13-7-1240,-4 2 0,-6 5 1509,-4 3-1509,-3 2 0,-3 3 1688,2-1-1688,-5 3 3276,2-2-3340,-4 3-386,-1 1-809,1-1 89,1 4 1170,-1 0 0,-1 4 0,-1-1 0</inkml:trace>
  <inkml:trace contextRef="#ctx0" brushRef="#br0" timeOffset="48534">3646 8714 8702,'4'-6'-270,"0"1"270,1 2 0,-1 1 90,3 0 90,0 0 0,3 0-90,2-1 90,3 1 90,2 0-90,6-1-1,3 1 1,3-1-598,3 1 597,0 0-864,-8 2 1,1 0 774,15-1 0,-14 0 0,-1 1-45,-3 0 0,-2 0 45,2 0 0,1 0-46,2 0 1,0 1 0,1-2 0,1 1 0,0 0 0,1-1 0,0 1 0,2-1 22,0 0 1,3 0 0,2-1-1,-3 1-921,-1-1 1,-2 1 0,2-1 875,5 0 0,3 0 1,0 0-1,-3 0 8,-2 0 0,-3-1 0,0 1 0,2 0 0,0 0 0,0 0-621,1-1 0,0 0 1,1 0 620,-1 1 0,0-1 0,1 1 0,0-1 0,1 1 0,-1-1-334,0 1 1,0-1 0,0 1 333,0 0 0,0 0 0,2-1-8,0 1 1,3-1-1,-1 1 1,-1-1-23,2 0 0,-1 0 0,1 0-103,-2 1 1,2-1 0,-1 1 0,-2-1 132,0 0 0,-1 0 0,-1 0 0,1 0 0,-1-1 0,1 0 0,0 1 0,-1-1 0,1 0 0,0 0 0,0 0 0,-1 0-30,1-1 0,-1 1 0,0 0 12,0-1 1,0 1 0,0 0 17,-1-1 0,0 1 0,0 0 0,-1-1 0,-1 1 0,1 0 0,-2 0 0,0 0 0,0 0 0,-2 1 0,0-1 0,-1 0-30,13-1 0,0-1 283,-9 2 0,1-1 0,-2 1-283,4-1 0,-1 0 45,6 0 0,-3 0 178,-16 3 0,-1-1-133,15-1 0,-7 0 1379,-7 1-1289,-4 1 2240,-4-1-2241,-1 2 923,-4 0-1012,0 0 2312,-2 0-2312,-1-1 423,0 1-333,-1 0-90,0-1 90,1 0-90,-1 1 0,0-2-90,-1 2-90,1-2 0,-1 1-180,1 0-449,0 0-1890,0 1 2609,-1 3 0,-3 1 0,-1 4 0</inkml:trace>
  <inkml:trace contextRef="#ctx0" brushRef="#br0" timeOffset="51956">3852 9497 8792,'5'-1'1259,"-2"1"-1259,12 1 0,-5 0 0,2 0 90,11 2-90,14 2-1585,1 0 1630,-15-3 0,1 1-45,16 2 0,-18-3 0,1 0 45,1 0 0,2 1-45,15 1 0,0 0 0,-8-1 0,0 0 0,-2 0 0,3 0 0,-2 0-1434,6 0 1,1-1 1463,-10 0 0,0 0 0,1 0-30,1 0 0,0 0 0,0-1-528,1 1 1,1-1-1,0 0 558,1 0 0,0 0 0,0 0-30,0 0 0,1 0 0,2-1 22,2 1 1,3-1-1,0 0 1,-1 0-349,-8 0 0,-1-1 1,0 1-1,2 0 344,0-1 0,1 1 0,2-1 0,-1 0 0,-2 1-165,-1-1 0,-1 0 1,0 0-1,0 0 169,1 0 1,0 0-1,0 0 1,1 0-1,-1 0 1,1 0-1,0 0 1,-1-1-23,1 1 0,0 0 0,0 0 0,1 0-22,3 0 0,0-1 1,1 0-1,-2 1 44,-2-1 1,-2 1-1,1 0 1,2-1-5,3 1 0,3-1 0,1 0 0,-1 0 0,-3 0 45,-3 1 0,-2 0 1,0 0-1,1 0-45,0 0 0,2 0 0,0 0 0,0-1 0,-4 2-18,8-1 0,-3 0 0,0 0 0,0 1 0,-1-1 0,1 1 30,-2-1 0,0 1 0,0 0-30,-2 0 0,0-1 0,0 1 0,-1 0 0,0 0 0,-1 1 30,-1-1 0,0 0 0,-1 0 91,10 1 1,-1 1-122,-4-1 0,0 1 45,7-1 0,-1 1 203,-13 0 1,-1-1-249,7 1 0,-1 0 0,2 0 1243,-6 0-1153,-4 0 0,-7-1 0,-3 0 2212,-2 1-2212,-2-2 1395,-1 2-1395,-2-2 2026,0 1-1937,-2 0 1,1 0 0,-2-1 180,0 0 412,1 0-502,-1-1-180,2 0 90,-3 0-90,2-2 0,-3 2 90,2-2-180,-2 1 90,2 0-90,-2 0-1260,2 1-269,-1 2 1529,-1 1 0,-3 4 0,-2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03:58.290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12451 4142 7534,'4'-5'-44,"1"1"100,2 2 65,-2 0-47,15-3-44,-11 3-3,10-3 154,3 1 19,11-1-1454,-4 1 1418,3 0-112,-7 3 1,0 0 27,7 0-48,-8 0 1,5 1 0,0-1-51,-3 1 0,0 1 1,2-1-34,0 0 1,1 0 0,1 0 0,-2 0-986,3 0 1,-2-1 0,0 1 976,0 0 1,-1-1-1,0 1-649,0-1 1,0 0 0,-2 0 629,-3 0 1,0 1-259,3-1 1,2 0 0,-4 0 201,8 0 142,1-1 1,1-1 3,2 1 173,-4 0 0,-2 1-178,-8 0-6,-4 1 1,3-1 239,11 0 1,5 1 0,0-1-286,-5 0 1,-1 1 0,2-1 8,-4 0 1,1 1 0,0-1 0,-3 1-36,8-1 0,-4 1-618,2-1 618,-5 1 0,4 0-36,-2 0 0,1-1 0,-1 1 106,5-1 0,2 0 0,-6 1 0,6-1 0,1 0 0,0 1 0,-3-1 0,-5 1 0,-2 0 0,0 0 0,1-1 0,5 1 0,2-1 0,0 0 0,0 1 0,-4 0 0,1 1 0,0-1 0,-1 1 0,-4 0 0,3 0 0,-2 0 0,0 1 0,6-1 0,1 1 0,0-1 0,-5 1 0,0 0 0,0 0 0,-3 0 0,6 1 0,2-1 0,-2 1 0,4-1 0,2 1 0,-6 0 0,4-1 0,-3 1 0,-3-1 0,0 1 0,-4-1 0,5 1 0,-3 0 0,3 0 0,3-1 0,1 1 0,0 0 0,-1 0 0,-1 0 0,-2-1 0,-13-1 0,1 0 0,6 1 0,6 0 0,2 0 0,-3-1 0,1 1 0,-1-1 0,1 0 0,0 1 0,3 0 0,-1-1 0,-4 1 0,9-1 0,-7-1 0,-14 1 0,1-1 0,12 1 0,5-1 0,-2 0 0,4 0 0,-3 0 0,-8 0 0,-1 0 0,3 1 0,4-1 0,5 0 0,1-1 0,-2 1 0,-8 0 0,-1 0 0,-1 0 0,-2 0 0,4 0 0,1 0 0,-3 0 0,0 1 0,-1-1 0,0 0 0,2 1 0,1-1 0,0 0 0,0 1 0,0-1 0,0 1 0,3-1 0,0 1 0,-5 0 0,4 0 0,-11 0 0,3-1 0,11 2 0,2-1 507,-4 1 1,2-1-508,-5 0 0,4 0 0,0 1 0,-3-1 0,-1 0 0,-2-1 0,0 1-339,1 0 1,1 0 0,-5-1 338,-4 0 0,-2 0 0,4 0 0,0 1 0,1-1 0,0 1 0,-3 0 0,0-1 81,0 1 1,0-1-82,6 1 0,-3 0 0,1 0 0,3 0 0,7 1 0,-3 0 0,-4-1 0,-2 1 0,8 0 0,-3 0 1134,-10-1 1,-3 1-1135,3-1 3276,-11-1-3160,10 1-116,-14-1 0,2 0 0,-2 1 0,1-1 0,-24-1 0,4 0 0,-18-1 0</inkml:trace>
  <inkml:trace contextRef="#ctx0" brushRef="#br1" timeOffset="667">19011 4300 5734,'1'-7'0,"6"1"3,0 2-1,7 2 10,13 2-8,-2 1 1,5 1 0,1 0-3,1-1 0,3 1 0,0-1 0,-1 1-822,-3-1 1,1 1 0,-1 0 0,0-1 224,0 1 1,0-1-1,0 1 1,3-2 595,-4 1 1,1-1-1,2 0 1,-1 0-1,1-1 1,-2 1 165,2-1 0,0 0 0,-1 0 0,0-1 0,1 1-165,0 1 0,1-1 1,0 0-1,0 1 0,-2-1 1,-2 0-329,11-1 1,-4 0 0,-8 0 325,-7-1 0,3 1 0,-12 0 0,8 1 463,-16 0 0,-2 1 1,-1 0-1</inkml:trace>
  <inkml:trace contextRef="#ctx0" brushRef="#br1" timeOffset="2185">5140 4918 5734,'9'-2'0,"12"-5"-3277,1 3 893,5-3 2384,-4 4 1409,-5 2-1409,15 0 0,8 1 0,-11 1 0,2 0 0,0 0-470,4 0 1,0-1-1,1 0 470,-1 1 0,0 0 0,-2 0-25,-9-1 1,-2 0 0,5 0 24,1-1 0,4-1 0,4 0 0,3-1 0,1 1 0,1-1 0,-2 1 0,-2-1 0,-1 1 0,0 0 0,-1 0 0,-1 0 0,2-1 0,0 1 0,3 0 0,-6-1 0,3 1 0,1 0 0,1-1 0,0 0 0,0 1 0,0-1 0,-2 1 0,0-1 0,-3 1 0,4-1 0,0 1 0,-2-1 0,-1 1 0,-1-1 0,-1 1 0,-1 0 0,-1-1 0,-2 1 0,-1 0 0,1 0 0,6 0 0,-7 0 0,2 0 0,3 1 0,2-1 0,0 0 0,2 0 0,0 0 0,0 0 0,-1 0 0,0 0 0,-2 0 0,3 1 0,-1-1 0,0 0 0,-1 1 0,1-1 0,-1 1 0,1-1 0,1 1 0,0-1 0,-3 1 0,0-1 0,2 0 0,-1 1 0,1-1 0,0 0 0,-1 1 0,0-1 0,-1 1 0,-1-1 0,-2 1 0,6 0 0,-1-1 0,-2 1 0,0 0 0,-2 0 0,0 0 0,-2 0 0,3 1 0,0-1 0,-2 1 0,-2 0 0,-3-1 0,6 0 0,-1 1 0,2-1 0,5 1 0,-3 1 0,-9-1 0,-9 0 0,15 1 27,-21 0-27,0-1 0,-1 1 1716,-3-1-1716,-2 0 751,2 0 1,-9-2-1,-1-1 1</inkml:trace>
  <inkml:trace contextRef="#ctx0" brushRef="#br0" timeOffset="3917">6311 4132 10792,'-2'-6'-2128,"-2"-2"1390,3 4 300,-3-3 129,1 3 71,12 5 770,-6-1-117,11 4-608,-7-2 570,6 0-158,7 1 1,5 0 40,4-1 1,1 0-1677,2 1 0,0-1 1714,-3-1 0,3 0-294,-6-1 0,6-1 0,1 1 0,-1-1 0,-4 1-758,-2 0 0,-2-1 0,3 1 794,4 0 1,5-1 0,1 0 0,-2 0-1,-4 1-494,-4 0 1,-4 0 0,3 0 479,1 0 0,2 0 0,3 0 0,5 0-167,-8 0 1,3 1-1,3-1 1,3 0 0,0 0-1,2 0 1,-1 1 0,0-1-1,-2 0 1,-2 0 90,2 0 0,-2 0 0,0 0 0,-1 0 1,0 0-1,1-1 0,1 1 0,1 0-2,-3 0 1,1 0-1,1 1 1,1-1 0,0 0-1,0 0 1,0 0 0,0 1-1,-2-1 1,0 0 0,-3 0-40,7 0 1,-2 0 0,-2-1 0,0 1-1,0 0 1,1 0 0,2 0 39,-6 0 1,1 0 0,0 0 0,1 0 0,0 0 0,1 1 0,0-1 0,0 0 0,1 0 0,-1 0 50,1 0 0,1 0 0,0 0 0,1 0 0,0 0 0,0-1 0,0 1 0,-1 0 0,1 0 0,-1 0 0,-1 0 0,0-1 0,-1 1 0,0 0 0,-1 1 0,1-1 0,-1 0 0,1-1 0,1 1 0,0 0 0,2 0 0,-4-1 0,1 1 0,3-1 0,0 0 0,1 1 0,0-1 0,1 0 0,-2 0 0,0 0 0,-1 1 0,-3-1 0,-1 0 0,-3 0 0,-4 1 0,16-1 0,-9 0 0,0 1 0,6-1 0,-9 0 0,3 0 0,2 0 0,3 0 0,0 0 0,1-1 0,-1 1 0,-2 0 0,-1 0 0,-3 0 0,5 0 0,-2 0 0,-2 0 0,-1 0 0,-1 0 0,0 0 0,5 0 0,-1-1 0,-1 1 0,1 0 0,-1-1 0,1 1 0,0 0 0,-3 0 0,-7-1 0,-3 2 0,-2-1 0,14-2 0,5 0 0,-3 0 0,-10 2 0,2-1 0,4-1 0,8-1 0,3 0 0,-4 1 0,-7 0 0,-8 1 0,-1 1 0,12-2 0,3-1 0,-7 2 0,-6 1 0,-4 0 0,1 0 0,5 0 0,7 0 0,-2-1 0,-14 2 0,13-1 0,0-1 0,-6 2 0,9-1 0,-18 0 433,-9 0-433,5 0 2089,-18 3-2089,9-1 0,-26 1 0,6-1 0</inkml:trace>
  <inkml:trace contextRef="#ctx0" brushRef="#br1" timeOffset="18286">3824 6728 5734,'3'-7'0,"0"-5"0,-2 5 0,2-3 11,-2 2 48,1 1-39,0 1-20,-1 0 0,5 7 0,11 11 0,14 8 0,-1-1-2463,1-5 2463,-14-12 0,7-7 0,7-6 0,2-3-498,-5 0 1,1-4 0,0-1 0,1 0 0,0 1 497,-3 4 0,0 1 0,0 0 0,1-2 0,2-4 0,-6 1 0,2-3 0,2-3 0,0-1 0,2-2 0,-1-1 0,0 1 0,-2 0 0,-1 2 0,-3 2 0,-3 3-219,7-7 0,-6 5 0,0-1 1,3-3 218,-3 2 0,4-3 0,1-2 0,1-1 0,0 0 0,-2 2 0,-3 3 0,-3 4 0,0-2 0,-5 5 0,2-2 0,7-8 0,2-2 0,-3 2 0,-5 7 0,-2 2 0,1-1 0,2-3 0,1-2 0,-3 4 0,-4 2 0,0 1 0</inkml:trace>
  <inkml:trace contextRef="#ctx0" brushRef="#br1" timeOffset="25698">6822 9225 5734,'-6'-2'73,"6"-3"-56,4 3-17,20-4 0,-3 4 0,15-1 0,-13 2 0,4 1 0,-2 0 30,0 1 0,5-1 0,0 0-30,-4 0 0,1 0 0,1 0-1093,7 0 1,2 0 0,1 0 1063,-11-1 0,0 1 0,1 0 1,3 0 28,1 0 0,2 1 0,2-1 0,1 1 0,1-1 0,-1 1-364,0-1 1,0 0 0,0 1 0,1-1 0,-1 1 0,1-1 363,-5 0 0,0 1 0,0 0 0,0-1 0,1 1 0,0-1 0,1 1-39,-2-1 1,2 0 0,2 1 0,0-1 0,-1 0 0,0 0 0,-3 1 0,-2-1 0,-4 0 38,9 0 0,-5 0 0,3 0 0,-2 0 0,5 0 0,1 0 0,0 0 0,-3 0 0,-6 0 0,4 0 0,-2-1 0,-2 0 0,2 0 0,4-1 0,-7 1 0,3 0 0,1 0 0,2 0 0,0-1 0,-2 1 0,4 0 0,0 0 0,-1-1 0,1 1 0,0 0 0,-3 0 0,1 0 0,0 0 0,-1 0 0,-1 0 0,-2 0 0,1 1 0,-2-1 0,-1 1 0,2-1 0,2 1 0,1 1 0,2-1 0,-1 1 0,1-1 0,0 0 0,1 0 0,0 0 0,0 0 0,0 0 0,-4 0 0,1 0 0,0 0 0,-1 0 0,0 1 0,0-1 0,0 0 0,-2-1 0,1 1 0,-1 0 0,2 0 0,-1-1 0,1 0 0,0 1 0,0-1 0,0 0 0,-2 1 0,2-1 0,-1 1 0,0-1 0,0 1 0,2-1 0,-1 0 0,3 1 0,0-1 0,0 0 0,-1 0 0,-3 1 0,1-1 0,-2 1 0,-1-1 0,3 0 0,0 1 0,2-1 0,1 0 0,-1 1 0,1-1 0,-2 0 0,0 0 0,-1 1 0,1-1 0,1 0 0,-3 0 0,1 0 0,0 1 0,0-1 0,-1 0 0,-1 0 14,5 0 0,-1 0 1,0 1-1,1-1-14,-3-1 0,1 1 0,1 0 0,0-1 0,0 1 0,-1 0 0,0 0 0,0 0 0,0 0 0,1 0-12,2 0 1,0-1-1,1 1 1,0 0 0,2 0 11,-5 0 0,1 0 0,0 1 0,1-1 0,0 1 0,0-1 0,-2 1 137,1 0 1,-1 0 0,-1 0 0,1 0-1,-1 0 1,0 0-138,1 0 0,-1 0 0,1 0 0,-1 0 0,0 0 0,0 0 0,-1 0 0,-1 1 0,1-1 0,-1 0 0,0 0 0,0 1 15,1 0 0,0-1 0,0 1 0,0 0 0,0 0 0,-1 0-15,5 0 0,0 1 0,-1-1 0,0 0 0,2 0-153,-2 1 0,2-1 1,0 0-1,-1 1 0,0-1 1,-3 0 152,5 1 0,-1-1 0,-2 1 0,-3 0 0,-5-1 0,-2 1 0,4 0 0,2 0 0,3 1 0,3 0 0,2 0 0,0 0 0,-6 0 0,2-1 0,1 1 0,0 0 0,0 1 0,1-1 0,-1 0 0,-3-1 0,0 1 0,0 0 0,0-1 0,0 1 0,-1 0 0,1 0 0,-1-1 0,2 1 0,1 0 0,-1 0 0,-1 0 0,1 0 0,-1 0 0,-1-1 0,3 1 0,-1 0 0,-1-1 0,0 1 0,2-1 0,0 1 0,-3 0 0,0-1 0,2 1 0,0-1 0,0 1 0,0 0 0,-2-1 0,0 0 0,3 1 0,-1 0 0,-2-1 0,2 1 0,0-1 0,4 1 0,-7 0 0,3-1 0,2 1 0,0 0 0,2 0 0,-1 0 0,0 0 0,-1 0 0,-1 0 0,-2-1 0,5 2 0,-2-1 0,-1 0 0,-1 0 0,0 0 0,0 0 0,0 0 0,-2 0 0,1 0 0,-1-1 0,1 1 0,-1 0 0,0 0 0,0-1 0,4 2 0,1-1 0,0 1 0,-1-1 0,-2 0 0,-1 0 0,2 0 0,-2 0 0,-1 0 0,4 0 0,-2-1 0,3 2 0,1-1 0,1 0 0,-1 0 0,-3 0 0,-3-1 0,-1 1 0,-1-1 0,0 0 0,3 1 0,0-1 0,3 1 0,1-1 0,1 1 0,-2-1 0,-4 1 0,-4-2 133,2 1 1,-6-1-1,1 0-73,5 1 0,1 0 0,-3-1 373,-5 0 0,-5 0-343,-4-1 2282,-2-1-2372,-3-1-270,0-1 1884,-12-3-1614,-4 2 0,-6-3 0,-8 2 0,0 0 0</inkml:trace>
  <inkml:trace contextRef="#ctx0" brushRef="#br1" timeOffset="37466">11847 11350 5734,'0'-16'0,"0"-5"0,0 4 0,-1-2 0,3 8 0,0 2 0,0 0 0,-4 3 0,0 3 0,-10-1 0,-8 1 0,2 0 0,-4 0 0,-11-1 0,18 1 0,-8 0 0,-2 0 0,1-1 0,-4 1 0,9 1 0,2 1 31,4 1-9,6-2-5,22 1-3,11-2 2,-6 1 0,7-1 0,4 0 0,4 0 0,2 0 0,0 0-290,-8 1 1,3 0 0,1 0 0,2 0 0,1 0 0,1-1 0,0 1 0,1 0 0,-1 0 0,-1 0 0,-1 0 0,-1 0 270,4-1 0,-1 1 0,0-1 0,-2 1 1,1-1-1,0 1 0,2-1 0,0 1 1,3-1-150,-8 2 1,3-1 0,0 0 0,3 0-1,0 0 1,0 0 0,1 1 0,0-1 0,-1 0-1,0 0 1,-2 1 0,-1-1 0,-2 1-1,-2-1 1,-3 1 151,10-1 0,-5 1 0,-2 0 0,-1-1 0,1 1 0,2 0-43,-3 0 0,3 0 0,0 0 0,0 0 0,0 0 0,0 1 0,-1-1 1,-2 0 42,7 0 0,-4 0 0,0 0 0,3 0 0,4 0 0,-12 0 0,4 0 0,1 1 0,2-1 0,2 0 0,0 0 0,0 1 0,0-1 0,-1 0 0,-1 1 0,-2-1 0,-2 0 0,5 1 0,-3-1 0,-1 0 0,-1 1 0,0-1 0,3 0 0,2 0 0,-5 1 0,2-1 0,2 0 0,0 1 0,1-1 0,0 0 0,1 1 0,0-1 0,0 0 0,0-1 0,-2 1 0,2 0 0,0-1 0,1 0 0,0 0 0,0-1 0,-1 1 0,-1 0 0,0 0 0,-3 0 0,-2 0 0,-2 0 0,7 0 0,-5 0 0,-2 0 0,1 0 0,5 0 0,-6 0 0,3 0 0,3 0 0,2 0 0,0 0 0,0 0 0,-2-1 0,-2 1 0,-4-1 0,-5 1 0,10-3 0,-6 1 0,-3-1 0,5-2 0,-2 0 0,5 0 0,-3 0 0,-4-4 1063,-11 2-973,-3 3-180,6 0 0,-10 5 2178,-2 3-2088,-3 4 0,-1-2 0,1 2 0,1-4 0,0-2 0</inkml:trace>
  <inkml:trace contextRef="#ctx0" brushRef="#br1" timeOffset="38068">17676 11113 5798,'-7'-5'0,"0"0"0,4 2 0,0 0-33,24-7 61,7 5-1667,-5 0 1,2 0 1593,0 3 0,1 1 47,-3 0 0,2 1 0,5-1-327,-1 1 1,5 0 0,4 0 0,1 0 0,1 0 0,-3 0 0,-3 0 324,-2 0 0,-3 0 0,-1-1 0,3 1 0,6 0-11,-10 0 0,5 0 0,2 0 0,3-1 0,2 1 0,1 0 0,2 0 1,-1-1-1,1 1 0,-2 0 0,0-1 0,-3 1 0,-1 0 0,-4-1 1,-4 1 10,14-1 0,-7 1 0,-3-1 0,1 0 0,6 1 0,-8-1 0,2 1 0,4-1 0,1 0 0,1 1 0,0-1 0,-1 1 0,-2-1 0,-2 0 0,-3 1 0,-4-1 0,14 0 0,-8-1 0,4 1 0,-3-1 0,3 1 0,0-1 0,2 1 0,-2-1 0,-1 0 0,0-1 0,0 1 0,0 0 0,-1-1 79,-3 2 0,0-1 1,-1 1-1,0-1 1,0 0-80,6-1 0,1 0 0,-4-1 0,-8 2 1632,-5-1-1632,-7-1 0,-29 2 0,-21 2 0</inkml:trace>
  <inkml:trace contextRef="#ctx0" brushRef="#br1" timeOffset="40233">12042 12854 5765,'7'-5'0,"-1"0"0,-1 3 0,1-1 0,2 0 0,14-6 0,3 1-3277,2-1 3162,-3 4 102,0 1 0,6 0-728,3 0 0,4 0 0,0 0 744,-5 1 1,0-1 0,2 0-38,-3 1 0,0 0 0,2 0 1,4-1 33,-7 2 0,5 0 0,1 0 0,2 0 0,0 0 0,-1 0 0,-3 0 0,-3 0 0,7 0 0,-5 1 0,0-1 0,5 0 0,-9 0 0,4 1 0,3-1 0,0 0 0,1 0 0,-1 1 0,-1-1 0,-4 1 0,-4 0 0,10 0 0,-5 1 0,3 0 0,-5 0 0,2 0 0,2 1 0,2-1 0,1 1 0,0 0 0,-6 0 0,1-1 0,2 1 0,0 0 0,1 0 0,-1 0 0,1 0 0,-2 0 0,0 0 0,5 0 0,-1 0 0,0 0 0,-1 0 0,1 0 0,0 0 0,1 0 0,-3 0 0,-1 1 0,1-1 0,1 0 0,0 0 0,0 1 0,2-1 0,1 0 0,-5 0 0,2 1 0,1-1 0,2 0 0,-1 0 0,1 1 0,0-1 0,0 0 0,-1 1 0,-2-1 0,-1 0 0,-2 0 0,7 1 0,-3-1 0,-3 0 0,0 0 0,2 1 0,2-1 0,4 0 0,-12 0 0,3 0 0,2 1 0,1-1 0,2 0 0,0 0 0,2 1 0,-1-1 0,1 0 0,0 1 0,-1-1 0,-1 0 0,-1 1 0,-1-1 0,-2 0 0,-2 0 0,6 1 0,-1-1 0,-2 0 0,-1 1 0,-1-1 0,0 0 0,-1 1 0,0-1 0,0 0 0,5 1 0,-1-1 0,-1 0 0,0 1 0,0-1 0,0 0 0,1 1 0,-1-1 0,2 1 0,0 0 0,1-1 0,-2 1 0,-3-1 0,-3 1 0,-4-1 0,9 1 0,-3-1 0,-1 1 0,5 0 0,-1-1 0,-5 1 0,-4-1 0,-3 0 0,13 2 0,-16-2 0,-1 1 0,0-1 936,-12 0-1026,12 2 268,-10 1 1,6-1 0,-13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04:21.93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3056 1801 7173,'-9'-5'719,"1"1"-539,3 1 180,2 1-90,-2-1 0,1 1 90,0 0 89,-1 1-449,12 2 90,-4-1-90,11 2 90,-3-1-90,2-1 0,3 0 0,3 0 0,5 0 45,-4 0 0,2 0-1440,16 0 1395,-14-1 0,3 1 0,3-1 0,-1 1 0,-4-1 0,-1 0-780,9 1 0,-1-1 780,-9 0 0,-2 0 0,0 1 0,0-1-19,16 0 19,-2 0 0,-2 0-920,-5 0 920,-3 0 0,-6 0 987,-2 0-987,-4 1 0,-1-1 0,-2 1 1661,-2-1-1841,2 0 24,-5-1-384,2-1 503,-5 0 37,-1-1 0,-6-4 0,-2-1 0</inkml:trace>
  <inkml:trace contextRef="#ctx0" brushRef="#br0" timeOffset="442">3502 1602 8162,'3'-6'-180,"3"2"180,-1 4 0,2 3 90,0 0-90,1 1 0,1 0 90,16 9-90,-6-3 0,13 7-384,-12-6 384,0-1 0,-3 0 90,-1-2-90,-1 0 0,0-1 0,-1 0 0,-1-2 90,0 1-90,-3-2 0,0 0 180,-1 0-90,-2-1 90,-1 0-90,0-1 564,-2-1-204,-1 1-450,-6 1 89,0 0 1,-8 3-90,0-1 90,-5 5 0,-2 3-489,-4 3 489,0 2-1729,-2 2 1729,1 2-90,1 1-225,9-5 1,0 0-496,-4 9-270,-3 9 541,9-11 449,2-1 0,-1 3 0,1-2 0</inkml:trace>
  <inkml:trace contextRef="#ctx0" brushRef="#br0" timeOffset="8982">12802 4212 7083,'-7'-1'180,"0"0"-90,1 1 90,1-1-90,-1 1 0,1-1 179,-1 0 1,1-1 90,0 1 90,-1 0 449,2 0-179,-2 0 89,2 0-719,9-1-90,0 0 90,10-2-90,4 0 0,4 0-1265,8 0 1265,9-1 0,-6 2 0,3 1 45,-6 0 0,1 0-1026,0 0 0,1 1 0,-1 0 981,10 0 0,-1-1-656,-9 2 0,1-1 0,0 0 656,1 0 0,1 1 0,0-1-274,2 0 1,1 1 0,-1-1 273,3 0 0,-1 0 0,1 1-181,-9-1 0,1 1 1,0 0-1,0-1 181,1 1 0,0 0 0,0 0 0,0 0 0,1 0 0,0 0 0,0 0 0,1 0 0,4 0 0,1 1 0,0-1 0,0 1 0,1-1 0,-1 0 0,1 0 0,0 1 0,-5-1 0,-1 0 0,1 0 0,1 1 0,1-1-64,1 0 0,1 1 0,1-1 1,1 1-1,-2-1 0,-1 1 64,2-1 0,-2 0 0,-1 0 0,1 1 0,1-1 0,-1 0 0,2 1 0,0-1 0,0 1 0,-1-1 0,-2 1 18,0-1 0,-1 0 0,-2 1 0,0-1 0,0 1-18,5-1 0,0 0 0,-1 1 0,4-1 0,-6 0 0,3 1 0,1-1 0,0 0 0,-1 0 0,-3 1 22,5-1 1,-3 0 0,-1 1-1,4-1-22,-5 0 0,4 1 0,1-1 0,-1 0 0,-1 0 0,-3 1 0,0-1 0,-2 1 0,-1-1 0,1 0 22,3 0 1,0 0 0,1 0-1,-2 0-22,-4 0 0,0 1 0,-1-1 0,0 0 22,0 0 1,0 0 0,-1-1-1,1 1 133,9 0 0,0-1 0,0 1-125,-2-1 0,0 1 0,0 0 0,-2-1 0,0 0 0,0 0 0,-1 0 0,-1 1 0,-1-1 15,0 0 1,-1 0-1,-1 0-15,-2 1 0,-2-1 0,0 1 15,12-1 0,-1 0 0,-6 0 0,0 0 501,-2 1 1,-1-1-502,-1 0 0,-1 0-45,-4 1 0,-1 0 89,18-1-44,-18 1 0,-2-1 45,6 1 90,5-1-90,-19 1 941,-2 0-941,-2-1 2230,-2 1-2230,0 0 2797,-1 0-2797,0-1 620,0 2-620,-1-2 0,1 2-180,-2-2-450,1 1-179,1 0-271,-1 1-1438,-1 1 2428,-1 1 0,-2-2 0,0 1 0</inkml:trace>
  <inkml:trace contextRef="#ctx0" brushRef="#br0" timeOffset="10508">5419 5012 10141,'-9'-1'-719,"-1"0"629,1 0-90,-2-1 90,3 1 0,-3 0 90,3 0 90,-1 0 0,1 0 0,0 0 90,2 0-90,-1 0 179,2 0-179,-2 0 90,2 1 0,-2-1 180,2 1-270,15-5-90,0 2 90,17-4-938,-2 3 848,6 0 0,11-2 45,-20 3 0,3 1-15,5-2 0,4 1 0,-1-1-1571,7 0 1,2 0 1570,-3 1 0,2 0 0,-2 0-717,-6 1 0,-2-1 0,1 1 687,0 0 0,1 1 0,0-1-460,0 0 1,1 0 0,0 1 489,0-1 0,0 1 0,0 0-275,1-1 0,-1 1 1,1 0 244,1 0 0,-1 0 0,1 1 0,-1-2 0,-1 1 0,3 0 0,-1 1 0,1 0 0,1 1 0,-2-1 30,2 0 0,-3-1 0,2 1-30,-3 1 0,1-1 0,0 1 0,-4 0 111,11-1 0,-4 1-111,-1 0 0,-1 0 0,-4 0 0,-1 0 0,-2 0 0,-1 0 280,0 1 0,-1-1-280,-4 0 0,-1 0 1190,18 1-1190,-9 0 90,-6-1 90,0 1-90,-9-2 1991,1 2-1991,-9-2 2278,0 0-2368,-2 0 0,-7 3 0,-4-1 0</inkml:trace>
  <inkml:trace contextRef="#ctx0" brushRef="#br0" timeOffset="16645">15168 6836 8522,'-10'-4'990,"0"1"-811,2 1 271,1 0-180,1 0-90,2 0 90,-1-1 180,2 1-181,-2-1 181,2 1 0,-2-1-90,1 1 89,0 0 181,1-1-540,5-1 90,1 2-90,7-1 0,2 2-90,4 0 90,9 1-320,9-1 275,-12 1 0,1-1-715,4 1 0,1 0 670,2-1 0,2 1-904,4 0 1,3-1 903,0 1 0,4 0-524,-10 0 1,2-1 0,2 1-1,-2 0 524,2 1 0,-1-1 0,2 1 22,-2-1 1,2-1-1,0 1 1,-2 0-478,0 1 0,-1 0 0,0 0 455,0-1 0,0 0 0,1 1-222,0-1 0,1 1 0,-1-1 252,0 1 0,0-1 0,1 1-140,0-1 0,0 0 0,0 0 110,0 1 0,-1-1 0,1 0 0,-1 0 0,1 0 0,-1 0 0,0 0 0,0 0 0,0 1 0,-1-2 0,0 1 0,-1 0 0,1 0 0,-1 1 0,0 0 0,-1-1 0,-1 0 0,0 0 35,0 0 1,-1 1-1,0 0-35,10-1 0,-1 0 0,-1 1 0,-1-1 0,-6 1 0,0-1 0,-2 1 0,0-1 0,-2 1 0,-1 1 0,-4-2 0,0 1 154,2 0 0,-1 0-64,6-1 1103,1 2-1103,-16-1 1857,-2-1-1767,-4 0 2402,-1 0-5859,-12-1 2293,2 1 984,-7-2 0,3 1 0,0 0 0</inkml:trace>
  <inkml:trace contextRef="#ctx0" brushRef="#br0" timeOffset="21728">7050 9094 9062,'-8'-3'719,"1"0"-449,2 1-90,-2 0 90,3 1-180,-4 0 180,3 1-90,-3 0 90,2-1-91,-1 1-89,1 1 180,1-1-90,-1 1 90,1 0 180,1 1-270,4 2-90,1 0 0,2 2-1,1-4 1,2 2 0,1-1 0,3 1 0,1 0-90,2-1 90,4 1 0,2-2 0,22 1-1082,-7-2 1037,-7 0 0,2-1 0,6 0 0,1-2-45,-6 1 0,0-1-930,0 0 0,2 0 1,-2 0 974,6-1 0,-1 0-45,5-1 0,2 1 0,-1 0 0,0 0-684,-13 1 1,1 0 0,0-1 683,1 1 0,0-1 0,0 0 0,1 1 0,0 0 0,0-1-477,2 0 0,0 0 1,0 0 506,1 0 0,0 1 0,0-1-280,1 1 0,0-1 0,1 0 250,0 0 0,0 0 0,0 0 36,0 0 0,1 1 0,2-1-14,0 0 1,3-1-1,1 1 1,-2 0-23,-8 0 0,0 1 0,-1 0 0,2 0 0,-1 0 0,2-1 0,1 1 0,-1 0 0,-2 0 0,10 0 0,-3 0 0,1 0 0,-9 1 0,-1 0 0,1-1 0,-1 1 0,1 0 0,0 0 0,0 0 0,0 0 0,0 0 0,0 0 0,0 1 0,0-1 22,0 1 1,0-1-1,0 1 1,0 0 94,-1 0 1,0-1-1,1 1 1,1 0-118,2 0 0,2 0 0,1 1 0,0-1 0,-2 0-60,0 0 0,-2 0 0,0 0 0,2 0 60,0 0 0,1 1 0,1-1 0,-1 1 0,-2-1 0,-2 0 0,-2 0 0,0 0 0,0 1 0,10-1 0,1 1 0,0-1 0,-1 0 0,1 0 0,-1 0 0,0 1 0,0 0 0,0-1-143,-1 0 0,1 0 0,-1 1 143,1-1 0,-1 0 0,0 0 0,0 0 0,0 0 0,0 0 0,0 1 0,0-1 0,0 0 0,0 0 0,1 0 0,-1 0 0,0 0 0,1 0 0,-1 0 0,1 0 0,-1-1 0,1 1 0,0-1 0,0 1 0,0-1 0,-1 1 0,0 0 0,2 0 18,-8 0 0,3-1 0,0 0 0,-1 1 0,-1-1-18,0 1 0,-2-1 0,1 0 0,2 1-15,1-1 0,3 1 0,1 0 0,1-1 0,-2 1 0,-4-1 68,1 1 1,-3-1 0,-1 0 0,1 0-54,1 1 0,2-1 0,1 0 0,-2 1 0,-2-1-30,9 0 0,-3-1 0,0 1 30,1-1 0,-1 1 0,3-1-18,-9 1 0,2 0 0,1 0 0,0 0 0,-3 0 18,1 0 0,-1 0 0,-1 0 0,2 0-18,0 0 0,1 0 0,1 0 0,-1 0 0,-2 0 164,8 0 1,-3 0 0,2 0-147,-7 0 0,2-1 0,0 1 0,1-1 0,-3 1-64,1 0 0,-2 0 0,0 0 0,1-1 64,0 1 0,2 0 0,0-1 0,-1 0 0,-1 1-30,7 0 0,-3 0 0,1 0 30,-1-1 0,0 1 0,1 0 0,-1 0 0,0 0 0,-1-1 184,0 1 0,0 1 0,-1-1-154,0 0 0,-1 0 0,2 0-8,-1 0 1,2-1-1,1 1 1,-3 0-186,1 1 0,-1-1 1,2 1 184,-4-1 0,3 0 1,-1 0-1,-2 1 8,-2-1 0,-2 1 0,0 0 0,0 0 0,0 0 0,0 0 376,10 0 0,0 0-361,-1 1 0,0-1 0,-4 1 0,-1 0-225,4 1 0,-1-1 225,-4 0 0,1 0-15,-2 1 0,2 1 0,-2-1-30,2 0 0,0 0 30,-6 0 0,2 1 0,-2-1-30,1 0 0,-2 0 0,-1 0 0,0 0 45,-1 0 0,-1 1 563,-2-2 1,-2 1-609,19 4 0,-6-2 0,-2 1 633,-5-1-633,-2 0 0,-6-1 0,-2 0 0,-3-1 1737,0 0-1737,-1 0 3200,-1 0-3110,3 1-90,-4 0 0,3 0 580,-3 0-580,-1-1 0,1 1 0,0-2 0,0 1 0,0 0 0,1 0 0,-1 0 0,6 0 0,-5 1 0,3-1 0,-4 0 0,-2 0 0,5 1 0,-4-1 0,6 1 0,-7-1 0,2 0 0,-4 0 0,0-1 0,0 1 0,0-1 0,0 1 0,1 1 0,-2-1 0,1 0 0,-1-1 0,-1 1 0,3-1 90,-2 1-90,1 0 90,-2-1-90,0 1-90,0-1-2608,-1 0 1798,-7 0-899,1-1-629,-7-1 2428,4 0 0,-5 1 0,-1-1 0</inkml:trace>
  <inkml:trace contextRef="#ctx0" brushRef="#br0" timeOffset="24477">3639 8659 9871,'-1'-8'1709,"1"0"-809,0 2-270,-1 0-1,-1 2 181,0 0-720,-2 6 0,2 2 0,-3 8-90,3 2 89,-3 8 1,0 5 0,-1 9-1642,-1 0 1597,4-15 0,-2 0-45,-3 18 90,0 1-90,4-20 0,-1 1 0,-1 14-1009,-2 1 1009,2-4-59,0-2 149,-1 4-90,3-11 0,-1 3 0,3-13 0,0-1 0,0-3 0,0 2 90,1-4 1255,6-18-1345,-2-6 0,6-18 0,-4-3-594,-1-2 549,-1 17 0,-1-1 45,-1 0 0,1-1-45,-1 0 0,0 0 45,0 0 0,0 0 0,-1 2 0,1-1-45,0-7 0,1-1 0,-1 4 0,0 1 45,0 0 0,0 2 0,1-12 0,-1 19-100,0-1 100,1 6-90,0 1 90,1 7 0,2 5 0,1 3 0,2 6 0,-1 3 0,2 6 0,1 5 810,-2-1 1,1 3-811,0 3 0,0 0-247,1 1 0,0 1 247,1 7 0,-1-2 0,2 4 0,-5-15 0,0 0 0,1 5 0,0 0 0,-1-2 0,0-2 0,0 3 0,0-3 0,-1-4 0,-1-4 0,-2-8 0,-1 0 0,1 0 90,-1-2 153,0 0-243,-5-10 599,1 0-599,-6-13 0,2 4 0,-3-6 0,2 4 0,-4-4 0,1 1 90,-4-3-90,-1 1-611,0 0 521,-1 2-3100,-2 2 3280,0 0-90,-1 4-90,2 1 90,-3 1 0,3 2 0,-3 1 0,3 1 0,0 2 0,-1 0 0,1 1 0,-8 2 0,6 0 250,-5 1-250,8 2 0,1-1 3276,1 1-3239,2 0-37,-1-1 0,2 1 0,0-1 0,1 1 0,1 0 0,-1 0 0,3-1 0,-2 0 0,3-1 238,7-6-238,6-1 0,6-5 0,16-7-90,-6 5-2332,11-6 2422,-5 5 0,3-1-2589,3 0 2589,2-1 0,-1 1-310,-2 1 310,1 0 0,-6 3 0,1 0 0,-5 2 0,3-1 0,-9 4 0,1-1 90,-10 4 1435,-1 0-1436,-1 0 3187,-1 1-2730,-15 7 59,5-3-605,-14 8 90,8-4-90,-3 2 0,-2 3 0,-2 1-637,-2 3 637,-1 1 90,0 1-408,-1-1 318,1 2 0,1-1-667,0 1 667,1 1 90,2 0-90,-2 2-241,3-2 241,0 1 0,2-2 0,2-1 0,1-2 556,0 6-556,1-6 0,0 2 0,3-6 305,-1 2-305,3-3 715,-1 0-715,1-3 287,2-2-287,-1 0-90,1-1 90,-1 1 0,1-1 0,2 1 0,2-9 0,0 0 0,4-11 0,-3 2 0,2-4 0,-2 1 0,2-5 0,0-3 0,1-3 0,-2-2-90,1-3 90,-3 9 0,0-1-1034,2-13 1034,-2 12 0,-1 1 0,1-10 0,0 0-677,-1-5 677,0 10 0,-1-2 0,0 12 0,-1 4 0,1 1 0,-1 3-90,0-3 90,0 4 0,1-1 885,-1 4-975,0 2 736,0 0-646,4 11 0,-1 0 0,2 11-90,4 18 90,-1-3-852,-2-8 1,0 1 851,-1-4 0,0 0 45,2 10 0,1 1-45,-3-7 0,1-1 0,2 9 0,0 0 0,-3-10 0,0-2 0,0 2 0,1-1-301,-2-1 0,1 0 301,5 18 0,-1-3 0,0-4 0,-1-2 0,1-2-90,-1-3 90,0-3-180,0-3 0,-2-5-269,3 2-1,-3-6-809,4 2-1800,-6-8 721,3-3 2338,-5-4 0,1-7 0,-2-2 0</inkml:trace>
  <inkml:trace contextRef="#ctx0" brushRef="#br0" timeOffset="35282">13656 11124 8972,'10'-4'360,"0"1"-180,-2 1-1,2-1 181,10-1-90,1-1-1764,11-1 1674,3 1-1078,5 0 988,-17 2 0,1 0 0,2 1 0,1 0 45,5 0 0,2 0-1020,4-1 1,0 0 944,-9 1 0,1 1 0,1-1-531,1 0 1,0 0 0,2 1 560,0-1 0,2 0 0,0 1-30,0-1 0,2 1 0,3 0-7,-4-1 1,4 1 0,2 0 0,0-1 0,-2 1-200,-7 0 0,-1 0 1,-1 1-1,2-1 1,1 0 175,3 0 0,2 0 0,1 0 0,0 0 0,-1 0 0,-2 0-107,-1 0 1,-2 0 0,0 0-1,0 0 1,0 1 112,0-1 0,1 0 0,-1 0 0,1 1 0,-1-1-62,1 0 0,0 1 0,0-1 0,0 1 0,0-1 62,0 1 0,0-1 0,0 1 0,0 0 0,0-1-25,0 1 1,0 0 0,0 0 0,0-1 0,0 1 24,1 0 0,-1 0 0,0 0 0,1 0 0,-1 0-18,0 1 0,0-1 0,0 1 0,0-1 0,0 1 18,0-1 0,1 1 0,-1 0 0,0-1 0,0 1-18,0 0 0,0 0 0,0 1 0,0-1 0,0 0 18,0 0 0,0 0 0,1 0 0,-1 1 0,0-1-18,0 0 0,1 0 0,-1 1 0,0-1 0,0 0 18,0 1 0,1-1 0,-1 0 0,0 0 0,-1 1-14,6-1 1,0 1-1,-1-1 1,0 1 13,-5-1 0,-1 0 0,1 1 0,0-1 0,-1 1-14,5-1 0,-1 1 1,1 0-1,2-1 8,-7 1 0,2-1 0,1 1 0,0-1 0,0 0 0,-3 1 95,8 0 1,-2-1 0,0 1 0,3 0-96,-4-1 0,3 1 0,2-1 0,0 1 0,-3-1 0,-3 0-30,1 0 0,-4 0 0,0 0 0,1 0 18,1 1 0,1-1 0,1 0 0,-2 0 0,-1 0 228,7 0 0,-3 0 0,0 0-216,0 0 0,-1 0 0,0-1 141,-2 1 0,-1-1 0,3 1-171,-4-1 0,2 0 0,0 1 0,-3-1-168,-1 0 0,-1-1 1,0 1 197,7-1 0,2 1 0,-4-1 15,-5 1 0,-2-1 233,7-1 1,-1 1-234,-10 1 0,-2 0 154,4-1 1,-2 0-20,0 1 0,-6 0 1023,-4-1-1023,-3 1 90,-2-1-90,-2 0 2302,0 0-2392,-3 1 2350,0 0-2170,-1-1 672,1 0-762,0 1 176,-1-1-1076,0 0-89,0 1-450,0 1-1080,-1 0-938,-2 3 78,-3 2 3199,-1 0 0,-7 1 0,2-2 0</inkml:trace>
  <inkml:trace contextRef="#ctx0" brushRef="#br0" timeOffset="37192">12289 12933 9602,'8'0'89,"-1"0"1,0 0 0,-2-1 180,4 0-180,-2 0 90,2 0-90,0 0 90,1-1 0,3 1-90,2-1 90,7 0-954,4-1 954,9-1-1642,6 0 1551,-17 2 1,1 0 0,1-1 0,1 1 45,2-1 0,0 0-45,5 1 0,1-1-1034,3 0 0,0 1 1004,-9 0 0,0 0 0,1 1-573,1-1 1,0 1 0,1 0 542,1-1 0,-1 1 0,2-1 30,0 1 0,0 0 0,1 0-30,1 0 0,-1 0 0,1 0-338,0 0 0,1 1 0,0 0 368,0 0 0,1-1 0,0 1-161,0 0 0,0 0 0,3 0 137,-8 0 0,3 0 0,1 0 0,0-1 0,-3 1-14,1 0 1,-2 0-1,0 0 1,4 0 7,1 0 0,3 0 0,2 0 0,0-1 0,-1 1 0,-4 0-59,1 0 1,-4 0-1,1 0 1,2 0 43,-5 0 0,3-1 0,1 1 0,0 0 0,-1-1 0,-2 1-12,3 0 1,-2 0-1,-1 0 1,1-1-4,3 1 0,1 0 0,0-1 0,-1 1 97,-3-1 1,-1 1-1,0 0 1,0 0-76,1 0 1,-1 0-1,0-1 1,1 1-36,0 0 0,-1-1 0,1 0 0,0 1 13,-1-1 0,1 1 0,0 0 0,0-1 22,-1 1 1,1-1-1,-1 0 1,0 1-1,1-1 0,-1 0 1,0 1-1,0-1 0,-1 1 1,1 0 0,-1-1-1,0 1 0,0-1 1,0 1 0,0-1-1,0 1 17,0-1 0,-1 1 0,0 0 1,0 0-18,0-1 0,0 1 1,0-1-1,0 0-22,8 1 0,0-1 0,3 0 45,-3 0 0,1 0 0,2 1 0,-1-1 0,-1 0 0,0 0 0,0 0 0,-1 0 118,0 0 1,0 0 0,-1 0 0,0 0-119,0 0 0,1 0 0,-2 0 0,-4 0 124,6 0 0,-3 0-139,-8 0 0,0 1 0,-3-1 15,-2 1 0,-1 0 370,18-1-325,-10 1 1549,-4 0-1550,-7-1 849,-4 0-758,-3 1 2237,-2-1-2237,-1 1 1318,-1 0-1408,-2 0 802,3 0-712,-4 0 221,3 0-311,-3 0 0,1 0-1,-2 0 1,1 1-539,-2-1-811,2-1-2017,-1 2 3062,-2 1 0,-4 1 0,-3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05:13.17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3378 5872 6094,'-1'7'0,"1"0"0,2-3 89,0 7 1,1 3-90,0 0 45,-1 6 0,-1 1-45,2 9-1307,-2-10 0,1-1 1307,0 7 0,0 10 0,1 1 0,-2-17 0,0-1 0,1 11 0,-1-9 44,1 0 1,0 3-45,1 6 0,0 2 0,-1-4 0,0 1 0,1-2 0,-1 0 0,1 0 1307,0 6 1,0-1-1308,0 4 0,1-3 0,-1-6 90,-2-14 0,1 0-90,0 0 0,-2-3 90,0-3 0,-1-2-90,0 2 0,0-3 0,7-3 0,-2 0 0,8-5 0,-6 2 0,9-4 0,4 0 0,-2 1 0,6-1 0,1 1-3277,9-1 3219,-11 2 1,0 0 57,10 1 0,-5 1 0,2 2 0,0-1 0,0 1 0,4-1 0,-1 1 0,-8 0 0,0 0 0,-1 1 0,-1 0 0,5 0 0,-3 0 0,-2 0 0,-4-1 0,7 1 0,-13 0 0,7 0 3276,-12 0-3160,4-1-116,-5 1 0,4-1 0,-5 0 0,0 0 180,0 0-180,-1-1 90,-1-2-90,-2-4 90,-2-8-90,0-1 90,-2-1-1069,1 3 979,0 4 45,-2-9 0,0-5-15,0 0 0,1-2 0,0 1-30,-2-6 0,1-2 0,1-2 0,0-4 0,1 7 90,2-5-1407,-1 10 0,1 1 1317,0 4 0,1 7 700,0-19-700,-1 5-1035,1-5 1035,-2 13 0,1 3 0,-1 5 0,0-6 2500,0 5-2500,0 5-90,0-1 90,0 3 1538,0 3-1628,1-1 180,0 0-180,0-2 90,1 1 90,-1-3-90,1 1 0,-2 1 0,0 0 0,0 2-90,-1 0 90,-1 0 0,-1 1 0,0 2 0,-13 2 0,8 0 0,-9 0 0,1 2 0,-12 1-3277,1 0 3162,-2 0 115,11-1 0,-10 0 0,7-2 0,-1 0 0,5 1 0,-2 0 0,-6-2 0,-5 0 0,4 0 0,4 1 0,1-1-715,-12 0 0,0 0 715,11-1 0,-1 1 1341,-4-1 1,-1 0-1342,1-1 0,1 1 0,-3 0 0,1-1 0,4 1 0,3 0 0,-2-1 0,0 1 0,12 1-89,0 1 1867,3-1-2408,-2 0 630,4-1 0,4 2 0,2-1 0</inkml:trace>
  <inkml:trace contextRef="#ctx0" brushRef="#br0" timeOffset="12332">11681 5547 5734,'10'-2'14,"-3"2"-6,-3 1-2,-1 1 2,0 0-5,1 2 3,-1-1-6,2 0 5,-1 3-5,0-1 3,2 3 3,0 0-1,-1 0-2,-1-2 0,0 0-3,-1-3 0,0 2 8,2 0-5,-2-1 0,4 3-3,-5-4 3,2 1 0,1 2-3,-3-2 0,4 3 0,-4-3 0,1 1 0,2 3 0,-3-4 0,6 9 0,-4-7 0,2 4 0,-3-5 0,3 5 0,-2-3 0,1 1 0,-2-2 0,0-3 0,3 6 0,-2-5 0,13 13 0,-10-11 0,6 5 0,-1-4 0,-8-4 0,6 3 0,-1 0 0,-2-2 0,4 2 0,0-4 0,-4 1 0,8-1 0,-11-1 0,5 1 0,-5-1 0,0 0 0</inkml:trace>
  <inkml:trace contextRef="#ctx0" brushRef="#br0" timeOffset="13650">11967 5817 5734,'-2'-6'0,"-1"1"0,0 2 0,-1 1 0,1 1 0,-4-2 0,1 1 0,-1 0 0,0 1 0,2-1 0,0 2 0,0 0 0,-1 2 0,2 0 0,-2 1 0,1 2 0,1-1 0,-3 3 0,1 0 8,-1 0-2,0 0 8,-7 3-11,4-4-3,-4 2 2,-3 0 1,8-4-525,-6 2 525,8-4-1,2 0 26,-13 1-14,4-2-8,-5 1-6,7-2 0,7 0 0,-2 0 0,-8 0 0,8 0 0,-16-3 0,16 3 613,-10-3-613,9 1 0,-1-1 0,2 1 0,-3-2 0,5 1 0,-5-2 0,1-2 0,1-1 0,-1 1 0,3-1 0,0-4 0,3-6 90,-1-4-90,3 3 0,2 3 0,-1 10 0,2-11 0,0 8 0,1-2-90,0 2 180,2-3-180,-1 5 90,10-13 0,-5 11 0,3-5 0,-1 6 0,5-2 0,-5 4 0,16-8 0,-19 10-307,8-3 307,-11 5 0,3 0 0,4-1-155,5 1 155,-3 3 0,-5 1 0,-4 2 0</inkml:trace>
  <inkml:trace contextRef="#ctx0" brushRef="#br0" timeOffset="20670">18618 5021 5734,'5'-6'180,"0"1"89,-3 3-179,2-1 0,-1 5-90,0 0 0,-2 3 0,-1 6 0,-1-5 0,0 6 0,0-7 90,2 13-90,0-10 0,1 12-3277,1-14 3162,1 1 115,1-4 0,3-3-1089,12-8 0,2-2 1089,7-4 0,-6 3 0,8-5 0,2-1 0,-1 0 0,-5 3-442,2-1 1,0-1 441,0 1 0,3-3 0,2 0 0,-2 2 204,-5 3 1,1 1-1,-2 1 1,-2 1-250,7-3 0,0 1-198,3-2 0,1 0 1,-4 3 242,3 0 0,-8 4 81,1 0-81,-7 3 0,5 0 0,-10 3 0</inkml:trace>
  <inkml:trace contextRef="#ctx0" brushRef="#br0" timeOffset="21785">22797 5148 5824,'6'-6'180,"-1"1"-90,-2 2 179,0 1-89,0 0 0,0 0-180,-1 5 0,0 1 0,-3 4 90,-2 11-90,3-3 0,-3 4 0,4-4 0,8-1 0,-2-5 0,13-4 0,4-4-3277,11-9 3219,-9 3 1,1-1-405,-8-1 0,0-1 462,1 0 0,0-1-654,4-2 0,2-1 0,-2 0 654,-1 2 0,0-1-60,4-2 0,3-1 0,-6 2-210,-5 5 185,8-4 85,-12 12 0,-6 3 0,5 4 0</inkml:trace>
  <inkml:trace contextRef="#ctx0" brushRef="#br0" timeOffset="23916">22763 9950 5765,'6'-8'329,"-1"2"-60,-1 2 1,3 5-180,-3 1 0,3 3 0,-2 5 0,-3 14 0,1-7-45,-3 11 0,0 0-45,-1-10-731,0 3 0,1-2 731,0-8 0,2 5 0,15-5 0,0-4-23,5-14 1,9-10-1,1-4 1,-5 4 22,-2 1 0,0-1-598,2-2 0,3-3 1,2 0-1,-3 0 530,-5 4 1,-2 0-1,-1 0 1,0 1-53,5-4 0,-1 1 0,1 0-581,2-3 1,1 0 0,-2 1 520,3-1 0,-5 4 145,-3 2 0,-6 4 0,-6 4 1</inkml:trace>
  <inkml:trace contextRef="#ctx0" brushRef="#br0" timeOffset="24950">18667 9764 5793,'-4'-6'8,"1"0"0,0 2 7,1 1 75,-5-6 0,3 3 0,-2-3-1,2 10-3366,1 6 3162,0 5 115,0 2 0,1 5 45,1 4 0,2 3-45,3 0 0,1 0 0,-1 0 0,2-1 0,11 5 0,15-32 0,-9-8 0,3-6 0,0 1 45,5-1 0,0-2-182,-2 0 0,2-3 0,1-2 83,-6 3 0,2-2 0,0 0 0,-1 0 0,-3 3 24,-3 2 0,-2 1 0,2-1-410,2-1 0,4-3 0,0 0 0,-2 1 0,-5 5 440,7-8 0,-3 5 0,1-1 0,-2 2 0</inkml:trace>
  <inkml:trace contextRef="#ctx0" brushRef="#br0" timeOffset="28184">17825 9705 5824,'-8'-4'270,"1"0"-270,-1 6 0,-2 5 89,1 0-89,-3 8-1639,3 5 1,1 2 664,-2 3 1260,2 2 1,1 6-1,2-4-286,2 7-1134,0-5 0,1-1 1134,3-5 0,0-3-523,3 11 523,-2-11 261,3 0 1,0-2-262,-1-11-270,4 12 270,-6-17 2135,4 3-2135,4 0 0,-1-1 3191,17-7-3191,-17-2 0,13-5 0,-15 2 0,8-10-1394,-5-1 0,-1-1 1394,8-11 0,-8 11 0,-2-3 0,-1-10 0,-3-4 0,-3 10 0,-3-1 0,1 0-756,1-3 0,1 0 0,-2 1 756,-4-7 0,-1 6-523,-2 6 523,5 13 1775,-10-10-1775,8 11-90,-15-7-90,9 19 3069,-6 3-2889,8 2 0,1 4 0,5-3 0</inkml:trace>
  <inkml:trace contextRef="#ctx0" brushRef="#br0" timeOffset="29686">22160 9853 5753,'-6'-3'6,"0"0"22,2-1 9,-2-5-37,0 1 90,-2-4-90,4 5 0,-1 0 0,1 4 90,-6 3-90,3 1 0,-6 11 0,-3 8 0,0 8 0,0 6 0,5-10 0,-1 3 0,0 0 0,1-1 0,-1 2 0,1 0 0,2-1-505,0-2 0,2 0 0,1-2 505,4-4 0,2 0-1446,2 2 1,0-1 1445,1 13 0,4-7 0,3-4 0,1-10 0,5 7 0,2-16 0,12-11 1014,-8 2-1014,7-15 0,-2-6 0,-16 11 0,-2-1 0,10-10 0,-1-1-942,-8-5 942,-2-2-835,-4 3 0,-1-1 835,-1 12 0,0-1 0,-2-13 0,-1-5 0,-1 7 0,-1 4 0,0-5 0,-1 3 0,2 19 0,-2-8 0,-1-1 0,-2 1 0,-1 2 0</inkml:trace>
  <inkml:trace contextRef="#ctx0" brushRef="#br0" timeOffset="35967">19262 5145 5745,'0'-8'0,"0"1"0,0 2 0,-1 0 0,2 0 14,-1 1 0,1-1-11,2 7-9,-2-2 23,3 6 19,-2-4-35,1 1 89,0-5-90,1-2 0,-1-1 0,0 0 0,-2 2 0,1-1 0,1 2 0,0 0 0,1 2 0,2 3 0,-2 0 0,0 0 0,1 4 0,-1-2 0,2 2 0,-2-2 0,-1-2 0,3 6 0,1 0 0,0 1 0,3 1 0,-3-7 0,3 0 0,13-10 0,-9 1 0,12-7 0,0-3 0,-5 0 0,4-3 0,0-2 0,-1 0 0,1-1 0,0 0 0,1-1-820,2-2 1,1 0 0,0 0 0,-2 1 790,-5 3 0,0 0 0,-2 1 1,0 2 28,9-9 0,-3 5-2404,4 0 2404,-6 6-30,2 7 1,-16 12-1,5 3 1</inkml:trace>
  <inkml:trace contextRef="#ctx0" brushRef="#br0" timeOffset="37034">22896 5340 5734,'-2'-7'11,"0"0"51,2 2-45,0-1 73,0 2-90,3 6 0,-2-1 0,0 7 90,-1-4-90,2 15 0,0-5-1047,1 6 1047,2-10 0,-1-6 0,32-5 0,-2-7-1116,-9 4 0,0-2 1161,2-5 0,1-4-45,1-1 0,2-3 0,0 0-769,-1 2 1,-1 1-1,1-1 769,2-2 0,1 0 0,-3 2-255,0 1 1,-5 3 254,-1 3 0,1 4 0,1 0 0,5 2 0,-6 1 0,0 2 0,-2 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07:23.25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3458 5812 9691,'0'3'1620,"-1"-3"-1531,1 13-89,-1-5 0,1 3 90,-1 2-90,0 2 0,0 2 90,-1 2-90,1 2 0,-1 0 0,1 2 90,0-1-90,1 12 0,-1-4-1052,1 6 1052,0-8 90,0 6-90,1 2 0,0-2 0,0-2 0,-1-12 0,0 0-679,1-2 679,-1 1 0,0-3 0,-1 0 90,1-2-90,0 0 0,0-1 0,-1-1 974,0 1-974,1-2 757,-1 1-757,0-1 0,-1-1 0,1-1 0,0 0 0,0-2 0,0 0 0,0 0 0,0-1 0,0 1 0,0-2 0,0 1 90,0-1-90,0 3-90,0-2 90,0 1 90,1-2-90,-1 0-90,1 1 90,0-1 0,0 0 0,0 0 90,2-2-90,2-1 0,3-2 0,1-1 0,0-1 0,0 2 0,-2-1 0,1 1 0,2 0 0,1-1 0,1 1 90,2-2-90,1 1-90,0 1 180,1-1-90,0 0 0,7 0 0,-5 1 0,4-1-3277,-6 1 3162,0-1-1741,0 1 1856,-1 0-58,5 0 58,-5-1 0,4 1 0,-6 0 0,0 0 2444,0-1-2444,5 0 2743,-5 0-2743,4-1 119,-5 1-119,-1 1 0,1-1 0,-1 1 0,0-1 0,0 1 0,0-1 0,-2 0 0,0 1 0,2-1-90,-3 1 90,2-1 0,-4 1 0,2 0 0,-2 0 0,1 1 0,-1 0 0,0-1 0,3 1 0,-4-1 0,5 1 0,-5 0 0,2-1 0,-2 1 0,1-1 0,0 1 0,0-1 0,0 1 0,0 0 0,-1 0 0,0 0 0,-1 0 0,2 0 0,-1 0-90,1 0 180,-1-1-90,1 0 0,0 0 0,0 0 90,0-2-90,-3-2 0,0-1 90,-2 0-90,1-1 0,0 2 90,-1-2-90,1 0 90,0 0-90,0-2 0,0 0 90,-1-2-90,1-3 90,-1-1-90,1-3 90,1-1-90,-1-3 90,1 0 0,0-3-749,0 0 749,0-1-1,-1 2-89,1 2 90,-1 2 0,0-2 0,1 2 0,-2 0-90,1 0 90,-1 0-90,0 1 90,0-1-90,1 2 90,-1 0-2823,1-8 2823,-1 7-90,2-6 0,-2 9 90,1-6-90,0 7 0,0-9 0,0 11 90,-1-2-90,1 6 0,-1 0 3276,0 0-3070,1-1-116,-1 2-3367,-1-2 3252,1 3 25,0-1 90,1 2-90,-1-3 0,-1 3 0,1-3 90,0 3 3186,0-2-3160,0 1-26,-1 1 0,-1 1-90,-3 2 90,1 1-90,-6 1 0,3 0 0,-2 0 0,1 0 0,2 0 0,-1 1 0,0-1 0,-2 1 0,-4-1 0,2 0 0,-4 0 0,5-1 0,-2 0 0,1 1 0,-7-1 0,3 1 0,-5-1 0,6 0 0,-1 1 0,1-1 0,-7 1 0,5-1 0,-4 1 0,5 0 0,1 1 0,0-1 0,0 1 0,1-1 0,0 1 0,1-1 0,0 1 0,0-1 0,1 0 0,1 1 0,-1-1 0,1 1 0,0 0 0,0 0 0,1 0 0,1 0 0,-1 0 0,1 0 0,-3 2 0,1-2 0,0 1 0,-3 1 0,6-1 0,-2 0 0,3 0 0,0-1 0,1 0 0,-1 0 0,1 0 0,0 0 0,-1 1 0,2-1-90,-2 0-90,2 0 0,-1 1-180,1 0-269,0 0-811,1 0 271,3 3-1799,1 0 2968,2 0 0,-1-2 0,-1-2 0</inkml:trace>
  <inkml:trace contextRef="#ctx0" brushRef="#br0" timeOffset="6582">1684 4436 6723,'-7'-3'2789,"0"1"-2340,9 4-359,9 0 0,0 1 0,6-1-90,-8-2 180,7 0-180,-2 0 90,6-1-90,-5 2 0,0-2 90,2 1-90,1-1 90,0 0-90,1 1 0,-1-1 0,-1 0 90,-1 1-90,-1 0 0,-1 0 0,-1-1 0,-2 1 0,0-1 0,-1 1 0,-1 0 90,-2 0-90,0 0 0,1 0 0,-2-1 0,1 1 90,-1 0 90,-1 0 0,1 0 89,-2 0-89,1 0 90,1-1-90,-2-1-90,-1-1 0,-1-2 0,-2-1 0,0-1-90,-1 0 0,1-2 90,-1 2-90,0-1 0,0-1 90,0-2-90,0-1 0,-1-7 0,-1 1 90,0-4-3367,1 3 3162,-1 3 115,1 0 0,-1-5 0,1 5 0,-1-3 0,1 8 0,1 1 0,0 2 0,0 0 0,0 1 3276,1 0-3160,-1 1-116,0 0 0,0 1 0,0 0 0,0 0 0,0-1 0,0 2 0,0-1 0,-1 0 0,1 0 90,-1 1 0,1 1-90,-3 1 0,-6 2 90,2 1-90,-5 2 0,2-1 0,-1 0 0,-4 1 0,-14 3-419,3 0 419,-11 2-1160,7-1 1160,1-1 90,-1 1-90,2-1 0,3-1 0,3 0 0,4-1 0,3-1 0,2 0-180,2 0 1,2-1-91,2 0 279,0 0-1268,0 0 1561,3-1 0,0 0 0,4 0 1</inkml:trace>
  <inkml:trace contextRef="#ctx0" brushRef="#br0" timeOffset="8294">11586 3535 9602,'-1'-8'719,"1"2"720,2 1 180,0 1-1529,-1 7 0,-1-1 0,-1 15-90,0-7 90,0 6-90,-1-6 0,1 2 0,-1-1 90,-1 5-90,0 1 0,1-2 0,0-1 0,2-6-90,-2 2 90,2-3 0,-1 1 0,1-2 0,-1-1 0,0 2 0,2-3 0,1 0 0,1-2 0,3-1 0,-1-1 0,2-1 0,-3 1 0,3 0 0,-1 0 0,5 0 0,-1 0 0,5 1 0,-2 0 0,1 1 0,1-1 0,3 1 0,0-1 0,5 2-486,-1-1 486,1 1-90,7 1 0,-9-2 0,4 2 0,-3 0 90,-8-2-90,4 2 0,-8-2 0,2 0 90,-4-1 0,1 1 397,-3 0-397,-1-2 0,0 1 0,-1 1-90,0-2 90,1 2 0,-1-2 0,1 0 0,0 1 0,0-2 0,-2 0 0,-1-4 0,-1-1 0,-1-1 0,0 0 0,-1-5 0,1 1 0,0-6 0,0 2 0,-1-2 0,0-13 0,-2 2-927,1 3 0,-1 0 927,-2-7-90,-1-7-470,1 16 380,0 3-180,1 4-90,-1 1-269,0 3-901,1 2-179,0 1 1799,0 4 0,-3-1 0,-1 0 0</inkml:trace>
  <inkml:trace contextRef="#ctx0" brushRef="#br0" timeOffset="34064">3842 6177 9332,'-8'1'899,"2"0"-899,8 0 0,12-4 0,11-1 0</inkml:trace>
  <inkml:trace contextRef="#ctx0" brushRef="#br0" timeOffset="34905">11939 5771 9512,'-11'0'1619,"2"0"-2159,3 0-2518,1 0 3058,0 0 0,0 0 0,-1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06:20.48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8621 4038 5734,'10'1'53,"-4"0"-45,-1 5 21,-1 8 61,0 6-90,2 16 45,-4-1 0,0 3-15,0-12 0,0 1 0,-1 0-30,0-1 0,0 0 0,0-1-607,1 4 0,-1-4 607,0-1 0,-1-5 0,1-6-180,0 7 180,-1-15 0,-1 2 0,1-6 0</inkml:trace>
  <inkml:trace contextRef="#ctx0" brushRef="#br0" timeOffset="616">8841 4048 5734,'0'-7'45,"0"0"0,1 3-45,1 6 0,-1 9 0,0 10 0,-1-2 0,1 0 0,0 3 0,-1 5 0,1 1-1639,1 0 1,0 0 1580,-2-1 1,1-2 57,0 0 0,-1-15 0,1 14 0,-2-12 0,0 13 0,0-20 0,0 2 0,0-6 0</inkml:trace>
  <inkml:trace contextRef="#ctx0" brushRef="#br0" timeOffset="1267">8553 3967 5734,'9'3'45,"5"1"0,12 5 0,-2-5 0,2-2-45,2 0 0,2-1 0,-1-1 0,5 0 0,-1-1-617,2-2 0,-2 1 617,-12 0 0,-3 0-2984,12-1 2984,-4 1 0,-7 0-166,-11 1 166,-4 2 0,0-1 0,-2 1 0</inkml:trace>
  <inkml:trace contextRef="#ctx0" brushRef="#br0" timeOffset="1750">8603 4362 5748,'8'4'50,"18"3"-43,-5-5 0,1-1-21,0 1 0,0 0-1611,3-1 1,-3-1 1624,2-1 0,6 2 0,-5-1 0,11 2 0</inkml:trace>
  <inkml:trace contextRef="#ctx0" brushRef="#br0" timeOffset="5785">9464 10116 5734,'3'-7'90,"-1"1"0,-2 1 0,0 1-90,0 0 0,3 5 0,0 0 0,2 5 90,6 24-90,-3-8 0,1 1-1639,0-1 1,1 0 1580,-2 0 1,2-4 57,11-6-757,1-18 1,5-9 0,-2 3 756,-3 4 0,3-4-55,-5-1 1,5-5 0,3-4 0,2-3 0,0 0 0,-1 0 0,-2 1 0,-3 4 54,4-4 0,-3 2 0,-1 0 0,4-3 0,-5 4 0,2-3 0,1 0 0,0-1 0,1 0 0,0 1 0,-1 2 0,1 0 0,1 0 0,0 2 0,0 0 0,-3 2 0,-3 2 0,1 0 0,-3 3 0,2-2 0,7-4 0,4-1 0,-1 0 0,-6 6 0,-8 6 0,0 0 0</inkml:trace>
  <inkml:trace contextRef="#ctx0" brushRef="#br0" timeOffset="6517">14329 9756 5824,'4'-7'90,"-1"1"0,0 1 0,-1 2 89,3 0-89,4 8 0,-1 1-90,1 5 0,-4 7 90,2 12-3367,-2-9 3162,3 7 115,13-25 0,3-6 0,5-3 0,-5-6 0,7-6 0,3-3 0,-1-1 0,-4 1-567,-5 3 0,-4 0 0,0-1 0,2-1 567,4-3 0,3-1 0,0-2 0,-1 2 0,-3 1-295,0-2 1,-3 1 0,-1 0 294,0 1 0,0 0 0,0-3 0,-1 0 0,1-3 0,-1 0 0,-1 2 0,0 2 0,-2 2 0,1-2 0,2-6 0,0-2 0,-5 6 0,-9 4 0</inkml:trace>
  <inkml:trace contextRef="#ctx0" brushRef="#br0" timeOffset="9784">9161 4761 5824,'-6'-3'-37,"12"0"51,13 1-14,-1 1-3277,12-1 899,-21 2 3790,12-1-1409,-2 1-6,-4 0 877,7 1-874,-16-1 0,5 1 0,-6-1 0,0 1 3276,0-1-3160,-1 2-116,-1-1 0,0 2 0,-1 0 0,1 0 0,-1 2 0,5 11 0,0 8 0,2 1-1452,-3-2 1452,-4-14 0,0-1 0,2 7 0,-1-3 0,1 2 90,-2-7-90,-2-3 1542,1 0-1542,-4-1 0,-1-1 0,-2-3 0,-14 1 0,10 0 0,-24 1 0,20 1 0,-8 0 0,6 1 0,0-1 0,-2 2 0,0-2 0,7-1 0,4 0 179,1-1-89,0 0-90,-1-5 90,-1-4-90,3 0 0,1-2 0,-1-14-269,4 1-1,-2-4 270,5 10 0,2 14 0,0 2 0</inkml:trace>
  <inkml:trace contextRef="#ctx0" brushRef="#br1" timeOffset="25450">11120 13522 6501,'-7'2'93,"1"0"-73,2-1 10,-1 0 1902,1 0-372,-1 1-832,20-5 0,13-1-520,-1 0 1,6 1 0,3 0 0,1-1 15,-7 1 1,1 0-1,2 0 1,-1 0-1,1 0 1,0 0-587,-1 0 0,1 0 0,0 1 0,0-1 0,-1 0 1,0 1 600,3 0 1,1-1 0,-1 1 0,-1 1 0,-3-1-143,2 1 0,-2-1 0,6 1-120,-8 1 0,3-1 0,5 1 0,1-1 0,2 1 0,-1-1 0,-1 1 0,-2 0 0,-3 0-361,3-1 0,-5 1 0,-1 0 1,4-1-1,7 1 367,-15 1 1,4-1-1,2 0 1,3 0-1,2 1 1,1-1-1,2 1 1,2 0 0,-1-1-1,2 1 1,-1 0-1,-1-1 1,0 1-1,-1 0 1,-2-1 0,-2 1-1,-2 0 1,-3-1-1,-3 1-235,15 0 1,-6 0 0,-3 0-1,-1 0 1,2 0 0,6 0 254,-11 0 0,1 0 1,3 0-1,1 0 1,1 0-1,1 0 1,1 0-1,-1 0 1,1 1-1,-1-1 1,-1 0-1,0 0 1,-3 0-1,-1 1 10,5-1 1,-2 1 0,-2-1 0,0 1 0,-1 0 0,0 0 0,1-1 0,0 1-1,1 0-20,1-1 0,1 1 0,0 0 0,1-1 1,0 1-1,0 0 0,-1-1 0,1 1 0,-1 0 1,0-1-82,1 1 0,0 0 1,-1 0-1,0 0 0,0-1 1,1 1-1,0 0 1,1 0-1,1-1 126,-5 1 0,3-1 0,0 1 0,2-1 0,-1 1 0,1-1 0,0 0 0,-2 1 0,0-1 0,-2 0 0,-3 0 0,-1-1 23,7 1 0,-4-1 0,-2 0 0,-1 0 0,0 0 0,2 1-100,0-1 0,1 1 0,0-1 1,0 1-1,0-1 0,-2 1 0,-1-1 38,6 0 1,-2-1 0,-1 1-1,1-1 252,3 1 1,1-1-1,-2 1 1,-4-1-166,1 1 1,0-1 68,-2 0 0,4 1 1,-1-1-1,-4 1-133,0-1 0,-4 0-134,-1 1 0,-1 0-1,1-1 1,-1 1 1613,8 0-1866,-6 0 448,-15 0-584,17 1 817,-23 0-356,-20 8 1,-6-3 0,-1 1 0,0-1 0</inkml:trace>
  <inkml:trace contextRef="#ctx0" brushRef="#br0" timeOffset="35352">6863 3106 5734,'-7'-9'0,"-2"-1"0,4 4 0,-3-8 0,5 10 17,-2-6 2,13 4-11,13 1 1,4 1-1648,-1-1 1,2 1 1586,7-1 0,2 1 53,-9 2 0,1 0 0,0 1-1131,10 0 0,-1 0 1131,-3 0 1,0 1-1,-6 0 1,0 0 0,-6 5 4,-4 15-169,0 7 163,-29 9 0,0-20 0,-2 0 0,-4 4 0,-3 1 0,1 0 0,-2 3 0,1-1 0,-1 1 0,0 1 0,3-4 0,-1 1 0,4-3 0,0 4 0,3-3 0,1 5 0,11 11 0,8-9 0,2-10 0,3-3 800,17-2-800,5-10 0,1-2 0,-15 0 0,0-1 1034,12-2 1,-1-2-1063,4-5 28,-3-3 0,-1-1 0,-6-2 0</inkml:trace>
  <inkml:trace contextRef="#ctx0" brushRef="#br0" timeOffset="36999">7717 3318 5734,'-1'-8'0,"-4"-7"0,3 8 0,-4-6 0,4 8 0,0 1 0,-1 0 19,-7-5-3296,-6 5 2328,0-2 955,-2 7 429,1 8 0,0 3-429,-8 11-1008,7-9 0,1 1 1002,2 9 8,15 12 0,18-6 93,-12-12 0,2-1-98,19 4-3,-9-16 0,1-4 0,17-7 1045,-15 6 1,-1-4-1046,2-10 0,-5-5 0,-13-1 0,-3 0 0,6 1 0,-2 0 640,-8-1 1,-2 2-641,-2 4 0,-10-7-2787,-3 3 2786,1 0 1,3 7-3,10 8 1,-5 1-4,7 5 6,-1-1 0,8 5 1218,2-4-1218,11 4 0,11-1 0,-4 0 0,6-1-2,-1-4 2,3 1 0,-3-1-755,-5 0 752,-17-1 3021,3 3-3018,-3 4 3,-1-1-3,-4 5 0,-3-3 0,-5 13-2,3-1 1,0 1-3020,-1 16 3022,2-16 1,2-1 1,4 0 754,1-8-748,22 11-2272,-14-13 2263,17 6 0,-10-20 0,7-16 0,-6 0 895,-3-7-895,-15 9-3,-5 3 1,-9-10 1,-2-2-1,1 4 1132,-1-2 0,-1 1-1135,2 9 2,-1 1 0,8 0 1946,19 2-1943,6 6 0,1 2-3010,16-3 3010,-14 3 0,0-1 194,-1 1 1,0 0-198,10-3 3,5 2 0,-14 15 3,-14 24-6,1-6 4,-6 6 1,-1 2 0,-2-16 1,1-1 1588,-1 5 1,1-1-1580,1 9-9,7-36-3,1 1 0,3-16 0,-3-1 0,0-2 0,0-3 0,1-1 0,0 2 0,-1 0 0,0 0 0,0 2 0,7 0 0,2 14 0,1 4-764,-3 12 764,-9 4 0,0 2 0,1 7 0,-3-6 0,1 2 0,-5-11 0,3-1 0,6-8-3139,-2 1 3139,4-9 0,-6 2 0,5-6 0,-2 2 255,10-7 1,1 1-256,-4 5 0,6-2 0,-1 7 0,-4 32 0,0 1 278,-11-6 1,-3 1-279,-2 8 0,-1-7 0,1 8 0,-1 2 0,2 1-343,-2-3 0,1-2 343,2-9 0,3-8 0,5-7 0,2-6 0,1-9 0</inkml:trace>
  <inkml:trace contextRef="#ctx0" brushRef="#br0" timeOffset="37433">8792 3315 5734,'-11'1'90,"11"-2"-90,22-8 90,2-1-3367,9-4 3184,-15 4 93,-6 2 721,-2 1-721,7-14-2515,-12-7 2515,3 3 0,-34 5 0,7 33 0,-1 6 886,2-9 0,0 1-886,-1 11 0,3 5 0,6 1 0,6 1 0,7 5 0,3 0 0,-4-1 0,3-1-854,6-4 1,2-5 853,5-10-90,3-7 90,-1-7 0,0-2 0,10-2 0,-8-2 0,0-2 0,2-5 0</inkml:trace>
  <inkml:trace contextRef="#ctx0" brushRef="#br0" timeOffset="37949">9321 3265 5781,'-1'-7'43,"-1"1"-43,-4 2 90,-1 2-90,0 0 0,-3 2 45,-9 3 0,-3 2-45,-2 1 0,0 0 0,0 3 0,5 0 0,2 3 0,3 6 0,1 2 0,-1-4 0,3 1 0,1 19 0,16-18 0,24-4 0,-6-9 0,4-6 0,0-9 0,-7-9 0,-2-7 0,0-1 0,-1 0 0,-1-2 0,-1 0-1093,1-2 1,-1-1 0,-2 1 1053,-6 6 1,-1 1 0,-2-1 38,0-7 0,-1-2 0,-1 3-45,0 0 0,1 4 45,3 0-1135,-5 45 1,0 15 1134,-1-6 0,-1 3 0,1-1 0,1 0 0,-1-1 0,1-3 0,0-4 0,0 0 0,2 5 0,2 3 0,1 0-30,3-3 0,1 0 0,0 0 766,-3 0 1,0 0 0,2-2-737,12 5 0,1-8 0,-1-17 0,11 1 0</inkml:trace>
  <inkml:trace contextRef="#ctx0" brushRef="#br0" timeOffset="38200">10010 3282 5762,'-1'7'5,"0"1"4,0 9-6,0-3 2,3 14-5,1-9 0,1 1 0,1 10 0,0-11 0,-1 0 0,1-1 0</inkml:trace>
  <inkml:trace contextRef="#ctx0" brushRef="#br0" timeOffset="38450">9974 3013 5734,'-3'-8'0,"0"-3"0,1 4 0,-1-4 0,0 17 0,0-3 0,0 10 0,1-7 0</inkml:trace>
  <inkml:trace contextRef="#ctx0" brushRef="#br0" timeOffset="38985">10202 3217 5734,'13'-3'90,"7"-4"90,-7 6-180,0 0 0,-1 29 90,-8-3-200,-2-7 1,1 1 109,-2 7 0,0-2 0,0-1-45,1-1 0,0-2 45,2-9 0,18-31 0,-10 3 0,0-6 0,3-8 0,0-1 0,-2 6-100,-4 7 0,1 0 100,5-5 0,3-5 0,1 2 0,-4 8-2185,6 8 2185,-2 2 0,0 3 0,-5 10-1265,5 15 1,0 6 1264,-1-1 0,-4 5 0,2 7 0,-4-5 0,-6-2-436,1 2 1,-2-3 435,-3-16 631,2 6-811,3-4 2114,0-1-1934,4-7 0,5-10 0,3-5 0,10-4 0</inkml:trace>
  <inkml:trace contextRef="#ctx0" brushRef="#br0" timeOffset="39352">11064 3171 5734,'6'5'0,"-1"0"0,-2-2 0,-5 0 0,0 0 0</inkml:trace>
  <inkml:trace contextRef="#ctx0" brushRef="#br0" timeOffset="41185">13840 2913 5734,'-6'-3'0,"-2"-4"11,18-2 31,18-2-34,4 1-4,-11 6 1,3 1 5,9 0 0,3 1-10,-2 0 0,0 1 0,-8 0 0,0 0 0,-2 1 0,2-1 0,-3 2 0,-2 6-3277,-20 12 3162,-1-2-1020,-12 1 1,-4 0 1134,-7 4 0,0-4 0,-4 2 0,2-1 0,-2 1 0,1 0 0,-4 2 0,1 0-55,5-4 1,-1 1 0,3-1 54,4 0 0,4 0 1730,3 16-1730,6-1 0,13-6 3044,18-8-2999,5-9 0,3-3-45,-8 0 0,0-2-812,9 2 0,0-3 812,-14-4 0,0-2 432,9 0 0,-1-2-432,5 1-1040,-7 0 0,-4 0 1040,-14 1-90,2-1 5,1-1 85,-2-1 0,-2 1 0,-4 0 0</inkml:trace>
  <inkml:trace contextRef="#ctx0" brushRef="#br0" timeOffset="42867">14535 3206 5734,'0'-11'33,"-13"-4"-24,0 10-1,-11 0-285,9 9 286,-13 11-3253,10 0 3247,-5 4 0,10-3 1,8 2 0,3 3 0,20 12-1115,-13-12 0,3-2 1111,20 3 0,-3-20-34,-5-8 0,0-1 34,5-2 81,-2-6 1,-3-1-82,-10 0 0,-3-6 0,-3-3 0,-6-2 1784,0-7-1784,-5 14 3151,1 8-3154,21 10-3148,8 0 3151,8 9-2,-6-3 1,1-1 1,11-1-892,-10 1 0,-2-1 892,4 2 0,-13 3 0,-18-2 1136,-7 10 0,-1 5-1136,2-3 0,1 2-1133,-2 7 0,0 0 1133,2 8 0,9-12 2269,11-6-2269,16-2 0,-7-1 0,1-13 0,0-4-2269,-7-10 2269,7-3 0,-14 2 2269,-13-21-2269,-2 12 0,-1 1 0,-1 0 0,-1 5 0,1 4 0,3 4-1,2 3-4,13-9 5,-3 11-3,21-5 0,5 2 3,-11 4 0,6-1 0,-2 0-1645,-12 3 1645,0 0 0,-2 1 0,4-1 0,4 0 0,-5 1 0,3 2 3,-14 17-3,-1-3 0,-3 9 0,-2-10 0,0 2 3,-3 14-1,2-11 327,-1 0 0,1-1-329,1-9 0,13-18 0,-1-6-721,-1-1 1,1 0 720,2-6 0,-1 3 0,0 0 0,1-2 0,0 1 0,0 1 0,-5 8 0,3-1 0,-4 6 0,4 1 0,-1 6 0,-1 1 1537,-1 6-1540,-5 9 3,-1-6 0,0 8 0,-3 8 0,1-14 898,-3 16-898,4-22 0,12-15 0,-4 1 0,7-12 0,3-1-3,2 4 0,5-9 0,-9 19 0,-5 13 3,-3 6 0,1 3 0,-6 4-3,-3-4 3,-1 3 0,-1 3 0,0 8 0,0-9 0,1-1 0,0 1 0,1-10 0,3 12 0,0-13 0,3 8 0,-1-18 0,4-3 0,3 0 0</inkml:trace>
  <inkml:trace contextRef="#ctx0" brushRef="#br0" timeOffset="43334">15590 3276 5734,'-3'9'0,"3"-1"0,3-4 3,12 4-3280,14-3 2330,-5 1 953,8-4 337,-13-6 0,0-2-337,3-7-1109,-3 4 1,-3-2 1099,-7-5 1,-12-3 1,-24 7 2195,10 2-2196,-13 17 1,0 8-1038,17 3 0,2 2 1037,-8 0 1,2 0 1037,9-2 1,6 1-1036,5-1 1,7-1-1095,14 3 0,4-1 1093,-11-1 0,0-1 0,16-1 0,-1-6 0,-12-9 0,16-6 0,-13 0 0,11-9 0,-8 0 0</inkml:trace>
  <inkml:trace contextRef="#ctx0" brushRef="#br0" timeOffset="43851">16155 3394 5779,'-10'1'225,"1"0"-135,-10-3-1,4 3-89,-7 2 90,-2 7-90,2 10 90,3-4-90,5 4-90,17-1 90,5-10 0,22 2-1639,-4-21 1,1-5 1580,-5 4 1,1 0 57,5-7 0,0-6 0,-7 1 0,0-6 0,-1-1 0,-2 4 0,0 0 0,-1-3-29,-4 5 0,2-7 1,1-2-1,-2 0 0,-1 2 1,-4 6-17,-2-6 0,-3 3-692,1-2 0,1-2 0,-3 6 737,-3 3 2211,-4 22-2211,0 7-737,-2 15 0,0 12 0,1-4 737,2-9 0,0 0 38,-2 9 1,0 5-1,3-1-68,6-3 0,3 0 0,-1-4 1119,-2-5 1,4 0-1090,7 5 0,6 4 0,3-1 0,-4-7 0,-3-10 0,1-3 0,9 5 0,4 1 0,-4-5 0,-8-9 0,0 0 0</inkml:trace>
  <inkml:trace contextRef="#ctx0" brushRef="#br0" timeOffset="44100">17098 3252 5762,'-2'7'45,"1"12"-28,0-3-17,1 4 0,0 3 45,0 2 0,0-1-45,1-3 0,-1 0 0,1 1 0,0-1-72,1 1 0,1-2 72,0-2 0,3 17 0,-5-33 0,0 1 0</inkml:trace>
  <inkml:trace contextRef="#ctx0" brushRef="#br0" timeOffset="44350">17102 3033 5756,'8'-12'67,"-2"3"-66,1-1 179,6-7-180,-3 2-90,0 8-1,-5 3 91,-7 16 0,3-6 0,1 1 0,2 3 0,1 1 0</inkml:trace>
  <inkml:trace contextRef="#ctx0" brushRef="#br0" timeOffset="44849">17328 3325 6004,'4'6'179,"0"25"-179,-5-16 45,0 5 0,0 0-45,-2-6 0,-5 20 0,3-15 0,-2 6 90,14-23-90,-1-6 0,9-11 0,8-9 0,-2 1-45,-1 2 0,0-1-1048,4-3 1,2-2 0,-3 4 1034,-6 6 1,-1 4 57,7-1 0,-7 20 0,-7 0-136,3 10 136,-8 5 0,-3 6-1112,1 2 1,-1 2 1111,0 0 0,1-1 1111,-2-3 1,2 0-1247,1-6 0,2-3-2340,3 3 2475,2 11 0,-3-27 0,-1-6 0,1-3 0</inkml:trace>
  <inkml:trace contextRef="#ctx0" brushRef="#br0" timeOffset="45949">9960 3365 5815,'9'1'0,"-1"0"0,-2-2 0,0 2 0,-4-1 0,1 0 0</inkml:trace>
  <inkml:trace contextRef="#ctx0" brushRef="#br0" timeOffset="46682">10047 3364 5734,'-9'-1'0,"7"-2"0,4 0 32,24-7 0,9-1-3309,0 0 2960,-10 4 1,3-2 0,0 1 316,2 0 0,3-1 103,-6 2 0,4 0 0,1-1 0,1 0 1,-4 1-104,7-1 0,-3-1 0,2 1-522,1-1 0,3 0 0,-2 0 0,-6 1 522,-5 2 0,-6 1 0,11-4 0,-12 2 0,-1 1 0,5-2 0,6-6 0,-24 14 40,2-2 1,-7 6 0,0-1 0</inkml:trace>
  <inkml:trace contextRef="#ctx0" brushRef="#br0" timeOffset="47950">11152 3033 5734,'5'-6'87,"-1"1"-84,-10 13-3,2-5 0,-12 27 0,10-16 0,-4 13 0,3 0 0,9-1 0,1 1 0,1 8 0,1-10 0,2-5 0,4-12 0,21-7 0,-14-10 0,0-3 0,0 7 0,0-2 0,-1-19 0,-8-6-1639,-17 2 1,-6 1 1580,9 2 1,-2 1 41,-9 3 1,-4 0 0,1 7 15,-7 7 0,-8-6 0,27 24 0,42-5-2253,-4 2 2253,-7-5 0,2-3 0,6-2 0,-3-1 128,-3 1-128,-1 0 0,0 0 32,-8 2-32,8 1 0,-6 6 0,4 12 0,-16-3 2332,0 17-2332,-5-17 1658,1 9-1658,-1-10 0,2 12-2881,6 5 2881,-2-3 0,5-2 0,17-8 0,-15-9 0,12-4 0,3-6-701,-13-7 0,0-3 701,4 2 0,-1-1 0,-4-2 0,-4-2 0,-1-13 0,-4-1 0,1 2 0,-1-2 0,-2 1 0,-3 3 0,0 6 0,-1-2 0,3-4 0,-1 13 0,2-8 0,-1 16 0,2 0 0,0 1 0,2 0 0,11-2 0,-7 2 0,12-8 0,1-2 0,-3-3 0,1-6 0,-2-4 0,-12 7 0,-4-1 0,2 1 0,-2 0 0,-2-13 163,-3 20-163,-1-11 2269,-1 43-2269,1-3-1135,0 7 1,1 2 1134,0-4 0,0 1 0,0 0 0,0 2 0,1 3 0,0 2 0,1-1 0,-2-2 0,3 1-4,1 9 1,3 3-1,1-9-7,6-9 11,0-1 0,0-7 0,0-18 0,0-11 0</inkml:trace>
  <inkml:trace contextRef="#ctx0" brushRef="#br0" timeOffset="48184">11964 2827 5737,'8'-4'28,"1"0"-20,4 0 6,10-3 0,6 0-14,-3 1 0,1 1 0,0 0 0,10-3 0,-1 0 0,3 1 0,-5 0 0,-11 3 0</inkml:trace>
  <inkml:trace contextRef="#ctx0" brushRef="#br0" timeOffset="57217">8840 9697 6004,'2'-8'90,"-1"0"-90,1 4 0,0 2 0,3-2 0,0 3 89,2 4-89,-3 1 0,7 18 0,-7-14 0,5 12 0,-1-8 0,5-5 0,-1 1 0,4-9 0,4-11 0,4-9 0,-3 2 0,-5 6 0,1-2-111,1-1 0,4-5 0,3-3 0,0 0 0,-1-1 1,-2 4 87,0-3 1,-2 2-1,0-1 1,0 0-794,4-3 1,2-1 0,-2-1-1,-1 3 786,0-1 0,-1 1 0,-2 1-184,-4 3 0,-1 1 0,-1 1 0,0 0 0,-1 0 0,8-11 0,0-1 0</inkml:trace>
  <inkml:trace contextRef="#ctx0" brushRef="#br0" timeOffset="60917">14647 10121 5734,'7'0'360,"-2"1"-360,0-1 0,-2 2 0,-1 0 89,1 4-89,-1 0 0,0 0 0,0 0 0,0 8 0,-1-7 0,5 23 0,-4-21 0,2 12 0,-2-15 0,2 4 0,5-2 0,0 0 0,5-6-30,12-14 0,9-11 1,-4 2 29,-7 5 0,3-2-187,-7 4 0,4-5 1,4-1-1,1-3 0,1 0 1,0 0-1,-1 2 0,-4 1 187,6-4 0,-3 2 0,0 1 0,0-1 0,1 0-15,-1-1 0,2-1 0,-1 0 0,1 0 0,0 0 0,-2 2 15,0 1 0,0 0 0,0 1 0,-3 2 0,-4 2 0,2-1 0,-3 3 0,0-2 0,-1 1 0</inkml:trace>
  <inkml:trace contextRef="#ctx0" brushRef="#br1" timeOffset="63734">14029 4818 19222,'2'6'-3277,"-1"1"0,-2-1 795,-1 3 2931,-1 0-60,0 2-207,2-4-87,0 1-1145,6-13 3173,-2-1-751,6-16-977,-6 9-385,0-4-250,-3 10-219,-5 6 880,-1 7 855,-1 1-1356,0 6 1,0 14-175,4-11 191,-2 11 109,4-16 67,2-1-1076,3-7-563,2-12 1353,1-3 217,-1-9 113,-4 13 37,1 10-673,-2 1-442,1 9 751,2 3-249,1 3-1391,0-1 325,2-2 83,0-14 1884,-1 1 289,2-6 2195,0-4-1207,-1-3-106,1 1 181,-3 7 701,-5 7-2129,0 4-1301,0-1 135,4 2-2067,0-3 763,2 1 347,2-9 2049,4-6-568,-3 1 2531,1-4-1007,-7 3-484,-2 1 245,-3 0-401,-1 7 1,-4 7 0,2 4-1</inkml:trace>
  <inkml:trace contextRef="#ctx0" brushRef="#br1" timeOffset="69999">18930 5633 11437,'7'-7'-648,"0"1"585,-2 2 439,12-5-607,-1 4 105,2-2-53,-5 3 2,-7 4-219,-2 11-141,-1-2 299,-2 12 0,-1 3-509,0 0 524,0-3 1,1 0-273,4 7 132,6-3-2359,0-3 2437,4-3 392,16-15 0,4-4-10,-16 0 0,0-1-598,7 0 1,3 0 0,1-3 581,-2-3 1,1-2 0,2-3 0,0 0-61,-2 1 1,0-1 0,2-2-1,-1 1 1,0 1-405,0 0 0,0 0 1,0 0-1,-1 0 0,1 0 406,-2 0 1,-1-1 0,0 0-1,1 0 1,1-1-66,-1 0 0,2-1 0,0 0 1,0 0-1,-1 0 0,-1 1 5,4-1 0,-1 0 0,0 1 0,3-2 0,-3 1 0,2-1 0,2-1 0,0 0 0,-2 1 0,-3 1 0,-1 3 0,0-1 1,-1 1-1,1-1 0</inkml:trace>
  <inkml:trace contextRef="#ctx0" brushRef="#br1" timeOffset="74985">9321 4185 6166,'6'1'-50,"-1"2"-9,-4 1 2,-2 5 55,0-4 6,-4 13 6,1-8 1,-2 4-18,2-3 215,3-6 31,0-8-179,-1-7 8,1-3 47,-2 0-59,-15 0-13,2 10 135,-6-5-247,8 15 421,2 10 117,6-7-58,8 27-323,5-26-159,8 12 4,-7-21 172,7-7 263,-8 2-359,8-5 103,-10-1-98,0-7 150,-7-5 32,-3 6-103,-5 5-363,2 13 301,3 9-198,2-5-47,9 14-147,-1-16 42,7 6 222,-3-11 402,7-7 249,-7 1-479,4-4 139,-12 3-296,-7 2 40,0 2 246,-5 3 58,0 10-60,4 0-305,-1 6-85,6-5-116,1-2 230,3-4 112,8 3-182,0-6 107,2 1-270,-1-10 453,-6-6-423,-4 1 36,-2-2 75,-5 6 14,-9 5-3125,0 5 3031,-2-2 113,6 6 28,5 3 0,4-3 1,-2 4-1</inkml:trace>
  <inkml:trace contextRef="#ctx0" brushRef="#br0" timeOffset="76684">14048 4382 5734,'0'-8'5,"-1"0"68,0 1-61,-3 0-12,1 1 90,-15 4-90,10 2 0,-11 3 0,2 8 0,5-2 0,-4 4 90,6 2-90,8 2 0,0-3 0,24 2 0,-12-13 0,14 0 0,-11-7 0,-3 1 0,2-3 0,6-17 0,-12-2-3277,6-1 3162,-16 7 115,0 17 0,-5 3 0,-5 13 0,2-5 0,0 24 0,11-22-338,1 10 338,3-17 3224,4 2-3224,2-3 0,2-1 0,-2-4 0,-1-14 0,-17-5 0,-1 0 0,-8 4 0,1 16 0,-2 11 506,7-5-596,-5 11 90,16-11-155,2 4 155,4-8 0,-1-2 0,0-1 0,-3-1 0</inkml:trace>
  <inkml:trace contextRef="#ctx0" brushRef="#br1" timeOffset="78633">9311 4242 6577,'8'-1'50,"-1"0"-29,1 3-75,0-2 41,-1 1-5,8 0-3259,6 1 2586,-3 0 1190,5-1 1,2-1-503,12 0-1127,-2-1 0,1 1 1141,-12-1 1,0 1-6,7 0 1,5-1-206,-5 0 1,2 1 0,2-1 0,-1 0 190,-3 1 1,0-1-1,0 1 1,0-1 0,-1 1 1,1-1 0,1 0 0,-2 1 0,-2-1-6,6 0 0,-2 1 0,-3-1-227,-4 1 1,1-1 249,-1 1 1,4-1 0,2 1 0,3 0 0,1-1 20,-1 1 0,2-1 0,2 1 1,1-1-1,0 1 0,-1-1 0,-1 1 0,-3-1 0,-2 1 0,0 0 0,0-1 0,0 1 0,0 0 0,1-1-81,3 1 0,1-1 0,1 1 0,-1-1 0,-1 1 0,-4-1 0,-4 1 88,1 0 1,-5 0 0,3-1-48,8 1 1,3-1-1,0 1 1,-4-1-8,2 1 0,2-1-17,-10 1 0,6-1 0,3 0 0,1 0 0,0 0 0,-5 1 0,-5-1 32,8-1 0,-3 1 101,1 0 0,4 0 0,-1-1 0,-4 1-250,-2 0 1,0-1 447,-5 1 1,3 0-1,1 0 1,1 0-277,3 0 0,2 0 1,0 0-1,-2 0 14,-3 0 1,-1 1 0,0-1 0,2 0-37,4 1 0,3-1 0,1 0 0,-3 1 0,-7 0 0,-2 0 0,-1 0-2,2 0 1,7 0 0,4 0-1,1 0 1,-5 1 0,-7-1-71,1 1 1,-1-1 72,0 1 1,4 0 0,2 0-1,-1 0-86,-1 0 0,0 1 0,-2-1 0,-3 0-83,-1 1 1,-1-1 83,2 0 0,5 1 0,-1-1 0,-8 0 235,0-1-244,6 0 0,2 0 133,0 0-52,-6 0 0,6-1 0,0 0 0,-6 1-33,9-1 44,3 0 0,-2 0 0,-15 0 0,11 0 0,-5 0 0,3 0 0,-6 1 0,0 0 0,8-1 0,-11 0 0,0 1 0,12 0 0,-22 0 0,22-1 0,-20 2 0,11-1 2269,12 2-2269,-20-1-936,19 1 936,-28-2 0,5 1 0,-3-1 0,4 2 0,-7-2 2929,2 1-3115,-3-1 186,-4 3 0,-3-2 0,-8 2 0,-5-2 0,-4 0 0</inkml:trace>
  <inkml:trace contextRef="#ctx0" brushRef="#br0" timeOffset="80385">9260 4210 5756,'12'-4'0,"-3"2"0,1 0-17,12 1 34,-4 2 0,3 0-888,-3 0 0,2 0 882,17 3 1,0 0-4,-1 1-3,-10-1 1,6 0 3,-6-2 1,3 1 0,2 0 0,3 0 0,0 0 10,0 0 0,1-1 0,3 1 0,0-1 0,0 0 1,0 1-1,-1-1-20,-4 1 0,0-1 0,-1 1 0,0-1 0,0 1 0,1-1 0,0 1-363,4-1 0,3 0 0,0 1 0,0-1 0,-3 0 1,-2 0-1,-5 0 363,2-1 0,-5 1 0,4 0-126,-2 0 0,3 0 0,2 1 1,2 0-1,-1 0 168,0 0 0,0 0 1,2 0-1,0 1 0,0-1 1,-2 1-219,-3-1 1,-2-1 0,0 1 0,1 0 0,1 0 0,2 1 172,-2-1 1,2 1 0,1 0 0,1 0 0,0 0 0,1 0 0,-1 1 0,-1-1 0,-1 0-2,3 1 1,0 0 0,-1-1 0,0 1 0,-1 0 0,0 0-1,0-1 8,-2 0 0,-1 1 0,0-1 0,-1 0 0,2 0 1,0 1-1,2-1-4,0 1 0,3 0 0,1 1 0,2 0 0,-1-1 0,-1 1 0,-3-1 0,-4 0 0,-5-2 0,4 2 0,-6-2 0,4 2 0,0-1 0,6 1 0,3 1 0,1 0 0,-1 0 0,-3-1 0,-6 0-25,3 0 1,-5-1-1,1 1-28,1-1 1,1 1-1,1 0 1,-5-1 52,6 1 0,-5-1 609,1 0-623,5 1 0,4-1 200,-11-1 0,-1-1 1,1 1-187,2 0 0,-1 0 0,0-1-351,6 1 0,-5-1 351,-5-1 0,11 2 0,-16-1 0,17 1-438,-19-1 438,0-1 0,3 1 0,0 1 676,-2-1-676,0 1 2389,-1-1-2389,17 0 1725,-10 1-1725,4-2 0,3 1 0,-3 1 0,-1 0 0,-1 0 0,-1-1 0,3 2 0,-4-1 0,-7 0 0,-6-1 0,17 4 1304,5 1-1304,-2 0-1815,-3-2 1815,-19-3 0,6 3 0,-5-2 0,3 1 0,-2-1 0,-3-1 0,11 6 0,-4-3 0,2 1 1815,-4-1-1815,6 1 0,7 1 0,2 1 0,3 0 0,-30-3 0,-6-2 0,-20-1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2:42.37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9231 4340 5734,'-5'-7'0,"0"1"33,2 3-10,1-1 11,-4-1-34,-1-1 0,1 0 0,1 0 0,1 1 0,0 0 0,1-1 0,-1 2 0,1 1 0,0 5 0,0 2 0,2 4 0,0-1 0,0 1-3277,0 1 3162,1-2 115,0 1 0,0-2 0,1 1 0,0 1 0,1-4 0,6-1 3276,-3-3-3160,11-1-116,-8-1 0,8-1 0,-8 2 0,2 0 0,-5 1 0,1 0-3,-1 1-6,0 0-2,-1 0 8,1 0 0,0 0 1,1 0-4,4 1 3,-1-1 0,4-3 3,-5 1 0,0-2-2,-3-3-1,-3 2 3,1-3 5,-4 0-5,-1 2 0,-1-2 0,1 2-2,-2-3 2,2 1 2,-2-1-4,1-1 2,2 5 0,-2-2 0,2 2 2,-3-1-2,0 1 0,-2 1 3,0 1-3,1 2 3,-3 0-3,2 1 3,-2 0-3,0-1-3,2 0 3,-1 0 0,1-1 0,1 0-3,-1 0 0,1-1 3,0 2 0,1 0 0,0 1 0,1 1 0</inkml:trace>
  <inkml:trace contextRef="#ctx0" brushRef="#br0" timeOffset="5384">13951 4371 5734,'1'-7'0,"1"2"0,0 7 0,0 0 0,1 4 0,-2-1 0,0-1 5,-1 0-2,1 8 0,-1-6-3,-1 7 3,0-9-3,-1 7 0,1-6 5,-1 6-2,1-5-6,-1-2 3,2 2 0,0-2 0,1-1 3,4 1 0,1-2 0,7 0 0,-3-1-3,3-1 5,-3 0-8,-3 0 3,8 1 3,-5-1-3,3 1 0,-4-2-3,-1 1 3,-2 0 0,2 0 0,-3 0 0,0 1 0,0-1 0,0 1 0,-1-1 3,1 1 0,-1 0 19,1-1-10,0-1 4,-1 0-15,0-2-1,-3 0 0,1-2 0,-2-3 0,-1 0 0,1-3 0,-1 6 0,-2-10 0,1 11 0,-2-8 0,2 6 0,0 0 0,0 1 0,0 0 0,0 0 0,0 0 0,0 0 0,0 1 0,0 1 0,0-1 0,-1 1 0,-1 2 0,0-1 0,-4 3 0,-1-1 0,0 0 0,-4 2 0,7-1 0,-5 1 0,6-1 0,0 0 0,0 1 0,1 0 0,-1 1 0,2 0 0,3 3 0,2-2 0,2 1 0,-1-2 0,4 2 0,-3-2 0,2 3 0,-1-1 0,-2-2 0,4 5 0,-4-5 0,4 8 0,-4-8 0,0 4 0,0-5 0,0-8 0,0 0 0,1-6 0,3-4 0,-4 10 0,3-9 0,-5 13 0,1-3 0,-1 2 0,-2 17 0,0-4 0,-1 11 0,1-8 0,1-7 0,0 2 0,6-19 0,-2 2 0,3-9 0,-9 17 0,-1 8 0,-5 12 0,4-5 0,1-3 0,3-6 0,1-1 0,8-12 0,-4 4-71,10-19 71,-10 13 0,1-4 0,-4 10 0</inkml:trace>
  <inkml:trace contextRef="#ctx0" brushRef="#br0" timeOffset="13268">11675 10245 5773,'-6'-4'141,"0"0"-51,2 1 89,2 0 1,-3-1 90,0 0-270,6-4 90,4 0-90,14-4 0,12 1 0,7 1-90,-9 6 0,2 1 0,-1-1 30,1-1 0,0 0 0,-1 1-697,-2 3 1,0 1 0,-5 1 577,8 4 7,-8 4 0,-9 1 0,-5 3 0</inkml:trace>
  <inkml:trace contextRef="#ctx0" brushRef="#br0" timeOffset="13633">11664 10563 5914,'4'3'0,"-1"0"90,19-14-90,-3 2-2071,11-4 2071,-4 3-1477,-4 2 1477,2 0-1154,9-1 1,1 1 1153,-1-1-22,-3 3 1,6-2 0,-6 2-1,-1-1 1,-3 0 0,1 1 0</inkml:trace>
  <inkml:trace contextRef="#ctx0" brushRef="#br0" timeOffset="14433">11680 9720 5793,'3'7'301,"3"-7"-301,-4-5 89,3-3-89,-2-2 0,7-16 0,-2 7 0,6-14 0,0 6 0,2 0 0,1 2 0,-3 6 0,5 0 0,-10 12 0,28 11 90,-17 24-90,0 0 0,0 2 0,-11-11 0,-1 2 0,4 3 0,0 3 0,0-6-3277,5-2 3219,-4 1 1,2-5-33,17-14-696,-8-14 0,4-8 0,-2 1 741,3 3 0,0-2-41,-7 1 0,3-3 0,-1 1 1,-5 1 85,0 0 0,-2-2 0,0 1 0,3-5 0,0 0 0,-2 2 0,-2 1 0,-2 0 0,2-1 0,4-5 0,0 1 0,0-1 0,0 0 0</inkml:trace>
  <inkml:trace contextRef="#ctx0" brushRef="#br0" timeOffset="18834">14012 4822 5734,'-3'6'0,"0"-1"0,2-2 3,0 2-3,0-1 2,1 1 1,-2 2-3,1 0 0,-2 0 0,1 0 3,-2 2-3,2-4 0,-3 7 0,3-8 0,-1 2 0,1-1-3,-1 2 6,2-3-3,-2 4 0,1-3-3,1-1 3,-1 1 9,0-1-7,2 3 1,2-3 0,0 0-3,2-1 3,0-2-3,4 1 0,8-1 3,-4 1-3,3-1 0,-10-1 0,4 0 0,3-1 2,-1 1-2,5-1-2,-10 0 2,5 1 5,-6-1-2,0 1-3,0 0 11,-1-1 6,-1-3-6,-2-5-2,-2-4-7,-2-3-2,2 4 1,-1-8-1,1 11 0,0-8 0,0 12 0,1-4 0,-1 2 0,0-2 0,1 3 0,-1-1 0,0 2 0,1-2 0,-1 3 0,-7 6 0,4-3 0,-12 8 0,10-6 0,-6 1 0,5-1 0,-2 0 0,1 0 0,-1 0 0,10-2 0,3 1 0,7-2 0,-4 1 0,-2 0 0,-1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08:17.02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7935 2120 8342,'8'-4'540,"3"1"-360,-3 3-90,3 0 90,1-1 0,3 0-90,3 1-1345,6-2 1345,2 2-142,-4-2 0,4 1 141,5-1 1,1 1-591,-1-1 1,2 0 560,-1 0 0,1 0 0,-1 0-15,-2 0 0,1 1 15,5-1 0,3 0 0,-3 0-60,-1 1 0,-1 0-781,-4 0 1,1 0-1,-1 0 781,4 1 0,-1 0 45,1 0 0,0 0 3,3 1 1,2 0-4,-1 0 0,1 0-45,-11 0 0,1 0 0,0 0-473,-1 0 0,1 1 0,-1-1 473,1 0 0,-1 0 0,1 0-189,0 0 1,-1 0 0,1 1 218,0-1 0,-1 1 0,1 0-30,0-1 0,0 1 0,0-1 0,0 2 0,1-1 0,-1 0 196,0 0 0,0 0 1,2-1-175,1 2 1,1-1-1,1 1 1,-2-1-302,2-1 0,-2 1 1,1-1 278,-1 1 0,2 0 0,-1 0 0,-2 0 30,-1-1 0,-2 0 0,0 0-30,12 1 0,-1-1 172,-1 1 0,0-1-172,1 0 0,0-1-37,-4 1 0,1 0 37,2 0 0,1-1 45,-5 0 0,0-1-184,0 1 1,0 0 138,-1-2 0,1 1 0,-2 0 0,1 0 0,-1 0 0,0 0 0,-2-1 0,1 2 0,-3-1 0,1 1 0,-1-1 0,-1 1 45,-1-1 0,0 1-45,-3-1 0,-1 1 0,0-1 0,-1 0 1022,17 0-1022,-13 1 0,1-1 0,12 0 272,-13 1 1,-1 0-273,5-1 0,-1 1 1420,-4-1-1420,-2 2 0,0-1 0,0 0 0,-1 0 0,0 0 0,0 0 2117,-1 0-2117,0 0 0,10 1 0,-8-1 0,17 1 0,-16-1 0,8 0-103,-9 0 103,1 0 0,2 0 0,0-1 0,0 0 772,-1 0-772,-1 1 0,4 0 0,0 0 0,3-1 0,-2 0 441,-3-1-441,7 1 0,-8 0 0,-1 0 0,-1 0 0,3 1 0,11 0 458,-14-1-458,-1 0 564,4 0-564,-1 1 0,1-1-677,2-1 677,-3 1 0,4-1 0,-1 0 0,1 1-1515,-4 0 0,1 0 1515,4 0 0,-6 1 0,-1 0-256,-1-1 256,0 1 0,-1 0 0,0-1 0,0 1 0,-2-1-119,-1 1 119,0 0 515,6 0-515,4-1 90,0 1 0,9 0 2035,-14 0-2125,8 1 0,-9-1 0,4-2 90,-1 1 409,2-1-499,-2 2 0,12-1 0,-9 0 0,9 0-2700,-12 0 2700,-3 1-177,10-1 177,-7 1 0,7 0 0,-5-1 90,2 2-91,6-2 1,1 2 90,2-2-46,-6 1 1,1-1-45,-7 0 0,0 1 0,10 0 0,0 0 0,-9-1 0,-1 1-680,0 0 1,1 1 679,1-1 0,0-1 0,1 1 0,0 0 0,1 0 0,0 0 45,2 0 0,-1-1-45,1 1 0,0 0-624,1 0 0,0-1 624,0 1 0,1 0-168,-2 0 1,2 0-1,-2 0 168,6 0 0,1 0 0,-7 0 0,3-1 0,-3 1 0,4 1 0,-2-1-58,1 0 0,1 0 58,-1 1 0,0 0 0,0 0 0,1-1 29,2 1 0,2 0-29,0-1 0,1 1-22,-12-1 0,0 0 0,1 0 22,0 0 0,-1 1 0,0-1 0,11 1 0,0-1-110,3 1 1,-1 0 109,-2 0 0,0 0 0,-11 0 0,0 0 0,0 0 0,14 1 0,0 0 0,-4-1 0,0 1 0,4 0 0,-1 0 163,-2-1 1,0 1-164,-11-1 0,1 1 0,0-1 0,-1 1 0,0-1 0,1 0 0,8 1 0,2 0 0,-2 0 0,-7-1 0,0 1 0,1-1-23,1 0 1,4 1 0,-1 0-1,-3-1 23,10 1 0,-2 0 0,-8 0 0,1-1 0,-1 1 126,2 0 1,-2 0-127,2 0 0,-1 0 0,0 0 0,0 0 0,0 0 0,1 0 0,-2 0 0,1-1 308,-1 0 1,0 1-309,-1-1 0,0 0 0,0 1 0,-1-1 0,0 0 0,-1 1 0,0-1 0,0 1 300,0-1 1,-1-1-301,1 1 0,-1 0 0,1 0 0,-1-1 0,0 1 0,0 0 0,-1 0 0,1 0 0,11 0 0,0 0 0,-10 0 0,1 0 129,1 0 0,2 0 0,-1-1-129,2 1 0,-1 0 0,1 0 0,0 1 0,-6-2 0,-2 1 0,9-1 0,0 1 0,-2 1 0,-2-1 1491,-4 0-1401,15-1-180,-15 0-817,11 1 996,-16-1 1199,-3 0-1288,-1 1 0,0-2 913,2 1-913,-5 0 0,2 0 121,-4 0-31,1-1 3051,-3 0-3051,0 0-90,-5 1 0,0-1 0,0 1 89,-1-1-89,1 1 90,0 0-90,0-1 0,0 1-179,-1-1-1261,0 1 1440,-1-3 0,-10-2 0,-3-2 0</inkml:trace>
  <inkml:trace contextRef="#ctx0" brushRef="#br0" timeOffset="70543">9701 4772 8522,'3'-6'2159,"1"2"-1979,-2 5-180,1 2 90,-1 2-90,-2 0 90,1 1-90,-1 1 0,1 1 0,0-1 0,-1 1 90,0 0-90,0 4 0,0-4 0,0 2 0,-1 1 0,0 0 0,-1 0 0,2-1 90,-1-3-90,0 0 0,0-2 0,0 0 0,0 0 0,0 2 0,0-1 0,1 3 0,-1-3 0,2-1 0,-1 1-90,1-2 90,-1 1 0,2-1 0,-1 0 0,2-1 0,1-1 90,0 0-90,1 0 0,0-1 0,0 1 0,3-1 0,-3 0 0,3 0 0,-3 0 0,1 0 0,1 0 0,-1 1 0,3-1 0,-3 1 0,0-1 0,3 0 0,-2 0 0,2 1 0,-3-1 0,0 0 0,-1 0 0,3 0 0,-3 1 0,1-1 0,-2 0 0,0 0 0,2 0 90,-2 1-180,3-1 90,-3 0 0,2 0 0,-3 0 90,3 0-180,-1-1 180,0 1-90,0-1 0,-1 0 0,1 1 0,-1-1 629,0 2-539,-1-4 0,0 0-90,-2-4 90,-1 1 0,1-4-90,-1 3 90,2-12-90,-2 8 0,2-7 90,-1 2-90,1 3 0,-1-3 0,0 4 0,1-1 90,-1-4-90,1 0 0,0 0 0,-2 2 0,1 5 90,-1 1-90,0 0 0,0 1 0,1 1 0,-2-1 0,1 1 0,-1 0 90,0 1-90,0-2 0,0 2-180,1-1-810,0 0-1888,-2 1 2878,-4 5 0,0 1 0,-5 4 0</inkml:trace>
  <inkml:trace contextRef="#ctx0" brushRef="#br0" timeOffset="71167">9794 4976 9152,'-3'-7'1079,"0"0"-179,1 3-810,-1 7 0,2-1-90,-1 7 89,1 2 1,-1 5 0,0 9-90,0-2 90,-2 18-1364,3-11 1274,-1-9 0,1-1 0,-1 12 90,0-2-90,0 1 0,0 0 90,-1 0-90,1 7 0,0-10-1912,1 3 2002,0-13-90,-1 6 0,1-7 1070,-1 4-980,1-5-90,0-6 0,-1 4 90,2-5-719,0 1-91,2-9 947,-1 0-227,0-9 0,-2 1 0,-1 1 0</inkml:trace>
  <inkml:trace contextRef="#ctx0" brushRef="#br0" timeOffset="71684">9866 5143 9691,'2'-7'720,"-1"1"-270,0 1-360,1 9 0,-1-2 180,2 13-181,-2-7-89,1 7 90,-1-5-90,0 1 90,1 9 0,-1-5-90,1 9 90,0-6-416,-1 1 326,0-1 90,0 0-90,0 1 0,1 1 0,-1 0 0,0 0 90,2 9-90,-1 0-630,2-1 630,-2-4 0,0-10 0,0 0 0,0 0 0,1 4 0,0-5 392,0 4-392,-2-8-90,1 1-90,0-1-180,0 0-335,-1-2 695,-2-2 0,1-2 0,-1-1 0</inkml:trace>
  <inkml:trace contextRef="#ctx0" brushRef="#br0" timeOffset="73022">10269 4802 9512,'2'-7'1709,"0"8"-1619,0 1-1,0 6 1,-1-1 0,0-2 0,-1 2-90,1 0 90,-1 0-90,0 2 90,0 1-90,1 0 90,-2 1-90,1 0 0,0 1 90,-1 0-90,1 0 0,-1 1 90,0-1-90,0 0 0,0 0 0,0-1 0,0 0 90,0-1-90,0-1 0,0 0 0,0-2 0,0 2 0,0-3 90,1 2-90,2-3 0,0-2 0,2-1 0,1-1 0,0-2 0,1-1 0,-1 1 0,3-2 0,-4 2 90,6-2-90,-4 2 0,2-1 0,-2 1 0,1 0-90,-1 1 90,1-2 0,0 1 0,0-1 0,0 1 0,2 0 0,-1 0 0,1-1 0,-2 1 0,-1 0 0,-1 0 0,0 0 0,0 1 0,1-1 0,-1 0 0,1 0 0,-1 1 0,1-1 0,-1 1 0,0 0 0,0-1 90,1 1 0,-2-1 0,0-2-90,-2-1 0,-1-2 0,-1 0 90,0 1-90,0-4 0,0 0 0,-1-3 0,1 2 0,-1-1 0,1-1 0,0 1 0,-2-8 0,0 4 0,0-3 0,0 5 90,1 2-90,-1 1 0,1 1 0,0 0 0,0 2 0,-1 1 0,2 0 0,-2 1 0,1 1 0,0-1-540,-1 1-359,-2 2-1530,-3 2 2429,-1 3 0,1 1 0,0-1 0</inkml:trace>
  <inkml:trace contextRef="#ctx0" brushRef="#br0" timeOffset="73582">10320 5108 9512,'2'-7'539,"0"0"-179,-1 2 180,0 1 629,1 0-1079,0 8-90,0-1 90,0 8-90,-1-2 90,-1 2-90,1 3 90,0 1-90,-1 5 0,0 4-156,0 4 156,-1-7 0,0 1-3221,0 14 3221,0-14 0,0 0 0,0 11-835,0-11 0,0-1 835,1 10-379,-1 5 379,1-17 112,-1-1-112,1-2 2306,0-3-2306,0-1-89,-1-2 2398,1-1-2489,0-2-640,0-1 1,2-21 0,0-6 0</inkml:trace>
  <inkml:trace contextRef="#ctx0" brushRef="#br0" timeOffset="73967">10420 5169 10141,'-2'-8'630,"0"0"-180,2 3-1,-1-2 361,1-1-360,2 3-360,2 2 89,1 5-89,0 4 0,-1 1 0,-1 2 0,1 2 180,3 27-180,-4-9 0,0 0-45,0-2 0,0 0-739,-1 7 0,-1-2 694,-1-7 0,0 7-560,0-11 471,0-2-91,0-2 0,0-1-90,0-1 0,0-2-90,0-2-89,0-1-91,0-1-180,0-1 500,0-2 220,-1-1 0,1 0 0,-2 1 0</inkml:trace>
  <inkml:trace contextRef="#ctx0" brushRef="#br0" timeOffset="82242">9218 4184 9062,'3'8'90,"-1"0"-90,-2-3 90,0 1-90,0-1 0,0 2 0,0-3 0,0 2 0,-1 1 0,1-2 90,-2 2-180,2-2 180,-1 0-90,1 1 0,-1-1 0,0 0 0,0-1 0,0 2 0,0-2 0,0 3 0,0-3 90,1 1 90,-1 1-180,6-8 0,-3 1 0,5-7 0,-5 3 0,1-1 0,0 0 0,1-3 0,0 3 0,0-2 0,-1 1 0,-1 2 0,1-2 0,-1 2 0,-1 0 89,1 1-178,-2 13 89,1-5 0,-2 11 0,1-8 0,0 1 0,-1-1 0,1 1 0,1-2 0,-1 5 0,0-4 0,1 2 0,0-1 89,-1-2 1,1 1 360,0-1-360,1-10-90,0 2 90,0-11-90,-1 5 0,0-2 90,0 3-90,-1-2 0,1 3 0,0-3 0,-1 4 0,2 20 0,0-11 0,0 24 90,0-14-90,1-19 0,-1 7 0,1-35 0,-3 21 0,0-12 0,0 17-90,-1-1 90,-1 11-90,0 5 90,-1 4 0,3 5 0,0-8 0,1 1 0,0-2 0,1 4 0,-2-4 0,2 2 0,-1-5 90,0-2-90,0-9-90,-1 1 90,0-8-90,-2 5 90,-1-2-90,0-1 90,-1 0-180,-1 0 180,2 6-90,-1 0 0,0 1 90,1 2-90,-3-1 90,1 2-90,-1 1 90,1-1 0,0 1 0,0-1 0,0 0-89,2-2 89,0 0 0,1-1 0,0-1 0,0 1 0,1-1 0,-1 1 89,3-2-89,3 3 90,6-2-90,1 4 0,0-1 0,-2 1 0,-2 1 90,1 0-90,-1 0 90,4-1 0,3 0 0,-1 0-90,-1 0 0,-6 1 0,-2-1 90,3 1-90,-2-1 90,2 1 0,-2-1 0,0 1 0,0 0 0,0-1-90,-1 1 0,1-1 0,-2 3 0,-1 0 0,-1 4 0,-1 3 0,1 0 90,-1 0-90,-1 2 0,-1-3 0,1 1 0,-2 2 0,2-2 0,-1-1 0,0 0 0,1-3 90,0 0-180,0 0 90,0 0 0,0 0 0,0-1 0,0 2 0,1-2 0,0 2 0,0-1 0,0 1 90,1-2 899,-1 1-989,-3-2 90,-3-1-90,-4-2 0,0 0 0,0 0 0,3 0 0,0 0 0,-1 0 0,-4-1 0,3 1 0,-6-1 90,7 0-90,-3 0-90,1-1 90,2 1 0,-1-1 0,3 1 0,2 0-90,-2 0 90,1 1-90,-1-1 90,9-1 0,-1-1 90,6 0-90,-4 0 0,1 0 0,-1-1 0,2-1 0,-2 1 0,3-4 0,0-3 0,6-16 0,-5 10 0,0-7 0,-6 18-90,-1 0 90,0 1 0,-4 9-90,1-3 90,-3 11 0,3-4 0,0 0 0,1 0 0,0-3 0,1 1 0,1-2 0,1-1 0,4-4 0,-1 1 0,1-4 0,-2 2 0,2-3 0,0-1 0,0 0 0,-2-3 0,-10 20 0,2 4-90,-4 11 90,6-7 0,4-9 0,2-8 0,0-2 90,3-6-90,-1-2 0,-1 0 0,-1-2 0,-3 5 0,-1-3 90,-2 3-90,0 0 0,-3 2 0,0 3 0,0 2-90,-1 2 90,2 1 0,-1 2 0,3-1 90,5-7-90,-3-1 0,4-5 0,-6 0-360,-2 2 360,1 1 0,-1 1 0,2 2 0</inkml:trace>
  <inkml:trace contextRef="#ctx0" brushRef="#br1" timeOffset="94531">14037 4827 13393,'-3'-6'-2322,"0"0"1600,1 2 1224,-1 1-721,2 7 701,0-1 116,2 8-604,-1-6-340,0 1 740,1-1-124,-1-1 68,0 4-50,0-2-328,0 1-311,0-1 537,0-1-199,1 0-41,-1 2 150,0-2-65,-1 3 38,1 0-80,0-3 60,-1 6-156,1-7 187,-1 3 11,0-2-185,1 1 29,-1 0 104,1-1 1,-1 1 171,1-1-200,5-6 208,-2 4-262,5-6 591,-3 3-266,0 0-164,0 0 171,1 1-124,0-1 104,-1 0-364,1 1 387,-1-1-561,0 0 235,0 1 274,0-1 6,-1 1 7,0-2-189,-5-3-241,2-1 257,-4-3-561,2 3 283,0-1-191,1 0-24,-1 1 186,1 0 16,1-1 324,-1-2-112,1 1 449,1-2-123,-1 1-232,0 1 224,1 1-75,-2 2-62,2-1 42,-2 1-169,2-1 89,-1 0 51,0 1-257,-3 0-612,-2 2 196,-1 1 393,-2 1 119,1 0 32,0 1 3,-1-1 112,0 0 96,-1 0 503,0 0-337,2-1-409,0 0-173,1 0-28,0 1-139,-1-1 312,13 2-97,-4 0-141,10 0 299,-7-1 20,-1 0-2,0 0 197,-1-1 126,0-1 61,-5-3-852,-8 1 150,-5-2-35,-2 2 87,1 0 17,7 2-74,10 0 345,0 1-36,16-1 542,-10 2-229,6 0-61,-8 1-223,-1 0-52,-1 0-28,-4 4-582,0-2-59,-5 3 695,2-3 260,-1 0 99,0-1 82,-1 0-74,0 0 127,1 0-69,-2 0 97,3 2-682,-1-2-227,1 2-1442,0-2 1730,-1 1 1,3-2-1,0 1 1</inkml:trace>
  <inkml:trace contextRef="#ctx0" brushRef="#br0" timeOffset="99773">14469 8307 8252,'3'-6'810,"0"1"-360,-2 1-181,2-1 271,-2 1 360,1 0 359,0 1-1169,-1 9 90,-1-2-90,0 12 0,-2 6 0,0-2-499,0 6 409,-1-5 90,2-1-90,-1-1-90,-1 1-76,1-3 76,0 0-180,1-4-90,0 0 0,-1-3-180,1-1-359,0-2-1575,0-1 2474,-1-1 0,2-3 0,-1 0 0</inkml:trace>
  <inkml:trace contextRef="#ctx0" brushRef="#br0" timeOffset="100213">14410 7973 10141,'-12'-9'90,"-1"1"90,-1 2-90,0 2-3367,0 0 1253,-1 2 2114,1 0 1400,-2 2-1310,1 2-1,-10 7-89,6 3 590,-9 11-590,14-1 0,2 3-45,2-5 0,1 2 15,0 6 0,1 5 0,1-3-812,2 1 1,2-1 751,0-2 0,0 1 0,2-1 45,1 4 0,1-2 0,1 0 0,1 0-45,0 0 0,2 0 1033,0-1 0,1-1-1033,1 0 0,0 0 0,1-2 0,1-1-551,1 0 1,0-1 550,1-2 0,0 0 0,2-1 0,0-1 0,0-2 0,1-1-297,1-1 0,0-1 297,17 10-616,-2-6 616,1-6 0,0-8 57,-1-2-57,-5-8 0,0-1 0,-5 0 0,0-2-460,7-3 0,-1-2 460,-7 1 0,-1-2-45,0 0 0,0-2-125,-2-1 0,1-2 170,-1-4 0,0-1 0,-1-1 0,-1-2 192,-1-2 1,-1 0-193,-2-1 0,-1 0 0,-2 1 0,-2-2-400,-3-1 1,-2-2 0,0 0 399,-2-5 0,-2-1 30,0 6 0,-1-2 0,-3 0 292,-3 3 1,-3 1 0,-3 0-264,-2 2 1,-3 1 0,-1 1-30,2-1 0,-1 2 0,-4 1-132,1 7 0,-4 1 1,0 2-1,2 2 102,-6 0 0,0 3 30,-4 2 0,-3 0 0,0 4-249,4 5 1,0 3 0,1 0 68,4-1 0,2 1 0,0 0-36,-3 3 1,0 0 0,4 2-670,8 0 1,2 1-882,-13 9 1736,7-1 0,5 6 0,2 1 0</inkml:trace>
  <inkml:trace contextRef="#ctx0" brushRef="#br0" timeOffset="101255">19329 4108 10321,'-5'-6'0,"2"-2"90,4 5 0,2-3 90,2 3-90,0-1 90,2 0-90,3-1 0,0 1 90,3-1-91,0 0-89,1 1 90,0 0 0,-1 0-90,1 2 90,5-1 0,-5 3-90,3-1 90,-2 4-90,-5 0 90,3 5 0,-8 4-90,-1 0 0,-6 4 0,-2-4 0,-3 3 90,-3 3-643,-1 0 553,-3 4 0,-1-2 0,-4 6 0,6-8 0,-3 4 0,8-8 0,2-2 0,0 1 0,2 3 0,3-5 0,3 8 90,5-4-90,2-2 0,4-1 553,-1-6-553,1-1 0,3-1-90,0-1 0,1-1-90,2-1-278,0-3 98,0 0 0,3-3-90,-3 0-989,0-2-90,-3-1 1529,-4-2 0,3-7 0,0-2 0</inkml:trace>
  <inkml:trace contextRef="#ctx0" brushRef="#br0" timeOffset="101738">19426 3650 9961,'-32'-22'0,"12"11"0,-2 2 0,-2 1 90,-14 10-2038,1 2 1993,15 1 0,-1 4-15,1 9 0,-1 7 0,3 0-30,-3 9 0,2 2-1000,0-3 0,-1 4 1,4-2 999,8-4 0,2-1 0,2-1 0,0 7 0,1 0-183,1 1 0,2 0 183,0-2 0,2 0-582,1 4 1,3 1 581,-3-4 0,7 5 25,1-14 1,5 5 0,2 3 0,2 1-1,1-1 1,-1-2 0,0-5-4,4 1 1,0-4-1,1 0 1,1 2-8,-3 4 0,1 4 0,0 2 0,1-2 0,2-6 0,2-8 7,11-9 1,2-8-1,2-7 1,-2-4-190,-9-2 1,0-6 0,0-2 0,0-1 0,-1 3 166,8-1 0,-1 2 0,0-1 0,0-5 58,-9 0 1,1-2 0,-1-3 0,-1-1 0,-2 0 0,-3 1-59,-1-4 0,-5 0 0,-1 0 0,1-1 0,0 0 0,0-1 0,-1 0 0,-1-1 0,-2 0 0,0 0 0,-2 0 0,-2 1 0,-1-1 0,-1 1 0,-3-2-23,0 0 1,-2-2 0,-1-1-1,-1 2-126,0-1 1,-1 1-1,-3-3 131,-1 5 0,-2-4 0,-2 0 0,0 1 0,-1 4 107,-2-2 1,-1 4-1,-5-2-89,1 4 0,-4-2 0,-2-1 0,0 3 0,2 3 0,-5-1 0,1 3 0,-2 1-23,0 1 1,-2 0 0,0 0-1,1 3-88,-2 3 1,2 2-1,-2 1 81,1 1 0,-1 0 0,0 1 222,0 2 0,0 0 1,0 1-328,-10 0 0,0 1-45,0 3 0,-1 2-755,8 4 0,0 2 1,2 1 934,-7 3 0,2 2 0,2 2 0,-1 2 0,3 1 0,9-2 0,0 1 0,0-1 0</inkml:trace>
  <inkml:trace contextRef="#ctx0" brushRef="#br0" timeOffset="129164">2324 4275 6993,'-28'-18'-99,"0"0"0,7 7 0,-3 1 0,-5 1 0,-6 1 0,2 2 0,4 5 0,1-1 0,-1 1 1</inkml:trace>
  <inkml:trace contextRef="#ctx0" brushRef="#br0" timeOffset="133488">14007 4343 7533,'9'-2'1799,"-3"1"-1529,-1 4-91,-3 1 91,-1 0-180,1 2 0,-1-1 0,0 0 90,-1 3-90,0 1 0,-1 1 0,0 0-90,0-2 90,0-1-90,0 1 0,1 0 0,-1-1 90,0 0-90,1 0 0,0-1 90,-1 0-90,1 0 90,0-1-90,0 1 90,4-8-90,-1 0 0,2-5 0,-3 1 0,0-1 90,0-1-90,0-1 89,0 0 1,0-1-90,-1 1 90,1 0 0,-2 1 0,2 0 0,-2 1 0,1 1 0,0 0 0,0 1 90,-1-1-90,-1 2 0,-2 7-90,1-1 0,-2 8 0,2-3 90,1-1-90,0 1 0,0 0 0,0-1 0,0 1 0,0-1 0,0-1 0,1 0 0,-1 1 0,1 0 0,1-1 90,2-6-90,-2-1 0,2-6 0,-1 2 0,-1-2 0,-1 1 0,0-1 0,0-1 0,-1 0 0,-1-2 0,0 3 0,-1-2 0,1 5 0,-2 0 0,1 1 0,-1 1 0,-1 2 0,-7 6 0,5-2 0,-5 6 0,9-4 0,0 0 0,0 0 0,0 0 0,2 1 0,-2-2-90,2 1 90,0 0-90,-1-1 180,6-4-180,-2 0 90,4-6 0,-4 1 0,-1 1 0,0-1 0,0-1 90,-1-2-90,0 0-90,-2 2 90,-3 6 0,3 1 0,-3 5 0,6 0 0,-1 0-90,3 0 90,0-1 0,0-1 0,1 0 0,1-1-90,3 1 90,-2-2 0,4 1 0,-3-3 0,1 0 0,0 0 0,1-2 0,-1 0 0,-1-1 0,6-4 0,-6 3 0,3-4 0,-6 4 0,0 0 0,-2 1 0,1-1 0,-2 0 0,-6 4 0,3 0 0,-5 5 0,4 2 0,1-1 0,-1 2-90,1-2 90,1 4 0,0-3 0,1 2 0,0-3-90,0 0 90,1 0 0,0-1 0,1 0-90,0-1 90,0-1 0,2-1-90,-1 0 90,5-2 0,-3-1 0,3-2-90,-2-2 90,-1-1 0,0-2 0,-1 0 0,-2 0 0,0 0 0,0 0 0,-1 1-90,-1 0 90,-1-1 0,0 3 0,-2-1 0,0 4-90,-3 4 0,2 1 0,0 3 0,2-1 1,0 1-1,0 0 90,0 0-90,2 0 0,-1 0 0,1-1 0,0 2 90,0-3-90,1 2 90,1-3 90,1-6-90,-3-1 0,1-5 90,-4 2-90,1 2 90,-4-4-90,-1 0 0,-1 0 90,0 2-90,2 3 0,0 2 0,0 0 0,0 1 0,1 1 0,-1 0 0,1 2 0,1 1 0,0-1 0,0 2 0,2-1-90,-1 2 0,2-1-90,0 2 0,0 0 90,1 0-90,1 0 0,0-2 180,-6-3 0,1 0-90,-6-1 90,3 1 0,0 0-180,-1 1-89,0 0-541,0 1-90,1-1 541,2 1 359,1-1 0,2 0 0,1-2 0</inkml:trace>
  <inkml:trace contextRef="#ctx0" brushRef="#br0" timeOffset="135888">9392 4234 11041,'7'5'270,"0"0"-181,-2-4 1,1 0 0,0-1 0,3 1-90,0 0 90,2-1-90,1 0 90,2-1-90,2 1 90,6-1 0,2 0-90,8-1 90,2 2-1469,2 0 1424,-14 0 0,1 1 0,-1-1 0,1 0-45,3 1 0,-1-1 45,2 1 0,-1-1-45,0 1 0,1-1 45,0 1 0,1 0-1,10 0 1,2 1-15,-11-1 0,0 0 0,-1 0 0,1 1 0,-2 0 0,2-1 0,7 1 0,0-1 0,-2 1-30,-3 0 0,-1-1-961,12 1 0,-2 0 1006,-11 0 0,-1-1-45,1 0 0,0 1 0,0-1 0,0-1 45,-1 1 0,2 0-45,-3-1 0,2 1 0,0 0-766,2-1 0,-1 1 0,0-1 796,0 1 0,0-1 0,0 1-30,11 0 0,-2-1-29,-13 1 1,-1-1 28,10 2 0,0-1-149,-10 0 1,-1 0 193,7 1 0,0 0-45,-4 0 0,-2-1 1168,14 3-1168,-7-1 0,0-1 0,4 2 830,-12-1 1,-1-1-831,8 1-263,-8-1 0,-1 0 263,13 1 45,-6-1 0,2 1-45,4 0 177,-11-2 0,-1 1-177,10 1 0,-10-2 0,1 0-435,10 2 435,-11-2 0,-1 0 0,7 1 0,7 0 0,-6-1 952,6 1-952,-7 1 0,0-1 0,-2 0 0,9 0-183,-7 0 183,5 0-1571,-6 1 1571,-3-1 0,-1 0-622,7 0 622,-10 0-368,7 0 368,-11-1 570,0 1-570,-1-1 0,8 1 0,-6-1 2618,14 1-2618,1 2 0,-4-2 774,3 2-774,-15-3 0,-1 0 678,1-1-678,8 2 0,-6-1 0,6 1 0,-8-1 0,0 0 0,7 0 0,-6 0 0,6-1 0,1 1 0,-6 1 883,6-1-883,-9 1 0,0-2 0,0 1 0,-1-1 0,1 0 0,-1 0 0,-1 0 0,-1 0 0,-1 0 0,-1 1 0,1 0 0,-2 0 0,1-1 0,-1 1 0,0-1 0,0 1 0,5 0-3277,-3-1 3162,4 0 115,-4 0 0,-1 0 0,3 0 0,-2 0 0,3 0 0,0 0 0,0 0 0,1-1 0,0 0 0,0 1 0,0 0 0,6-1 0,-7 1 0,6-1 3276,-9 1-3160,0 0-116,-1 0 0,4 0 0,-4 0 0,4 0 0,-6 0 0,0-1 0,0 1 0,1 0 0,1 0 0,0-1 0,0 1 0,1 0 0,0-1 0,0 0 0,-1 0 0,1 1-90,-1-1-3187,1 0 3162,-1 0 115,0 1 0,-2-1 0,0 1 0,-2-1 0,1 1 0,2 0 0,-3 0 3276,5-1-3160,-3 2-116,0-2 0,-1 1 0,1 0 0,-1-1 0,2 1 0,-3-1 0,2 1 0,0 0 0,1-1 0,1 0 0,-1 1 0,1-1 0,3 1 0,-2-1 0,2 0 0,-4 0 0,0 0 0,1 0 0,-1 0 0,-1 0 0,1 1 0,1-1 0,-1 1 0,0-1 0,0 1 0,1-1 0,-1 0 0,-1 1 0,3-1 0,-6 1 0,4-1 0,-5 1 90,3-1-90,-2 0 90,1 0-90,-1 0 0,-2 1 0,2 0-820,-1 0 1,-16 0 0,-4 1 0</inkml:trace>
  <inkml:trace contextRef="#ctx0" brushRef="#br0" timeOffset="138713">9102 9293 10051,'1'-8'720,"-1"0"-540,1 3 539,-1 0-719,1 24 90,-1-11-90,1 21 90,0-17-90,0 6 90,0-4-90,1 3 0,1-6 0,-1-1 90,1-2-90,1-2 0,1-1 0,1-3 90,2-3-90,6-5 90,3-4 0,9-6 0,3-5-909,-12 9 0,0-1 864,1-1 0,-1-1-1,2 0 1,-1-2 0,2-1 0,1 0 0,-3 0 0,1 0 0,1-1 0,1 1 0,-3 1 0,-1 0-45,1 1 0,0 1 45,-1-1 0,0 1 0,-1 1 0,-1 0-135,15-12-126,-13 12 1,-1-1-145,7-4-89,0-1-271,-12 11-989,-2 2-360,-1 1 2069,0 2 0,3-3 0,1-1 0</inkml:trace>
  <inkml:trace contextRef="#ctx0" brushRef="#br0" timeOffset="139596">19404 6200 11041,'2'-7'0,"1"0"0,0 2 90,0 0 0,-1 1 89,0 1 1,1 0 0,0-1 0,0 1 270,0-1-450,1 5 90,-1-1-90,0 6 90,-2-2-90,-1 2 90,-1 0-90,1 1 90,-1 0-90,0 4 0,1-2 90,0 2-90,1-4 0,1 0 0,2 1 0,1-2 0,5 1 0,-1-5 0,3-1 90,-1-3 0,3-3 89,5-4-89,6-3-1254,5-5 1344,3-4-979,-16 9 0,0 0 844,1-1 0,-1-1 0,1 0 0,0 0-476,-1 0 1,0-1 475,0 0 0,0 0 0,-1 0 0,0 0 45,13-13-90,-11 10 0,0 1-90,7-9-180,3-1-303,-14 12-1676,-3 1 2469,-4 6 0,-2 1 1,-5 5-1</inkml:trace>
  <inkml:trace contextRef="#ctx0" brushRef="#br0" timeOffset="142097">9339 4335 9871,'6'-5'450,"-1"2"-360,2 4 0,-2 1 0,2-1 0,1 1 0,2 0 0,2 1 90,15 2-90,-4 0 0,2 0 0,0 0-1,9 1-1014,-9 0 1,0-1 1014,15 2-45,-6-1 0,0-1 0,-6-1 0,-1 1-45,11 0 0,-1 0-969,-8-1 0,-2 0 969,5 1 0,1-1 0,0 1 0,2 0-643,-1 0 1,1 0-1,-1 1 643,-6-2 0,-1 0 0,1 0 30,6 2 0,2 0 0,-2-1-538,4 1 0,0 0 538,-2-1 0,2 1 0,0 0 0,3-1 0,1 1 0,-1 0 0,0 0 0,0 0 0,0 0-8,-5-1 1,1 1-1,-1 0 1,-3-1-23,7 2 0,-3-1 0,-5 0 0,0 1 0,-3-2 45,1 2 0,-2-2-45,-1 2 0,0-1 0,0 0 0,-1 1-36,0-2 1,-1 1 80,-1 1 0,0-1 100,0 0 1,-1 1-146,-1-1 0,0 1 0,-1 0 0,-1-1 0,0 1 0,0-1 0,19 7 90,-6-2-90,-9-2 0,0 0 0,9 3 0,-11-3 0,-1-1 0,8 2 0,-1 0 1713,0-1-1713,11 4 0,-8-4 213,8 3-213,-11-3 0,-1-2-892,0 0 981,0 0 715,1 0-804,0 1 0,0-2 0,-1 1 0,12 2 0,-10-3 0,6 1-827,-12-2 827,-1 0 1277,11 2-1277,-5-1-289,3 0 289,-7-2-163,0 1 163,0-1 0,3 0 0,1 0 0,13 1 0,-10-1 0,10 2 0,-14-3 0,0 0 0,10 1 0,-9-1 0,7 2 0,-13-3 0,2 0-90,8 2 180,-2-1-135,-6 0 0,-1 0 135,5-1-90,8 2 0,-12-2 2037,0 0-2037,1 0 0,-2 0 0,3 0 0,1 0 0,2-1-1649,1 2 1649,-1-2 0,2 1 184,-1-1-184,1 0 0,0-2 0,1 1 0,-11-1 0,1 1 0,0 0 0,0-1 0,-1 1 0,1 0-287,14 0 287,-11 0 0,1-1 0,1 0 0,0 0 0,-1 0 0,10-2 0,-9 2 0,12-2-1624,-14 2 1624,-1-1 0,-1 0 1914,-2 0-1914,-1 1 0,1-1 181,8-1-181,-1 0 0,-1 0 0,-6 1 0,-9 1 0,-1-1 517,-1 1-517,0-1 3276,-1 1-3210,-1-1 85,0 1-151,-1 1 0,-1-1 0,3 0 0,-3 1 0,4-1 0,-5 1 0,3 0 0,-4 0 0,3 0 0,-2 0 0,1 0 0,1 0 0,-2 0 0,1 0-90,-2 0 180,2 0-3148,-2 0 1079,-4 3 1979,-1-1 0,-9 3 0,1-2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08:04.70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2601 3332 5734,'6'-6'449,"-1"1"-449,-1 7 0,-2-1 90,-2 9-90,0-4 0,-2 4 0,0 1 0,-3 17 0,2-11 0,-3 10 90,4-11-90,0-6 0,0 4 0,0-4 0,1-2 90,1-1 90,-1 0-90,1-3-90,3-2 0,1-1 0,6-2-3277,2 0 3162,-1 0 115,3-1 0,7 2 90,-10-1-90,17 1 0,-20 0 0,6 0 3276,-8 0-3160,-1 0-116,1-1 0,-1 1 0,0 0 90,-2-2-90,0-7 90,-3-9-3367,0-1 3162,-1-1 205,-1 3 0,0-6-90,-2-2 90,1 4-90,0 7 0,2 9 0,1 0 3276,-3 0-3160,0 2-116,-4 2 90,-14 5-90,-7 0 0,-2 0 90,2-2-90,7-3 0,7 1 0,-9 0-630,13 0 90,-3 0 91,5 0 449,3 1 0,0-1 0,-1 3 0,2 0 0</inkml:trace>
  <inkml:trace contextRef="#ctx0" brushRef="#br0" timeOffset="2068">2537 3349 5824,'6'-5'449,"4"-1"-314,13 1 0,3 2-135,7-2-1420,-3 0 1,3 1 1464,-2 1 0,-2 0-1309,-5 1 1,1 0 1308,11-1 0,0-1-335,-9 2 1,1 0 319,5 0 0,4-1 0,2 1-204,-9 0 0,2 1 1,0-1-1,1 1 1,-2-1 173,3 1 0,-1-1 0,0 0 0,1 1 0,2-1 0,0 1 0,0 0 0,3 0 3,-7 0 1,2 0 0,1 1 0,-1-1-1,-3 0 1,-3 1 521,1-1 0,-5 1 0,5-1-525,4 0 0,6 0 0,3 0 0,-2 0 0,-4 0 0,-9 0 1788,10-1-1758,-5 1 0,7-2 0,-7 1 60,2 0 1002,-9 0 0,2 1 0,-1-1-975,-5 1 0,-1 0-1845,16-1 1818,-10 2 270,-5-1-1,-6 1-179,6 0 0,-12 0-90,-4 0 0,0 2 2096,-1 0-2186,0 3 90,-1 0-90,0 7 45,0 8 0,0 1-45,1 10 22,-2-1 1,0 9-1,0 2 1,-1-4-23,-1-1 0,0-1 0,-1 0-820,1 1 1,0 2 0,0 0 0,0-3 810,-2-1 1,0-2 0,0-3 6,1-4 1,-2 2 1,0 4 0,-2 6 0,0 1 0,1-5-53,0 1 0,-1 3 53,1-7 0,-1 8 0,-1 3 0,-1-1 0,2-2 0,0-8-1102,-1 7 1,0-4 1101,1-4 0,-1 3 0,1 0 0,-1-5 0,-1 4 0,1-6 286,-3 7-286,4-13 0,0-1 1,-1 3 89,1-5 137,1-7-47,-2 8 2278,3-13-2368,-3 4 3001,0-5-3091,-1 0 90,-11-1-90,5-1 0,-5 0 180,-2-3-45,-3 1 0,-2-1-90,8 0 0,-4 1-9,-4-1 0,-7 1 0,-4-1 0,3 0 0,5 1-36,-2-1 0,1 0-820,-2 1 1,-5-1 0,1 1 0,7-1 704,-9 0 160,5 1 0,-5-2-802,7 1 1,-2-1 0,1 1 756,2 0 0,1 0 0,0 0-6,-2-1 0,0 0 0,-3 0 6,2 0 0,-4 1 0,-1-1 0,2 1 0,4 0 0,2 0 0,4 0 0,-4 0-209,-2 0 0,-4 0 1,-2 0-1,1-1 0,4 1 209,0 1 0,2-1 0,2 1 0,-8-1 0,0 0 0,-3 0 0,2 0 849,15 1 0,2 0-849,-9-1 0,15 2 0,-12-2 124,13 2-124,3-1 1599,-4 0-1599,2 0 3276,5 0-3160,-3 1-116,4-2 0,1-2 0,2 0 0,1-17 0,0-6-90,1-3 90,-1 6 0,-1-4-90,1-1 0,1-4 0,1-3 0,-1-1-152,1 2 0,1-1 0,0-1 0,0-1 1,-1 1 223,0 0 0,0-1 0,0 0 0,0 1 0,0 1-593,1 3 1,1 0 0,-1 1 0,1 3 0,-1 4 610,0-5 0,-1 5 0,1 0 0,0-1-710,0-2 0,2-3 0,-1 2 665,0 1 0,0-1 45,0-1 0,2-5 0,0 1 0,0 6-45,-2 9 0,1 1-413,2-17 1,0 4 457,-2 14 0,-1 3 0,2-7 0,-2 7 1497,2-12-1497,-2 15 0,0-3 90,-1 2-90,0 7 1966,-1-2-2415,0 3 2222,-2-1-2583,-6 5-438,-2 4 1248,-1 1 0,2 2 0,3-2 0,0 1 0</inkml:trace>
  <inkml:trace contextRef="#ctx0" brushRef="#br0" timeOffset="4498">2665 3339 5824,'-8'-4'90,"-1"1"90,12 4-180,5 0-643,2 1 733,2-1 67,4 0-157,-6 0 90,7-1-90,-7 1 0,-2 0 90,1 0 0,0 0 395,-4 0-485,1 3 0,-4-1 0,-3 10 0,-1-5 0,-2 6 0,1-8 0,-2 7-3277,0 3 3252,0-2 25,0 0 0,1-3 0,2-3 0,-2 2 0,3-4 0,0-2 0,0 1 0,0-1 3276,-1 0-3160,-3-5-116,1 1 0,-6-4 0,2 1 0,-5 0 0,-1 1 0,2 1 0,1 1 0,4 1 0,-3-1 0,4 1 0,-6 0 0,7-1 0,-4 1 0,0-1 0,0 0 0,3-2 0,5-2 0,2-6 0,8-12 0,0-8-3277,-1 6 3162,-1 2 115,-4 12 0,0 3 0,3 2 0,-3 3 0,3 18 0,-3-7 3276,1 6-3160,0-3-116,1 3 0,-1 0 0,2-2 0,0-16 0,-3-1 0,5-15 0,-6 11 0,1-4 0,-3 6 0,-4 12 0,-3 9 0,-1 0 0,0 6 0,7-11 0,8-13 0,-3 2 0,6-13 0,-4-3 0,-1 2 0,-1-3 0,-6 17 0,-1 4 0,-9 22 0,8-10-943,-2 5 943,5-9 0,1-7 0,6 0 0,0-5 0,13-15 0,-9-3-1490,3-4 1490,-7 7 0,-5 9 793,3-2-793,-7 19 0,4-7 0,-4 15 0,5-6 0,2-3 89,1-3-89,5-13 0,-4-5 0,2-5 972,-6 5-972,-2 6 90,1-4-90,-5 11 0,3-5 0,-5 13 0,5-2 0,0-1 759,7-13-759,-4 1 0,4-10 0,-6 7 0,0 0-180,-2 0-90,-2 2 270,-8 13 0,3 3 0,-5 11 0</inkml:trace>
  <inkml:trace contextRef="#ctx0" brushRef="#br0" timeOffset="6966">2595 3714 6004,'10'-1'90,"-1"0"-1,5 1-89,8-2 0,-6 2 90,4-2-90,-11 3 0,0-2 0,1 2 0,0-2 0,-1 2 0,-1-2 0,3 2 0,-5-1 0,1-1 0,-2 1 90,0-1 0,-1 0-90,0-1 90,-2-5-90,0-1 0,-1-2 90,-1-6-90,-4-10 0,2 5 0,-2-1 0,1 1-3277,0 5 3162,-2-8 115,3 16-90,1 4-180,-1-6 270,-3 3 0,0-1 0,-4 5 0</inkml:trace>
  <inkml:trace contextRef="#ctx0" brushRef="#br0" timeOffset="14384">9775 4315 5756,'-1'-9'68,"0"15"-68,0 0 90,1 9-90,-2 3 0,1-6 90,0 6 0,-2 18-90,1-8-1208,0-8 1,1-1 1207,-1 5 90,-1 8-90,2-13-1082,-2 14 1082,2-20 0,-1 0 0,-2 5 89,3-5-89,-3 3 0,2 0 0,0-7 2171,0 9-2171,0-10 180,0 2-180,0-1 1596,2-1-1506,6 0-90,-1-4 0,6 0 90,-5-3-90,12 0 45,3 1 0,0 0-45,10 0 0,-9-1 0,1 1 0,4 0 0,-1 0 0,0 0 30,0 1 0,5 0 0,-5-1-3307,-1 0 3219,-3 0 1,-1 0 57,-9-1-929,0 0 929,-4 0 0,5 0 0,-7 0 0,7 0 0,-8-1 3022,4 1-3022,-4 0 1839,0-1-1659,0 0-180,-3-3 0,0-1 0,-4-12 89,1 7-3366,-2-19 3162,2 15 115,0-9-2268,1-14 2268,1 15 0,-1 2 0,0-2 0,0-5 0,0 1 0,0 0 0,-1 0 0,1 1 0,-2 1 0,-1 4 0,1-1-90,-1 1 180,1 9 2089,0-5-2090,0 7 3187,1 1-3160,-7 4-116,-7 0 90,0 1-90,-4 0 0,-13 0 0,-2 0 0,-2 1 0,6-1 0,-10 0 0,-1 0 0,6 0-1093,8 1 1,4 1 0,-2-1 1083,-9 0 1,-2-1 0,5 1-629,4 0 0,5 1 637,5 0-540,-17 4 361,18-1-562,-3 2 0,0 0 741,5-1 0,-9 3 0,3-4 0</inkml:trace>
  <inkml:trace contextRef="#ctx0" brushRef="#br0" timeOffset="66932">9731 4375 5734,'1'-7'90,"-1"1"90,1 1 89,-1 1-179,-2 9-90,-4 17-1270,1-4 1270,-3 10 0,1-5 0,0-2 0,1 1 0,-1 1 0,0 1 45,2-5 0,0-1-45,-2 8-1002,2-7 0,1-1 1002,-1 1 0,0-2 987,-2 13-987,-1-1 0,-1 3 0,5-15 0,1-7 0,1-3 0,0-1 0,-1 1 2287,3-2-2287,0-1 0,17 1 0,-8-4 90,18 1-90,-9-2 0,2 0 0,2 0 0,5 1 0,-8-1 0,1 0 0,6 0 0,-1 0 0,0 1 0,4-1 0,6 0 0,-7 0 0,-3 1 0,13 0 0,-3 0-273,-22-1 273,16 1 0,-17 0 0,2-1 0,-3 1 0,0-1 0,-6 0 0,5 1 273,-5 0-273,0 0 0,2-1 90,-4-1-90,3-2 0,-5 0 90,6-17-90,-4-15-1639,-1 16 1,0 0 1580,0 0 1,-2 0 57,-1-12-2268,0-5 2268,0 8 0,-1 2 0,0 1 0,0 9 0,0-11 0,1 18 0,1 0 0,0-6 0,0 5 2268,1-14-2268,0 17 3276,0-8-3160,-1 5-116,1 0 0,0-1 0,1-2 0,-1 7 0,0-3-90,-2 5 90,-1 0 0,-5 2 0,1 1 0,-3 1-3277,-3 2 3162,4-1 115,-6 1 0,4-1 0,0 0 0,0 0 0,-1-1 0,-23-1 0,11 0 0,-3-1 0,-5-1 0,4 1 0,-3-2 1243,-1 1 0,-2-1-1243,11 2 0,1 0-1546,-3 1 0,1 0 1546,-2 0 0,2 0 0,3 0 0,0 0 0,0 1 0,2 0 0,0 0 0,-2-1 0,0 1 606,9 0-606,-3-1 3276,6 2-3250,-1-1-386,3 0 360,-1 0 0,2 0 0,2 1 0,2 0 0</inkml:trace>
  <inkml:trace contextRef="#ctx0" brushRef="#br0" timeOffset="83149">15425 8544 5762,'0'-8'152,"1"0"-62,1 2 0,0 0-1,2 11-89,-2-1 0,1 8 90,-3 9-1095,1-9 1005,0 11 90,5 10-90,-1-19 0,3 17 0,15-23-1485,4-11 1,3-4 1529,-6 4 0,0-1-45,9-5 0,5-7-242,-10 1 1,4-5-1,1-2 1,0-1-1,-1 3 242,-1 1 0,-1 0 0,0 1 0,2-3-182,-6 5 0,2-2 1,0 0-1,1-1 1,0 1-1,-3 1 1,-1 1 181,1 0 0,-2 1 0,-1 2 0,0-1 0,10-3 0,1 1 0,-5 3 0,-10 4 0,1 1 0,13-6 0,-3 3 0,-14 7 0</inkml:trace>
  <inkml:trace contextRef="#ctx0" brushRef="#br0" timeOffset="84150">9672 8353 5824,'-1'-7'683,"3"2"-409,1 6-262,0 2 35,-2 3 43,-6 14 39,1-5-99,-2 8 132,2-1-3439,6 0 3152,-1-4 126,6-2-18,12-18 0,9-10 1,3-4 75,-7 1 1,1-3 0,2-4-1,1 0 1,-1 0 0,0 2 7,-1 3 0,0 0 1,1 1-1,-1-1 1,0 0-1,1-1-369,2-5 0,1-2 0,0 0 0,-1 0 0,-1 1 0,-4 3 415,4-3 0,-3 3 0,-1 1-27,-4 2 1,0 2-1,1 0-394,8-2 0,2 0 1,-2 2 314,0 2 0,-1 2 0,6-2 0,-5 8 0,-16 20 1</inkml:trace>
  <inkml:trace contextRef="#ctx0" brushRef="#br1" timeOffset="85532">11676 9995 22112,'-18'-2'-677,"9"1"3953,-10 0-2371,8 2-742,1-1 112,37 5-3552,-3-2 2956,4-1 0,4 1 165,4-1 0,2 0-637,-6 0 1,2 0 0,0-1 737,1 1 1,1 0 0,0 0-332,-8-1 0,0 0 0,1 1 0,0-1 309,1 0 0,-1 0 0,2 1 1,3-1-131,-2 0 1,4-1-1,1 1 1,0 0-1,-1 0 1,-3-1 234,3 1 0,-3 1 1,1-2-1,2 1 91,-4 0 1,5-1-1,1 0 1,0 0 0,-2 0-1,-5 0 1,-5 0-121,3 0 0,-3 0 27,4-1 1,2 0 0,-8 1-29,-8-1-17,-5 0 1363,2-2-1476,-3 0 1471,0-1-1895,-13 0 1180,-5 0 1,-6-1-1,-4 2 1</inkml:trace>
  <inkml:trace contextRef="#ctx0" brushRef="#br1" timeOffset="85968">12804 9882 22514,'-1'-9'-3277,"1"-2"0,7 5 1413,2 1 3169,4 3 240,16 8-3184,-5 1 1,0 1 1528,-3-2 1,-1 0 314,7 3 1,-3-1 1239,-2-1-759,0 1 1,1-1-2727,-2 0 1942,-2 0 0,-1-1-603,-9-3 569,3 1 90,-4-1 24,-18 12-489,-1-5 2652,-20 9-2104,10-6 0,-2 1 0,2 0-1108,2-3 0,1 0 1109,-4 3 0,-2 1 1,0 0 454,-1 0 1,0 0-1,2-1-467,1-2 0,1 0 0,-2 2 0,-2 0 0,3-3 0,-4 1 0</inkml:trace>
  <inkml:trace contextRef="#ctx0" brushRef="#br1" timeOffset="86567">12086 9625 1818,'-2'2'3276,"-7"3"-1638,-18 10 0,-5 2 0,13-8 0,-1 1-546,0 1 0,-2 1 0,-3 0-671,-1 2 1,-3 0 0,0 1 0,4-2 35,-4 3 0,0 1-303,4-4 0,-3 2 0,1 0 0,4-1 1006,1 2 0,5 0-678,-3 14-903,2-2-181,12-3-467,21-7 1,4-2-158,-3-1 576,5 2 0,3-1-191,-1-8 1,0-3 573,-4-1 0,1 0-98,6 1 1,-1-1 545,7-1 393,-1-2-145,1 0 0,-13 0 0,0 0 0,17 2 0</inkml:trace>
  <inkml:trace contextRef="#ctx0" brushRef="#br1" timeOffset="100415">6686 13776 10795,'8'1'-98,"0"-1"19,1 1-32,-1 0 70,4 2-46,7-1 51,-8 1-29,6-1-24,-7 0 15,11 0-3203,4 0 3179,-1 0 116,-5-1 69,18-1-48,-7 1 0,3-1-5,-5 1 0,2 1 1,1-1-19,5 2 1,1 0 0,-3 0 5,0 0 0,1 1-27,-8 0 1,2 0-1,1 0 1,-1 0-2,0-1 1,-1 1-1,1-1 1,2 1-88,0-1 0,1 0 0,1 1 0,0-1 1,-1 0 85,1 0 0,1 0 0,-2 0 1,0 0-1,-2 0-6,6 0 1,-3-1-1,-2 0 3,5 0 0,-2 1 9,-2-1 1,1 1 915,-4-2 0,0 1 0,2 0-903,4 0 0,1 1 0,-1-1-1007,-4 0 0,-1-1 0,-2 0 1008,4 2 1,-4-2 4,6 0-7,-8 1 0,1-1-3,6 0 1,1 0 3,-1 0 0,0 0-4,2 0 0,0 0-460,-12 0 0,1 0 452,2 1 1,3-1 0,1 1 2,-1-1 0,2 0 0,1 0 0,-1 0-387,-1 0 0,-1 0 0,1 0 0,-1 0 385,2 0 1,0 0-1,-1 0 1,-3 0 117,6 0 1,-2 0-124,1 0 1,2 1-70,-5-1 1,3 0 0,1 0 0,-4 0 71,-1 0 0,-2 1 0,2-1 5,0 0 1,1 0-1,0 0 1,-1 0-2,1-1 1,-2 0 0,2 1 0,4-1 0,3 0 0,0 1 0,0-1 0,-2 0 0,-1 0 0,1 0 0,0 0 0,2 0 0,1 0 0,-1 0 1,-4 0-101,7 0 1,-5-1-209,-8 1 0,-1 0-218,-1-1 0,4 1 404,-1 0 1,4 0 0,3 0 0,-1 0 0,-2 0-245,6 1 1,-2 0 0,2-1 255,-5 1 0,1-1 1,2 0-1,0 0 1,-1 1 144,-2 0 0,-1 0 1,0 0-1,1 0 0,0 0-79,3 1 1,0-1 0,1 1 0,0 0 0,-2 0 39,-2-1 0,0 1 0,-1-1 0,0 1 0,0-1 0,0 1 0,1 0 0,-1-1 0,1 1 0,0 1 0,5-1 0,1 1 0,0 0 0,-1 0 0,-2 0 0,-1 0 0,-2-1 0,0 1 0,2-1 0,2 1 0,3 0 0,1 0 0,-2 0 0,-5-1 0,0 1 0,-4-1 0,1 1 0,-1-1 0,1 0 0,0 0 0,1 0 0,-2 0 0,1 0 0,0 1 0,0-1 0,1 0 0,0 0 0,0 0 0,-2 0 0,2 0 0,-2 0 0,-1 0 0,5 0 0,-5 0 0,-1 0 0,0 0 0,1-1 0,0 2 0,-14-2 0,13 1 0,-9-1 0,-1 1 0,4-1 0,0 1 0,1-1 0,11 2 138,-15-2-137,4 1 1,2 1-5,8 0 3,-8-1 0,-2 0 0,-1 1 0,-1-1 0,16 3 906,-10-2-906,9 1-106,-20-2 106,8 0 0,2 0 3,9 1-3,-8-2 0,1 1 0,-5-1 0,2-1-471,12 0 1,0-1 470,-11 1 0,1 0 17,4-1 1,3 0-1,3 0-17,-6 0 1,2-1 0,1 0 0,0 1-2,2-1 0,1 0 1,1-1-1,-1 1-12,-1 0 0,0 0 0,0 1 0,-1-2 13,2 1 0,-1-1 0,0 1 0,-5-1 0,6 1 0,-3-1 0,-7 1 0,0 0 0,-1-1 0,2 1 0,0 0 590,7-1 1,-1 0-591,-2 0-172,0 0 1,2 1 171,-14 0 0,-1 1-838,9-1 838,8 0 0,-16 1 2012,-3 1-2012,12-2 0,-7 1 0,5-4 0,-14 0 0</inkml:trace>
  <inkml:trace contextRef="#ctx0" brushRef="#br0" timeOffset="102199">16308 13854 5734,'-5'-5'56,"0"1"68,2 2-124,5-2-3277,15 0 3073,-3 1 859,6 1 1,1 0-403,1 0-148,3 0 0,7-1 1,0 1-4,-5 1 1,-2 1 0,2-1-757,6-1 0,1 1 1,-1 0 754,-6 0 1,-1 1-1,3 0-75,4 1 0,5 0 0,2 1 0,-1 0 0,-3 0-375,-6-1 1,-2 1-1,0-1 1,7 1 350,-8 0 0,5 0 1,3 1-1,2 0 0,2 0 1,1 0-1,-1 0 1,-2 0-1,-1 0 0,-3 0 1,-5-1 3,11 1 0,-6 0 0,-2 0 0,5 0 8,-4 0 0,3 0 0,1 1 0,1-1 0,0 1 0,-1-1 0,-3 0-173,5 1 0,-2-1 0,-2 0 0,2 0 0,0 1 116,-1-1 0,0 0 0,1 0 0,0 0 0,2 0 1,1 0 13,-6 0 1,1 0 0,2 0-1,0 0 1,0 0 0,1 1 0,-2-1-1,0-1 1,-2 1-7,2 0 1,-1 0-1,-1 0 1,-1 0 0,0-1-1,-1 1 1,-1-1-14,5 1 0,0 0 1,-1-1-1,-4 0 1,-2 0 16,6 1 0,-3-1 31,-2 0 0,3 1 0,-1-1 0,4 0 0,3 1 0,0 0 0,-4 0 0,2 0 0,0 0 0,0 0 0,0 1 0,1-1 0,0 0 0,-1 0 0,0 0 0,-1 0 0,3 0 0,-1 1 0,-3-1 0,-3 0 0,2 0 0,-3 0 0,-1 0 0,3 0 89,-3 1 0,3-1 0,3 1 1,-1 0-91,-4 0 1,1-1-1,0 1 1,0 0 0,0 0-1,0 0 1,0 0-1,1 0 1,-2-1 0,-1 1-1,1 0 1,0 0-1,-3 0 1,-2-1-1,1 1 0,-3-1 0,0 1 0,2 0-115,1-1 0,3 1 1,-3 0 115,-1-1 0,1 1 146,4-1 1,3 1 0,-8-2-247,-8-1 98,13 0 1,-37-12-1,-5-4 1</inkml:trace>
  <inkml:trace contextRef="#ctx0" brushRef="#br0" timeOffset="109250">15252 4726 5734,'-8'-3'0,"-2"-3"0,3 1 0,-4-4 0,4 4 0,-4-4 0,3 0 0,-1 1 0,0-2 0,6 7 0,-2-2 0</inkml:trace>
  <inkml:trace contextRef="#ctx0" brushRef="#br0" timeOffset="111034">15139 4632 5734,'4'9'0,"-2"-2"0,-2 1 0,-1 7 0,-3 22-3277,1-1 2789,0-14 1,1-1 487,-3 14 430,2-7 0,-1 1-428,0-2 1,0 0-1136,0 2 1,0-1 1135,-1 7-88,-1 0 85,3-19 104,-3 21-95,3-22-4,1-2 1,-2 2 2262,2-7-2268,-1-1 3276,0 1-3163,1-4-110,1 2 0,4 0-3,0-2 0,3 0 3,-2-2-3,0 0-3,11 2 3,-6 0 0,8 1 3,1-1-3,-6-1-1639,8 2 1,2-1 1526,-2 1 112,-2-1 0,1 0 0,6 0 2,4 2-1850,-1 0 1848,0-1 0,-1-1-278,-6 0 1,1 0 277,10 1 0,-13-1 0,0 0 289,1-1 0,-1 1-287,-1-1 1,17 3-3,-20-4 0,-5-1 0,6 2 0,-9-2 1939,4 1-1939,-5-1 3276,2 1-3160,-3-2-116,0 2 90,0-1 0,1 0-90,-4-3 0,1-2 89,-2-4-89,-1 1 0,4-18-3277,-1-5 3162,1-5 115,-1-1 0,0 13 0,0-3 0,2-6 0,-1 3 0,-1 9 0,1-1 0,1-8 0,1-6 0,1-1 0,0 5 0,1 1 0,0 3 0,0-7 0,1 1 0,-1 5 0,-1 3 0,-3 6 0,3-7-693,-4 12 693,-1 7 3049,3-9-3049,-3 8 0,4-14 0,-3 12 0,0-2 0,0 4 1036,-1 2-1036,-1 1 0,1-1 0,-13 4 0,6 0 0,-14 2 0,-2 0 0,4 0-441,-2 0 0,-3-1 441,-9 0 0,-3 0-1034,9 0 1,-1-1 0,0 0 1033,-1 1 0,1 0 0,0 0 0,-7-1 0,1 0 0,-4 0 0,4 1-2072,2 0 2072,-3 0 0,2 0 157,15 2-247,-13 0 90,-1 2 0,-3-1 0,4 0 0</inkml:trace>
  <inkml:trace contextRef="#ctx0" brushRef="#br0" timeOffset="115115">15882 5112 5734,'-5'-7'0,"1"3"0,3 3 0</inkml:trace>
  <inkml:trace contextRef="#ctx0" brushRef="#br0" timeOffset="117648">15311 5003 5734,'7'-1'0,"-1"-1"0,-2 1 0,-11 2 0,-4 1 0</inkml:trace>
  <inkml:trace contextRef="#ctx0" brushRef="#br0" timeOffset="129232">3393 7768 4018,'-2'-13'180,"0"-2"819,0-1-820,1 4 291,-1 4-470,0 6 238,-11 17-238,4 1 0,-4 8 459,7-5-459,5 0 0,3-5 0,1 1 0,4-14 0,-2-6 0,1-3 0,-3 2-90,-1 1 0,-10 9 0,5-2 0,-5 7 90,9-10 0,-1 0 90,-9-12-90,4 8-179,-12-5-1,17 14 180,-2-5 0,9 7 0,0-5 0,0 0 0</inkml:trace>
  <inkml:trace contextRef="#ctx0" brushRef="#br0" timeOffset="129882">3682 7726 5762,'3'-6'242,"-1"0"117,-1 2-359,-2 14 0,3-8 0,0 10 0,7-16 0,0-4 0,1 0 0,-4 0 0,-4-1 0,-5 5 0,-1-3-90,-2 7 90,-1 4 0,4 0 0,0 0 0,3-2 0</inkml:trace>
  <inkml:trace contextRef="#ctx0" brushRef="#br0" timeOffset="130333">3296 7812 5798,'0'-8'116,"2"1"-116,1 5 0,13 0-1639,5-2 1,2-1 753,13-2 1315,-9 2 0,2-1-430,-1-1 0,2 1 0,-4 0 0,-8 2 0,0 0-757,8-2 1,2 0 0,-7 1 756,-8 2 0,-1 1 0,0-1 0,1 0 0,-1 0 2269,-3 0-2269,-6 5 0,-1-1 0,-2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10:34.85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3099 1547 6004,'-3'-9'539,"-1"8"-539,3 3 0,-3 22 90,2-12-90,-1 13 0,0-6 0,-1 9 0,1-4 0,0-1 0,2-15 0,0-4 0,-1 7 90,2-5-90,-2 6-90,3-7 90,5-2 0,6-4 0,0-1 0,3-1 0,17-2 0,0 0 0,-14 3 0,1 0 45,2-1 0,-1 1-45,-3 2 0,7-3 0,-10 3 0,-5-1 0,2 0 0,-4 0 90,-2-8-90,-5-7 0,-1 2 0,-3-17 0,1 4 0,-1-1 0,1 4 0,2 11-90,-1 2 90,0 0 0,1 1 0,-1 4 90,1 2-90,-2 1 0,-13 7-3277,3-1 3162,-8 3 115,7-2 0,3-2 0,-9 2 0,-2 1-2268,3-2 2268,-2 2 0,1-1 0,9-3 0,-15 4 0,12-2 0,-9 1 2178,14-2-2178,3-1 0,0 0 0,6 3 3276,4 0-3160,5 4-116,-1-4 0,4 9 0,-6 1 0,2 1 0,-1 11 0,-6-10 0,1 3-90,-2-3 90,4-21 0,5-6 0,0-7 0,1-1 0,-6 11 0,-1 1 0,0 0 0,0 0 0,-8 20 0,1-5 0,-5 14 0,4-12 0,2-2 0,-2 3 0,2-2 0,9-22 0,-2 6 0,6-17 0,-5 11 0,-1-5 0,-1 6 0,-15 18 0,2 6-1636,-8 11 1636,10-9 0,2-1-90,9-12 90,5-9 0,6-13-1133,-1-3 1133,-7 8 1313,-2 2-1313,-12 14 0,-4 4 0,-5 11 0,3 1 0,9-9 0,20-21 0,-9 8 728,7-8 0,1-1-728,-6 5 0,4-4 0,-12 31 0,0-9 0,-2 27 0,9-24 0,1 2 0,3-12 0,10-14 0,2-12 90,2 0-90,-7 2-832,-12 12 832,-5 8 0,-5 4 0,1 0 0,-5 5 0,1 0 0,-7 11 0,-5 8-3116,0-2 3116,3-1 0,10-14 556,11-10-556,-2-1 0,7-5 0,2-6 0,4-6-2268,-2 1 2268,-2 1 2268,-21 24-2268,4-2 0,-10 11 0,2 0-90,2 2 90,0-2 0,7-3 3276,19-23-3160,-4 3-116,7-9 0,-10 6 0,-4-2 0,-11 6 0,2 0 0,-28 21 0,12 5 0,-5 0-90,13 1 90,14-16 0,4-2 0,1-4 0,1-3 0,0-2 0,2-6 0,-2 4 0,1-10-90,-8 11 90,-2-3 0,0 5 0,-7 6 0,-4 7-180,-1 5-250,6 6 430,6-5 0,7-4 0,2-4 0,0-1 0</inkml:trace>
  <inkml:trace contextRef="#ctx0" brushRef="#br1" timeOffset="47399">4180 6175 12439,'7'3'-1569,"0"0"1204,0-1 512,-2-2 78,5 2-148,4-1 72,-3 0-77,4 1-55,-5-2 157,25 5-61,-17-4-163,19 4-22,-18-3 1,1-1-32,1 0 0,0 1-1238,3-1 0,0 1 1220,-3-1 0,-2-1-58,4 1 179,0-1 0,6-1 0,-4 1-35,-5 0 1,0-1 14,9 1 1,7-1-1,1 0 1,-5 0-16,1 0 0,-1 1-786,2-1 0,1 0 0,-3 1 842,-3-1 1,-1 0-285,5 1 0,4-1 1,-5 1 198,-9-1 0,1 1-24,4-1 0,7 0 0,2 0 0,-2 0 0,-6 1-71,2-1 1,-2 1-392,6-1 1,3 0 0,-5 0 389,-12 0 0,-3 1-159,11-1 4,-2 0 263,-1 1 0,5-1 0,-3 1-105,-7 0 0,2 0 121,2-1 1,6 1 0,4-1 0,1 0 0,-3 1-1,-4-1-34,1 1 0,-3-1 0,2 1 35,2-1 0,2 1 1,2-1-1,-1 0 1,-4 0 34,2 1 0,-4-1 0,3 1 0,1-1 0,3 0 0,-1 1 0,-3-1 0,-4 1 0,-2 0 0,1-1 0,8 1 0,3-1 0,3 0 0,-9 1 0,3-1 0,0 1 0,-1-1 0,-4 1 0,-1 0 0,-3-1 0,4 1 0,1-1 0,6 0 0,1 1 0,-2-1 0,-4 1 0,-1 0 0,-4-1 0,1 1 0,1 0 0,1 0 0,4 0 0,-2-1 0,5 1 0,0 0 0,0 0 0,-3 0 0,4 0 0,-3 0 0,2 0 0,-2 0 0,1 0 0,1 0 0,1 0 0,-5 0 0,2 0 0,1 1 0,-1-1 0,-1 0 0,-4 0 0,3 1 0,-3-1 0,4 0 0,-4 1 0,3-1 0,2 0 0,0 0 0,0 1 0,-3-1 0,5 0 0,-3 0 0,1 1 0,0-1 0,-4 0 0,1 1 0,0-1 0,1 1 0,0-1 0,2 1 0,1-1 0,0 1 0,2-1 0,0 1 0,-3-1 0,3 1 0,1 0 0,0 0 0,-1 0 0,-3-1 0,-4 1 0,5 0 0,-5 0 0,3 0 0,-3 0 0,4-1 0,0 1 0,-3 0 0,-7 0 0,-3-1 0,-3 1 0,16 0 0,3-1 0,-2 1 0,0 0 0,-1-1 0,0 1 0,-5-1 0,-3 1 45,9-1-45,-14 0 1943,13 0-1853,-25 0-90,4 0 289,-1 0-289,-16 1 819,4-1 0,-23 0 0,2-1 0</inkml:trace>
  <inkml:trace contextRef="#ctx0" brushRef="#br0" timeOffset="49282">4228 7239 5795,'-9'-3'-36,"-3"0"36,2 0-6,0 1 77,0-1 19,5 3 0,29 1-90,-13 0-1201,25 1 1201,0 3 45,-13-3 0,6 1-45,2 1 0,6 1 0,2 0 0,-3-1-999,-2 0 1,-2 0 0,2 0 998,-5-1 0,0 1 0,2 0 0,1 0 0,4 0 10,-5 0 0,4 0 0,1 0 0,3 0 0,-1-1 0,1 1 0,-3 0 0,-1-1 0,-4 1-408,3-1 0,-5 0 1,-1-1-1,2 1 1,3 0 397,0 1 0,3-1 0,3 1 0,2 0 0,0 0 0,-1 0 0,-2-1 0,-4 0 0,-4 0 0,8 0 0,-6-1 0,0 1 0,1-1 0,1 1 0,1 0 0,-2-1 0,2 1 0,2 0 0,0 0 0,-1 0 0,2-1 0,0 1 0,0-1 0,-2 1 0,-4-1 0,-1 0 0,-1 0 0,0 0 0,1 0 0,1-1 0,2 1 0,-1 0 0,-1 0 0,-4-1 0,8 1 0,2-1 4,-8-1 1,6 1 0,4 0 0,-1-1 0,-2 1-1,-4-1-4,2 0 0,-4 1 0,4-1 15,-3 0 0,2 0 0,4 1 0,-1-1 0,-1 0 0,-3 0-15,4-1 0,-3 1 0,-1-1 0,-2 0 0,3 0 0,-2 0 0,2 0-30,-1 0 1,2 0-1,1 0 1,-3 1 29,4-1 0,-1 0 0,-4 1 203,-1 0 1,1 0-204,-5 1 0,5 0 0,3-1 0,0 1 0,-2 0 0,-4 0-8,1 0 1,-4-1 0,4 1 7,1 0 0,5 0 0,0 1 0,-2-1 0,-5 0 324,1 0 0,-1 0-324,1 0 0,4 0 0,2 1 0,-3-1 0,0 0 0,-1 0 0,1 0 0,1 1 0,1-1 0,0 0 0,-4 0 0,-4 0 0,-2 0 0,0 0 37,10 0 0,3 1-37,-5-1 0,3-1 0,2 1 0,-4 0 26,-3 0 0,-3-1 0,5 1-26,-4 0 0,5-1 0,2 1 0,1-1 0,-1 1 0,-2-1 0,-6 1-223,3-1 0,-5 1 1,4-1 222,-2 1 0,4-1 0,1 0 0,-2 1 0,-5-1 0,7 1 0,-4-1 0,2 1 0,2 0-173,0 0 1,4-1 0,-3 1 172,-8 0 0,-1 0 0,1 0 0,6-1 0,1 1 0,2 0 0,-4 0 0,3 0 0,0 0 0,-1-1 0,-4 1 0,-1 0 0,-4 0 0,4-1 0,3 1 0,3 0 0,2 0 0,-1 0 0,-4-1 0,-2 1 0,-2 0 0,1-1 0,8 1 0,2 0 0,-1-1 0,-6 1 0,-1-1 0,1 1 0,1 0 0,1-1 0,-4 0 0,-6 1 0,-3-1 0,16 0 0,-14 1 0,1-1 0,4-1 0,-1 1 0,-4-1 0,0 1 396,7-1 1,-3 0-577,-9 0 180,7-1 567,-31 0 0,-3 0 0,-13 0 0</inkml:trace>
  <inkml:trace contextRef="#ctx0" brushRef="#br1" timeOffset="51503">4309 8444 22189,'4'-5'-2183,"0"2"1714,17 2 1197,-11 1-364,18-1-48,9 0-169,-6 1-96,-7-1 1,4 1 0,-2 0-56,2 0 0,0 0 272,7 0 1,-1 0-29,-4 1 1,-1 0-282,4-1 0,5 0 35,-6 1 0,4 0 1,1-1-1,-2 1-13,0-1 1,-2 1 0,2-1 16,-1 1 0,1-1 0,1 1 0,3-1-4,-4 1 0,4 0 0,1 0 0,-1 0 1,-1 0-1,-5-1 4,4 1 1,-5 0-1,5-1 0,-3 1 0,4 0 0,3 0 0,0 0 0,-3 0 0,-5 0 49,3 0 0,-5-1 1,0 1-28,2 0 1,1 0 0,4 0-1,-4-1 0,5 1 0,1 0 0,-2-1 1,-2 1 2,-6 0 1,-1 0-1,-1-1 1,1 1 0,6 0 0,1-1 0,1 1 1,1 0-19,-6 0 1,1 0 0,2 1-1,-1-1 1,-2 1 0,-4-1 17,4 0 0,-3 0 0,3 0-13,-4 1 1,4-1 0,2 1 0,0-1 0,-1 1 0,-3-1-7,5 1 0,-2-1 1,0 1-1,-1-1 4,-1 1 0,0-1 0,1 0 0,0 1-14,3-1 1,2 1-1,0 0 1,-2 0 3,3-1 0,-2 1 1,-3-1-6,-4 0 1,0 1-556,-4-1 0,2 0 1,2 0-1,3 0 865,-1 1 1,3-1 0,3 1 0,-1 0 0,0-1 0,-3 1-331,4 0 0,-2-1 1,1 1-1,2 0-228,-4-1 0,2 1 0,1 0 0,1 0 0,-1 0 0,-1 0 221,-3 0 0,0 0 0,0 0 0,-1 0 0,-2 0 0,-1 0-14,1-1 1,-3 1 0,0 0 0,2-1 6,6 1 0,4 1 1,1-1-1,-3 1 1,-7-2-311,-3 1 0,-1-1 315,0 0 1,4 0-1,2 0 1,1 0-81,2 0 1,1 1-1,2-1 1,0 0-1,-2 0 95,1 0 0,-1 0 1,0 1-1,4-1 11,-6 0 1,5 0 0,1 0 0,1 0-1,-1 0 1,-4-1 0,-4 1 16,4 0 0,-6 0 0,4 0-52,0 0 0,3 0 0,2 0 1,-2 0-1,-5 0 54,-3 0 1,-3-1 0,3 2-402,0-1 1,6 0-1,1 0 1,0 1-1,-1-1 1,-6 0-399,1 0 0,-4 0 0,4 0 316,3 1 0,5-1 0,1 1 1,-2-1-1,-7 0-862,-2 0 0,-2 0 540,6 0 1,3 0-1,1 1 26,-7-2 1,0 1 0,0 0-1,-1 0 168,1-1 0,-1 1 0,1 0 1,0-1 399,2 1 0,0-1 0,1 1 0,1-1 201,1 1 0,2-1 0,1 1 0,-1-1 0,-4 1 0,4-1 0,-3 1 0,3-1 0,-5 1 0,3-1 0,1 1 0,0-1 0,-4 1 0,7-1 0,-2 1 0,-1-1 0,0 0 0,-1 0 0,1 0 0,-5 0 0,0 1 0,0-1 0,-1 0 0,2 0 0,0 0 0,-4 0 289,-3 0 0,2 1-284,2 0 0,6 0 0,3 0 1,-2 0-1,-4 0 4,-4 0 1,-4 0 0,5 0-101,1 0 1,5 1-1,4 0 1,1-1-1,-2 1 1,-4 0 0,-6 0 90,5-1 0,-2 1 0,-2 0 0,3 0 0,-1 0 0,-4 0 0,11 1 0,-11-1 0,4 1 0,-2-1 0,-4 0 0,-1 0 0,3 0 0,3 1 0,-1-1 11,0 1 1,0-1 0,-4 1-47,12 0 35,0 1 0,-5-1 0,-19-2 1473,-2-1-1591,1 1 882,-4-1 0,-7-4 0,-6-1 0</inkml:trace>
  <inkml:trace contextRef="#ctx0" brushRef="#br1" timeOffset="71965">10240 6948 9880,'1'-8'-606,"0"0"553,3-3 142,-1 4 24,0-3 25,1 5 266,-2 1-208,6 7-273,-6 0-159,8 20-15,-6-5-448,1 5 453,0-2 111,8 3-150,12-20 0,8-5-787,-8 0 0,1-1 0,2-3 1180,-1-3 0,1-1 0,1-2 0,-2 0 55,4-2 1,-2-1-1,2-1-38,-5 2 0,2-2 0,1 0 0,-2 1 1,-3 1-873,9-3 1,-1 0 872,-7 3 0,2-1 1,0-1-1,-2 3-58,10-3 1,-4 1-1,-13 6 1,0-1 0,10-3-1,-1 0 1</inkml:trace>
  <inkml:trace contextRef="#ctx0" brushRef="#br1" timeOffset="77066">13409 5957 9880,'1'-8'-688,"0"1"486,-1-5 48,1 5 141,1-5-36,2-2 426,16-11 0,6-3-2016,-6 7 1,0-1 1787,0 1 0,3-1 0,-3 3 506,2 1 0,-3 3 181,9-8-144,-8 7 0,2-2-25,0 1 0,0-1 231,6-4 1,3 0-501,-4 5 1,2-1 0,-1 2-826,-1 1 0,1 0 712,-7 4 1,2 0 0,1 2-124,4 2 1,0 3-1,1 1-535,0 1 1,1 2 0,0-1 400,3-1 1,0 0-1,1 2 316,0 2 1,0 2-1,0 1-578,-5 1 0,-1 2 0,1 0 0,-1 1-67,0 1 1,-1 0 0,0 1 0,1-1 16,0 0 0,0 1 0,0-1 0,-4 0-578,9 7 1,-6-1-550,-8-4 128,2 3 648,-3-4 0,2 1-275,7 6 1354,-10-8 0,1 2-717,4 2 0,-2-1-268,3 1 318,-2 0 1,-1-1-166,0 1 200,-10-7 14,7 6 176,-18-8 1,-4-1 0,-12-3 0</inkml:trace>
  <inkml:trace contextRef="#ctx0" brushRef="#br1" timeOffset="77916">13144 6003 11863,'8'1'-118,"16"1"-52,-12 0 71,19 3-1563,-18-1 1483,12 4-1460,-4 2 1,1 1 1328,9 4 223,-9-4 1,1 2 350,1 0 0,1 1 0,-3-1-305,-5-4 1,1 1-541,6 3 1,3 2 0,-4-3 439,4-1 221,0-2 1,3-1-598,3 0 0,1-1 698,-1 0 1,2 0-60,-5-4 0,3 0 1,0-1-11,1-2 1,1-1-1,-2 0 8,-4 0 0,-1 1 1,1-1 40,4 0 0,0-1 0,1-1-57,0-2 0,2-1 0,-1-1 0,-4 1 57,-1 1 0,1-1-67,-2 0 0,5 0 0,0-1 0,-3-1-20,5-4 1,-3-2-25,-10 4 1,-1 0-1,2-1 7,0 1 0,1-1 0,0 0 4,-2-1 0,0 0 0,0-1 611,2-1 0,0 0 0,-1 1-529,-3 1 0,1-1-135,4-2 1,3-2 0,-6 4 18,-5 0-349,8-3-12,-15 8-325,-1 1 1227,-4 3-1515,8-5 2,-9 5 233,4-1 3388,-6 3-3222,-1 0-7,1-3 468,-1 1 1,-1-3-1,-2 1 1</inkml:trace>
  <inkml:trace contextRef="#ctx0" brushRef="#br1" timeOffset="79216">14974 5848 7163,'-8'3'251,"1"0"-190,0-3-124,2 1 60,-13 0-11,8 0 10,-17 1-723,14-1 757,-14 1-3221,-10-1 3149,6 0 119,6-1 0,-4 0-40,-5 0 1,-4 0-1,4 0 107,4 0 0,-2 0-87,4 0 1,-6 0-1,-2 0 1,1 1-1,4-1 40,0 0 1,2 0-1,-1 1-684,-3-1 1,-1 1-1,1-1 684,8 0 1,0 0-1,-1 0-338,-6 0 1,-1-1-1,3 1 385,6-1 1,-3 0 172,-2 0 0,-8 0 0,-2-1 0,1 1 1,6 0-180,-6-1 1,3 0-406,6 1 1,-2-1-1,0 1 1,6 0 401,2 0 0,3 0 728,-2 0 0,-1 0-723,2 0 1,-1 1-72,-3-1 1,1 0 4,2 1 1,3 0-50,-4-1 175,-3 2-170,2 0 1,0 0 2305,-7 0-2304,9 0 0,2-1 18,9 0-32,-13 1 3258,-5 0-3085,10 1 0,0-1 69,-18 1-73,14 1 56,4-1-47,6-2 5,-5 2 56,-1-1-71,-1 1 0,-1 0-3374,1-2 3293,-11 2 77,18-2-149,-1 0 65,-16 0-8,4-1-74,-9 0 0,-3 0-29,17 1 1,0-1-48,-15 0 1,1 0-5,0 0 12,15 1 0,2-1 2752,-6 0-2737,-6 0-2,0 1 62,12-1-54,-17 1 57,22-1-70,-3 1 71,6 0-28,3-1 572,0 0-417,-1 0-25,13 5-191,-4-3 0,10 3 0,-6-3 1</inkml:trace>
  <inkml:trace contextRef="#ctx0" brushRef="#br1" timeOffset="79781">12773 5653 18067,'7'-2'1896,"-1"0"-1043,-2 1-850,-8 4 544,-5 2-198,-16 7 0,-6 2-1988,4-2 1,0 0 1538,-7 2 1,2 1 541,8-5 0,2 1 288,-2 5 0,2 0-228,-2 3-1413,4 6 0,5 0 641,11-10-1304,11 4 1,4-2-811,-1-8 1045,20 9-377,-16-13 384,18 3 1,2-1-48,-1 0 1410,0 0 1,8 0 0,-8 0-752,4 1 1347,-7-1 0,-2 0 509,-11-2-591,-8 0-566,-1-1 0,1 3 1,-1 0-1</inkml:trace>
  <inkml:trace contextRef="#ctx0" brushRef="#br0" timeOffset="85866">15416 5782 5734,'7'-1'61,"-3"2"-52,-2 4 5,-8 18-9,1-7-5,-4 11 1,2-11-1,-1 4-1639,-2 1 1,0 2 663,-4 7 975,4-8 0,-1 2 430,-5 6 0,1-1-430,2-1-206,-2-1 0,0 2 206,-1 3-2020,-1 0 2020,8-15 0,1 0 0,-5 8 2020,-1 1-2020,7-13 0,-7 11 0,6-10 0,0 0 0,0 0 412,1-3-412,-2 3 0,4-7 0,-7 10 3276,6-8-3160,-2 1-116,2-1 0,-1-1 0,1 2 0,1-3 0,-2 4 0,4-5 0,-3 3 0,2-3 0,-1 3 0,-2 4 0,3-5 0,-6 13 0,6-11 0,-2 6 0,2-7 0,-3 6 0,4-8 0,-9 17-3277,7-14 3162,-2 6 115,2-5 0,-1 3 0,1-3 0,-4 13 0,6-15 0,-3 6 0,5-8 0,-1-1 0,0 7 0,1-5 3276,0 13-3160,2-15-116,1 9 0,1-10 0,7 5 0,-4-5 0,15 3 0,-13-5 0,9 0 0,-8-3 0,1-1 0,10-3 0,-7 1 0,4-2 0,12-8 0,-14 6 0,8-4 0,3-1 0,0-2 0,-10 6 0,2 0 0,1-1 0,-1 0 0,10-1-3277,1 0 3162,-9 5 115,-9 3 0,-4 1 0,10 1 0,-9 0 0,8 0 0,-10 1 0,1 0 0,5 3 0,-6-2 0,13 5 0,-12-4 0,5 3 3276,-8-3-3160,2 1-116,3 6 0,-1-1 0,0 0 0,-5-4 0,-1-1 0,0-1 0,3 8 0,-2-5 0,6 13 0,-5-11 0,2 4 0,-4-7 0,0-1 0,-1-1 0,3 6 0,0 0 0,1 3 0,-2-3 0,-2-5 0,0 1 0,0 0 0,0 0 0,2 5 0,-1-5 0,0 3 0,-1-4 0,4 2 0,-3-3 0,9 6 0,-7-7 0,10 3 0,-3-4 0,2 0 0,6-4 0,-11 2 0,8-3 90,-5 0-90,2-3 0,-1 1 0,1-3 0,5-4 0,-7 4 0,6-4 0,-8 3 0,-1 2 0,1-3 0,-3 5 0,-4 3 0,5-6 0,-3 4 0,5-7 0,-4 5 0,1-1 0,1-1 0,3 0 0,-2 1 0,1 1 0,-2 2 0,1 2 0,-1 0 0,8-1 0,-9 2 0,8 0 0,-2 3 0,-3 0 0,8 2 0,-8-1 0,2 1 0,-1-1 0,0-1 0,-2 0 90,14-3-3367,-12 0 3162,8-1 115,-8-2 90,0-1-90,-1 1 0,0-2 89,-2-2-89,-3 5 0,3-5 90,-3 3-90,-2 1 3276,2-3-3160,1-1-116,-3 3 0,4-7 0,-5 5 90,1-1-90,-2-11 0,0 12 0,0-11 0,-1 12 90,-2-7-90,-2-5 0,0 2 0,-1 0 0,-3-2 0,1 7 0,-3-6 0,6 9 0,0 2-3277,-2-3 3162,1 2 115,0-1 0,2 4 90,-10-13-90,8 10 0,-5-7 0,-1 0-2268,1 0 2268,-4-5 0,4 3 1134,2 1 0,-1-1-1134,-4-6 0,0-1 0,-2-1 0,0-1 0,1 1 0,1 3 90,-2-3-90,4 8 0,2 1 0,0 1 45,-5-7 0,-1 0-45,4 5 0,-9-11 0,12 16-378,3 5 378,1 0-2143,-9-10 2143,7 8-421,-7-9 421,10 12 1934,-3-8-1934,1 3 0,-1-3 0,3 5 342,1 0-252,-3-9-90,2 6 3061,-4-19-3061,5 20 0,-2-11 0,3 11 997,0 0-997,1 2 0,-1 1-90,-2-4 0,2 6-449,-5-5 539,-3 10 0,-2 0 0,-5 4 0</inkml:trace>
  <inkml:trace contextRef="#ctx0" brushRef="#br0" timeOffset="86935">15484 5738 5795,'1'-12'3,"0"3"23,0-3-26,1 2 90,-1 2 0,-1 1 0,1 2-90,3 19 0,-3-6 59,-1 16 1,0 9 0,-1-1-15,-2-1 0,0 1-1138,0 0 1,0 3 0,0-2 1079,-2 0 1,0-2 43,0 0 1,-2 2-10,2-7 1,-1 2 0,-1 1-1,1-2-775,0 0 0,1-1 0,-2 1 783,-1 6 0,-1 2 0,1 1-8,1-2 1,0 1-1,0 0 1,1-3-402,1-6 1,1-2 0,-1 3 378,0 5 0,-2 4 0,1-1 0,2-6 114,1-4 0,1-2-69,0-2 0,0 3-151,-2 2 0,-1 3 0,1-1 106,0-2 0,0 2 68,-2 1 1,-2 5 0,1-1-1,0-7-68,-2 7 368,0 2 0,0-3-368,5-16 0,0 0 90,-1 5 412,-2 11-502,0-4 1200,1-1 1,0-1-1201,0-4 0,1-1 0,-1 0 116,-1 6-116,1-6 0,-1 2 0,-2 12 892,0-4 0,2-3-892,1-5 509,-2 11-509,5-21 0,0 1-3200,-2 7 3200,2-8 0,0 2 0,1-8 90,-5 14-90,4-11 0,-8 19 0,6-18 0,-1 2 0,2-6 29,0-1-658,-3-11 274,-1 1 355,1-7 570,2 0 1,1-2-1,-1-2 1</inkml:trace>
  <inkml:trace contextRef="#ctx0" brushRef="#br0" timeOffset="87448">14916 7575 5824,'0'-12'270,"0"3"-1,2-1 1,8 13-3547,-1 4 2573,4 6 794,-4 8 474,-2 1 1,-2 1-565,2 3 0,-2-3 0,0 0 90,0 8 0,-1-9-627,0 8 537,-2-14 3126,1-4-3126,-2-3 90,3 7-90,-2-9 0,2 2 0,6-8 90,17-20-90,-4 1-45,-3-2 0,6-8 0,0-2 0,-4 4-90,0 0 0,-1 0-580,-2 3 0,3-3 1,-1 1-1,-4 4 445,4-8 270,-10 1 0,-8 13 0,-4-10 0,-7 13 0</inkml:trace>
  <inkml:trace contextRef="#ctx0" brushRef="#br0" timeOffset="89749">14789 5882 5734,'12'0'0,"16"-3"-3277,-6 2 893,9-3 2384,-11 2 0,3-1-25,3-1 1,3-1 0,-2 1 24,2-1 0,2 0 0,3 0 0,7-1 0,-1 1 0,-7 0 0,-8 2 0,0 0 0,4 0 0,3-1 0,-4 1 0,-6 1 0,-2 0 0,16-2 0,-5 1 0,-5 0 1160,-5 1-1160,-10 1 133,11-1-133,-15 1 265,1 1 1,-6 0 0,1 0 0</inkml:trace>
  <inkml:trace contextRef="#ctx0" brushRef="#br0" timeOffset="90564">15088 5911 5734,'5'-7'0,"-1"2"1016,-1 3-370,1 3-291,-1 1-302,0 17-128,-2-8 142,1 12 0,0 4 299,-1-3-181,0-3 1,0-1-705,0-3 460,0-2-3218,1 6 3461,-1-6 88,1 2-209,3-2-235,-2-8-178,4 6 18,-3-10 562,1-1 135,5 1-1820,16 0 2105,-7-1 46,14 1 328,-6-1 0,5 0 1,-4 1-527,-7-2 0,0 1-728,9 1 0,4 0 1,-6-1 620,-1 2-328,-8-2 0,0 1-1137,17 4 378,-1 0 2045,-6 2-1521,-20-6 0,-3 1 0,-5-3 1</inkml:trace>
  <inkml:trace contextRef="#ctx0" brushRef="#br1" timeOffset="91369">14618 6290 6501,'1'-7'468,"1"1"-264,-8 6 112,4 1 67,-25 23-212,15 4-191,5-7 1,2 1-61,8 4-1062,11-10 1046,-5-13 139,-2-2-40,0-1-89,10-7 175,-9 3 151,14-17-61,-17 11 13,3-6-21,-5 9-194,-3 12 977,-1-2-1038,-4 19 1,-1 5-187,0-1 176,-1 1 0,-1 7 1,0-5-70,-1 3 126,0-4 0,0-1-3,-1-11 96,-6-2 206,7-8-12,-6-2 1,0-15-293,8 5 1,-6-8 0,10 5 0,1-1 0</inkml:trace>
  <inkml:trace contextRef="#ctx0" brushRef="#br1" timeOffset="91848">14854 6377 8330,'2'-6'-27,"-1"-3"462,0 5-226,-14 16 621,6 0-286,-10 13-122,7 2-473,6-3-2125,-1 0 2321,5-5-264,1-10-202,13 6-396,-6-10 152,9 5 26,-10-11 877,8-5 252,1-12-177,0-1-2582,-5-13 2539,-10 13-175,-3-3-999,-4 7 500,1 4-936,-3-2 224,2 6 318,0 1 109,-10 0 602,7 3 1,-7 1-1,10 2 1</inkml:trace>
  <inkml:trace contextRef="#ctx0" brushRef="#br1" timeOffset="92198">14995 6229 7198,'-1'-8'-537,"0"2"354,-3 7 505,3 0-161,-3 7-161,2-4-32,1 2 6,-1-2-48,1 3 128,0 1-11,2-2-231,0-1-24,3-7 293,1-7-51,-1 3-2,-2-12-47,-3 13-6,-3-5 0,2 8 1,-1 0-1</inkml:trace>
  <inkml:trace contextRef="#ctx0" brushRef="#br0" timeOffset="94716">13120 5330 5734,'2'-6'0,"0"0"0,0 2 0,1-1 0,0 2 0,1 2 0,-1 3 0,1 3 0,-2-1 0</inkml:trace>
  <inkml:trace contextRef="#ctx0" brushRef="#br0" timeOffset="96148">13148 5226 5734,'-2'-7'244,"1"0"-147,1 16-1,0-1-38,1 14-23,0 1-3312,0 9 3119,0-5 1,0 7-1,0 5 182,1-8 0,-1 4 0,1 3 0,0 2 0,0-1 0,0-1 0,-1-3-20,0 0 0,1-3 0,-1 0 0,0 1 0,0 4-11,0-4 0,1 5 0,-1 2 0,1 2 1,-1-1-1,1-1 0,-1-2 0,0-4 0,0-6-552,0 5 0,-1-7 1,1 3 538,-1 3 0,1 4 0,-1 0 0,0 0 23,0 0 0,-1 0 1,1 0-1,-1-5-42,0 6 1,0-1 18,0-5 0,0 4 1,0-2-1,0-7-57,-1 7-2,0-7 79,2-12 0,3 1 0,1-13 0,2 0 2027,0-4-2027,6-3 0,11-4 0,5 0 0,5 2 0,8 1 0,-4 0 0,-8 1 0,0 0 0,3 1 0,6-1 0,-1 1 0,-5 1 0,-2 0 0,-2 0-53,4 0 1,3 0 0,1 0 52,-4 1 0,0-1 0,1 1 0,-1-1-729,2 1 0,0-1 1,2 0 728,-8 1 0,3 0 0,0 0 0,1 0 0,1-1 0,1 0 0,2 0 0,0-1 0,0 0 0,-1 1 0,-3 0-68,0-1 1,-4 2 0,1-1 0,4 0 67,-3-1 0,4 0 0,3 0 0,1-1 0,-1 0 0,-1 1 0,-4-1 0,-4 1 0,4-1 0,-5 1 0,2-1 0,1 1 0,2-1 0,-1 0 0,-4 1 0,0-1 0,-5 1 0,-5 1 0,2 0 0,0 0 0,-2 1 0,16-2 695,-19 2-695,-3 1 2007,3 0-2007,-3 1 3276,-4-1-3160,1 1-27,-2-1-89,-1 1 90,0-4-90,-1 1 90,3-23 0,-2 4-901,-2 4 0,0-2 811,1-12 0,0-5 0,-2 5 0,-1-4 0,1-2 0,-1 3 0,1 1 0,0 1 0,0-6 0,0 11 0,0-6 0,1-2 0,-1-3 0,1-1 0,-1 2 0,1 1 0,-1 4 0,0 4 0,1-9 0,0 6 0,1-4-357,-1 8 0,0-4 0,0-3 0,1-1 1,0 0-1,0 2 0,0 1 0,-1 4 357,2-5 0,0 3 0,0 2 0,-1-3 0,0 1 0,1-1 0,-1-1 0,0 1 0,0 1-637,1-8 1,-1 3 0,0 0 636,-1 4 0,0 0 0,-1 3-34,-2 0 1,0 4 33,-1-2 0,1 4 0,-1 2 703,1 10-703,-2 0 2178,-12 16-2178,6-4 0,-11 13 0,11-7 3276,-23 9-3218,6-6 0,-3 0-1697,1 1 1,-2-1 1608,1-1 1,-3-2 0,-4 1 29,3-3 0,-4 1 0,-2-1 0,-2 0 0,2 0 0,4 0 0,-2 0 0,3 0 0,0 0 0,-4 0 0,6-1 0,-2 0 0,-2 0 0,-1 1 0,-1-1 0,0 1 0,1-1 0,1-1 0,-1 1 0,0-1 0,-1 1 0,0-1 0,1 1 0,0-1 0,2 0 0,-2 1 0,2 0 0,0 0 0,0 0 0,0 0 0,-1-1 0,-1 1 0,3 0 0,-1 0 0,-1-1 0,0 1 0,0-1 0,0 1 0,1 0 0,1 0 0,2 0-60,-6 1 0,0 1 0,2 1 0,2-1 0,3-1 0,5 1-26,-6 1 0,5 0 86,-5 3 0,9 1 0,17-4 0,2 0 0</inkml:trace>
  <inkml:trace contextRef="#ctx0" brushRef="#br0" timeOffset="98116">15114 5570 5824,'-1'-7'0,"-1"-2"0,2 4 90,-1-6-90,3 21 90,-2 16-910,-1 1 1,-3 7 0,1 3 0,0-4 810,0-3 1,0-2 0,0 3-67,0-4 1,-1 2 0,0 2 0,-1 0 0,1 1 74,-1 1 0,-1 3 0,1 0 0,-1-1 0,1-1 0,0-4-180,-1 7 0,2-4 0,-2 3 180,2-5 0,-2 3 0,1 2 0,-1 0 0,1-3 0,1-6-638,0 5 1,0-1 659,1-3 1,0 5-1,-1 0 1,1-3-23,-1 1 0,1-2 0,-1 1 0,1 0 0,0 3 0,-1-2 0,1-2 0,-1 4 0,0-2 133,-1-3 0,-1 1-133,-3 2 0,-2 4 0,-1-1 0,-2-2 0,-1 1 0,-1-1 0,2 1 0,0 0 0,0-3-130,-4-1 0,1-7 130,5-5-612,2-5 612,4-5 1799,-6 4-1799,7-10-90,-2 3 90,1-4 903,1 1-903,-1-2 3276,2 2-3160,18 2-116,-6-2 0,13-1 0,10-2 0,-1 0 0,0-2 0,1 0-820,-4 0 1,3 0 0,1 0 0,-2 0 810,3-1 1,-2 1 0,3-1 8,1 0 0,3-1 0,-1 0 0,-2 1-757,-4 0 1,-2 1 0,1-1 756,-2 1 0,2 0 0,0-1 0,1 0-64,3 0 1,1 0 0,-1-1 0,-4 2 63,2-1 0,-1 0-45,-1 1 0,3-2 0,0 1 0,-6 1 45,-4 1 0,-3 0 0,0 0 0,0 1 0,14-2 0,-1 0 0,5-1 0,-14 2 0,1 1 217,8 0 0,-2 0-217,0 0 36,-1 0 1,1 1-37,-10 0 0,-1 1 0,2-1 0,-1 1 45,3-1 0,0 0 941,6 0 0,-2 0-986,-6 0 1638,1 0 0,-1 0-1541,-8 1-97,6-2 0,-11 2 90,0-1 0,-3 1 601,3-1-601,-4 0 0,-1-2-90,-2-1 90,6-29-90,-2 13 0,0-1 0,2-3-148,2-2 1,3-3 0,0-1 147,-1 3 0,-1-1 0,1-1 0,0 0-820,1-1 1,0 0 0,-1 0 0,1-1 804,-1 0 1,0 0-1,-1 1 1,0 2-199,0-5 0,-1-3 200,-4 10 0,0-4 0,0-3 0,0-2 1,-1-1-1,0 1 0,-1 0 0,-1 1 0,0-1 0,-1 0 0,0 0 1,-1 0-1,1-1 0,1 0-241,-1 2 0,1-1 1,1-1-1,-1 0 0,0 1 1,0 0-1,-1 2 0,0 0 254,-2-3 0,1 0 0,-2 1 0,1 2 0,-1 3 0,0 4-335,-1-8 0,-1 5 335,2 7 0,-1 0 0,0-3 0,1 1 0,-2-10 0,1 1 0,2 26 969,-1-6-969,1 7 1122,-1-6-1122,1 8 2733,-1 0-2733,-8 5 0,-7 1 0,-3 3-1283,-5-1 1283,2-1-770,-3 0 1,-7-1 0,3 0 769,1 0 0,-1 0-110,5-1 0,-1 1 0,-3-1 0,-4 1 110,5-1 0,-5 1 0,-2-1 0,-2 0 0,1 0 0,0 0 0,3 0 0,3 0 0,-4 0 0,4 1 0,-1-1 0,-3 0-100,2 0 1,-4 1 0,-3-1 0,0 0 0,-1 1 0,2-1 0,4 1 0,5-1 99,-6 1 0,5 0 0,1-1 0,-2 1 0,1 1 0,-2-1 0,1 0 0,0 1 0,-2 0 0,-2 0 0,5 0 0,-2 1 0,-1 1 0,0-1 0,0 0 0,3 0 0,-3 0 0,2 0 0,1 0 0,-4 1 0,2 0 0,-4 2 0,-1 1 0,1-1 0,5 0 0,5-2 0,4 1 0,2 0 0,-5 1 0,1 0 0,0 1 0</inkml:trace>
  <inkml:trace contextRef="#ctx0" brushRef="#br0" timeOffset="102216">7909 9663 5734,'8'-4'11,"1"-1"37,6 3-17,7 1-31,-1 1 0,2 1-1000,-7-1 1090,16-2-90,-8 0 0,3-1 30,6 0 0,3-1 0,0 0-1051,-6 0 1,-2 0 0,3 0 1020,-3 0 0,2 0 0,0 0 0,-2 0 0,-1 0 0,-2 0 0,2 0-486,2 0 0,1 0 0,2-1 1,0 1 485,0-1 0,1 1 0,2-1 0,4 1 0,-9 1 0,3 0 0,3 0 0,1 0 0,1 0 0,0 0 0,-2 0 0,-1 0 0,-3 0 0,7 0 0,-4 0 0,-1 1 0,1-1 0,3 1 0,-6 0 0,2-1 0,1 1 0,2 0 0,-2 0 0,0 1 0,-2-1 0,-3 1 0,9 0 0,-3 0 0,-3 1 0,0 0 0,2-1 0,-1 1 0,6-1 0,-12 1 0,3-1 0,4 1 0,2 0 0,1 0 0,0-1 0,0 1 0,-2 0 0,-3 0 0,-4-1 0,10 1 0,-6 0 0,0-1 0,5 1 0,-7 0 0,4-1 0,2 1 0,1 0 0,1 0 0,-2-1 0,-2 1 0,-3 0 0,1-1 0,-3 0 0,-1 0 0,-1 0 0,3 0 0,1 0 0,1-1 0,1 0 0,1 1 0,-2-1 0,0 1 0,1-1 0,0 1 0,0-1 0,-1 1 0,1-1 0,2 1 0,2-1 0,0 0 0,-4 0 0,-5 0 0,2 0 0,-4 1 0,2-1 0,-1 1 0,-3-1 0,3 1 0,5 0 0,6 0 0,1 0 0,-5 0 0,-1 0 0,0-1 0,-2 2 0,5-1 0,-1 0 0,-4 0 0,1 0 0,0-1 0,-2 1 0,2-1 0,-1 0 0,-4 0 0,-1 1 0,1-1 0,1 0 0,-1 0 0,-3 1 0,11-2 640,-12 2 1,-1 0-641,3-1-83,-6 1 0,-1 0 83,-9 1 0,-3 0 1367,6-1-1547,-7 1 978,4-1 1,-7 1-1,-1-1 1</inkml:trace>
  <inkml:trace contextRef="#ctx0" brushRef="#br0" timeOffset="103819">5962 2980 5824,'-6'-7'0,"1"1"90,-1-1-90,3 4 90,12 16-90,2 2 0,3 1-1224,0 1 0,2 2 1224,7 7 0,4 4 22,-5-7 1,2 3-1,1 0 1,-3-3-472,-4-4 0,-1-1 0,3 2 449,2 3 0,4 4 0,1 2 0,-1-3 0,-6-5-1068,-1-4 1,-2-1 1022,9 10 0,-3-3 45,-7-9-74,-11-9 74,-9-5 0,-6-3 0,-8-4 0</inkml:trace>
  <inkml:trace contextRef="#ctx0" brushRef="#br0" timeOffset="104119">6225 3005 5824,'3'-14'90,"-2"6"269,2-9-359,-15 24 90,-9 8-90,1 4 0,-1 5-124,4-6 1,-1 3 0,-1 2 141,2 2 0,-3 4 0,1 2 0,0-1 0,2-3-1088,0 0 1,2-2 0,-1 2 1046,-2 3 1,-1 3-1,1 0 1,5-4-158,6 2 0,3-4-84,-1 9 264,3-12 0,2-2-216,6-7 1,4-4-1,3-1 1</inkml:trace>
  <inkml:trace contextRef="#ctx0" brushRef="#br0" timeOffset="104483">6664 3343 5914,'4'-11'449,"-1"0"-359,1 13 0,-2 32-90,0-1 30,-1-7 0,-1 3 0,0-3-30,1 5-135,1 5 0,0-2-1493,0-14 1538,2 11-33,2-13 0,-2-11 0,3 4 0</inkml:trace>
  <inkml:trace contextRef="#ctx0" brushRef="#br0" timeOffset="104864">7284 3185 5914,'6'-8'359,"8"0"-449,7 3-340,2 2 430,-4 3 0,-11 2 0,-5 0 0</inkml:trace>
  <inkml:trace contextRef="#ctx0" brushRef="#br0" timeOffset="105066">7259 3293 5818,'0'11'96,"0"-3"-6,5-2 0,32-5-90,-18-2 0,3 1 0,1-1 0,-1-3 0,-2 0 0,10-4 0,-7 2 0,0 0 0,6-4 0</inkml:trace>
  <inkml:trace contextRef="#ctx0" brushRef="#br0" timeOffset="105397">7920 2813 5767,'-7'-5'42,"1"1"-27,5-3-15,3 3 0,5-1 0,0 2 0,1 1 0,9-2-3277,20-2 3162,-12 0 112,-6 3 0,0 0 3,-1 1 0,-6 0 0,2 1 0,-8 1 0,-1-1 0</inkml:trace>
  <inkml:trace contextRef="#ctx0" brushRef="#br0" timeOffset="105849">7867 2852 5914,'8'2'180,"-2"1"-91,1 23-59,-5-2 0,-2 5 0,1-1-1669,1 3 1,0 2 1343,-2-2 0,0 2 1,-2 4 312,-1-4 0,-1 5 0,0 0 0,-1-2 0,2-4-274,-1-3 1,1-4-1,0 5 268,0-1 1,-1 5 0,-1 4 0,1 0 0,-1 0 0,2-4 0,0-6-522,0 10 1,1-3 508,-2 1 0,1 3 0,2-5-254,4-8 0,1-4 254,3-1 426,5-5-426,-1-15 908,2 0-863,5-4 0,3-1-347,-2 1 1,1-1 301,5-1 0,0 0 0,-3 1 0,-2 0 0,11-2 558,1 1-648,-2-1 0,5 0 0,-3 0-45,-6 2 0,1-1 135,4-1 0,6-2 0,4 0 0,-3 0 0,-7 0 0,-1 1 0,-1-1 0,0 0 0,0 0 0,0 0 0,-1 0 0</inkml:trace>
  <inkml:trace contextRef="#ctx0" brushRef="#br0" timeOffset="107052">14087 2731 5824,'2'-6'270,"-1"0"-181,6 2-89,-2 2 0,8 0 45,20 1 0,6 1-45,-20 0 0,0 0-1093,9 0 1,4 0 0,-4-1 118,8 1 974,-2 0 0,1 1-705,-2 0 1,0 1 704,1-1 0,-2 1-307,-7 0 1,-4-1 306,-6 1 0,12 5 0,-16-3 515,3 12 0,-2 5-515,-8 4 0,-3 2 73,2 0 0,0 2-43,-1-1 0,-2 2 0,0 3-12,-1-1 0,-1 3 0,0 2 0,0-1 0,0-3-17,1 2 1,0-3-1,0 4-1,-1-5 0,1 4 0,-2 3 0,1 0 0,0-1 0,1-3 0,0-5-454,1 0 1,1-5 0,-1 2 453,-1 10 0,1 2 0,0-5 0,1-9 0,1-6 0,0-3 0,1 10 0,-2-13 86,0 10 3,-5-22 1518,-5 0-1562,-10-4 0,-3 1-45,-9-1 0,7 3 0,-8 1 0,-4 0 0,1 1 0,6-1-30,2 1 0,4 0 0,-3 0-15,-7 0 0,-4 0 0,0 1 0,5-1-315,-3 1 1,5-1 359,6-2 0,1-1 0,0 1 0,0-1 0,4-3 0,0 1 0</inkml:trace>
  <inkml:trace contextRef="#ctx0" brushRef="#br0" timeOffset="108197">9057 3619 5801,'6'-4'23,"1"0"-23,-3 4 0,2-1 180,17-2-180,-7 1 67,9 0 0,9 0 1,5-1-1,-2 1-45,-1 0 1,-1 0 0,3 1-1,1-1-491,-7 0 1,2 1 0,1-1 0,1 0 0,0 1 0,-1-1 0,-1 1 463,-2 0 1,-1 0 0,-2 0 0,2 0 0,2 0 0,4 0 10,-7 1 0,3-1 1,2 1-1,2 0 1,2 0-1,1 0 1,0 0-1,1 0 1,-1 0-1,0 0 1,-2 0-1,-2 0 1,-1 0-1,-4 0-330,8 0 0,-6 0 0,-2 0 0,0 0 0,2 0 0,3 0 0,7 0 327,-17 1 0,2-1 1,2 0-1,2 0 0,1 1 1,3-1-1,1 0 0,1 1 1,1-1-1,1 0 0,1 1 1,0-1-1,1 1 0,-1-1 1,1 0-1,0 1 0,-1-1 1,0 1-1,-1-1 0,-1 1 1,-1-1-1,-2 0 0,0 1 1,-3-1-1,-1 0 1,-2 1-1,-3-1-112,16 1 1,-6-1 0,-2 0 0,-3 1 0,0-1 0,0 0 0,1 1 0,2-1 0,5 1 108,-8-1 0,2 0 0,2 1 0,2-1 0,1 1 0,1-1 0,1 1 0,1 0 0,-1-1 0,1 1 0,-2-1 0,0 1 0,-1-1 0,-2 1 0,-2-1 0,-2 0 0,-3 1 0,-2-1 0,10 0 0,-5 1 0,-3-1 0,-1 0 0,1 0 0,4 0 0,-4 0 0,2 0 0,1 0 0,1 0 0,0 0 0,1 0 0,0 0 0,0 0 0,-1-1 0,3 1 0,0-1 0,0 1 0,0-1 0,1 0 0,0 1 0,-1-1 0,1 0 0,-1 0 0,-1 1 0,0-1 0,0 0 0,0 1 0,0-1 0,1 0 0,-1 0 0,0 0 0,0 0 0,2 0 0,1-1 0,1 0 0,-1 0 0,1-1 0,-3 1 0,-1 0 0,-3 0 0,-3 0 34,4-1 1,-5 1-1,-1-1 1,1 0 30,3 0 0,2-1 0,-3 1 0,-7-1 115,2-1 89,-5 0-179,-8 2 0,-1 0 1226,-6 3-1316,15 0 661,-12 1-2101,13 3 119,-43 6 1321,7-3 425,-5-1 0,-1 0 1,-13-3-1,-1 0 1</inkml:trace>
  <inkml:trace contextRef="#ctx0" brushRef="#br0" timeOffset="163716">18114 9309 5790,'5'10'-3,"2"10"3,-2-5 0,3 15 3,-4-2 0,0 1-3,1 7 1,-1-7 0,-1 1 0,-2 0 1,2-1 2,1-9 1,1 1 3,1 10 1,2-2-9,8-4 30,7-24 0,9-7 0,-3-1-514,-4 1 0,3-4 493,-6 0 0,4-3 0,5-4 0,3-1 0,1-2 0,1-1 0,-1 1 0,-1 1 0,-4 1 0,-4 2-777,7-3 0,-6 2 0,0 0 0,6-3 750,-8 3 0,4-2 0,3-1 0,2-2 0,0-1 0,0 1 0,-1 0 0,-3 2 0,-3 2 0,-4 3-577,7-5 0,-5 3 1,0 0 594,0 1 0,0-1 0,1 0 0,-2 1 0,3-1 0,-1 0 0,-1 1 0,-3 1 0,0 1 0,1-1 0,3-3 0,1 1 0,-1 0 0</inkml:trace>
  <inkml:trace contextRef="#ctx0" brushRef="#br0" timeOffset="164647">13921 7496 0,'34'-13'0,"-1"-1"0,1 0 0,-1 0 0,1 0 0,-1 0 0,1 0 0,0 0 0,0 0 0,0 0 0,0 0 0,0 0 0,1 0 0,-1-1 0,1 1 0,0 0 0,-1 0 0,1 0 0,-5 2 0,0 0 0,0-1 0,0 1 0,0-1 0,1 1 0,0-1 0,-1 1 0,1 0 0,-1-1 0,1 1 0,1-1 0,-1 1 0,0-1 0,1 1 0,0-2 0,1 1 0,-1 0 0,0 0 0,1 0 0,-1 0 0,0 0 0,1 0 0</inkml:trace>
  <inkml:trace contextRef="#ctx0" brushRef="#br0" timeOffset="166496">19603 7683 5781,'-10'-5'133,"2"2"-43,-2 1-180,13-1 90,3 0 0,26-9 0,-15 4 0,12-6 0</inkml:trace>
  <inkml:trace contextRef="#ctx0" brushRef="#br0" timeOffset="168548">19502 7763 5734,'-5'7'0,"-1"2"0,0-2 8,2 0 74,-1-1-82,14-25 0,7-11 0,-2 4 0,-3 6 0,4-7 0,2-4 0,2-2 0,-1 1 0,-1 1-547,-2 2 1,1 1 0,-1 0 0,0-1 0,0 0 0,2-1 529,-1 0 1,0 0-1,1-1 1,0 0-1,0-2 1,1 0 0,0-2 15,-4 5 1,2-1 0,-1-2-1,1-1 1,0 0 0,1-1 0,-2 1-1,0 1 1,0 1 0,-1 3 0,-2 1-258,5-7 0,-4 5 1,1 1-1,0-2 1,2-7 256,-4 12 1,1-3-1,0-3 1,2-2 0,0-2-1,1-1 1,0-1 0,0-1-1,0 1 1,1 1-1,-2 0 1,0 2 0,0 1-1,-2 3 1,0 3-163,3-8 1,-2 5 0,-1 1 0,1 2 0,-1 0 0,1-2 0,0-3 162,0 3 0,-1-1 0,2-2 0,-1-1 0,1-1 0,0 0 0,0 1 0,0 0 0,-1 2 0,0 1 0,-1 3 0,5-7 0,-1 1 0,0 2 0,-1 2 0,-1 2 0,-1 2 0,4-6 0,-3 4 0,5-5 0,-6 11 0,2-4 0,1-1 0,1-2 0,2-2 0,0 0 0,0-1 0,0 1 0,0 1 0,-1 0 0,2-1 0,-1 0 0,1 0 0,-1 1 0,1-1 0,0 0 0,-1 0 0,1-1 0,1 1 0,-4 2 0,1 1 0,1-2 0,-1 1 0,1-1 0,-1 1 0,1-1 0,-1 1 0,0 1 0,0 0 0,-1 0 0,3-4 0,0 1 0,0 0 0,0 0 0,-1 1 0,0 1 0,-1 1 0,-1 0 0,1-1 0,0 0 0,-2 2 0,1 0 0,-1 0 0,1 0 0,2-1 0,-1-1 0,1 0 0,0 1 0,-1-1 0,0 1 0,2-2 0,-1 0 0,0 0 0,-1 1 0,2-1 0,0 0 0,1-2 0,0 1 0,-2 2 0,-3 5 0,4-5 0,-2 2 0,-3 3 0,2-3 0,0 1 0,-2 1 0,5-5 0,-2 1 0,0 0 0,1-1 0,-4 5 0,1-4 0,-6 7 0,4-11 0,-5 10 0,1-5 0,2-2 0,-1 4 0,3-6 0,-5 12 0,0 7 0,9-6 0,-5 5 557,5-2 1,0 0-558,-3 4 0,13-10 0,-18 12 0,1 1 0,-6 3 2428,5-3-2608,-8 5 2821,4-2-2641,-2-1 0,-1 2 0,1-2 0,-2 3 0</inkml:trace>
  <inkml:trace contextRef="#ctx0" brushRef="#br0" timeOffset="169231">22388 2673 5734,'8'-11'0,"-3"5"0,4-2 0,-4 4 14,2-2 17,-3 2 104,1 0-135,-11 5 0,-3 1-462,-7 4 462,-1 2 0,-4 2-1620,-10 8 1,-2 0 1619,9-6 0,-1 1 30,-2 3 0,-2 1 0,6-3-30,3-2-90,-10 7 90,32-21 0,1 0 154,17-13 1,5-4-155,5-2 0,-7 4 0,3-1 0,-1 1 0,-1 2 0,0 1 0,-1-1 0,0 3 0,0 6 0,-3 4 0,-5 5 0,4 7 45,-17 10 0,-3 1-45,1 1 0,-2 13 0,-1 1-2359,3-6 2359,-2-8 0,2-3-90,1-1 2328,2-11-2238,4 0 0,-2-3 0,5 0 0</inkml:trace>
  <inkml:trace contextRef="#ctx0" brushRef="#br0" timeOffset="173683">19646 7693 5734,'4'-13'3,"0"1"26,5-5 0,2-3-15,5-3 1,0-1-1654,2-1 1,0-2 1195,4-2 1,0 0 704,-6 9 0,3-1-232,-1 0 0,5-4 0,2-3 0,2-1 0,-2 2 0,-3 3-341,-2 2 0,-3 4 1,1-1-1,6-5 323,-7 6 0,3-2 0,2-2 0,2-3 0,2-1 0,1-1 0,1-1 0,0-1 0,0 0 0,1 1 0,-2 0 0,0 1 0,-2 2 0,-2 1 0,-1 2-199,5-6 1,-1 3 0,-3 1 0,0 1 0,0-1 0,1 0 0,3-4 186,-4 6 0,2-3 0,1-1 0,0-1 0,2 0 0,0 0 0,-1-1 0,0 1 0,0 1 0,-2 1 0,-2 1 0,-2 3 0,5-6 0,-3 3 0,-1 0 0,-1 2 0,-1 1 0,0 0 0,4-5 0,-2 3 0,0-1 0,0 1 0,-1 1 0,0 0 0,0-1 0,4-3 0,-5 6 0,3-4 0,1-1 0,2-1 0,0-1 0,0 1 0,-1 0 0,-2 2 0,-2 3 0,3-3 0,-4 3 0,-1 1 0,2-1 0,4-5 0,-5 6 0,3-2 0,2-3 0,1-2 0,2 0 0,0-2 0,1 1 0,-1 0 0,0 0 0,-1 2 0,-2 2 0,-2 2 0,-3 2 0,5-4 0,-3 3 0,-2 3 0,0-1 0,3-3 0,2-1 0,1-3 0,2 0 0,0-1 0,0 1 0,-2 1 0,-3 4 0,1-1 0,-2 3 0,-1 2 0,0-1 0,5-6 0,-1 1 0,0 1 190,-4 4 0,-1 0 1,2-1-191,0-1 0,2-2 0,-1 1 0,-6 4 0,4-2 780,1-1 0,-2 0-780,-6 8-1300,0-1 1300,-3 4 0,-4 3 2109,-3 2-2109,3-1 0,-1 0 0,6-3 301,-8 4-661,3-2 3573,-12 5-3213,-7 2 0,1 1 0,-7 3 0,9-2 0</inkml:trace>
  <inkml:trace contextRef="#ctx0" brushRef="#br0" timeOffset="174181">22344 4728 5767,'-6'-3'57,"5"-3"-57,2 4 0,25-10 0,-11 7-3277,19-7 2392,-14 5 885,8 0 0,2-2-705,-4 2 1,-1 0 704,5-1 0,-1 0 0,-7 1 0,-1 2 180,9-4-90,-11 3 0,1 7-60,-25 15 0,-10 10 0,-1-1-30,4-1 0,0 0 0,-3 4 0,1 0 0,-2 5 0,-1 2 0,0 1 0,0-1 0,3-5 659,-3 5 1,2-3-1,0 1-677,3-5 0,-1 3 0,0 0 0,1-2 0,4-6-336,1-2 0,3-2 354,-2 14 0,1-1 0,1 1 0,1-4 0,0-3 0,2-7 0</inkml:trace>
  <inkml:trace contextRef="#ctx0" brushRef="#br0" timeOffset="175280">19395 7846 5767,'6'-7'-14,"-1"1"17,-2 2 48,26-19-43,-13 12 1,1 1-9,4-6 0,6-1 12,-5 5 1,5-1 0,3 0 0,3-2 0,1 1 0,0-1 0,0 2-378,-4 1 1,0 1 0,1 0 0,0-1 0,1 1 0,1 0 0,-1 0 0,1-1 0,0 0 165,1 0 0,0-1 0,0 0 0,1 0 1,0 0-1,0-1 0,1 1 0,-1 0 1,0 0-1,1 1 134,-1 0 0,2 0 0,0 0 0,0 0 0,0 0 0,-1 1 0,0 0 0,-1 0 0,-1 1 1,-1 0 64,2-1 0,-1 2 0,-1-1 0,-2 1 0,1 1 0,0-1 0,0 0 0,1-1 0,0 1 0,0-1 0,0 1 0,0 0 0,-2 0 0,0 0 0,4-1 0,-1 1 0,-1-1 0,-1 1 0,0 0 0,-1 0 0,-1 1 0,-1-1 0,2 1 0,2-2 0,-4 1 0,3-1 0,1 0 0,1-1 0,0 1 0,-1 0 0,-2 0 0,-3 1 0,5-1 0,-3 1 0,0 0 0,4-2 0,-4 2 0,5-2 0,2-1 0,0 0 0,-2 1 0,-3 1 0,-6 2 0,7-3 0,-4 1 0,2 0 0,2-2 0,-4 2 0,-2 1 0,-1-1 0,-2 2 0,2-2 0,-2 1 0,2-2 0,-3 1 0,6-3 0,-8 4 0,-2 1 796,-1 0-796,-2 1 0,-2 0 2147,0 1-2057,8-4-90,2 0 0,-4 1 0,3 0 0,-24 13 0,4-1 0</inkml:trace>
  <inkml:trace contextRef="#ctx0" brushRef="#br0" timeOffset="175716">22460 6679 5812,'-3'-8'102,"1"-2"-102,5 4 0,1 0 0,3 2 45,11 2 0,2 2-45,1-1 0,3 1 0,-1 0-988,-2 0 988,-2 1 0,2 0-1408,-2-1 0,1 1 1408,0-1 0,0 1 0,14 0 90,-5 1-90,-13-1 90,-10 16-90,-19 0 0,-8 1-692,4 0 1,0 0 691,-8 7 0,2-1 1229,8-9 1,1 1-1230,-8 10 0,-2 6 0,2-4-160,5-6 1,0 0 0,-4 6-1,-2 4 1,3-6 0,0 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3:46.39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3421 5450 5734,'-6'1'0,"0"1"0,2-1 0,-1 0 0,1 0 11,0 0-3,-1 1 1,1-1 13,-10 4-16,7-2-3,-7 2-1,8-2 7,-5 2-4,-5 3-2,2-1-3,-3 3 3,6 1 0,-8 21 0,5 0-3,5-6 0,1 0 0,1 7 2,3 0-2,3-11 0,2 2 1,2 1-1,1 3-1544,0-2 0,2-2 1544,2-3 0,9 2 0,2-1 0,6 4 0,-1-4 0,-1-2-1560,0-8 1560,-1-3 0,8-3-895,3-3 895,-12-2 0,0 0 2027,12-3-2027,-1-4 0,0-2-2227,3-2 2227,-6 2 0,-1 0 160,-6-1-160,-7 2 443,0-6 1,1-2-444,5-13-562,-6 11 0,-2-1 562,-2-10 2189,-8 12-2144,-4-11 0,-1-3-620,-2 10 0,0-1 575,0-10 0,-2 0 0,-7-3 0,1 12 0,-1 1 0,-5 1 0,-4-2-440,-5 2 0,0-1 440,1 0 0,-1 2-127,0 2 1,2 4 126,-4 5 823,-8 2-823,13 7 0,-1 2 0,0 2 0,2 2 0,-1 3 0,3 1 0,4 1 0,-1 0 0</inkml:trace>
  <inkml:trace contextRef="#ctx0" brushRef="#br0" timeOffset="2450">3640 6626 5734,'-3'-6'36,"0"0"6,0 4-30,0 0 78,-1 0-90,-2 0 0,0 0 90,-5 0-90,2-1 0,-2 1 0,4 0 0,1 0 90,-7-3-90,4 2 0,-22-6 0,17 5 0,-15-2 0,14 5 0,-7 0 0,6 1 0,-1 2 0,-6 8 0,9-2 0,-2 3 0,1 2-3277,0 8 3162,1 0 115,5-4 0,6-7 0,-8 23 0,6-11 0,-1 4 0,0 0 0,3 0 0,0 1-2269,2-10 2269,1-5 0,0 0 0,3 24 0,-2-19 0,4 19 0,3-8 0,-4-12 0,6 14 0,-3-11 0,1 1 0,1-3 0,0-1 898,2 3-898,5 4 0,-1-10 0,-6-5 2713,20 9-2713,-13-12-1036,8 3 1036,-12-6 0,-2-2 1790,0 0-1790,27-8-2768,-15 2 2768,0 0 0,0-1 0,0-2-609,-1-1 1,0-1 608,-4 1 0,1 1 359,2-2 0,1-2-359,1-3 0,1-3 0,-3 2-1531,5-5 1531,2-1 0,-2-3 0,-12 7 0,-4 0 0,4-10 0,-3 6 0,-3-1 856,-4-8-856,-9 3 0,-3 1 0,-3-3 0,2 7 0,-6 1 0,-11 4 0,-3 5 0,7 4 0,1 2 0,-13-7 0,1 3 357,13 8 0,0 2-357,1 1 0,-3 2-524,-2 2 1,-3 2 0,2-1 523,0 0 0,0 2 0,-4 3 0,-3 3 0,6-1 0,-4 9 0,8-4 0,1 0 0</inkml:trace>
  <inkml:trace contextRef="#ctx0" brushRef="#br0" timeOffset="3937">3558 7676 5739,'-4'-5'82,"1"-1"-79,-1 4 87,2-1-90,-3 1 90,0-1-90,-3 1 179,-20 1-179,12 1 0,-14 1-295,16 1 295,-14 3-3204,-3 3 3204,0 0 0,3 3 0,14-5 0,-5 9 0,0 1 0,2-1 0,-1 1 0,2 2 0,2 16 0,4 0 0,4-11 0,1 0 197,1 11-197,10 3 0,3-1 0,1-6 0,0 3 0,3 0 0,5-11 0,1-3-899,0-2 1,2-1 898,7 7 0,0-1 0,-8-8 0,1-3 0,3-3 0,2 0 0,0-4 0,9-4 0,1-4 0,-8 4 0,1-1 0,-2-1 0,7-6 0,-5-3 0,0-8-90,-3-8-67,-11 3 0,-1-6 0,0 1 157,0 5 0,-1-3-36,-5 0 0,1-5 1,-1-3-1,-2 3 0,-2 4 36,-4-2 0,-2 1-115,-1-7 0,0-4 1,-5 6 114,-5 7 0,-6 3 0,-4 3 0,-5 0 0,0 3 0,5 4 0,1 2 0,-5 2 0,-1 2 0,-4 1 0,-1 1 0,0 1 0,5 1 0,-7 0 0,1 4 0,-4 3 0,-3 1 0,9 3 0,4 6 0,5 2 0,0 2 0,4-1 0,1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11:22.32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6645 2135 5914,'-10'-1'180,"-1"0"-91,5 1 1,1 0 0,-1 2 90,0-1-90,-1-1 180,-1 1 0,3 1-90,-1-2 180,0 1-91,-1 0 1,1 0 0,1-1 270,0 1-180,-1-2-1,1 2 1,-1-1 90,1 1-90,0 1-270,7 3-90,0-2 0,5 2 0,-1-3 90,1 1-90,1-1 0,1 0 90,2 1-90,1-1 0,1 1 0,3-1 90,2 1-90,2-1 0,5 0-624,2 1 624,5-1 0,-7-1 0,0 1 90,16 0-1683,-2 0 0,2-1 1593,-15 0 0,0 0 0,11 1 0,0-1-650,-10-1 0,-1 1 650,2-1 0,0 1 0,0 0 0,0-1 0,1 1 0,0-1-240,-1 1 1,1 0 239,-1 0 0,0-1-300,0 1 1,-1 1 299,1-2 0,0 0 45,-1 2 0,-1 0-45,1-1 0,-1 0 0,0 0 0,-1 1 0,0-1 0,0 1 0,-1-1 0,0-1 0,0 2 0,-1-1 0,-1 0 0,-1-1 90,20 2-90,-2-1 0,-2 1 0,2-2 1173,-3 1-1173,1 0 546,-14 1 0,2 0-501,-4-1 0,1 0-45,0 0 0,-1 1-90,11-1 180,-11-1-90,-2 1 0,-2-1 781,0 0-781,-2 1 0,0-1 0,0 0 0,-1 0 0,-1 0 0,-1 0 90,0 1-180,-1-2 180,1 1 1497,0 0-1587,-1 0 1257,1 0-1257,0 0 477,1 0-477,8-1 0,-5 1 0,12-1 0,-11 0 0,5 1 0,-6-1 0,-1 1 0,0 0 0,1 0 0,0-1 0,0 2 0,0-1 0,7 0 0,-7 0 0,9 0 0,-11 0 0,2 0 90,-5 1-90,-2-1-90,1 0 90,-2-1 0,2 0 0,-2 1 0,3-1 0,-5 1 0,2-1 0,2-1 0,-4 2 90,5-2-90,-5 1-90,2 0 90,8-2 0,2 0 90,3 1-90,-2-2 0,-5 2 0,1-1 0,0 1 0,0 0 0,1-1 0,-1 1 0,2-1 0,4 0 0,1 0 0,-1 0 0,1 0 0,-11 1 0,3 0 0,-7 1 0,0-1 0,-1 1 0,0 0 0,-1 0 0,1 1 0,-2-1 90,3 0-90,-3 0 90,1-1 0,-1 1 0,0 0 0,0-2 90,1 0-180,-1-1 90,1 0-90,-3-1 0,1 0 90,1 0-90,-1-2 0,2-1 90,-1-1-90,0 0 90,0-2-90,1-2 90,1-7-1,0 1-89,0-9 0,-2 6-310,-1-6 310,0-1 0,-1-4 90,0-2-90,-1 8 0,0-2-1377,0-5 1,-1-2 1376,1 0 0,-1 1 0,0-2 0,0 1-1174,0 9 0,0 2 1174,0 0 0,-1 0 0,1 2 0,0 1-156,-1-2 0,-1 0 156,1-17-266,-1 20 1,1 0 265,-1-18 1141,-1 1-1141,1 12 0,0 0 0,-1-12 0,0 14 0,1 1 2495,-2-4-2495,1 2 442,0 4-442,0 3 0,0-5 0,1 7 1471,-1-3-1471,0 4 0,2 3 0,-2-3 0,1 7 705,1-1-705,0 4 0,0-2 0,0 1 0,0 0 0,0 0 90,-1 2-90,0 0 0,-1 1 0,-3-1 0,2 3 0,-2-1 0,0 2 0,0-1 0,-1 1 0,-1 0 0,-2 0 0,-9 0 90,2 1-90,-12 0 0,3 1-484,-5-1 484,-3 1 0,7-1 0,-2-1 0,5 1 0,1 0-1349,-10 1 0,-1-2 1349,8 1 0,1-1-45,-1 1 0,-1-1-531,0 0 1,-1 1 575,-1 0 0,1-1 0,-1 1 0,0 0 0,-1 0 0,0 0 0,0 0 0,-1 0-713,0 0 0,0-1 713,-1 1 0,0 0 0,0 0 0,-1 0 0,0 1 0,0-1 0,-1 0 0,0 0 0,-3-1 0,-2 1-713,0-1 1,0 0 712,10 0 0,1 0 0,-1 0 0,0-1 0,1 0 0,0 0 391,-11 0 0,0 0-391,2-1 0,0 0 10,3 1 1,1-1-11,0-1 0,0 0 7,1 0 0,0 0-7,1-1 0,1 0 0,1 0 0,0 0 0,1 0 0,1 0 595,1-1 0,0 0-595,2 0 0,0 0 0,0 1 0,2-1 0,0 0 0,0 0 0,1 0 0,0 0 0,-16-4 0,2 1-90,3 0 90,0 2 0,1 0 191,10 3 0,-1 0-281,-17-1 90,1-1 0,1 3 0,18 1 0,-4 0 0,8 1 0,2 0 927,0 0-1017,-3 1 90,3-1 2082,-1 1-2082,5 0 0,2-1 1190,0 0-1190,0 0 327,1 0-327,-3 0 0,2 1 0,-1-1 0,1 0 0,3 0 0,-3 0 0,3 0 0,-3 1 0,2-1-90,-2 0 90,3 0 0,-2 0-90,1 0 90,0 2 0,3 1 0,1 5 0,0-2 0,1 3 0,-1-1 0,0 2 0,0 2 0,-1 3 0,0 2 0,1 2 0,-2 6 0,0 3 0,0 6-3277,0 3 3219,2-15 1,-1 1 57,0 0 0,0 2-549,-1 3 0,1 0 549,-1 1 0,0 0 0,-1 1 0,1 1 0,0-1 0,0 1-938,-1 1 1,1-1 937,0-1 0,0 2 30,0-4 0,1 2 0,0-2-495,0 4 0,1 0 465,-1 9 0,0-2 285,2-12 0,0-2-285,0-2 0,1-1 146,-1 0 1,1-1-147,0 16 0,1-3 0,0-1 1235,1-5-1145,-1-3 1309,0-5-1399,0-3 0,0-2 0,0-2 0,-1-1 1545,0-3-1545,1 1 1109,-1-3-1109,1 0 941,-1-1-1031,0 0 90,-1-1 0,0-2 0,1-1 0</inkml:trace>
  <inkml:trace contextRef="#ctx0" brushRef="#br0" timeOffset="19858">3981 1366 6183,'-1'-9'450,"0"1"-360,-1 4 90,0 0 0,-1 0 0,0 1 0,0 0 0,-1 0 0,0 2 359,-1 0-359,0 0 90,1 0-180,-1-2 0,1 3 0,-2-1-90,0 2 0,1 1 0,0 0 0,1 1 90,-2 1-90,-1 3 0,-1 0 0,-2 4-3277,-2 4 3162,-1 2 115,0 5-570,0 1 570,0 3 90,1 2-90,2 3 0,2-5 0,2 2 0,-3 12-1040,3-9 1,1-1 1039,1 9 0,3-17 0,0-1 0,1 1 0,0 1 0,0 0 0,1 0-435,1 2 0,1 0 435,0-1 0,0 1 0,1-1 0,0 1 45,1-1 0,1-1-45,0 0 0,1 0-209,5 7 1,0 0 163,-2-8 0,1-1 45,3 6 0,1-1 0,8 7 0,2-4 0,2-3 1118,0-5-1118,1-5 0,-1-5 389,3-2-389,0-4 0,2-3 1764,1-4-1764,-6-3 0,1-2 0,-7 1 0,1-1-521,7-3 0,0-1 566,-8 1 0,-2 0-45,0-1 0,1-3 93,7-5 1,1-2-94,0-4 0,-1-2-381,-4 3 1,0 0 0,-2-1 380,-2 3 0,-2 1 0,-1-1 0,6-10 0,-2 1-561,-4 3 1,-2 0 605,-2 4 0,0 0 0,0-4 0,-1 0-45,-1 2 0,-2 0-374,0-1 0,0 0 419,-2 0 0,-1 0 316,0 0 0,-1 0-316,-1 1 0,-1-1 0,-2 1 0,0 0 45,-1 0 0,-2 1-45,-1 0 0,-1 1 356,0 0 0,-3 0-311,-7-6 0,-3 0-45,3 8 0,-2 1 0,-6-5 0,-3 2-45,1 8 0,-1 2 205,-1 1 0,-2 1-205,-4 0 0,-2 2 30,2 4 0,-2 0 0,0 2 0,6 0 0,1 2 0,-2 0-30,-8 1 0,-2 1 0,2 1-87,7 1 0,0 1 0,1 1 87,-2 0 0,1 2 0,-2-1-122,0 1 0,0 1 0,0 0 122,-1 1 0,1 0 0,-1 2 0,1-1 0,-1 1 0,1 0-30,1 0 0,0 1 0,0 0-30,2 0 0,1 0 0,-1 2-180,-6 3 0,-1 2 0,4-1-165,-2 2 1,2 1 14,7-3 0,0 0 0,4 1-60,5 0 1,3 1 449,1 0 0,2 2 0,-1 7 0,2 3 0,0 1 0,0 1 0</inkml:trace>
  <inkml:trace contextRef="#ctx0" brushRef="#br0" timeOffset="33659">2613 3483 7173,'-3'-15'3276,"1"6"-1605,1-4-1581,1 16 0,0 1 0,-1 7 0,1 5 0,-1 3-90,0 0 0,1 2 90,0-8-90,1 2 0,-1-1 90,1 1-90,-1-1 0,0-1 0,0-1 0,0-1 90,0-1-90,0-1 0,0-1 0,0-1 0,0 0 0,0-2 90,1 1-90,-1-1 0,1-2 0,1 1 0,2-3 0,1-1 0,2-2 0,-2 1 0,0 0 0,2 0 0,-1 1 0,3 0 0,2 0 0,-1 0 0,3 0 0,-3 0 0,1 1 0,1-2 0,-1 2 0,1-2 0,0 1 0,0-1 0,-1 1 0,0 0 0,-2 0 0,0 0 0,-1 0 0,0 0 0,-1 0 0,2 0 0,-3-1 0,2 0 0,-4 0 0,2-1 0,-2 1 0,0-1 0,-1-1 0,-2-1 0,-1-1 0,-1 0 0,-1-1 0,0 1 0,-1-3 0,2 3 0,-1-3 0,1 1 0,0 0 0,1-5 0,1 1 0,-1-3 0,0 2 0,1-4 0,0 2 0,0-3 0,-1 5 0,1 0 0,-1-4 0,0 4 0,-1-3 0,1 7 0,-1 0 0,0 0 0,0 2 0,-1-1 0,1 2 0,0 0 0,-1 0 0,0 1 0,-1-1 0,1 1 0,-2 2 0,-1 2 0,0 1 0,-1 1 0,1 0 0,-1 1 0,-1 0 0,0 0 0,-13 3 0,6-2 0,-9 1 0,9-1 0,-2-1 0,-1 1 0,-8 1 0,5-1-231,-4 1 231,10-1 0,1-2 0,2 1-90,-2 0-180,2-1-360,1 0-2068,3 2 989,9-1 1709,0 0 0,8-2 0,0-1 0</inkml:trace>
  <inkml:trace contextRef="#ctx0" brushRef="#br0" timeOffset="35151">3585 2980 9781,'-2'-5'-629,"-1"-2"539,2 4 180,-1-4-90,0 3 270,-1-1-180,1 0 179,0 1 1,-1-2 0,0 3-90,0-1 0,0 10-180,-1-2 90,1 11 0,-1-1-90,1 3-539,-1 6 539,0 3 45,0-4 0,1 0-45,-2 14 45,2-12 0,0 0-45,-1 11 0,1-9 0,1 0 0,-3 15 44,3-16 1,0 0-45,-2 9 0,1-2 0,-1 7-862,1-12 862,1 4 0,1-14 0,1 0 0,-1-3 567,1-1-477,-1-2-90,1-1 0,0-2 0,0 0 1014,0-1-1014,0 0 90,0-1-90,0-1 90,0 2 0,0-3 0,0 3 90,0-2-90,0 1 0,0-1-90,2-1 90,3-1-90,1-3 0,2 0 90,3-1-90,9-1 90,6 0-90,7-2-3277,0 1 3162,-2 0 115,-7 0 0,1 0-812,-4 1 1,0-1 811,8 0 0,-1 0-866,-4 0 1,-1 0 865,1 1 0,0 0 0,0-1 0,-1 1-76,1-1 1,-1 1 75,0 0 0,-1-1 0,19-1 0,-1 0 0,-6 1 1429,-4 1-1429,-4 0 1454,-6 2-1544,-2-1 90,-4 1 3130,-1 0-3130,-2 0 0,-1 0 415,-2 0-415,0 1 649,-1-1-649,-1 0 90,0 0-90,0-1 0,-1 1 0,2 0 0,-2 0 90,1 0-90,0 0 0,-1 0 270,0-1-90,0 0-91,-2-2-89,0-2 90,-1-4-90,-1-3 0,-1-1 90,0-3-90,-1-11 0,0 5 0,0 0-1639,0-2 1,0-1 1580,0-4 1,0-1 57,0 5 0,0 1-638,0-2 1,0 0 637,0 1 0,0-2 0,0-11 0,0 0 0,0 9 0,0 0 0,-1-5 0,1-1-923,0-3 0,0 3 923,0-6 0,1 12 0,-1 0 0,-1-9 0,0 11 0,0-2 0,0 14 0,2 9 773,-1 1-766,0 1 2268,-4 5-2261,1 1 3,-3 3 4,4-2 3255,0-1-3030,-1 1-237,0 0 3,-1-1-1,0 1-8,-9 1-4,-3 1-5,-5 0-1,-13 4 2,8-4-481,6 0 1,-2 0 482,-6 1 1,-1 1 0,5-2 1,0 0-1,-9 3 1,0-1 0,8-1 0,-1-1 0,-1 2 1,-2 0 0,1-1-791,-3 1 1,0 1 790,3-2 0,-1 1 0,3 0 0,0-1 0,1-1 0,1 0 0,1 0 0,0 0 0,2 0-967,-18 3 966,4 0-110,9-3 110,-2 1 1,11-2 0,0 0-90,10-2-179,3 0-210,2 0-144,7 2 402,0-1-1768,4 0 1987,-1-2 1,3 1-1,1-1 1</inkml:trace>
  <inkml:trace contextRef="#ctx0" brushRef="#br1" timeOffset="49998">4187 6179 11565,'20'-17'1638,"0"0"0,4-1-824,-1 0 1,-1 2 154,-1 5-420,16-3-481,-15 7 107,2 0 0,1 1 24,0 2 614,7 1-907,-3 2-245,-1 0-118,5 1 334,-6 1 0,1 0 64,-5 0 0,1-1-1199,10 2 1,1-1 1067,-6 0 1,0 1-521,6-1 1,1 0 619,3 0 1,0 0 56,-10 0 1,0-1-1,3 1-303,0 0 0,2-1 0,1 1 0,1 0 335,3-1 0,1 1 0,0-1 0,1 1-187,0-1 0,0 1 1,0 0-1,0 0 199,1-1 1,0 0 0,-1 0 0,-2 0-3,2 1 1,-3 0 0,3 1-52,-7-2 1,2 1 0,1 0 0,-1 0 0,-1 0-2,0 1 0,-2-1 0,0 0 0,3 1 5,-2-1 0,2 1 1,1-1-1,0 1 0,0 0 16,0 0 1,0-1 0,1 1 0,-2 0 0,-1 0-57,2 0 0,-3 0 1,1 0-1,1 1 53,0-1 0,1 0 0,1 0 1,0 0-1,-3 1-107,-2-1 0,-2 0 0,0 0 1,0 0 35,0 0 1,1 1 0,-1-1 0,1 1 25,0-1 1,-1 0 0,1 0 0,0 0 20,0 1 1,-1-1 0,0 0 0,1 0 54,-1 0 0,1 0 1,-1 0-1,0 0-86,11 1 1,-1 0-1,0 0 31,-2-1 1,1 1-1,2 0 4,-9-1 0,2 0 1,1 1-1,-1-1 0,-1 0-31,0 0 0,-2 0 1,0 0-1,2 0 18,-1 0 0,2 0 0,0 0 1,0 0-1,-3-1 76,8 1 0,-3 0 0,1 0-207,-1 0 0,1-1 0,-1 1-3,-2-1 1,1 1 0,1-1 87,0 0 0,2 0 1,0 0-1,-2 0-102,1 1 1,-2 0-1,2-1 50,-3 0 1,2 0 0,0 0 0,-3 0-2,-2 1 0,-1-1 1,-1 0 27,0 0 0,0 0 1,-1-1-4,11 1 0,-1 0 75,-2 0 1,0-1 0,-5 0 0,-1 0 44,0 1 0,0-1 294,-2 0 1,0 0-283,-2 0 0,1 0 32,-2 0 0,0 0-32,-2 0 0,-2 0 278,0 0 1,-2 0-279,17-1 1180,-6 0-1180,-4-1 1189,-7 2-1189,-3-1 1445,-4 1-1445,-1-1 90,-2 1 0,-1-1-90,-1 1 1316,0 0-1316,-2 0 890,2 0-800,-1-1 234,0 1-234,-1 0-90,-2 0 90,2-1-2248,0 2 89,-7 2 2069,-1-1 0,-5 3 0,1-3 0</inkml:trace>
  <inkml:trace contextRef="#ctx0" brushRef="#br1" timeOffset="52176">4001 7391 7622,'0'4'599,"0"0"-295,7-3-290,-2 1-5,3-1 106,-1 1-115,5 1 98,-1 0 101,3 0-140,7 1-389,4 1 435,5 1-1074,-1-2 0,0 1 1092,-6-1 0,1 0-36,10 1 0,1 0 43,-8-1 1,-1 0-38,2-1 1,1 0 43,0 0 0,2 0-40,5 0 1,0 0 42,3 0 1,2 0-95,-13-1 0,2-1 1,2 1-13,1 0 0,4 0 1,-1 0-1,-1-1-844,3 1 0,-3-1 0,3 1 820,-1-1 1,1 1 0,1 0 0,-3-1-542,1 1 1,-3-1 0,1 0 570,1 0 0,0 1 0,-1-1-271,1 0 1,0 0 0,0 1 184,0-1 0,0 0 1,0 0-112,0 0 1,0 1 0,0-1 106,0 0 1,-1 0-1,1 0 28,-1 1 1,1-1 0,-1 1-1,-1 0 0,1-1 0,-1 1-2,0 0 1,0 0 0,0 0-1,-1 0 0,0 0 0,0 0 8,-1 0 1,0 0 0,2 0 20,0 0 0,2 1 1,1-1-1,-2 0 35,1 0 1,0-1-1,1 1-57,-3 0 0,1 0 0,1-1 1,0 1 22,-1-1 0,0 0 0,0 0 0,-2 0-27,3 0 0,-3 0 0,5 0 20,-5 0 0,4 0 0,1 0 0,1 0 1,-2-1-1,-4 1-30,7 0 0,-4 0 0,2 0 12,-5-1 1,3 0 0,0 1-1,-1-1 1,-3 1 269,-1-1 0,-3 1 1,0-1-223,11 1 0,0-1-45,-1 1 0,-1 0-34,-3-1 0,-1 0 33,1 1 1,-1-1 61,1 1 0,0 0-45,-1-1 0,0 1 45,1 0 0,0-1 137,-1 1 1,1-1-183,-1 0 0,1 0 0,0 1 0,-1-1 0,1-1 0,0 1 0,0 0 0,0 0 45,-1-1 0,0 0-45,0 0 0,-1 1 0,0-1 0,0 0 0,-1 0 0,0 0 45,0 0 0,1 0-45,-1 0 0,1-1-308,-1 0 1,0 0 352,0 0 0,0 1 76,0-2 1,0 1-122,-1 0 0,1 1 24,-1-2 1,0 1-25,0 0 0,0-1 45,-2 1 0,2-1-45,11 0 0,-1 0 0,-9 0 0,-1 0 0,9 0 0,-1 0 0,-12 1 0,-2-1 0,0 2 0,0-1 0,-3 0 0,1 0 45,0 1 0,0-1 883,16-2-928,2 1 491,-14 1 0,0-1-491,0 1 0,1-1 0,6 0 0,0 0 325,-8 1 1,-2 0-326,18-2 2776,-16 2-2776,-4 0 0,-1 0 0,-3 1 0,-1 0 622,-3 0-532,-1 0-90,-1 0 294,-2 1-294,0 0 944,-1 0-944,0 0 0,-2 0 0,0-1 0,0 1 0,-1 0 0,2 0 0,-2 0 0,2-1 0,-2 2 0,0-2 0,0 1 0,0-1 0,-1 1 0</inkml:trace>
  <inkml:trace contextRef="#ctx0" brushRef="#br0" timeOffset="62980">12318 6129 9242,'3'-12'539,"1"0"-359,0 6 0,2-2 0,0-1 0,1-2-90,4-4-215,1-2 215,3-3 0,1-3 90,4-3-2509,3-3 2329,-9 13 0,1-1 45,0 0 0,1 0 0,3-3 0,2 0-45,0-1 0,0 0 44,3-2 1,2-1-15,-2 2 0,3-1 0,-2 1-1063,5-4 0,1 1 1033,-4 3 0,1-1 0,-1 3 44,4-2 1,-1 3-45,1-1 0,1 1 55,0 1 0,0 1-3,1 1 1,-1 0-2,1 1 1,1 1-3,-1 1 0,1 1-2,-3 2 0,0 1 43,0 0 0,-1 2-47,-2 1 1,0 0-273,0 1 1,1 1 357,-2 1 1,2 1 0,-2 0 53,5 1 0,0 0-274,3 1 0,3 0 0,-2 2 144,-7 0 0,-1 2 0,0-1-3,0 0 0,0 0 0,0 1 20,9 3 1,-2 0 51,-11-1 0,-2 1-15,0 0 0,-1 0-219,0 0 1,-1 1-103,18 9 8,-2 0 93,-2 2 49,-12-6 1,-1 0 1119,9 8-1174,-7-5 0,0 0 0,7 7-78,-1-1 1423,-8-6-1391,-11-7 139,3 2-295,-5-4 1020,1 1-706,-5-3 0,-4 0 0,-2 1 1</inkml:trace>
  <inkml:trace contextRef="#ctx0" brushRef="#br0" timeOffset="63649">12220 6334 9871,'-3'9'360,"1"-2"-270,4-1 0,3-1-90,0 1 90,3 0 0,1 2 0,11 6 0,-3-1 0,9 4 0,2 0 0,7 2-45,-6-3 0,0 0-1147,-8-7 1,0-1 1101,12 3 0,1 0 45,-7-3 0,1 0 0,9 1 0,0-1-1,-9-3 1,-1-1-815,2 0 1,-1 0 859,2-2 0,0 1-45,1-1 0,0-1 0,1-1 0,1 0 0,-1 0 0,2-1 0,2-1 0,1-1-707,0 1 1,1-1 661,1-2 0,0 0 45,-3 1 0,-2-1 0,-1-1 0,-1-1-45,-3 1 0,-1-1 45,-1-1 0,0 0-45,0-1 0,0 0 45,-2-1 0,1-1-45,0-1 0,1-1 45,-3 1 0,0-1-843,1-2 1,-1 0 797,-3 1 0,0-1 45,-1 0 0,-1-2 64,0 1 1,0-1-110,1-3 0,-1 0 0,-2 1 0,0-2 0,2-3 0,-1-1 45,-2 2 0,-2 1-45,1-3 0,-1 1 288,-2 2 0,0-2-288,-1-2 0,0-4 0,-2 2 0,1-4 0,-2-1 0,0 3 0,-1-3 0,-2 4 351,-2 5 0,-3 2-351,-1-13 0,-2 15 0,-1-2 0,1 7 2203,0-2-2293,1 8 1261,0-1-1981,1 3 955,-2 0 1,3 5 0,-1 0 0</inkml:trace>
  <inkml:trace contextRef="#ctx0" brushRef="#br0" timeOffset="64238">13230 5671 10231,'-8'-7'-180,"1"0"180,-1 3 90,1 0 0,0 0 0,-1 0 90,0 1 0,-1 0-90,-1 1 90,0 0-90,1 1 90,-2 0-90,0 2-1,0 2 1,-1 3 0,-1 2 0,-1 6-90,0 2 90,0 7-364,-1 4 274,1 5-573,1 7 618,6-9 0,0 0-1571,3-5 0,0-1 1571,0 8 0,0 2 0,4 1 0,1 1-919,2 4 1,2 0 873,-1 0 0,2-1 0,2 0 0,1-3-618,-2-10 0,2-2 618,0 0 0,1 0 0,1-1 0,1-1 130,-1-1 0,3 0-130,5 6 0,3-1 45,-6-7 0,1-1 486,14 8 1,0-3-532,5-4 45,-11-8 0,-1-2-45,8-4-199,0-5 289,0-2-90,3-6 1724,-1-5-1724,-9 0 0,0-3 45,-6 3 0,-1-2-45,6-4 0,-1-2-502,-8 3 0,-1-1 502,-1 0 0,0-1 45,-1-2 0,0-1-45,-2 0 0,0-1 0,-1-1 0,-2-1 0,0-1 0,-2-1 0,-1-1 0,-2-1-597,-1 0 0,-1-1 597,-1 0 0,-2 0 0,-2-3 0,-2 1 546,-1-2 0,-3 1-546,-1 0 0,-3 1-338,-1 0 1,-3 2 337,-1 3 0,-2 1 0,-2 1 0,-2 1 0,-1 3 0,-1 2 0,-2 0 0,0 2 0,1 4 0,0 1 0,0 2 0,-1 2 0,3 2 0,-1 3 0,1 1 0,-1 1 45,1 2 0,1 1 270,0 1 1,-1 3-316,-7 4 0,-1 3-90,3 4 0,1 1 270,0 1 1,3 2-496,4 0 1,5 2-1575,0 12-540,5 0 2429,7 1 0,5 3 0,1 2 0</inkml:trace>
  <inkml:trace contextRef="#ctx0" brushRef="#br1" timeOffset="67150">12734 5173 16198,'-3'-6'-2875,"-1"2"1869,3 8 2091,-1-1-403,3 7-714,-1-3 39,2 3-59,0 1-90,0 4 544,0 3 71,1 6-880,1 4-1413,0 10 1834,-1-17 0,-1 0-16,1 4 1,-1 0 23,1 1 0,0 1-981,-1 1 0,1 1 1023,0 1 0,0 1 28,1 4 0,0 2-3,0 1 1,0 2-786,0-11 1,-1-1 0,0 2 753,1-1 0,-1 1 0,1 0-5,-1-1 1,1 1 0,0 0-278,-1-1 1,1 1 0,-1 1 285,1 0 1,1 2 0,-1 1 0,0-3-82,0 3 1,0-2 0,0 2-142,0-3 0,1 2 0,-1-1 1,0-1 142,-1-1 0,1-2 1,-1-1-6,2 12 0,0-1 45,-1-2 0,1 1-65,-1-7 0,-1 2 0,1-2 23,0 4 1,0 1-35,-1-6 0,1 1 0,-1-1 15,0 0 1,0-1 21,0 0 1,0-1-46,0-1 0,-1 0 600,1-4 0,0 0-665,1 19 6,0-7-7,0-1 214,-1-4-91,1-4 595,-1 1-634,0-8 1803,0 4-1891,-1-10 175,0 4-86,0-6 94,0 2-3,-1-6 1756,0-1-1558,0 0 1823,-1 0-2092,4-8 765,3 1-765,10-7-1,3 3-436,6-2 459,0 0 0,1 0 0,6-1 0,3-2-1128,-15 5 1,0 0 1127,1-1 0,1-1 0,1 1 0,1 0 0,1-1 0,0-1 0,3 1 0,2-2 0,0 1 0,1-1 0,0 0 0,8-2 0,-1 1-824,-4 0 1,1 0 0,-2 1 823,4-1 0,-1 1 0,1-1 0,0 1-316,1 0 0,-1 0 316,1 0 0,-1 1 0,0 0 0,-1 1-379,-4 0 1,0 1 378,-2 0 0,0 1 0,-4 0 0,-2 1 0,0 0 0,-1 1 497,-2 0 0,-2 1-497,18-4 0,-6 2 0,2 0 0,-11 2 0,1 0 666,-12 1-666,-2 1 0,0-1 0,-2 1 1452,2-1-1452,-2 1 138,4-1-138,-5 1 3276,4 0-3160,-4 0-116,-1 0 0,-1 0 0,0 0 0,-1 1 0,1-1 0,-1 0 0,2 0 0,1 1 0,1-3 0,-2 2 90,0-3-90,-4-1 0,-1-1 0,-2-1 0,0 1 0,-1-1 0,0-1 0,-1 0 0,1-2 0,-1-1-90,-1-4 90,0-5 0,-3-18 0,1 3-884,3 10 0,-1-1 884,1 5 0,0 1 0,0-4 0,0-1 0,0 1 0,0-3 0,-2-13 0,0-1-1327,1 8 0,0 0 1327,1 4 0,0-2 0,0 1 22,0-8 1,-1 1-46,1-4 1,0 0 37,0 11 0,0-1 1,0 1-2,0-1 1,0 1 0,0-1-373,-1 1 0,1 0 0,0-2 368,-1 1 1,0-2 0,-1-1 0,1 3-381,0-2 1,0 2 0,0-3 379,-2-4 1,0-4-1,0 0 1,1 6 27,1 7 1,0 3 0,0-2-35,-1-3 0,0-4 1,-1 1-1,1 2-29,0 2 1,0 1-1,0 0 66,0 0 0,-1 0 0,1 1 17,-3-9 1,1 3 53,-2-6-6,0 5 282,1 5-500,1 5 1779,1 4-1597,2 6-103,0 1 2,1 3 1323,1 1-1305,-1 2 5,1 1 1834,0-1-1898,1 2 1072,3 2-676,-8 6 494,5 0-391,-9 3 467,-2-3-232,2 0 69,-5 0-10,1 1-88,-1-1-310,-2 1-47,-7 0-154,-2 0-1525,-6 2 1387,-6 2 61,17-4 1,1 1-45,-4 0 1,0 0-3,-1 0 0,-1 0 5,-1 0 0,-3 2 0,1-2 2,-8 3-1,0-1-731,3 0 0,-2 0 0,1 1 733,7-3 0,1 1 0,0-1-1,-1 2 0,0-1 0,-1 0-6,-1 1 1,-3-1-1,1 1 1,1-1 1,-1 1 0,1-1 1,-2 1-53,-5 0 0,-4 2 0,0-1 0,5-1-100,-4 0 0,1 1 75,5-2 0,-5 2 1,1 0-1,6-2-79,3 0 0,1-1 51,-1 0 1,-1 1 0,4-1-599,-5 1 125,-1-1-103,12 0 224,0-1-178,13-1 654,2 0 0,3 0 1,1-1-1</inkml:trace>
  <inkml:trace contextRef="#ctx0" brushRef="#br1" timeOffset="70448">11243 5284 14917,'-9'1'-2056,"7"-3"1264,5-2 1248,5-2 56,2 2-290,5-2-1771,6-2 1657,10-4-1604,8-2 1573,-14 5 0,2 0-516,2-1 0,2 0 452,4-2 0,2 0-77,2-1 0,1 1 48,-11 3 1,0 0 0,1 0-9,1 0 1,0 0 0,1 0-592,2 0 1,0 0 0,1-1 600,-5 3 0,0-1 0,2 0 0,-1 0-240,2 0 1,0-1-1,1 1 1,0-1 240,3 1 1,1-1 0,0 0 0,0 0-139,0 0 1,1 0 0,0 1-1,-1-1 138,1 1 1,-1-1 0,1 1-1,0-1-35,0 1 1,0 0 0,0 0-1,0 0 38,0-1 0,0 1 1,1 0-1,2-1 18,-5 2 1,1-1 0,1 0-1,1 1 1,-1-1 0,-2 1-15,-1 0 0,-1 0 0,0 0 0,0 0 0,1 0 16,1-1 0,1 1 0,1-1 1,0 1-1,-1 0 0,-3 0 6,6-1 1,-3 0 0,0 1 0,-1 0-22,-2 1 0,-1-1 1,0 1-1,-1-1 22,1 1 0,-1 0 1,0 1-1,-1-1-25,7 0 1,-2 0 0,0 0 28,1 0 1,-2 0 0,1 0-32,-1 1 1,-1 0 0,0 1 29,-2-1 1,-1 0-1,1 1 0,-2 0 1,0 0 0,-1 0-40,10 0 0,-2-1 201,-2 2 0,-1-1-204,-5 1 1,-1 1 553,5-1 0,-1 1-554,-11 0 1,-1 1 44,4 0 0,-3 0 16,-3 0-82,-4 1 74,-2-1-71,-2 1 1881,-2-1-1877,-1 1 2420,-1 0-2409,0-1 2453,-1 1-2445,0-1 469,-1 1-460,1 0 94,-1 0-57,2-1-39,-2 0 78,1 1-109,-1-1 117,0 2-223,1-1 187,-1 1-203,-1 0 65,0 0-156,0 2-2,0 0-99,0 1-106,0-1 166,0 2-207,1 0 196,0 3-138,1 1 153,0 3 92,6 18 130,-3-4-63,-2-4 0,0 0 145,1 15-549,-4-15 0,0 0 602,0 2 1,0 1 42,-1 2 1,1 1 9,-1 2 1,-1 1-1286,1 5 1,-1 2 1250,0 0 1,-1 4-24,0-11 0,-1 4 0,1 0 0,-1-2-682,0 2 1,0-1 0,0 1 670,0 0 0,-1 1 1,1 1-1,-1-3-423,0 0 1,1-1 0,-1 0 459,0 1 0,0 0 0,0 0-36,0 0 1,1 1 0,-1-1-264,0 0 0,1-1 1,-1 1 251,1-1 0,-1 0 1,1 2-20,0-1 1,1 2-1,-1 0 1,1-2-12,0 2 0,0-2 0,0 2-33,0-2 1,1 1-1,-1 0 1,1-3 25,0-1 0,0-2 0,0 0 44,1 0 0,-1 0 0,1 0-94,1 10 1,0 0 277,0-3 1,0 1-272,0-7 0,0 1 1,-1-2-60,2 5 0,-1 0 185,-1-6 1,1 1 0,-1-2-111,0 1 1,0-2 2,0 0 0,-1-1 309,0-2 0,0-1-319,1 18 769,-2-4-647,-1-2-89,0-4 179,-1-3 313,0-4-417,-1-4 1776,1-2-1867,0-2 1983,-1-2-1893,1-1 1226,0-2-1137,1-1 564,-1 1-640,0-3 210,-1 3-120,0-3-90,-1 0-90,0-1 90,1-2-90,-2-1 90,2 0-90,-3 1 0,2-2 0,-1 2 0,1-1 0,-2 1 0,1 1 0,-1 0 0,0 0 0,3-2 0,-2 3 90,0-3-90,-2 2 0,0-1 0,-7 4 0,2-3 0,-7 3 0,0-1 0,-3 1 0,-5-1 0,-1 1 0,-3-1-1698,-7 1 1698,17-4 0,-1 0 0,-4 1 0,0-1-1050,-2 1 1,-1 0 1049,-4 0 0,-3 1 0,0-1 0,-4 1-534,10-1 1,-4-1-1,0 1 1,2-1 533,-3 1 0,1-1 0,-2 1-240,2-1 1,-1 0-1,-1 0 1,1 1 239,-2-1 0,0 1 0,1 0 0,1-1 0,-2 0 0,0 0 0,0 1 0,1-1 0,-1 1 0,0 0 0,2-1 0,1 0 0,1 0 0,1 0-125,-2-1 1,1 1 0,1-1 124,-1 1 0,1 0 0,0-1 0,1 0 0,0 0 0,0 0 0,0 0 0,1 1 0,0-1 0,1 0 0,0-1 0,-1 1 0,-7 1 0,-3 0 0,3-1 0,-4 1 0,0-1-88,7 0 0,-2 0 0,4 0 88,-2-1 0,1 0 0,2 1 0,-2-1 0,2 1 0,-5-1 0,0 0 0,5 1 0,0-1 0,1 0 273,0-1 1,2 0-274,0 1 0,1-1 0,1 0 0,0 0 0,-5 0 0,1 0 0,7 0 0,1 0 0,-3 0 0,1 0 278,-3 0-278,6 0-346,2-1 346,4 1 1451,1-1-1451,-1 0 0,3 0 0,-1 1 1136,6-1-1136,-1 1 1068,2-1-1068,0 1 3276,-1-1-3160,1 0-116,-1 1 0,1-1 0,-2 0 0,2 1 0,-1-1 0,0 0 0,0 0 0,0-1 0,0 0 0,0-1 90,0 0-90,-1-2 0,1 1 0,-5-3 0,2 0 0,-4-4 0,2 0 0,-2-3 0,0-3 0,-3-2 0,0-4-313,-2-3 313,-1-5-725,-1-2 725,5 4 0,0-1-454,3 6 0,0-1 454,-2-8 0,-1-4 0,1 2-1374,0 0 1,1 0 1373,2 2 0,-1-2 0,1 1-734,-1-5 1,0 1 733,1-2 0,1 0-340,3 11 0,0 0 1,1-1 339,-1 1 0,1-1 0,-1-2 0,1-2 0,-1-3 0,0 0 0,1 2-264,0-3 1,0 1 0,-1-2 240,1 1 1,0-1-1,0-1 1,0 2 22,0 0 0,2 1 0,-1 0 0,0-1 0,0 0 0,0 1 0,0-1 0,0 1 0,0 0 17,1 1 1,0 1 0,0-2-41,-1 2 1,0-2 0,0 0-1,0 3 23,1-1 0,0 1 0,-1-1 0,0-1 0,0-3 0,-1 1 0,2 4-45,-2-5 1,1 3-1,-1-7 0,1 2 45,1 15 0,1 1 389,1 3 1,-1 0-390,-1-17 49,2-1 5,0 12-90,2-1 1344,1 13-1242,1 2 1707,0 2-1509,0 1 2896,1 1-2881,1 2 40,1 1-31,-1 2 862,1 0-531,-1 2 414,1 0-648,-1 0-45,2 2-252,-2-1-93,2 1-278,-1 1 315,0-1-1122,0 0-896,0-2 2168,-1 1 1,0-3 0,0 1 0</inkml:trace>
  <inkml:trace contextRef="#ctx0" brushRef="#br0" timeOffset="71404">14580 5043 9691,'1'-8'270,"1"1"-270,-1 10 0,1 2 0,-1 6 0,0 0 0,0-2 90,0 2-90,0 0 0,0 5 90,1-3-180,-1 4 180,2-2-90,-1-3 0,0 2-180,-1-5-269,1 0-91,-1-2 540,1 1 0,-3-4 0,0 0 0</inkml:trace>
  <inkml:trace contextRef="#ctx0" brushRef="#br0" timeOffset="71876">14574 4969 8522,'-4'-5'0,"-3"3"90,0 7-90,-1 4 0,2-1 0,-1 4 0,1 1 199,-1 4-99,0 4-4,0 2-7,1 3-887,0 0 1013,3-3-20,0-1-158,3-1 102,1 0-96,3 3 58,1-1 69,4 3-267,7 6-863,-3-9 792,8 5 84,-7-13-80,1-3 236,-1-1-117,0-5 196,0-1 78,-1-2 132,1-2 976,-1-2-812,2-2 8,-2-1-98,3-5 153,-2-1-635,1-6 389,-3 0-47,-1-5 544,-2-15-887,-7 14 0,-1 0-17,0-2 1,-1 0-247,-2 0 0,-2-1 63,-5-3 1,-3 1-42,3 6 0,-1-1-710,-5-5 0,0 1 731,1 8 1,1 2 57,-2 1 1,1 0 125,-2 1 0,-1 1-163,-16-9 170,-2 4 223,3 5 20,0 4-17,5 4 638,3 3-714,2 3-470,-1 3-315,3 1 929,-5 5 0,4 1 0,-3 3 1</inkml:trace>
  <inkml:trace contextRef="#ctx0" brushRef="#br1" timeOffset="72690">11147 4955 13298,'7'-7'1866,"-1"1"-1423,-3 2-205,0 1 50,0 0-94,1 0-13,0 0 67,0-1 162,3-1-225,0 1-3,1 0-13,1 1-94,0-1 60,1 0-96,6-1-2,-5 1 4,3 0-193,-6 2-25,1 1 96,-3 1-129,1 1 52,-1 1-212,-2 1-129,-1 1-67,-1 6 119,-2-1 137,-4 10 133,-1-7 250,-3 6-36,2-5 180,-3 1 163,1 1 149,0-2-144,0-1-117,1 0-78,1-3-95,1 0-31,1-1-59,0 0-64,1 0-43,2-2-60,1 0-147,1-2-88,1 0-255,2-1 280,1-1 46,1-2 173,1 0 44,2-1 82,2-2-557,7-3 376,-3 0-165,5-3-806,-6 2-7,0-2 1172,-1 0 1,3-4 0,-1 0 0</inkml:trace>
  <inkml:trace contextRef="#ctx0" brushRef="#br1" timeOffset="73130">11059 4549 11165,'-10'-2'-536,"0"0"486,-1 1 76,-1 1 23,0 2 10,-3 1 6,-3 4 100,-1 2-3442,-4 7 1306,1 3 2174,0 6-1127,0 4 1037,5 0 719,2 0-793,4 2-142,3 1 53,3 4-119,3 3 132,2-18 0,2 0-321,-1 1 0,2-1 323,1 2 1,1-1-45,1-1 1,1 1 38,5 5 1,2-1 5,-2-7 0,0 0-36,4 4 0,3-2 689,3-4 0,1-4-566,11 6 40,-11-8 1,1-3 3,-1-4 0,2-3 98,5-2 0,1-2 32,-1 0 1,1-2-430,2-3 1,0-3 434,-7 1 1,0-2 24,0-1 1,1-2-72,2-2 1,0 0-202,0-2 1,0-1-305,-1 0 1,-1-1 259,1-1 0,-2-1-66,-1 0 0,-1 0-21,-2 1 0,-2 0-30,-2 0 0,-2-1-25,-3 2 1,-2 0 705,-1-1 0,-2-1-433,-2 3 1,-2-1-28,-2-1 1,-2 0-50,-7-8 1,-3 0-299,0 6 1,-2 1 236,-5-6 1,-4 2 27,0 8 1,-3 3 59,-1 4 0,-2 1 0,-1 2 47,-6-2 0,-2 3-42,3 3 0,-2 0 0,1 3 115,-7 4 1,1 3-115,11 0 0,-2 0 0,1 1 143,-1 1 1,0 1 0,1 1-203,-1 0 1,1 2 0,0 0-152,1 1 0,0 1 0,0 1 3,1 0 1,1 1-1,0 1 188,2-1 0,1 2 0,0 0 0,-3 4 1,-1 1-1,1 1 0,1 0 0,-1 1 1,1-1-1</inkml:trace>
  <inkml:trace contextRef="#ctx0" brushRef="#br0" timeOffset="83275">8281 9643 6273,'-11'-3'450,"3"2"-360,-1-2 90,4 2-90,0-1 270,-2 0-180,2 1 179,-1-1-179,-1 2 180,3-2 0,-4 2 90,2-1-91,-2 1 1,0 1-90,2-1-180,-1 2 180,3 1 0,11 4-90,2-2-90,14 4 89,2-5-44,4-2 0,2 1-1303,-5-2 1,1 1 1257,12-1 0,3 0-1194,-6-1 1,0-1 1148,3 0 0,1-1 14,-11 1 1,1 0 0,2 0-15,1 0 0,3 1 0,0-1 0,-1 1-615,2-1 1,-1 1 0,2-1 591,-2 1 1,2 0 0,-1 1-1,-1-1-393,0 0 1,-3 1-1,1 0 401,0-1 0,1 1 0,-1 0-100,1 0 0,-1 0 0,0-1 70,-1 1 0,1 0 0,2-1 48,-1 0 1,3 1 0,1-1 0,-1 0-27,3-1 1,0 1-1,0-1 1,0 0-1,0 0 1,0 1-1,-1-1 1,0 0-23,-1 0 0,0 0 0,-2-1 0,-1 0 240,-2 0 1,-2-1-1,2 0-173,0 0 1,2 0 0,1-1-1,-3 0-7,2-1 0,-1 1 0,0-1-38,-2 1 1,2-1 0,0 1-1,-3-1 38,-2 1 0,-2-1 0,0 1-15,14-3 0,-2 0 365,-4 2 0,-1 0-365,-2-1 0,-1 2 0,-4 0 0,0 1 417,-2 0 0,1 0-417,-3 1 0,1-1 0,-1 0 0,-1 1-87,18-4 132,-4 1 2039,-4 1-2040,3-2 1,-11 3 251,2-1-341,-13 3 1388,-1-1-1388,-1 1 1339,-1 1-1339,-1 0 90,15-1-90,-12 1 0,10-1 0,-13 0 793,-2 1-793,1-1 134,0-1-134,0 1 0,-2-1 0,1 1 90,-1-1-90,0-1 0,1 1 0,0-2 0,0 1 0,-1 0 0,3-2 0,-2 2 0,2-2 0,-4 2 0,1 0 0,-2 0 0,1 1 0,-1 0 0,-1-1 0,1 1 0,-1 1 0,1-2 0,-2 1 0,2 0 0,-1 0 90,0 0-90,0 0 0,0 0 0,0 0-3148,-1 0 449,-9 8 541,3-3 2158,-7 6 0,4-4 0,0 1 0</inkml:trace>
  <inkml:trace contextRef="#ctx0" brushRef="#br0" timeOffset="93973">13258 10568 10591,'-5'-7'899,"6"1"-719,2 4-90,6 1 0,-2 2 0,3-1 0,-1 0 0,2 1 90,3-1 0,19 1-90,-4-1-219,-6 0 0,0 0 219,18 1-635,-8-3 0,3 1 575,-8 1 0,1 0 0,0-1-852,0 1 1,0-2-1,0 2 852,1-1 0,0 1 0,-2-1-30,5 0 0,-1 0-791,0 0 1,2 0 790,3 0 0,1-1 45,-3 1 0,0-1-45,6 0 0,0 0 0,-7 0 0,-1 1 45,2-2 0,0 1-161,-3 0 1,-1 0 159,-1 0 1,0 0-45,-1 1 0,1-1 0,-3 0 0,1 0 45,6 0 0,-1-1 0,-9 2 0,-2-1 0,4 0 0,-1 0 749,-1 1-614,-6-1 2011,-2 0-1741,0 1 2312,-5 0-2582,1 1 0,-6-1 957,0 1-957,0 0 0,-2-1-1000,1 1 1,-19 2 0,-5 1 0</inkml:trace>
  <inkml:trace contextRef="#ctx0" brushRef="#br0" timeOffset="95407">4430 11974 10501,'-9'-6'-720,"1"1"541,3 2 89,0 0 0,1 0 0,-1 0 90,-1-1 0,1 1 0,-1-1 90,1 0-90,-1-1 90,0 1 0,1 0-1,-1 1 91,0-2-90,1 2 0,-1-1 0,1 0 90,0 1 0,-1-1 90,1 1-180,-2-1 90,3 2-90,-1-1 930,1 1-242,13 3 865,8 0-110,13 2-727,5-1 60,-6-1 0,1 0-71,-6-1 0,2 0-795,5 0 1,5 0 0,0 0 475,2-1 1,1-1-1,0 0-34,0 1 0,0 0 1,2-1-331,-5 0 1,2 0 0,2 0 0,-2 0 0,-2 1-776,7-1 1,-4 0 0,3 0 770,-10 1 1,2 0-1,1-1 1,0 1-1,-1-1-385,4 1 1,-1-1-1,-1 1 1,0 0 382,-1-1 0,-1 1 0,1 0 0,0 0-294,-1 0 0,1 0 1,0-1-1,1 1 1,-1 0 178,5 0 1,0 0-1,1-1 1,0 1 29,-6 0 0,2 0 0,-1 0 1,1 0-1,0 0 51,-1 0 0,1-1 1,-1 1-1,1 0 0,0-1 18,0 1 0,0 0 1,0 0-1,0-1 0,0 1 2,0 0 1,0-1 0,0 1 0,0-1 0,1 1-18,-1 0 0,1-1 1,0 1-1,0 0 0,-1-1-5,1 1 0,1-1 1,-1 1-1,0-1 0,0 0-17,1 1 1,0-1-1,-1 1 1,1-1-1,0 1 44,-1-1 1,1 1-1,0-1 1,0 1-1,0-1-123,0 1 0,-1-1 0,1 0 0,-1 1 0,1-1 16,-1 0 0,0 1 0,1-1 0,-1 1 1,0-1-17,0 0 1,0 0 0,0 0 0,-1 0 0,1 0-1,-1 0 0,0 0 0,-1 0 0,1 0 0,-1 1-4,1-1 1,-1 0 0,0 0-1,0 0 1,-1 0 21,5 0 1,0 0-1,-1 0 1,0 0-39,-5 0 1,0 0 0,0 0 0,0 1 0,-2-1-13,3 0 0,0 1 0,-2-1 0,2 0 31,1 0 1,2 0-1,-1 0 1,-1 0-28,-4 0 1,0 0 0,0 1 0,-1-1-21,11 0 0,-1 0 1,0 0-4,0-1 0,0 2 1,-1-1 3,-1 0 1,0 0-1,0 1-1,-2-1 0,1 1 1,-1-1 2,-1 1 1,0 0 0,-1 0 1,-2 0 0,1 0 0,-1 0 44,-2 1 0,1 0 0,-2-1-86,12 1 0,-2 0 382,-3-1 1,0 1-426,-5 1 0,-2-1 46,0 0 0,-1 1-5,-2 0 0,0 0-4,-1 0 1,-1 0 92,-3 0 1,-1 0-108,18 0-46,-7 0 154,3 1-88,-11 0 1338,0-1-1242,-12 0 2060,-2 0-1749,-1 0 2571,0 0-2526,-2-2 1301,0 2-1245,-1-1 375,-1 1-341,0-1-25,0 1-545,-1-1-2767,2-1 1798,-8-3-1786,2 2-268,-6-3 321,0 3 2732,0-1 1,-6-4 0,0-1 0</inkml:trace>
  <inkml:trace contextRef="#ctx0" brushRef="#br0" timeOffset="108914">7038 12537 7892,'0'-9'630,"-1"0"-360,0 2 0,1 1 180,-1 1-181,0-1 361,0 1-90,0-1-91,0 2 91,-1-1-360,-2 3-90,0 2 0,-2 4 0,-1 4 0,-2 7 0,-4 8-1205,-3 8 1115,8-12 0,0 1-645,0 1 1,0 1 689,1 2 0,0 1-45,1 1 0,-1 0 45,2 1 0,0 1-45,0 1 0,2-1 0,0 2 0,2 0 45,0-2 0,2 3-75,2-4 0,0 2 0,1-2-60,1 4 0,2 1-120,2 1 0,3 1 0,-1-2-15,2-6 1,1-1-900,6 6 1,1-1 313,-3-12 1,2-3-136,0 0 1,1-3 872,2-1 0,2-2 1,12-1-1,4-2 1,-13-2-1,1 0 1,0-1-1</inkml:trace>
  <inkml:trace contextRef="#ctx0" brushRef="#br0" timeOffset="109754">15062 12088 10051,'-8'-6'-90,"0"0"270,4 4 0,-1-2 0,0 1 180,1 0-90,-1 0 89,1-1 1,0 1 0,0-1 360,0 2-91,1-2-179,-1 1 90,0-1-1,1 1-449,8 12 0,0-2 0,9 13 0,-3-2-90,5 8-1395,0 4 1395,2 7-763,-10-17 1,0 0 762,-1 3 0,0 0 45,0 1 0,-2 1-544,0 1 0,0 0 499,-2 1 0,0 0-45,-1 1 0,-2-1-632,0 2 1,-1 0 541,-1-1 0,-3 1-135,0-1 0,-3 2 1,0-1-1,-1 3 0,-3 2-450,-3 2 1,-1 3-1,-3-3-373,3-8 1,-2-3 0,0 1 868,0 1 0,0-1 1,-2 1-1,-2-1 1,-1-1-1,1 0 0,-6 5 1,-1 0-1</inkml:trace>
  <inkml:trace contextRef="#ctx0" brushRef="#br0" timeOffset="112307">7619 12925 10681,'-6'-10'90,"2"1"0,3 2 0,0 1 0,2-2-90,1 1 180,0-2-180,3 0 90,2-2-1,0 0-89,3-1 90,0 1-90,1 0 90,0 1-90,-1 1 0,-1 1 90,-1 2-90,0 0 0,2 2 90,0 2-90,-1 2 0,0 4 0,-3 4 0,0 4 0,-2 2 0,-1 15 90,-3-2-90,-2 11 0,-3-4-1512,-2 2 1512,-3 1 0,-1 3 0,0-5 0,-1-1 0,5-13 0,0-1-984,-4 6 984,-1 6-291,5-17 291,2-3 0,1-1 0,1-3 1276,-1 0-1276,2-2 1098,0-1-1098,6-7 503,0-4-503,6-5 0,1-4 0,3-4-847,-1 0 1,1-2 846,8-12 0,-6 9 0,0 0-197,-4 5 0,-1 2 197,1-2 0,0 1 0,-1 0 0,1 0 0,4-6 0,0 0-643,6-9 643,-8 13 0,-1 2 0,0 0 0,1 0 0,-5 7 0,0 1 0,-4 8 1566,0 2-1566,0 6 438,-1 2-438,0 12 0,-2-4-90,-1 6 90,-1-4 816,1 0-816,-1 9 0,1-7-688,1 5 688,-1-8 0,1-2 0,1 0 0,0-3 0,0 1-90,0-3 0,1 0-180,1-3 0,1-2-179,0-1-932,6-3 212,-1-2 1169,5-2 0,2-1 0,2-1 0</inkml:trace>
  <inkml:trace contextRef="#ctx0" brushRef="#br0" timeOffset="112582">8456 13134 10141,'-1'-8'540,"-1"2"-360,0 0 90,0 1-1,1 0 1,-1 0 180,1 1 180,-1-1-540,-3 7 0,1 0 0,-3 9 0,2 2-1,-1 7 1,-1 3-135,1-3 0,0 1-1671,-4 12 1581,4-11 0,-1 0-225,-2 8-180,-1-2-89,0-1-1080,2-4-270,0-3 1979,3-5 0,0 1 0,0-2 0</inkml:trace>
  <inkml:trace contextRef="#ctx0" brushRef="#br0" timeOffset="113306">8832 12787 11041,'2'-9'1079,"0"-1"-809,-1 3 270,-1 0-271,-1 0 1,0 1-90,0 0 360,0 2-360,-1-2-90,0 3 270,-1-2-271,-2 5 1,1 1 0,-2 4 0,2 2 0,-1 3 0,-1 9 0,1-3-90,-1 15-90,4-12 0,0 6 0,1-9-90,2 0 1,1-1-1,1-1-90,1-1-360,6 0 270,-1-5 1,4 0 89,-2-7-90,1-2 90,2-3 0,3-3 90,0-3 0,3-4 1,-4-1-1,-1-5 0,-1-1 90,1-14-976,-5 9 1156,1-6 0,-8 13 90,0-4 90,-2 4-180,1 1-1,-1 5 91,0 8-90,2 9 0,3 15-2416,0 5 2416,4 15-90,-1-1-1134,-3-16 0,-1 0 1179,0 2 0,1 1-761,2 13 1,1 2 715,-3-8 0,0-1-238,0-3 0,-1 1 1,-1-1 237,1 2 0,-1-1 207,0 1 1,0-1-163,-1 0 0,0 0-45,1-1 0,-1 0 0,0-1 0,-1-1 0,1-3 0,-2 0 0,2 18 0,-2-9 90,-1 3-90,-2-13 1367,-2 5-1277,-1-16-90,-3-1 1876,1-7-1876,-3-4 0,-2-3 0,-5-5 1622,-1-4-1622,-7-4 0,2-2 0,-2-2 0,-4-7 0,7 6 2064,-5-6-2064,6 3 0,7 7 0,1-3 0,7 1 0,5 4 0,3-10 0,6 5 0,6-7 34,4 1-34,6-3-2131,3 0 1951,-12 15 0,-1 0-360,15-14-2318,1 0 699,-2 1 2159,-2 1 0,1 0 0,0-1 0</inkml:trace>
  <inkml:trace contextRef="#ctx0" brushRef="#br0" timeOffset="115958">9919 13161 10051,'2'-7'0,"2"1"90,-2 1 450,1 2-180,-2-2 179,1 2 1,1-1-540,0 7 90,0-1 0,-1 7-90,-1 0 90,0 2-90,0 3 90,-2 3-90,-1 2-90,-4 15-180,1-6 0,-5 11-1498,1-13 778,0-1-449,-2-1 1439,-6 9 0,2-7 0,-5 8 0</inkml:trace>
  <inkml:trace contextRef="#ctx0" brushRef="#br0" timeOffset="118440">10860 12669 9691,'7'-7'360,"-1"1"-180,-3 2 0,0 3 90,1-3-90,-1 3 90,2 1-270,0 2 90,1 2 0,-3 2-1,0 0 1,-1 3 0,-2 1-90,0 2 90,-2 2-90,-1 3 90,-2 3-90,-2 2 0,-2 3-755,-2-1 755,-2 0 0,-3 0 90,-3 1-90,-1-2 0,-4 1-1049,3-4 1049,-6 2 0,5-4 90,-4-1-735,4-3 645,0-2 0,3-2 0,-4-1 0,8-5 693,-3-1-693,4-6 1056,4-1-1056,-4-9 0,7 1 0,1-5 0,4 1 0,2-2 790,2-2-790,1-4 0,2-2-889,2-1 889,1 1 0,1 1 0,6-6 0,-5 10 0,6-8 0,-8 15 0,2 0 0,-5 6 0,0 3 0,-1 0 0,1 2 0,3 7 889,-2 0-889,2 7 0,-3-1 0,5 14 0,-3-3-725,5 10 725,-2-8 0,5 12-213,-2-10 213,-2-5 0,1 1 0,3 1 0,5 6 0,4-6 90,-5-8-90,15 4 0,-13-13-762,7 0 762,-4-5 0,12-5 0,-6 0-90,8-4 0,-13 2-180,-2-2-180,-3 0-539,-2-1-450,-6 1 180,-1 0 1259,-4 1 0,0-4 0,-1-2 0</inkml:trace>
  <inkml:trace contextRef="#ctx0" brushRef="#br0" timeOffset="120879">11550 12933 8882,'7'-6'90,"-1"1"0,-2 1-90,-1 1 90,1 0 0,-1 0 0,0 1 0,3 0-90,-3 5 0,1 0 90,-2 4-90,-1 0 0,-2 1 90,0 2-90,-1 2 0,-1 2-90,-2 1-90,-3 4-270,-1 1-540,-2 2 631,-1 1 359,2-4 0,-4 5 0,1 0 0</inkml:trace>
  <inkml:trace contextRef="#ctx0" brushRef="#br0" timeOffset="122473">11850 13059 8612,'-3'-7'1079,"1"3"-899,6-3 90,1 3-90,0 0 90,7-1-90,-4 1-90,4-1 90,-1 1-90,4-1 90,4 0-91,5-1 46,-2 1 0,4 0-45,6-1 0,2 0-1045,0 0 0,1 0 1000,5-1 0,-1 1 0,-10 2 0,1 0-45,5 0 0,0 0 45,2 0 0,0 1-45,3-2 0,1 1 45,0 0 0,0 1-1367,0-1 1,0 0 1351,-13 1 0,-1 1 0,1 0-30,0-1 0,0 0 0,0 0 0,0 0 0,0 0 0,-1 0-539,1 0 0,0-1 1,0 1 538,0 0 0,0 0 0,-1-1 0,14-1 0,1-1 0,-1 1 0,0 0 0,-1-1 0,0 0 0,-3 1 0,-2-1-148,0 1 0,-1-1 193,-4 2 0,0-1-45,1 1 0,-1-1 12,-2 1 1,0 0-13,0 0 0,-1 0 0,-1 0 0,-1 0 0,-1 1 0,-1-1 0,18-2 0,-6 0 862,-8 2-772,-5 1 0,-4 0 90,-5 1 1875,-2 1-1785,2-1 350,-4 0-530,2 1 1543,-5 0-1543,0 0 1629,-1 1-1539,2-1-180,-2 1 90,1-1-90,0 1 90,-2-1-90,1 0 90,0 0-90,0 1-900,0 0 900,-1 0 0,-7 3 0,-2 2 0</inkml:trace>
  <inkml:trace contextRef="#ctx0" brushRef="#br1" timeOffset="125591">5147 10857 11267,'-6'-6'-1469,"0"0"1073,1 2 216,0 1 73,-1-1 25,-1 1 23,-1 0 14,0 0-32,-2 0 211,-1 1-7,-2 1 108,-1 0-109,-4 0 78,-1 1-881,-6 0 853,-2 2-81,-4 1-20,-6 3 97,-1 1-140,17-3 1,-1 1-574,0 0 0,0 0 574,-2 1 1,1-1 37,-1 1 0,-1 0-45,0 0 1,0 0 37,0 0 1,0 1-1,-1 0 1,1 0-50,0 1 1,-1 0 43,-10 3 0,1 2-1029,7-3 0,1 0 985,-8 3 0,1 1 48,10-4 1,1 1-559,0-1 0,1 1 520,1 0 1,-1 1 1,2-1 1,0 1 2,1 0 1,0 0 1,1 0 1,1 1 35,-16 13-26,13-6 0,1 2 26,5-6 1,0 2-61,-2 6 1,1 0-19,6-4 1,1-1-23,0 2 1,2 1 96,0 1 0,1 1-24,0 2 1,1 0-738,1 1 1,0 1 615,1 1 1,1 0 88,0 1 1,1 1-240,1 1 0,1 0 287,0 0 1,1 1 25,1 1 1,2 3-115,0-3 1,2 1-1,-1 0-134,0-7 1,0-1 0,1 1 131,2 7 1,0 2-1,1-3 97,3 2 0,1-1-370,1 0 0,2-1 213,0 1 1,1-2 82,2 1 0,2-2-134,0 1 1,1-2-191,2 0 0,2-1 210,1-1 0,1-1 44,2-2 0,0 0 233,2-2 1,0-2-117,1-1 0,2-2-18,-1-2 1,1-2 176,0-1 1,1-2 14,1-2 1,0-2 207,-3-2 0,1-1-161,3-1 1,1-3 76,-4-1 1,1-3-158,-10 1 1,0-1 0,-1-1 86,14-3 0,0-2-5,-1-1 0,-1-2-9,0-1 1,-1-1 34,-1-2 1,0-1-51,-2 0 0,0-2-8,-1 0 1,-1-2 34,-1-1 1,-1-1-189,-3 0 1,1-2-1,-2 0 82,3-4 1,-1 0-89,-4 2 1,0-1 0,-2 1 157,-1-4 1,-2 0-225,0-3 1,-1 0-56,-2-1 1,-1-3-31,-2 2 0,-2-3 1,0 2-73,-4 7 0,-1 1 1,-1-1-64,2-7 1,-1-2-1,-2 3-6,-3 7 0,-1 1 1,-1 0-196,-2-12 0,-2 0 137,1 12 1,-1-1 0,-1-1 100,-2 0 0,-2-3 0,-1 1 0,1 1-273,-1-2 1,-1 2-1,-1-1 284,1 1 1,-2-2-1,0 1 1,0 2-20,-1 1 0,-1 1 1,0 1 32,-1 0 0,-1 0 0,0 0 223,-1 1 1,-1 1-1,-1 0-108,0 1 1,-1 0-1,-1 2-85,0 0 1,-1 1 0,0 1 100,-1 1 0,-1 1 0,0 1 65,0 1 1,-2 2-1,0 0 23,0 1 0,0 2 0,-1 1-7,-1 1 1,0 0 0,0 2 288,-1 2 1,1 0 0,-1 1-222,0 1 1,0 1 0,-2 2-33,-1 2 1,-2 1 0,-1 1 0,2 1-168,-2 0 1,2 2 0,-2 0 178,2 0 0,-1 1 0,-1 1 0,1 2-152,1 3 1,0 1 0,1 1 0,2 0-156,-2 1 1,1 0-1,-1 1 152,3 0 1,-1 1-1,0 0 1,3 0 86,2 0 0,2 0 1,0 1-1,-5 4 1,1 2-1,-1 0 1,0 2-1,1-1 1,-1 1-1</inkml:trace>
  <inkml:trace contextRef="#ctx0" brushRef="#br0" timeOffset="128062">6339 12741 8702,'-5'-8'270,"1"1"-180,0 3 0,1 0 0,-1 1 0,-1 0 0,0 0 0,-1 1 0,-1 1 89,1-1-89,-1 2 0,-1 0 0,0 2 0,-1 0 0,-1 1 0,-5 8 0,1 0-90,-4 10 90,0 11 0,5-3-45,4-4 0,1 3-45,5-3 0,2 1-1235,1 10 1,1 2 1234,1-8 0,3 0 30,0-1 0,2 1 0,0-2-30,1-1 0,1 0 0,2 8 0,1-1 0,-2-9 0,0-2 45,0 0 0,0-1-45,-1 0 0,1-1-651,0 1 0,1-1 651,-2-1 0,0 0 0,1-1 0,-1 0 0,8 18-170,-3-5 215,-6-12 0,0-1-45,2 6 0,1 12-1967,-9-12 1967,-1-1 0,-6-3 1309,-1-7-1309,-2 0 0,-2-1 0,-1-1 0,-4 0 0,-1-2-90,-2-1-270,-5-3 0,5-3-180,-5-3-719,7-4 270,-3-5 989,1-4 0,-2-8 0,0-2 0</inkml:trace>
  <inkml:trace contextRef="#ctx0" brushRef="#br0" timeOffset="128299">6114 13185 9512,'-1'-8'449,"1"2"-269,2 1 0,2 2 0,1-1 0,2-2 0,2 0-90,2-1 90,1-2-90,4-1 0,1-1-90,2-2-90,0 1-90,0 0-180,-2 1-180,-1 0-2737,-2 2 554,-1-1 2723,-1 2 0,1-4 0,0 0 0</inkml:trace>
  <inkml:trace contextRef="#ctx0" brushRef="#br0" timeOffset="133097">17683 5486 8972,'-10'-4'-270,"0"1"90,0 5 90,0 0 0,-4 3 90,3 0-90,-6 7 90,4-2 90,-4 4-90,6-3 0,0 1 90,-3 8 0,2-2-580,-1 5 580,4-4-90,1 1 67,1 0 23,1 2-90,1-1 90,1 0 0,1 0 0,0 16-90,2-12 0,1 16-3138,1-15 3304,2 3-95,1 0-559,2-1 548,0 1 62,0-1 13,1 1 85,1-3-186,0-3 0,-2-2-80,0-3 87,-1-3 2862,0-1-2997,-1-1 1005,0 2-989,-1 1 18,-1-1 665,-2-4-627,-3-3 180,1-1-309,-3 0-4,0-1-161,-2-2-433,0 0 694,0-1 69,-1-2 0,-5-2 0,-2 0 0</inkml:trace>
  <inkml:trace contextRef="#ctx0" brushRef="#br0" timeOffset="133313">17381 5922 8882,'8'-5'630,"0"-2"-451,-1 4 1,2-2-558,3-2 468,16-5-1074,-4 1 939,-4 2 0,1 1-224,11-5-451,1 1-359,1-3 359,-1 1 435,3-5 1,-12 5-1,2-1 1,1-1 0,1 0-1</inkml:trace>
  <inkml:trace contextRef="#ctx0" brushRef="#br0" timeOffset="136579">22601 345 7623,'-2'5'180,"3"-5"-180,-3 13 89,5-9-89,-1 0 90,2-1 0,-1-1 0,1 0 0,0-1 0,1 1 0,0-2 0,0 0-3367,1-2 3252,1 0-2153,0 0 2268,1-3 0,0 0-90,1-2 90,1 0-1,3-7-89,-4 4 90,3-5 2179,-2-1-2269,-3 3 90,1-1 3186,-2 2-3160,-3 5-116,1-2 90,-2 5-90,1 0 0,-2 9 0,0 1 0,-1 7 0,0 1 0,0 0 90,-1 2-90,2 1 0,-1 2 0,1 0 0,1 1 0,-1 0-339,2-1 339,-1-1-180,4 12 0,-3-13-90,2 8 0,-3-15-629,-1-2 809,0-1 90,0-1 0,-2-1 0,0-1 0</inkml:trace>
  <inkml:trace contextRef="#ctx0" brushRef="#br0" timeOffset="136789">22655 633 8072,'1'8'360,"1"0"-180,1-5-90,2-1 0,1 0 0,1-1 0,1 0 0,2-1-90,1 1-270,9-2-180,-4 0-359,7-1 269,-4-1 540,-1 0 0,7-2 0,0 0 0</inkml:trace>
  <inkml:trace contextRef="#ctx0" brushRef="#br0" timeOffset="137599">22440 2945 9062,'-9'1'3276,"1"0"-2954,22-4-232,-5 3 0,15-3 0,-3 2-297,-5 0 207,9 1 90,-11 1-90,3 0 90,-7 0-90,3 3 90,-5-2-90,2 2 90,-6 1-90,-1 1 0,-3 1 0,-3 1 476,-10 11-476,0-3 0,-8 7 0,-1-1 0,6-5 0,-7 9-90,13-13 90,-2 5-90,6-7 90,1-1-90,2-1 90,1-1-90,2-1 90,2 1-89,2-1 89,1 0-90,4-1 90,1-1-90,3-2 90,0-1-90,1-1-270,8-3-270,0-3 270,0 0-1798,-1-5 359,-10 4 1799,-1-3 0,-5-2 0,-1-1 0</inkml:trace>
  <inkml:trace contextRef="#ctx0" brushRef="#br0" timeOffset="138096">22424 2819 10321,'-4'-7'0,"-1"0"0,2 3 90,0-1 0,-1 1 90,0 0-90,-1 0 0,0 1 0,-1 0 0,-1 0-90,-1 2 90,-1 0 0,-13 7 0,3 0-857,-10 7 857,6-1-90,5 4 0,1 0 90,-10 10-90,9-5 0,1 0 0,-5 10 0,3 3 90,3 2-90,5-2-3138,3 1 3138,4-1 45,6-4 0,1 0-681,0-7 0,1 0 636,3 9 0,2-1 0,-1-9 0,2-2 45,0-1 0,2-1-45,0 0 0,1 0 0,15 12 0,3-4-663,1-5 663,3-4 0,-1-6 0,2-3 0,-2-5 0,2-3 0,3-5 0,1-5 45,-20 3 0,1-1-655,-1-2 0,0 0 610,-1-2 0,-1-1 0,0 0 0,-1-2 437,-1-1 0,-1 0-437,0-2 0,-1-1 45,-1 0 0,-2-1-45,1 0 0,-2-1 0,-1-1 0,-1-1 0,-2 0 0,0-1 64,-2-1 1,-1 0-65,-1 0 0,-2-1 0,0 1 0,-2 1 0,-1-1 0,-2 1 131,-2 1 1,-1 1-132,-1 0 0,-1 1 0,-2 1 0,-3 1 0,-9-4 0,-2 1 705,5 7 1,-1 0-706,-8-1 0,0 1 0,7 8 0,2 1 0,-20-1 563,3 6-743,11 4 0,0 2-180,-12 6-225,6 1 1,2 2-766,0 5 1350,10-3 0,1 0 0,3 6 0,-2 4 0</inkml:trace>
  <inkml:trace contextRef="#ctx0" brushRef="#br0" timeOffset="138906">22651 116 9062,'-12'-1'-450,"-1"1"360,0 1 90,0 1 0,-2 1 0,-1 1 0,-5 3-1361,-1 2 1451,-3 3 0,-3 3-90,0 3 180,-3 2-90,1 3 0,10-4 0,-1 0-45,6-3 0,-1 0-762,-3 6 0,0 1 762,6-6 0,1-1 0,0 3 0,2-1 185,-1 1 1,1 0-141,-2 11 0,0 1-433,4-8 0,1 2 388,-3 14 0,2 1 0,5-16 0,1-1 0,1 7 0,2 0-393,1-9 1,1-1 392,2 2 0,0 0-45,2-1 0,0-1 227,2 0 0,1-1-182,1 0 0,1-1-45,1-1 0,2-1 45,0-1 0,1-1 0,1-1 0,1 0 0,1-2 0,1 0-45,1-1 0,0-2-297,1-1 1,1-1 341,0 0 0,0-2 0,1-1 0,-1-1 0,1 0 0,0-2-1,-1 0 1,1-2-45,-2 0 0,2-2 90,9-4 0,0-2-90,-8 2 0,0-1 45,7-4 0,-1-1-45,-9 2 0,-2-2 45,8-11 0,-1-3 0,-8 7 0,0 0-399,4-11 1,-2-1 353,-9 8 0,-2 0 0,-1-1 0,-1 0 45,-2-2 0,-1-1-45,-1 0 0,-1 0 0,-1 0 0,-3-1-30,-1 2 0,-2-1 0,-1 1-296,-2-8 1,-2 1 325,1 6 0,-1-1 0,-1 2-45,-5-5 0,-1 2 0,-1 3 0,-2 0 45,-2 4 0,-2 1-45,-2 2 0,-1 2 0,-1 5 0,0 1 45,-2 2 0,0 2-45,-1 4 0,0 1-556,-1 1 1,0 2 510,-4 2 0,0 3 0,1 0 0,-3 4-399,7 2 0,-3 3 0,0 2 0,3-1 99,4-2 0,2 1 1,-1 2 193,-3 1 0,-1 2 0,1 1 1,5-1 195,2 4 0,3 2 0,3-2 0,0 2 0,1 0 0,0 1 0,1-1 0,-1 1 0</inkml:trace>
  <inkml:trace contextRef="#ctx0" brushRef="#br0" timeOffset="139887">22764 5484 9242,'-2'-9'449,"1"-1"-359,1 5 0,1-1 0,0 1-90,2 0 90,1 2 0,2 1 0,-1-1-90,2 0 90,-1 1-90,2 0 0,-1 1 90,-1 0-90,1 0 90,-1 1-90,-1 0 90,0 2-90,-2 0 0,0 1 90,-3 3-90,-4 3 90,-1 1-90,-7 5 0,4-4 0,-4 3 0,4-3 0,0-1 0,1 1 0,1-1 0,1 0 90,1 0-90,1-2 0,2 0 0,1 0 0,0 0-90,2 0 90,1 0 0,1 0 90,0-1-90,1 1-90,3 2 90,-2-3 0,2 5 0,-4-5 0,1 2 0,-4-3-90,-1 0 90,-2 1 0,-1 1 0,-2 0 0,-2 2 0,-1-2 0,-2 1 0,-6 3 0,4-3 0,-5 4 0,6-7-90,-4 3-90,5-4-180,-2 1-179,6-4-1440,1 0 1979,-1-2 0,4 0 0,-1-1 0</inkml:trace>
  <inkml:trace contextRef="#ctx0" brushRef="#br0" timeOffset="140349">22708 5333 9602,'-6'-9'269,"1"2"-89,-1 0 180,-4-1-90,-3 0-90,1 2-90,-2 1 180,-3 6-180,2 2-527,-7 5 527,4 6-90,-1 4 90,1 10 0,1 3 0,2 7-927,9-17 0,0 0 882,1 1 0,1 0-45,1-1 0,1 1 45,2 2 0,0 0-45,1-1 0,2 0 45,0 2 0,2 0-1377,0 0 1,1-1 1331,2 0 0,0 1 44,6 7 1,2-1-935,-4-8 0,1 0 890,4 5 0,0-2 170,11 4-170,-9-13 0,2-2 0,11 5 80,-11-9 0,1-2-80,8-4 0,2-4 0,4-6 45,-9-3 0,0-2-45,-6 0 0,0 0 450,6-6 0,-1-1-450,-7 2 0,-2-1 45,-1-2 0,1 0-45,-2-2 0,0 0 726,1-4 0,-2-1-726,0-2 0,-2-2-586,2-2 0,-3-2 586,-1 2 0,-2 0 45,-1 0 0,-1-2 14,-4 4 1,-1-1 0,-1 0 30,-2-7 0,-1-1-60,1 8 0,-2-1 0,-1 2 15,-4-7 0,-1 4 0,-2 2 0,-2 2-267,-3-1 0,-2 2 267,1 4 0,-2 1 0,-3 1 0,-2 2 0,3 4 0,-1 2 0,-15-1 0,-2 4-45,11 3 0,-1 3 0,-9 0 0,-1 3-210,11 6 0,0 2 0,2 0-60,-3 2 1,0 0-61,4 1 0,-1 1 0,2 1-934,2 1 1,2 1 138,0 1 1,2 0 1124,1 1 0,1 0 0,-4 6 0,1 2 0,0 0 0,1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14:49.68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11052 1715 5734,'-5'-5'0,"-3"-3"0,3 4 0,-9-5 64,4 2-38,-2 0-26,5 2 171,2 4-57,8 3 43,15 1 0,6 0-3390,5 2 3310,1-1 0,1-1-66,-2-2 0,-2-1-127,-4 0 1,1 1 115,4-1 0,5 0 0,0 0 0,-3 0-41,5 0 1,2 0 36,-8 0 0,6 0 0,3 1 0,0-1 0,-3 0 0,-4 1-250,-1-1 1,-3 1-1,6-1 247,-8 1 1,5-1 0,4 1 0,3 0 0,1 0-1,2 0 1,0 0 0,0 0 0,-2 0 0,-2 0-1,-3-1-152,2 1 1,-2-1 0,-2 1 0,0-1 0,1 0 0,2 0 0,4 0 156,-9 1 1,2-1-1,2 0 1,2 0 0,0 0-1,2 0 1,0 0-1,1 0 1,-1 0 0,1 0-1,-1-1 1,0 1-1,-2 0 1,0 0 0,-2-1-2,7 1 1,-1-1 0,0 0 0,-1 1-1,-1-1 1,0 0 0,-1 0 0,0 0 0,0 0-1,0 0 3,-1 0 0,0 0 0,-1 0 0,0 0 0,0 0 0,-1 0 0,0 0 0,-1 0 0,0 0 4,5 0 0,0 0 0,0 0 0,-1 0 0,-2 0 0,-1 0 0,-2 0-4,3 1 0,-3 0 0,-1 0 0,0 0-359,4 0 0,0 0 0,1 0 359,-2 0 0,1 0 0,1 0 0,2 0 0,-6-1 0,2 1 0,0-1 0,1 0 0,-2 0 0,-2 1 18,2-1 0,-3 1 0,2-1 1,4 1-19,-7-1 0,5 0 0,2 1 0,2-1 0,1 0 0,1 0 0,-2 0 0,-1 0 0,-4 1 0,-3-1 0,10 0 0,-6 1 0,-1-1 0,4 1 0,0-1 0,2 1 0,3-1 0,-2 0 0,-1 1 0,-6 0 0,2-1 0,-4 1 0,0 0 29,1 0 1,0 0 0,2 1-63,-3-1 1,3 0-1,1 0 1,0 0 0,-3 0 32,-1 0 0,-4 0 0,3 1 0,5-1 0,-7 0 0,4 1 0,4-1 0,3 0 0,1 0 0,0 1 0,0-1 0,-1 0 0,-3 1 0,-3-1 0,-4 0 0,7 1 0,-7-1 0,0 1 0,6-1 0,-3 0 0,4 1 0,2-1 0,2 1 0,0-1 0,0 0 0,-1 0 0,-2 1 0,3-1 0,-2 0 0,-1 0 0,0 0 0,1 0 0,2 0 0,-4 0 0,2-1 0,0 1 0,1-1 0,0 0 0,0 1 0,0-1 0,-2 1 0,-1 0 0,-2-1 0,0 1 0,0 0 0,1 0 0,-1 0 0,2-1 0,0 1 0,-2-1 0,3 1 0,1-1 0,0 1 0,1-1 0,-2 0 0,0 1 0,-3-1 0,-2 0 0,-4 1 0,6-1 0,-4 1 0,-2-1 0,3 1 0,-1-1 0,2 1 0,2-1 0,0 0 0,0 1 0,-1-1 0,5 1 0,0-1 0,0 1 0,-2-1 0,-2 1 0,5 0 0,-4 0 0,2 0 0,-4-1 0,1 1 0,1 0 0,-1 0 0,1 0 0,1 1 0,-2 0 0,-4-1 0,2 1 0,1 0 0,-1-1 0,7 2 0,2-1 0,-2 0 0,-6 0 0,6 1 0,-4-1 0,-3 1 0,2 0 0,-3-1 0,-4 0 0,-3 0 0,-1 0 722,3 1 1,2-1-633,9 1 1072,-12 0 1,0-1-983,8 1-1608,-16-1 1428,-13-1 819,-10-2 0,-23-2 0,-2-2 0</inkml:trace>
  <inkml:trace contextRef="#ctx0" brushRef="#br1" timeOffset="10901">5392 10186 11007,'-11'-2'-358,"-1"0"294,-10-1 215,-7 1 57,1-1-149,9 1 1,-3 1 59,-9-1 1,-5-1 0,2 1-5,4 0 0,-1 1-923,4-1 1,-4 1 0,0-1 0,5 1 986,1 1 1,0 0-32,-7 0 0,-5 0 0,-2 1-617,4 0 1,-1 1 0,-2 0 0,1-1 546,1 1 1,0-1 0,-1 0 0,0 1-314,6 0 0,-1 1 0,0-1 0,1 1 0,3-1 329,-3 1 0,3 0 1,-6 2-146,6-1 0,-4 1 0,-4 0 0,-1 2 0,-1-1 0,1 0 0,2 0 0,4-1 157,-6 1 1,5-1 0,-1 1 0,-8 2-42,15-2 0,-2 0 0,-4 0 0,-2 1 0,-1 1 0,-2 0 0,-1 0 0,-1 2 0,1-1 0,0 2 0,1 0 0,1 1 0,2 0 0,2 1 0,3 1-28,-4 4 0,4 3 0,1 0 0,2 2 0,0 0 0,1 1 0,0 0 0,0-1 0,-2 0 1,-2-1-16,2-3 0,-3-1 0,0 0 0,-1 0 0,0-1 0,-1 0 0,1 1 0,1 0 0,1 0 0,1 2 0,2-1 0,2 2-30,-4 8 0,1 1 0,2 2 0,2 0 0,2 0 0,2-1 0,2-2 0,3-1-103,-1 4 1,4-2-1,4-1 1,0 1 172,1-2 1,1 0 0,3 0 0,3 4-214,5-4 0,3 3 1,3 2-1,1 0 1,1 0-1,-1-2 1,-2-2-158,0 5 1,-3-2-1,2-1 1,8 2 285,0-10 0,4 2 1,4 2-1,3 0 0,1 0 1,1 0-1,0-2 0,-1-3 1,-3-2-1,-3-4-64,6 0 0,-4-5 0,1-2 0,5 1 0,-5 0 0,4 0 1,2 1-1,2 0 1,0 0-1,0 0 0,-2-2 1,-2 0-1,-3-2 143,6-1 0,-5-1 0,0-1 0,2 0 34,2 1 0,1-1 0,1 1 0,-1-1 0,-1 0 79,-2-1 0,-2 0 0,1-1 0,5 0-147,-6-1 0,4-1 0,3 0 0,2 0 0,1 0 1,0-1-1,1 1 0,-3-1 0,-1 0 0,-3 1 179,2-1 0,-3 1 0,-2-1 0,1 0 1,2-1-1,6 0-180,-12 0 0,4-1 1,1 1-1,3-1 0,2-1 1,1 1-1,1-1 0,0 0 1,1 0-1,-1 0 0,0-1 1,0 1-1,-2-1 1,-2 1-1,-2-1 0,-2 1 1,-2 0 64,9-3 0,-4 1 1,-3-1-1,-2 1 0,1-1 1,2-1-1,2 1-48,-1 0 0,1 0 0,3 1 0,0-1 0,0 0 0,1-1 1,-2 0-1,0 0 0,-3-1 0,-3 0 5,5-3 0,-2-1 0,-2 0 0,-1-1 0,-2-1 0,-1-2-39,3-4 0,-2-3 1,-2-1-1,0 1 0,1 0-7,-2 3 1,1 2 0,-1-1-1,-1 0 1,-1-2-71,-2 0 0,-2-1 0,0 0 0,-2-3 1,-1-3 50,-3 0 1,-1-4-1,-1-3 1,0 0-1,-2 1 1,0 1 0,-1 5-174,0-1 0,0 4 1,-1-1-1,1-3 57,0 0 0,2-4 0,0-2 0,0-1 1,0 0-1,-4 1 0,-2 2-103,-2-4 0,-3 1 0,-3 1 1,-3 0-1,-2 0 17,-3 4 0,-3 0 1,-2 1-1,-2-1 1,1 0-1,1 0 60,2-2 0,1 0 0,0-1 0,-1 0 0,-1 2 1,-3 1 31,-2 3 1,-1 0-1,-2 1 1,-2 2 0,-4 1-1,-3 1 59,7 8 1,-4 1 0,-2 1 0,-3 0 0,-1 1-1,-1 0 1,-1 1 0,0 0 0,1 0 0,0 1 0,3 0-1,1 1 1,3 0-11,-4-1 1,3 0-1,2 2 1,0 0-1,0 0 1,-2-1-1,-4 0 12,5 1 1,-2-1-1,-2-1 1,-2 0 0,0-1-1,-2 1 1,1 0-1,-1 0 1,0 1 0,1 0-1,2 2 1,0 1 0,2 2 59,-7 1 0,1 0 1,1 3-1,1 0 0,0 2 1,1 1-1,1 0 1,0 2 9,-1 1 0,1 2 0,1 1 0,0 1 0,1 1 0,-1-2 0,-1 0 0,2-2 0,0-2 0,-2 0 0,1 0 0,0 1 0,1 0 0,2 2 0,3 2 0,-7 5 0,1 2 0,4 2 0,3 1 0,6 0 0,6 3 0,6 2 0,1 0 0,-1 1 0,0 0 0,-1 1 0</inkml:trace>
  <inkml:trace contextRef="#ctx0" brushRef="#br0" timeOffset="62332">5412 3819 5734,'-13'-13'0,"-1"-1"0,2-1 0,-6-6 0,-1-2-406,6 9 0,0 0 0,-6-8 0,0 2 0,-2 5 0</inkml:trace>
  <inkml:trace contextRef="#ctx0" brushRef="#br0" timeOffset="62683">5068 3665 0,'-32'18'0,"0"0"0,9-4 0,-1 2 0,-2 2 0,-1 2 0,0 3 0,3-2 0,0 2 0,0 3 0,-2 1 0,1 0 0,1 0 0,-1-1 0,2-2 0,-3 2 0,0-4 0,1 1 0,1 0 0,0 3 0,1 5 0,6-5 0,0 4 0,0 3 0,0 1 0,0 3 0,1 0 0,0 0 0,2 0 0,2-1 0,1-3 0,2-2 0,3-3 0,2 7 0,5-4 0,2-2 0,0 0 0,-1 5 0,-1-3 0,-2 3 0,-1 2 0,1 1 0,1-1 0,1-2 0,2-3 0,2-4 0,11 10 0,4-6 0,2-3 0,1-2 0,2-2 0,3-2 0,-4-6 0,3-1 0,2-1 0,-1 0 0,-2 0 0,7 4 0,-2-1 0,3-1 0,-5-3 0,2 0 0,1-4 0,1-6 0,0-8 0,2-7 0,0-3 0,-3-1 0,-3 2 0,-3 4 0,-3 1 0,1-7 0,-2-1 0,4-4 0,1-3 0,2-3 0,-1-2 0,-3 0 0,-3 0 0,-5 2 0,-3-5 0,-7 0 0,-2 0 0,-1-1 0,3-1 0,2 1 0,1 0 0,1-1 0,-1 0 0,-2 0 0,-3-1 0,-2 1 0,-3 0 0,-1 0 0,-2 0 0,-2-1 0,-1 0 0,-2 2 0,-2 0 0,-1-1 0,-2-1 0,-1 1 0,0 1 0,0 1 0,0 2 0,0-2 0,-1 3 0,0 1 0,-1 0 0,-1 0 0,0-1 0,-2-2 0,0-3 0,-2 0 0,0 1 0,-1 2 0,1 5 0,0 7 0,-8 2 0,-1 7 0,2 7 0,-9 8 0,2 10 0,9 0 0,1 3 0,0 4 0,2 2 0,0 5 0,1 1 0,0-1 0,1-1 0,1 0 0,0 1 0,1 2 0,4-1 0,0 0 0,0 0 0,0 0 0,0 0 0</inkml:trace>
  <inkml:trace contextRef="#ctx0" brushRef="#br0" timeOffset="64348">4937 7172 5767,'-7'-9'0,"2"1"0,-1 0 0,0-3-22,1 1 53,-3-4-3308,-8-10 3300,4 9 7,-7-1 0,-5-2 0,1 4-30,5 6 0,0 2-623,-14-10 0,-4 3 623,0 12 0,-3 8 22,9 7 1,-4 6-1,1 2 1,1-3-23,-1-4 0,1-1 0,0 8 0,12-3 0,-2 6 0,0 3 0,-1 3 0,1 2 0,0 0 0,3-1 0,2-2 0,3-3-364,-1 9 0,6-4 0,2 1 0,-3 3 364,0-6 0,-1 4 0,-2 1 0,1 0 0,1 0 0,2-3 0,3-2 0,3 9 0,5-3 0,2-1 0,1 1 0,2-1 0,5 2 0,0-11 0,3 2 0,1 0 0,2 1 0,-1-2 0,-1-1 0,1 5 0,-1-2 0,0-1 0,3 1 0,1 0 0,1 0 0,2 1 0,3-3 0,4-3 0,-1-8 0,5-2 0,3-2 0,0-2 0,0 0 0,-2-2 0,-5 1 0,0 0 0,-4-2 0,0 1 0,4-1 0,1 1 0,3 1 0,3 0 0,2 0 0,-1-2 0,-2-2 0,-3-4 0,2-3 0,-2-3 0,-1-3 0,-1-2 0,0-1 0,0-2 0,-2-3 0,1 0 0,-1-2 0,1 2 0,2 2 0,1 0 0,-1 0 0,-1-1 0,-2-2 0,-1-4 0,-1 0 0,-4-4 0,-3-4 0,-9 2 0,-2-4 0,-2-3 0,-2 0 0,0-1 0,-2 3 0,1 3 0,3-8 0,-2 4 0,-3-7 0,-2 13 0,-1-4 0,-1-4 0,-1-2 0,0-2 0,-1-1 0,-1 0 0,-1 2 0,-1 2 0,-1 2 0,-2 4 0,-4-3 0,-2 3 0,-3 3 0,0 0 0,-1 0 0,-1-3 0,5 4 0,-2-2 0,0-2 0,0 0 0,-1 0 0,-1 1 0,1 2 0,-1 1 0,1 3 0,-8-6 0,2 3 0,-2 3 0,-3 3 0,-4 2 0,3 7 0,-4 2 0,-3 2 0,-2 1 0,-1 2 0,1 1 0,2 0 0,2 1 0,5-1 0,-7 1 0,6 1 0,0 2 0,-5-1 0,5 1 0,-4-2 0,-3 1 0,0 0 0,-1 1 0,2 2 0,3 3 0,5 3 0,-2 7 0,4 5 0,3 2 0,2 0 0,1-1 0,-4 4 0,4-1 0,-2 3 0,2 0 0,0-1 0,1 1 0,-1-1 0,0 0 0</inkml:trace>
  <inkml:trace contextRef="#ctx0" brushRef="#br1" timeOffset="68715">3450 11357 10795,'-9'0'90,"16"-2"642,-1 0-668,16-2-115,2 1 0,9 1 0,4-1 0,0 1-605,-4 1 1,2-1-1,1 1 1,1 0 0,0 0 207,-3-1 1,1 0-1,1 0 1,0 0 0,0 1-1,0 0 246,0 0 0,0 0 0,0 1 0,0-1 0,-1 1 0,-2 0 189,5 0 1,-4 0-1,2 1 1,6-1-43,-14 1 1,4 1 0,2-1-1,2 1 1,2-1 0,0 1 0,-1 0-1,1 0 1,-3 0 0,-1-1-1,-3 1 56,6-1 0,-4 0 0,-2 1 0,0-1 0,4 0 0,3 1-35,-8-1 0,3 1 1,2 0-1,3-1 0,1 1 1,1 0-1,1 0 0,-1 0 1,-1 0-1,-1 0 0,-3-1 1,-2 1-1,-4-1 1,-3 0 163,9 1 0,-7-1 0,-2 0 1,4 0-11,2 1 0,3-1 1,2 1-1,-2-1 1,-3 0-1,-8-2 291,-1 0 1,-6-2 1944,3-8-1482,-3 3-16,-7-4-589,-9 9 1685,2-3-2341,-1 3 560,1-3-908,-7 6 179,0 1 421,-10 3 0,-3-1 0,-6 0 0</inkml:trace>
  <inkml:trace contextRef="#ctx0" brushRef="#br0" timeOffset="70499">12273 11001 5742,'4'-7'187,"0"2"-59,-2 1 553,0 2-259,2 0-93,0 3-457,0 2 3,0 2 232,7 14-125,-5-7-3259,8 17 2841,-7-17-2177,6 10 2223,-7-15 329,19 3 105,-3-16 1,5-8 0,4-4 0,-1-1-49,-2 2 1,0-1-1,1-2 1,0 0 0,0 1-139,0 2 0,1-1 0,-1 1 0,0 0 0,-1-1 142,-2-1 0,-1-1 0,-1 1 0,-1 1 0,-2 2 0,12-2 0,-5 3 0,-9 5 0,-1 0 0,11-4 0,-1 1 0</inkml:trace>
  <inkml:trace contextRef="#ctx0" brushRef="#br0" timeOffset="74566">19266 10924 5734,'-5'-7'90,"0"2"90,2 1-1,3-2-89,22 4-90,-1-1-161,-3 4 0,5 0 161,3 2 0,8 0 0,2 1 0,-1-1 0,-6 0 0,4 1 0,0 0 0,-1 0 0,0 0 0,1-1 0,-1 1 0,0-1 0</inkml:trace>
  <inkml:trace contextRef="#ctx0" brushRef="#br0" timeOffset="77248">19645 10783 5734,'7'-2'180,"-2"-1"0,-3-1-180,0 6 0,0 0 0,1 6 0,1-2-3277,18 14 2392,-8-9 885,11 6 0,7 3 266,-5-9 0,2-1 0,1 0-266,1 1 0,0 0 0,3-1 22,-5-2 1,2 0-1,0-1 1,-2-1-763,2-2 1,-2 0 0,-3-2 739,2 1 0,-4-1 0,-3 0 0,-4-2 0,-10 0 90,1-1-90,-3 0 0,-7 0 0,0 1 1109,-14 6 0,-5 3-1109,-8 8-416,7-6 0,-1 3 416,-1 2 0,-1 2 13,2-2 1,-1 2 0,0-2 7,-1 2 0,-1 1-111,4-3 0,-4 3 0,1 0 0,6-5-179,-3 6 269,1-2 0,7 0 0,16-7 0,7-2 0</inkml:trace>
  <inkml:trace contextRef="#ctx0" brushRef="#br0" timeOffset="77884">21157 11034 5795,'-8'-3'26,"0"0"-23,3 1-3,0 0 90,1 1 90,-5-3-1,3 1-89,4-4-90,9 1 0,10-3 45,0-1 0,0-1-45,2-3-2101,7-9 2101,-20 11 0,-3-7 0,-3 4-90,-11-19-1258,-5 17 0,-3 2 1348,-7-12-30,-1 24 0,-6 8 0,5 4 30,12 3 0,1 5 0,-6 1 0,-2 4 0,5 0 0,10 5 0,6 3 0,4-1 0,3 3 0,0-2-432,0-3 1,1 0 431,0-3 0,1 1 0,4-3 1179,16 5 0,1-6-1269,0-1-36,-2-12 0,8-2 1,2-2-1,-6-4-101,1-9 0,-1-5 0,-3 5 0,2-3 1,1 0-1,-3 0 0,-4-5 0,-1 1 1,1 0-1</inkml:trace>
  <inkml:trace contextRef="#ctx0" brushRef="#br0" timeOffset="78465">21577 11003 5824,'-6'8'270,"1"-4"-181,-17 1-89,-1 1-1157,-4 1 1157,-1 8 138,13 4 0,1 1-138,-3 3 0,4 8 0,5 1-3100,10-8 3100,1 8 0,8-18 0,7-20 0,1-5 0,2-1 0,-5-5 0,1-8 0,1-3 0,-4 1-560,-4-3 1,-2 1-1,-1-3 560,3-1 0,0-2 0,0 0 0,-2 2-13,-2 1 1,-2 1 0,-1-2-11,-2-1 1,0-3 0,-2 2-1,1 5 1148,-1 4 0,0 0-1125,0-11 0,-1-3 0,-2 14-2250,-2 22 2250,0-2 0,0 29 0,2 18 0,4-10 0,1 3 0,0-1 0,-2-2 0,-1 0 0,2-1 12,1 4 1,1-1-1,2 0-12,4-3 0,1-1 0,0-4-217,-3-6 1,0 0 216,7 17 0,2-5 0,-2-22 253,5-6-253,11-7 0,1-7 0,-12 2 0,-1 0 0</inkml:trace>
  <inkml:trace contextRef="#ctx0" brushRef="#br0" timeOffset="79365">21974 10851 5751,'-9'-4'11,"2"1"0,2 1 9,-1-1 11,-14 1-31,7 1 45,-18 14 0,-1 6-45,17-7 0,2 2-489,-14 6 1,3 3 488,13-4 0,6 1-1490,5 1 1,2 1 1489,-1 10 0,16-10 0,6-6 0,2-16 0,-3 2 0,0-3-789,1-12 789,1-8-585,-8 1 1,-2-1 584,7-6 869,-9 7 1,-2 3-870,-4 2 0,-8 24 0,-3 16 0,-2 1 0,-3 6 0,3-5 0,-1 4 0,-1 0 0,1-2-580,1-3 0,1-2 1,-1 2 579,-2 7 0,0 3 0,2 0 44,3-7 0,2 1 1,0-2-1,0-3-44,0 0 0,0-1 0,0 10 0,1 4 0,0-11 90,1-14-90,-1 3 2186,-5-17-2186,-6-9 30,-6-11 0,-5-9 0,3 3-30,5 8 0,0-1-729,-5-7 0,-3-3 1,6 6 728,5 4 0,-1-10 0,14 5 0,0 0-357,12 8 357,2 8 0,9 0 0,6-2 0,-2 2 0,-7 1 0,1-1 0,5-3 0,7-3 0,3-2 0,0-1 0,-6 0 0,-5 1 0,-4-1 0,0-1 0,2 0 0,1 0 0,1 0 0,1-2 0,-1 1 0,-3 1 434,4-6 1,-4 0 0,-2-2-465,-4-3 0,-3-2 0,-3 5 1200,1-8-1170,-1 4 0,-9 2 0,-28 11-2221,8 14 2221,-1 0 0,0 3 1766,-2 13-1721,3 2 0,2 6-718,7 3 0,3 3 0,-1-1 676,-6 2 1,6 2 11,11 0 0,6 6 0,4-1 0,0-7-15,4-7 0,3-2 129,1 5 0,1 2 0,1-6-129,4-10 0,0-6 0,6 0 0,-8-4 0,4-2 0,-4-2 0,-4-1 0,0-2 0,9-2 0,-2-3 0,-4-8 0</inkml:trace>
  <inkml:trace contextRef="#ctx0" brushRef="#br0" timeOffset="79849">20034 11765 5824,'11'-8'135,"15"0"0,4 2-91,-9 3 1,1 0-1138,7-1 1,5 0 0,-2 1 327,-7 1 1,0 1 0,5 0 779,-3 0 0,7 0 1,2-1-1,3 1 0,2 0 1,-2 0-1,-1-1 0,-4 1 3,4 0 0,-3 0 0,0 1 0,0-1 0,5 0-100,-10 0 1,3 0 0,1 0 0,2 0 0,1 0 0,-1 0-1,0 0 1,-2 0 0,-1 0 0,-3 0 81,9 0 0,-3 0 0,-3 0 0,3 0 0,3 0-2,-8 0 1,2-1 0,1 1-1,1 0 1,1-1 0,2 1-1,-1-1 1,1 1 0,0-1 0,0 0 1,-3 1 0,1-1 0,0 0 0,1 1 0,0-1 0,0 0 0,1 0 0,-1 0 0,1 0 0,-1 0 0,0 1 0,0-1 0,-1 0 0,-1 0 0,1 1 0,0-1 0,-1 0 0,1 1 0,-1-1 0,1 0 0,0 1 0,-1-1 0,1 0 0,0 0 0,0 0 0,3-1 0,0 1 0,0-1 0,1 1 0,-1-1 0,-1 1 0,-1-1 0,-2 1 0,-2-1 0,-3 1 0,-3 0 0,10-2 0,-5 1 0,-3 0 0,0 0 0,16-2 0,-1 0 0,-24 0 0,-34-1 0,-9 2 0,2 1 0,-1 2 0,-9-2 0,-1 0 0,5 3 0,0 0 0</inkml:trace>
  <inkml:trace contextRef="#ctx0" brushRef="#br0" timeOffset="86053">13812 11857 5734,'-9'-10'0,"-3"-3"0,1-1 0</inkml:trace>
  <inkml:trace contextRef="#ctx0" brushRef="#br0" timeOffset="87214">3199 10060 5734,'2'-9'90,"2"-5"-90,-1 5 180,4-9-180,-4 13 90,6 6-90,-4 5 0,5 14 0,3 4 44,1-10 1,1 0-1684,-1 5 1,0-1 1523,16-3 115,-16-18-921,4-4 921,-1-2 0,3-2-624,2-4 1,2-2 0,-1-1 623,-2 4 0,-1 0 0,1-2 0,5-4 0,1-3 0,-2 2 0,-1 1 0,2-2 0,-7 3 0,4-2 0,2-3 0,0 0 0,-2 1 0,-1 3 0,2-3 0,-1 3 0,1-2 0,1-1 0,4-4 0,0-1 0,-2 3 0,-4 4 0,-1 3 0,-2 3 0,5-4 0,0 0 0,1-1 0,0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4:07.41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4705 5380 5734,'-6'-3'180,"0"1"-90,1 2-90,17-1 0,-4 2 22,11-1 1,9-2-1,5 0 1,0 0-23,-5 0 0,1 1 0,1-1 0,1 0 0,1 1-547,2 0 1,2-1 0,1 1 0,1 0 0,-2 0 0,-2 0 351,0 0 0,-1-1 0,-1 1 0,-2 0 0,0 0 195,9 1 0,-2 1 0,-4 0-293,-8 0 1,-3 1 292,-1-1 0,0 0 0,11 2 0,-1-1 0,-10-1 0,-1 1-45,3-1 0,-3 1 45,-2-2 0,-8-1 0,-6 0 0,-1-1 0</inkml:trace>
  <inkml:trace contextRef="#ctx0" brushRef="#br0" timeOffset="1520">4695 8219 5773,'-8'-1'0,"-3"0"0,6-1 0,-3 2 0,2 0 31,-3 0 79,2 1-20,-2-1-90,3 2 90,2 0-1,19 7-89,-6-5 0,17 6-733,-10-6 733,3-1 0,5 1 45,11 1 0,1-1-45,-11 0 0,-1-1 0,4 0 0,1 0 0,4 1 0,2-1 0,-2 0 0,-5 0 0,7 0 0,-1 0 0,-3 0 0,4 0 0,0 0 0,-5-1 0,3 1 0,-2-1 0,3 1 0,0 0-1575,-6 0 1,-2-1 1664,8 1-90,-20-2 0,17 1 0,-15-1 0,14 2 90,-20-3-90,0 0 490,-5 0-580,2 1-531,-1-1 621,-1-2 0,-2 1 0,-2-1 0</inkml:trace>
  <inkml:trace contextRef="#ctx0" brushRef="#br0" timeOffset="3785">9233 10287 3960,'22'8'-10,"0"0"1,-1 0 0,4 2 9,0 0 0,5 3 0,3 1 0,-1 1 0,-1-2-820,2 1 1,-1-2 0,0 1 0,2 1 709,-5-2 1,3 1 0,1 1 0,-1 0 0,0-1 0,-2-1 109,4 1 0,-2-1 0,-1-1 0,2 0 0,-5-2 0,-1-1 0,1 1 0,2-1 0,3 1 0,-2-1 0,2 0 0,2 1 0,2-1 0,1 1 0,-1 0 0,0-1 0,-2 0 0,-2 0 0,4 0 0,-3 0 0,-2 0 0,1-1 0,2 1 0,2 0 0,-5-2 0,2 1 0,2 1 0,1-1 0,0 0 0,0 1 0,0-2 0,-2 1 0,-3-1 0,-2-2 0,1 0 0,1 0 0,0 0 0,0 0 0,-1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14:57.87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10775 1668 8432,'-7'2'3148,"2"-1"-3058,6 2-90,2 0 0,4-2 90,1-1-90,-2 0 0,7-1 90,-4 0-90,4 0 0,-2 0 0,1 1 90,2-1-505,1 0 415,12 0 90,-6 2-90,9-2 0,-8 1 0,0 0 0,4 1-842,-1 0 842,5-1 90,-1 0-90,3 0 0,1 0 0,-2-1-2976,3 0 2976,-1 0 0,-10 0 0,2 0-539,1 0 0,0 0 584,-1 0 0,0 0-484,7 0 1,-2 0 438,7 0 109,-15 0 1,2 0-110,0 0 0,-2 1 0,13-1 0,-12 0 0,-1 1 0,7 1 1618,1-2-1618,-4 1 0,0-1 0,-2 2 0,-2-1 1322,4 1-1322,0-1 0,0 1 0,2-1 0,0 1 0,-6-1 0,1 0 45,2 1 0,0 0-45,-1 0 0,1-1 175,-1 1 1,-2 0-176,12 0 0,-1 0 0,1 0 0,0 0 0,0-1 0,1 1 0,0 0 0,-1 0 0,1-1 0,-2 1 0,1-1-1157,-11 1 0,0 0 1157,10 0 0,7 1-72,-8 0 72,-8 0 0,7 0 0,-10-1-13,0-1 13,-1 1 0,0 0 0,0 0 0,2 1 826,-2-1-826,10 3 0,-8-2 90,8 2 2548,-10-1-2638,0-1 0,-1 0-2283,9 2 2283,-7-2 0,6 2-132,-7-1 132,-1-1 0,0 0 0,1 0 0,-1 0 0,2 0 0,-1 1 0,5-1-571,1 1 571,3 0 0,1 0 0,1-1 0,0-1 90,1 1-90,-1-1 0,0 1 0,0 0 0,-1 0 0,2-1-1753,-1 1 1753,0-1 0,-8-1 0,1 1 0,11 0 0,-12-1 0,1 1-153,0-1 1,-1 0 152,13 0 0,-12 1 0,0-1 0,8-1 0,2 0 0,-1 1 0,0 0 0,1 0 0,1 0 0,1 0 0,0 0 0,0 0 90,1 0-1061,0-1 971,1 1 0,-6 0 0,0-1-45,-10 0 0,1 1 45,11-1 0,0 0 45,-12 0 0,0 1-45,2 0 0,1-1-163,10 1 0,0 0 163,-8-1 0,0 1 0,9-1 0,-1 1 0,-10-1 0,-1 1 288,1 0 1,0-1-289,-1 1 0,1 0 663,-1 0 0,1 0-663,10 0 0,1 0 0,2 1 0,1-1 436,-6 1 0,2 0 1,-2-1-437,7 1 0,-1 0 200,0 0 1,-2 0-201,-11-1 0,-1 0 0,1 0 0,0-1 0,-1 1 0,1 0 0,-1 0 0,0-1 0,1 1 0,-1 0-45,0 0 0,-1 0 45,1-1 0,-1 1 0,-2 0 0,0 0 0,-1-1 0,0 1 0,18-2 0,-1 1 0,0 0 0,-1 0 0,0 0 0,0 0 0,-2 0 843,1-1-843,-3 0-387,1 1 387,-2-1-1510,0 1 1510,-3 0 0,8 0-21,-12 1 21,7 0-33,-11-1 33,0 2 256,7-1-256,-8 0 0,6 0 0,-9 0 0,-1-1 2544,1 1-2544,-1-1 0,0 1 0,-1-1 0,1 1 0,0-1 0,2 0 1598,-1 0-1598,3 0 0,-1 0 0,10 0 0,5-1-567,0 1 567,2-1 0,-10 2 0,4-1 0,-2 1 0,3-1 0,-2 2 0,-6-1 0,0-1 0,11 2 0,-10-2 0,1 1 0,10 1 0,1-3 0,0 2 0,1 0 0,-1-1-244,-10 1 1,1 0 243,15-1 0,-16 1 0,0 0 0,11 0 0,-3 0 0,-12 1 0,0 0 0,18-1 0,-4 2 0,-8-2 0,-12 1 0,0-1 0,-1 1 0,-1-1 0,-1 1 0,-1-1 0,-2 1 0,-1-1 0,-1 0 1074,0 0-1074,-1 0 0,3-1 0,-3 1 941,2 0-941,-3 0 0,2-1 0,-2 1 0,2 0 0,-3 0 0,3-1-90,-4 1 0,4 0-450,-4 0 91,2 0-1620,-2 0 2069,5-3 0,-2 0 0,4-2 0</inkml:trace>
  <inkml:trace contextRef="#ctx0" brushRef="#br0" timeOffset="11464">5264 4013 7803,'-11'-3'719,"1"0"-539,3 0 0,0 0 0,1 2 0,0-1 180,-4 1-91,2 0-89,-4 0 0,3 1-90,-2 1 90,-1 1 90,-13 5-180,4 0 0,-11 5 0,8-1-781,3 0 1,1 1 780,-12 8-45,11-6 0,-1 1-45,-7 10 90,-1 3-90,15-11 0,1 0 45,-1 1 0,1 0-45,-2 5 0,0 0-945,0 2 1,1 1 944,0 0 0,1 0 0,-1 5 0,1 0 45,2-1 0,2 0-45,-1 1 0,1 1 0,1 3 0,1 1 30,3-6 0,1 2 0,1 1-770,0 6 0,2 1 0,0 0 740,1-2 0,0-1 0,1 0 30,2 2 0,1-1 0,0-2-772,3 3 0,2-2 742,0-1 0,2 0-271,1-2 0,0-1 271,1-3 0,0-2-159,3 1 1,0-2 158,-3-5 0,2 0 141,8 6 0,1 0-141,-6-10 0,-1-1 296,7 3 0,0-1-386,10 1 90,-1-7 0,0-5 1013,-1-6-1013,4-8 0,1-5 0,-7-4 0,-1-2 391,-4 1 1,-1-3-392,6-5 0,0-3 0,-6 2 0,-3 0 0,1-3 0,-2-1 0,0-1 0,-1-1 0,-1-2 0,-1-2 0,-1 0 0,-1-2-206,0-1 1,-2-1 205,-4 13 0,-1-1 0,0-1 0,-1 1 0,0-1 0,0-2 0,-1 0 0,0-2 0,-1-1 0,0 1 0,0-1 0,-1 1 0,-1-4 0,0 3 0,-1-3 0,0-1 0,-1 0 0,-1 4-291,0-3 0,-1 2 1,-1-1 290,0 1 0,-1-1 0,0-1 0,-1 4 0,-1 1 0,-1 2 0,0 0-256,-1 1 0,0 0 0,-1 0 301,-5-10 0,-1 1-138,-1 3 0,-1 1 93,-2 4 0,-2 1 45,-1 2 0,-2 3-45,-2 2 0,-2 2-46,-2 3 1,-1 1 45,1 4 0,-1 1 0,0 2 0,-3 3 0,1 3 0,-2 2 0,2 1 0,-8 2 0,0 3 0,5-1 0,-2 1 0,2 2-98,-4 4 1,1 2 7,1 1 0,0 2-113,2 1 0,1 2 23,0 1 0,2 2-90,3 0 0,1 2-495,2 0 1,2 2 234,2-1 0,2 2 530,3-3 0,1 1 0,-1 7 0,1 2 0,1 0 0,1-1 0</inkml:trace>
  <inkml:trace contextRef="#ctx0" brushRef="#br0" timeOffset="28980">5175 7089 7803,'-4'-7'539,"1"0"-449,1 4 90,0-1 0,-1 1-90,1-1 90,-1 0 0,0 1 0,-1-1 0,0 1-1,-1-1 1,0 1 0,-2-1 90,1 1 0,-8-2-90,4 3-90,-7-2 90,4 3-90,-2 0 0,-1 1 89,-2 0-89,-5 2 0,-14 3-1391,6 2 1346,10-3 0,1 0-45,-9 5 90,0 1-90,-5 3 90,2 3-90,-5 2 0,2 3 45,17-10 0,0 0-45,0 2 0,0 0 0,0 0 0,0 1 0,-8 7 0,0 2-1421,0 2 1,0 2 1420,0-1 0,1 2 0,3 0 0,2 0-980,7-6 0,2 0 980,-1 2 0,2 1-656,0 0 1,1 1 655,1 1 0,1 1-149,0 1 1,1 0 148,1 0 0,0 2 0,2 0 0,0 2 45,2-1 0,0 1-45,1 4 0,1 2 45,2 0 1,1 0-46,-1-10 0,0-1 0,2 2 0,0 0 0,2 2 0,1 0 0,-1-2 0,1 1 0,0-2 0,1 2 0,2 8 0,2 2 0,-1-4 0,2 1 0,2 0 0,0-5 0,2 3 0,-1-3 0,-3-7 0,-1-1 0,1 0 0,5 7 0,0 0 0,0-2 0,2 0 0,0-2-45,1 0 0,1-1 45,0-3 0,1 0 0,0-1 0,0-1 0,-1-3 0,1-2 254,-1 0 1,1-2-300,-1-2 0,-1-2 45,1-1 0,2-2-45,10 0 0,2-3 45,-8-3 0,-1-2-98,10-1 1,-1-3 7,-11-2 0,0-2 45,2-2 0,0-3 0,-1 0 0,0-2 464,1-3 1,0-1-510,-2-1 0,-1-1 45,-1 0 0,0-2-15,-4 0 0,0-2 0,-1 1 15,2-5 0,-1-1 15,-2 4 0,-1-2 0,-2 1 385,0-3 1,-2-2-416,-3 5 0,0-2 1,-1 0-38,1-8 0,0-1 97,-4 9 0,1 0 0,-2 1-45,1-7 0,-2 1-376,0 3 0,-2 0 421,1 0 0,-2-2 0,0 3 0,-1-2 0,0 1 0,-1-4 0,0-1 0,-1 3 0,-1-1 0,0 2-420,-1-1 0,-1 2 465,-3-4 0,-1 0-45,-1 3 0,0 1 131,-1 2 0,-2 0-131,-1-1 0,-2 1 0,1 4 0,-2 1 45,-2-2 0,-1 0 167,-2 2 1,-2 1-183,-1 2 0,-2 1 0,1 1-30,-7-4 0,0 2 122,3 4 0,-1-1 0,1 2-122,-5 0 0,-2 1 30,3 3 0,-3-1 0,2 2-30,7 2 0,2 1 0,-3 0 0,-2 1 0,-3-1 0,1 1 0,2 0-143,-6 0 1,1 2 142,6 2 0,0 0 0,1 0 0,-3 2 0,2 1 136,0 1 0,-1 1-271,1 0 0,1 2-45,1 1 0,-1 2-135,2-1 0,0 1-315,1 2 1,1 0 179,1 0 1,0 1 449,3 1 0,-1 0 0,-6 5 0,0 2 0,-1 0 0,0 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15:18.23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20320 2704 5734,'-7'-1'270,"0"-1"-91,2 1-89,-2 6 0,0 25-60,4-5 0,0 4 0,1 0-30,-1 4 0,1 1-767,0-3 1,1 2 0,-1 0 766,1-5 0,0-1 0,0 2 30,0 7 0,0 2 0,0 0-907,0 0 0,0-1 1,0 0 876,1-5 0,0 0 0,0-4 0,0-3 0,1-2 90,0 6-90,0-9-272,1 2 362,-1-15 1703,0-1-1793,1-8 3251,8-3-3161,4-5-1657,5-2 1567,5 6 0,1 0 0,0 2 0,7-1 0,3 0 0,0 1-541,0 1 0,0 0 1,0 1-1,2-1 541,-6 0 0,2 0 0,-1-1 0,0 1 0,-1 0-432,2 2 0,-1-1 1,-1 2-1,-4 0 432,5 0 0,-4 1-600,-7 0 1,-2-1 599,5 1 0,-1 0 200,1 1 1,-2-1-201,-1 0 1584,12 1-1584,-21-2 2066,-3 0-2426,5-1 3032,-7-5-2762,-2 2-179,-1-3 269,-5-1 0,0 3 0,-4-6 0,-1 2 0</inkml:trace>
  <inkml:trace contextRef="#ctx0" brushRef="#br0" timeOffset="400">21002 3302 5824,'-5'-6'90,"1"0"0,2 3 89,0 0-179,8 3 0,-3 0 90,30 17-90,-2 0-1639,-12-7 1,-1 1 1613,11 6 25,-11-6 0,-1 1 0,9 6-438,-10-7 0,0-1 438,0 3 90,-10-6 0,-9 5-90,1 0 2958,-10 4-2958,-7 3 0,-4 2-1639,4-3 1,-1 1 1482,-4 4 1,1-1-617,6-7 0,3-1 772,4-4-26,0 0 1,-3 4 0,-2 0 0</inkml:trace>
  <inkml:trace contextRef="#ctx0" brushRef="#br0" timeOffset="8199">22008 3185 5734,'3'-7'90,"-1"0"-90,0 1 90,-1-1 90,-3 0-91,-3 2-89,-2 0-310,-2 4 400,-1 1-45,-19 11 0,-4 6 0,5 3 0,0 1-1138,3-6 1,-2 1 0,3 1 1086,-2 8 0,5 0 6,1 5 0,3 1 45,9 1 0,3 3-45,4-11 0,1 0-1031,-1 9 1,3-2 1030,11 3 0,-1-13 0,10-3 0,4-1-135,0-10 0,2-2 1224,2 7 0,1-4-1134,-5-9 1,-1-5-117,-7-1 1,-1-2 160,3-4 0,0-1 0,4-6 0,1-2 0,1-2 0,1-1 0</inkml:trace>
  <inkml:trace contextRef="#ctx0" brushRef="#br0" timeOffset="8517">22378 2970 5824,'-2'-33'90,"1"5"-90,-1 7 90,1 7 0,1 9-90,-1 1 89,-4 28-3366,2-6 3219,0 3 1,-1 4 102,1 9 0,-1 4-174,2-10 1,-2 3 0,1 1-1,0-1 129,0-3 0,0 1 0,0-1 0,0 0-525,0 2 1,0 1 0,0-2-1,1-3 525,-2 2 0,1-5-90,1 6 0,-1-4 1,2-1 89,-1 3 0,0 9 0,2-27 0,1-5 0</inkml:trace>
  <inkml:trace contextRef="#ctx0" brushRef="#br0" timeOffset="8848">22335 3447 5781,'0'-8'37,"3"0"-31,4 2-6,10-1 0,-1 1 0,5 1 0,3 2 0,12 8 0,-15-5 0,-1 2 90,6 13-90,-19 10 0,-6 5-1639,-1 1 1,-2 2 1313,2-8 0,0 0 0,-1 0 755,-3 7 0,0 0-430,3-8 0,0 2 0,2-1-1180,2 3 1,2-1 1179,-2 9 0,1-3-163,9-1 163,-6-24 0,11-1 0,0-4 0,9-1 0</inkml:trace>
  <inkml:trace contextRef="#ctx0" brushRef="#br0" timeOffset="9735">22958 3558 5765,'-23'-15'239,"-7"4"-239,5 5 0,0 4 0,1 9 45,1 6 0,0 6-45,2 1 0,2 3 0,0 8 0,5 1 0,10-10 0,5-2 0,11 8 0,4-20 0,2-11 0,1-6-1639,4-10 1,0-3 1580,-1 7 1,-1-3 57,-2-6 0,-1-5 0,-4 4 0,-1-1-736,-2 5 0,-1 1 736,-4 9 0,-3 5 90,2 8-90,1 24 0,0-8 1331,0 9 1,0 2-1332,5-2 0,1 7 0,9-21-1192,0-29 1192,-1 4-2358,0-16 2448,-12 8-395,1-1 305,3-12-218,-1 3 218,-2 4 218,-2 10-218,-6 19 2161,-6 20-2161,3-7-619,-4 12 619,4-16 2926,-2 5-2926,3-2 0,1-1 0,2-8 0,17-16 0,8-10 0,-6 7 0,0-1 0,7-6 0,2 0 0,-2 4 0,-3 8 1408,-3 23-1408,-5-2 0,0 1-3277,-3 17 3162,-2 0 25,-6-21 90,3 1 0,13-1 0,-7-3 0,16-6 0,-13-7 0</inkml:trace>
  <inkml:trace contextRef="#ctx0" brushRef="#br0" timeOffset="10600">23741 3458 5823,'-6'-12'91,"2"4"-91,-2 0 180,-8-3-91,7 7-89,-8-5 0,7 9 180,-23 12-180,10 1 0,0 5 0,2 1-1672,4 0 1672,2 9 0,19-5 0,2-11-872,4 6 872,0-15 0,-3-3 0,1-1 0,6-8 0,1-5 1581,9-11-1581,-9 7 0,-2 9 0,-7 27 0,-12 2 0,-4 6-585,3 0 0,-1 3 1,1 2-1,-1-3 585,0-1 0,0-2 0,0 1-42,0 4 1,0 2 0,1 2 59,2-5 0,0 3 0,0 1 0,1-1 0,0-3-18,-1-1 0,1-2 0,-1 2 0,1 6 0,-1 4 0,1-2 0,-1-9 0,-3-1 0,1-30 0,-8-12-1114,-2-10 1,-1-3 1113,6 13 0,1-3 742,-7-11 1,0-7-1,8 3-742,12 2 0,5 1-715,-7 5 0,-1 0 1,4 1 714,11-2 0,4 4-365,-4 9 1,1 3 364,2-1 0,2-1-30,7-5 0,3-2 0,-1 1 30,-2 2 0,2-3 0,-7 4 0,4-3 0,2-2 0,0 0 0,-3 1 0,-4 4-32,2-3 0,-2 0 32,1 0 0,3-2 0,0 0 0,-4 1 32,1-4 0,-5 1-32,-5 6 0,-2-1 0,4-2 0,-3 1 729,-8 1-729,-34 26 0,14 1 0,-3 8 0,-4 8 0,5 0 0,8 0 0,2 0 0,-3-2 0,0 1 0,4-1 0,6 3 0,7-3 1089,15-2 0,7-4-1089,6-5 0,2-3-324,-11-1 0,-1 0 0,0-4 0,11-5 0,-5-5 0,-1-3 0</inkml:trace>
  <inkml:trace contextRef="#ctx0" brushRef="#br0" timeOffset="10951">24608 3441 5824,'2'-12'449,"0"4"-359,-7 15 0,-4 25-90,0-6-135,1 5 0,2-1-224,2-11 359,-1 14 0,5-26 0,0-5 0,1 0 0</inkml:trace>
  <inkml:trace contextRef="#ctx0" brushRef="#br0" timeOffset="11183">24663 3158 5914,'0'-12'269,"2"-10"1,-2 5-180,1-3-90,0 9 0,1 16 0,0 1 0,2 9 0</inkml:trace>
  <inkml:trace contextRef="#ctx0" brushRef="#br0" timeOffset="11683">24792 3468 6004,'6'-3'539,"0"4"-449,-3 2 0,-3 22-3367,-2-5 2393,-1 10 884,1-15 859,-1-2-949,-1 6 90,5-11 0,-2 1-90,7-18 90,-2 1 0,8-12 0,9-9 0,-4 6 0,-1 10 0,1 5 0,-7 8 0,9 6 0,-14 4 0,-1 19-1134,-4-3 0,-1 1 1134,2-4 0,-1 0 0,-2 4 0,-1 0-180,2 1 0,-1-3 90,0-2 0,1-1 0,0-2-140,0-13 230,0-2 0,-1-1 0,-1-1 0</inkml:trace>
  <inkml:trace contextRef="#ctx0" brushRef="#br0" timeOffset="12183">22801 4611 5914,'-6'1'359,"1"2"-269,3 0-90,1 2-3277,-2 13 2483,1-7 794,-2 11 429,-1 0 1,1 0-520,0-1-712,0 2 0,0-2 712,2-10-7,3 5 1,-1-9-1,2 5 1</inkml:trace>
  <inkml:trace contextRef="#ctx0" brushRef="#br0" timeOffset="12449">22849 4359 0,'-1'-7'0,"-1"-1"2149,1 2-2149,0-1 1307,2 1-1397,1 3 369,2 0-279,1 1 0,0 2 0,-1-5 0</inkml:trace>
  <inkml:trace contextRef="#ctx0" brushRef="#br0" timeOffset="13166">23047 4618 6004,'4'-1'359,"-3"5"-359,-2 5 0,-3 10-1987,0-6 2077,-2 7-90,-2 5 228,-1-2 1,-2 2-274,3-5 0,0-1 45,1 2 0,15-33 0,6-9-1443,-3 3 1,1-2 1442,5-6 0,1 0 511,0 5 1,-1 3-512,-2 2 0,0-1 0,-2 7 0,-5 17-2268,1 15 2268,0-2 0,-1 9 1089,0-7 0,1-1-1089,5 1-90,3 0 1,3-6-1,16-23 30,-13-11 0,2-6 0,-3 0-1075,0 2 1,-2-2 1129,-2-1 0,1-4 1,-4 0-71,0-7 1,-4 3 74,1 1 0,-2 3 0,-1 4 253,-8 16-253,-6 31-127,2-3 1,1 3 126,-3 1 0,1 2 0,1 8 0,2 2 174,3-5 1,2 1-1,2 0-204,2-6 0,1 0 0,0 0-30,-1 3 0,0 0 0,2-4-23,4-5 0,1-8 83,4-16 0,-6-4 0,6-5 0</inkml:trace>
  <inkml:trace contextRef="#ctx0" brushRef="#br0" timeOffset="13383">23448 4669 5824,'-8'3'270,"14"-1"-181,1-2-89,12 0 0,1-4 0,1-1-3277,7-2 1905,-7 2 1,-1 0 1371,4-3-41,-5 2 0,-2 0 0,4-1 1</inkml:trace>
  <inkml:trace contextRef="#ctx0" brushRef="#br0" timeOffset="14516">23741 4688 5824,'-1'6'270,"0"1"-181,2-3 1,9 1-90,-3-3 0,7 0 0,-7-1 90,9-3-90,7-9 0,-3 2 0,1-7 45,-11-2 0,-2-1-3322,-1 2 3219,2-1 1,-5 0 57,-14 8 0,-12 15-1604,1-3 1604,-5 17 0,11-3 0,2 8 0,1 2 2598,1 0-2598,4-1 0,1 5 0,2-6 0,5-3 0,-1 0 0,3 0 0,13-7-90,-6-8 90,10 1 2398,-8-9-2398,4-8 0,2-4-90,7-11-695,-6 8 0,-1-2 785,-1-6-2872,-6 3 2872,-4 8 0,2-9 90,-4 12-90,-16 24-1920,0 5 1920,1-1 0,-1 1 0,-1 5 702,3-5-702,-2 7 0,4-9 2178,8-2-2178,4-17 0,7-5 0,-4-3 0,12-14-1179,-8 8 0,1 1 1179,7-12 2268,5 4-2268,-21 23 0,4 3 0,-7 19 0,-2 9-1643,1-2 1643,-2 0 2578,10-3-2578,-4-15 0,21 2 0,-7-24-1908,8-5 1818,-6-4 90,-6 1 0,-1-2 0,4-7 0,-4 7 0,0-1 1855,1-9-1766,-6 16-89,-4 8 0,-5 11 0,2 25 0,3-14-1002,4 9 1002,-1-11 0,1 1-767,5 9 767,-5-6 0,2 6-1254,-19 7 1254,3-15 0,-5 2 0,-2 0 0,-7-2 0,5-4 0,2-2 0</inkml:trace>
  <inkml:trace contextRef="#ctx0" brushRef="#br0" timeOffset="14748">24422 4772 5914,'2'-10'629,"0"1"-539,0 12-360,-4 10-309,1 5 579,-2 2 0,1-11 0,2-5 0</inkml:trace>
  <inkml:trace contextRef="#ctx0" brushRef="#br0" timeOffset="14965">24465 4386 6004,'1'-26'359,"0"9"-359,1 7 0,-1 8 0,0 1 0</inkml:trace>
  <inkml:trace contextRef="#ctx0" brushRef="#br0" timeOffset="15283">24651 4321 5914,'5'-11'359,"-2"4"-3636,3 22 1164,-5 1 2113,0 21 294,-3-11 1,-2 6 0,-1 1 0,1-5-295,1-1 0,-1-1 1,1 2 0,-2 4 0,1 1 1,1-6-2,0 3 0,3-5-1034,2-4 1,1-1 1033,-2 3 0,2-1 0,7-3 174,4-19 1,-1-5 0,8-6 0</inkml:trace>
  <inkml:trace contextRef="#ctx0" brushRef="#br0" timeOffset="15467">24672 4550 5824,'-6'-5'180,"10"0"-180,1 3 90,22-1-2748,-13 3 2568,13-2 429,-1 0-339,-8-1 0,7 0 0,-13 0 0,3-1 0,-1 0 0</inkml:trace>
  <inkml:trace contextRef="#ctx0" brushRef="#br0" timeOffset="16083">24909 4663 6004,'-7'-2'539,"1"1"-449,2 2-90,1 1 180,-2 17-270,2 15 0,1-3 0,2 3 90,4-23-90,2-3 0,14-9 90,-7 1 0,10-18 0,0-7 0,-6 2-1388,-1 0 0,-1 1 1388,-7 8 90,-3 7-2532,-6 19 2442,-1 1 0,-7 21-106,3-4 0,-2 7 0,0 3 1,1-4 105,2-4 0,0-1 0,0 2-163,0-3 1,-1 3-1,-1 1 1,2-1 0,0-2 162,2 9 0,1-3 0,1-2 0,-1 3 0,0-2 0,1 1 0,0-2 460,1-10 1,-2-8-641,-3-16 180,2-5 0,-8-13-51,2-3 96,-3-3 0,-4-2 495,2 5 0,-1-1 0,0 1-495,-2-5 0,0 0 0,-7-6 0,8 4-135,21 8 0,-3-3 0,17 7 0,-4 6 90,4 0 0,1 0 0,1-4 0,-3 3 0,0 1 0</inkml:trace>
  <inkml:trace contextRef="#ctx0" brushRef="#br0" timeOffset="16700">21937 5316 5824,'5'-7'180,"6"-6"269,-1 3-269,7 23-1819,-11 6 1,-2 5 1196,0 1 0,0 2 472,-3 1 0,-2 3 0,0 3 50,0-4 1,-1 3-1,0 1 1,0-1-1,1-3-80,0 1 0,-1-2 0,1 3-45,0-3 0,0 6 0,-1 1 0,0 0 0,1-5 0,1-6-135,-1-2 1,1-3-521,0 13 0,-1-3 700,1-17 0,-3-14 0,-1-8 0,-3-6 0</inkml:trace>
  <inkml:trace contextRef="#ctx0" brushRef="#br0" timeOffset="17003">21753 5867 5824,'-14'-7'449,"9"7"-449,7 4 180,11 13-1819,-3 3 1,0 2 934,6 9 1050,-3-5 1,3 5-1,-3-5-346,2-1-995,1 1 1,-1-4 994,-5-14-90,14-1-626,7-16 0,4-5 716,-13 7 0,0-1 0,5-7 0,2-4 0,-4 0 0,-4-1 0,-4 0 0,0 0 0,1-2 0,2-4 0,0 0 0,-2 5 0,-1 0 0,-3 5 0,-1 0 0,3 1 0,-1 3 0,-3 5 0</inkml:trace>
  <inkml:trace contextRef="#ctx0" brushRef="#br0" timeOffset="18216">21206 6478 5779,'-3'-11'135,"0"3"-135,-2 3 180,-9 4-91,-1 7-89,-7 2 45,5 4 0,-3 5-15,-3 6 0,-1 4 0,2-1-472,-2 0 1,0 2 441,4-2 0,-1 5 0,1 0 0,5-5 0,6-6 0,2-1 45,-5 10 0,4 3-90,16 4 0,10-4 0,4-15 0,3-1 0,-3 12 0,2-4-127,1-17 1,-1-9 171,-4-7 0,-4-4-2866,6-18 2866,-7 16 0,-2-2 627,-7-12-582,-15 9 0,-2 2 45,2 1-90,-2 0 0,0 1 0,7 10 0,16 0 0,-4 3 253,14 1-253,4 5 0,1 2 3276,-2 0-3208,-4 7 1,2 5 0,-6 4-69,-12 7 0,-9 4 0,2-1 0,4-3 0,2 0 0,-2 1-1093,-5 3 1,-3 1 0,2-6 977,-1 8 25,6-12-629,24 4 719,7-16 0,-10-5 0,1-3 0,-2-10 0,0 0 0</inkml:trace>
  <inkml:trace contextRef="#ctx0" brushRef="#br0" timeOffset="18717">21556 7151 6004,'-9'0'539,"-4"-1"-269,7 0-270,2-5-3277,17-9 2483,-2 1 1050,2-7 1,4-8-1,-4 4-256,2-8-756,-3 8 0,0-2 0,-3 3 666,-3-3 90,-4 7 0,-2 0-577,-5-1 1,-1 0 576,-1-11 531,-10 19 1,0 6-532,6 9-90,-9 15 0,32-6 1337,1 5-1247,9-8 2886,-6-5-2931,9 3 0,2 2 45,0 5 0,1 4 0,-4 2-2886,-14 7 2886,-5 4 0,-7-10 0,2 0-180,1-1 0,5-1-28,19 9 0,-12-11 0,1-2 1,5-11-1,1 1 0</inkml:trace>
  <inkml:trace contextRef="#ctx0" brushRef="#br0" timeOffset="19166">22187 6914 5824,'-6'-9'90,"0"0"90,-13 2-91,8 3 1,-20 11 0,-3 5-90,9 1-1639,-4 2 1,1 2 939,11-1 789,-1 10-1198,12 5 1018,1-7 0,22-12 0,5-5 90,-2-7-550,2-1 1,-1-2 549,-6-4 0,11-11 0,-3 0 0,1-1 0,-10 6 1511,-4 17-1511,-4 0 90,3 8-90,3 10 90,9 3-509,-2 0 419,2-7 1275,-1-15 0,0-3-1275,0 0 0,4-1 0,1-2 0,-2-4 0</inkml:trace>
  <inkml:trace contextRef="#ctx0" brushRef="#br0" timeOffset="19667">22631 6956 5824,'-12'-8'449,"-15"-1"-449,7 2 135,-11 8 0,-3 3-3412,-1 8 2835,7-3 0,1 1 665,-3 8-223,8 3-2028,3 8 2028,5-7-90,7 1-180,29-15 270,-9-7 1587,20-2-1587,-10-16 0,0-7-23,-7 3 1,0-3-1,0-2 1,0 2 22,2 0 0,1 1 0,0-6 15,-5 2 0,0-6 0,1-2 0,-2-1 0,-1 4 0,-2 6-15,0-2 0,-2 1-364,0-1 1,2-5 0,-1 2-1,-3 8 454,-1 5 2138,-2 1-2228,-1 18 45,-5 17 0,-3 14-728,0 0 1,0 4-1,-1-1 683,2-2 0,-1-2 0,0 2 87,0 2 1,-1 0 0,3 0-88,3-4 0,1 0 0,1-4 0,1-5 0,1 0-45,8 17 0,6-8-90,9-33 0,2-7 45,-6 5 0,-1-1 45,6-8 0,-1-4 45,-3-3 0,-3-2 0,5-4 0,-5 3 0,1 0 0</inkml:trace>
  <inkml:trace contextRef="#ctx0" brushRef="#br0" timeOffset="19867">22975 6812 5824,'-8'9'90,"-1"2"0,3-2 89,-6 19-89,9-10 0,1 2-1729,-2-1 1,2-1 664,2 17 1653,5-17-679,2-9 0,1 0 0,-1-9 0,0-6 0</inkml:trace>
  <inkml:trace contextRef="#ctx0" brushRef="#br0" timeOffset="20083">23009 6508 5914,'0'-12'180,"0"4"-270,2-2 90,2 13 0,-1-2 0,2 9 0</inkml:trace>
  <inkml:trace contextRef="#ctx0" brushRef="#br0" timeOffset="21085">23220 6880 6094,'-3'6'359,"0"0"-179,1 1-180,1 0 90,1 0-90,3-2-90,8 1-270,18-7 270,-8 2 0,2-12 1,-3-4-1,-13 0 180,7-13-90,-19 16 0,-3 1 90,-16 5-90,10 4 44,-5 14 1,1 6-45,10-1 0,-2 2 0,3 0 0,11 8-3277,15-2 3162,-6-1 115,17-19 0,2-7 0,-8-6-1103,3-1 0,-2-2 1103,-7-3 0,7-12-585,-3-2 585,-2 3 765,-10 20-675,-11 14-211,-3 12 121,-1 2 0,-2 1 14,1-2 1,0 1-15,-1 2 0,1-1 2119,-3 10-2119,14-33-90,-1 0 90,7-10 0,10-17-1150,-8 10 1,1-1 1149,-2 2 0,1 0 0,10-10 120,-4 17-120,-11 7 0,10 4 2268,-10 14-2358,4 11-1030,-3-6 1120,1 0 2837,12-14-2837,-10-6 0,14-16 0,3-10-976,-14 1 1,-2-5-1,0 1 976,3 2 0,0 0 0,0-1-28,-4-3 0,0-1 1,-1-3 49,2 0 1,0-4-1,0 2 1,-2 4-23,0 2 0,0 0 321,1-4 0,3-8 0,-1 6 0,-3 20-141,-3 29-1308,-1-5 1173,-7 19 0,-5 10 9,0-12 0,-1 3 0,-1 1 0,1 2 0,-1-2 433,2 1 1,0 0-1,1 0 1,-1 0 0,1 1-578,-1 1 0,0 1 0,0 0 0,1-2 0,1-3-808,-1 7 0,0-4 0,6-8 629,11-9 144,8-30 125,-7 0 0,-2-2 0,0-1 0,1-14 0</inkml:trace>
  <inkml:trace contextRef="#ctx0" brushRef="#br0" timeOffset="21251">23988 6705 5914,'-10'-5'539,"37"-1"-1632,1-1 1,7-1 0,-1 0 117,-10 4 1,0 0 0,2-1 974,8-3 0,5-2 0,-2 0 0,-6 0 0,-9 1 0,-2 0 0,11-5 0,-1 0 0</inkml:trace>
  <inkml:trace contextRef="#ctx0" brushRef="#br0" timeOffset="22335">22158 7361 5824,'1'-9'0,"0"1"90,0 1 179,2-8-89,2 3-180,4 9 90,3 18-90,-1 11 45,-4 1 0,0 8 0,0 4 0,-1-1-201,1-2 1,-1-1 0,-1 2 0,2 0 137,-2-4 0,1 1 0,0 0 0,0-1 0,-1-2-794,1 1 1,-1 0-1,-1-3 1,1-6 721,2 7-270,-2-14 360,1-4 0,-3-4 0,0-4 0</inkml:trace>
  <inkml:trace contextRef="#ctx0" brushRef="#br0" timeOffset="22700">22164 7848 6004,'-18'2'359,"5"0"-359,-1 2 90,8-1 90,3 2 90,5 10-1874,-1-3 1694,5 7 187,4 3 1,2 2-188,0 3-90,-1-3 0,1 0 90,1 1 0,8-14-90,-4-2 0,7-19 0,5-12 0,-4 1 0,-9 7 0,-1-1-995,8-7 0,4-4 0,-5 4 905,1-3-135,-6 7 1,1 0-905,-2 4 1,1 0 1038,-1 0 0,0 2 90,6-2 0,-12 11 0,-2 2 0,4 0 0,1 1 0</inkml:trace>
  <inkml:trace contextRef="#ctx0" brushRef="#br0" timeOffset="25250">21752 8498 5824,'-4'-6'180,"1"-1"-90,0 2-90,0-1 179,1 2-89,7 9 0,4 20 0,1 5-1729,-2-10 1,-1 0 1343,1 4 0,0 3 1,-1 1 354,-2 7 0,-3 2 0,1 1-390,-1-9 0,-1 1 0,0 0 1,1 0 329,-1 1 0,1-1 0,0 0 0,-1-1 0,0 5 0,-1-2 0,2-3-90,0 0 0,1-4-810,1 0 900,2 5 0,-6-39 0,-1-15 0,-4-6 0</inkml:trace>
  <inkml:trace contextRef="#ctx0" brushRef="#br0" timeOffset="25617">21741 8600 5824,'-3'-8'180,"0"0"-1,1-3-179,10-3 90,0 2-90,18-6 45,0 7 0,4 5-45,1 7 0,1 3-1639,1-4 1,-2 3 1580,-9 7 1,-5 3 57,-8 4 0,-9 1 0,-12 7 0,-5 1 45,2-8 0,-1 1-90,-5 7 0,-1-3-404,-10-5 449,21-17 0,8-3 0,11-7 0,5-1 0</inkml:trace>
  <inkml:trace contextRef="#ctx0" brushRef="#br0" timeOffset="26651">22346 8539 5914,'-5'-7'90,"0"1"179,-4-3-89,0 3-180,-3-2 90,-4 8 45,-9 11 0,-4 6-90,4 7 0,1 3-1138,5-10 1,0 1 0,2 0 1079,1 8 1,6-2 12,14-3 0,2-12-180,28 1 180,-13-17 0,1-2 0,0 6 0,-2 0 0,1-9 0,-5-4-90,-6-8-2178,-3 4 2268,1-1 0,-3 8 2268,6 23-2268,-5-3 0,8 9 0,4 6 0,6-8-1617,-1 4 1617,1-14 1295,-5-15 1,1-4-1296,3-8-394,-2 5 1,-2-3 393,-9 2 0,-4-1-1165,-3 0 0,-2 1 1165,3-13 0,-7 3 1454,-6 13-1543,4 10-2042,7 0 2131,1 6 371,10 4-461,13-8 90,-15 2 2178,26 4-2178,-28 6 0,7 4 0,-14 17 0,-2-5 0,1 4 0,2 0 0,4 8 0,2-1 0,-7-6 0,-1 0 0,7-7-45,18-6 0,3-12 0,-10-12 1,-1-4 44,10-2 0,-1-1-567,-8-1 1,-2-2 566,-1-2 0,-1-4-393,-3-1 1,0-5 0,-1 0 0,0 2 392,-1 4 0,0 1 0,-1-3 0,-1-3 0,-1-5 0,0-3 0,0 1 0,-2 3 0,0 6 0,-2 1 0,-1 1 0,0-11 0,1-4 0,-2 11 0,-1 15 0,0 4 0,-3 32 0,-2 18 0,3-11 0,-1 4 0,1 1 0,0-1 0,-1 4 0,0-1 0,0 2 0,1-4 0,0 3 0,1-2 0,0-8 374,3 3-374,2-8 0,1-1-270,10 7 166,-1 0 104,4-20 0,0-19 0,-1-6 0,6-7 0</inkml:trace>
  <inkml:trace contextRef="#ctx0" brushRef="#br0" timeOffset="26866">22990 8461 6004,'17'-9'45,"0"0"0,1 0-414,1 0 0,1-1 369,-3 2 0,1 1 0,17-4 0,0 0 60,-11 8 0,-12 7 0,1 0 0</inkml:trace>
  <inkml:trace contextRef="#ctx0" brushRef="#br0" timeOffset="27066">23334 8441 6273,'-3'9'360,"0"18"-720,2 9 1,0-1-616,-1-3 975,2-21 0,0-8 0,0 1 0</inkml:trace>
  <inkml:trace contextRef="#ctx0" brushRef="#br0" timeOffset="27284">23368 8104 6004,'-7'-6'269,"1"0"-448,5 10 179,0 2 0,1 4 0,1 1 0</inkml:trace>
  <inkml:trace contextRef="#ctx0" brushRef="#br0" timeOffset="27934">23644 8452 6094,'-1'-8'359,"0"2"91,-7-3-270,-26 20-1819,16-2 1,1 2 1240,-5 2 1,2 1-21,5 2 1,3 0 417,2 1-225,3 5 1,6 1-226,17 3-827,-3 8 1277,16-28 0,-11-14 1007,2-8-1007,-7 1 0,0-1 1784,6-6-1694,-6 3 0,-1 3-90,-6 9 0,5-2 90,-4 14-180,8 6 90,-4-3 3276,25-8-3250,-17-14-1417,-3 4 1,0-1 1390,2-14 0,-9 7 0,-1-4-824,0-10 1,0-6-1,0 3 824,0 4 0,0-2-45,-2-1 1,-1-7 0,1 2 0,-3 10 44,0 1 0,-1-1 0,-2 49 0,0 25 0,2 0-23,3-15 1,0-1-1,2 1 1,-2 0-46,-1 4 1,-1 1 0,2-2-1,2-3 1,5 0 0,3-3 0,1-9 1,11-11-1,7-8 0</inkml:trace>
  <inkml:trace contextRef="#ctx0" brushRef="#br0" timeOffset="29102">24432 8417 5914,'-11'-14'449,"1"4"-359,-2-3 90,-7 6-3457,-18 13 2483,8-1 1140,6 8 1,-3 7-1,4-3-346,1 5-163,-1 1 1,3 2-18,13 2-90,13-8 270,-4 2-90,20-32 1,4-9 89,-6-3 0,4-5 0,-2-1 0,-5-2-30,-9 10 0,1-3 0,-1-2-518,-1-3 0,0-3 1,-1 0-1,1 1 548,0 1 0,1 1 0,-2-2 41,-1-6 0,0-5 0,-2 2 0,-1 11-41,-2-1 0,1 0 0,-3 10 0,-3 33 44,0 16 1,0 5-45,1-10 0,-1 1 0,1 2 0,0 1 0,1 3 22,2 3 1,1 2 0,0 0-1,0-5 601,0 0 0,1 1-623,1-3 0,0 7 0,2 1 0,0-3 0,2-8-915,5-6 0,0-3 915,1 11 0,1-5 0,10-11-45,-1-17 0,-1-2 45,-1 0-12,0-4 0,5-3 1,-6 0 11,1-15 0,-5 11 0,-1 0 0,-6-10 613,-7 13-613,-3-6 0,-2-1 2268,0 3-2223,-4-6 0,-2 3-2313,-1 16 2268,-4-3 0,6 13 2268,0 7-2178,-1 22-2358,3-11 2268,1 14 0,6-22-29,2-1 29,2 3 0,13 5 0,-6-7 1126,14-10 1,2-7-1127,2-12-403,-6 5 1,0-2 402,-5-6 0,-4-3 0,-5 0 0,-2-1 0,2 5 0,-2-2 19,-5-9 1,-5 3-20,-3 12 0,-3-10 0,4 18 0,18 16 0,-7-5 0,11 8 810,-8 1-720,-6 21 3186,1-9-3208,-4-3 1,-1 4 0,0-4-3346,0 1 3219,0 0 1,1 0-123,2-2-2448,3-6 2448,-2 2 134,6-13 0,-3-11 0,3-2 0</inkml:trace>
  <inkml:trace contextRef="#ctx0" brushRef="#br0" timeOffset="29436">25013 8333 5824,'1'-7'180,"-1"0"-1,1 2 1,-3 22-180,1-9 0,-1 13 0,0 4-3277,1 3 2982,-1 5 206,2-12 49,1-9 0,-1-5 0,2 3 1</inkml:trace>
  <inkml:trace contextRef="#ctx0" brushRef="#br0" timeOffset="29734">24994 8008 6004,'-1'-7'179,"0"1"1,1 1 0,-1-1 90,0-1-270,1 0 0,1 9 0,0 4 0</inkml:trace>
  <inkml:trace contextRef="#ctx0" brushRef="#br0" timeOffset="69633">994 4379 5812,'2'-7'12,"0"0"-12,0 2 90,-1 0 0,1-2 0,-1 3 89,1-5-149,-2 23 0,0 17 0,-1 3-12,-3-4 0,-1 5 0,-1 1 0,0 1 0,1-2-838,2 0 1,0 0 0,0-1 0,-1 3 799,-2-4 1,0 3 0,-1 1 0,0-1 0,0-5 0,1-5-662,-1-2 0,0-3 681,-3 10 0,0-1-258,4-10 1,-1-2 347,-3 8-45,15-41 0,4-12-45,-2 8 0,0-2 0,2-6 0,2-4 0,0-3 0,0 0 22,0 1 0,0-1 1,-1 0-1,0-1-22,-1 3 0,0-2 0,0 1 0,0-1 0,-1 2-181,1-3 0,1 0 0,-1 1 0,-1 2 181,0-6 0,0 1 0,-3 7 514,2-5-514,4 1 0,-3 50 0,0 17 0,1-2 0,2-5 0,0 1 13,-3 1 0,-1 4 0,0 3 0,-1-3-13,1-3 0,-2 0 0,1 0 0,1-1 0,0 1 0,2 0 0,-1 0 0,-1-1 764,1 4 1,-1-1 0,1-1-795,3 6 0,1-1 0,-2-11-60,-4-15 0,4 3 0,-9-24-90,-5-12-1147,-4-4 0,-3-2 1282,4 10 0,0 0-5,-5-10 0,-3 1 21,-4 10 1,-1 4 9,-6-4 19,3 7 0,-4 0 0,5 2 0,-2 2 0,1 1 0,2 2 2287,10 4-2197,29-9-90,-2-1 30,3 2 0,6-2 0,0 1-1162,7-4 1,-1 1 1131,-3 1 0,0 0 0,-4 2 0,-3 1 0,-4 3 0</inkml:trace>
  <inkml:trace contextRef="#ctx0" brushRef="#br0" timeOffset="70067">1591 4516 5824,'3'-11'539,"-7"-7"-449,1 13-3367,-19-2 1074,10 9 2203,-13 6 1245,7 1-1200,-3 7 0,-1 3-1347,1 4 1302,2-4 0,4-1 0,12-1 0,9-1-45,9-1 1,4 0 1293,4 5-1249,-3-7 0,2-1 50,2 0 1,-1-2-51,-3-1 1476,1 0 1,-2 1-1477,-13 4-2863,-21 11 2863,4-4 0,-3-7 0,-2-1 442,-9 2 0,2-2-622,3-1 180,-5 3 0,9-5 0,22-11 0,2-1 0,12-8 0</inkml:trace>
  <inkml:trace contextRef="#ctx0" brushRef="#br0" timeOffset="70466">2144 4482 5824,'-10'-9'180,"0"2"-1,-8-2-89,-1 3 45,-7 5 0,-3 3-45,0 3-1729,2 1 1,3 1 809,4 4 919,1 1 748,-3 8-793,10-5 0,2 1-685,-4 7 640,5 5-90,27-4 0,7-1 90,-4-2-729,1-2 0,4 4 0,-5-5 729,-4-5-90,10 8 2164,-31 5-2074,-3-11-1195,-12 14 1195,0-15 45,-2-1 0,-4 2-754,-1 0 1,-1 1 708,3-1 0,0-1 0,2-1 0,4-2 369,8-2 0,16-7 0,3 0 0</inkml:trace>
  <inkml:trace contextRef="#ctx0" brushRef="#br0" timeOffset="70898">2333 4628 5914,'-10'-16'719,"-5"2"-3996,2 0 984,-2 6 3792,8 10-1409,-10 9-1409,-2 17 1409,2-6-90,5 11 0,22-8 0,6-1-90,-1-3 1019,2 3 1,3-3-930,-1-15 0,2-5-1112,3-5 1,1-2 1111,-2 3 0,0-2 0,-1-3 0,-4-5 1111,-9-14 1,-6-3-1112,-3 2 60,-9 0 0,-7-6 0,-2 7-1127,-2 13 1,-3 2 1021,-6-9 0,0 4-45,-5 11-300,20 9 210,1 1 1220,-2 14-1040,11-4 0,1 11 0,12-6 0</inkml:trace>
  <inkml:trace contextRef="#ctx0" brushRef="#br0" timeOffset="71265">2779 4558 5914,'3'-8'359,"-2"-5"-269,-1 7 360,-14-7-450,5 11 135,-13 6 0,-4 6-90,9 4 0,2 2-1684,-8 1 1,2 1 1625,7 1 1,4-1 12,3 3-45,11 8 0,3 0-45,2-2-114,1 2 0,5-4 24,5-15 0,3-5-1202,0-5 1,2-1 1301,0 3 0,1-2 80,1-8 0,-3-3 71,-2-2 1,4-9 0,-10 2-1</inkml:trace>
  <inkml:trace contextRef="#ctx0" brushRef="#br0" timeOffset="71515">2979 4487 6004,'3'-7'359,"0"2"-89,10 24-180,-7-7-2746,9 18 2656,-10-14 90,0 1 501,2 10-726,-2-7 0,-1-1-949,4 12 815,-1 0 269,-1-15 0,-3-10 0,2 5 0</inkml:trace>
  <inkml:trace contextRef="#ctx0" brushRef="#br0" timeOffset="71748">3017 4087 5914,'-4'-12'359,"0"-1"1,1 4-450,0 17-90,3 0 0,0 14 180,4-3 0,3-3 0,3 2 0</inkml:trace>
  <inkml:trace contextRef="#ctx0" brushRef="#br0" timeOffset="72448">3422 4445 6094,'-10'-6'359,"1"0"-269,3 3 0,1 0 360,-17-3-360,11 5 0,-15-2 0,6 11 0,1 3-90,-4 6 0,1-1 0,2 2-180,6 8 45,11-4 0,3 0 135,0 2-90,11-4 0,3-3-3187,-2-12 3072,13 1 205,-17-11 0,8-10 0,-3-9-529,0 5 529,-5-4 0,-3 13 0,-1 8 0,1-1 3130,9 22-3130,10 2 0,2 2 0,4-17 0,0-5 0,-3-5 0,-4-12 0,1-7 0,-3-3 0,-10 1 0,-5-2 0,2 0-867,3-3 0,1-1 0,-3 0 867,-3 1 0,-1 0 0,-2 3 0,0 1 0,-1 0 0,0-4 0,0-6 0,0 0 0,0 6 0,0 1 0,-1 2 0,1-9 0,0-3 0,0 20 0,-3 39 0,0 13-1134,1-10 0,1 2 1134,-2 7 0,-1 5 0,2 1 0,-1-3 0,1 2 0,1 1 0,0-2 487,1-5 0,1-1 0,1 0 0,-1 0-600,0 3 1,0 1 0,1-2 0,1-4-465,3 1 0,2-10 577,4-18 0,-6-4-125,-1-3 1,2-7-1,-1-2 1</inkml:trace>
  <inkml:trace contextRef="#ctx0" brushRef="#br0" timeOffset="72637">3675 4402 5914,'32'-15'629,"-15"7"-719,11-3 0,11-4 0,-4 2-1549,-5 3 1,-2 1 1297,-3 0 1,2-1-1,-3 2 1,-2 1 0,-4 1-1,-2 1 1</inkml:trace>
  <inkml:trace contextRef="#ctx0" brushRef="#br0" timeOffset="72866">3983 4367 6723,'1'25'360,"2"9"-3637,2-3 2812,0 2 1439,-4-16-1874,4 18-310,-3-17 1210,4 11 0,-5-24 0,2-2 0,-2-3 0,0 1 0</inkml:trace>
  <inkml:trace contextRef="#ctx0" brushRef="#br0" timeOffset="73133">4081 3948 3708,'-10'-35'359,"4"14"998,-1-1-1177,2 36-270,3-3-90,0 17 113,4-11-203,0-3 463,0-8-193,5 1 139,-3-5 0,2 0 0,-4-2 0</inkml:trace>
  <inkml:trace contextRef="#ctx0" brushRef="#br0" timeOffset="73521">4169 4272 6094,'3'-7'539,"1"1"631,-1-3-721,7 22-3726,3 10 2483,0 10 749,-5-7 0,0 1-1634,2 6 1679,0-1-146,-2-11 56,1-10-1408,-4-7 1408,5 0 1588,9-26-1543,-7 2 0,0-3 167,1 0 0,0-1-122,-2 2 0,0-3 0,0 0-10,1-3 0,1 1 0,-2 1-80,0 0 0,0 2-585,7-10 1,-4 14 674,-11 33 0,1 0 0,-4 17 0,-1-7 0</inkml:trace>
  <inkml:trace contextRef="#ctx0" brushRef="#br0" timeOffset="73933">4651 4325 484,'-4'-8'180,"0"2"2592,1-6-2682,2 4 0,1-3 957,4 5-867,11-2-2267,9-3 2176,1 0-89,2 0 1206,-11 3-1206,4-12 0,-2-2 0,-1 1 0,0-2 0,-5 0-90,-23-9 90,-9 16-833,-3-6 833,-6 25 2979,7 9-2979,3 9 0,-1 8 0,8 1 0,14 1 0,9 1 0,-3 1 0,-10 2 0,-2 0 0,7-2-1023,16-3 0,8-2 0,1-7 888,-1-10 0,2-6-1249,8-4 0,-2-3 1384,-14 1 0,-2-1 0,7-5 0,-8-2 0,-19-4 0,-5-2 0</inkml:trace>
  <inkml:trace contextRef="#ctx0" brushRef="#br0" timeOffset="74381">2069 5476 5824,'3'-33'629,"0"3"-359,0 14 720,-1-1-631,4 44-3636,-3-7 2880,-1 9 0,0 3 397,-1-9 0,-1 1 225,-1 5 0,1 5 0,-1 1-315,0-2 0,0 1 0,1 1 0,-1-1 0,0 0 0,1-1 0,0 1 0,-1 0-252,1-1 0,0 1 0,0 0 1,0-3-1,1-4-782,-1 2 1,1-3 1123,0 8 0,2-14 0,0-25 0,0-3 0</inkml:trace>
  <inkml:trace contextRef="#ctx0" brushRef="#br0" timeOffset="74715">1969 5468 5914,'-8'-10'180,"4"3"-180,0-1 0,4 3 134,17-5 1,5 0-135,6 0 45,-1 2 0,9-2 0,2 2 0,-3 2-1138,-3 4 1,-3 2 0,2 0 848,-3-2 1,2-2-1,-1 2 1,-3 1 717,10 4 1,-11 6-475,-21 13 0,-6 3 0,-4 3 18,-7-9 0,-8 4 0,-4 2 0,-1-2 0,4-4-18,1-3 0,1-3 0,-2 1-567,-5 4 0,-4 2 0,0 0 0,6-5 567,5-4 0,4-3-90,0 0 2358,4-1-2268,20-5-567,4-3 0,23-5 0,-1-3 0</inkml:trace>
  <inkml:trace contextRef="#ctx0" brushRef="#br0" timeOffset="75836">2549 5708 6094,'-8'1'449,"0"1"181,2-2-630,24-6 0,-11 2 90,19-7-45,-11-2 0,-2-2-1684,0-5 1,-1-2 1150,3 0 1,0-1 442,-4-7 0,-3-2 331,-5 4 1,-2-2 0,-2 2-332,0-7 0,-2 1 45,0-5 0,-1 4 0,-8 12 0,7 23 0,1 4-180,16 15 135,8-10 0,6-3 0,-2 2 0,2 0 45,4-4 0,-1-3-1410,6-7 1410,-19 2-1801,13-4 1801,-16 4 90,6 9-90,-21 8 0,-2 8 880,-3 2-880,2 4-357,5 0 1,1 1 356,1 6 942,9 2 0,5-4-942,2-18 0,0-1 0,1-3 90,7-15-90,-1-12 0,-1-4 1160,2 0-1205,-1-9 0,-8 3 45,-19 22 0,5-10 0,-16 46 0,9-14 3276,-2 15-3218,11-10 0,3-2-58,-1-2 0,0 2 0,4-2 0,8-12 0,6-12 0,-3 2 0,-2-11 0,-16-8 0,-4-3 0,-2 1 0,0-2 0,-3-1 0,-8 7 0,-3 3 0,-6-7-425,7 8 0,1 1 425,-1 2 0,18 2 0,0 4 0,10-3 0,5 3 0,3 0-1556,1 0 1,1-1 1555,2 0 0,1-1 0,-2 1 0,-1 0 0,-4 1 0,-2 5 180,8 31-985,-14-3 1,-4 4 804,-5 5 0,-4 2-476,-1-9 0,0 1 1,-1-2 475,2-2 0,-1 1 22,2 6 0,-1 5 1,1 1-1,0-4-22,0 2 0,1-1-44,-1-2 0,0 5 0,1-2 1,0-7 43,1-8 0,1-1 0,3 14 0,1 0 0,-1-13 0,1-1 0,1 7 0,1-3 433,2-11-433,5-30 0,-6-3 0,-1 1 0,0 1 0</inkml:trace>
  <inkml:trace contextRef="#ctx0" brushRef="#br0" timeOffset="76165">3392 5267 5914,'-3'-7'0,"1"0"90,1 1 89,8-7-89,16-3-2515,1-1 2425,0 5 0,5 2-668,5 1 1,4 1 0,-3 1 667,-1 0 0,-1 1-612,3-1 0,4 1 0,-8 3 612,2 5-5,-9 6 0,-1 3 5,3 3 0,-8-2 0,-4 2 0,-8 4 0,-19 5 0,-11 6 0,1-3 0,8-8 0,-1-1 0,-8 9 0,-5 4 0,3-7 0,8-12 0,1-3 791,-13 8-791,11-7 0,0 0 685,-11 6-685,5-4 22,16-8 1,15-9-1,10-5 1</inkml:trace>
  <inkml:trace contextRef="#ctx0" brushRef="#br0" timeOffset="76364">4245 5357 6273,'-6'-8'60,"-7"2"0,-2 4 0</inkml:trace>
  <inkml:trace contextRef="#ctx0" brushRef="#br0" timeOffset="88298">5561 7125 5776,'-4'-10'48,"-11"-11"-48,5 9 90,-10-9-45,-2 7 0,-2 1-3322,-4-2 2085,2 1 0,-5-1 1252,3 4 0,-3 1 0,-4 1-148,6 3 1,-5 0 0,-1 0 0,-1 1 0,0-1 0,3 0 87,0 0 0,4-1 0,-1 0 0,-3 1 0,-4 1 0,8 3 0,-3 0 0,-3 0 0,-2 1 0,-2 0 0,-1 0 0,0 1 0,0 0 0,1 0 0,2 0 0,2 1 0,3 0 0,4 0 0,-8 0 0,6 0 0,2 1 0,-2 2 0,-6 2 0,8-1 0,-4 2 0,-2 1 0,-3 0 0,-2 1 0,-1 1 0,-1 1 0,0 0 0,2 1 0,0 1 0,2 0 0,3 0 0,3 1 0,4-1 0,-8 10 0,6 0 0,4 2 0,0 0 0,0 1 0,-3 0 0,2-5 0,-1 0 0,-2 0 0,0 0 0,0 1 0,1 0 0,2 0 0,2 0 0,3 0 0,-2 9 0,4 1 0,2 0 0,3-1 0,2-2 0,-1 2 0,4-3 0,2 7 0,5-7 0,1 5 0,1 3 0,1 3 0,0 0 0,2 1 0,-1-2 0,0-3 0,0-3 0,-1 1 0,1-4 0,0-1 0,0 1 0,2 4 0,0-1 0,0 4 0,0 4 0,1 0 0,1 1 0,0-1 0,0-3 0,1-3 0,0-6 0,5 6 0,2-7 0,3 3 29,-1-3 1,2 2 0,3 2 0,1 0 0,1-1 0,1-2-15,0-4 0,1-1 0,1-1 0,1-1 0,-1 1 0,1 0-15,-1 3 0,0 1 0,1 1 0,0-2 0,1-1 0,2-2 12,-3-6 1,1 0 0,0-1 0,2-2 0,1-1 0,2-2-1,1-2-4,-3-3 0,1-3 0,3-1 1,1-1-1,1-1 0,0-1 0,0-1 1,-1 1-1,0-1 0,-3 1 0,-1 1-66,3 0 1,-2 2 0,-3 0-1,0-1 1,2-1 0,2-2-1,5-2 58,-12 0 0,3-2 0,2 0 0,3-1 0,0-1 0,3-1 0,0-1 0,1 0 0,0-1 0,0 0 0,0 0 0,0 0 0,-2-1 0,-1 1 0,-1 0 0,-2 1 0,-3 0 0,-2 0 0,-2 1 15,11-6 0,-6 2 0,-3-1 0,-1 0 0,2-1 0,4-2-15,-6 4 0,3-2 0,2 0 0,1-1 0,1-1 0,1 0 0,-1-1 0,-1 1 0,-2 1 0,-3 0 0,-2 1 0,-4 2-34,5-6 0,-6 2 0,-1-1 0,0-2 34,3-3 0,0-1 0,0-3 0,-1 0 0,-1-1 0,-4 2 0,-1 0 0,-1-2 0,0 0 0,0 0 0,0 1 0,3-4 0,0 0 0,0 0 0,-2 0 0,-2 0 0,-3 1 0,-2-1 0,-1 0 0,-1 2 0,-3 2 0,-1-1 0,-2 4 0,-6-6 0,-2 4 0,-5-4 0,-3-4 0,-2-2 0,-2-1 0,0 0 0,0 2 0,2 2 0,1 5 0,0-3 0,0 4 0,1 1 0,-1 0 0,-3-5 0,3 5 0,-1-2 0,0-3 0,-1-1 0,-2 0 0,0-1 0,-1 1 0,-1 2 0,-1 1 0,-2 3 0,1 3 0,-2 2 0,-1 1 0,-1 1 0,-1 1 0,-1 1 0,0 0 0,0 1 0,0 0 0,0 0 0,1 1 0,-2 1 0,1 0 0,-1 1 0,0 0 0,0 1 0,-1-1 0,1 1 0,-1-2 0,0 1 0,1-2 0,0 0 0,0 0 0,-1-1 0,0 0 0,0 0 0,0 1 0,0 0 0,0 1 0,0 1 0,-1 1 0,-1 1 0,-1 0 0,1 0 0,-1 1 0,1 1 0,-1 1 0,0 2 0,-1 0 0,0 3 0,0 1 0,1 3 0,-2 1 0,-1 3 0,0 1 0,0 2 0,0 0 0,1 1 0,0-1 0,2 0 0,0-1 0,3-1 0,-4 0 0,2-2 0,2-1 0,0 1 0,0 1 0,-1 2 0,-2 1 0,4 2 0,-2 1 0,-3 1 0,0 1 0,-1 1 0,0 1 0,2 0 0,2 1 0,3 0 0,4 0 0,3-1 0,-2 8 0,7 0 0,2 2 0,-1 0 0,-1 0 0,-1 1 0,1-1 0,0 1 0,0-1 0</inkml:trace>
  <inkml:trace contextRef="#ctx0" brushRef="#br1" timeOffset="97715">20589 10343 6636,'0'-6'215,"1"0"313,-1-1-412,3 2 539,17-2-394,12 2 0,4 0-1723,-9 2 0,1-1 1579,-1 0 0,2 0 1,2 1 7,-2 0 0,4 0 1,0 0-1,-1 0 1,-4 1-974,7-1 0,0 0 961,-1 0 0,7 0 0,-1 0 0,-6 1 100,-2 2 0,-4 1-173,-5 0 1,-1 0-358,4 0 1,-3 0 202,1 1 1911,-16 18-2305,-5-9 385,-6 19 1,-4 5 114,0-10 1,-2-1-118,-1 8 0,0 0-953,2-8 1,1-3 869,0 4-330,0 6 1,0 0 323,1 1-175,0-1 1,1-2 294,4-10 478,0 2 1,1 1-495,0 7 574,-1-7 0,1-1-580,0 4 1959,0-12-2068,-4 15 21,0-17 2937,-25 8-2789,4-23-581,6 2 1,-2-1 555,-8-12 0,-3-6 31,9 4 0,-2-2 1,0 0-1,1 1 34,0 0 0,0 1 1,-2-3 3,-1-3 0,-3-3 0,-2-2 0,4 2 0,5 5 6,3 2 1,3 1-12,-6-4 1,-2-4-1,7 5-150,10 2-1762,6 8 2096,4 0 158,2 5 240,1 1 15,4 0-255,-2 2-2,1 2 1,-3 2-1,-1 1 1</inkml:trace>
  <inkml:trace contextRef="#ctx0" brushRef="#br0" timeOffset="98748">22149 10410 5824,'-4'-10'90,"0"2"0,2 0 179,-2 0-269,4 10 90,0 6-90,3 7-2402,0 5 2402,-2-5-1298,0 10 0,0 2 1298,0 0 30,-1 1 0,0 5 0,0-5-30,0 2-728,-1-4 1,1-2 727,-1-8 0,0-8 1070,0 0-891,1 4 2227,6-25-2316,4-4-784,-3 0 0,0-2 694,0 0 0,1-1 1205,1-2 0,2-3-1205,2-3 0,1-3 0,0 2 0,-1 1 0,1-1 0,1 4 0,2-2 0,1 1 0,-3 7-2744,9 3 2744,-4 0 0,0 4 0,-3 16 1308,2 9-1308,-6 6 0,0 1-2079,5 8 2079,-7-7 0,-3 1 0,-4 10 0,-2-2 0,0 0 96,0 1 1,0-1-97,-1-11 0,1-1 0,1 7-90,6 7 2164,-3-8-2164,5 2 90,11-15 0,-12-7 0,12 2 0,-14-9 0,1-1 0</inkml:trace>
  <inkml:trace contextRef="#ctx0" brushRef="#br0" timeOffset="99564">22964 10639 5824,'5'-6'180,"0"1"179,-1-1-179,-1 2 0,-4 0 0,-25 5-3457,5 1 3264,2 1 1,-3 1 57,-11 7 0,-3 3-771,13-4 0,1 1 0,-1 0 726,-3 1 0,-1 0 0,2 1-757,-6 6 1,6-1 756,2 2 0,9 0 0,0 3 0,2-1 0,2-6 0,2 1 28,-3 15 1,1 8 0,5-7-29,6-13 0,3-2 0,0 17 0,5-2 758,4-15 0,2-3-758,13 10 210,1-6-210,-6-9 0,2-2 0,1-3 0,1-1 0,5 1-45,6-3 0,-3-4 135,-15-4-454,15-3 364,-28-1 0,-3-5-97,-7-4 1,-1-2 96,-2-7 0,1 6 0,-3-1 1048,-7-5 0,-2 2-1048,-2-2-698,2 3 0,1 2 698,2 11 0,2 1-1542,-5-1 1452,6 3 0,-3 0 532,3 4 0,7 4 0,-4-2 0</inkml:trace>
  <inkml:trace contextRef="#ctx0" brushRef="#br0" timeOffset="100165">23273 10456 5793,'-6'-8'31,"2"2"418,0-1-359,30 26 0,3 1 0,3 2-90,-2-1 0,0 1-1093,-7-6 1,1 1 0,-3-2 977,5 3 115,-11-6 0,-3-3-360,9 7 271,-11-9 89,5 5 0,-17-16 0,-2-1 0</inkml:trace>
  <inkml:trace contextRef="#ctx0" brushRef="#br0" timeOffset="100415">23459 10436 5914,'-7'-11'0,"3"3"90,-1 0 89,1 2-89,-7 20-3367,2-1 2303,-6 15 974,7-8 0,1 2-660,0-3 1,0 1 659,0 0 0,0 0-703,-3 11 703,5-15 0,-2 12 0,3-7 0,1 3 0,2-11 0</inkml:trace>
  <inkml:trace contextRef="#ctx0" brushRef="#br0" timeOffset="100733">23345 10414 5824,'1'-9'180,"3"19"-180,-2-6 90,6 30-1729,-4-13 1,0-1-656,4 14 2294,-4-14 0,1 0 704,0 0 1,0-1-795,0-2 55,5 16-55,-8-28 90,-2-2 0,1 0 0,-1-2 0</inkml:trace>
  <inkml:trace contextRef="#ctx0" brushRef="#br0" timeOffset="100948">23226 10566 5824,'27'1'135,"-8"-1"0,0-2-1669,0 1 1,0-1 1533,3-2 0,-1 1 0,8-3-45,-4 0 0,2-1 463,-5 1 0,0-1-418,12-4 0,0-2-251,-14 6 0,-2-1 0,5-2 0,-1-1 1,7-3-1</inkml:trace>
  <inkml:trace contextRef="#ctx0" brushRef="#br0" timeOffset="101348">24105 10241 5824,'0'-15'270,"1"6"-181,-3-5 1,-1 8 0,0 0-90,-3 0 180,-3 0-90,-3 3-90,-1 0 90,-13 16 0,-2 7-45,14-5 0,-1 2-1638,-11 7 0,1 2 1593,14-6 0,4-1 0,-1 9 30,5-2 0,3 6 0,1 0 0,2-4 0,1 0 0,1 1-615,-1 0 1,0 2 0,1 1 0,1-4 584,1-1 0,0-3 0,2 2-520,4 6 0,2 1 0,-3-5 520,-3-9 0,-1-1 474,2 6 0,2 4 1,-4-7-475,-4-7 0,-1 4-90,-6-11 0,-1-1-90,-8 1-360,-20-6 360,8-1 90,6-1 0,-1-3 90,0-3 0,2-1 0,-7-5 0,5 2 0,0 0 0</inkml:trace>
  <inkml:trace contextRef="#ctx0" brushRef="#br0" timeOffset="101581">23849 10632 5824,'2'-8'180,"-1"0"-1,10-1 1,8-2-90,10-4-45,-6 6 0,3-2-299,-1-3 0,2-3 0,-1 1 254,-4 2 0,-2 0 0,2-1 0,5-6 0,0-3 0,-2 1 0,-4-2 0,0-1 0</inkml:trace>
  <inkml:trace contextRef="#ctx0" brushRef="#br0" timeOffset="101898">24377 9917 5914,'1'-17'90,"1"7"0,-1-3-90,1 9 179,4-4-179,-1 4 90,5-2 0,9 18 0,2 6-90,2 4 45,-11-3 0,4 7 0,1 4 0,0 3 0,-3-1 0,-2-3-865,-3 2 1,-4-2 0,0 2 0,0 2 814,2 0 1,2 3 0,0 2 0,-1 0 0,-2 0 0,-3-2-64,-4 1 1,-1-2 0,-4 1 0,-1-1 0,-3 2-11,-1-6 1,-2 0 0,-2 1 0,-1 0 0,-1 0 0,1-2 0,1-2-31,-1 3 0,1-1 0,0-2 0,-2 0 1,0 0-313,-5 3 1,-1 2 0,-1-1 0,1-4 0,1-6 419,-6 0 0,1-7 0,7-4 0,-1-1 0,-9 0 0,-3 1 0,-1-1 0,0 0 0</inkml:trace>
  <inkml:trace contextRef="#ctx0" brushRef="#br0" timeOffset="102498">22075 10084 5763,'-3'-5'0,"0"1"30,-1 1 60,-3 3 10,-21 20-78,14 2 1,-2 9 0,1 2-1,0-1 0,2-5 1,1 0 0,0 1-1,0 1-678,0 1 1,-1 3-1,1 1 1,1-2 0,3-1 650,0 5 0,2-3 0,2 1-201,1-1 1,1 0 0,2 5 235,3-8 0,1 5 0,2 1 0,0 1 0,0-2 0,-1-3-30,-1 1 0,-1-2 0,2-1 0,5 4 10,2-6 0,3 3 0,3 2 0,3 1 0,0 0 0,1-1 0,0-3 0,-1-3 0,-1-6-55,5 0 0,-1-6 0,2-2 0,2 3-290,-3-1 0,3 3 0,2 1 0,0 0 0,0-2 0,-1-3 0,-2-4 335,3-4 0,-1-4 0,-2-2 0,-1-1 0,2 1 0,-2-1 0,0-2 0,0-3 0,0-2 0,-2-1 0,2-3 0,1-1 0</inkml:trace>
  <inkml:trace contextRef="#ctx0" brushRef="#br0" timeOffset="103548">21174 11387 5776,'2'-10'228,"-1"2"-228,2 2 179,0 3-179,2 2 180,6 14 0,0 8-135,-4-2 0,0 2-15,2 3 0,0 3 0,-1 1 0,-3-3 0,-2 1 0,0 2-8,-1 3 1,0 2-1,0 1 1,0-4-1116,0-3 1,-1-3 0,0 2 1083,0 6 1,0 3 0,0-2 38,1-5 0,1-1 0,-1-3-30,2 10-582,0 2 0,0-6 582,-2-20-180,2 2-630,-2-7 3356,-3-6-2546,-8-9 0,-5-6 0,-7-1 0</inkml:trace>
  <inkml:trace contextRef="#ctx0" brushRef="#br0" timeOffset="103915">20989 12025 6004,'3'5'359,"11"6"-269,-5-5 0,12 12 0,2 3 0,-3 1-60,-3-4 0,3 4 0,-2-3-1669,0-3 1,-2-2 1196,1 1 0,0-2 442,12-1 346,-4-18 0,6-7 1,-4 0-347,-9 5 0,2-4 0,3-4 0,6-5 0,2-3 0,-2-1 0,-6 3-816,-4 1 0,-5 0 0,1-1 786,8-7 0,1-3 0,-3 4-60,-7 4 0,-3 5-90,-3 4 180,0 1 0,-4 8 0,-1-1 0</inkml:trace>
  <inkml:trace contextRef="#ctx0" brushRef="#br1" timeOffset="106632">21594 11429 9911,'6'-2'452,"2"1"-3729,7 4 615,-8-1 3879,14 7-1479,-14-3 534,4 3-533,-7-3-244,0 0-79,1 7 98,-1-3 164,0 3 3443,2 10-3244,-4-11 185,2 13-3317,-2-16 3453,-1 1 30,0 7-1076,0 2 0,-1 2 1051,1 6-155,0-3 0,0 4 0,-1-4 55,1 1-15,0 1 0,0-1-128,-2-11 140,0 13-51,-1-2 24,1 1-31,-1-6 2113,1-11-2012,2 14-132,-1-13-17,2 13-59,4-14-251,5 0 294,-2-2-132,2-3 135,-4-2-234,14 0 55,-11-2 3309,19 1-3267,-19 0 150,-5 9-133,-13 12 3,-3-3 0,1 2 0,0 1-3141,2 4 2980,-2 5 250,5-11 86,6-7-36,0-6 1,2 4 0,1-8 0</inkml:trace>
  <inkml:trace contextRef="#ctx0" brushRef="#br1" timeOffset="108567">21266 12808 20305,'4'-5'-1815,"-1"0"1663,0 2 649,0 1-138,0-1 487,-1 1-345,1 0 25,-27 22-280,-2 1 77,5-4 0,-2 1-27,-1 1 1,-1 1-245,1 3 0,-1 2 0,2-1-80,0 1 1,0 1-126,2-4 1,0 2-1,6-2-74,7-3 0,7-1-861,9 4 1,4-2-1151,2 12 1612,5-15 1,6 0-1,-3-5-605,9-1 1029,-4-4 1,5-1 0,-4-1 13,8-2 164,-8-1 0,3-2 228,-2-1 0,1-2 0,-1 0 836,4-1 1,0 1-280,-3-1 1,2 0-1,-5 0 213,-5 1 1,-5-1 460,-6-1-186,-8 1-1066,-4-18 11,-8-2 1,-5-3-1288,-1 0 1,-2-2 0,-1 1 37,2 3 1,0 0-1,-1 0 410,-5-2 1,-1-1-1,1 3-328,-1-1 0,2 4-284,4 4 0,1 2 90,-1-1 1,3 3 958,3 6 0,1 3 0,3 7 0</inkml:trace>
  <inkml:trace contextRef="#ctx0" brushRef="#br1" timeOffset="109649">21906 12788 24813,'-2'-9'-3277,"0"-1"0,0 2 0,1 1 0,0 2 2482,5 35 446,-1-1-1290,0-7 1,0 1-542,1 9 2354,-3-14-1214,1 1 1,0 1 1104,0 0-45,0 15 99,1-13-177,-1-12-102,5 0 1011,5-28 1,1-10-336,3-1-91,0 0 0,-2-1 1977,-1 6-1970,-1 3 0,0 0-1531,4-5 1617,-4 7 1,0 1 620,-1 4-3412,14-4 2733,-12 11 141,7 9 1,-1 5-521,-8 5-694,-1 12 0,-1 8 0,-2-4-561,-2 6 1193,-2-10 0,0 4 0,-1-3-563,1-2 1,0-3-3,1 6-92,0-7 1,-1-1-1243,2-3 1858,2 3 1,3-1 171,14 0 123,-2 9 0,3-27 0,-13-5 0</inkml:trace>
  <inkml:trace contextRef="#ctx0" brushRef="#br1" timeOffset="110366">22652 13004 17332,'3'-7'-2175,"1"0"1469,-12 4 776,-16 8 1077,-1-1-763,8 2 1,-3 3-297,-7 8-1,-3 6 1,3-3-25,8-5 0,0 1-129,0 2 1,-4 5 0,0 2 0,1 0 0,6-2 69,4 2 1,5 0-1,0 0-40,-5 4 0,0 1 1,5 1-270,7 6 0,6 1 0,1-7-510,-3-10 0,3-3 302,7 5 1,4 1-1,1-7-211,10-10-622,-10-1 0,0-1 1326,6-7 768,-13 0 244,16-12 199,-14-10-2944,5-1 2388,-18-1-977,-7 12-566,-3 0 548,-4 1 1,-2-2 800,-4 0 1,0-1-956,0 1 0,0 0-332,-11-5 548,15 11 1076,6 2 0,0-1 0,4 0 0</inkml:trace>
  <inkml:trace contextRef="#ctx0" brushRef="#br1" timeOffset="111119">22885 12439 21266,'17'23'-547,"1"-1"1,-3 1 0,2 4 0,2 2 0,-1 0 0,-2-3-547,4 2 1,-1-1 0,0 5 682,-6-7 0,2 4 1,0 4-1,0 1 1,0 0-1,-2 0 0,-1-2 1,-3-3-307,-2 5 0,-3-2 0,-2-1 1,2 3 618,0-2 0,1 2 0,-1 2 0,1 0 0,-2-1 0,-1-3 64,-2 0 1,-1-2-1,-1 0 1,-3 3 107,-3-1 0,-3 3 0,-1 2 1,-1-1-1,0-2 0,2-5-444,0 1 0,0-3 1,-4 2 494,1-3 1,-4 4 0,-3 3 0,-1-1 0,0-1 0,1-3 0,1-7 478,-6-1 1,1-6-1,-1 0-266,2 3 0,-1 0 0,0 0 0,2-5 1,-10-4-1,4-6 0,-3-5 0</inkml:trace>
  <inkml:trace contextRef="#ctx0" brushRef="#br1" timeOffset="111734">20686 12722 25195,'-2'-10'-3277,"-5"1"0,2 1 0,-5 2 0,-23 21 3665,11 8 133,0 1 1,0 5-327,10 4 1,3 1-761,0-3 0,2 4 701,5-7 1,0 6-1,1 3 1,1 2 0,1-2-1,0-2-132,1 0 1,2-3 0,0 1 0,0 0 0,0 1-10,-1 2 1,0 2-1,-1 0 1,1 0 0,1-1-1,0-3-207,4 5 1,0-3 0,2-2 0,-1-4-1194,2 3 1,6-2 1117,-1-8 1,6 4-1,3 0 1,2 0-1,3-3 1,1-5 295,1-6 0,2-5 0,3-2 0,0-2 0,1 0 0,0 1 0,-1 3 0,-6 2 0,0 3 0,0 1 0,-1 0 0,1-1 0,0 0 0,0-4 0,1-3 0,4-9 0,-1-1 0,0 1 0,1-1 1,-1 1-1,0 0 0,1-1 0,-1 1 0</inkml:trace>
  <inkml:trace contextRef="#ctx0" brushRef="#br1" timeOffset="112382">23519 12686 18713,'-6'0'571,"-2"1"-312,4 1-10,0 0-291,3 4-1583,16 27-1652,3-4 1638,-4-6 1,0 0 218,-1-7 1,0-2 63,10 10 917,-2-4 1,5 2-1,-2 0-246,3 1 1,1 1-160,-4-4 0,2 2 0,-3-2 852,1-1 1,-2-4 523,9 4 1,-13-6 0,1-3 0</inkml:trace>
  <inkml:trace contextRef="#ctx0" brushRef="#br1" timeOffset="112616">23805 12777 12663,'-3'-19'-3026,"1"9"1949,-4-4 690,-21 32-706,9-2 1,-1 4 0,0-1 1013,-5 5 0,-1 1 94,6-4 0,0 3 0,0-1 0,3-2-390,0 0 1,2 0 127,-3 6 1,-2 4 0,2 0 83,6-6 1,2 0 0,0 0 0,-1-1 0,0 1 0,1-2 0,4 7 0,-1 0 0</inkml:trace>
  <inkml:trace contextRef="#ctx0" brushRef="#br1" timeOffset="113434">23614 12660 17977,'-6'-2'-1298,"-2"1"1168,2 0 349,0 1-543,-6 2 385,0 3-14,-3 9-337,4 12-508,6-3 75,5 14 163,2-15 1,1 2-55,0 8 1,0 1 100,1 3 0,-1 0-82,0-7 1,-1 0 222,0-2 1,1 1 0,-1-4-2906,2 10 2470,0-4 0,-1-4 365,-1-12 211,0-4 203,0-3 1,-1-2-1,0-3 1</inkml:trace>
  <inkml:trace contextRef="#ctx0" brushRef="#br0" timeOffset="113701">23373 12984 5807,'7'-8'17,"5"1"-1656,16-1 1,4 1 536,-13 3 0,2 0 1323,4-1 0,6-1 0,4 0 1,-2 0-1,-5 0-221,6 0 0,-1 0 0,-4 0 0,3 1 0,-1-1 0,-5 1 0,-3 0 0,1 0 0</inkml:trace>
  <inkml:trace contextRef="#ctx0" brushRef="#br1" timeOffset="114299">24512 12512 14676,'-6'-13'-3277,"1"3"1509,-4-4 1496,-7 4 819,2 2-276,-5 3-1,-7 16 0,-1 8-179,11-3 1,2 2-224,-5-3 1,-1 2-1,3 4 216,6 8 0,6 7 0,1 1 0,1-5-1723,-1-1 1,1 0 1623,1-2 1,-1 4 0,1 1-1,2-2-170,2 2 0,2-3 0,0 0-740,1-1 0,1-1 0,-1 1 651,0 2 1,0 0-1,1-2-468,2 5 1,0-5 51,2 5-492,-1-1 1182,-1-2 0,-1-7 254,-5-8-324,-12 13 1795,-14-6-1088,5 0-40,-8-16-339,20-11 0,-4-5 0,0-3 0</inkml:trace>
  <inkml:trace contextRef="#ctx0" brushRef="#br1" timeOffset="114535">24224 12889 7351,'9'-8'325,"17"-1"1,8-1-230,-6 3 0,1 0 0,1-1-73,-2 1 1,0 0-1,1-1 1,-2 1-1,3-1 1,0 1-1,-3 0 1,-2-1-1,1 0 1</inkml:trace>
  <inkml:trace contextRef="#ctx0" brushRef="#br0" timeOffset="115214">24528 11962 5823,'-23'-4'-20,"1"-1"1,0 1 0,0 2 23,-5 5 0,-3 5 5,6 2 0,-2 4 0,0 2 0,0 0-829,1 0 1,1 1 0,0 0 0,0 1 226,-2 3 1,-1 1 0,2 1 0,2 2 757,4 1 1,3 0 0,1 2 0,0 4-154,4-5 1,0 2 0,0 2 0,1 1 0,0 1 0,1 0 0,1 1-2,2-1 0,1 1 0,1 0 1,0 1-1,1 0 0,-1 0 0,1 0 1,-2-1 22,-1 2 0,-1-1 0,-1 0 0,1 0 1,1 0-1,2 1 0,3 2-24,4-3 0,2 3 0,3 1 0,1 1 0,1 0 0,0-2 0,1-3 0,-2-4 0,0-4-455,2 4 0,0-6 0,2 2 445,2 5 0,2 5 0,1 1 0,0-4 0,-4-8 226,0-7 1,1-2-227,1 1 0,2 1 0,3 0-151,6 0 0,4-1 0,-3-1 151,-5-1 0,-2 0 0,4-2 0,2-6 0,3-1 0,3-2 0,-1-3 0,-3-1 0,3-6 0,-2-4 0,1 0 0,-1 3 0,2 0 0,-1 0 0,-1-2 0,1-5 0,-1-1 0,-3-1 0,-1 1 0,0-5 0,-5-1 0,3-5 0,2-4 0,0-1 0,-2 1 0,-3 5 0,2-3 0,-2 3 0,1-6 0,-7 7 0,4-5 0,0-2 0,1-2 0,0-2 0,-1 0 0,-2-1 0,-3 1 0,-3 1 0,-4-4 0,-5 0 0,-2-1 0,-3 1 0,1 0 0,0 0 0,2 1 0,2 3 0,1 0 0,1 2 0,0-1 0,-1 0 0,-1 0 0,-3 0 0,-1-4 0,-2-1 0,-2-1 0,-1 1 0,0 2 0,0 2 0,-1 5 282,-2-4 1,-2 6 0,-1-2-283,0-1 0,-2-2 0,-1 0 0,1 2-283,-1-2 0,0 3 1,-1-2 282,1 3 0,-1-3 0,-1 2 0,1 2 59,1 2 1,1 2 0,-5 0-90,-3 1 0,-5-2 0,-3-1 0,-1 1 0,1 2 1,3 3 250,-6-1 0,2 4 0,-3 0-221,4 1 0,-3-1 0,-2-1 0,0 2 0,2 4 0,4 5 0,-5 10 0,4 6 0,0 2 0,-2 3 0,-1-1 0,0 0 0</inkml:trace>
  <inkml:trace contextRef="#ctx0" brushRef="#br0" timeOffset="128249">5824 10688 5734,'-5'-6'0,"1"1"0,-2-2 5,2 3 23,-2-4 9,1 3-20,1 0-14,-4-2 87,-9-1-90,4 1-3277,-7 1 3162,9 5 115,0 1 0,-1 0 45,-10 2 0,-5 3-45,4 4 0,-1 3 0,-1-1 14,1-2 0,0 1 0,0 0-405,0 2 1,1 2 0,2 1 417,-3 7 1,4 4 64,5-2 1,2 4 0,-1 0 0,2-2 73,-2-1 1,1-2 0,0 2-83,2 2 1,-2 2 0,3 1-1,2-3-770,4 5 0,4-3 915,-1-5 0,1 1-583,0 6 0,1 2 532,3-2 0,2 5-66,0-10 1,0 5 0,2 1 0,0 2 0,2-2-175,0-1 0,2 0 0,1 0 0,0 1 0,1-1 0,-1 0 1,-1 0 1,0 0 0,0 0-1,1 0 1,0-2 0,0-1-23,3 2 1,0-1 0,1-2 0,-1-2 0,0-5-188,8 3 1,1-7 88,1-1 1,3-5 180,-2-5 0,3-3 0,1-2 0,-3 1 0,-2 2 0,-2 0 0,4-5 0,1-4 0,5-6 0,3-2 0,-1-1 0,-3-1 0,-5 1 0,-3-2 0,-4-1 0,1-2 0,1 2 0,3-2 0,0-1 0,-3 1 0,-4 2 0,0-8 0,-5 0 0,-3-2 0,-4-4 0,-5 5 0,-3-4 0,-1-3 0,-1 1 0,1 3 0,2-4 0,0 2 0,-4-6 0,-2 9 0,-2-5 0,-3-3 0,0-3 0,-2-1 0,0 2 0,1 1 0,0 4 0,2 6 0,-1-2 0,1 6 0,0 1 0,-4-5 0,1 1 0,-1-4 0,-3-2 0,-1-3 0,-1 0 0,0 2 0,1 1 0,0 4 0,1 4 0,-6-2 0,1 6 0,0 2 0,0-3 0,-2-5 0,0-2 0,0 1 0,1 5 0,0 4 0,0 4 0,-1 6 0,-4 12 0,-1 6 0,2 1 0,6-3 0,0 2 0,-6 4 0,-4 2 0,5 2 0,4 5 0,5 2 0,3-6 0,1 2 0,-2 0 0,-1 3 0,1-2 0,-2 6 0,-1 0 0</inkml:trace>
  <inkml:trace contextRef="#ctx0" brushRef="#br0" timeOffset="130382">12545 10262 5734,'-7'-16'0,"3"7"42,-10-15 6,0 7-48,1-2 0,0 3 45,-2 4 0,0 1 45,-3-2-90,-8 0 0,-8-2 0,4 3-1639,6 6 1,1 0 1629,-2-1 1,-2-1 0,2 3 8,-6 2 0,-1 5-757,4 6 1,-2 3 0,1 0 756,-5-3 0,0 4-80,7 6 1,-3 6 0,-1 3-1,2 1 1,6-3 79,5-3 0,4-1 0,-1 3-9,-4 2 0,-3 4 0,1 0 0,5-1 9,3 2 0,4 0 0,4 0 0,4 6 0,5 0 0,-1-1 0,-4-6 0,-1-1 0,7 2 0,8-1 0,7 4 0,3-1 0,1-3 0,-3-6 0,2-3 0,2-3 0,0 1 0,4 2 0,1-1 0,-5-5 0,-1-7 0,-1-4 0,5 1 0,5-1 0,1-2 0,-4-1 0,2-2 0,1 0 0,-2 0 0,7 1 0,-1 0 0,-1-2 0,-7 0 0,-1 0 0,0-2 0,1-3 0,-1-3 0,1-4 0,0-1 0,-2 0 0,-2 1 0,-2 1 0,-2 1 0,2-2 0,1 0 0,4-2 0,1 0 0,-2-2 0,-4-1 0,-3-2 0,-3-2 0,-3-2 0,-1-1 0,-3-3 0,-2-2 0,-1-1 0,1 1 0,2 1 0,2 1 0,-2 0 0,-3 0 0,-2-2 0,-2 0 0,-5 1 0,-8 0 0,-8 5 0,-8 0 0,-6 1 0,-2 2 0,1 0 0,5 3 0,5 1 0,2 2 0,-1 2 0,-6-1 0,4 5 0,-5-1 0,-3 0 0,-3 0 0,-2 0 0,-2 1 0,0 0 0,1 1 0,0 1 0,3 1 0,2 2 0,3 1 0,-9 3 0,4 2 0,2 3 0,-1 0 0,-4 0 0,6-2 0,-2 1 0,-2-1 0,-1 1 0,0 0 0,0 1 0,2 0 0,2 0 0,3 2 0,0 3 0,0 0 0,1 0 0,-1 1 0,0-1 0</inkml:trace>
  <inkml:trace contextRef="#ctx0" brushRef="#br0" timeOffset="171907">12437 8064 5734,'-3'-8'25,"-1"1"-8,0 4 16,-8 0-18,-10 6-15,3 0 0,-7 4 30,3 2 0,-4 3 0,1 0-1669,6-3 1,-1 0 1599,-8 4 1,-4 2 0,4-2 38,10-3 0,-1 0 0,-10 5 0,-3 1 0,2-1-1135,5-1 1,-1-1 1134,-2 1 0,-3 2 0,1 0 0,5-3 0,0 0 0,3-1 0,1-1 0,1 0 16,-11 7 0,2-3-16,12-5 0,7-3 0,-6 3 0,14-11 0,-1 1 0</inkml:trace>
  <inkml:trace contextRef="#ctx0" brushRef="#br0" timeOffset="172542">12065 8107 5734,'-4'-7'22,"0"0"-2,5 3 4,16 4 0,9 4-1663,3-2 1,2 2 1150,0 0 1,3 1 773,0-1 1,2-1 0,-6 0-287,-1 0-991,2-1 0,-3 0 991,-15-1 90,6 0-630,-3-1 540,0 1 0,-5-1 720,-4 0-720,-5 4 0,-2 2 90,-24 21-377,0-1 287,8-9 0,0-1 0,-7 8 2268,3-1-2268,4-4 0,-1 1 0,-2 3 0,4-5 0,1-2 0,5-5 0</inkml:trace>
  <inkml:trace contextRef="#ctx0" brushRef="#br0" timeOffset="173391">10382 8640 5793,'-2'-16'31,"-1"3"-31,-2 1 90,-5 0 0,-14 2-90,5 3 30,-7 12 0,-6 5 0,5 1-30,-4 6-1093,8-4 1,-4 2 0,6-1 977,4 6 115,6-2 0,3 3-1135,4 1 1,2 1 1134,-1-2 0,2 0 0,4-1 0,5-2-90,15-1 0,3-4-163,-3 0 253,3-2 0,-1-3 0,-11-8 0,7-4 0,-1-2 0,5-2 0</inkml:trace>
  <inkml:trace contextRef="#ctx0" brushRef="#br0" timeOffset="175009">10369 8888 5798,'0'6'26,"2"-2"-26,10-6 0,-3-1 45,6-6 0,2-3-45,0-5-1320,-2 4 1,-1-1 1319,0-8 0,-1-5 0,-6-1 0,-2-3 0,-3 5 0,-2-1-1259,2-1 0,-3 2 1259,-9 0 0,0 27 0,5 9 0,0-2 1765,19 13-1765,-5-14 0,13 5 0,1-10 0,0 0 1942,1-1-1942,-7-1 0,-5 6 0,-7-2 0,-1 24 0,-10-4-851,-1 7 851,1-3 1309,9 2-1309,16-9-3063,7-2 3063,4-17 0,-5-9 0,-10 0 0,2-3 0,2-1 663,2-1-663,8-1 0,-28 20 0,-9 9 0,-2 3 0,-4 9 0,5-11 0,2 0 0,2 12 0,17-10-2269,-2 1 2269,9-11 0,-7-10 0,1-5 0,9-16 2269,-8 7-2269,-7-8 0,-4-2 0,-5 10 0,-6-6 0,-2 1 0,0 8 0,-3-4 3276,27 4-3160,-5 7-116,16-2 0,4-2 0,3 1 0,-9 3 0,-2-1-1161,4 1 1161,-15 3 0,12-2 0,-10 6 0,6 4 0,-13 2 0,-4 4 0,1-5-3008,7 20 3008,-3-13 343,9 17 1,1 0-344,-2-7-749,-1-2 0,-2-1 749,-5-8 0,-7-3-934,-8 5 934,2-5 0,-8 2 934,-7-6-934,12-3 0,-10 1 0,29-10 0,-4 2 0,12-7 794,9-7 0,1-1-794,-2 0 0,1-2 0,6-6 0,-6 2 45,-12 8 0,-1 0-45,7-6 0,-2 2 0,-7 0 90,-11 9-90,-5 17 0,4 0-90,-3 13-644,9 0 734,0-6-45,5 7 0,2 2-45,2 14 90,-5-13 0,-2 0 0,-6 2 0,-10-16 0,-5 0 0,-13 7-17,10-5 200,-9 7 1,23-14-1,-2 2 1</inkml:trace>
  <inkml:trace contextRef="#ctx0" brushRef="#br0" timeOffset="175759">11639 8922 5795,'-2'-20'299,"-2"1"-210,-13 17-89,6 0-2061,-10 9 2061,11 0 90,-3 5-90,3-2 0,-1 14-180,17 3 180,-3-6 228,14-7 1,4-4-229,-2-8 0,15-1 0,-15-14-2695,-9-13 2695,-1 6 0,-9-2 0,-3 0 0,-1 8 0,-4-11 728,6 18-728,2 1 0,11-7 0,-5 6 0,10-5 0,2 1 0,-6 4 2155,15-8-2155,-20 11 90,5-1-90,1 3 0,-1 0 0,-1 6 0,-2 27 0,-4-7 45,0 5 0,-1 0-3028,0 3 2983,0 0 0,1-9 828,6-10-739,20-27-2357,-6-5 2268,-9 0 0,-1-2-523,0-10 523,-2 0 0,-3 10 0,0 0 0,2-6 0,3-3 0,-14 37 0,-1 2 0,-2 11 0</inkml:trace>
  <inkml:trace contextRef="#ctx0" brushRef="#br0" timeOffset="176526">12155 8941 5824,'-3'-11'449,"5"3"-449,5 0 90,1 4-607,3 2 517,-4 0 259,16-9-259,-12 4 0,11-7 86,-17-6-176,-7 0-956,0-1 1046,-6 6 235,-23 29-235,15-4 0,-6 15 0,3 4-3126,14 6 3126,0-12 0,2 0-90,15 6 90,5-18 0,4-5-45,11-7 0,1-7-731,2-4 1,-2-4 775,-2 1 0,-6-6 0,-10-11 0,-8 0 0,-8 11 0,-3-13 2269,-7 27-2269,4 7 0,-2 0 0,6 7 0,6 0 0,1-1 0,9 2-90,8-2 90,-4-1 0,16 4 0,-22-3 0,6 2 90,-13 8-90,-9 20 3276,2-11-3218,-2 6 0,-1-1-3335,4-15 3162,-2 16 25,11-19 90,8-5 0,1 2 0,5-7 0</inkml:trace>
  <inkml:trace contextRef="#ctx0" brushRef="#br0" timeOffset="177093">9678 9111 3993,'-11'-6'180,"-9"-5"-90,9 4 0,-5-3 870,21 4-900,17 2 0,12 2 0,-1 0-825,-6-1 0,6 1 795,-10 1 0,6 1 0,4 0 0,5 0 0,2 0 0,2 1 0,1-1 0,-1 1 0,-1 0 0,-1 0 0,-4-1 0,-4 1-374,4 0 0,-5 0 1,-3 0-1,2 1 1,3-1-1,7 1 352,-14-1 0,1 1 0,3-1 0,2 1 1,2 0-1,2-1 0,0 1 0,2 0 0,1 1 1,1-1-1,0 0 0,1 0 0,0 0 0,-1 1 1,1-1-1,-1 0 0,-1 0 0,0 1 1,-1-1-1,-2 0 0,-1 0 0,-2-1-119,7 2 0,-1-1 1,-1 0-1,0 0 1,-2 0-1,0 0 0,0 0 1,-1 0-1,1 0 1,-1 0-1,1 0 1,-1 0-1,2 0 0,0 1 111,0-1 0,0 0 0,1 1 0,0 0 0,0-1 0,0 1 0,0 0 0,0-1 0,0 1 0,0-1 0,-1 1 0,0-1 0,0 0 0,-1 0 0,0 0-47,2 0 0,0-1 1,2 1-1,-1-1 1,1 0-1,-1 1 0,-1-1 1,-2-1-1,-1 1 1,-3 0-1,-3-1 0,-3 1 1,-3-1 46,8-1 0,-7 1 0,1-1 0,9 0 0,4 1 0,-4-2 0,-15-2-270,-15-2 254,-12 2 16,-2 0 599,-10 7-599,3 3 0,-5 2 0,-1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4:23.6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12440 10314 5734,'-8'3'0,"1"-1"0,3 0 0,1 0 0,-2 1 0,1-1 0,0 2 0,12-3 0,4-4 0,6-2 0,2-3 0,6-3 0,-2 0 0,2-1 0,2-1-656,-3 2 1,5-3-1,1 0 1,-1 0 0,-3 1 621,0 1 0,-2 0 1,1 0-18,-2 0 1,1 0-1,1 0 1,2-1 54,0 0 0,3-1 0,0-1 0,-1 2 0,-4 1-4,6-3 0,1 0-544,-1 0 1,5-1-1,-2 0 1,-7 3 543,2 0 0,-11 4 0,1 1 0,-2 0 0,-1 1 0,15-7 4,-10 5 13,-5 2 125,-9 4-142,8-3 2269,-10 4-2269,1-1 3276,0 0-3160,-1 1-116,-3 0 0,-1 1 0,0 1 0</inkml:trace>
  <inkml:trace contextRef="#ctx0" brushRef="#br0" timeOffset="3332">12549 10205 5734,'5'-7'90,"-3"0"-90,-7 8 0,0-1 0,-15 17 0,7-4 0,-3 3 0,-1 1-3277,2-2 3162,-6 7 115,9-10 0,-8 8 0,2-2 0,0 2 0,9-11 0,4-2 0,12-4 3276,-3-1-3160,9-1-116,-4-3 0,-1 1 0,8-1 0,1 0 0,0 1 0,-1-1 0,-5 1 0,-2-1 0,5 1 0,-6 0 0,2 0 0,6 0 0,-7 1 0,7-1 0,-11 2 0,4-1 0,1 1 0,1-1 0,-2 1 0,-1-1 0,-11 1 0,1 0 0,-6 1 0,4-1 0,-1-1 0,-3 2 0,-1-2 0,-2 0 0,1 0 0,3 0 0,-12 1 0,11-1 0,-20 0 0,18-1 0,-6 0 0,4-1 0,3 1 0,-3-1 0,1 0 0,4 2 0,-3-1 0,4 0 0,-2 1 0,3-1 0,-1 2 0,14-15 0,4-1 0,5-4 0,-2 3 0,4-3 0,-7 7 0,9-9 0,-13 13 0,2-1 0,-5 4 0,1 0 0,1-2 0,-4 4 0,3-3 0,-3 3 0,0 1 0,-6 7 0,3-4 0,-11 12 0,7-10 0,-5 6 0,6-7 0,0 1 0,-1 1 0,-1 1 0,-1 0 0,1 1 0,-5 1 0,3-1 0,-6 5 0,5-4 0,2 0 0,3-1 0,0-2 0,1 1 0,0 0 0,0-1 0,0 2 0,0-3 0,0 1 0,4-2 0,8-5 0,-2 2-250,5-5 250,-9 3 0,0 1 0,2 0 0,3-2 0,-2 1 0,5-1 0,-7 2 0,2 0 0,-2 1 0,4 1 250,2 2-250,-1 0 0,-1 3 0,-1 1 0,-3-1 0,6 1 0,-2-1 0,-1-2 0,1 1 0,-5-3 0,1 1 0,-1 0 0,-1 0 0,-9-3 0,-6 0 0,-12-2 0,-3 1 0,4 1 0,5 2 0,4 1-40,2-2 40,1 1 0,5 0 0,4-1 0</inkml:trace>
  <inkml:trace contextRef="#ctx0" brushRef="#br0" timeOffset="6781">18152 13783 5734,'-6'-3'25,"1"-1"40,2 2 115,-1 0-1,1-1-179,8 0 0,-1-1 0,8 0 0,-3 1 45,15-2 0,5 1-1684,-6 1 1,0 0 1580,12-2 1,0 1-1077,-9 2 0,-3 0 1134,13 0-2,1 0 2,-9 1 0,6 0 0,2 1 0,-6 0 0,1-1 0,0 0 22,-2 1 1,5 0-1,1-1 1,-1-1-79,-3 0 0,0-2 0,-1 0 0,-1-1 56,3 1 0,-1-1 0,1 0 0,-1 0 0,2 0 0,-1 1 0,-3-1 0,7-2 0,-5 0 2156,0 0-2156,-7 1 0,4-2 0,-4 2 1,-5 1 1,0 0 28,11-3 0,4-2 0,-5 2-30,-4 2 45,-5 0 0,-2 1 290,-6 2-335,-1 0 3276,-4 1-3160,1 0-26,-1 0-90,-3 1-90,3-2-449,-1 2 539,-1-1 0,-1 1 0,-3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15:43.22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5327 6985 8612,'-10'-6'270,"1"0"-180,0 1 90,0 1 0,0 0-90,-1-1 90,0 0-91,-1 0 91,-3-1-90,0-1-333,-5 0 423,-2-2 89,-2 1-89,-2 0 180,-15-3-180,17 6 0,0-1-693,-3-1 0,1 1 602,-1 0 1,0 0-45,5 2 0,0-1 90,-12 0 0,0 0-90,7 1 0,-1 0 0,-8 0 0,-1 1 0,9 1 0,1 1 0,-1 0 0,-1 1-904,0-1 0,0 1 949,-1 0 0,0 0-45,0 1 0,1 0 0,-1 0 0,1 0-45,1 1 0,-1 0 45,2 0 0,-1 0 45,-9 3 0,-1 1-90,10-1 0,0 0 45,-8 2 0,2 2-45,10-1 0,1 0 45,0 0 0,1 0-45,-1 3 0,1 1 0,-1 0 0,1 1 44,-2 3 1,0 1-45,1 1 0,-1 2 30,2 2 0,-1 2 0,1-1-966,-3 6 0,1 0 936,5-3 0,-1 1 0,2-1 0,0 5 0,3-1-618,0 3 1,2 0 617,2-2 0,1 1 0,0 1 0,2 1 0,3-2 0,1 0 0,0 1 0,1 1 45,3 4 0,1 1-45,1 2 0,2-1-303,-1-10 1,1 0 0,1 0 302,1-1 0,0 1 0,1-1 120,1-1 0,1 1 0,1 0-98,2 0 1,0 1-1,3 1 1,0-1-23,2 0 0,2 0 0,0-1 0,0 1-31,0 0 1,1 0 0,0-1-1,0-1 31,1-1 0,1-2 0,0 0 0,-1-3 0,1 1 0,-1-3 0,2 0 0,2-1 0,2 2 0,1-2 0,-1 0-92,1 1 0,-1-2 0,2 1 92,-1-2 0,2 0 0,-1 0 0,0-2 0,0-1 0,-2-1 0,1-1 0,1 0 0,0 0 0,1-1-55,-1-1 0,1-1 0,0-1 55,0 0 0,0 0 0,3-2 22,0 0 1,2-2-1,0 0 1,-1 0-27,3-1 1,-2 0 0,1-1 3,-2 0 0,2-1 0,0 0 0,-3-1 0,0-1 0,-2-1 0,0 0 0,0-1 0,0-1 0,0 0 263,-1 0 0,0-1 0,1 0-263,-2 0 0,0 0 0,0-1 0,0 0 0,-1-1 0,0 0 30,-2-1 0,1 1 0,-1-1-30,13-5 0,-2-1-87,-1 0 0,-1-1 87,-2 0 0,-1-1 0,-3-1 0,-1 0 0,-3 0 0,-2 0 0,-2 0 0,-1-1 0,-3 0 0,-1 0 0,-1-1 0,-1-1 0,-1-1 0,-1-1 0,-1-1 0,0 0 661,-1-2 0,-2 0-616,0-2 0,-1 0-45,-1-1 0,-1-1-289,0 0 1,-1-1 288,-1-2 0,-1 0 45,1-3 0,-2-4-45,-2 2 0,-1-3 0,0 1 0,1 6 0,-2 2 0,1-1 30,-2-9 0,-1-2 0,0 3-30,0 12 0,0 1 0,-1-1 0,-5-11 0,-1-1 0,0 1 102,2 9 0,0 0 1,-1 0-103,-3-8 0,-2-1 0,0 2 30,3 10 0,0 3 0,0-1-30,-8-11 0,-2 0-223,7 12 0,0 1 0,-1 0 223,0 1 0,-1 0 0,-1 0-341,-9-8 1,-2 0 0,0 2 340,7 5 0,-1 3 0,-1-2-84,-7-4 1,-3-1 0,2 3 83,6 6 0,1 2 0,-1 1-55,-1 0 0,0 1 1,-1 0 54,-1 0 0,0 1 0,0 1 0,-1 0 0,-1 1 0,0 0-30,2 1 0,-1 0 0,-4 1 50,1 2 0,-5-1 1,-2 1-1,1 0 0,3 1-20,-5-1 0,2 1 0,-3 1-18,7 0 0,-3 0 0,-1 0 0,0 2 0,3 0-5,-2 2 1,2 2 0,1 0-1,1 1-67,-2 0 0,2 0 1,-1 1 21,1-1 1,0 2-1,0 0 1,2 0-53,2 1 0,3 1 0,-1 1-270,-9 3 0,-1 1 1,2 1-265,9-2 0,2 0 0,-2 1-36,-5 2 1,-1 2 0,4-1 689,2 2 0,3 0 0,-7 6 0,1 2 0,0-1 0,1 1 0</inkml:trace>
  <inkml:trace contextRef="#ctx0" brushRef="#br0" timeOffset="1634">5540 4131 7713,'-2'-7'359,"0"0"1,-1 1-270,1 1 90,-1-1 0,0 1 0,1 1 0,-1 0 0,0-1 89,-1 2-89,0-2 180,-3 0-180,1 1-90,-2-1 180,-3 1-180,2 3 180,-11-1-180,4 4-90,-5 1 90,0 4-1,-1 4-1203,-5 7 1114,-1 5-763,13-8 0,1 1 763,-1 0 0,0 2 45,0 1 0,1 1-45,0 2 0,1 0-332,1 0 0,0 2 332,-2 13 0,2 3 29,5-10 1,1 0 0,1 0-628,0 1 0,0 0 0,2-1 598,1 1 0,1-1 0,2 0 0,3 5 0,1-1 45,1 0 0,1 0-45,2 3 0,2-1 0,0-2 0,2-1 0,-1-4 0,1 0-247,0-3 0,1 0 247,0-4 0,0-1 26,1-2 0,0 0-26,1-2 0,0 0 0,1-2 0,0-1-229,17 9 229,1-4 0,-1-6 0,-1-4 0,-2-6 0,1-4 707,-6-6 0,1-3-707,-7 1 0,0-1-101,10-7 0,1-3 101,-10 1 0,0-2 0,-2 1 0,6-6 0,-1-2 0,-4 4 0,1-2 0,-2 1 45,1-5 0,-2-1 0,0 0 0,-1-2 0,-1 0 0,-1-1 0,-2 0 0,0 0 0,-2-2 0,0 1 0,-3 1 0,-1 1 0,-1-1 0,-2 0-320,-1 2 1,-1-1 319,-2 1 0,-1-1 0,-1-3 0,-2-1 45,-2 2 0,0-1-45,-3-1 0,0 0 0,-3 2 0,0 1 0,-2 2 0,-1 1-45,-1 2 0,-3 1 59,2 5 1,-3 0 0,1 1-15,-5-2 0,-1 1-45,-6-4 0,0 3-81,6 9 1,0 2 125,1 3 0,-1 0-45,0 2 0,-2 0 30,0 4 0,-1 0 0,0 2-30,-5-1 0,0 2 0,2 2 0,-2 0 0,2 1 0,-5 5 0,1 1 0,-4 2 0,1 1-619,0 2 0,2 1 619,0 2 0,1 0-45,3 0 0,1 0 7,3 1 1,2 0-98,3 0 1,1 0 481,3 0 0,2 0-572,2 0 0,0 2-90,2-1 1,1 2-619,2 0 1,1 1-237,1 0 0,1 0 1169,1 0 0,1 1 0,1 1 0,1 0 0,0 0 0,0 1 0</inkml:trace>
  <inkml:trace contextRef="#ctx0" brushRef="#br0" timeOffset="8809">3286 11623 9871,'-8'-5'630,"0"0"-630,19 10 90,-6-3 90,15 6-90,-10-5 0,2 2 0,3-1 0,5 2 0,3-1 0,6 1-1259,6 1 1259,4-1-966,-16-3 0,1 0 921,1 0 0,0 0 0,2 0 0,0-1 0,1 0 0,2 0-45,0 0 0,1-1 45,5 0 0,1 0-1213,1-1 1,2 0 1197,-12 1 0,1-1 0,0 0-381,0 0 0,0 0 0,1 0 351,-1-1 0,1 1 0,-1-1 0,1 1 0,0-1 0,-1 0 30,1 0 0,-1 0 0,2 0-30,-1 0 0,2 0 0,1 0 0,0 0 22,1-1 1,0 0-1,0 0 1,1 0-215,-1 1 0,0-1 0,-1 1 0,1-1 214,-2 0 1,0 0-1,0 0 1,-3 0-23,1 0 0,-2 0 0,0 0 0,0 0 0,0 1 0,0-1-156,13-1 1,0-1 155,-4 1 0,-1 0 176,0 0 0,-2 0-176,-1 0 0,-2 0 0,1 0 0,0 0 304,0 0 1,0 0-305,-2 0 0,1 1 0,-1-1 0,0 0 296,-2 1 0,0-1-296,-1 1 0,0-1 45,-1 1 0,-1 1-45,0-2 0,-2 1 794,-1 1 0,-2 0-794,19-1 0,-17 0 0,-1 1 1673,8 0-1673,4-1 584,-17 2-494,-3-1 2021,-1 0-2021,-1 0 118,-2 2-28,-1-2 299,0 1-389,-2 0 0,0 0 0,-1-1 0,1 1 0,-2-1 0,3 0 0,-3 1 0,2 0 90,-1-1-180,-7 5-90,2-3 90,-7 3 0,2-2 0,0-1 0,1 1 0,0-1 0,0 1 0,0-1-90,-1 1 90,1-1 0,-1 0 0,3-4 0,0-1 0,2-3 0,1 0 0,-1 0 0,2-7 0,0 1 0,0-6 0,0 1 0,0-1 0,0-6-90,-1-2 90,0-5-942,0-1 942,-1-3-1424,1 0 1424,0-4 0,-1 18 0,0 0 0,1 0 0,-1-2 0,0-8 0,1 0 0,0 6 0,0 0 0,-1-4 0,1 1 0,0 7 0,0 0 0,1-17 0,-2 0 0,1 13 0,0 0 0,0-13 0,0 15 0,0 0-4,0-14-86,1 10 90,-1-5 0,0 13 0,0 2 0,0 1 0,-1 1 0,0 0 0,0 3 0,-1 0 0,1 2 0,0 0 797,0 2-797,0-3 1568,-1 4-1568,0-3 5,1 5-5,0-2 0,-1 2 0,0 0 0,0 1 90,0 0-90,0-1 0,0 0 0,-2 2 0,-1-1 0,-4 2 0,-1 0 0,-1 1 0,1 2 0,2 0 0,-2 0 0,0 0 0,-4 1 0,-1 1 0,-4-1 0,-4 1-1813,-4 0 1813,-5 1 0,-3 1-2792,-5-1 2747,18-1 1,0 0 44,-2 0 0,0 0 0,-13 1 0,-1-1 0,9 0 0,-2 0-96,-2 0 0,-5 0 0,2 0 96,5-1 0,1 0 0,-1 0-577,0 1 0,-1-1 0,1 0 577,1-1 0,0 1 0,2-1 0,-3 1 0,0-1-132,-1 0 0,1 0 132,-2 1 0,1-1 0,-1 0 0,1 1 0,-1 0 0,1-1 0,-2 1 0,1 0 0,-1-1 0,1 1-45,-2 0 0,1 0 147,-4 0 1,0 0-103,3 1 0,0-1 0,-2 0 0,-1 1 0,4-1 0,0 0-526,1-1 1,-1 2 525,0-1 0,0 1 45,0-2 0,1 1 217,-1 1 1,0 0-263,1-1 0,0 1-45,1-1 0,-2 1 45,-5 0 0,-3 1 0,2-1-166,1 1 1,1-1 165,-1 0 0,-2 1 0,2-1 0,-5 2 0,4 1 78,7-3 0,1 1-78,-9 2 0,1 0 0,12-2 0,2 0 510,-1 0 1,1 1-511,0-1 0,0 1 79,2 0 1,-1-1-80,2 1 0,-1 0 0,-16 3 0,2 0-90,5-2 90,2 0 0,-5-1 1903,10 0-1903,-8 0 0,17-2 1974,-2 2-1974,8-3 805,0 0-805,2-1 1521,1 1-1521,-2 0 0,3 0 0,-3 0 0,4 0 0,-2 0 0,2-1 0,-1 0-90,1 0 90,0 1 0,0-1 0,0 1 0,-1 0 0,1 0 0,0 1-90,0-1 90,1 1 0,0 0 0,2 4 0,1-2 0,1 4 0,0-2 0,1 3 0,-1-1 0,1 2 0,0 1 0,0 4 0,1 3 0,-1 2-1015,0 7 1105,1 3-90,-1 6 0,0-15 0,0 0 0,0 1 0,0 1 0,0 14 0,1 1 0,-1-10 0,0 1-1106,2 10 0,-1-1 1106,0-11 0,0 0 0,0 0 0,1 0 0,0 1 0,0-1 0,0 0 0,0-1 0,1 1 0,-1-1-450,1-1 0,-1 0 450,1-1 0,0 0 0,0-1 0,0 0 0,1-1 0,-1-1 0,4 17 0,1-4 0,-2-5 0,-1-3 0,0-4 0,0-3 0,-2-3 0,0-1 0,0-3 0,-1-1 0,0-1 672,0-2-672,-1-1 2140,0-1-2140,0-1 1405,-1 0-1405,0-2 0,0 2 0,1-1-90,-3 2 90,1-1-539,-2 0-1,6-4 180,1-2-180,4-2-269,2-2-810,1 0-90,4-1 1481,5-2 1,7-4 0,2 0 0</inkml:trace>
  <inkml:trace contextRef="#ctx0" brushRef="#br0" timeOffset="13161">12425 10427 8882,'-1'-9'809,"0"1"-898,0 3-1,2 8-90,1-4 180,3 4 0,-2-4-90,1-5 90,-2 2 0,0-1 0,0 1 0,0-1 90,-1 0-90,1-1 90,-2 1-90,1-1 0,-3 3 0,1 5-90,-2 1 90,2 4-90,1-1-90,0-2 270,3-6-90,-2 1 0,0-8 90,-9 11-270,1 4-540,-3 3 720,7 2 0,3-9 0,1 1 0</inkml:trace>
  <inkml:trace contextRef="#ctx0" brushRef="#br0" timeOffset="13786">12434 10191 7982,'-2'-9'180,"0"2"90,0 2-180,-1 0 90,1 2 0,-2-3 0,0 3 0,-1-1-90,-2 4 0,2 2-90,-5 5 90,2 5 0,0 3-90,0 4 0,2-2-661,0 5 661,0 2 90,-1 4-90,0 1 0,1 1 0,1-2 45,3-3 0,1 3-45,2-5 0,0 1-202,1 2 0,0 0 202,5 12 0,0-17 0,1-1-90,7 4 90,-4-7 0,8 3 0,-5-11 0,1-1 0,1-3 0,19-3-90,1-8 90,-15 4 0,0-2 0,13-8 311,-11 1-311,-3-2 0,-2-1 0,-2-2 0,-3 0 0,0-10 508,-6 6-418,-2-17 0,-8-5-1484,-3 2 1439,1 17 0,-1 2 44,-7-11 1,-3 2 0,-4-1 0,-2 3 0,0 4-89,-1 3 89,-1 4 0,0 2 0,-1 3-1,-1 1-89,0 3 90,1 2 0,3 3-90,3 2-180,1 3 1,1 0-631,-5 6-1619,3 1 2429,2 1 0,3 1 0,4-2 0</inkml:trace>
  <inkml:trace contextRef="#ctx0" brushRef="#br0" timeOffset="51074">20512 433 8522,'-2'-8'1619,"1"2"-989,-1 0-90,1 2-271,-1-1 1,-1 2-90,0-1 0,-1 2 0,0-1 0,-1 0-90,-1 2 90,0-1-90,-3 2 90,-12 6-91,3 1 1,-12 8-1132,6 2 1042,-2 4 90,-2 4-1370,2 2 1370,1 2-90,2 1 90,2 2-90,2 1 0,5-2-808,2 0 898,4-2-90,2 0 0,3-3 0,2-1 0,4 4-90,1-10 90,3 7 593,-1-12-593,2 0 1170,1-3-1170,1-1 1032,0-2-1122,6-1 90,-4-3 0,5-1-90,-6-3 335,2-3-245,-2-1 0,1-2 0,-1-2 0,-1 0 0,0-3 0,-2-1 0,-1 0-90,0-7 90,-4 5 0,1-4 0,-5 7 0,-2-2 0,0 1 0,-1-1 0,-1 2 0,0 0 0,1 2 0,-1 1 0,2 1 0,-1 0-89,1 2 89,0-1 0,1 1 0,0 1 0,2-2-90,2 2 90,2-1 0,8 0 0,-2 2 0,8-2 0,-4 2 0,2-1 0,-1 2 0,1-1 0,-2 1 0,-1 1 0,0 2 0,0-1 0,0 3 0,-2-1 0,-1 3 0,-1 1 0,-1 1 0,-2 3 0,-3 1 0,0 2 0,-3 2 0,-1 2 0,-5 14 0,0-4 0,-3 11 0,2-11-1381,-2 13 1381,3-11 0,0 7 0,4-14-276,2-3 276,-1-1 0,2-2 0,1 0 0,0-2-90,1-1 90,1 0-180,2-3 1,0-1 1336,1-2-1517,0-2 229,1-2-2027,4-2 269,-3-1 1889,3-2 0,0-2 0,0-1 0</inkml:trace>
  <inkml:trace contextRef="#ctx0" brushRef="#br0" timeOffset="51654">20622 1112 12390,'8'2'630,"-3"-1"-540,1-6-1,-3 0-89,2-2 90,0-2-90,0-2 90,1-2-90,1-4 90,1-6-90,0-4-1773,0-4 1773,0-1 0,-1-1 0,-1 0 0,-1 0-2775,-2 2 2775,0 3 0,-2 2 24,-1 3-24,-1 3 0,-1 3 0,-1 1 0,1 5 0,0 0 1231,0 3-1231,0 1 3262,0 2-3262,-1 3 121,2 6-121,1-1 0,4 6 0,3-5 0,1 2 0,3-2 0,2 0 0,1-2 0,10 0 90,5-1-90,-1-1-624,0-1 714,-11 0-180,-2 0 90,-3 1 0,-1 0 0,-1 0 0,-2 0 0,-1 1 0,-1 0 534,-1 2-534,-1 2 0,-1 6 0,-3 5 0,1 2 0,-4 4 0,1-4 0,-1 10 0,2 0 0,1 3-483,1-7 483,1-7-98,1-3 8,0 0-90,0-2 0,1-1 0,0-1-90,1-2 0,1-1 304,-1-1-574,2-2-81,1-1-908,1-1-90,0-2 1619,1 0 0,6-3 0,2-1 0</inkml:trace>
  <inkml:trace contextRef="#ctx0" brushRef="#br0" timeOffset="52132">21250 821 10501,'0'-7'720,"-1"-1"-361,0 2 271,-1 1-360,0-1 0,0 2 0,-1-1-1,0 1 1,0 1-90,-1 1 0,0 0 0,-2 1 0,-1 0-90,-1 0 0,0 2 90,-1 1-90,-2 2-90,0 1 90,-1 3-1,0 1 1,0 1-90,0 1 90,3 2-90,0-1 90,0 9-90,4-7-90,2 11 0,3-11 0,3 4 1,1-6-1,2-2 90,1 1-90,2-3 90,0 0-90,1-2 90,0-2-90,1 0 90,-1-3 0,0-1-90,2-2 90,-1 0 0,4-6-90,-4 1 90,2-4 0,-6 1 0,0-1 0,-2 1 0,-1-1 0,-1 2-90,0 1 90,-1 0 0,0 2-90,0 0 0,-1 2 90,3 7 0,-1 1 0,1 5 0,0-1 0,-1 0 0,2 2 0,4 3 0,2 2-90,1-1 90,1-2-90,-4-6-90,1 0 0,0-1-269,2-2-811,7-1-539,-4-1-629,4-2 2428,-5-1 0,7-4 0,1 0 0</inkml:trace>
  <inkml:trace contextRef="#ctx0" brushRef="#br0" timeOffset="52882">21721 846 11850,'-5'-7'630,"0"1"-360,1 1 0,-1 1-1,-1-2 1,0 2 270,-6-3 0,-13 6-361,4 7 1,-1 1-180,-12 5 90,11 3 0,2 2-90,4 6-135,7-4 0,2 0-44,1 4 89,5 5 0,6-17-90,1-1-90,14 2 90,-1-8-3097,13-2 3072,-9-11 115,8-13-199,-10 1 289,-3-1 0,0-3-45,-5 0 0,-1-2-411,3-10 1,-2-2 425,-5 11 0,-1-1 0,-1 2 30,1-9 0,-2 2 0,0 2 0,-2 2 0,-1-10 0,-1 5-90,-1-2 90,1 11 0,-1-2 2752,1 18-2752,1 11 0,1 9 0,1 13 0,2 17 0,-2-8-133,-1-7 1,0 0 132,1 11 0,-1 2 0,-1 1 0,0-1 95,-1-1-95,1-2 0,0-4 0,-1 0 0,1-5 0,1-1 0,0-5-715,2 4 715,-1-8 89,3 3-89,-1-9 0,1-1 0,1-3-89,1-1-1,1-3 483,1-1-483,7-6 0,-1-3 0,6-3 1006,-3-4-1006,-1-1 0,5-9 0,-6 3 90,6-10-90,-13 14 90,1-1 0,-7 10 935,2-3-935,-4 5 0,2-1 0,-9 17 0,3-3 0,-7 13 0,5-6 0,-1 3 302,-1 6-212,2-2-90,1 3 0,1-5 0,2-2-90,2 12-270,4-6-2917,1 4 2263,0-12-1145,3-7 540,-2-3 1051,3-3 1,1-5 0,1-2 0</inkml:trace>
  <inkml:trace contextRef="#ctx0" brushRef="#br0" timeOffset="53101">22049 477 10861,'4'-7'1709,"-2"2"-1709,1 1 0,-4 11 0,-1 3 0</inkml:trace>
  <inkml:trace contextRef="#ctx0" brushRef="#br0" timeOffset="54137">22258 908 13739,'-1'4'1439,"0"-1"-989,25 1-450,-6-9 0,9 2-90,-9-13 0,-12 6 0,0-6 0,-4 4 0,-4-8 0,-4 0 0,-3-1 0,-7 2 1,0 11-1,-2 2 90,0 9-687,-4 9 687,5 2-90,-10 18 90,15-11-90,-2 8 0,11-11-270,5 21 180,3-16-528,4 15 528,2-19 90,1-2 0,1-1 7,1-2-7,-1-5 0,0-3 644,0-1-644,0-3 90,1-1-90,0-2 90,1-2 0,0-2-90,3-5 90,-1-3 0,1-3 254,-2-3-254,0-2 91,-2-3-181,-2-3-369,-2 1 459,-1 2 0,-1-4 0,-2 6 0,-1 2 381,-2 7-381,-2 7 0,-4 9 0,1 2 0,-3 7 0,2 0 0,-2 11 0,1-4 0,-2 15 0,2-13 478,-1 4-478,0-7 0,2-2 0,-2 3 0,1-6 0,0 1 90,2-6-90,-1-2 0,1-1 0,-1-2 0,1-5 0,2-5 0,1-5 0,5-2 0,1-5 0,3-1 0,2-5 0,7-10 0,-4 9-918,5-5 918,-7 14 0,-1 4 0,-1 4 0,-1 5 0,-2 2-90,0 4 90,0 2 0,2 9 0,-3 1 828,2 7-828,-5-3 0,-1 1 0,0 2-372,-1 0 372,0 4 0,1 0 0,2 10-90,-1-9 0,3 8 90,-1-18 0,0 2-90,0-10 90,0-1 0,1-3 0,1-1 372,0-3-462,1-2 90,2-5 0,2-5 0,2-4 0,4-11-602,0-2 602,-9 10 0,1 0-546,-1-2 1,1-1 545,-1-3 0,2-2 0,-2 1 0,1-3 0,0-1 0,1-4 0,0-4 0,-1 1-919,-4 8 1,-1 1-1,0 1 919,3-14 0,-1 2 0,-1 5 0,-3 3-555,0-6 555,-2 14 40,-2 3-40,-2 16 674,-5 11-674,-2 8 0,-3 9-78,-1 7 78,1 4 0,6-15 0,-1 1 169,2 1 0,0-1-169,0 1 0,0 0 0,1 0 0,0 0 0,1 1 0,0-1 90,-1 18-209,1 0 119,3-6 0,1-10 0,0-1 0,3 11 0,2 6 0,3-13-180,-2-9-89,4 1-91,-3-10-450,1-3-719,0-2-270,1-3 2553,1-2 0,5-8 1,1-3-1</inkml:trace>
  <inkml:trace contextRef="#ctx0" brushRef="#br0" timeOffset="54348">22893 773 11580,'0'-4'1440,"2"1"-1261,8 0 1,-1 1-90,2 0 0,3-1 90,3 0-270,15-1-180,-8 0-179,9 0-271,-15 2-1259,-1 0-719,-3 0 2698,0 1 0,3 1 0,0 1 0</inkml:trace>
  <inkml:trace contextRef="#ctx0" brushRef="#br0" timeOffset="54721">23319 833 15358,'-7'3'630,"-2"-1"-450,1 2-90,-2 0 90,-1 1-90,1 1 0,-2 1-1,2 0-89,-1 1 0,2 0-89,2 2-1,0 0 0,3 0-90,1 0 0,2 0 0,2 0 0,3 0-90,3 1 90,2 0 0,6 2 0,3 1 91,8 2-91,2 0-491,1 1 491,7 3 90,-13-6 0,2 3 90,-14-7 90,-3-2-112,-4 0 112,-2-2 0,-4 1 0,-2 0 0,-4 1 0,-6 3 579,-4 0-489,-16 5-90,-3 1-1250,1-2 1160,5-2-89,14-6-181,2 1-270,1-3-180,2 0-629,1-2-630,0-1-629,2 1 2608,1-2 0,-3-1 0,-1 0 0</inkml:trace>
  <inkml:trace contextRef="#ctx0" brushRef="#br0" timeOffset="55321">21762 1520 11400,'2'-9'180,"-1"2"-90,1 0 630,-1 2-540,0 0 270,0 0 629,1 1-989,-2 13 90,1 0-90,-3 12 0,-1 2 0,-1 5 0,-2 8-661,3-15 1,0 0 615,-1 2 0,1 0 0,-1 3 0,1-1 0,0 1 0,0 1-45,0 1 0,0 0 45,0 0 0,1 1-1508,0 0 1,0 0 1462,0-1 0,1 2 45,0 9 0,0 3-450,1-1 1,1 0 314,0-10 0,0 0 1,0-1-1,1 4 0,0-3-45,1-6 0,0-2-225,1 2-223,0-4 44,-1-5 554,-1-4-915,0-4 1616,-1-1 1,0-5 0,0 0 0</inkml:trace>
  <inkml:trace contextRef="#ctx0" brushRef="#br0" timeOffset="55679">21485 2243 11131,'8'2'629,"-2"0"-359,-2 0 0,0 1-90,1 1 0,0 0 0,-1 1 0,1 1-90,0 1 89,0 3 91,3 15-180,-3-8-868,4 14 868,-5-10 0,1 3-90,1 2 90,0-2-3194,0-2 3104,-1-3-728,0-4 728,0-1-90,0-2 0,5 2 90,-2-5 513,4-1-513,-3-5 2908,1-4-2908,2-3 0,3-6 0,2-3 379,4-8-379,0-3-1407,2-6 1407,-1-3 0,0-1-556,-2-1 556,-2 4 0,-3 2 0,-3 5-90,-2 5-90,-3 2-269,-1 6-91,-3 2-2737,-1 5 3044,-5 5 0,-2 9 0,-6 6 1</inkml:trace>
  <inkml:trace contextRef="#ctx0" brushRef="#br0" timeOffset="56416">21314 3146 10861,'-4'-8'360,"0"1"-91,0 2 1,0-1 180,-4-2-270,2 1 180,-8-3-180,4 5 89,-10-3-179,6 5 90,-6 1-90,3 3-90,-3 3-531,-3 3 621,-2 4 0,2 3-90,-3 4 90,4 1-45,7-3 0,1 0-45,-5 9-90,-2 10 0,13-12-90,2-1 90,4-3 0,3-2-90,2-1 180,4-1-180,7 3 90,-2-7 0,6 1 90,-6-9-90,1-4 90,2-3-89,3-4 89,1-4-593,2-4 593,-1-4 0,-1-5 0,-1-3-90,0-4-779,-8 7 0,-1 0 869,-2 5 0,-1-1 0,1-6 0,0-1 0,-2-11-90,-1-1-620,-2 14 1,-2 0 709,0-14-224,0 16 0,0 1 314,-1-4-268,-1 7 178,1 5 1653,0 4-1653,1 3 1773,0 2-1773,1 18 1234,1 1-1234,1 18 0,-1-1-56,-1-3 0,1 3 101,-1-7 0,1 1-524,0 8 0,0 2 479,2 2 0,0-1-526,-1-8 1,0-1 525,2 9 0,-1-1-569,0-11 1,0-3 478,5 18-90,0-5 214,1-5-394,0-6-179,0-3-417,-1-7 956,3 0 0,3-6 0,5 1 0</inkml:trace>
  <inkml:trace contextRef="#ctx0" brushRef="#br0" timeOffset="57191">21484 3317 11400,'-3'7'1530,"2"0"-1171,3-4-179,4-1-90,0-4 0,2-1 90,-1-1-90,1 0 0,0-2 0,1-1 0,0 0-90,0-3 180,3-5-180,-4 3 90,3-10-90,-7 6 0,-2-4 0,-4 8 0,-4 3 0,-1 7 0,-2 1 0,-1 4 0,-2 2 0,-4 5 0,0 4-90,-9 14 0,4 7-809,2 2 719,7-3 90,8-12-90,4-3 0,7 9-90,7 2 270,3-1-830,4-6 740,-6-11 836,0-4-836,0-2 0,1-3-219,1-2 309,1-3-90,4-3 90,0-2-120,3-5 120,-1-4-290,0-5 290,-1-2 0,-7 2 0,-1-1 0,7-12 0,-9 12 0,-1 0 0,0-9 0,-3 3 0,-3 4-219,-2 2 219,-3 5 0,0 3 378,-4-1-378,1 4 116,-3 0-116,1 6 979,-2 2-889,3 6 269,0 1-359,5 4 0,1-2 0,3 2 0,1-4 0,1 0 0,5-1 0,-2-2 0,4 0 0,-4-2 90,8-2-90,-5 0 0,4 0 0,-4-1 0,-5 1 0,2 1 0,-6 0 0,-1 1 89,0 2-89,-3 4 0,-3 8 0,-2 0 0,-1 6 0,0-3 0,1 12 0,0-5-643,1 7 643,2-8 0,1 0 0,1 0 0,2-2 0,0-1 0,2-1 90,2 3-180,0-7 90,3 2-90,-3-9-180,1-1 1,-1-3 462,2-1-1542,1-5-180,-1-1-180,2-5 1709,-2 0 0,2-9 0,3-2 0</inkml:trace>
  <inkml:trace contextRef="#ctx0" brushRef="#br0" timeOffset="57387">22189 3175 7230,'-2'-7'2339,"-1"10"-520,1-1-1729,-2 9 642,3-3-642,0 2 249,0 0-429,0 2-269,0 0-2478,0 0 1937,-1 1-2077,2-1 548,-1-1 2429,2-2 0,-1 4 0,0 0 0</inkml:trace>
  <inkml:trace contextRef="#ctx0" brushRef="#br0" timeOffset="57623">22174 2728 12300,'-6'-7'450,"0"0"-1193,4 4 1,6 9 0,3 3 0</inkml:trace>
  <inkml:trace contextRef="#ctx0" brushRef="#br0" timeOffset="58034">22335 3215 12210,'-3'-11'1619,"0"-2"-1169,1 7 0,0-2 269,1 3-179,0-1-90,-1 0 89,2 1-269,2 17-540,1-4 0,3 24 1,-3-13-564,1 7 384,-1-6-91,1 2 90,0-1 1,1 1-249,0-4 248,0-3 0,-1-1-218,2 0 398,-1-4 0,0 0 90,-1-8 549,1-1-369,-1-2 259,2-3-169,-1-2 41,2-4-41,0-3 0,1-5 90,0-3-90,2-3 90,3-13-229,-3 8 94,-3 6 0,1 1-135,2-6-179,0 3-91,-2 10-360,-4 10-2557,0 2 3219,1 3 0,1 4 1,1 4-1</inkml:trace>
  <inkml:trace contextRef="#ctx0" brushRef="#br0" timeOffset="58685">22768 3296 11490,'-4'-8'990,"1"0"-540,-1 0-91,0 0 271,-2-3-360,0 3 90,-1-3-180,0 6 89,0 0-89,-1 2-90,-1 1 90,-1 2 0,-1 3-90,-1 2 0,-3 4 0,0 3-180,-3 3 90,3 2-360,-2 7 180,6-6-90,0 4 91,8-8-91,1-1-90,2-1-180,3 3 360,2-5 0,2 3-89,1-8 179,0-1-90,0-3 0,2-1 90,1-2 0,0-2 0,1-3 0,0-1 0,0-1 0,0-3 90,-2 0 90,3-5 0,-5 4-90,2-1 0,-5 6 90,-1 2-90,-1 2 0,1 2 0,-2 3 90,0 2-90,1 4-90,-2 0 90,2 2-90,0 2-90,1 1 0,2 1 90,1 0-90,1-1 90,1 0 0,2-3 1,-1 0-1,1-3 90,0-2-90,0-2 0,1-2 0,3-2 90,2-4 0,2-3-843,2-5 843,1-2 0,0-7-1378,-1-3 1378,0-6 0,-2-2 90,-2-3-45,-9 17 0,-1-1 0,-1 1 0,-1-2 45,1 0 0,-1 0-45,-2 2 0,0-1 135,2-19-90,-2 3 0,-2 4-268,0 4 267,-1 8 1,-1 0 0,0 10 0,-1 1 0,-2 13 525,1 5-525,-3 11-180,1 3 672,0 8-582,0 4-1387,0 6 1342,2-19 0,1 2 45,-2 11 0,0 2-45,2-11 0,0 0 45,-1 8 0,0-1 0,3 5-90,0-1 90,4-3 0,1-3-1084,1-4 994,1-5-365,5 0 5,-3-9-269,3 1-1428,0-8 2147,-4-4 0,8-4 0,-3-4 0</inkml:trace>
  <inkml:trace contextRef="#ctx0" brushRef="#br0" timeOffset="58872">23054 3243 11490,'9'-6'540,"0"1"-450,-1 4 90,3-2-90,0 1 0,3-1 0,1 0-90,2 0-180,1-1-90,1 1-360,0-1-1169,1 1-359,-3 0 2158,-1 1 0,2 1 0,1-1 0</inkml:trace>
  <inkml:trace contextRef="#ctx0" brushRef="#br0" timeOffset="59105">23362 3271 12120,'2'-7'2609,"1"6"-2430,0 2 1,1 5 270,2 20-360,-3-11 0,2 17-90,-4-16-270,-1 8 0,0-5-89,1 6-181,-1-10-90,0-1-539,0-2-90,0-1-450,-1-1-270,0-2 1979,0-2 0,0-2 0,0 0 0</inkml:trace>
  <inkml:trace contextRef="#ctx0" brushRef="#br0" timeOffset="59341">23403 2849 11580,'1'-7'900,"0"1"-91,0 1-359,0-1 270,1 2-91,-1-2-179,1 2-90,-1-1-1180,1 1 1,-4 17 0,0 5 0</inkml:trace>
  <inkml:trace contextRef="#ctx0" brushRef="#br0" timeOffset="59729">23559 3291 12750,'1'-8'3058,"0"0"-2248,0 1 899,-1 1-1799,2 28-180,-1-11 0,1 24-270,-1-8 270,0-4 1,1 7-1081,5 11 1170,-3-20-89,4 13-91,-2-24 180,-1-4 0,1-2 180,0-5 0,0-2 0,0-3 90,2-3 0,1-7 0,1-3-431,3-6 341,1-5 90,1-1-45,-3 6 0,0 0-408,5-11 408,-6 13 0,-1 2-45,0-3 0,-2 6 0,-1 4-180,-2 4-90,-1 2 235,0 3-3242,-2 2 257,1 7 3020,-2 1 0,0 12 0,-1 0 0</inkml:trace>
  <inkml:trace contextRef="#ctx0" brushRef="#br0" timeOffset="60115">23924 3393 12570,'0'-7'899,"1"1"-629,0 1-90,1 1 90,2 1-90,1-1 0,1 0 90,6-1-91,-1 1-89,4-1 0,-2 2 0,0-1 0,0-1 0,2-1 0,1-2-90,3-3-270,8-10 90,-6 2 0,5-7-710,-4-7 530,-5-1 180,-9 14 0,-1 0-154,-3-10 154,-7 13 90,-5 8 0,0 8 0,-5 2 90,-3 6 0,-5 4 45,3 4 0,-1 2-45,-9 11-857,9-7 1,1 1 946,-4 12 0,4 2 0,5-1-90,4 0-2299,5-5 2389,4 1 0,4-2 37,4 0-37,3-1-737,4-4 737,2-1 540,4-4-810,5-1-270,2-6-449,3-1-450,-2-6-360,-2-4-360,-3-2 2069,-5-5 0,0-7 0,-2-3 0</inkml:trace>
  <inkml:trace contextRef="#ctx0" brushRef="#br0" timeOffset="68564">20684 4495 8342,'0'-11'1349,"-1"0"-1079,-1 4 0,-1 0 0,0 3 0,0-1 0,-1 0-90,-1 0 269,-3-1-179,1 1-90,-3 0 0,2 3-90,-1 0 90,0 2 90,-6 2-180,2 2 90,-11 7-1,1 7-179,0 2 45,10-4 0,2 2-251,-2 19 206,8-13 0,1 1 45,2-2 0,2 0-707,1 0 0,2-1 752,4 16-90,3 2 0,-4-17 0,2-1-680,-1 1 0,1 0 680,0 0 0,1 0 0,0 1 0,0-1 45,1 0 0,0 0-45,0 0 0,-1 0 0,1-1 0,0-1 0,-1 0 0,-1-1 0,7 16-367,-3-4 367,-3-3 259,-2-4-259,-2 4 0,-5-9 0,-2 3 900,-3-9-900,-3 1 90,-1-2-90,-2-1 0,-2-1 0,-1-1 0,0-2 0,0-1 0,0-3-269,-3-1-1,4-2 1593,-2-1-1773,6-3 557,0-2-736,2-1-1170,2-2-540,2-1 2339,2-2 0,2-7 0,1-4 0</inkml:trace>
  <inkml:trace contextRef="#ctx0" brushRef="#br0" timeOffset="68775">20509 5004 10861,'-7'-7'719,"2"1"-359,3 2-180,4-1-90,2 2 90,6-1-90,1 1 90,3 0-90,2-1 0,6 0 0,0 1 0,16-3-450,2-1 135,-20 4 0,1-1-315,15-3-1259,-14 3-539,-2 1 2338,-1 0 0,5-2 0,1 0 0</inkml:trace>
  <inkml:trace contextRef="#ctx0" brushRef="#br0" timeOffset="69054">21081 4862 11311,'1'-9'719,"0"-1"-539,1 6 0,1 0 0,0 1-90,2 1 90,0 0 0,2 2-1,6 2 1,5 6-90,3 2 0,3 5 90,-5 0-727,0 2 1,-1 2 546,5 5 0,-5-5 0,-1 1-90,-1 0-180,-2-2-90,-3-2-19,-2-4-160,-2-1-91,-1-3-1169,-1 0-450,-1-2 2249,-1-2 0,-1-1 0,0-2 0</inkml:trace>
  <inkml:trace contextRef="#ctx0" brushRef="#br0" timeOffset="69266">21357 4880 10591,'-4'-17'-180,"0"2"270,1 2 0,-1 3 90,2 0 0,0 3-90,-1 0 359,0 0-269,-7 6 0,2 2-90,-6 8-90,1 3 90,-2 4-973,-2 4 973,-2 5 0,-1 0-90,1 1 90,0 1 0,-4 7-90,7-7-180,-4 6 0,9-13-179,2-3-91,2-4-270,2-3-2338,1 0 3058,2-4 0,1 0 0,1-5 0</inkml:trace>
  <inkml:trace contextRef="#ctx0" brushRef="#br0" timeOffset="69555">21214 4746 10411,'0'-8'1709,"1"14"-1529,-1 0-90,1 14-90,-1-5 90,0 3-820,0 2 820,0 7-792,0 0 792,1 5-90,-1-2 90,0-4-90,1-1-90,-1-4-365,0-1 185,1-1-180,-1-3 0,0-1-179,1-2-901,-1-2-179,1-1 1845,0-3 1,1-1-1,0-1 1</inkml:trace>
  <inkml:trace contextRef="#ctx0" brushRef="#br0" timeOffset="69770">21042 4954 11041,'9'1'809,"8"0"-629,-1-1 0,7-1-90,1-1-1154,2 0 974,4-2-180,-1 0-179,-1-1-324,-3 0-666,-2 1 1439,11-4 0,-5 1 0,11-4 0</inkml:trace>
  <inkml:trace contextRef="#ctx0" brushRef="#br0" timeOffset="72174">21787 4786 10411,'7'-7'900,"-2"1"-541,-2 1-89,0 2 270,0 0-360,0-1 270,-1 2 89,1-2-449,0 6 0,0 0 0,0 6 0,-2 0 0,0 2-90,-1 3 90,0 4 0,-3 9 0,1-3-986,-1 6 896,0-9 90,0 0-90,0-1 0,-1 0 0,1-3 90,-1-1-90,1-3 0,-1 4 0,2-6 89,-1 4 808,1-8-897,0 0 0,3-14 0,1 0 0,4-10 0,0 0 0,3-3 0,1-5 0,0 4 0,-1-2-491,5-9 491,-4 9 0,0 0-922,2-5 922,0 1 0,0 2-610,0 2 610,-1 3-131,-1 3 131,-2 5 0,0 3 407,0 2-407,1 3 797,-1 1-797,6 4 696,2 9-696,6 11 0,-4 3 0,-4 7-234,-5-6 234,-3 9-875,-3-6 785,-2 6 90,-2-6 0,-1-3-528,0 2 438,1-3 90,-2-3-179,2 1 89,-1-3-90,1-1-90,1-2 0,1-1 0,0-1 0,2-1 251,1-1-431,2-1-719,3 1-360,0-3-270,4 0 1799,-3-5 0,7 0 0,0-2 0</inkml:trace>
  <inkml:trace contextRef="#ctx0" brushRef="#br0" timeOffset="72728">22613 5059 10771,'3'-7'540,"0"0"-271,-1 0 1,0 1 90,-2 0 90,1 1-180,-3-1-90,0 1 179,-6-2 1,-3 3-270,-1 1 0,-3 3 0,1 3 0,-5 3 0,-2 3-831,-3 4 831,-2 4-90,-1 3 90,1 2-1178,1 2 1088,3 0-90,2-1 0,2-1-89,4-1-1,0 1 0,3-3-90,1-1 0,4-2-180,-2 3 270,5-6-89,-1 4 89,3-7 0,1-1 734,0 0-644,1-1 1094,2 0-1094,0-1 0,1-1 1,0 0-1,2-1 0,1 0-90,5 0 180,-2-2-90,5 1 0,2-2 90,-2 0-90,5 0 90,-6-2 0,0-1 0,-1 1-90,-2-1 90,7-3 90,-8 1-90,4-3 90,-11 1 0,-1-4 90,-2 1-90,-2-4 0,-3 3 0,-1-2-1,-3 0 1,-1 1 0,-1-2 0,-1 2 90,-6-4-90,4 4-90,-4-3 90,6 5-90,-1 1 90,3 0-90,0 2-90,2 0-360,-2-1 1,3 1-91,0 1 540,3 1 0,1 0 0,1 1 0</inkml:trace>
  <inkml:trace contextRef="#ctx0" brushRef="#br0" timeOffset="73527">22787 4208 9691,'10'1'360,"3"3"-180,-4 1-90,3 4 90,1 2 180,11 13-180,-2 2-1265,-6-8 1,0 0 1129,-3 0 0,0-1 45,0 3 0,0 1-45,1 3 0,0 2 0,0 2 0,0 1 45,-1 4 0,1 0-45,-2 2 0,-1 1-910,0 1 0,0 1 910,-2 1 0,-1 0-45,0 2 0,-1-1 30,-3-12 0,-1 0 0,0 0 15,1 10 0,-2 1-15,-1 0 0,-1 2 0,0-2 0,-1-9 0,0-1 0,0 1-30,-1 9 0,-1 2 0,0-2 0,0-10 0,-1-2 0,0-1-45,-3 14 0,-2-2-45,0 0 0,-1-2 0,-1 0 0,-2-1-45,1-3 0,-4 1-315,0-6 1,-5 2-1,-1 0 1,3-4-226,-4 5 0,0-1 315,-4 1 0,-3 2 1,3-6 359,8-13 0,1-2 0,-9 3 0,-1 0 0,-1-1 0,0 1 0</inkml:trace>
  <inkml:trace contextRef="#ctx0" brushRef="#br0" timeOffset="74240">20485 4445 9062,'-4'-10'-360,"0"0"270,-1 1 90,-2-3 0,-2-1 0,0 1 90,0 0-90,2 5 90,0 1 0,0 0 0,-2 0 0,1 1 0,-2 1 0,-2 3 0,3 1 0,-5 3 0,3 1 89,-13 11-89,5 2 0,0 3 0,1 1 0,-1 4 0,1 3-715,1 0 1,1 4 0,-1 2-1,1 0 1,2-2 624,0-2 0,1-2 0,0 1 0,1 1 18,0 2 0,0 1 0,0 1 0,1-1 0,3-4 27,-3 10 0,3 2-463,3-7 0,0 5 1,0 3-1,1-1 0,0-5 418,0 0 0,1-4 0,0 5-212,0-1 0,0 5 0,1 1 1,0-2-1,1-6 212,2 3 0,1-3 0,1 6 0,2 0 45,-1-8 0,2 0-90,0 1 0,2 0 45,1-5 0,0-2-388,0-1 1,2 0 297,0-3 0,0-1 452,1-1 1,0-2-723,12 14-270,-1-7-449,0-7 359,-1-7 720,-2-6 0,5-4 0,1-3 0</inkml:trace>
  <inkml:trace contextRef="#ctx0" brushRef="#br0" timeOffset="75988">19284 4849 11580,'3'-5'1260,"2"1"-1170,2 4 90,2 0 89,6-2-179,2 0 0,8-1-1287,0-1 1287,6 0 0,5-1-90,1 1-636,-16 2 1,0-1 725,16 0-90,2-1-917,-5 2 917,-2-1 90,4 2-90,-11-1 0,1 1-181,-12 0 181,-2 0 898,-3 0-898,0 1 1383,-1 0-1383,-2 0 1300,0 1-1210,-1 0 332,-1 1-422,-1 0 103,-1 5-103,-2 0 0,0 2 0,-1 0 0,-1-1 0,1 2 0,-2 1 0,0 3 0,-1 1 90,-1 6-90,-2 1-837,-1 4 837,0 1 0,0-6 0,1 1 0,-3 11 0,2-11 0,1 0 0,-3 10 0,1-1-1102,0 0 1102,1-1 0,1 1-720,1-2 809,1 0-89,-1 4 0,2-9 0,0 2-56,3-10 56,-1-2 670,0 3-670,0-5 0,1 1 1088,-1-4-1088,1-2 881,1-1-881,0 0 77,-1-1-77,0 1 0,-1-1 90,0 0-90,-1-1 0,0-2 0,-2-2 0,0 0 0,-1-2 0,0 0 0,2-1 0,-2 0 0,1-1 0,-5-4 0,2 2 0,-4-3 89,-7-8-89,-3-5-1209,-3-4 1209,0-1-2991,7 7 2991,-3-3 0,0-3-823,-2-4 823,-1-1 90,1-2-90,1-2 0,-1 1 0,3-2-1728,0 1 1728,1 0 0,3 3 29,1 2 61,3 3 1652,2 4-1742,2 2 0,1 5 0,1 1 0,1 4 830,0-1-830,1 3 3016,1 1-3016,0 1 1134,0 1-1134,1 1-90,0 0 90,1 1 0,0-2 0,1 0 0</inkml:trace>
  <inkml:trace contextRef="#ctx0" brushRef="#br0" timeOffset="78830">21174 4522 6453,'-2'-8'810,"1"1"-720,-2 1 90,0 1-90,-1 0 0,-2 1 0,-1 0-1,-2 0 1,-1 2 0,-1 1 0,-2 1 0,-1 3 0,-4 2-757,-2 5 847,-2 6-90,-1 7 0,-1 5-1,12-11 1,0 2 0,-1 0 0,1 3-900,-1 2 1,1 2 899,-1 2 0,0 1-896,0 4 1,1 0 850,-1 1 0,2 1 0,1 0 0,0 2 45,3-6 0,1 2 0,0-1-910,0 6 0,2-1 850,1-6 0,0 1 0,1-3 104,3 5 1,0-2-522,3 3 1,0 1 431,3-2 0,1 1 45,2 1 0,2-1 0,1-2 0,2 0 0,1-2 0,0-2-133,0-3 1,1-2 132,0-1 0,0-2 74,0-3 1,0-2-76,0 0 1,1-2 548,-1-1 1,1-1-504,9 1 0,2-2-90,-9-4 0,0-1 0,6 1 0,1-3 45,1-7 0,-1-3-90,13-5 45,-13 0 0,0-1 852,6-12-897,-17 10 0,-1-1 45,-1-2 0,-1-2-45,-1 0 0,-1-2 0,-1-2 0,-1 0 45,-2-2 0,-1-1-45,-1-1 0,-1 0-182,-1-3 0,-3 0 182,0-5 0,-1-1 0,-3-1 0,-1-2-341,1 11 1,0 0-1,-1 0 341,-1-1 0,-1 1 0,0-1 0,-1 0 0,0 0 0,0 1-390,-2-1 1,1-1 0,-1 2 389,0-1 0,0 1 0,-1 0-196,0 1 1,0 0-1,0 0 196,-7-10 0,0 1-84,0 1 0,-1 3 39,1 2 0,-1 0 45,-5-1 0,0 1 0,7 8 0,0 1 261,-3 0 0,1 2-261,-4 0 1080,5 7-1170,1 5 1807,4 5-1897,-1 4 0,2 4-180,-2 7 2358,1 5-2538,1 7-716,1 9-453,3 4 1709,4-16 0,1 1 0,-1 9 0,0 3 0,0 1 0,1 1 0</inkml:trace>
  <inkml:trace contextRef="#ctx0" brushRef="#br0" timeOffset="79326">21206 6025 11311,'2'8'179,"-1"2"-89,-3 2 0,-2 4-90,2 1 90,-2 9-664,1 3 664,0 10-1667,1-7 1,1 1 1576,-1-6 0,1 0 45,0 10 0,0-1-456,1-9 0,0-1 411,-1 2 0,1 0 45,0 1 0,-1 0-45,1 1 0,0 0 0,0-1 0,0 1 45,0 12 0,1-1-45,-1-10 0,0-1 0,1 10 0,0-2 45,-1-14 0,0-1-45,0-2 0,1 1-1855,-1 14 1945,1-5-90,0-4 109,-1-6-109,1 3 90,0-4-180,0-2-69,0-7-561,-2-16 1103,-1-8 0,-3-9 1,0-3-1</inkml:trace>
  <inkml:trace contextRef="#ctx0" brushRef="#br0" timeOffset="79743">21034 6965 10051,'-5'-6'1349,"2"0"-179,2 1-1080,9 18 0,-4-5 0,9 17-90,-7-9 90,3 4 0,-1 3 0,1 1-90,3 8-591,-3-7 1,0 0 590,1 0-676,-1-1 676,-1-2-445,0-3 445,-2-4 90,1-2-90,1-1 1098,-2-4-1008,5-2 738,2-13-828,1-4 645,2-11-645,-3-1 0,-3 0 0,0-1-3174,5-15 3174,-6 12 0,0-1 0,-2 2 0,-1 2-735,2-11 735,-1-3-443,-4 20 174,-1 4-91,0 4-2917,-2 3 2792,-4 8 0,-3 8 0,-6 8 0</inkml:trace>
  <inkml:trace contextRef="#ctx0" brushRef="#br0" timeOffset="80564">20771 7559 10321,'3'-9'180,"-1"-1"180,0 6-90,0-3 89,-1 3-89,0 0-180,2 9-90,-1 1 90,1 10 0,-2 1-90,0 7 90,-2 4-90,-1 8-1819,-2 3 1819,2-17 0,-1-1 44,0 3 1,-1-1-1425,1 1 1,-1 0 1379,0-1 0,0 1-260,-3 14 1,-1 0 304,2-9 0,-1 1-45,-2 10 0,0-1 90,0-2 0,1-9 0,6-19 0,-1-3 450,2-14-540,2-1 90,3-17-90,3 1 90,3-8-520,-1 5 0,2-1 475,-2 6 0,0-2-45,1-3 0,3-3 0,-2 2 0,-1 2 0,1-1 30,0 0 0,1-3 0,0 2 405,2-6 0,-1 3-435,-2 3 0,0 4 520,14-5-520,-19 48 0,0 16 0,0 10 22,-2-13 1,0 4 0,0 1-1,-1-3-604,0 3 1,0-2 0,0 1 581,2 4 0,1 2 0,0-7 0,-1-12 0,0-2 1869,2 7-1959,3 5 90,-5-16 1244,0-5-1514,-2-2-1709,1-2 270,-1-11-360,-1 0 2069,-4-10 0,-4-6 0,-1-3 0</inkml:trace>
  <inkml:trace contextRef="#ctx0" brushRef="#br0" timeOffset="80765">20770 7901 10141,'9'1'360,"-1"0"-270,1-2 180,4-2-270,-1 1 90,4-2-180,-3 1-180,0 0-899,6-2-1,-5 2 451,4-2 719,-6 1 0,5-2 0,1 0 0</inkml:trace>
  <inkml:trace contextRef="#ctx0" brushRef="#br0" timeOffset="81324">21286 7641 9242,'3'-8'1439,"-1"0"-899,0 4-1,0 0-89,0 0 90,0 1-450,1 7 0,-1-1 0,0 7 0,-1 0-90,-1 3 89,-1 2 1,0 3-584,1 3 584,-2 6-90,-1 2 90,0 4-90,0 1-2592,0 1 2682,1 1-90,-1-1-405,1-2 405,0-1 90,0-4-90,0-3 0,1-4 343,0-3-433,0 3 0,1-5-90,-1 1 0,1-9 2479,1 0-2299,-1-2 0,-1-16 0,0-6 0</inkml:trace>
  <inkml:trace contextRef="#ctx0" brushRef="#br0" timeOffset="81683">21237 7599 10141,'6'-10'720,"7"-1"-630,1 4 0,7 1 180,13 2-181,-11 1 1,8 4 0,1 0-90,-7 3 45,-4 0 0,0 2-45,0 12 0,-10 0 45,-9 5 0,-7 3-90,-17 0 0,-5-1 0,8-1 0,0-2-1024,-8-2 0,3-5 619,11-8 450,9-5 0,10-3 0,4-1 0</inkml:trace>
  <inkml:trace contextRef="#ctx0" brushRef="#br0" timeOffset="82848">22214 7978 9781,'-2'-7'540,"1"0"-3817,0 1 1523,1 1 3973,-1-1-1859,-2-1 679,1 2-859,-3 0 0,1 3-90,-2 2 3186,-4 4-2711,-2 6-475,-2 2-90,1 3 180,-3 12-360,6 8-89,3 6 89,11-6 0,4-16 90,2-10 0,-2-6 0,1-1 0,0-2 90,0 0-90,0-3 0,7-9 0,-7 3 0,6-24 90,-13 13 0,-2-17-90,-4 20 90,-1-1 90,2 12-180,1 0 90,0 0 0,0 2 0,1-2 0,2 2 0,0-1 0,3 1 0,0 0-90,12-5 90,-3 2 0,21-11 0,-2-3 0,-13 9 0,-1 0-475,1-2 0,-2 0 475,9-11 0,-3-1 0,0-2 0,-4-1 0,0-1 0,3-5 0,-2 1-1539,-7 8 1,-3 3 1628,-1-4-2055,-3 3 2055,-3 13-90,-5 4 0,-6 32 0,-3 4-262,5-6 1,0 2 306,1-5 0,0 2-45,-3 13 0,0 2 0,2-6 0,-1-1 0,2-1 0,-2 1 0,1-2 0,0 4 0,0-1 0,-1 6 0,-1 0 0,2-3 0,-1 3 22,0-4 1,0 6-1,0 1 1,0-3-23,-1 4 0,0-2 0,0 1 0,2-3 0,-1 1 0,0-1 0,1-3 0,0-3 0,0-2 0,1 0 30,-1 1 0,1 1 0,0-4 329,1-1 0,0-1-359,-2 13 0,0-4-240,3-11 240,0-4 1080,2-6-1080,1-3 2617,1-4-2617,3-5 1787,1-2-1787,3-6 0,3-7 0,2-5 0,3-8-684,1-5 684,0-5 0,-5 6 0,-1 0 0,-2 8 0,-1-2 0,3-14 0,0 0 0,-6 17 0,-1 1 0,0-5 0,0 0 0,-3-4 0,-2-1 90,-1 7-90,-2 0 0,-2 1 90,-2-3-1,2 6 1,-2 0-90,3 10 0,1 0 90,1 3 0,0-1-90,1 2 1328,0-4-1238,2 3-90,1-4 90,10-6-90,2 3-684,7-7 684,0 6 90,1-2-90,3 1-90,0 1-180,0 0-89,1 2-91,-2 0-270,0 2-2557,4-3 2457,-8 5 1,7-5 0,-7 3 0</inkml:trace>
  <inkml:trace contextRef="#ctx0" brushRef="#br0" timeOffset="83243">23289 7889 10411,'-2'-6'-90,"1"0"270,-3-1 180,-4-1-360,1 2 180,-5 2-90,4 5 0,-12 7 0,8-1-90,-7 6 0,7-2 89,-1 4-89,1 2 0,-1 3 90,2-1 0,-2 15-90,9 0 0,0 0-405,19-5 1,8-5-2834,10-12 3238,-9 2 0,0-2 0,11-21 0,-15 0 0</inkml:trace>
  <inkml:trace contextRef="#ctx0" brushRef="#br0" timeOffset="84035">23469 7962 10231,'-6'-2'1529,"-5"21"0,0 10-1529,0 10-45,-1-7 0,3 0-44,12 3-1,0-21-90,7 6 180,-4-11-90,3 2 90,-2-7-90,1 0 90,0-2-90,0-1 90,2-3-90,3-7 90,1-11 0,-4 1 0,-6-4 45,-7 3 0,-3-1 45,-2-4 0,-2-4 0,1 2-90,5 6 0,-1-2 0,12 15 0,0 4 0,7-3 0,6-1 0,0-1 0,7 0 90,-9 2 90,3-1-180,-8 2 89,-2 3 1,-6 0-90,1 1 90,-2 1 0,1 1 0,-4 19 0,0-8-90,-3 15 0,-1-10 90,-3 17-90,0 4 0,0-4 0,2-8 0,3-20 0,12-18 0,-4 4 0,10-12 0,7-10 0,1 3-45,2 5 0,1 2 45,-3 4 0,2 0 0,-2 6 0,-1 8 0,-5 7 0,-8 17 0,-5 4 0,0 14 0,-1-16 0,1 0-225,1-1 0,4-1 225,5-3 0,1-4 0,8 1 0,6-19 0</inkml:trace>
  <inkml:trace contextRef="#ctx0" brushRef="#br0" timeOffset="84424">24073 7880 10861,'1'-7'629,"0"-1"-359,0 3 450,0 0-540,3 5 359,8 21-359,3 16-90,-4-6 0,0 3 0,0 3 0,-2 1-45,1-3 0,-2-2 0,-1-8 0,0-4-45,1 4 0,-2-23 0,-2-5 0,2-4 0,0-4 0,1-5 0,2-6 0,1-5-3240,3-4 3240,0-3 0,1-4-77,-5 15 0,0 0 32,0-1 0,0 0 90,-2 3 0,1 2-135,4-14 0,-4 12-3187,-4 11 3106,-2 11 1,-3 12 0,-4 13 0</inkml:trace>
  <inkml:trace contextRef="#ctx0" brushRef="#br0" timeOffset="84607">24704 8022 11940,'11'-15'1709,"-2"1"-1439,-6 10 90,-1 1-180,1-2-180,0 1 0,-6 3 0,-3 2 0</inkml:trace>
  <inkml:trace contextRef="#ctx0" brushRef="#br0" timeOffset="86137">20280 9647 10861,'0'-9'90,"1"0"90,2-1 0,0 2 89,5-7-89,-3 5 0,5-5 180,2 0-270,-2 3 180,9-9-180,-7 9 0,4-2 0,-5 5 0,-1 1 0,-1 2-90,0 0 89,1 0-89,-1 1 90,1 0-90,-1 1 90,4 1-90,-3 1 90,5 3-90,-7 1 0,2 3 90,-3 6-90,-3-1 0,1 14 90,-3-8-90,-1 9 0,0-5 0,0 1 0,0 2 0,2 3-490,0-2 490,2 1 0,-1-3 0,0-4 0,1 0-7,0-2 7,2-2 0,-1-2 0,3-3 0,3-2 0,-2-3 0,10-4 0,-1-5 0,0-1 137,0-5-227,-6 2-172,-1-1-8,-1-1-90,-2 1-179,0-1-91,-2 1-1079,-1 2-450,-1 0 2224,-2 1 1,0 2 0,-2 0 0</inkml:trace>
  <inkml:trace contextRef="#ctx0" brushRef="#br0" timeOffset="86671">20194 10168 11670,'8'-7'450,"0"0"-270,1-1-90,-2 2 0,3-4 0,-1 3 0,0 0-90,1-1 90,1 0-90,0 0 90,0 0-90,1 1 90,-2 1-90,1 1 90,1 0-90,-1 3 0,0 1 0,-3 3 0,-3 1-90,-1 2 90,-1 2-90,-1 2 0,0 1-180,-2 1 90,1 2 0,-2 1-90,0 2 0,1 0 1,-1-1-271,0 8 360,2-7-90,0 6 90,1-8 90,0-2-90,1-1 0,1-3 91,1-1-1,2-2 0,0-1 90,1-1 0,2-2 90,2-2-90,2-3 0,5-2 0,2-4 0,4-1 0,-1-3 0,3-2 0,-3 0-716,2-2 536,-3 0-179,-2 1-631,-1 1 630,-2 3 360,-3 1 0,2-1 0,0 1 0</inkml:trace>
  <inkml:trace contextRef="#ctx0" brushRef="#br0" timeOffset="87558">21627 9485 8612,'-7'-10'270,"2"1"-90,0 5 180,0-2-91,0 2-89,0-1 0,1 2 0,0 1 90,0-1-180,-2 2 90,1 1-90,-3 2 0,0 1 0,0 3 0,-3 2 0,-1 5 89,-10 13-89,6-1-45,0 1 0,0 4-1684,4-1 1,1 1 1625,0 3 1,-1-1 57,3 3 0,1-2-781,3-7 1,2 0 780,-1 1 0,1 0-566,2 1 0,-1 0 521,1 1 0,0 0 45,1 0 0,0 0-506,1 1 0,0-1 461,0 1 0,1-1 45,0 0 0,1 1-45,-1-1 0,1-1 45,0 1 0,-1 0-45,1 0 0,0-1 0,-1-1 0,1 1 0,-1-2 0,0-1 45,0-2 0,0 0 772,-1-2 0,0-1-817,0 17 45,-1-15 0,-2 0 1049,0 8-1094,-3 4 0,-7-7 0,2-9 0,-6 3 90,4-10-90,-1-3 0,-7-1 0,5-3 1476,-4-1-1476,5-3 0,0-1 1876,1-2-2596,-5-4-89,5 0-611,-4-7-199,7 2 1619,0-6 0,1-8 0,-1-4 0</inkml:trace>
  <inkml:trace contextRef="#ctx0" brushRef="#br0" timeOffset="87798">21282 10108 10321,'-4'-7'630,"1"1"-181,1 1-269,2-1 90,2 0-90,3 0 90,3 1-90,2-1 0,8 0 0,3-1-3392,6 0 3302,2 1-253,9 0 0,1 0 73,-16 2 0,-1 0-45,18-1 0,-2-1-405,-6 1-1978,8 0 89,-13 1 2429,7 0 0,-9 0 0,2-1 0</inkml:trace>
  <inkml:trace contextRef="#ctx0" brushRef="#br0" timeOffset="88058">21959 9938 11311,'-1'-7'539,"0"0"-359,2 2-90,1 1 180,1 0-180,4 3-3367,0 2 2482,3 2 1651,2 3-766,3 5 0,12 12 0,-6-2-45,-6-5 0,-1 0-786,5 11 831,1 4-90,-2-3-45,-7-8 0,-1 1-225,6 7-135,-5-7 0,-1 0-134,0 0-1260,2 2-360,-7-12 2159,0-3 0,1 1 0,-1-2 0</inkml:trace>
  <inkml:trace contextRef="#ctx0" brushRef="#br0" timeOffset="88266">22245 9922 10681,'-5'-13'-90,"0"1"90,1 4 0,1 2 0,0 2 0,-1 2 0,-1 2 90,-2 4-90,-3 2 0,-3 7 90,-2 2-90,-2 5-901,-2 4 901,0 3 45,5-5 0,-1 2-45,4-6 0,0 0 0,-4 6 0,0 0-90,-5 10-180,-1-2-89,4-3-361,-2-3-449,3-4 449,2 0-54,2-4 1,0 2 0,1-2-1</inkml:trace>
  <inkml:trace contextRef="#ctx0" brushRef="#br0" timeOffset="89890">22805 9689 9062,'1'-8'1799,"0"2"-1080,1 1 1,-1 1 269,0-1-1528,-1 0 269,-3 3-90,-2 0 90,-3 3 180,2 0 0,-2-1 0,3 0 0,-3 0 0,3 0 90,-3 0-89,3-1-1,-3 1 90,2 0 0,1-1 0,-1 0 90,1 1 629,-1-1-629,17 3 0,-3-2 0,17 2 0,-2-3 0,5 0-45,-2-1 0,3 1-752,4-2 1,2 0 736,-5 1 0,1-1 0,-1 1-964,9-1 1,-3-1 933,-2 1 0,-4 0 90,10-1-183,-8 1 273,4 1-90,-13 0 90,1 0-91,-12 0 91,-3 2 0,2-2 1150,-4 1-1150,1 1 2173,-7 4-2263,-1 5 50,-3 0-140,-1 3 90,1-3-90,0 2 0,-1 0 0,0 4 90,-1 1-90,-2 4 0,0 2 0,-1 3 0,-1-1 0,0 1 0,-1 0 90,-5 12-2392,3-9 2302,-3 10 0,3-11-2629,3 0 2629,-1 1 0,0 0-432,3-9 1,1 1 431,-3 8-300,-2 6 300,6-15 0,1-3 0,-1 0 950,1-3-950,1 0 2524,-1-1-2524,0 3 1478,1-6-1478,0 2 660,1-5-660,-1-1 572,-1-1-572,1-2 0,-4 0 0,2-3 0,-2-1 0,1-1 0,0-2 0,-1 0-90,0-3 90,0-1 0,-5-8 0,2 0-655,-5-6 655,3 2 0,0-1 0,-1-2-285,0-1 285,2 5 0,0 0 0,-6-14 0,3 4 0,-1-2-775,6 13 0,0 0 775,-2-6 0,0 0 0,-4-9-892,-1 3 892,2 1 0,0 4 0,0 2 0,2 3 468,2 3-468,2 3 0,1 2 134,1 2-134,2 1 0,0 2 1511,0 1-1601,2 1-730,0 2 1,4 12 0,2 5 0</inkml:trace>
  <inkml:trace contextRef="#ctx0" brushRef="#br0" timeOffset="90814">23498 9717 10411,'2'-8'-270,"1"0"360,-1 2 270,4-1-180,-4 3 180,2-1-180,-1 1 89,0 1 1,1 0-90,-1 1 0,4 3-90,-3 2 0,2 4 0,-2 2 0,1 12 0,-1-2-45,-2 2 0,1 3-1164,-2-1 0,0-1 1119,0 2 0,0 1 45,-1 6 0,-1-1-208,-1 5 208,0-7 0,0 0-45,-2 3-841,-1 5 841,1-14 90,1-6-314,0-2 224,0-2 1967,1-3-1967,0-1 182,1-2-92,-1-2-90,1-11 0,2 1 1075,2-20-1075,2 5 0,3-10-817,2-1 817,1 2 0,4-6 0,-1 2 0,3-2 0,0 1 0,1 1 0,-1 4 0,0 3 0,-1 5-410,1 2 410,-2 4 0,0 4 0,1 3 0,-5 4 0,3 3 0,-6 6 0,6 9 0,-3 12 0,1 2 607,-4 6-607,-5-7-567,-2 1 567,0-2-321,-1 6 321,0-9 0,-1 0 0,1 12-486,0-13 0,0 0 486,0 7 0,1-3 0,1 0 393,0-5-393,0-2 0,0-3 811,3 3-991,-1-6 0,2 3 243,-1-8-332,1-2 1093,1-1-1993,2-2-360,-2-1-90,3-3 1619,-2-1 0,3-5 0,2-2 0</inkml:trace>
  <inkml:trace contextRef="#ctx0" brushRef="#br0" timeOffset="91737">24369 10068 9871,'9'-3'180,"1"-1"0,-5 2 90,2-1 270,-2 1-270,3-1-1,-3 0-89,2 1 90,-2 0 0,0 0 180,-1 1-270,1-1 179,-2 1 811,2-1-1080,-14 3-90,4 0 90,-20 4 0,-5 2 0,-2 0-832,-7 2 832,8-1-90,0 0 0,1 1-3146,-3 2 3236,3 0-90,10-2 0,0 1-666,-6 4 666,-7 5-217,16-6 217,2 0 0,2-2 427,3-1-427,2 0 2920,0-1-2920,2 0 1033,1-1-1033,1-1 390,0-1-390,1 0 0,1-1-90,0-1 90,2 4 0,1-3 0,2 3 0,4-3 0,-1 0 0,4 0 0,-1 0 0,1 0 0,2 2 0,0 1 0,3 0 0,1 2 0,0 0-89,3 2 89,-1 0 0,1 1-90,5 7 0,0-1 0,-1-1-90,-4-3 90,-8-6-90,-1-1 90,-1-1 0,-1-1-90,2 2 0,-3-3 90,1 0 0,-2-5 90,-3-2 0,1-8 90,-5-5 0,0-3-333,-3-2 333,1 2-90,-2 0 90,-4-16 0,2 10-90,0 3 0,1 0 90,-2-1-90,-5-14 0,6 19-255,-3-7 255,5 14 237,0 1-417,1 2-90,0 2-180,-1 0-90,0 2-269,0 0-729,0 1-800,-1 1 2338,1 1 0,-1-1 0,1 1 0</inkml:trace>
  <inkml:trace contextRef="#ctx0" brushRef="#br0" timeOffset="92356">24507 9443 10501,'-1'-8'180,"2"3"-90,6 5-90,1 3 90,7 6 0,0 6-90,4 7 90,1 10 0,0 4-1729,-7-10 1,-1 0 1373,2 3 0,1 4 0,-2-3 265,-3-2 0,-2 0-200,3 6 1,-1 1 244,-3-5 0,0 0-45,1 3 0,-2 1 0,0-3 0,-2 0 30,0-1 0,0 2 0,-1-2-30,1 5 0,-2 0 30,1 3 0,-1 3 0,0-4-759,-2-4 1,-1-1 773,0 10 0,0-2-45,-2-13 0,0-1-337,-1-1 0,0-1 337,-2 0 0,1-2 0,-2 0 0,-1-2 1124,-10 18-1124,-3-6-90,-5-4-90,-3-5-90,-4-4-89,-3-6-271,0-3-45,15-7 1,0-1 44,-1 0 1,0-1 653,-1-1 0,-2-2 1,-11-1-1,-2-2 1,-2-2-1,0 1 0</inkml:trace>
  <inkml:trace contextRef="#ctx0" brushRef="#br0" timeOffset="92931">22673 9518 9332,'4'-9'90,"1"0"0,-3 3 89,1 1 1,0 0 0,0 0 0,-1 1 90,1-1-90,-1 0 90,0 1 179,1 0-359,-2 8 0,-1 1 0,-2 10 0,-3 7 0,-2 7 0,-2 9-777,4-16 1,0 1 731,0 1 0,-1 1-45,1 0 0,0 3 60,1 4 0,-1 5 0,2 4-24,2-4 0,2 4 0,0 1 0,1-1 0,-1-2-81,-1-3 0,-1-2 0,2 0 0,1 3-502,2-2 1,2 4 0,1 2 0,0-2 0,1-5 0,1-6-691,3-1 1,2-4 726,0 1 0,3 3 0,-2-5 510,17 5 0,-8-11 0,3-1 0,1-1 0,1 0 0</inkml:trace>
  <inkml:trace contextRef="#ctx0" brushRef="#br0" timeOffset="106204">19153 6139 7263,'-10'-1'719,"2"1"-449,1-2 1349,3 2-1439,7-4 90,-1 3-90,6-3 90,-3 3 0,2-1 179,8 0-269,0 0 180,25-3-180,-13 1 0,2 1-1637,1-1 1,2 0 1546,9-1 0,1 0 0,-7 2 0,3-1-23,-7 2 1,3-1-1,1 0 1,-2 1-828,4-1 1,-2 1 0,3 0 781,-1 0 1,1 0 0,1-1-1,-2 2-520,3-1 0,-2 1 1,0-1 497,2 1 0,0 0 0,0 0-243,-8 0 1,-1 0 0,1 1 0,0-1 264,0 1 1,1-1-1,0 1 1,0 0-46,0-1 1,1 1 0,0 0-1,0 0 45,0 0 1,0 0 0,0 0-1,1 0-22,4 0 0,0 0 0,1 0 0,-1 0 22,-3 0 1,-1-1 0,1 1-1,0 0-22,3 0 0,0 0 0,1 0 0,-1 0 22,-4 0 1,-1 0 0,1-1-1,-1 1 74,0 0 0,0 0 1,1 0-1,1 0-78,1-1 0,3 1 0,1-1 0,-1 1 0,-3-1-18,1 1 0,-2 0 0,0 0 0,2-1 0,-2 1 0,3-1 0,0 1 0,-1-1 0,-3 0 30,8 1 0,-3-1 0,0 1-30,0-1 0,-1 1 0,0-1 180,-2 1 1,0-1 0,0 1-152,-2 0 1,0-1 0,-1 1-177,-1 0 1,-1 0-1,-1-1 192,11 0 0,-1 0-45,-4 1 0,0-1 512,-7 0 1,0 0-423,6-1 0,-2 1 0,-12 1 0,0-1 0,3 0 0,-3 0 1808,-2 0-1629,-4 1 91,-3-1-180,2 0-90,-5 1 1157,2-1-1067,-6 1 2940,1 0-3030,-2 1 866,0-1-777,3 1-89,-2-1-90,2 0-269,-2 0-3008,-1 0 2457,-8-4 1,2 2 0,-7-2 0</inkml:trace>
  <inkml:trace contextRef="#ctx0" brushRef="#br0" timeOffset="119531">20389 11320 8432,'-10'-2'540,"0"0"-180,6 1-1,-2-1 1,2 1 90,-1-1-90,1-1 0,0 1 89,-1 0-89,1 0-360,8 1 0,0 1 90,9 0-90,2 1 0,8 0-1701,8-1 1701,-10 0 0,2 0-924,2-1 0,0 1 924,4 0 0,3-1 0,4 0 0,4 1 0,-1-1-729,-8 0 0,0 1 1,1-1 750,1 1 1,2-1-1,0 0 1,-2 1-511,2-1 1,-1 1-1,0 0 488,1-1 0,1 0 0,0 1-44,1-1 1,1 1-1,0 0 44,1-1 0,0 1 0,0-1-136,1 1 1,1 0 0,0-1 135,-10 1 0,0 0 0,1 0 0,-1 0 22,1 0 1,0 0-1,0 0 1,0 0-23,1 0 0,-1 0 0,1 0 0,0 0 0,1 1 0,-1-1 0,1 1 0,-1-1 0,1 0 0,0 0 0,0 0 0,-1 0 24,1 1 0,-2-1 0,2 0 1,2 1-7,1-1 0,2 0 0,1 0 0,-1 0 0,-1 0-18,0 0 0,-2 0 0,0 0 0,1 0 0,0 0 0,1 0 0,1 0 0,-1 0 0,0 0 0,0 0 0,-1-1 0,0 1 0,-1 0 0,-1 0 0,0 0 0,-2 0 0,0 0 0,2 0 0,-1 0 0,2 0 0,0 1 0,-1-1 0,-3 0 30,7 0 0,-2 0 0,-1 0-185,0 1 1,0-1-1,0 1 185,-2-1 0,0 1 0,0-1-14,-2 0 0,0 1 0,0 0 14,-4-1 0,0 0 0,0 1-30,11-1 0,-1 1 45,-5 0 0,-1-1 0,-1 0 0,-1 0 165,-3 0 1,0 0-166,-3-1 0,-2 1 982,18-1-937,-10 0 1536,-6 1-1446,-5-1 2176,-4 1-2266,-2-1 180,0 0-90,-3-1 1512,0 1-1602,-1-1 661,-4 2-931,3-3 180,-4 3-1259,1-2-2018,-1 0 2927,-1-1 0,-2-2 0,-1-2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18:36.60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12265 11205 5734,'-3'-5'0,"-1"-1"0,2 3 90,0-1-90,-2 3 0,-2 1 0,-1 3 0,-14 8 0,-1 1 0,-5 3 0,1 0-157,2-1 1,-3 1 171,0 0 0,-6 4 0,-3 2 0,-1 0 0,4-2 0,5-2-1108,5-3 1,3-2 0,-2 2 1089,-4 1 1,-3 2 0,-2 1 0,2 0-1,3-1 3,-2 3 0,4-1 0,0 0-733,-1 1 0,0 0 0,0 0 733,0 0 0,1-1 0,0 0 0,-1 1 0,1 1 0,5-6-90,4-2 90,-10 6 0,24-22 0,2-4 0</inkml:trace>
  <inkml:trace contextRef="#ctx0" brushRef="#br0" timeOffset="685">11926 11265 5734,'4'-5'3,"1"0"8,-2 2-3,5 1 3,15 2-8,4 1 0,3 0-1642,-5 1 1,0-1 1583,6 1 1,-2 0 55,-7-1 0,-2 1-2263,17 0 2270,-7 0 20,6 1-28,-28-2 0,9 3 90,-21 13 2179,4-6-2269,-17 18 0,-4 3 0,1-1-30,5-10 0,-1 4 0,1-3 30,-3 11 0,4-7 0,8-11 0,5-10 0,1-1 0</inkml:trace>
  <inkml:trace contextRef="#ctx0" brushRef="#br0" timeOffset="2118">12387 11164 5734,'-3'-5'0,"-1"0"22,1 0 1,-3 2-18,0 0-2,-1 3 0,2 1-3,1 1 8,-9 9-8,7-5 0,-6 7 9,6 8-9,4-13 2,-2 12 4,7-12-3,-1-4 2,8 0-4,-2-19-3278,1 3 3162,-4-7 115,-4 3 0,-2 4 0,0-1 0,-7 8 0,6 6 0,-5 5 0,4 7 0,2 4 0,1-1 3276,6 2-3160,0-17-26,7-5-90,-3-13 0,-2 2 0,-3-2 0,-8 0 0,2 9 0,-12-4 0,6 17 0,-4 0 0,6 3 0,4-3 0,1 7 0,1-6 0,4 6 0,2-15 0,-1 2 0,-3-17 0,-4 12 0,-7-10 0,0 14 0,-1 0 0,-7 10 0,9-2 0,-2 7 0,14-5 0,2-3 0,5-12 0,-7 2 0,-2-16 0,-8 13 0,-3-5-90,-6 19 47,8-2-777,-4 13 1,10-12 0,-1 5 0</inkml:trace>
  <inkml:trace contextRef="#ctx0" brushRef="#br0" timeOffset="2969">12319 11057 5734,'-4'-11'0,"-4"0"0,2 5 0,-3 0 47,-9 4-4,-14 3-1682,12 2 1,0 0 663,-15 5 975,10 5 860,11-3-860,-5 13 0,0 7 0,9 3 0,2 1 0,-8 0 0,2-1-1135,11 0 1,5-4 1134,2-6 0,2-3 0,2 2 1134,11 8 1,5 1-1135,-3-12 0,3-1 0,-1 0 0,6 8 0,0-5-223,0-10 1,0-5 266,-6-5 1,-1-2-1083,6-1 0,-1-2 1038,0 2 0,-1 0 1038,-2-2 0,0-2-1038,9-9 0,-2-1-2076,-3-1 2076,3 0 0,0-4 0,-14 0 0,-3-3 0,-1-5 0,-1-2 0,2 3 0,-1 0 126,-4 1 1,-4 0-127,-6-8 0,-3 3 0,0-1 45,1-1 0,-3-1-45,-5 8 0,-2 1 0,1 5 0,0 0 0,-2-5 0,-1 2 1348,-8-3-1348,11 17 0,-17-4 0,-4 1 0,1 2 0,5 5 0,-8 0 0,-1 0 0,4 3 0,-5 5 0,1 2-564,5-3 0,-3 1 1,4 0 563,-1 3 0,4 2 0,-6 4 540,5 4 1,-4 5 0,3 5-609,11-1 1,3 3 0,0 1-1,-1 0 68,-5-2 0,-1 0 0,0 0 0,4 1-146,7 1 0,1 1 1,4-1-1,1-4 0,2 5 1,2-5-1,0-4 0,-1 0 1</inkml:trace>
  <inkml:trace contextRef="#ctx0" brushRef="#br0" timeOffset="13667">3143 13853 5734,'-7'2'36,"6"1"-11,3 0-2,4 0-17,-2-1 84,7 0-3367,8-1 3252,-1 1 70,1-1 0,4-1-772,1 0 1,2 0 0,-1 0 726,5 0 0,0-1-2,-2 1 0,1 0 0,3-1 20,-2 1 0,3 0 0,2-1 0,-2 1 0,-1-1-18,3 1 0,-2 0 0,6-1-87,-8 1 0,4-1 0,3 1 1,2-1-1,-1 1 0,0-1 1,-3 0 86,-1 0 0,-1 0 0,0 0 0,-1 0 0,0 0 0,-1 0 0,4 0 0,-1 0 0,0 0 0,-1 1 0,1-1 0,-1-1 0,-1 1 0,0 0 0,2-1 0,2 1 0,-2 0 0,4 1 0,0 0 0,2-1 0,-2 1 0,-3 0 0,-3 0 0,-1-1 0,-5 1 0,2 0 0,5 0 0,-6 0 0,4 1 0,4-1 0,3 1 0,0-1 0,2 1 0,-1 0 0,-2 0 0,-1-1 0,-4 1 0,-4 0 0,10 1 0,-6-1 0,-1 1 0,3-1 0,-2 1 0,3-1 0,1 1 0,1 0 0,-1-1 0,-3 1 0,0 0 0,-3-1 0,1 1 0,-1 0 0,2-1 0,-2 0 0,2 0 0,0 0 0,0 0 0,0 0 0,-2 0 0,-1 0 0,-1 0 0,0 0 0,1-1 0,3 1 0,-3 0 0,5 0 0,1-1 0,2 1 0,1-1 0,-2 1 0,-2-1 0,-4 1 0,-4-1 0,6 0 0,-6 0 0,4 0 0,4 1 0,6-1 0,1 0 0,-4 1 0,-8-1 0,-5 0 0,-3 0 0,1 0 0,3 1 0,0-1 0,8 0 0,1 1 0,-2-1 0,-7 1 0,-1-1 0,3 0 10,1 1 1,5-1 0,0 1-1,-1-1 1,-6 0-11,3 0 0,-2 0 232,5 1 0,3-1 1,-3 0-233,1 0 0,-2 0-375,-1 0 0,0-1 375,-3 1 0,0 0 0,-2-1 0,0 1 843,2-1 1,-2 1-844,6 0 45,-1 0 0,1 0-1603,-3 0 1558,-6 0 0,-6 0 934,-3 0-934,-7 0 567,-5-1 0,-11-2 0,-12-1 0</inkml:trace>
  <inkml:trace contextRef="#ctx0" brushRef="#br0" timeOffset="15567">18932 13787 5734,'7'-6'360,"0"2"-360,-2 2 0,1 1 0,3 0 89,1 0-89,11 0-1093,6 0 1,8 0 0,-2 0 827,-7 0 0,-1 1 1,3-1-89,5 0 1,2 0 0,3 1 0,-1-1 352,-7 1 0,1 0 0,0 0 0,0 0 0,1 0-141,4 1 0,1-1 1,0 1-1,1 0 1,-1-1 140,-6 1 0,-1 0 0,1-1 0,0 1 0,1-1 0,2 1 0,-3 0 0,1 0 0,0 0 0,2 0 0,0 0 0,1 0 0,1 1 0,0-1 0,-1 0 0,-1 0 0,0 1 0,1-1 0,1 1 0,0-1 0,0 1 0,0-1 0,-1 1 0,0 0 0,-1-1 0,0 0 0,4 1 0,-1 0 0,-1-1 0,-1 1 0,1-1 0,1 0 0,1 1 0,3-1 0,-7 0 0,2 0 0,2 0 0,1 1 0,2-1 0,0 0 0,1 0 0,-1 0 0,-1 0 0,-2 0 0,0-1 0,-4 0 0,-2 0 0,-3 0 0,10-1 0,-6-1 0,-2 0 0,0 0 0,3 1 0,1 0 0,3 0 0,2 1 0,0 0 0,-2-1 0,-4 0 0,-6-2 25,10-2 1,-11-2 64,-9 2-1,-2 1-178,-3 1 1677,6 2-1588,-28-3 0,3-2 0,-19-5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18:36.04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12312 8747 10591,'-5'4'180,"2"1"-90,3 1-90,1 0 0,-1 0 0,1-1 0,1-1 90,-1 0 0,4-6 90,-5 0-90,0-3-90,-5 5-3277,0 1 3162,1 6 115,2-2 0,2 1 0,0 0 0,0 0 0,1-1-90,0 0 3366,0-2-2441,-4-7-565,2 3-180,-6-4-90,4 8 0,0 2 0,3 1 0,2-2-90,2-1 90,1-4 0,0-1 0,-2-1 90,0-5 90,-4 3-180,0-4 90,-2 5 0,-1 0 0,0 2 0,0 0 0,-3 2-180,3 2-540,-3 3-719,4 1-1928,1 0 3264,3 0 0,1-3 0,0 0 1</inkml:trace>
  <inkml:trace contextRef="#ctx0" brushRef="#br0" timeOffset="10959">12305 11119 10141,'-7'4'90,"2"0"-90,3 1 0,1-1 0,-1 2 0,2-1 180,1 0-90,3-5 90,-1-2-90,1-4 450,-2 0-271,-1-8-269,-5 12 0,2-5 0,-4 14 0,5-3 0,1 1-90,2-2 90,3-2 90,0-2-90,0-2 0,-8 1 0,0 2 0,-4 0-90,4 3 180,7-1-90,-9 3 0,8-3-90,-9 3-89,2-2-361,2 0-360,-1 2-1438,3 0 2338,2 1 0,4-1 0,2-1 0</inkml:trace>
  <inkml:trace contextRef="#ctx0" brushRef="#br0" timeOffset="23922">12476 11052 8972,'-1'-16'989,"2"7"-809,1-10-180,0 11 90,3-5 0,1 2-90,3-5 90,4-3-90,4-4 0,3-4-1481,3-3 1481,-10 13 0,0 0 0,1 0 0,0 0 0,0 0 0,2-2-322,8-10 0,1 0 322,-6 7 0,0 0 0,6-7 0,1 0 0,-8 11 0,0 0 45,6-5 0,0 0-45,-6 7 0,0 0 0,4-3 0,-1 1 0,3-2 0,0 1 0,-8 7-51,2-1 51,-10 8 0,1 0-90,-2 2 1428,-1 1-1518,0 0 592,-1 2-772,1 0-1552,2 2 1912,-1 0 0,3 2 0,-2 0 0</inkml:trace>
  <inkml:trace contextRef="#ctx0" brushRef="#br0" timeOffset="24516">12601 10667 9332,'0'-9'989,"-2"14"-899,1 1-90,-1 12 90,-1-3 0,-1 4-90,-4 17 0,0-6-531,2-9 0,0 0 620,-4 12-89,2-9 0,0 0 0,-4 14 0,4-15 0,-1 0 0,2-3 0,0-1 0,-2 9 0,-3 4 90,6-10-90,3-6 255,-2 0-255,4-6 0,0-3 0,0 0 0,2-1 0,2-1 0,4-3 0,0 0 898,7-5-898,0-3 0,1 0 0,0-3 0,-2 3 0,-2 0 0,2-2 0,-1 1-90,1 0-180,0-1 0,1 1-270,-2 0-719,0 0 360,-1 1 899,-1 1 0,4-2 0,1-1 0</inkml:trace>
  <inkml:trace contextRef="#ctx0" brushRef="#br0" timeOffset="25099">13414 10166 9871,'-2'-10'1080,"1"0"-631,-2 6-269,0-1 0,0 3 180,-2-1-270,2 1 90,-5 3-90,2-1 0,-3 4 90,-3 5-90,3 0-384,-6 9 384,5-3-85,-2 5-5,2 0 90,2 1-90,1-1 90,2-1-424,2-2 334,2 0 90,1-2-90,1 0 281,3 4-191,4-1-180,1-1 175,2-5-175,-2-7-13,5 0-257,-3-3 0,4-1-90,-3-3-269,-1 0-810,1-2-270,-1-1 1799,0 0 0,2-3 0,0 0 0</inkml:trace>
  <inkml:trace contextRef="#ctx0" brushRef="#br0" timeOffset="25706">13498 10420 11400,'3'7'360,"0"-2"-270,0 0-90,-1-2 0,0 1 0,1-1-3277,1-3 3162,0-2 205,2-3-90,-1-2 0,0-2 0,0-4 0,1-1 0,0-3-90,0-4 180,-2 0-90,1-3 0,-2 2 0,-1 2 0,0 1 3276,-2 1-3160,-1-4-26,-3 2-90,-2-1 0,0 7 0,0 7 0,3 5 0,-3 3 90,2 0-90,-1 3 0,2 1-90,2 3 0,2 3 0,0-1 0,3 1-90,0-6 180,2 0-269,5 1 89,2-3 90,6-1 0,-5-3 90,0-1-90,-5-1 90,0 0-90,-1 1 90,0-2-90,-2 2 90,1 0-90,-2 0 90,0 0-90,1 2 90,-2 0 0,1 2 0,-2 1-90,0 1 90,0 1 0,0 0 0,-1 2 0,1 1 0,0 1 0,0 1 0,0-1 0,1 2 0,0-1-90,1 1 0,-1-2-90,1 1-90,-1-2-89,1 0-181,0-1-450,0-1 631,-1 0 359,2-1 0,3 0 0,1 1 0</inkml:trace>
  <inkml:trace contextRef="#ctx0" brushRef="#br0" timeOffset="26808">13908 10228 9332,'-24'-21'3276,"-3"11"-2235,15 20-951,-2 4 0,6 4 180,4 6-180,2-2-90,1 3 0,1-7-90,2-6 0,0 0 0,1-2 0,0 0-180,4 0 90,-2-2 90,2 0-89,1-5-1,-2-2 0,5-6 0,-7-5 180,1-1 0,-5-2 0,-2 5 0,-1 0 0,0 0 0,0 1 0,-1 0 0,1 1 90,0 1-90,0-1 0,1 1 0,0 0 90,-2-2-90,3 2 90,6-15-90,-2 11 90,22-22-90,-15 21 0,11-10 0,-14 13 0,11-9 0,-11 9 0,9-8 0,-12 16 0,-1 5 0,2 19 0,3 11 0,-2-3-1489,4-1 1309,-6-19 0,1 1 90,0-1-270,2 6-89,1 2-1,-2 8 360,-3-10-180,-8 4 180,-6-14 1489,-12 4-1399,7-7 90,-1-1-90,38-10 0,6-7 0,-4 2 0,1-2 90,10-10-278,-18 6 0,-2 0 368,6-12-91,-3-1 1,-3-5 0,-8 15 0,-1-4 0,-2 8 90,-3-8 90,0 3-180,-3-2 90,1 9-90,4 13-90,1 1 376,8 9-286,3-2-90,8 5 0,-4-2 0,1-1 0,3 4 90,6 5-90,-21-11 0,-1 0 0,-2 0 0,-9 18 0,-10-7 0,-1 1-315,4-1 0,0-1 0,-6 1 1,1-4 314,6-4 0,9-9 0,-1 0 0</inkml:trace>
  <inkml:trace contextRef="#ctx0" brushRef="#br0" timeOffset="27557">14570 10238 11041,'-6'-9'719,"2"2"-449,-2 1 450,-4 1 89,-4 2-449,-6 7 0,-4 17-270,9-3 90,-1 19-360,15-8 0,-1-3 90,6-3 0,0-15-630,16 0 361,-2-15 179,4-7 180,-11-5-90,-22-22 90,4 25 0,-7-13 0,30 8 0,-4 8 45,10-5 0,3 0 494,2-4-359,2-3-90,-12 26 0,-9 22-90,1 0 0,-3 7 0,-1-15 90,6 15-90,-3-11-210,4 9 210,-6-14 0,5 5 0,2-1 0,-1-2 0,-1-5 0,2-14 0,-6-4 0,7-10 150,-10-6 0,-2-3-150,0 5 0,0-1 0,0-7 0,-1 1 0,0-3-270,0 8 270,-1 13 0,1 8 0,0 11 0</inkml:trace>
  <inkml:trace contextRef="#ctx0" brushRef="#br0" timeOffset="28309">14996 10287 11760,'-11'-10'1439,"2"2"-1079,3 2 0,2 1-180,5 0-90,2 1 0,2 1-90,2 1 90,-1 0 0,0 1-90,-1-1 90,1 0 0,4-4-90,-3 1 0,10-31 0,-12 21 0,4-21 0,-16 20-90,-27 24 90,7 18-45,8-9 0,2 3-45,8 5 0,6 0-338,8 7 338,2-8 90,3-2-90,-1-10-89,10 4 89,-1-7 90,3 0-90,8-13 90,-14-1-769,11-9 769,-12 1 0,0-3 0,-2 0 228,-2-3-228,-3 1 0,1-6-827,-3 3 827,0 0 0,-3 3 0,-1 3 0,-2 1 0,0 3 642,-3-4-642,2 6 2,-3-2-2,2 6 791,0 2-791,0 0 0,5 8 0,2 0 0,8 4 0,-1-4 0,9 0 0,-5-5 0,4 2-90,-5-2 90,-4-1 0,-1 1 0,0 0 0,-1 0 0,0 2 0,-2 1 0,1 2 90,-3 1-90,0 1 0,-1 3 0,-2 1 0,0 2 0,-2 1 0,1 1 0,-1 2 0,1-1 0,0 8 0,1-5 0,2 5 0,0-8 0,1-2 0,0-2 0,1 0-180,1-2-179,1-1-91,-2-1-2159,5-1 361,-4-3 2248,3-1 0,2-2 0,2-2 0</inkml:trace>
  <inkml:trace contextRef="#ctx0" brushRef="#br0" timeOffset="28502">15826 10263 12300,'8'-5'1349,"-1"0"-269,-3 3-181,-1-1 91,0 0-541,0 0-3726,1 1 0,-1 3 2532,-5 3 0,-4 6 0,-5 1 0</inkml:trace>
  <inkml:trace contextRef="#ctx0" brushRef="#br0" timeOffset="29235">13479 10600 11311,'-13'2'-180,"1"-1"360,-4 1 89,5-1-89,-4 0 90,6 0-90,1 1 0,1-2 0,1 1 449,-2 0 271,16 0-720,3-1 44,16-2 1,15-2 0,5-1 0,-7 0-1296,-8 3 1,-3-1-1,3 0 1089,5 0 0,5-2 0,2 1 0,-1-1 0,-5 2 12,0 0 0,-4 1 0,3-1-430,-4 1 0,3 0 1,0-1-1,0 1 1,-1 0 421,1 0 1,-2 0-1,0 0 1,3 0-309,2 0 1,3-1-1,1 1 1,-1 0 0,-3 0 285,-2 1 0,-2 0 0,-1-1 0,0 1-232,5 0 1,0 0 0,-1 0 0,0 1 253,-4-1 1,-1 1-1,0 0 1,5 0 48,-6 0 1,2 0 0,2 0-1,2 1 1,0-1 0,1 1-1,0 0-61,-2 0 0,1 0 0,1 1 0,0-1 0,1 1 0,0 0 0,-1-1 0,-1 1 0,-1-1 2,3 1 1,0-1 0,-2 0 0,0 0 0,0 0 0,-1 1 0,2-1-13,1 1 0,1 0 0,1 0 0,0 0 0,-3 0 0,-2 0 0,-4 0 210,10 0 0,-6 0 0,-4 0 107,-7-1 1,-1 0-228,19 1 0,-5-1 1576,-27-1-1576,-3-2 1079,1 1-1079,-5-1 2714,2 1-3074,-2-2 1746,3 1-2555,-3 0 299,2 0-2188,-4 1-309,3 0 2904,-2-1 1,-2 1-1,0 0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19:09.37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10323 3063 5734,'4'-9'3,"-2"-2"-3,-3 3 0,-2 2 0,2 3 0</inkml:trace>
  <inkml:trace contextRef="#ctx0" brushRef="#br0" timeOffset="634">9207 3052 5823,'-12'23'0,"0"0"0,0 0 0,-1 7 0,-2 3 0,1 1 0,3-2 0,2 3 0,2-1 0,-1 0-820,0-5 1,-1 1 0,1 0 0,1-2 140,2 2 1,2-1 0,1 1 945,3 0 1,2 2-1,1 0 1,-1-4-268,0 0 0,1 1-306,0 0 0,1 4 0,0-1 1,1-6 305,0-6 0,1-2 0,3 4 0,1 2 0,0-1-179,4 7 0,1-1 179,-4-5 0,1 1 0,-1-3 0,3 3 0,-1-2 0,2 1 0,-1 0 0,3 1 0,-1 0 0,-5-7 0,0 0 0,8 11 0</inkml:trace>
  <inkml:trace contextRef="#ctx0" brushRef="#br0" timeOffset="3798">9340 4299 5756,'23'10'0,"-19"-18"0,-3-9 0,-1-7 0,-2-6 0,-2-5 0,-1-5 0,0-3 0,-2-2 0,0-1 0,0-1 0,0 1 0,0 2 0,1 3 0,1 4 0,0 4 0,3 7-820,-1-13 1,1 9 0,1-1 0,-2-8 670,0 12 0,-1-5 0,-1-5 0,-1-4 0,-1-3 0,0-1 0,0-2 0,0 1 0,0 1 0,1 1 0,1 4 0,0 4 1,2 4-1,2 6 0,1 7 0,2 8 149,8 3 803,1 0-803,0 0 939,-5 4-939,12-10 0,-5 3-17,7-4-770,-8 6 793,-3 2 2762,22-12-2765,-17 10-1,17-10 704,-10 8-701,2 0-1503,0 0 1498,-4 2 1074,9-1-1071,-7 2 0,10-2-3,-14 5 3,6 0 0,4 0-1902,0 0 1899,-2 1-653,-4 1 0,0 1 653,-1 0 0,2 0 0,4-1 0,-3 2 0,-1-1-454,0 2 1,-1-1 453,4 0 0,-1 1 0,6 0 0,-18 1 0,11 1 0,-9-2 0,12 3 1448,11 0-1448,-14-2-1258,14 3 1258,-21-3 0,14 1 0,5 1 0,-3 1 0,-4-2 772,-12 0-772,5 3 0,8 2 0,-8-1 0,9 9 0,-19-7 0,7 4 1470,-9-3-1470,6 12 1662,-6-7-1662,6 10 0,-8-11 0,7 22-2819,-4-9 2819,-3-9 0,0 2 0,0 10-1275,0 5 1275,-1-5 163,0 4-118,0-4 0,-1 0-45,0-2 0,1 5 0,1 4 0,-2-2 0,0-2 45,0-2 0,-1 0-45,1 6 0,0-1 0,-3-13 0,0-1 1134,1 13 1,0 3-1113,-2-9 1,0 2-1,-1 0 1,1-1-131,1 2 0,0-2 1,-1 3 129,-1 0 1,-1 4-1,0-2 1,0-7-2101,0 3 2078,-1-7 0,-1 2 0,0-1 0,1-2 376,-2 4-376,1-6 0,1 2 45,-2 3 0,0-1-45,0 1 0,0-2 0,0 2 0,-1-1 0,-1 1 119,-2 3 1,0 0-120,0 1 0,1-2 341,-2-2 0,1-4-341,2-7 0,-8 12 0,6-12 45,-2 3 0,0-1 920,2-5-965,-5 6 0,-5 3 0,-9 1-2222,3 0 2222,-2-5 0,8-6 299,4-3-299,-4 1 431,0-1 1,0-1-342,-1 0-694,1-1 0,0 0 604,4-2 0,-21 1 0,5-2 0,11 0 0,-3-1 45,-11-1 0,1-2 590,2 1-590,-5-2 0,1 0-1515,9 0 1470,-11-3 0,7 0 0,-2-1 0,0-1 0,0 0 0,-4-2 0,0 1 254,11 2 0,-1 0 0,-1-1-254,-5-3 0,-4-1 0,1-1 0,3 2-254,4 1 0,3 2 0,-3-2 254,-4-2 0,-4-1 0,0-1 0,7 2 0,1-2 0,3-2 216,4-1 1,-1-5 0,0-1 0,3 1-217,0 0 0,1-1 0,1 0 327,-7-6 0,1-1 0,7-2-417,11 2 0,6-3 0,2 1 0,0 3 0,2-8 0,2 0-172,-3 9 0,2-4 1,0-1-1,0 1 1,0 5 261,3-9 0,0 4 130,-2 6 0,-1 0 0,-1 2 0,-2 4 1,0 1-1,-1-1 0,0 1 0</inkml:trace>
  <inkml:trace contextRef="#ctx0" brushRef="#br0" timeOffset="11499">10931 3671 5781,'6'-6'582,"0"3"-582,-1 3 90,20 7-3367,-5-3 3230,-3-1 1,5 1 64,2-2 0,6 1 0,4 0 0,-1 0 0,-2 0-467,-1-1 1,-2 1 0,1-1-1,5 1 449,-7-1 0,4 1 0,3 0 0,2 0 0,1 0 0,0 0 0,0 1 0,-1-1 0,-3-1 0,-3 1 18,8 0 0,-4 0 0,-1 0 0,-1-1 0,3 1-263,2 0 0,1 1 0,1-1 0,-1 1 0,-1-1 1,-4 0 244,0 0 0,-2-1 0,-2 0 0,-2 1 0,3-1 0,-2 0 0,-1 0 0,-1 0 0,-1 0 0,-1 0 0,11 1 0,-5-1 86,-12 0-172,7 0 86,-14 1 703,-5-2-703,-8 3 0,-6-5 0,-6-1 0</inkml:trace>
  <inkml:trace contextRef="#ctx0" brushRef="#br0" timeOffset="15683">15502 3635 5734,'-13'-1'0,"-6"0"0,-2 0 14,1 0 152,2 1-166,23 1-3277,22-1 3342,1 1-65,-7-1 0,4 0-727,8 1 1,5 0 0,-3 0 726,-5 0 0,1 0-131,-2-1 0,5 2 0,-1-1 1,-5 0 130,1-1 0,0 1 0,2 0 0,6 0 0,1-1 0,-3 1 0,0-1 0,-1 0 0,1-1 0,0 2 0,3-1 0,-1 0 0,-3 0 0,-7-1 0,-2 1 0,-1-1 0,6 0 0,0-1 0,-4 0 0,2 0 0,-2-1 0,-1 2 0,0-1 363,4-2 1,3-2 0,-8 1-364,-7 1 76,6-4 0,-1 0-436,-10 2 180,3-2 1999,-9 2-1819,-14-4 0,-4-1 0,-9-6 0</inkml:trace>
  <inkml:trace contextRef="#ctx0" brushRef="#br0" timeOffset="17532">10052 2254 5914,'-8'0'0,"-5"-1"0,7 1 90,14 6 0,13-5-90,14-1 0,-8-6 89,0-13-89,-6-8 0,-1-6 0,-9 11 0,-1-2 0,0 1 0,2-2 0,1 0 0,-2 1-368,-3-5 1,-4 5 367,-2 8 0,0 7 0,3 11 90,-1 6-90,2 20 0,1 13 0,-1-4 0,-2-12 0,-1 2-110,0 0 0,1 7 1,-1 4-1,1 1 0,-1-2 1,0-5 79,0 5 0,-2-4 0,1 1-611,0-2 0,-1 2 1,1-1-1,-1-4 641,1 8 0,0-6 0,-3-3 0,-1-16 0,-2 6 0</inkml:trace>
  <inkml:trace contextRef="#ctx0" brushRef="#br0" timeOffset="17798">9995 2696 5823,'14'4'91,"1"-1"-2450,2-2 2449,0-1-90,4-1-1381,5 0 0,1-2 1381,7 0 217,-3-2 0,6-1 0,-6 1-217,2-3-767,1 0 0,-2 0 767,-10 1 0,2-3 0,1 1 0</inkml:trace>
  <inkml:trace contextRef="#ctx0" brushRef="#br0" timeOffset="18467">10633 2401 5812,'-1'-7'12,"0"-5"78,2 5-90,1-7 90,5 7-90,0 0-454,2 2 544,-2 4 21,22 1-21,0 22-1729,-17-1 1,-3 2 1637,-1-1 1,-4 0 0,-9 4 0,-6 2 0,0-6 0,-2 1 0,2-1 114,-1 2 0,1 0-114,-5 7 0,1-3 0,9-6 0,14-25 0,15-18 0,5-12 0,-9 10 0,2-4 0,-1 0 0,1 0 22,-1 1 1,1 1 0,-1-1-1,-1 1-22,0-1 0,0-1 0,-2 1 0,-3 5-147,-1 3 1,-4 4 146,-2 3 0,0 1 0,-5 14 45,-7 24 0,-5 8-45,4-12 0,0 1 0,-2 2 0,0 3 0,1-4 0,2-7 0,1-1 0,-1 11 146,6-7 1,2 0-147,5 8-1346,7 2 1256,3-23 0,6-9-633,7-7 1,2-3 722,-14 6 0,0-1 0,13-6 0,-3-1 0,-12 1 0,-1-2 0</inkml:trace>
  <inkml:trace contextRef="#ctx0" brushRef="#br0" timeOffset="20198">14555 2292 5765,'-7'-7'50,"1"0"-41,3 3-9,0 1 90,0-2 0,10-3-90,-2 2 45,18-2 0,9 2-45,-3 4 0,1 0 0,2-2 0,1 2 29,-5 4 1,0 3 0,-7 6-1669,-12 13 1,-5 5 1580,9-8 1,-4 2 0,-14 4 0,-8 5 1,-3 1-1,0-3 57,-1-1 0,0-3 0,-1 0 0,-2 5 0,0 1 0,1-3 0,-3 3 0,4-4 0,8-8 0,4-2 0,4 18 0,1 1 0,13-13 0,13-13 0,3-6-89,0-1 89,-3-3-32,-7-3 32,4-2-561,-3 0 1,5-5-1,-8 3 1</inkml:trace>
  <inkml:trace contextRef="#ctx0" brushRef="#br0" timeOffset="20868">15065 2519 5824,'2'-8'0,"1"-1"0,0 4 90,3-3-1729,10 0 1,3 1 753,0-2 1315,17-1 0,1 2-430,-16 5-695,2 1 0,-2 1 695,-12 5 90,2 12-90,-15 6 0,-4 2 0,5-5 0,-2 0 0,-6 8 0,-5 3 0,-3-4 0,-3 2 0,2-3 0,1 1 0,0-1 30,0-1 0,-1 0 0,5-3-30,5 1 1389,25-28-1389,6-9 0,7-7 0,0-4 0,-5 2 0,0-4 0,-1 0 0,1 1-567,1 1 0,1 1 0,-1 1 0,-2-2 567,-2 1 0,-2-1 0,-1 1 0,-5 5 2132,3-5-2132,-7 10 0,-5 11 0,-3 4 30,-5 15 0,-8 14 0,2-2-30,2-4 0,0 1 0,-1 2 0,-1 4 0,0 1 0,4-3 45,2 7 0,3-2-45,-4-4 0,5-2-39,15 4 0,7-8-321,15-16-769,-6-1 1,1-3 1128,-9-7 0,0-3 0,6-4 0,-1-2 0,-3 1 0,0 0 0</inkml:trace>
  <inkml:trace contextRef="#ctx0" brushRef="#br0" timeOffset="22183">19026 2445 5815,'6'-10'9,"-2"2"261,2-4-181,-3 7 271,2-6-270,-4 7 0,-14 19 0,-5 9-90,1-2 22,0 1 1,-6 8-1,0 1 1,3-5-23,1-1 0,1 0-1093,-1 1 1,-2 2 0,3-4 1034,5-7 1,3-3 57,-6 8-45,5-7 0,1 0 45,-2 2 0,0 8 0,14-23-90,9-1 90,13-6 3276,-7 0-3218,8 0 0,-1 0-3335,-6 1 3162,19-2 115,-24 2-32,-2 1 32,5-2 0,12-11 0,-9 4 0,3-10 0,-3 0 0,-9 6 0,11-16 0,-14 17 0,-3 6 3276,0 3-3226,-10 26 0,-5 12-50,0 1 22,2-7 1,-2 7 0,0 1-1,2-3-1115,2-6 1,1-1 0,0 1 1069,-3 3 1,1 2 0,1-3 22,0 0 0,3-4-180,4 10-180,1-18 1,4 10 359,7-38 0,-2-4 0,6-15 0</inkml:trace>
  <inkml:trace contextRef="#ctx0" brushRef="#br0" timeOffset="22848">19310 2620 5824,'2'-6'90,"0"0"-90,0 3 0,1-2 180,6-1-91,12-2-89,-4 1 45,5 3 0,0 3-45,-8 2 45,6 9 0,-4 4-45,-16 5 0,-3 1-1639,5 0 1,-2 1 1580,-8 4 1,-3-2 57,-4 5 30,-2-5 0,-3 4 0,0-2-30,1 1 0,-1 0 0,2-3 0,-1 1 0,3-3-1093,-5 5 1183,17-21 2850,25-26-2940,0-1 0,5-4 0,-2 0 0,-3 5 0,-2 0 0,2 0-713,-1 0 0,1-1 1,0 0-1,-4 4 713,0 0 0,-3 3 0,6-5-1906,1 0 1906,-7 6 732,-1 4-642,-21 32-1153,-7 6 1063,6-8 0,-2 2 0,-1-1 0,-2 2 0,1 1 0,0 4 0,0 1 0,0-1 0,-4 5 0,2 1 414,6 1 0,3 3 1,4-8-415,7-6 0,22-1 0,6-8 0,-2-22 0,-1 1 0,-1-4 0,-9-16 0</inkml:trace>
  <inkml:trace contextRef="#ctx0" brushRef="#br0" timeOffset="50848">7237 5161 5734,'-3'-6'45,"-1"-1"-3,1 3-39,0-1 87,-5 1 0,-6 2-90,0-1 90,0 3-90,3 0 89,-6 1-89,4-1 90,-20 3-90,23-2 0,-13 2 0,5 2 0,-11 6 0,4-2 45,-2 3 0,2 0-3322,9-4 3219,-1 1 1,1 0 57,5-3 0,-7 6 90,-7 5-1126,4-3 1036,-2 2 0,-5 8 0,15-11 1305,-14 12-1305,20-16 0,-5 7-2357,-2 8 2357,2-4 0,0 2 848,1 7-848,6-14 0,-5 14 0,8-19 0,-1 8 0,1 2 0,0 1-698,2-2 698,0-9 1086,4 23-1086,1-13 0,0 1 0,-2-2 0,1 1 0,4 7 0,0-1 0,0-6 0,3 8 0,-4-12 0,-4-8 0,11 17 942,4 2-942,1 3-161,-2-8 161,-5-8 3276,9 5-3240,5 5-36,-1-2 0,-4-5 0,-8-9 0,8 6 0,-9-7 0,4 2 0,2 0 0,-4-4 0,10 5 241,-6-6-241,5 1 0,-4-2 45,2-1 0,-1-1-45,-6-2-1259,13 0 1259,-17 0 0,7-2 0,12-4 0,-6 1 0,4-3 0,-1 0 0,-9 3 0,0-1 0,1 0 0,7-3 0,1-2 0,1 0 0,-5 2 0,5-5 0,-10 6 0,9-6 1042,-14 8-1042,-2 1 0,7-8 0,0 2 0,0-3 0,0 0 0,-2 1 0,2-4 0,1-1 0,4-10 0,-1 2 0,-5 3 0,-3 1 0,-5 7 0,4-9 0,-1-2-3175,-2-7 3175,-3 16 0,-1 0 0,1-12 0,-3 8 0,1-2 0,-1 3 0,-1-1-1134,2-5 0,0 1 1134,-2-6 90,-1 21-90,-2 0 0,-1-16 0,1 11 0,-3-10 2268,0 8-2178,-1 4-90,-1-9 0,0 7 0,-7-11 3276,-5-4-3173,7 13 0,0 0-2035,-7-8 1932,5 9-2752,-9-4 2752,11 11 0,-15-8 0,-3 2 0,8 7-598,-2-1 1,0 1 507,5 4 135,1 2 0,-4 1 276,-5 2 1,-3 1 0,-3 3-502,-1 4 0,-2 2 0,-1 2 0,2-2 112,5-3 1,2-2 0,-1 1 0,1 3 11,-2 3 0,-2 2 1,3 0-1,5-1 56,5-1 0,2-1-111,0 1 0,-1 0 0,-6 3 0,-1 1 0,0 0 0,-1 0 0</inkml:trace>
  <inkml:trace contextRef="#ctx0" brushRef="#br0" timeOffset="56597">7203 6708 5734,'-11'-10'0,"4"4"0,-2-1 0,4 4 0,0 1 0,-7-4 0,-15-4 140,6 4 0,0 0 215,-13-5-2252,1 3 2272,22 6 177,-10-2-2665,-15 0 2704,5 1-11,-5 0-367,4 4 1,0 1 154,-1 0-423,0 1 1,-2 1 261,7 2 1,1 2-361,-3 3 1,1 1 359,-1 0 1,1-1 1000,5 1 0,0 4-1021,0 4 1,0 4 0,3-1 11,0 0 1,0 1-606,-2 1 1,-3 2 0,3 0 486,7-4 1,2-1-1,1 2-421,2 1 1,1 0-1,0 0 281,-6 9 1,2 0 810,3 0 0,3 3-905,6-9 0,3 4 1,0 0-1,0-4-256,-1 0 1,2 3 218,0-5 0,1 7 0,0 2 1,1 1-1,1-1 0,0-3 6,2 0 0,1-3 0,1 1 0,2 2 37,0-1 1,1 3 0,2 1 0,0 0-1,0-1 1,0-3-32,2 4 1,0-1 0,0-3 0,1 0-25,0-2 1,0 0 0,2-3 0,-1-2-53,4-1 1,-1-2 0,4-2 182,1-3 1,3 0 0,1 0-1,-3-2 290,0 3 1,-2-1-1,4-1-260,1-2 0,4-1 1,2 0-1,0-2 1,-5-3-34,-1-3 0,-2-3 0,2-1 74,4 2 1,3-1 0,1 0-1,0-3-4,-4-2 0,1-3 1,0 0-1,-1 0 0,-3 0 4,5 1 0,-4 0 0,4-5 12,-9 0 1,4-3 0,1-2 0,1-2 0,-2 0 0,-2 1 0,-5 1-13,3-5 0,-5 1 0,2-4 0,-2 3 0,4-2 0,1-2 0,-1-1 0,-3-1 0,-3-2 0,-5-1 0,-4-2 0,-2-1 0,-1 0 0,0 1 0,-1 1 0,5 0 0,-1 2 0,-2-2 0,-5-4 0,-5 5 0,-3-4 0,-1-3 0,-3-3 0,-2 1 0,-1-1 0,-3 2 0,-1 3 0,-1 3 0,-4 5 0,-2 2 0,-2 2 0,-3 1 0,1 1 0,-1 0 0,1-1 0,2-2 0,1-3 0,1-1 0,1-2 0,0 0 0,0 1 0,-1 1 0,-1 2 0,-1 2-270,-3 1 0,-2 2 0,-1 2 0,0 1 0,0 1 0,0 1 0,1 1 270,-5-1 0,1 2 0,1 1 0,-1 0 0,-1 1-18,0-2 0,-1 1 0,0 0 0,0 0 0,0 0 50,1-1 0,0 1 1,0 0-1,0 0 1,-1 1-66,1 2 1,-1 0 0,-2 0 0,3 1 0,3 2 0,5 2 32,1 1 0,1 3 0,-7-2 0,-4 0 0,7 3 0,1 11 0,-1 2 0</inkml:trace>
  <inkml:trace contextRef="#ctx0" brushRef="#br0" timeOffset="58915">20373 7420 5734,'-3'-7'90,"0"0"-90,2 2 90,0 1 90,0 0-1,-1 0 1,17-5-90,7 4-1707,7-3 1662,-7 7 0,4 0-998,8 1 1,5 0 0,-2 1 952,-3-1 0,3 0 15,-8 1 0,4 0 0,4 0 0,-1 0 0,-2 0 0,-6 0-970,8 1 0,-2-1 955,-6 1 0,3-1 0,-1 1 0,-5-1-339,11 0 339,-11-1 0,11-2 0,-12 0 106,-4-3 1,-3-1-320,-11 1 2092,2-7-1879,-13 5 0,-7 0 0,-1 1 0</inkml:trace>
  <inkml:trace contextRef="#ctx0" brushRef="#br0" timeOffset="59416">21023 7150 5824,'2'-6'90,"2"-2"0,4 5-90,-1 0 0,5 3 45,6 5 0,0 1-3322,2 1 3219,0 0 1,3 1 57,-3 1 0,0 0-1135,0 2 1,1 0 1179,0 0 0,-1 0-568,10 8 523,-20-12 0,11 8 0,-11-7 0,7 5 0,-4-1 0,-15 1 0,-8 13 0,-9-7 1721,-9 4-1721,9-6 0,-2 2 0,3-3-90,-10 9 1044,5-2 0,-5 4 0,7-6-954,6-5 0,3-1 0,1 0 0,6-5 0,-1 1 0</inkml:trace>
  <inkml:trace contextRef="#ctx0" brushRef="#br0" timeOffset="60531">22010 7058 5756,'7'0'248,"-2"0"-158,-2 4-1,-3 3-89,-1 0 45,-7 9 0,-4 4-1684,-1 1 1,-1 1 1625,-1 2 1,-2 2 12,-2 3 0,-2 3-59,1-2 1,-1 2-1,2-2 59,1-3 0,1 0 0,0 1 0,-1 3 0,1 0 0,5-5-2180,3 7 2225,2-8 0,1-3-45,9-3 0,2-10 270,28 9 865,-8-13 0,2 0-1090,1 2 0,0 0-1018,0-4 0,-3-1 973,0-1 0,-2 0 0,13 1 0,-13-2-315,-1 1 0,-2-1-270,-10-1 585,9-3 0,-13 1 0,-2-2 0</inkml:trace>
  <inkml:trace contextRef="#ctx0" brushRef="#br0" timeOffset="60950">22402 7241 6453,'-23'30'0,"4"-2"0,7-6 0,1 2-1639,4-2 1,1 0 491,-3 2 1,2 0 1146,3 10 704,15-14 1,2-2-705,0-2 0,6 4 0,1-3 0,-5-10 0,7 0 0</inkml:trace>
  <inkml:trace contextRef="#ctx0" brushRef="#br0" timeOffset="61148">22409 7057 0,'-9'11'0,"1"1"0,3 0 0,-1 5 0,0 1 0</inkml:trace>
  <inkml:trace contextRef="#ctx0" brushRef="#br0" timeOffset="63348">22382 7190 5745,'-1'-8'79,"1"1"11,5 2-90,-2 2 90,8-8-90,-5 7 0,5-5 0,5 1 90,-3 1-90,5-2 0,-6 4 0,0 0-3277,14-3 3162,-9 3 59,9 2 0,2 0 56,-6 5 0,1-1 0,-1 2 0,-4 3 45,-2 4 0,0 5-45,0 11 0,-3 2-1071,1-4 0,-1 1 1071,-2 6 0,-3 0 0,-5-8 0,-3 1 0,-1 7 0,0-1 0,1-7 0,-2-1-25,-2 5 0,-2 3 0,0-5 115,-9 8-90,2-13 0,-4 2 0,0-4 0,-6-5 0,0-3 0,1 2 0,0-4 0,-6-9 0,1-4 0,-1-6 0,-5-2-90,12 1 1090,8-10-1000,7 12 0,-2-17 0,10 16 0</inkml:trace>
  <inkml:trace contextRef="#ctx0" brushRef="#br0" timeOffset="64265">23329 7143 5798,'0'-7'116,"-2"-3"-26,1 3 0,-2-4-1,-6 7 1,1 0-90,-6 4 45,-13 17 0,-2 6-3322,2 0 3268,7-6 1,-3 3 0,5-1-928,0 10 936,4 0 0,1 2-979,4-5 0,1 0 1024,-3 7 0,2-1-174,4-10 1,2 0 128,1-1 0,2 1 288,5 5 0,2 3 1,-1-3-289,-2-2 0,2-1 0,6 5 0,4 1 0,0-8-865,3-12 865,13 4 0,-16-16 1677,0-6-1677,-5-7 0,0-3 1492,3-1-1492,-5-16 0,-5-2 72,-9 3-72,3 8 0,-1 2 0,-2 2 0,5 15 0,14-1 0,-5 4 1638,14-1 0,3 0-1522,-9 3-116,4-1 0,0 0 0,6 4-3277,-2 9 3162,0-3 115,-10 9 45,-20 16 0,-5 4-45,1 1-726,3-11 0,-2 4 0,0-5 726,-2 6 45,2-6 0,1 3-667,2 0 1,0-1 621,0-2 0,1 0 666,1-4 1,3-1-1117,8 7 270,-4-16 180,5 10 0,-7-24 0,-1-2 0</inkml:trace>
  <inkml:trace contextRef="#ctx0" brushRef="#br0" timeOffset="64798">21436 8107 5824,'-9'-10'270,"7"2"-270,9 3 179,20 1 1,13 2 0,-4 0-135,-10 1 0,3-1-372,-4 1 0,5 0 1,4 0-1,2 0 1,3 0-1,-1 0 1,-2 0-1,-2 0 357,1 1 0,0-1 0,-2 1 0,1 0 0,0 0 0,1 0-368,1-1 1,0 1-1,1 0 1,1-1 0,-1 0-1,-1 1 1,0 0 337,0 0 0,0 0 0,-1 0 0,0 0 0,-3 0 0,-1 0 74,0-1 0,-4 1 1,1 0-1,6 0-47,-6 0 0,5 0 0,2 1 0,2-1 0,2 1 0,1-1 0,-1 0 0,0 1 0,-1-1 0,-3 0-16,1 1 0,0-1 0,-2 0 1,0 0-1,0 0 0,0 0 1,1 0-1,2 0-166,-3 0 1,2 0-1,1 1 1,1-1 0,0 1-1,-1-1 1,-1 1 0,-1-1-1,-2 0 1,-3 0 172,9 0 0,-2 0 0,-3 0 0,-4 0 0,-7 0 465,4-1-393,-10 0 119,-2-1-569,-9 3 986,-1-1-862,-11 5 1030,-1-1 1,-2 1-1,-3 1 1</inkml:trace>
  <inkml:trace contextRef="#ctx0" brushRef="#br0" timeOffset="70332">6509 9572 5734,'-6'-3'449,"0"1"-359,9 0-90,0 0 0,5 0 90,10 0 0,2 1-90,1 0 30,10 0 0,10 0 0,-1 0-850,-11 0 1,-1 1 0,0 1 0,1-1 812,1-1 1,0 1 0,1 0 0,-1 0-51,-2 0 0,0 0 0,0 1 1,2-1 74,3 1 0,3-1 0,1 1 0,-3 0 0,-3-1-18,-5 1 0,-2-1 0,2 1-224,4-1 0,4 1 0,1 0 0,-2-1 0,-4 0 314,4 0 0,-4 0-896,-7-1 0,-1 1 851,5-1 0,-2 1 135,-4-1 1702,-11 1-1342,5-1-264,-5 1-7,8 0 1072,-9 0-1431,0 0 3212,-3 0-3571,0 1-811,-1 0 721,-9 3 539,1 0 0,-5 1 0,4-1 0</inkml:trace>
  <inkml:trace contextRef="#ctx0" brushRef="#br0" timeOffset="73683">10495 9610 6004,'1'-8'0,"-4"-1"0,-1 5 90,-12-8-3367,-1 2 2302,-2-2 975,-4 0 474,1 1 1,0 1-475,-4-3 0,3 2 0,-4-1 0,4 1-2178,-5-1 2178,6 2 0,0 0 0,3 2 0,2 2 90,-16-5 1044,10 5 0,-1 2-1134,2-2 0,0 2 0,1 1 0,2 1 0,-14 0 1638,6 2 0,-2 1-1600,3 1 1,-2 1 0,1-1-1678,-10 2 1,1-1 1625,3 3 1,5-1-536,2 1 548,-3 3-1044,5-1 1,-1 1 1043,-10 3 0,10 0 0,-4 3 0,6-2 0,2 0 0,-1 2 0,-1 1 0,-2 12 0,13-11 0,0 0 0,-1-1 0,1 1 183,-2 11 1,3-1-184,6-4 0,-1-4 0,2 1 2268,4 9-2268,1-10 0,2 0-1628,0 13 1628,2 5 1293,0-7 0,1 0-1293,0-2-273,0 1 0,1 2 273,0-11 0,2-1 0,8 9 0,1 0 0,-5-6 0,0 0-802,6 1 1,3 0-1,-3-4 802,0-3 0,-2-3 0,4 1 757,10 3 0,-1-2-757,0-1-316,1 2 0,3-2 316,-9-5 0,0-2-806,0-1 0,1 0 806,1 1 0,1-1 104,-4-2 0,-2-1-14,2-1-90,2-2 0,5 0 0,-4 0 0,10-1 22,-10 1 1,5-1 0,2 0-1,-5 0-22,4-4 0,-2 0-363,6 2 0,0-1 363,-10-1 0,0-1 431,-3-1 0,1-3 1,0-1-372,0-2 0,0-2 0,1 0-60,3 0 0,1-1 0,-2 0 400,-6 1 1,-2 0-1,-2 0-400,-2-2 0,-3-2 90,2-12 0,-3-1-90,-1 11 0,-2 0 30,0-12 0,-2-5 0,-2 4-30,-6 9 0,-1 1 0,2-10 0,-1-3 30,-5 12 0,-2 0 0,-3 0-684,-7-4 0,-4 0 0,1 0 654,6 4 0,0 1 0,-1 1-48,-5-4 0,-2 1 0,-4 3 48,2 9 0,-4 2 0,1 2 0,2 1-465,-4-2 1,-1 1 464,2 1 0,-4-1 0,1 0 0,3 4 0,0 3 0,-1 2 0,2 1 0,-3 0 0,-3 2 0,0 0 0,0 2 0,-3 2 0,0 1 0,0 0 0,1-1 0,6-2 0,0-1 0,1 1 0,-1 0 0,0 2 0,-1 0 0,-1 2 0,0 0 0,0 1 0,2-1 0,4 0 0,-2 1 0,1 1 0,-1 0 0</inkml:trace>
  <inkml:trace contextRef="#ctx0" brushRef="#br0" timeOffset="79749">15292 9609 5734,'6'-7'0,"-2"1"90,0 0 0,-1 0 0,0-1-90,-3-3-3277,-6 0 3252,3 2 25,-5-1 89,-8-5-89,4 6 0,-18-15 90,7 11-90,6 3 0,-2 0 0,-13-4 0,-1 2 0,15 4 0,-1 0 0,-7-1 0,-3-1 0,3 2 0,-11 0 0,14 2 0,-1 1 0,5 0 0,-1 2 0,-10-1 0,-2 0 0,-4 1 0,-1 0-756,8 1 0,-1-1 0,3 1 756,-4 1 0,3 0 0,6 1 0,-1 0-307,-9 1 1,1 1 306,12-2 0,-2 1 151,-7 0 0,-5 2 0,-1 0 0,6-1-151,5 0 0,2 0-202,-6 0 1,-3 1 0,5-1 201,-1 1 0,3-1 302,2 1 0,-1 1-302,-4 2 0,0 1 0,0 0 0,1 0 0,6 0 0,1 0 0,-7 5-604,-6 7 604,7-5 306,0 2 1,2 1-307,5-4 0,-10 9 0,9-4 0,-4 7 2268,6-7-2268,0 5 0,2-1 0,7-8 0,-8 18 0,11-4 0,2 7 0,1-1 0,2-3 0,4-8 0,1-1 0,-1 0 0,1 1 0,1 0-157,-2-10 157,7 11-2216,-1-2 2216,3 4 0,-3-8 2216,0 0-2216,6 4 0,2 0 0,0 3 30,0-5 0,6 4 0,-3-5-1138,-6-9 0,-1-1 1108,8 7 0,1-1 0,4-1 105,2-4-75,-4-4 0,5 0 0,-3-1-30,-3 0 0,1 0 531,6-1 1,6 1-1,0-1 1,-4-2-532,5 0 0,-3-2-741,-5 1 1,2 0 0,-3 0 740,3-1 0,-4-1 2311,2 1-2311,-4-1 0,4-1 0,-3 0 0,-6 1 0,1 0 0,3-1 0,6-1 0,2 0 0,-1 1 0,-6-1 0,4-1 0,-2 1-679,3 0 0,3-1 1,-4 0 678,-10 1 0,-2-1 0,16-2 45,-2-2 0,1 1-45,-13 2 0,1-1 23,12-3 1,5-2-1,-7 1-23,-1-1-567,2 0 1,-1 0 566,-12 1 0,0-1 0,0 0 0,3-2 0,-5 2 0,0 0 1204,-3-1-1024,8-8-866,-5 0 0,0-2 731,-5 8 0,0-2 508,2-9 1,1-4 0,-4 3-464,-1-7 660,-1 4 0,-1 0-705,-6 8 0,-3 0-985,-1-7 0,-2 0 940,3 5 0,-3 0 701,-5-9 0,-4-4 1,1 6-702,-5-3 0,4 10 0,-3-4 0,0 5 0,-3 5 0,-2 2-30,0 0 0,-3 0 0,2 1-782,-4-1 0,0 1 812,-3-1 0,-2 2 465,-3 5 1,-4 1 0,5 2-556,7-1 0,0 1-726,-10-1 1,-4 0 0,7 1 635,-2 3 180,8 2 0,0-1-109,-11 2 0,12-1 0,1-1 0,-6 0 1</inkml:trace>
  <inkml:trace contextRef="#ctx0" brushRef="#br0" timeOffset="82064">20030 9559 5734,'-3'-6'90,"-2"-1"0,2 2 0,-5-1 0,-5-3-90,3 2 44,-17-6 1,-7-1-15,7 4 0,-2 0 0,-2 0 0,-3-2 0,-1-1 0,0 1-812,4 2 1,-1 0-1,2 1 782,-2-2 0,0 1-872,6 3 1,-2-1-1,2 1 872,1-1 0,-2 1-24,-4 0 1,-6-2 0,0 1 0,6 2 23,5 2 0,2 1-244,-4-1 0,-3-1 0,2 1 244,1 2 0,0 1-193,1 1 0,-3 0 1,1 1 192,-1-2 0,-3 2 321,5 1 0,-5 0 0,-1 1 0,2 0 0,6 0-321,0 0 0,2 0-535,-9 2 0,-5 0 0,7-1 535,-1 2 0,-1 1 0,-5 1 0,6-2 0,-1 2 0,1-1 0,5-2 0,0 1 0,-1 1 79,-6 2 1,-3 2 0,1 0-1,7-2-79,9-3 0,3 0-36,-7 3 1,-3 0-1,4 1 36,3 1 0,1 1 0,-2 4 0,-1 1 0,1-2 0,1 1 1012,1 0 1,1 2-1013,-1 7 0,3-1 0,0 0 0,0 1 0,2-1 8,9-9-8,-2 15-847,5-10 1,1 0 846,-1 16 0,2-16 0,3 1 731,5 2 0,2 2 0,0-3-731,4 13-259,-4-12 0,1 2 0,2-2 304,3 1 0,2-2-946,7 3 1,1 0 900,-2 1 0,0-1 1001,1-4 0,3 0-1001,-4-7 0,2 0 0,1-1 0,-3-2 0,0 1 0,1 0-67,2 0 1,7 2-1,2 0 1,-1 0 0,-4-4 66,-3-2 0,-2-2 0,0 0-462,7 3 1,1 0-1,-1-2 462,-6-2 0,-1-1 0,3 0 0,-1-1 0,2-1 0,1 0 0,1-1 438,4 1 1,1-1 0,1 0 0,0 0-439,-1 0 0,1 1 0,0-1 0,-3 0-672,6-1 0,-3 0 1,-5-1 716,-10 0 0,-3 0-45,-1 0 0,2 0 91,9-2 0,5-2 0,-4 2-91,-2 0 0,0-1 22,4-1 1,6-1-1,-1-2 1,-6 2 21,-6 0 1,-2 0 462,1 0 1,2-1-1,-3 1-417,1-2 0,-1 0-833,0-2 1,-1-1 787,-4 3 0,1-1 693,4-6 0,2-4 1,-3 2-694,-8 5 0,-1-1-1037,11-9 1,-2 0 991,-2-1 90,-1-1-594,-5 2 1,1 0 503,-5 7 0,0 0 565,3-8 1,1-2 0,-2 3-476,-1 0-681,0 0 0,-1 1 591,-5 8 90,4-15-45,-6 3 0,-2-2-45,2 6 0,-3-1 405,-7-4 1,-4-6 0,-2 1 0,1 5-406,0 6 0,-2 0-545,-4-7 1,-2-4-1,1 7 545,-9 2-90,3 6 1,-5 0-230,0 4 1,-3 1 0,1 1 259,5 0 1,1 1 0,-1 0 377,-4 1 0,-2 1 0,-4 2-319,3 2 0,-4 3 0,-1 1 0,0 0 0,4 0 0,5-1 0,2 1 0,0 0 0,-3 0 0,-7 0 0,1 0 0,-1 0 0,1 0 0,-1 0 0,1 1 0</inkml:trace>
  <inkml:trace contextRef="#ctx0" brushRef="#br0" timeOffset="92565">5703 11843 5734,'-5'-6'0,"0"-2"0,3 4 25,-2-1 40,2 0-65,-1 2 90,-2-3-90,2 2 90,-1 1-90,1-1 90,-1 1-90,1-1 0,0 0 89,1 0-89,-2 0 0,2 1 0,-4-3 90,2 2-90,-2-2 0,2 1 0,0 1 90,0 2-90,1-1 0,-2-1 0,2 1 0,-4-1 0,0 1 0,-1-1 90,-5 1-90,-4 2 0,0 0 0,2 1-587,5 1 587,5-1 0,-14 4 0,9-3 0,-23 8 0,20-5 0,-8 3 0,4 2 587,-9 9-587,9-3 0,0 1-1639,1-1 1,1-1 1523,-9 13 115,8-6-2268,-2 6 2268,3-7 0,2 4 0,1-2 0,3-4 0,-4 13 0,7-9-793,1 1 793,0-2 0,1 0 793,1 9-793,1-15 0,-1 15 2268,1-4-2268,2-13 0,-2 17 0,3-11-2268,3 8 2268,-1-6 0,2-1 2268,7 7-2268,-6-15 0,7 14 0,1-10 0,5 1-1312,0 1 1312,0-3 2741,11 0-2741,-16-7 0,17 6 0,-10-8 0,4-1 0,-1-1 0,-3-1 0,6-6 1963,-14 1-1918,8-3 0,1-1-3322,-4-3 3162,7-2 205,-8 0 0,5-7 0,3-7-2268,2 1 2178,-10 4 0,-10 11 90,-1-1 0,10-19-90,-7 13 45,3-10 0,0-2-45,0-3 0,-5 11 0,1 0 2358,3-11-2358,-6 12 0,-1 0 0,2-5 45,-3-9 0,-2 0-45,-2 7 45,-1 3 0,0 1-45,-1 3 0,-2-1 0,-5-13-1740,3 10 1740,-3-5 0,-1 10 0,-1 2 0,0 1 619,-1-1 0,-1 1-619,1 7-270,-15-2-1369,0 8 1,-1 2 1637,7-3 0,0 2 1,-15 2 0,0 3 0,1-1 0,13-2 0,-1 1 0</inkml:trace>
  <inkml:trace contextRef="#ctx0" brushRef="#br0" timeOffset="95664">3952 5405 5734,'-5'-4'180,"-1"0"-90,3 2 269,0 0-269,15-2-90,-1 1 0,9-1 0,-6 0 90,-6 1-90,8-6-3277,5-9 3162,-3 3-2153,1-6 2268,-11 10 0,-1-1 90,2-8-90,-1-1 0,-1 2 0,-2 4 0,-1 3 2268,-1 17-2268,1-7 1638,-3 19 0,-3 12-1580,-1 4 0,-1 2-1151,2-8 1,0 1 0,-1-1 1034,-1 10 1,1-3 57,0-13 0,2-1 0,0 2 0,2-1-90,0-3 90,0 3 0,0-1 0,5-9 0,-4-3 0,2-1 0</inkml:trace>
  <inkml:trace contextRef="#ctx0" brushRef="#br0" timeOffset="95914">3911 5730 5824,'2'6'180,"15"-3"-90,-4-3-61,15-3 1,10-3 0,-4 0-30,-12 3 0,0-1-30,9-1 0,3-1 1,-6 1-3065,-2 0 2934,-10 1 160,1 0 0,-1-1 0,4-1 0</inkml:trace>
  <inkml:trace contextRef="#ctx0" brushRef="#br0" timeOffset="97215">4417 5335 5739,'-8'-2'0,"0"2"40,3 0-1,0 1-33,1 0-6,0 1 0,-2 0 0,-16 18 45,6 5 0,1 4-45,0-5 0,0 1-1639,1 6 1,4-2 1523,5 0 115,4-3-1090,7 0 1,2 2 1089,0 4-172,9 0 1,2-4 171,-3-15 0,8-1 0,1-3 0,-6-7 0,16-1 0,-6-14 0,-2-3 0,-2 0 0,3-1 0,-2-5 0,-13-5 0,-6-4 0,-6 6 0,-2-2 0,0 0 0,3 2 0,0-1 0,-2 1 576,-5-12 1,-6 1-547,-5 14 0,-5 2 0,4 3-30,-8-8-150,-6 10 0,-8 1 0,5 6-75,13 11 0,-1 4 225,-7 2 0,-5 2 0,5 0 0,9 1 0,1 0 0,-5 6 0,1-1 0,-3 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19:41.230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14489 12915 24575,'0'0'0</inkml:trace>
  <inkml:trace contextRef="#ctx0" brushRef="#br0" timeOffset="999">14729 12927 24575,'0'0'0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5:09.61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1079 6787 5824,'-4'-8'359,"-2"-3"-359,4 6 90,-1-4-90,0 7 180,-8-2-90,-1 2-90,-6 1 0,0 3 45,0 4 0,-1 1-607,-6 2 607,-4 6 0,0 1-3251,5 2 3206,7-3 0,0-1 0,2 5 0,5-3 0,3 3 0,7 7 0,2 1 0,-4-5 0,4 0 30,14 5 0,9 1 0,-3-5-30,4-2-462,-4-5 0,4 2 1,-6-3 461,-1-3-1488,6 8 1488,-16-8 0,-2 2 1783,-8-5-1783,-3 1 0,-3 2 0,-5 2 0,-2 1 0,0-2 0,-1-1 87,-3 5 0,0-1-87,-12 6-45,9-7 0,0-2-45,0 1 45,3-2 0,0-2 45,1-1 0,11-11 0,1-1 0,14-11 0</inkml:trace>
  <inkml:trace contextRef="#ctx0" brushRef="#br0" timeOffset="484">1422 7027 5815,'-4'-6'9,"-3"2"-9,1 4 90,-1 2-90,-4 0 90,-8 6-1152,2-1 1062,-4 3 344,8-1-299,-6 11 0,1 3-45,1 1 0,0 6 0,4 1-3124,18-2 3124,3-2 0,5-11 0,-2-9-90,8-3 0,3-1 90,5-2 0,-1-1 0,0-1 0,2-8 0,0-2 0</inkml:trace>
  <inkml:trace contextRef="#ctx0" brushRef="#br0" timeOffset="1532">1726 7086 5824,'0'-8'90,"0"2"-90,-3 2 90,-3-1-90,1 3 0,-3-2 90,-4 2-3367,-18 8 3251,11-1-57,-14 7 83,17 1 0,3 3 0,-3 4 0,2-2 0,2-1 0,6 3 0,8 0-223,0-10 223,6 1 3196,14-15-3196,-12 1 60,6-7 0,0-3-60,-6-3 0,4-4-2035,-10 8 2035,-2 8 374,3 2-284,9 15-90,4-1 0,1 6-1547,-4-9 1547,-6-6-2173,23-9 2173,-15 2-222,2-3 1,-1-1 221,-2-4-67,1-4 67,-1-3 0,0-1 0,-3 0 0,-1 0 0,4-5 0,-1 0 0,-5 4 0,-2 1 0,2-11 0,-3 3 0,-4 0 0,-1 0 0,1 1 0,-3 0 0,-3 10 0,-1 21 0,-4 11 0,2 18 0,5 2 0,1 0 0,0-15 0,1 1 546,2 9 1,2 4-1,0-6-546,5-2 0,-2 0 0,3-3 1422,6-8-1422,0-7 0,1-3 3180,-4-6-3180,3-3 0,0-5 0,0-2 90,9-7-90,0-8 0,-3-1 0,-7 4-857,-4 3 0,-2 1 857,-7 11 0,-2-4 0,-7 3 177,-2 1-267,-19 25 90,14-6 0,-8 17 0,17-17 0,1 11-2813,7 3 2813,0-1 90,7-3 1080,-1-12-1170,9 0 0,2-2 0,-2 0-45,1 0 0,1-3-225,8-9-1998,-9-6 2268,7-1 0,-16-3 0,-8-1 0,0-1 0</inkml:trace>
  <inkml:trace contextRef="#ctx0" brushRef="#br0" timeOffset="1969">2660 6829 5824,'-6'3'449,"11"-5"-359,15-3 0,8-2-90,7 0 0,1-1-1639,-3 0 1,-1 2 1016,-1 0 0,-6 2 532,-15 3 950,0 0-860,-3 1 0,-2 0 0,-4 0 0</inkml:trace>
  <inkml:trace contextRef="#ctx0" brushRef="#br0" timeOffset="2267">2799 6842 6094,'5'0'359,"-2"0"-269,1 32-90,-3-13 0,0 17 45,-1-17 0,-1-1-45,1 6-45,0 10 0,0-1-3232,0-10 3213,1-1 0,0-1-598,0-10 662,1-4 0,0-1 0,-1-4 0</inkml:trace>
  <inkml:trace contextRef="#ctx0" brushRef="#br0" timeOffset="2483">2726 7124 5824,'-6'5'359,"3"0"-359,8-3 90,2-1 0,24-4 0,-14 0-210,6-2 0,6-1 1,-3-1 119,-3 0 0,-1-1 0,11-3 0,-2 0 0,-14 3 0,0-1 0</inkml:trace>
  <inkml:trace contextRef="#ctx0" brushRef="#br0" timeOffset="3000">3089 6972 5914,'-3'-7'539,"0"1"-269,2 2-180,-1 6-90,1 1 90,-2 10-45,-2 5 0,1 1-45,-1 1 0,1-1 0,0 1-90,0 2 0,1-6 90,1 3 0,11-31 0,2-11 0,2-3 0,-3 6 0,1 0-1159,2-8 1,-1 4 1158,-3 9-90,-3 8 90,0 3 0,8 7 0,-6 2 0,3 15 0,-1 5 0,-2 1 0,-1 0 0,0-1 0,-1-3-89,6 1-1,-5-13 2406,13-7-2316,-13-8 0,8-9 0,-10 4 0</inkml:trace>
  <inkml:trace contextRef="#ctx0" brushRef="#br0" timeOffset="3367">3307 6972 7083,'4'7'180,"0"1"0,9 14-90,0 4-180,4 5-3187,1-2 2212,-11-19 1835,14-17-770,-5-24 0,-2 8 0,1-2 0,-6 3 0,2 0-120,1-1 0,2 0 0,-2 2-60,2-2 135,1-1 0,-2 7 3321,-6 22-3247,-5 1 0,-4 15 0,-5-2 0</inkml:trace>
  <inkml:trace contextRef="#ctx0" brushRef="#br0" timeOffset="3966">796 7499 5914,'-8'-2'269,"11"-5"-269,3 3 90,9-3 60,12 2 0,8 1 0,-2 1-105,-7 0 0,0 0-865,2 1 1,4-2 0,1 1 0,-4 1 422,4 0 0,2 1 382,-7 0 0,3 0 0,3 0 0,3 0 0,0 1 45,-7-1 0,2 1 0,1-1 0,2 1 0,0 0 0,0 0 0,0 0 0,-1-1 0,0 1-253,0 0 1,0 0-1,0-1 1,-1 1 0,1 0-1,0 0 1,0 0-1,2-1 223,-4 1 0,0 0 0,0 0 0,1 0 0,0 0 0,1 0 0,0 0 0,1 0 0,1 0 0,1 1 19,-3-1 0,1 0 1,2 0-1,1 1 0,1-1 1,0 1-1,1-1 0,-1 0 1,-1 1-1,0-1 0,-1 1 1,-2-1-1,-2 0 0,-2 1-198,7-1 0,-4 0 1,-2 0-1,-1 0 1,1 1-1,3-1 1,4 0 183,-10 0 0,3 0 0,2 0 1,2 0-1,2 0 0,1 0 1,1 1-1,0-1 0,1 0 1,-2 0-1,0 0 0,-1 0 1,-2 0-1,-2 0 0,-2 0 1,-4 0-1,-2-1 244,10 1 0,-5 0 0,-4-1 0,1 1 0,2-1-339,4 0 0,2 0 0,2-1 0,-2 1 0,-4 0 0,-7 1 33,4 0 0,-12 1-663,-14 0 720,-18 5 0,5-3 0,-5 0 0,2-1 0</inkml:trace>
  <inkml:trace contextRef="#ctx0" brushRef="#br1" timeOffset="24937">14141 4483 8571,'1'-6'-401,"-1"1"343,2 1 297,0 0-22,3-2-56,-1 1-34,2-2-38,-3 2-3350,3-3 3489,-2 4 19,3-4-159,6-4-4,2 0 19,1-2-35,-3 5 34,-9 6-3,4-2 362,3-2-55,-2 1 32,0 1-57,5-2 2895,-7 4-2558,9-5-435,-7 5-280,6-3-359,-2 3-20,13-3-37,-13 3 8,12-1 39,-11 2-4,-1 0-280,-3 1 540,-4 0 25,11 1-40,-6 0 41,16 1-19,-12 0 5,0 0-6,-3 1-24,4 2 277,-6-2-309,14 4-3117,-14-3 2903,3 2 242,-6-3-81,-3 0-14,1-1 40,5 3 23,5 4-28,-1-3 42,-1 3-188,-8-6 201,-1 0 3405,0 0-3293,8 4 4,-7-3-15,16 6 49,-14-7-13,6 4 33,-10-5-10,4 2-20,0 1-3,0 0-22,0 0 275,-4-2-318,8 5-3212,-5-3 3068,5 2 80,-8-3 83,1-1 9,0 1 8,2 3-15,0-3 65,-1 2-78,-1-3 56,6 8-48,-4-6 3325,12 12-3231,-8-9-50,2 2-160,-5-4 161,-2-2 47,7 5-44,-7-4-32,8 5 36,-10-7 1,0 0 0,-1-1 0</inkml:trace>
  <inkml:trace contextRef="#ctx0" brushRef="#br1" timeOffset="26433">14158 4472 6678,'5'1'-163,"-1"1"109,-2 3-26,-1-1 37,-1 0 39,0 5 9,1-4 0,-1 3-34,0 6-3248,1-8 3166,0 8-953,0-9 1058,0-1-8,3 4-13,4 6-30,-1-1-9,3 1-2,-3-7 9,0 1 12,10 6 33,-6-4 1436,5 1 1,0-1-1417,-6-3 1659,11 5-1624,-10-8 14,-2-1 15,2 2-22,8 1-744,-7-3 744,7 3-8,10 0 5,-15-3-1348,15 3 1331,-20-4-14,9 1 19,5 0-15,-3 0 544,2 0-644,9-1-2922,-16-2 2913,15 1 966,-9-2-967,-2 0-8,2 0-614,-6-1 714,-7 2 0,13-4 0,4-2 0,2 0 0,-6 0 3087,-13 3-3087,1-1 0,9-5 0,-7 2 0,6-2 0,-10 4 0,1 1 0,5-6 0,-4 3 0,4-3 0,-7 5 0,0 0 0,-3 1 0,3-3 1011,1-1-1011,0-2 0,5-6 0,-7 9 0,3-5 0,-5 8 0,2-4 0,-3 3-96,2-4 96,-6 2 0,-1 1 0,-4 2 0</inkml:trace>
  <inkml:trace contextRef="#ctx0" brushRef="#br0" timeOffset="29700">14489 4401 5734,'-3'-7'0,"2"1"0,-1 2 65,0 0-22,-1 2-12,-1 4-3090,-7 16 3226,5-5-1708,-7 15 1743,9-17-1511,-7 16 1653,7-14-14,-4 12-16,6-7-322,-1-1 72,2-1-15,1-5 1554,0-3-1767,2-1 1689,0 3-1725,3 5-32,-2-4 3370,3 1-3391,5 1 6,-5-7 31,6 6 21,-6-9 68,1 0 38,3 1 46,-4-1 242,4 0-145,-5-2 38,10-2 18,-8 0 16,4-2-28,-7 0 36,-2 1-193,8-9-7,1-11-16,0 1-12,0-7-29,-7 8-22,-1 6-2,-1-1-52,-2 7-3078,-2-8 3252,2 6 25,-3-6 0,1 8 0,-3-13 0,1 7 0,-2-7 0,1 9 0,2 5 0,-1-1 0,-1 0 0,2 3 0,-2-2 3276,1 3-3160,-3 0-116,2 1 0,-12 0 0,2 4-3277,-1-1 3162,2 4 115,-1 9 0,6-2 0,-6 7 0,5 3-2269,3 12 2269,1-8 0,4 1 0,2-1 0,0-9 0,5 17 0,0-18 43,2 3-11,0-5-4,-1-2-12,-3-7-12,4 4 10,-2-4 2255,6 3-2269,-5-5-43,2 0 11,6-3 4,1-6 12,4-3 3292,-5-3-3227,-4-7 0,-2-3-49,-1 6 0,1-14 0,-2 1 0,-5 14-1405,0-13 1405,-1 20 0,-1-7 0,0 8 0,-1-7 0,-1 8 0,-11 15 0,7-6 0,-10 20-373,12-12 373,-3 8 0,1-1 0,1-1 1345,0-1-1345,-1 8-534,4-12 534,-1 9 0,4-13 0,7-8 0,-3 0 0,6-7-541,-5-1 541,1-1 0,4-16-2893,-1 4 2893,0-5 0,-4 9 336,-2 3-336,-1-3 0,-1 5 0,-12 13 0,2 9 0,-7 13 673,7-2-673,1 8 1701,4-12-1701,0 4-33,4-5 33,1-7 0,2 3 0,9-33 0,-7 6-45,3-8 0,-6 2 1728,-14 15-1683,5-8 20,-9 29 1,-1 8-21,3 5 0,2-7 0,1 0 0,4 1 124,1 1-7,13-20-37,-1-5 95,5-12-1608,-2-8 1566,-4 8-76,-1-4 0,0 0 51,-1 0-170,1-2 0,-3 3-55,-5 15 37,-1 1-94,-3 15-2854,-1 13 2895,4-9 19,-1 6 1188,6-2-989,0-12-6,4 10-23,1-18 50,8-7-106,-2-5 0,0-4 0,1-19-114,-8 15 1752,0-3 0,-4 6-1686,-10 23-8,4-9-50,-7 24 106,9-8 0,2-3 0,-1 2 107,3 3-17,-1-7-890,0 4 886,2-8-12,5 0-48,0-7 139,10-14-165,-6-6-107,1-12-1977,-7 12 1991,-3 4-1959,-5-5 1978,1 13 48,-18 17 16,11 7-365,-1 2 1,1 1 526,4 1-27,2-2-13,0 6-678,3 7 655,-1-6 3,2 0 1721,1-15-1907,5 0-47,-2-5 61,4 0 41,1-10 131,0-5-23,-1-2-9,-1-3 1150,-2 3-1185,0-8 0,0-2 76,0 2-70,-1-1 1,0 2-105,-3 10-124,-1 1 38,0-2 7,0 4 14,0 0 23,-2 5 1,-3 5 6,1 0 105,-4 8-3,2 18 3282,2-10-3167,1 3 0,3-2-25,6-7-57,-1-1 0,4-14 135,-5-5-162,2-6 3,-2-8-552,-1 3 445,0-9 11,-4 8 60,-18 43 180,6-8-153,1 12 1,1 2 68,5-10 0,2-1-14,2 4 1,1-2-56,0 2 6,12 7 0,-5-27 0,9-2 0,-7-6 0</inkml:trace>
  <inkml:trace contextRef="#ctx0" brushRef="#br0" timeOffset="38535">15990 4569 5734,'8'-4'0,"-2"1"11,17-2 14,-4 2-1664,5 1 1,2 0-692,8 1 2248,-11 0 1,-1 1 81,12 0 0,-6 1 0,7 1 0,2 0 0,-3 0 0,-3 0 0,-1 0 0,4 0 0,-5 0 0,4 1 0,3-1 0,1 1 0,0 0 0,-2 0 0,-4-1 0,4 2 0,-3-1 0,-1 0 0,1 0 0,4 0 0,1 0 0,0 0 0,0 1 0,-1-1 0,0 1 0,-1-1 0,-5 0 0,0 0 0,-1 0 0,2 0 0,3 0 0,-3 0 184,-1 0 1,-5 0-185,1-1 0,2 1 0,-3 0 0,-16-2 260,8 1-260,-13 0 473,-6 0 0,0-1 0,-5 1 1</inkml:trace>
  <inkml:trace contextRef="#ctx0" brushRef="#br0" timeOffset="38966">17325 4608 5737,'-1'-8'87,"1"1"3,1 2 0,1 2-90,3 5 0,8 5 0,-3 0 0,9 4 0,1 1 0,0-3 0,-3 0 0,0 0 0,6-1 0,-3 0 0,-3-2 0,-9 6 0,-16-6 0,-11 8 0,-9-1-90,-5 1 0,-1 1 90,14-7 0,0 1 0,-5 0 0,-2 2 0,3-3 0,-9 1 0,11-4 0,0 1 0</inkml:trace>
  <inkml:trace contextRef="#ctx0" brushRef="#br0" timeOffset="40249">12131 4579 5776,'-7'-2'0,"-19"1"0,14 1 0,-16 1-1354,19 0 1354,0 0 430,-3-1-430,-6 1 197,2 0-185,21-3-3158,20 2 3147,-6-2 1,1 1 0,3 0 1,-1 1 329,14 0-330,-8 0 1,8 0 0,5 0 0,-2-1 0,-4 1-2,-3 0 0,-4 1 0,7-1-117,-7 0 0,4 0 0,3 0 0,3 0 0,1 0 0,0 0 1,-2 0-1,-1 0 0,-4 0 116,7 1 1,-4 1-1,-1-1 1,0 1 0,1-1-1,0 0 0,1 0 0,1 0 0,0 0 0,0 0 0,-1 0 0,0 1 0,1 0 0,0 0 0,-1 0 0,-4 0 0,-3 0-411,0-1 0,-5 1 1,2 0 410,10 0 0,2 0 0,-5 0 0,-10-1 0,-3-1 0,13 2 0,-14-1 0,-1-1 0,3 1 0,-13 0 33,13-1-33,-11 0 2209,14 0-2206,-18 0 2630,3 1-2633,-4-1 0,-2 0 0,-1 0 0</inkml:trace>
  <inkml:trace contextRef="#ctx0" brushRef="#br0" timeOffset="41183">12009 4424 5734,'7'0'0,"0"-1"0,-2 2 0,0 0 0,-1 0 0,0 0 0,-2 2 0,-4 2 8,-18 15-4,5-7 1,-3 0-3,-3 4 1,-2 0-2,4-3 1,-2 0 1,-7 4 0,1-2-3,4-2 2,-3 2 1,1-1-3,16-9 3,-7 6-3,22-9 3,0-1 0,9 1-6,4 0 0,4 1-1636,-2 0 1,0 0 1582,2 1 0,1-1 44,-1 2 1,-2 1 11,3 2 0,-1-2 0,-1 1 0,-13-5 0</inkml:trace>
  <inkml:trace contextRef="#ctx0" brushRef="#br0" timeOffset="62419">5694 9986 5734,'8'-3'270,"-3"3"-270,-10 11 0,-4 4 0,-9 9 0,-3 2 45,8-9 0,-2 1-1138,-7 9 1,-3 4 0,4-4-100,7-10 0,2-2 975,-10 12 1,4-4 216,11-12 694,-2 12-694,7-10 0,21 15 0,-5-21-347,18 0 0,1-3 347,-11-3 347,15-2 0,0 0-347,-18 1 0,0-2 0,0 1 1768,-4 1-1768,-4 0 240,5 0-240,-6 0 3212,-2 0-3212,-1-2 0,-6-2 0,-1 1 0,-1 1 0</inkml:trace>
  <inkml:trace contextRef="#ctx0" brushRef="#br0" timeOffset="63301">5974 10161 5745,'-1'-8'3,"1"1"72,0 2-74,-1 0 89,0 2 0,-3 1-90,-1 2 0,-8 11 0,6-4 0,-10 26 90,14-18-90,-1 22 0,10-18 0,3 2 0,0-9 0,10-2 0,-10-7 0,9 2 0,0-8-3277,-7-1 3162,6-2 115,-10 0 0,-3 1 0,0-2 0,1-16 0,-4 11 0,1-11 0,-11 3 0,1 8 0,-4-6-492,4 13 492,3 3 3148,-2 1-3238,-4 1 90,-7 7 0,8-3 0,-3 5 0</inkml:trace>
  <inkml:trace contextRef="#ctx0" brushRef="#br0" timeOffset="64333">6358 10002 5748,'-2'-6'70,"0"0"-64,-1 3-6,-2 2 0,0 0 90,-2 0-90,-1 2 90,-20 6-3367,13-2 3162,-12 6 115,17-4-212,-1 1 212,-3 6-2198,-6 14 2198,7-8 90,-4 8-90,13-7 0,1-1 0,0-1 459,0 2 0,2-2-459,1-7 170,5 7-170,4 0 0,2 2 2738,15-5-2738,-14-11 0,11-3 0,-12-8 0,0-3 1476,-3 0-1476,-3-1 0,-5 5 0,-3-10 0,1 8 0,-4-9 0,3 10 0,0 0 0,1 0 0,10-5 0,-4 5 500,25-11-500,-15 11 0,11-4 0,-7 6 0,-8 4 0,7-1 0,-10 3 0,0 2 0,-3 4-3277,-3 9 3162,-1-2 115,-6 10 0,1-1 0,0 1 0,-1 9 0,1-2 0,2-1-2269,5-4 2269,0-1 0,4-11 0,-2-10 0,15 0 0,-11-3 0,12-2 0,-13-4 0,1-1 0</inkml:trace>
  <inkml:trace contextRef="#ctx0" brushRef="#br1" timeOffset="74015">5283 12322 5739,'11'-2'45,"-2"0"-32,-3 2 15,5-3-27,10-1 0,-2 1-1,10-3 90,-9 1-90,6 1 1,10-2-1164,-11 2 1164,4 0-1,-7 1 0,1 0-1,0 0 1,-1 0-1503,5 0 0,-1-1 1503,9-1 0,-22 3 0,-3 1 0,1 0 778,-1-1-688,-1 1-90,-1 0 0,-3 1 3276,3-1-3247,-3 0 0,-2 1 0,-1 0 0</inkml:trace>
  <inkml:trace contextRef="#ctx0" brushRef="#br1" timeOffset="77933">7453 5434 14357,'-3'-6'-3176,"1"1"1893,-2 3 1062,0 0 373,0 0-100,0 1 199,-5-1 18,2 1-407,-2 0 790,3 1 271,0 0-240,-5 2-3430,0-1 3441,-1 1-171,3 0-559,4-1 497,1 1 70,-7 1-246,3 0 146,-4 1-187,4 0 3032,-5 2-2707,0 1-119,-1 0-205,5-3-90,4-1 161,-5 3-3286,-6 6 3333,3-3-130,-10 10-36,12-8-363,-3 3 251,6-4-44,5-5-278,-5 8-73,0 7-270,1-3 63,1 15-312,6-15-325,0 4 220,2-7-66,-1-6 136,2 3-63,1 1 3033,9 12-3164,2-4 51,6 2 268,-6-9 212,17 3 391,-18-10 87,19 7 1596,-16-10-1150,20-1 393,-3-3-229,-13 0 0,0-2 572,6-1-112,4-8-29,-16 5 16,12-9 67,-15 4-134,0 0-260,2-20-499,-8 5-254,-2 7 1,0 0-207,-3-7-90,-3 4 0,-1 0-2909,-2-4 2201,2 5 0,-1 1-99,-1 0 15,2 7 352,-11-20 92,0 11 280,3 6 1,-1 1-294,-4 2 764,-6 7 0,0 6 1,-6 1-1</inkml:trace>
  <inkml:trace contextRef="#ctx0" brushRef="#br0" timeOffset="88499">10012 13575 5734,'-2'2'0,"-1"-2"0,9 8 0,-5-6 0,2 1 0,1 1 0,-2 0 0,2 1 0,-1-7 0,-1-1 0,-2-3 0,-2 0 0,0 3 0,-2-1 0,-2 6 0,2-1 0,0 4 0,4 0 0,-4-6 0,4 2 0,-3-5 0</inkml:trace>
  <inkml:trace contextRef="#ctx0" brushRef="#br1" timeOffset="59343.08">19192 12185 13977,'-5'6'-6,"0"-1"-56,3-2 60,-1 0-96,8-3 126,-2 0-193,5-2 461,-4 1-76,-1-2-29,0 1 76,0 0-285,0-1 119,-1 0-110,2 4 88,0-1-372,3 1-13,-3-2 244,2-4-25,-2 0 1,-2 1 0,-1 1 0</inkml:trace>
  <inkml:trace contextRef="#ctx0" brushRef="#br0" timeOffset="69743.08">14990 12588 5734,'-2'-7'5,"-2"-3"74,-9-3-73,-10-4-3283,4 4 2302,-3 1 975,13 8 860,-12-3-815,3 2 0,-1 0-1945,-12-3 1900,12 3 0,-1 1 0,-14-1 0,1 0 0,1 1 868,-1-1 1,-3 2-869,11 3 0,1 1-1108,2 1 1,-1 0 1107,-5 0 0,0 1 0,4 1 0,-1 2 572,1 1 0,-2 1 0,2 0-572,2-1 0,0 1 0,-4 1 0,-5 3 0,0 0 0,4-1 0,-2 3 0,1-1-425,5-2 1,-2 0-1,1 0 425,-4 4 0,3 2-293,1 7 0,3 0 293,6-9 0,1 1 0,-6 12 0,5 0 0,12-11 0,3 9 0,1 0 0,2-2 0,4 2 0,3 5 0,1-2 0,2-6 0,0-1 0,4 9 0,1 0 0,-3-8 0,4-3 82,2-3 0,4-2 1,-2 0-83,-4 0 0,2-1 0,6-1 0,6 0 0,1-1 0,-4-3 0,6-5 0,-2-2 184,-5 1 0,2 1 0,-2-2-184,-3-2 0,-1-1 0,1-2-267,5-1 1,2-2 0,-3 1 266,-1 1 0,2 0 200,3-3 0,5-1 0,0-1 0,-7 1-200,-6 1 0,-2 0-267,4-1 0,2 0 1,-4 0 266,6-6 0,-2-1 0,-6-2 0,0-1 0,-6 4 0,0 0 132,5-5 0,-2-1-132,-6 4 0,-2-2 0,6-7 0,-1-2 0,-3 4 0,-1 0-132,2-3 0,-3 2 132,-3-1 0,-5 2 0,-8-2 0,-3-1 0,-1-7 127,-6 9 0,-7-4 1,-1 0-1,1 5-127,-3 2 0,-1 1-170,-1-4 0,-3-1 1,0 3 169,-3 2 0,0 6 0,-2 2 0,1 2 0,5 0 0,0 2 487,-1 1 1,-2 5-488,-3 10 0,-3 6 0,3 1 0,3-2 0,-1 1 0,0 0 0,1 1 0,-1-1 0,1 1 0</inkml:trace>
  <inkml:trace contextRef="#ctx0" brushRef="#br0" timeOffset="71813.08">19849 12204 5734,'-1'-8'0,"-1"-1"31,-2-2-17,0 3 31,-7-10-45,4 8 90,-4-4-90,-3 0 90,-8-3-1760,2 1 1670,-6-1-26,-6 3 1,-3 0 25,12 7 0,0-1-467,-2-1 0,-2-1 0,0 2 467,-6 0 0,0 3-786,7 1 0,-2 1 0,1 0 786,-7-1 0,-1 0 309,10 1 0,0 1 1,-3 1-310,-3 2 0,-3 1 0,0 1 0,5-1 0,0 0 0,0 0-363,-2 1 0,-5 0 0,1 0 0,7 0 363,8 0 0,2 1 0,-15 1 0,-4 3 0,7 0 0,-1 0 0,1 1 0,4-3 0,0 1 0,1-1 114,-1 2 1,0 0-1,0 1-114,-5 6 0,0 2 0,4-1 0,7-5 0,-1 2-13,0 3 1,-5 5-1,-2 2 1,3 0-1,4-1 13,4 2 0,3-1 0,0 2 0,-2 1 0,-2 2 0,2 0 0,1-2 0,4-2 0,1-1 0,2 2 479,0 6 1,2 3 0,1 0-1,1-4-479,0-3 0,1 0-377,-1 7 1,0 5-1,4-3 377,4-8 0,2-2 0,2 0 0,1-2 0,2-2 0,-1 2-356,1 4 0,-1 1 0,2-3 356,7 4 0,-1-5 1248,5 0-1248,-1-5 0,5 1 0,-3-1 117,-5-5 0,1 0-117,2 2 0,3 3 0,2-3 0,3-5 0,2-2 0,-1-2 0,0 0 0,1-1-350,2 2 1,3 0-1,-3-3 350,-6-2 0,-2-3 0,3 1 0,2-2 0,-3-1 0,4 0 0,0-1 0,-3 0 0,-3 1 0,-2 1 0,4-2-27,1-1 1,4-1-1,2-1 1,1 0 0,-3 1-1,-5-1 27,-2 0 0,-3-1 0,2 0-69,3 0 1,3 0-1,-1-1 1,-4 0 68,-1 0 0,-2-2 0,-1 0 0,1-3 0,6-5 0,3-5 0,-3 2 0,1 1 0,1-3 0,-8 3 0,4-5 0,1-2 0,0-1 0,-3 2 0,-3 3 0,-2-1 0,-3 3 0,1-3 0,4-3 0,4-2 0,-2-1 0,-3 2 0,-4 4 0,-3 1 0,-2-1 0,-3-1 0,-1 0 0,-1 0 0,4-5 0,-2 0 430,-2-3 1,-6-1-401,-9 7 0,-5-2 0,1 4-30,3 4 0,-3-1 18,-6-4 0,-5-6 0,-4-1 0,1 1 0,2 6-365,3 4 0,1 5 0,-2-2 347,-4-4 0,-2-3 0,-1 0 0,4 6 0,-2 1 0,2 3 0,-2 1 0,-2 1 0,-2 3 0,-2 1 0,1 0 0,-2-1 0,-1 0 0,6 3 0,-2 1 0,0 3 0,-3 5 0,0 3 0,0 0 0,9-1 0,0 1 0,-2 0 0,-6 2 0,0-1 0,0 1 0,0-1 0</inkml:trace>
  <inkml:trace contextRef="#ctx0" brushRef="#br0" timeOffset="75663.08">19224 6132 5734,'-1'7'0,"-1"-1"17,2-1 146,-2-1-163,4 0 0,-2-1 0,3 1 0,0-1 0,1 1 0,2-2 90,-2-4-90,0-2 0,-2-1 0,-2 9 0,0-2 0,0 9 0,2-14 0,0 2 0,2-9 0,-3 4 0,-1 7 0,0 3 0,-3 5 0,3-2 0,-1-2 0,0-3 0,1 0 0</inkml:trace>
  <inkml:trace contextRef="#ctx0" brushRef="#br0" timeOffset="77523.08">14598 6051 5753,'7'-4'71,"-1"4"-71,-3 2 0,-1 4 90,-2-2-90,1 3 0,-1 2-3277,1 19 3162,-1-11 115,2 9 0,0 0 0,0-5 0,1 12 0,0-16 90,-1-3-90,0-1 0,0-4 0,0-21-2269,-1-9 2269,1-3 0,-3 1 2359,0-6-2359,-1 11-90,1-14 90,0 33-90,1 12 90,-1 6-90,2 9 64,-1-19-19,-1 4 45,0-2 0,-2-2 0,-2 4 0</inkml:trace>
  <inkml:trace contextRef="#ctx0" brushRef="#br0" timeOffset="78533.08">14667 6169 5734,'-6'3'11,"1"0"28,2 0 1,0-1-40,3 3 0,3-2 90,7 2-90,0-3 0,8 0 45,2-2 0,2 1-45,3-1 0,8 0 0,1 0-3277,-7 0 3162,9 0 115,-18-1 0,-10 1 0,4 1 0,-5-1 0,8 0 0,-10 0-90,4 1 90,-4-1 819,0-1 0,-2 1 0,-1-1 0</inkml:trace>
  <inkml:trace contextRef="#ctx0" brushRef="#br0" timeOffset="81933.08">19302 6137 5742,'-7'-2'0,"0"0"0,2 2 0,-5 0 0,4 1 0,-4 2 0,5-1 0,0 0 0,3 1 0,3 1-5,1 1 24,3 0 29,12 1-40,-6-3-2,14 0 0,1 0-6,-5-2-235,2 0 1,1 0 234,-3-1 0,-1 0-1619,1 1 1,-1-1 1618,3 0 0,-2 0 0,11 0 0,-4 1 0,-16-1 0,11 1 0,-13-1 0,-4 1 314,4-1-314,-5 0 819,0 1 0,-2-1 0,-1 0 0</inkml:trace>
  <inkml:trace contextRef="#ctx0" brushRef="#br0" timeOffset="82433.08">19530 6115 5734,'3'3'31,"0"-1"-26,18 12-2,-9-8-3,7 4 8,8 1-5,-10-3 3,11 4-1,-19-8-7,-3-2 10,-3 0-8,-6 1 0,-21 14 3,8-6-9,-14 10 6,7 2 0,11-11 0,-9 9 0,11-10 0,0 0 0</inkml:trace>
  <inkml:trace contextRef="#ctx0" brushRef="#br0" timeOffset="85373.08">9351 13186 5734,'4'-5'81,"0"-1"-72,-1 3 171,1 0-180,-1 0 90,4 2-90,-4 3 0,7 10 0,-5-5 89,15 24-89,-9-18-1372,5 9 1372,-8-13 0,0-3 0,7-1 0,-4-2 90,4-3 0,2-10 0,0-4-90,1 0 0,2-2 0,0 0-858,-4-1 858,1-2 0,4-5 22,-4 4 1,4-3-1,-1-1 1,0 2-23,-1 0 0,-1 1 0,3-3-90,1 1 0,4-3 0,2-2 0,0 0 0,-3 4 0,-5 4-1357,3-1 1,-2 2 1446,1-1 0,3-2 0,0 1 0,-8 6 437,-2 3-437,-4 4 0,0 0 0,0 0 0</inkml:trace>
  <inkml:trace contextRef="#ctx0" brushRef="#br0" timeOffset="88913.08">19592 6370 6094,'-19'2'89,"-7"7"1,-2 2-532,-5 1 442,6 2 0,-3 4 0,5-3-3277,4 1 3217,1 0 1,2 1 59,4 2-1587,4 2 1587,0 0 0,5-3 0,4-8 0,3 10-264,0-8 264,2 7-316,12 6 316,-8-15 0,11 4 0,2-2 0,-8-9 0,16 3 0,-8-11 0,-10 2 345,8-5-345,-15-20 0,-8 6 0,-1-11 2268,-10 13-2268,6 10 0,-3 0-269,-12-2 269,11 7-90,-9-4 90,9 7 0,5 1 0,-4-1 0</inkml:trace>
  <inkml:trace contextRef="#ctx0" brushRef="#br0" timeOffset="90293.08">19620 6635 5756,'-8'-3'14,"1"2"-11,2 3 0,-1 2 0,-1 2 2,-1 6-2,2-2-3,2 1 8,6 6-8,0-9 3,23 16 11,7-22-8,-11-3 0,0-1-6,10-6 0,-14-9 0,-16 10 0,-1-8 0,-9-5 0,2 3 0,-6 1-43,-15 10 43,10 6 0,-19 3 0,20 5 0,-3 1 0</inkml:trace>
  <inkml:trace contextRef="#ctx0" brushRef="#br0" timeOffset="91373.08">19158 6412 5734,'7'-2'90,"0"0"-90,-27 11 90,5-1-90,-6 3 0,-1 2-3277,-7 11 2302,6-4 975,8 0 860,16 6-860,1-12 0,7 7 0,4 0 0,6 0-621,6 5 621,-6-7 0,-9 0 0,-3-5 3085,-3 4-3085,-6-9 0,-8 5 0,-4 2 0,-3-4 0,-2 1 0,0 3 0,-1 0-45,-2-4 0,-1-3 45,3-2 0,1-1 232,-5 1 0,-9-2 0,21-7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19:12.70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10881 3687 6723,'-13'1'1080,"5"0"-721,-2 1-89,5-1 0,1 0 450,-1 0-540,7 3 179,8-1-269,6 1 90,10 0-1341,2-2 1251,10 1-770,-17-1 0,0 0 770,3 0 0,1 1-825,1-1 0,0 0 780,2 1 0,1-1-45,4 1 0,2-1 45,2 1 0,0 0-673,-10 0 0,1-1 0,0 1 658,0-1 0,0 0 0,1 0-30,-1 1 0,1 0 0,-1-1 29,1 1 1,-1-1 0,0 1-20,0 0 1,0-1 0,0 1 34,9 1 0,0-1-45,-1 1 0,-1-1-136,-5-1 0,0 1 181,-1 0 0,-1 0-45,-1-1 0,-1 0 0,-4 0 0,-1 1 222,18-1-133,-11 1 2056,1-1-1875,-8 0-180,-2-1 774,-8 0-594,-7 0 1784,0 0-3404,-3 2 833,0 2 517,-2 0 0,1 1 0,1-2 0</inkml:trace>
  <inkml:trace contextRef="#ctx0" brushRef="#br0" timeOffset="1067">15491 3720 9332,'3'-6'270,"0"1"-1,-1 1-179,-1 0 0,2 2-90,1 0 0,2 2 0,2 1 90,1 0-90,2 0 0,3-1 90,4 1-820,6-1 730,5 1 0,6 0 0,-3-1 0,2 1-779,-8-1 1,1 0 823,10 1 0,2 0-45,3-1 0,0 0 0,-11 0 0,2 1 0,4-1 0,4 0 0,-4 0-1108,-3 0 1,-1 0 1107,-4 0 0,1 1 0,-1-1 45,0 0 0,-1 0-45,0 0 0,-1 0 0,-3 0 0,0 0-43,-2 0 1,-1 1 42,14-1 0,-6 1 181,-5-1-91,-6 1 0,-4 0 1143,-4-1-1143,-1 1 2602,-3-1-2512,-1 1 236,-1 1-506,-3 1 245,1 0-1594,-1 2-450,2-2 1889,0-2 0,0 0 0,-1 0 0</inkml:trace>
  <inkml:trace contextRef="#ctx0" brushRef="#br0" timeOffset="2359">20016 3664 8522,'0'-4'270,"0"3"-270,9-2 90,-1 2 180,10 0-180,0 2-1387,12-2 1387,0 2-1077,6-1 1032,-14 1 0,0-1-45,1 0 0,1 0 45,2 1 0,1 0-902,0-1 1,1 0 901,0 0 0,1 0-45,0 0 0,1 0 45,0 0 0,1 0-45,0 1 0,1-1 0,-1 0 0,2 1 0,-4-1 0,1 0 0,-1 0-736,5 0 1,-2 0 735,9 0 0,-1 0 45,-7 0 0,-4-1 626,12 0-492,-15 0 1,-1 0 90,-5 0-90,2 0 0,-12 0 895,0 1-985,-2-2 1754,-1 2-1574,0-2 2507,0 1-2687,0 0 0,-1 0 0,-1-1-90,0 2-180,-1 1-180,1 0-1529,-1 1 1889,0-1 0,-2 0 0,1-2 0</inkml:trace>
  <inkml:trace contextRef="#ctx0" brushRef="#br0" timeOffset="4362">20127 3303 8702,'-7'-2'360,"1"-1"-90,2 2-180,-1-2 0,1 2 0,-1-1-1,0 1-89,0 0 90,-1 1-90,1 0 90,-1 1 0,8 2-90,-1-1 0,6 1 0,-2-1 0,1 0 0,1 0 90,0 0-180,1 0 180,0 0-90,2 1 0,-2 0 0,1 0 0,0-1 0,0 2 0,-1-1 0,0 1 0,0 0 0,0 1 0,-1-1 0,0 0 0,-3 0 0,0 0 0,-1 0 90,0 0-90,-3 0 0,0 2 0,-1-1 0,-2 2 0,-2-2 0,-1 0 0,0 0 90,-3 1-90,-6 0 0,3-1 0,-5 1 0,6-2 0,-1 0 0,2-1 0,0 1 0,2-2 0,0 0 0,2 0 0,0 0 0,1 0-90,1-1 90,0 0 0,2 0 0,0-1 0</inkml:trace>
  <inkml:trace contextRef="#ctx0" brushRef="#br0" timeOffset="4877">20039 3480 8342,'8'-4'-180,"-1"0"180,-2 3 90,1 0 90,2 1-180,0-2 90,2 2 0,-3-1-90,2 1 90,-3-1-90,1 1 0,0-1 90,0 1-90,2-1 0,-1 2 0,1-1 90,0 0-90,-1 1 0,3 1 0,-4-1 90,7 2-90,-8-2 0,3 2 0,-4-1 90,0 1-90,-1 0 0,-1 1 0,-1-1 0,-1 3 90,-2 0-90,-1 1 0,-2 0 0,0-2 0,-2 0 0,-1-1 0,0 0 90,-5 2-90,-4-1 0,0 1 0,-1-2 0,6-1 0,1-1 0,0 0 0,0 0 0,2-1 90,0 0-180,1 0 90,1-1-270,0-1-1169,-2-1 1439,5-1 0,-2 0 0,5 1 0</inkml:trace>
  <inkml:trace contextRef="#ctx0" brushRef="#br0" timeOffset="5237">20374 3281 8342,'5'-22'1709,"-2"27"-1619,-3 17-45,-1 2 0,1 1-45,-1 8 0,2-1 90,-1-15-90,1 0-630,1 15 361,-1-15-1620,2 19 1889,-1-27 0,0 4 0,0-10 0</inkml:trace>
  <inkml:trace contextRef="#ctx0" brushRef="#br0" timeOffset="6165">20512 3436 9332,'-2'-7'1709,"-8"14"-1529,1 6-180,-3 6 90,7 2-180,4-5 0,0-2-90,14 6 90,-4-17 90,6 4-180,1-26 180,-11 10 0,4-13 0,-10 14-90,0-1 90,-3-3 0,-1-2-180,-3-5 90,2 6 90,12-3 0,7 8-3277,6 0 3162,-1 0 205,5-6-90,2-9 135,-10 4 0,-1-2-135,3-6 90,-10-1 0,-8 17-90,2 4 0,-2-6 3276,0 17-3070,-1 24-206,1-8 0,0 3 45,0 8 0,0 0-45,0-7 0,0-1 0,-1 0 0,0-1 0,0 0 90,-1 3-90,2-28 0,2 4 0,0-15 0,2 3 0,2 0 0,0-2-90,13-16 90,-2 11-45,0 4 0,2 3 45,0 7 0,6 6 0,-11 5-90,5 6 0,-6 0 90,1 5-90,-7-5 0,-2 3 90,-4 2-90,-2-2 90,-3-1-90,-13 0 90,-13-13 0,9 4 0,-1-29 0,27 9 0,5-13 0</inkml:trace>
  <inkml:trace contextRef="#ctx0" brushRef="#br0" timeOffset="6580">21316 3331 8972,'7'-29'3276,"-16"13"-2711,-8 21 1,-4 8-431,-4 7 0,1 2-135,4-6 0,3 2 90,0 11 0,6 1 0,12-5-135,6-3 0,2-1 45,7-2-90,11-2-270,3-11-269,1-5 179,6-2-1079,-13-4 0,-1-2 1473,7-8 1,-11 5 0,-1-1 0,4-8 0</inkml:trace>
  <inkml:trace contextRef="#ctx0" brushRef="#br0" timeOffset="6752">21630 3449 11400,'7'2'2339,"0"-1"-1799,-2-2-630,1-1-2159,-1 0 2249,0 0 0,-3 1 0,0 0 0</inkml:trace>
  <inkml:trace contextRef="#ctx0" brushRef="#br0" timeOffset="59738">7269 5128 7982,'0'-8'1350,"-1"0"-991,0 3 91,-1 0-270,-2 1 0,1 1 180,-1 0-90,-3-1-90,2 2-1,-4-1-89,3 2 90,-1 0-90,-1 1 0,-1-1 0,0 1 0,-1 1-90,-2 1 90,0 0 0,-3 1-90,-1 2 90,-1 0-90,-2 2-491,1 1 581,-3 2-90,1 0 0,0 3 90,-1 0-90,2 2 0,-3 4 90,6-4-90,-3 6-1314,2 11 1314,3-3 0,5-9 0,1 1 0,-1 10-878,2 0 968,3 3-90,3 1-854,3 5 854,3 0 0,-1-19 0,0 1 45,1-1 0,0 0-45,1-1 0,1 0-880,7 19 880,1-2 0,2-1 0,2-4 737,-1-4-737,-4-12 0,2 0 0,7 6-759,10 2 849,-9-10-90,3-3 1060,1-2-1060,1-3 0,1-1 323,1-4-323,0-2 0,2-3 0,-1-2 0,2-4 0,1 0 0,0-4 0,-2 1 0,-13 2 0,1 0 0,-2-1 0,0 0 45,-1 0 0,0-1-135,12-13 180,-13 4-90,-1 0 0,-3-2 0,-1-1 0,-2-1 0,-3-2 0,-2 1 0,-3 1 0,-3-4 0,-2 2 90,-2-5-90,-2 1 90,-4-2 0,-2 0 0,-5-2-90,-3 3-776,-3 2 866,-4 2-90,-3 3 45,13 13 0,0 1-45,0 1 0,-1 1 45,1 0 0,-2 1-45,1 1 0,-1 1 0,-19-6 45,12 7 0,0 2-538,6 1 0,0 0 493,-4 2 0,-1 0-533,1 3 0,0 1 354,-12 4 44,13-3 0,1 2-315,-6 4-90,3 1-359,1 2-269,3 1-901,2 2 2069,3-2 0,-3 4 0,1-1 0</inkml:trace>
  <inkml:trace contextRef="#ctx0" brushRef="#br0" timeOffset="67534">5829 5374 9781,'2'-7'90,"0"0"360,-2 1 90,0 0-90,0 0 89,-1 1-89,0 0-90,0 0-90,-1 2-1,-2 0-179,-4 4 0,0 2 0,-3 4 0,-2 4 0,-1 4-90,-3 3 90,-2 7-462,-1 2 417,6-4 0,-1 1-45,4-6 0,1 1-518,-4 5 0,1 1 608,-1 7-90,1 0 0,3-4 0,1-1 0,3-4-90,2-2-282,5 2 282,0-6 90,3 2 0,2-8-90,0 0 90,2-4 311,5 1-311,-1-4 1050,2 0-1140,-3-4 419,1-2-329,1 0 0,0-2 0,0-1 0,-1 0 0,-1-1-90,-1-1 90,-1-1 0,-3 1 0,0-1 0,-3 0 0,0 0 0,-2 1 0,-1-1-90,-2 1 90,0-1 0,-2 1 0,-1 0 0,0 1 0,-1 1-90,0-1 90,0 2 0,-1 0 0,2 1 0,-2 0-89,3 1-1,-1 0 0,1-1-90,0 1 90,6-4 90,1 3 0,5-4 0,-1 4-90,2-2 90,1 1 0,1-1 0,1 1-90,6-3 90,-5 2 0,4-1 0,-6 3 0,-1 0 0,-1 1-90,-1 1 90,-1 0 0,0 2 0,-1 0 0,1 4 0,-3 1 0,2 3 0,-3 0 0,-1 1 0,0 2 0,-1 1 0,1 1 0,-1 2 0,0-1 0,0 2-90,0-1 180,0-1-90,1 1 0,-1 0 0,1-1 0,0-2 0,0 5 0,1-6 0,-1 2 0,0-5-90,-1-2 0,0-1-90,1 0-360,-1-1-1888,0 0 2428,2-3 0,-2 0 0,2-2 0</inkml:trace>
  <inkml:trace contextRef="#ctx0" brushRef="#br0" timeOffset="67970">6031 5401 10231,'0'-8'2519,"0"0"-2429,4 18 0,-3-2-3367,3 14 2392,-2-4 975,0 2 134,0 1-224,-1 1 90,1 3-90,-1-1 0,1 1 90,-1 7 0,1-1-90,0-1 0,-1-4-180,1-5 0,-1-7 3033,0 3-3123,1-8-90,-2-1-174,2 0 534,0-3 0,2-5 0,1-4 0</inkml:trace>
  <inkml:trace contextRef="#ctx0" brushRef="#br0" timeOffset="68208">6054 5467 10051,'-2'-8'630,"0"-1"179,1 5 1,0-2-630,2 1 0,1 1 0,3-1-90,0 2 90,1 0-91,3 0 1,0-2 0,1 1 0,0-2 0,2 1-180,1-1 0,0 0-179,0 0-91,-1 0 0,-1 2-180,-1 0-89,-3 1-1080,0 2 1709,-2 1 0,-1 2 0,-1 1 0</inkml:trace>
  <inkml:trace contextRef="#ctx0" brushRef="#br0" timeOffset="68417">6104 5587 10231,'2'7'1259,"1"-2"-719,2-4 0,5-3-270,-1 0-90,5-2-1,-3 0 1,2 0 0,0-2-90,3 0 0,-2 0-450,6-2-1169,-3 1-360,0 0 1889,-3 2 0,-9 3 0,-1 2 0</inkml:trace>
  <inkml:trace contextRef="#ctx0" brushRef="#br0" timeOffset="71525">2456 5760 9781,'4'-6'3276,"0"1"-1245,-13 10-1851,2-1 0,-12 8 0,-6 7-90,3-4-45,6-3 0,-2 1 45,-8 7-1460,-4 1 1370,1 2 90,2-2-263,2-1 263,-5 5-90,9-4-90,-3 3 90,12-8-90,4-2 90,2-2-180,3 5 180,2-3-180,6 8 90,2-8-371,8 5 371,0-6-90,4-1 90,2-1 0,0-3 90,2 0-90,0-2 0,0-1 0,0-2 90,-2-2-90,-3 0 1354,0-2-1264,-2 0-90,-1-1 90,-2 2 191,-1-3-281,2-1 90,-4-1 0,-1-1 0,-4 0 437,-3 1-437,-1-2 113,-2 0-113,-3-2 0,-1 0 0,-6-4 0,0-1 0,-4-1 0,-1 0 0,2 2 0,-11-5 90,8 5-180,-6-2 180,8 7-90,2 2 0,0 1 0,3 1-90,0 1 0,2 1-180,1 0-270,1 1 91,0 2-631,3 1-2197,0 3 2972,6 1 0,3 1 0,3 2 0</inkml:trace>
  <inkml:trace contextRef="#ctx0" brushRef="#br0" timeOffset="71835">2616 5946 12120,'5'-8'990,"1"1"-811,-3 4-89,3-2 0,-1 1 0,1-1-90,2 1 90,0-1-90,2 0-90,0 0-90,0 0-89,-1 1-91,0 1-180,0 1-270,-2 0-899,0 1 1709,-3 1 0,-1 4 0,-2 1 0</inkml:trace>
  <inkml:trace contextRef="#ctx0" brushRef="#br0" timeOffset="72036">2678 6112 11580,'7'-5'630,"-1"1"-450,-1 1 0,1-1-90,2-1 180,5-4-90,4 0-270,1 0-180,-1 1-270,-4 3-359,-3 0-810,0 1-360,-1 1 2069,-1 0 0,3 0 0,-1 0 0</inkml:trace>
  <inkml:trace contextRef="#ctx0" brushRef="#br0" timeOffset="72677">3206 5630 10681,'-2'-8'180,"0"0"0,1 2 0,0 0-1,0 0 91,1 0 0,0-1 0,0 2-90,1-2 0,1 0 0,1 0 0,2-1 0,1 0-91,2-1 91,1 2-90,2-1 0,1 0 0,2 0 0,-1 1 0,-1 2-90,0 2 90,-1 1-90,0 1 90,-1 2 0,0 1-90,-1 3 0,0 2 90,0 3-90,-3 2 90,-1 4-90,-3 2 0,-1 3 90,-5 19-1033,0-18 0,0 1 943,0 2 0,-1-1-1339,1-1 0,-1-1 1339,0 10 0,1-6-342,1-1 252,1-5-5,1-2 5,0-2 0,2 0-90,0-1 0,0-2 1163,2-2-1253,0-2 0,2-1-179,2-1 3035,0-2-3215,1-2-1170,0-1 256,2-2 1543,0 0 0,5-1 0,2 0 0</inkml:trace>
  <inkml:trace contextRef="#ctx0" brushRef="#br0" timeOffset="72894">3486 6162 13199,'-6'6'-3277,"1"-1"2679,3 0 1,-4-1 0,-2 1 0</inkml:trace>
  <inkml:trace contextRef="#ctx0" brushRef="#br0" timeOffset="73926">2914 4776 10771,'1'-8'629,"1"1"-539,1 9 0,-1 0 0,3 7-90,-3 0 90,1 2 0,1 1 0,0 2-90,0 1 90,1 1-90,-1 1 90,3 7-90,-1-6 90,1 4-90,-3-8-90,2 4-90,-1-6-90,0 3 0,-2-8-179,0 0 449,-1-1 0,0-3 0,-1 0 0</inkml:trace>
  <inkml:trace contextRef="#ctx0" brushRef="#br0" timeOffset="74761">3468 4654 9422,'-7'-3'1619,"1"0"-1439,8-2-90,-2 2-3367,6-2 2662,0 2 1564,0 0-859,1-1 0,2 1 0,0 0 0,1 1 0,1 1-90,-1 0 90,1 0 0,0 1 3186,3 4-2980,-2 4-296,0 2 0,-5 3 90,-5 0 0,-4 8-90,-5 8 0,-1-1 0,-3 1 0,4-12 0,-2 7 0,4-8 0,-2 5 0,4-9 90,1-2-90,1-1 0,1-1-90,2-2 180,0 0-90,3-1 0,1-1 0,1-1 0,7-2 0,-3-2 0,6 0 0,-3-2-90,1-1 90,1-1-90,1 0-180,-1-1 0,0 0-180,-1 0-89,0 0-1170,-2 1-180,-1-1 1889,-1 1 0,2-2 0,1 0 0</inkml:trace>
  <inkml:trace contextRef="#ctx0" brushRef="#br0" timeOffset="75618">4271 4434 10411,'6'-7'360,"-1"1"-90,1 3-90,-2-1-90,4 0-1,-2 0 1,2 0 0,0-1-90,3 1 90,-1 0 0,0 0-90,0 1 0,0 0 90,1 1-90,-2 1 90,-1 0-90,0 0 90,-2 1-90,-1 1 0,-1 0 90,0 1-90,-3 2 90,-5 8-90,-3 1 0,-3 3 0,0-2 0,3-5 0,0 0 0,0 0 0,2-2 0,0 2 0,3-2 0,2 2 0,3-3 0,7 1 0,-1-3 0,5 1 0,-3-1 90,1 0-90,1 0 0,0 0 0,4 3 0,-5 0 0,1 1 0,-6-1 0,-3 0 0,-2 1 0,-2 1 0,-7 7 0,1-2-3277,-6 4 3162,0-3 115,-2 0-159,-5 4-21,6-6-89,-1 0-361,4-4 180,4-4-359,-1 1 809,4-3 0,1-2 0,1 0 0</inkml:trace>
  <inkml:trace contextRef="#ctx0" brushRef="#br0" timeOffset="76902">5121 4258 9422,'0'-11'1799,"0"2"-1350,0 3 1080,1 1-1439,-5 26 0,2-9-45,-3 11 0,0 2 45,-1-4-90,-2 11 90,5-15-90,0-2 0,0 0 0,1-2 0,0 0 0,1-2 0,0 0-90,-1-2 90,2 2 0,-1-4 0,1 2 0,1-5 0,2 0 0,2-5 0,0 0 0,3-4 0,-4 2-90,2-1 90,-1 0 0,-1 1 0,1 0 0,2-1 0,-1 1-90,2 0 90,-2 2-90,0-1 0,0 1 1,4-1 89,-3 1-90,3-1 90,-2 1-90,-1 0 90,1-1-90,-2 0 90,1 0 0,-1-1-90,0 0 90,-1-1 0,0 0 0,0-3-90,-1 1 90,1-2 0,-2 2 0,-1 0 0,0 0 0,1 0 0,-1 1 0,-1 0-90,1 1 90,1-1-90,-2 2 90,2 7 0,-2 0 0,0 7 0,0-2 0,0 2 0,-1 0 0,1 1 0,1 7 0,-1-5-180,2 11 0,0-12-180,0 3-89,-1-7-361,0 0-629,0-2-90,0 0 1529,-1 0 0,0-1 0,0 0 0</inkml:trace>
  <inkml:trace contextRef="#ctx0" brushRef="#br0" timeOffset="79602">11941 1696 8702,'6'6'90,"-1"-1"-90,-2-2 90,0-1 90,0 0-90,2 0 0,-2 0 0,2-1 0,-1 0 0,0 0-90,1 0 90,1 0-1,0-1 1,1 1-90,-1-2 90,1 0-90,1 0 90,4-2 0,3-3 0,7-4 0,-3 1-90,3-5 90,-5 3-577,3-3 577,-1-1 0,0 0 0,0-1-90,0-1 90,-1-1 0,-1-1-90,0 1 90,-1-2 0,0 1 0,3-8 0,-5 6 90,5-9-90,-8 12 0,1-3 179,-1-1-269,-2 5 180,4-13-90,-5 13-5,2-6 5,-1 5-90,0-1 90,1-3-90,0 1 90,0-2-90,2 0 0,-3 0 0,2 0 0,-1 0 90,0-1-90,-1 2-189,5-12 189,0 0 0,1-2-2756,-2 5 2846,-3 7-774,5-8 684,-4 6 0,5-6-90,-3 10-11,-1 1 101,0 0 0,-1 2 0,-2 2 0,0 1 0,3-5 0,-3 4-119,3-4 119,-4 7 2390,-1 1-2390,0 0 0,0 2 0,-1-1 0,1 2 0,-1-1 0,0 0 926,0 1-1016,1 1 90,0 0 0,0 0 0,1 0 0,1 1 628,0-1-628,1 2 397,2-1-397,-2 1 0,1-1 0,0 2 0,1 1 0,-1 0-90,5 0 90,-4 1 0,4 0 0,0 1 0,-1 3 0,3-1 0,-4 4 0,1-1 0,1 2 0,-1 1 0,1 0 0,0 1 0,2 2 0,0 0 0,2 3 0,-2-1 0,-2 1 0,-1-1 0,1 2 0,-1 1 0,1 1 90,-3 0-90,2 0-90,4 7-53,-3-2 143,3 6-523,-7-8 523,-1 0 0,1 1 0,5 8 0,-2-3 90,4 7-90,-7-8 0,0 0 0,0-1-56,-1-1 146,2 8-90,-3-9 0,1 6 0,-4-9 0,0-1 90,-1 1-90,0 0 0,0 0 0,0 0 0,2 7 90,-1-6-182,1 6 92,-2-9 392,0 2-392,0-1 0,-1 0 0,1-1 90,-2-1-180,2 0 238,0 2-148,0-2 0,-1 0 0,2 4 0,-2-3 0,1 3 0,-2-5 326,0 0-236,1 5-90,-1-5 0,2 4 128,0-2-128,-2-3 0,3 4 0,-3-5 0,2 0 0,-1 1 0,2-1 0,-1 1 0,2-1 0,0 1 0,3 0 0,-1 1 0,1-2 0,1 2 0,0-2 0,0 1 90,0 0-90,1 0 0,-1-1 0,6 4 0,-4-3 0,4 3 0,0-2 0,-5-4 90,4 3-90,-5-5 0,1 1 89,-1-2-89,-1 1 90,2-1-90,-1-1 0,0 1 90,0-1-90,1 0 0,-1 0 0,7 2 90,-5-3-90,5 2 0,3 0 0,-6-1 0,8 1 0,-7-1 0,2-1-295,-1 1 295,1-1 0,1-1 0,0-1 0,0 0 0,0 0 0,1-1 0,-1 1 0,8-2-90,-6-1 0,3-1-90,-9 0-90,-2-1-89,-1 1-181,-1-2-1799,1-2 181,-5 1 2158,1-1 0,-7 2 0,0-1 0</inkml:trace>
  <inkml:trace contextRef="#ctx0" brushRef="#br0" timeOffset="82563">11470 1740 9062,'7'5'-180,"-1"-1"180,-2-2 180,0 0-90,1 0-90,-1-2 90,1 1 0,0 0 0,0 0 0,0 0 89,3-1-89,-1 0 0,3-1 0,-3 0-90,0 0 90,1-1 0,4 0 0,-2-1 0,8-1-90,-7 1 90,4-2-90,-3 1 90,1 0-90,-1 0 90,1-1-90,0 1 0,0 1 90,-1-2-90,2 1 90,4-3 0,-4 2-90,4-2 90,-5 3 0,-1-2-90,-1 1 180,5-3-180,-4 1 90,4-2-90,-4 2 89,-1 0-89,0 0 90,0 1-90,0-1 0,0 1 90,-1-1-90,1 0 0,0 1 90,4-4 0,-3 3-90,3-4 90,-5 4 0,0 0 0,-1 1 0,1-1-90,-1 0 180,4-4-90,-3 2 0,2-3 0,-3 4 0,-1-1-90,2 0 90,-1 1 0,1-2-90,-2 2 90,1-1 0,2-2-90,-2 3 90,2-3-1,-4 4-89,-1-1 90,5-4 0,0 0 0,0-1 0,0-1-90,-4 4 0,1-1 0,-2 2 90,0 2-90,-1-1 0,0 1 0,1 0 0,-1-1 0,1 0 0,1 0 0,-1 0 0,0 1 0,0 0 0,0-1 0,0 1 0,2-1 0,0-1 0,0 1 0,0 0 0,0 0 0,1 0 0,0-1 0,1 1 0,-1 0 0,0 0 0,-1 1 0,1-1 0,-2 2 0,2-3 90,-2 2-90,1 0 0,-2 2 0,-1 0 0,0 1 0,0-1 0,0 0 0,1 0 0,0 0 0,1-1 0,3-2-90,-2 2 180,2-2-90,-3 2 0,0 0 0,0 0 0,0 1 0,3-3 0,-3 2 0,3-2 0,-4 3 0,-1 1 0,0 0 0,-1 0 0,0 1 0,0-1 0,0 1 0,0-1 0,-1 1 0,1-1 0,0 1 0,0-1 0,4-2 0,-2 1 0,4-2 0,-2 1 0,0 1 0,0 0 0,1-1 0,-1 1-90,0-1 90,1 1 0,-1 0 0,0 1 0,0-1 0,-2 2 90,2-2-90,-3 2 0,2-1 0,-3 2 0,0 0 0,0 0 0,-1-1 0,1 1 0,0 0-90,0 0 90,0 0 0,0-1 0,1 1 0,0-2 0,7-1 0,-2 0 0,5-1 0,-4 2 0,1 0 0,-1 0 0,1 0 0,0 1 0,0-1 0,-1 0 0,0 2 0,-2-1 0,0 1 0,1-1 0,-3 1 0,2-1 0,-3 2 0,-1-1 0,1 1 0,-1 0 0,0 0 0,0 0 0,1 0 0,1 0 0,4 0 0,0 1 0,3-2 0,6 2 0,-4-1 0,6 1 0,-4 1 0,-1 0-227,2 0 227,-1 0 0,10 2 0,-9-2 0,6 2 0,-10-1 0,-1 0 0,0 0 0,-2 0 0,1 1 0,-3 0 0,1 1 0,-2-1 0,1 1 0,-1 0 0,1 1 227,1 0-227,0 0 0,2 1 0,7 4 0,-4-2 0,15 8 0,-2-1 0,1 0-454,-3-1 454,-11-6 0,1 2 0,-1-1 0,1 2 0,-3-3 0,0 1 0,-1-1 0,0 1-240,0 0 240,-1 0 0,0-1 0,-2 0 0,0 0 0,0 0-2866,5 4 2866,-4-2 0,5 3 99,-5-3-99,0 1 0,6 4 0,-4-4 0,4 5 0,-4-6 0,0 1 0,2 1 0,1 1 0,2 2 0,-2-2 0,0-2 0,0 1 0,8 7 0,-4-3 0,11 7 90,-4-2-90,-2-4 0,2 2-707,-9-7 707,1 1-521,0 1 521,-1-2 0,1 0 0,8 5 0,-7-4 0,16 7 0,-16-8 0,6 2 2474,-6-3-2474,-2-1 1025,-1 0-1025,2-1 0,-2 0 0,4 1 850,-3-2-850,12 4 0,-9-3 0,9 2 0,-9-4-662,3 1 662,-3-1 0,0-1 0,1 1 0,0 0 0,0-1 317,-1 1-317,-3-2 0,0 0 0,0 0 0,1-1-3165,0 0 3165,2 1-746,8 1 746,-6 0 495,13 2-495,-10-3 0,6 2 0,-9-2-90,-3-1 0,-9-2-90,0 0 0,-2-1 2906,-1-1-3176,0 0 1106,-2-1-1645,-1 0-630,-1-1 1619,-1-1 0,-2-2 0,-2-1 0</inkml:trace>
  <inkml:trace contextRef="#ctx0" brushRef="#br0" timeOffset="84855">11202 1746 10141,'-2'5'810,"2"-2"-720,5 2 0,-1-4 0,0 1-90,1-2 90,0 2-1,1-1 1,0 0 0,1-1 0,-1 1 0,2 0 0,-1-1-90,1 1 90,1-2 0,0 1 0,-1-1 0,1 0 0,0 0-90,0-1 90,1 1 0,-2-1-90,1 0 90,1 0 0,4-3 90,5 0-180,-4 0 0,3 0 90,-10 2-90,1 1 0,-1-1 90,1 0-90,1 0 0,-1-1 0,2 1 90,-2-1-90,1 0 0,-1 1 0,2-1 0,-1 0 0,1 0 0,0 0 0,0 0 0,0 0 0,1 0 0,-1-1 0,1 0 89,-1 1-89,-1 0 0,1 0 0,-2 0 0,1 0 0,-1 1 0,1-1 0,0 0 0,0 1 0,0-2 0,0 1 0,1 0 0,-1-1 0,7-1 0,-4 0 0,5 0 0,-5 0 0,2 1 0,0-1 0,-1 1 0,0 0 0,-2 0 0,5-1 0,-3 2 0,3-2 0,-5 2 0,-1 0 0,1 0 0,-1 1 0,-1 0 0,-1-1 0,0 2 0,-1 0 0,0 0 0,0-1 0,0 0 0,1 0 0,-1 0 0,1 0 0,4-1 0,-3 1 0,2-1 0,-2 1 0,-1 0 0,2 0 0,-1 0 0,1 0 0,1 0 0,-2 1 0,0-1-89,1 0 89,-1 0 0,1 0 0,-2 0 0,0 0 0,0 1 89,1 0-89,0 0 0,1-1-89,0 1 178,1-1-89,5-2 0,-4 2 0,9-2 0,-8 2 0,4-1 0,-4 1 0,-1 0 0,-1 0 0,1-1 0,5 0 0,-5 0 0,3 0 0,-6 2 0,0 0 0,-1-1 0,-1 1 0,-1 0-89,0 1 89,0-1 0,-1 1 89,-1-1-89,1 1 0,-1-1-89,3 0 89,0 0 0,3-1 0,-1 0 0,1 0 0,0 0 89,1 0-89,0 1 0,-1 0 0,0 0-89,6-1 89,-4 1 0,4-1 0,-6 1 0,-1 0 0,-1 0 0,-1 0 0,-1 1 0,3-2 0,-3 2 0,1-1 0,-2 1 0,2-1 0,-2 0 0,1 1 0,-1 0 0,-1 1 0,2-1 0,1 0 0,0 0 0,2-1 0,0 0 0,8 0 0,-5 0 0,6 0 0,-6 1 0,0 0 0,1-1 0,0 1 0,-2 0 0,1-1 0,-2 2 0,3-1 0,-3 1 0,1-1 0,-4 1 0,0 1 0,-1-1 0,0 1 0,-1 0 0,1-1 0,0 1 0,-1 0 0,3-1 0,0 0 0,1 1 0,2 0 0,0 1 0,1-1 0,1 0 0,0 0 0,1 0 0,3 0 0,-2 0 0,3 0 0,7 2 0,-6 0 0,5 0 0,-10-1 0,-1 0 0,-2 0 0,1 1 0,-3-1 0,1 1 0,-2-1 0,0 1-90,0-1 90,0 1 0,-1 0 0,1 0 0,-1 1 0,3-1 0,0 1 0,2-1 0,2 2 0,0-1 0,1 0 0,1 1 0,0-2 0,1 1 0,-1 0 0,1 1 0,-2 0 0,1 0 0,0 0 0,-1-1 0,-1 1 0,-1-1 0,1 0 0,0 1 0,0 0 0,1 0 0,0-1 0,0 0 0,0 1 0,1 0 0,1-1-283,1 1 283,2 1 0,0-1 0,1 1 90,-1-1-192,-2-1 102,2 1 0,0 0-680,1 0 680,-3 0 0,0 0 0,0-1 0,0 2 0,-1-2 0,0 1 0,9 2 0,-8-2 0,7 2 0,-8-2 0,0 0 0,0 0 263,0 0-263,0 0 0,1 0 11,0-1-11,0 1 0,0-1 0,0 0 0,1 0 90,2 0-90,14 4 0,-7-3 129,10 3-129,-2-2-1112,-7-2 1112,6 1 0,-12-3-414,2 1 414,-2-1 0,1 0-632,2-1 632,0 1 0,1-1 0,1 1 444,-2-2-444,3 1 0,-3 0-433,2-1 433,-2-1 0,-1 1 0,2-1 0,-1 0 161,11-2-161,-17 2 0,0 0 0,15-1 0,-13 0 0,-2 1 0,1-1 0,8 0 0,-10 1 0,-2 1 0,1-1-180,-3 1 0,0 0 556,-2 0-826,-1 0-89,-1-1-1260,-2 0-360,-3 1 2159,0 0 0,-1-2 0,-1 1 0</inkml:trace>
  <inkml:trace contextRef="#ctx0" brushRef="#br0" timeOffset="99386">9838 7414 7263,'2'8'157,"0"0"0,-3-5 1,1-1-1</inkml:trace>
  <inkml:trace contextRef="#ctx0" brushRef="#br0" timeOffset="103559">10147 7422 9871,'-7'-2'-660,"2"1"1,4-1-1</inkml:trace>
  <inkml:trace contextRef="#ctx0" brushRef="#br1" timeOffset="113666">14875 4883 10370,'-1'-9'-275,"-1"2"0,1 4 0,1 1 0</inkml:trace>
  <inkml:trace contextRef="#ctx0" brushRef="#br0" timeOffset="119625">6501 8102 6993,'-4'-7'270,"1"1"-90,0 2-90,-1 0 90,0-1-1,0 1 1,0 0 0,-2 0 0,1 0 0,0 0 0,0 1 0,-1 0 90,-2-1-90,2 0-90,-1 1 269,1-1 91,2 2-360,6 0 0,3 1 90,26 2-90,-4 0 0,7 0 0,3 0-1232,-11 0 0,-1 1 1187,13 0 0,0-1-45,-9 1 0,0 0 45,0 0 0,1 0 0,0 0 0,2 0-15,0 0 0,3 1 0,-2 0-30,4 0 0,0 1 30,-4-2 0,2 1 0,-2 0-1075,3 0 1,-1 0 1089,-3 0 0,1 0-45,2 1 0,-1-1-581,-3 0 1,-1-1 580,0 1 0,-1-1 0,0 0 0,-1-1 45,0 0 0,-1 0-178,-2 0 1,0 1 132,6 0 0,-1 0 0,10 2 615,-13-2 1,-2 1-616,1-1 0,-3 0 90,-7-1 1864,-7-1-1775,2 1 1945,-4-1-2034,2 0 584,-3 0-404,1 1 86,0 0-266,-1 0 0,1 0 0,-3-1-90,1 0 90,0 0-90,-1 1 179,-1 1-89,-1-8 270,-1 4-180,-3-9 0,1 5-90,-1-2 90,1-2-90,0-1 0,0-4 0,0-3 0,1-7-90,0-5 45,2 2 0,-1-2-1551,0 6 1,1-1 1460,0-10 0,1-1 45,-1 8 0,1 1-45,0-2 0,0 0 45,0-1 0,0-1-45,0 0 0,0-1 45,0 0 0,1-1-894,-2-1 0,1 1 961,0 0 0,0 0-45,-1 0 0,1 0 44,-1 1 0,0 0-47,0-1 1,-1 1 43,0 0 0,0 0-2,0 0 1,0-1-47,-1 1 1,0 1 51,1 0 1,-1 1 0,0 0 0,1 2-45,-1 3 0,0 0-503,0-6 1,0 1 608,-1-10-176,0 16 1,0 2 172,0-2 0,1 4-148,-1 5-3,0 1-2,0 3-93,1 1 1881,-1 2-1784,1 1 15,0-1 1936,-1 2-1958,1-1 2070,-2 3-2172,-1 0 146,-2 6 597,1 1 101,-1 3-143,3-3-62,-1 1 52,1-1-66,0 1 121,0-1 125,-1 1-860,0-1 228,-1 1 389,1-2-61,-5 1-197,4-2-75,-4-1-107,2 0-90,-2-2-85,-2 2-229,-1-1-221,-2-1 40,-3 0 165,-2 0 24,-5-1 205,-2 1-3142,-6-1 3172,0 2 108,-5-2-1001,-4 3 1035,18-1 0,0 1 9,-3 0 1,0 0 6,-1 0 0,0 1-517,-1-1 1,0 1 504,-1-1 1,0 1-558,0 0 0,-1 0 552,0 0 0,-1 1 91,0-1 1,-1 0-59,0 1 1,-1 0 3,2-1 0,-1 1 1,0 0 39,-4 0 0,0 1-38,6-1 0,-2 0 1,0 0 1,2 1 0,1 0 0,0-1 37,-3 1 1,-1 0-49,-8 0 1,2 1-41,13-1 1,2-1-7,2-1 1,0 1 286,-16 1-13,7-1-55,4-1 18,6 0 1762,3 0-1796,4-1 980,1 1-989,1-1 1129,2 1-1404,0-1 2438,2 0-2406,0 0-71,1 0 96,0-1-283,1 1 143,-2-1 25,1 0-150,-1 1 85,1-1-8,1 1 63,-3 0 22,3-1 56,-1 1 43,1 0-66,0 1 915,2 2 380,2 2-1002,2 1-451,1 0-68,-1 1-148,0-2 123,1 3-25,0 6-560,0-2-543,1 5 1097,-1-2 396,1 2 10,-1 5-576,2 3 610,-1 6 127,0 1-112,0 3-3086,0 5 3037,-1-19 1,0 1 12,-1 2 0,1-1-344,-1 2 0,1 0 343,-1 0 1,0 0 16,0 1 1,0-1-37,0 1 1,0 0-934,1 0 1,-1 1 898,1 0 1,1 1-40,-1-1 0,1 0-280,0 1 0,0-1 203,0-2 1,0 2-23,1 8 1,1 0-9,-2-9 0,0 0-1,1 6 0,0-2-143,1 7 1134,0-5-928,-1-4 33,0-4-44,-1-3 32,0-3 243,0-2-224,0-1 2139,-1-2-2157,0-2 1451,0-1-1367,0-1-24,-1 0 41,0-3 1050,0 1-1115,1 1 578,-1-1-604,1 1 253,-2-2 21,0-1-68,-2 7 231,1-6 80,-1 4 83,1-6 141,-1 1-61,0 0 22,1-1-182,-1 1 76,0-1-384,1 0-148,0 0-286,0 1 65,-1 1-428,0 2 160,0-1-532,1-1 93,0 1-691,1-1 323,0 1 1182,0-2 1,0 0-1,-1 0 1</inkml:trace>
  <inkml:trace contextRef="#ctx0" brushRef="#br1" timeOffset="130436">5334 9989 18383,'4'-6'3276,"0"1"0,0 4-1861,3 1-2632,-1-1 760,1 1-162,-1-1 342,1 0 478,0 1-1007,1-2-112,0 1 411,1 0 771,-1 0-321,2 0 181,-1 1-249,1-1 75,5 1-82,-2-1-240,12 1 195,3 1-136,5-1 199,4 1-66,-5-1-938,1 1 1002,2 0-6,0 1 21,3-1 4,3 0-1,-19 0 0,0 0-1517,2-1 0,1 1 1578,-1-1 1,1 0-53,10 1 1,0-1-534,-8 0 0,0 0 552,6 1 0,0-1 23,-9 0 1,-1-1 10,0 1 1,0-1 131,1 0 1,1 0-330,9-1 0,1 0 205,1-1 0,0 0 11,1 0 1,-2 0-4,-3 0 1,-3 0 82,10-1-398,1 1 51,-3-1-2,3 1-29,-4-1 159,-1 1 1268,0 1-1339,-3 0-12,1 2-207,-3-2 826,-2 2-644,-3-1 804,-3 1-802,-2 0 1296,-1-1-1249,1 1-22,-3 0 215,3 0-19,-1 0 57,1-1 58,0 0 1106,1 1-1176,10-2 38,1 0 2,0 0 18,-3 0 3,-9 0-30,-2 1 30,-1-1 787,5 0-962,-6 1-45,5-1 2,-8 0-189,-1 2-112,3-2 99,-4 2 64,2-1-76,-5 1-22,0-1 14,0 1-8,2-1 177,-3 1 23,3 0-30,-5 0 40,3 0-13,-3 0 20,1 0-19,-2 1 13,2-1 4,-1 0-11,1-1 27,0 2-28,-1-1 88,0 1 86,0-1-5,-1 1 10,0 0 2155,0 0-1916,-1-3 222,-1 0-107,-2-4-195,0 0-41,-1 0 71,0-1-63,1-1-101,0-2-24,0-3-243,0 0 39,0-3 194,1-3 48,0-5 27,1-4-670,-1 4 0,1-2 673,0 5 1,0-1-60,0-7 1,1-1 6,0-7 0,0 2-1150,-1 6 1,0 0 1140,1-9 1,-1 0-6,-1 11 0,0 0-70,0 1 0,-1-2 62,1-11 0,0-1-840,-1 10 1,0 0 787,0-10 0,0 1 45,0 12 0,0 1 0,0 0 0,0 0 3,0 0 0,0 1 76,0 1 1,-1 1-584,1 1 0,0 0 792,-1-17-12,-1 2 1114,0 3-1135,-1 2 85,1 5-112,-1-4 1270,0 10-1435,0-1-130,1 8-8,0 1-11,0 1 3301,0-1-3166,0 1 260,0 1-255,0 2 52,1 4-42,0-2 473,0 3-416,0-3-107,1 3 29,-1-2-61,0 1 72,0 0-166,-1 0 120,0 1-315,0 0-146,-2 2 268,0 0 163,-3-1 183,1 2-69,-2-1 321,1 1-177,-1 0 416,-1 0 132,-1 0-265,-3 0-120,-2 0-142,-3 1 57,-3-1-237,-6 1 1,-2 0-188,-8 0 260,4 0 1,0 1-578,11 0 1,2-1 645,-3 1 0,0 1-823,-3-1 1,1 0 751,-2 0 0,0 0-22,1 0 0,-1-1 77,-12 1 0,0 0-13,9-1 0,-1 0-115,-1 1 1,-4 0 0,3-1 57,3 0 0,1 0-66,-8-1 1,-1 1-6,13 0 1,0-1-13,1 0 0,-1 1 8,1-1 0,0 0-88,1 0 0,-1 0 75,1 0 0,0 0 11,-1 0 1,0 0 11,0 0 1,0 0 99,-1 1 0,1-1 17,-1 1 0,0 0-1182,0 0 0,0 0 1197,0-1 0,1 1 12,0 0 0,0 0-117,-7 0 0,0 0 44,8 0 0,0 1-376,-12-1 0,1 0 314,-4 1-39,13 0 0,2-1 21,-8 2 546,1 0-471,2 0 23,3 0 40,1 1 1681,1 0-1594,0 1 26,3-2-38,2 2 38,1-2-146,2 1 120,2-2-206,0 2 37,1-2-195,-7 2 6,8-2-32,-6 1-70,10-2 6,0 1-169,-2-1 59,2 0-141,-1 0 176,2-1-273,-2 1 337,1-1-489,0 1 406,2-2-284,0 2 174,-1-1 242,1 3 614,1 1 1237,1 10-1220,2 4-26,0 3-174,0 3 154,0 1-60,0 5-160,-1 9-342,1-17 1,0 1-571,-1 3 1,1 0 482,0 2 1,0 1 190,0 1 1,0 1-14,0 1 0,0 1 44,-1 5 1,0 1-4,0 2 1,0 0 2,0-11 0,0 1 1,0-1-8,0 1 1,0-1-1,0 0 8,0 10 1,0 0-5,0-5 0,0 2 0,0-1 30,0-1 1,0 0-1,1 0-35,0-1 1,-1 0 0,1 0-12,0-3 1,0-1 0,0-1-19,0 10 0,0-2-17,1-9 0,0-1 2,-1 6 1,1-1-38,1 6-87,0-2 23,0-4-12,0-5-43,1-3 36,-1-5-58,0-1 65,1-3-56,-1-1 112,0-3-92,1 3 24,0-1 11,-1-1 107,1-1-151,-1-5-1202,-1 2 1374,-1-3 1,-7-8 0,-2-4 0</inkml:trace>
  <inkml:trace contextRef="#ctx0" brushRef="#br1" timeOffset="132627">4990 7150 16653,'-8'-5'-3277,"2"0"0,2 3 2890,7 0 2910,3 2-1461,5 0-600,0 0-158,-1 0-214,2 0 1200,0-1-30,3 1-168,0-1-1617,1-1 420,1 1 289,0 0 95,7 0-192,0-1-27,-1 1-48,-3 0 24,-8 0-81,-1 1-45,-2 0-36,0 0-32,-2 0 45,0 0 64,-1 0-163,-1 0 19,0 0 23,0 0 184,-1 1-534,-1 1-655,-4 6 1597,-1-1 136,-3 3 418,2-1-221,-5 8 176,3-3-186,-4 8 444,3-5 744,-1 5-1676,1 1-276,-2 3-330,2 2 102,-1 0 57,4-7 1,-1 1-229,0 12 174,2-11 1,0-1-205,1 7-55,0 7 24,1-10 47,2 14-118,-1-19 68,2 5 7,-2-11 105,0-2 12,0-1 124,0-2 65,-1-1 42,1-1 130,-1-1 5,0 0 362,-2-3 215,-1 0 946,0-2-295,-6-5-1880,2-2-580,-4-7-131,2 1 132,-2-4-246,-2-2-213,-9-15-806,6 7 264,-7-9 1838,6 7 498,5 9 0,0 0 260,-8-12-297,5 7 0,1 1 46,-3-3-52,-1-5 34,7 13-200,3 3 225,1 4-74,2-1 116,0 0 252,2 1 90,2 1 71,5 1 182,-1 4 1241,4 2-1940,-3 2 1,2 5-1,0 1 1</inkml:trace>
  <inkml:trace contextRef="#ctx0" brushRef="#br1" timeOffset="134668">5610 7080 15616,'-5'-4'-3277,"0"2"1291,0 4 4946,0 3-97,1 0-901,-2 2-777,0 2-426,-1 2 396,0 2 1193,0 1-697,0 2-1611,-3 13-862,5-7-163,-3 10 168,5-11-79,0 0 50,1-1 31,1 0 22,1 0-9,1-1 103,0 0 52,1 0-38,2 3 143,0-4-112,3 7-56,-2-12-114,2 2 112,-1-6-263,-1-2-119,0-2-242,1-2 479,-1 0 336,1-2 592,0-1 542,-1-1 406,1-1 596,-1-1 674,0 0 459,0-3-138,0 1-265,-1-3-876,-1 1-528,-1-1-610,-1 0-599,0 1-566,-2-6-374,0 4-461,-2-4-40,1 5 116,-2-3 175,1 4 200,0-3 336,1 5 83,-1-2 104,1 1 232,0 0 125,2-1 859,1 4 677,1-1 569,2 1-58,1 1-296,1-2 248,0 1-171,2-1-141,-1 1-484,1 0-995,0 0-367,1 0-178,-1 0 373,1 1-205,-2 0 67,1 0 79,-2 1-114,3 1-186,-3 0-195,1 2-376,-4 2-783,0 0 444,-1 3 639,0 1 187,-1 3 307,0 1 456,-1 3 337,1 0 237,-1 11 922,1-4-456,-1 7-487,1-7-306,0-1-82,1 1-249,0-2-106,2 0-119,-2-1 24,2-2-129,-1-1 27,0-2-72,0-3-20,0 0 8,0-2-208,0-2-247,0-1 68,-1-1 647,0-2 1,-1-1-1,0-2 1</inkml:trace>
  <inkml:trace contextRef="#ctx0" brushRef="#br1" timeOffset="134978">5837 7121 14666,'3'5'-2593,"-2"-1"1564,3 17 1569,-2-6-165,1 2-82,0 3-83,2 14 12,-1-7-361,2 10 643,-3-14 103,0-1-625,-1-3-37,1 0-48,-1-2-365,1-1 219,-2-2 272,1 1 0,-1 2 0,0 1 0</inkml:trace>
  <inkml:trace contextRef="#ctx0" brushRef="#br1" timeOffset="135216">5835 7126 14796,'5'-6'3276,"1"0"0,-2 1-737,3 0-2232,-1 0-49,3-1-300,1 0-95,0 1 1219,0-1-1468,0 1-272,-1 0-383,3 0 405,-4 1 496,1 0 0,-4 2 1,-1 1-1</inkml:trace>
  <inkml:trace contextRef="#ctx0" brushRef="#br1" timeOffset="135425">5891 7256 15326,'3'7'-2512,"1"-2"-34,0-3 2815,1-2 945,1-1 135,8-2-368,-2 0-237,8-1-553,-5 0 374,2 1 748,0-2-420,1 0-743,0-1 1,3-1 0,0-1 0</inkml:trace>
  <inkml:trace contextRef="#ctx0" brushRef="#br1" timeOffset="137130">3754 9054 17644,'3'-8'3276,"0"2"-836,-1 1-1678,0 0-4039,0 2 3925,0-1-187,-2 11-1105,1-1 945,-3 11-883,1 1 39,0 6-126,0 6-115,0 7 377,-1-5 1,1 3-47,-2 3 0,1 0 548,0 2 0,-1-1 0,0-3 0,1-2-77,0-13 1,0-1-415,-1 17 456,1-6-133,0 1 32,0-6-49,1 0 164,-1-7-147,1-2-56,0-5 1158,0 0-908,0-2 2306,0-1-2233,0-3 1099,0-1-909,-1-9-1642,1-1 796,-2-8-23,3 0 314,-1-14-10,1 1-3096,0-14 2244,-1 4 696,2-2 942,-1 16 0,0-1-379,0 3 0,1-2 29,0-13 0,0-1-176,-1 11 1,1-1 25,0-7 0,1 1 22,1-10 12,0 7 95,1 3-32,2-2 102,0 7 86,2 4 253,0 11 329,-1 9-723,-1 7-1810,2 5-42,2 7 322,2 9 68,1 7-23,2 5 536,-8-17 0,0 1-146,0 0 0,0 0 299,0 0 1,1 1 951,1 8 1,0 0-22,-1-8 1,-1 0-174,2 5 0,-1 0 57,3 5-135,-2-2-28,-1-2-68,0-1 29,0-4-95,-2-3-35,0-4-256,-1-3-92,0-3-324,-1-1 46,-1-3 645,-1-1 0,0-1 0,-2-1 0</inkml:trace>
  <inkml:trace contextRef="#ctx0" brushRef="#br1" timeOffset="137358">3771 9514 16616,'6'-1'2529,"1"-1"-1502,-1-1-5,5-3-135,-1 1-322,5-4-3842,0-1 3883,2-3 869,3 0 1801,0-3-2671,1 2-311,0-1-212,0-1-2733,0 1 2544,-1 0 139,0 0 1,0-2 0,1 1-1</inkml:trace>
  <inkml:trace contextRef="#ctx0" brushRef="#br1" timeOffset="137625">4206 9074 12374,'1'-9'729,"-1"0"-415,1 2-239,0 0 232,-1 2-203,2-1 579,-1 3-137,5 2-332,-2 4-805,4 6 8,-2 3 200,2 5 53,0 5 145,0 5-277,0 2 1,-1 1 556,-1-7 1,-1 0-606,4 13 939,-4-13 1,0-1 64,3 8-212,-1-2-180,0-4-487,-1-4-17,-1-4 386,0-4 0,0 3 1,1 0-1</inkml:trace>
  <inkml:trace contextRef="#ctx0" brushRef="#br1" timeOffset="137930">4236 9027 18247,'-4'-16'-1031,"2"2"981,-1 2-89,2 2 408,1 1 102,0 0 34,1 1 45,1 0 227,1-1 491,3 0 349,3 0 307,4-1-578,5-1-247,5 0-816,3 1 178,2 2-1347,2 1 656,0 3-558,1 2-2389,-1 3 1331,-1 3 768,-3 2 68,-2 3-207,-4 0 58,-5 3-343,-3 0 98,-4 0 588,-5 8 889,-6-1 740,-4 6 560,-8 1 683,-4 0 278,-6 1 656,-2-1-263,-1-2-515,2-3-1229,3-3-686,5-5-72,3-2-163,5-4 0,0-1 0,1-2 0</inkml:trace>
  <inkml:trace contextRef="#ctx0" brushRef="#br1" timeOffset="141778">10522 9440 15868,'2'-8'-719,"0"1"541,-1 2 34,0 0 172,-1-1-42,1 1 234,-2-1-372,1 0-129,-1 1-173,1-1 177,-2 1-148,1 0 139,-1-1-125,0 1-23,-1 0 61,1 1-93,0-1 353,-1 0-288,-1-1 170,0 0-23,0-1 240,-2 0-69,0-1 87,-1 0 175,0 0-114,-1-1 117,-1 0 162,-2 0-46,-2-2 34,-2 0 34,-5-1 133,-12-5 9,5 5-998,8 4 1,-1 0 1152,-13-3-204,-3 0-178,16 6 1,-1 0 36,0-1 0,0 2-64,-1-1 0,0 2 40,1-1 1,-2 0-46,-10 0 1,0 0-21,7 1 0,-1 0-1044,-7 0 0,0 0 964,9 1 0,0 1 37,0 0 1,0 0-630,0 0 1,-1 1 637,-1-1 1,1 1-7,-2 1 1,1-1-6,-1 1 0,0 0-4,0 0 1,0 0 43,1 1 1,0-1-47,0 1 0,1 0-11,1 0 0,0 1-73,-7 1 1,0 0 14,10-1 0,0 0-1,-6 2 1,2-1-419,-6 3 565,1 2 35,1 0 47,1 2 67,-2 2 19,2 3 105,0 0-14,1 5-2,2 0 219,-1 4-479,9-6 1,0 1 5,0 2 1,0 0-43,1 1 1,0 0-63,2-3 1,2 1-82,-5 10-139,3 0-54,0 4-425,1 2 568,0-1-684,3 4-117,1-4 192,1 5-89,3-2 43,0 2 231,4-19 0,0 2-23,1 9 0,1 1-465,0-7 0,0 1 475,1 9 0,1-1-21,0-10 0,1 0 138,0-1 1,1 1-116,4 11 0,0 1 27,-1-9 1,1-1 140,2 3 1,0 3 0,1-4-65,0-2 0,0-2-18,5 8 1,0-1-94,-3-10 1,1-1-12,2 1 1,1 1 38,-1-4 1,0 1 601,2 0 0,1 0-444,-1-4 1,0 0 96,3 2 1,1-2-216,-1-1 1,0 0 349,5 1 1,1-1 117,-1-1 0,0-1 93,1-1 1,0-1-202,1 0 1,-1-2 226,-1-1 1,1-1-10,0-1 0,1-1-22,0 0 0,2-2 180,-1 0 1,2-1-254,1-3 0,3 0 1,-2-1-457,7 0 0,0-1 429,-4-1 1,2 0 0,-2-1-384,5-2 0,-2 0 266,2-1 1,-1-1-88,-1 0 0,1 0 87,-1-1 0,-1-1-339,0 1 0,-1-1 275,-1 0 1,0-1 158,-2 0 1,0 0-102,-1-1 1,0-1-6,-1 0 1,-1-1 306,-2 2 1,-2-2-334,0 1 1,-1 0 0,-4 0 1,0-1 2,0 1 0,0 0-7,-2-1 1,0 0 158,-1 0 1,-1-1-312,0 1 1,-1-2-19,-1 0 0,-1 0-17,0-1 0,-1 0 8,0 0 0,-2-1-11,5-10 1,-1 0-10,-4 5 0,-1 0-2,3-7 0,-1 0 127,-6 8 1,-1 0-18,0 0 0,0 0 7,-1-9 1,-1 0 6,-2 7 1,-1 0 467,1-7 0,-2 0-367,-1 9 0,-2 0 2,0-1 0,0 0 1,-2 0 0,0 1 2,-1 0 0,0 0 23,-1 1 0,-1 0 0,1 0 0,-2 0 45,-6-8 0,0 0-45,2 7 0,0 0 0,-5-7 0,0 1-83,3 8 0,0 2 38,-1-2 0,0 1 63,0 0 1,-2 0 297,-1-1 1,-1 0-271,-7-4 1,-2-1-7,4 5 0,-2 1 1,1 0-372,1 2 1,1 0-1,0 1 406,-2 0 0,0 1 0,1 1 53,-5-1 0,1 2-195,3 2 0,1 1 155,-3-2 0,-1 2 52,3 1 1,-1 1-58,1 1 1,-2 0 3,-13-1 0,0 2-482,10 2 1,-1 1 478,-9-1 1,0 2 92,13 2 1,1 2-170,0-1 1,0 1 190,0 2 1,1 1-440,0 0 1,1 0 417,0 2 0,1 0-78,1 1 1,-1 0 0,-7 5 0,-2 2-1,-1 0 1,0 0 0</inkml:trace>
  <inkml:trace contextRef="#ctx0" brushRef="#br1" timeOffset="142952">14850 9554 16678,'-1'-6'-2754,"-1"-2"1712,0 3 213,0-2 434,0 2 12,0 0 108,-1 0 80,-1-1-767,0-1 557,-1 0 249,-2 0 151,-1-1 108,-1 1 275,0 0 91,-2 1 103,-2-2 61,0 2 148,-3-1 29,-4 0 52,-3 2-927,-4 0 853,-3 0-263,4 3 1,-1 0-51,4 1 1,0 0-859,-9-1 0,-1 1 829,7 1 0,0 1 3,0-1 1,-1 0-107,-1 1 1,1 0-33,-2 1 1,1-1-608,-1 1 1,1 0 605,-1 1 1,0 0-41,0 0 0,0 1 12,1 0 1,0 0 9,0 1 0,1 1 13,0-1 1,1 2 33,1 0 0,0 0 28,1 1 0,-1 1-84,-7 5 1,-1 3-14,10-3 1,-1 1 0,1 1 29,0 0 0,0 1 0,1 0 63,-9 9 1,2 1-179,4 4 1,2 0-160,7-8 1,1 0-104,-4 8 1,2 0-141,7-8 0,1-1-136,1 2 1,1-1-304,1 1 0,1 0-50,1 1 1,1 0-63,1 0 1,2-1 60,0 1 1,1 0-452,5 10 0,2 0 313,0-9 0,1 0 38,3 8 0,3-1-9,0-8 0,1-2-8,1 0 0,2-1 209,1 2 1,3 1 336,0-5 0,1-1 0,1 0-194,3 2 1,2-1 418,-4-3 1,2-1-1,-1-1 178,4-1 1,-1-2 175,3 0 1,-1-1-126,0-2 0,-1 0 434,4-1 0,1 0-325,-1-3 1,-1 0 227,1-1 0,1 0-87,-1-1 1,0-1-435,-2-1 0,1-1 326,2-1 0,2 0-198,-1-2 1,2-2-1,-2 1 57,-6 1 1,-1 0-1,1-1-18,7-2 1,2 0 0,-3-1-114,3 0 1,-2 0 142,-1-2 1,0 1-42,-4-1 1,-1 1-19,-2-1 0,1 0 325,5-5 1,0-1-482,0-2 1,-1-1-36,-1 0 1,-1-2 33,-10 3 0,0-3 0,-4 2-126,-2 0 0,-2-1-99,4-7 1,-3-1 93,-7 7 0,-1 0-317,-2-2 0,0 0-85,-2 0 1,0 0 69,-2 0 0,-1 0-29,-1-1 0,-2-1-41,0 1 1,-1-1 8,-2-1 0,-1-1 41,-1 0 1,-2 0 223,-2-2 1,-1-1 166,-2 1 0,-1 0-125,-2-1 0,-2 0-15,-1 1 0,-1 0 71,-2 1 1,0 0-341,-1 2 0,-1 0 507,-2 1 0,0 0 59,-1 1 0,0 0-131,-1 1 1,-1 0 292,0 1 0,1 1 37,-1 0 1,-1 2 36,2 1 0,-2 0-74,3 4 1,-2 1 0,1 0 45,-7-1 0,0 1 25,7 3 0,-1 0 0,2 2 146,-6 1 1,1 1 104,2 2 0,-1 2-44,-4 0 0,-1 1 3,0 1 0,-1 2 330,-2 0 1,-2 2-830,5 2 0,-2 1 1,1-1 124,9-1 1,2 1 0,-3 0 0,-1 1-1,-2 1 1,0 0 0,2 0 0,-2 1-1,1 0 1,0 0 0</inkml:trace>
  <inkml:trace contextRef="#ctx0" brushRef="#br0" timeOffset="144476">20106 9580 8342,'0'-10'360,"0"1"-180,-4 3-90,-1 1 0,-1 0 0,-2-2 0,-3 0 0,-1-1 0,-5-2-738,-3 0 738,-5-3-1199,-4 0 1199,-3-2-90,-4-1 45,16 8 0,1 0 0,-1-1 0,-1 1-787,-1 0 0,1 0 787,-2 0 0,0-1-45,-1 1 0,-1 0 45,-3-1 0,-1 1-45,-3-1 0,-1 0 0,-3 0 0,-1 0-1061,-1 1 1,-1 0 1105,1 0 0,-2 0-45,2 2 0,-3 0 0,3 0 0,-3 0 0,0 1 29,5 0 1,-1 0 0,3 2-503,2 0 0,1 2 473,1-1 0,-1 2 0,0-1 0,1 2 0,0 0 0,0 1 0,-1 0 0,1 1 0,0 1 0,0 0-209,0 1 1,0 0 208,-2 1 0,0 2-45,0 0 0,0 0 45,0 0 0,1 2-45,1-1 0,1 1 45,-1 0 0,0 0-45,1 2 0,0-1 0,-3 2 1,0 0 44,4-1 0,0 0-19,-1 2 1,0 0-27,-6 4 0,0 0 45,5-2 0,0 1 0,1 0 0,0 1 0,1 0-45,2-1 0,1 0 45,-5 4 0,1 1-45,10-6 1,1 0 44,1 0 0,0 0-45,1 1 0,1-1 45,0 1 0,1 0 0,-11 15 1326,3 1-1326,6-3-90,1 0 1267,6-2-1267,2 0 90,3 0 0,6 0-90,2 0 90,7 4 0,4 1-90,4 2 90,-7-17 0,1-1 249,0 0 0,1 0-249,2-1 0,0 0 0,1 0 0,1 0 0,3 0 0,1 1 0,2-1 0,1-1-45,2 2 0,2-1-234,1-1 0,0 0 279,2-1 0,1 0-720,0-1 0,1 0 720,1-1 0,1 0 0,1-1 0,1 0 0,0 0 0,0-1 0,1 0 0,1 0 0,-1-1 0,0 1 0,1-2 0,0 0 0,0 0 0,0 0 0,0-1 0,0-1 0,1 0 0,-1 0 0,2-2 0,-1 1 0,-14-3 0,0 1 0,2-1 0,11 1 0,2-1 0,-2 0-431,-10 0 0,-2-1 0,1 0 431,9 0 0,1 0 0,-2 0 128,1-1 0,0 0-128,-3-1 0,2-1 0,-1 0 0,-5 1 0,-2-1 0,2 0-131,4 0 1,1 0 0,-2-1 130,6-1 0,-2 0 0,-2 0 0,0 0 233,0 0 0,-1 0-233,0-1 0,-2 0 0,-2 0 0,-1 0 0,0 0 0,-1-1 385,0 0 1,-1 0-386,0 0 0,0 0 0,-1-1 0,0 1 0,-1-1 0,0-1 0,-1 1 0,0-1 0,-1-1 0,0 1-65,0-1 0,-1 0 65,9-5 0,-2 0 0,-7 3 0,-1-1 537,6-3 1,0 0-538,6-8 0,-12 6 0,1-1 0,-7 5 0,-1-1 0,4-3 0,-1 0 0,3-7 0,-5 2 0,-1-2 657,-3 0-567,0-12-90,-7 10 90,0-8-90,-9 9 90,-2-1-1143,-7-6 1053,-6-1 45,-2 7 0,-4 0-393,4 6 0,-1 0 348,0 2 0,-1 0 0,0 1 0,-6-1 0,-1 0 0,-3 1 0,-2 0 0,-2 0 0,0 1-299,10 5 1,-1 0 0,0 0 298,-1 0 0,0 1 0,-2-1-270,0 1 0,-1-1 0,-1 1 270,0 0 0,-1 0 0,-1-1 0,6 3 0,-2-1 0,0 1 0,0 0 0,-7-2 0,-1 1 0,0-1-23,3 2 1,-2 0-1,0-1 1,1 1 22,2 1 0,0 1 0,1-1 0,-1 1-103,-1 0 0,1 0 0,-1 0 0,-1 0 58,-1 0 0,-2 1 0,1-1 1,1 1-24,5 1 1,0 1-1,1-1 1,-2 1-68,-5-1 0,-3 0 0,0 1 0,2 0 125,6 0 0,2 1 0,-1 0 0,-2 0 10,-4 0 0,-3 1 0,-1-1 0,0 1 0,2-1 0,4 1 0,2 1 0,-1-1 0,0 0 0,-2 1 0,-1-1 0,0 1 0,-1-1 0,1 0 0,0 1 0,0-1 0</inkml:trace>
  <inkml:trace contextRef="#ctx0" brushRef="#br0" timeOffset="169908">5216 12372 8072,'-6'6'2789,"1"-1"-2609,5 0 0,0-2-1,4 2-89,-1-4 90,0 1-90,1 0 0,1 0 0,2 0 0,0 0 0,3 0 0,2 0 0,2 0 0,3 0-90,1 0 90,2-1-90,6 0-993,1-1 993,4 0 90,0 0-90,0-1 0,0 0 90,-3 0-625,-2 0 535,-4-1 0,-4 1 0,0 1 90,11-3-90,-14 2 0,8-1-3277,-16 1 2769,-3 0 1,1 0-1,-4 0 1</inkml:trace>
  <inkml:trace contextRef="#ctx0" brushRef="#br0" timeOffset="171958">2920 4579 7623,'-3'-10'-900,"2"1"540,2 2 360,0 0 0,1-7 0,1-1 0</inkml:trace>
  <inkml:trace contextRef="#ctx0" brushRef="#br0" timeOffset="188985">9986 13573 7892,'-5'5'90,"1"0"0,4 0-90,0 1 90,1-1 0,3-6 0,-2 0 90,1-6-90,-2 3-90,0 8 0,0-2 90,0 6 90,2-9 0,0-1-135,0-3 0,-7 9 0,-2 4 0</inkml:trace>
  <inkml:trace contextRef="#ctx0" brushRef="#br0" timeOffset="-210347.73">9551 6102 11131,'0'10'180,"-1"-1"-91,1-4-89,-1 3 90,-1 3-90,0-1 0,1 2 0,-1-5 0,1 2 90,0-2-90,0 2 0,0 0 0,-1 0 0,0-1 0,1-1 0,-1 1 0,1-1 90,-1 0-90,0 2 0,0-3 0,0 2 90,1-3 0,5-6 0,-1 1 0,4-8-90,-4 2 90,1-3 0,0 0 0,-1-2 0,2-7-90,-1 4 90,1-5 0,-3 7 0,1 1 0,-1-4 0,0 5-90,0-3 90,0 5-90,-2 1 90,1 1 0,-1 0-90,1-1 89,-1 3 91,1-3-180,-4 17 0,3-7 0,-3 13 0,2-6 0,0 4 0,1-2 0,-1 1 0,0-6 0,1 0 0,-1-1 90,0 2-90,0 0 0,1-1-90,-1 0 90,0-17 0,0-2 0,0-9 0,1 4 0,0 5 0,0 0 0,-1 1 0,1 1 0,0 1 0,-1 1 0,1 1 0,0 1 0,-1 0-90,-3 9-179,2 1 89,-4 18-90,5-10 0,-2 10-90,2-10 0,0 0-269,0-1-990,0-1-180,1 1 1799,0-3 0,1 6 0,0-1 0</inkml:trace>
  <inkml:trace contextRef="#ctx0" brushRef="#br0" timeOffset="-209210.73">10469 6101 10231,'3'-8'630,"-1"1"-180,-1 2-1,0-1 1,-1 2 0,1-2 179,0 2 91,1 0-630,1 5 0,-1 2 0,2 7 0,-2-2 0,0 2-90,-1-1 0,-1 1 90,1 1-90,-1-1 0,0 0 0,0 0 90,-1 1-90,1 1 0,-1-1 0,-1 1 0,1 4 0,-1-4 0,1 2 0,0-6 0,0 2 0,0-2 0,0 0-90,0-2 0,1-1 90,0-16 0,-1 6 0,1-15 0,0 2 0,0 3 0,0-5 0,0 7 0,-1-6 0,0 6 0,0-3 0,0 7 0,0-6 0,0 7 0,0 9 0,0 3 0,0 13-90,0-3 0,1 4 0,0 4 0,-1-5 0,2 0 90,-1-7-90,1 0 90,-1-1-90,1-2 90,-1 0-90,0-2 90,0 0-180,1 0 180,2-9 0,-2 2 0,3-10 0,-2 1 0,0-1-90,1-3 90,-1 0 0,0 0 0,-1-1 0,1 1 0,-1 0 0,0 1 0,-1 2 0,0 3 0,0 0 0,-1 3-90,0 2 0,-4 4-899,1 3 269,-6 12-1079,5-4-449,-3 7 2248,4-7 0,0 6 0,-1 2 0</inkml:trace>
  <inkml:trace contextRef="#ctx0" brushRef="#br0" timeOffset="-207088.73">9672 4153 9602,'7'-1'1169,"-2"1"-809,-1 2-180,-3 3-91,-1-1 1,-1 5-90,-1-3 90,1 2-90,0-3 90,-1 2-90,1 0 0,1 1 90,-1 0-90,0 1 0,1-1 0,0 1 90,-1 0-90,1 0 0,-1 0 0,1-1 0,0 0 0,0-1 90,0 0-90,0 0 0,0-1 180,0 3 0,0-4 270,-1 1-450,-1-12 0,1 2 90,-2-11-90,2 5 90,-1-1-90,1-2 0,1-1 0,-1-1 0,-1-1 90,1 1-90,-1 1 0,1 2 0,0 0 0,0 1 0,0 1 0,0 2 0,0 1 0,0 0 0,0 2 0,0-2 0,0 14 0,0-3 0,0 12 0,0-4 0,1 1 0,0 3 0,0-1 0,0 7 0,0-4 90,0 9-90,0-12 0,1 4 0,-1-8 0,1 1 0,-1-2 0,0-1 0,1-1 0,-1-1 0,0 0 0,0-2 89,0 1-89,1-25 0,-1 8 0,2-22 0,0 3 0,-1 9-385,1-7 385,0 12 0,-1 1 0,0 1 0,-1 2 0,1 2 0,-1 2-90,0 2 90,1 17-180,-1-3-64,0 22-206,0-14-269,0 5-2558,1 0 3196,-1-6 1,3 10 0,-1-6 0</inkml:trace>
  <inkml:trace contextRef="#ctx0" brushRef="#br0" timeOffset="-205571.73">10375 4153 9781,'-3'-7'630,"0"1"-90,1 2 1169,0 0-1619,1 9 0,1-2 0,0 8-90,0-4 90,0 0 0,0 1-90,0 1 89,-1 0-89,0 2 0,1 0 90,1 0-90,-1 1 0,1-1 90,0 1-90,0-1 0,-1 0 90,1 1-90,0-1 0,0 1 0,0-1 0,0-2 0,0 0 0,0-1 90,0-1-90,0-1 0,0 1 0,0-2 90,-1 1 90,1-1 360,0 0-540,-2-14 90,1 4-90,-2-12 90,1 4-90,0 0 90,-1-1-90,1-1 0,-1 0 90,1 0-90,-1 0 0,2 0 0,-1 3 0,0-1 90,1 4-90,-1-1 0,1 2 0,0 1 89,0-2-89,-1 3 0,1 8 90,0 2-90,-1 8 0,1-1 0,-1 0 0,1 2 0,0 1 0,0 1 0,0 0 0,1 0 0,-1-1 0,1 1 0,0-3 0,0 0 0,-1 0 90,1-3-90,-1 1 0,0-2 0,1 0 0,-1-2 0,1 0 0,-2-1 0,0 0 0,0-11 0,0 1 0,0-12 0,2 4 0,-1-2 0,1-13 0,0 7 0,1-15-90,0 18 90,0-4 0,-1 6 0,-1 6-90,1-2 90,-1 16-89,1 1 89,-2 8 0,-1-1 0,1 1 0,0 2 0,-1 0-90,1 7 90,0-1 0,1 0 0,-1-5 0,1-7 0,0-1 0,0-1 0,-1 0 0,1-1-90,-1 0 0,0-16 0,2 4 0,-1-16-3187,2 5 2892,0-3 188,1-1 17,-1 0 90,0 2-360,1-5 180,-2 8-89,1-3-91,-2 11 450,0 1 0,-7 13 0,-3 4 0</inkml:trace>
  <inkml:trace contextRef="#ctx0" brushRef="#br0" timeOffset="-201494.73">10009 13549 9332,'3'-6'-630,"0"0"540,-1 2 0,0 1 0,-1-2 0,-1 1-360,0-3 630,-2 10 0,2-2-90,0 6 0,3-2-90,-1-2-450,-1 1 450,0 1 0,-2 0 0,0 1 0</inkml:trace>
  <inkml:trace contextRef="#ctx0" brushRef="#br0" timeOffset="-200483.73">10094 13319 8252,'-3'-6'990,"0"0"-720,0 2-91,0 1 91,0 0-90,-1-1 0,0 1-90,0 0 90,0 0-90,1 0 0,-1 0 0,1-1 90,-1 1-90,0 0 0,-1 0 0,0 1 89,0-2-89,-1 2 0,0-1 0,0 2 0,-1 0 0,-1 0 0,0-1 0,0 1-90,0 0 90,0 0 0,0 2-90,-1-1 90,1 2-90,0 0 90,-5 3-90,5-1 0,-4 2 90,5-2-90,-8 11 90,6-5-90,-6 10 0,8-7 0,-2 4 0,2 1 0,-2 2-375,4-2 375,-1 1 0,3 0 0,-1 1 0,3 2 0,0 0 0,1-1 90,1 2-90,3 0 0,-1 1 0,2 2 0,-1-3 0,3 3 0,-1-5 0,3 2-412,-1-4 412,2 2 0,0-3 0,1-2 0,0-2 0,-1-2-2891,3-1 2891,0-2-410,10 2 410,-5-4 0,7 1 0,-6-5 104,1-2-194,0-1 90,3-3 0,0-1-90,13-6 90,-10 1-90,8-4 0,-13 0-216,0 0 216,-2-1 90,-1-2 0,-1-1-90,-2-2 90,-2-2 0,-2-1 0,-1-1 0,-2-3 0,-2 0 0,-4 4 0,0 1 291,-1-14-291,-1 12 0,-1 0 0,-5-14-847,-3-1 847,3 18 0,0-1 45,-6-8 0,-2 1 0,3 7 0,0 1 0,-5-6 0,-1 1 45,-11-5 0,-3 5-1,-3 4-256,-3 5 257,-1 3 0,0 5 0,-1 5-45,9 4 0,-1 2-45,9 0 0,-1 1 315,-17 6 0,1 1-450,18-2 1,1 0-91,-7 4 0,3 1-361,-5 8-1213,5 0-630,3 1 2440,6-2 1,-2 4 0,0 1 0</inkml:trace>
  <inkml:trace contextRef="#ctx0" brushRef="#br0" timeOffset="-185137.73">2931 4324 6723,'-4'-8'540,"0"1"-270,1 3-90,0 0 89,0 2-179,-4 0 90,2 1-90,-2 2 90,0-1-90,-1 2 0,-2 0 0,-1 2 0,-3-1-90,-1 2 90,-3 2-550,-2 3 550,-4 1-658,-2 6 568,-1 2 0,-2 6 45,8-4 0,1 3-952,4-5 1,2 1 951,-6 8 0,3 1-711,5-6 1,3 1 665,0 1 0,1 0 45,1 2 0,1 1-45,1 0 0,1 0 0,2 2 0,1 0 0,1 1 0,0 0-644,3 3 0,1 1 644,2-2 0,1 1 0,1 2 0,2-1 0,1-1 0,2-2 0,0 0 0,2-1 45,1-1 0,1-1-45,1-1 0,0-2-376,0-2 0,1-1 421,-1-2 0,1-2-45,-1-3 0,0-1 45,0-1 0,1-1 241,-1-2 1,1-1-242,5 2 0,2-2 45,-1-4 0,1-2-45,-2 2 0,0-3 89,4-7 1,-1-3-45,5-7 186,-11 3 0,-2-2-186,9-12 0,-3-4 0,-3-5-90,-12 16 0,-1-2 45,-1-1 0,-1-2 0,0-1 0,-2-2 203,-1 0 0,-1-1-203,-1-3 0,-1 0-324,-2-4 1,-2-1 323,-1-2 0,-1-1-45,1 11 0,-2-1 0,1 0 30,-2 0 0,0 0 0,0 0-30,-2 0 0,0 0 0,-1 0 0,0 0 0,-1 1 0,-1-1 0,0 2 0,0-1 0,-2 0 0,-2 0 0,-1 0 0,-1 0 0,0 1 0,-1 1 0,0 1 0,-1-1-397,-7-5 0,-1-1 0,-1 4 352,-3 3 0,-1 4 45,-1 2 0,-1 2 0,2 5 0,0 4-265,0 2 1,-1 3 174,1 5 1,0 2-46,0 3 0,0 2-45,-1 3 0,1 3-180,3 1 0,1 2-270,2 2 1,3 1 134,4-1 1,1 1 521,3 0 1,2 2 0,-1 7-1,2 2 1,-1 2 0,1 0-1</inkml:trace>
  <inkml:trace contextRef="#ctx0" brushRef="#br0" timeOffset="-181496.73">15031 12763 7083,'3'-6'2519,"0"0"-1890,-3 1-269,0 0-180,-2 0 0,0 0-90,-1 1 0,0 1 90,0 0-91,-2-1-89,1 2 90,-2-2 0,2 2 0,-1-1 0,0 0 0,0-1 0,0 1 0,0 0 0,-1 0-90,-1 0 90,0 0-90,0-1 90,-1 1-90,-1-1 90,0 0-90,-1 0 90,0 0-90,-1 0 90,-1-1-90,1 1 90,-3 0-90,1 0 90,-2-1-90,0 2 0,-1-2 90,0 1-90,-2 0 90,3 0-90,-1 1 90,1-1-90,2 1 90,-2-1-90,2 1 0,0 1 89,0 0-89,1-1 90,1 2-90,-2-2 0,2 2 0,-2-1 90,0 0-90,1-1 0,-6 1 90,4 1-90,-3-1 0,5 2 0,-1-1 0,-1 1 0,-1 0 90,0 0-90,0 1 0,0 0 0,-1 0 0,1 0 0,-1 1 0,1 0 0,1 0 0,-1 0 0,1 1 0,-5 0 0,4 0 0,-8 4 0,10-4 0,-3 3 0,7-1 0,-2 0 0,1 1 0,1 0 0,-2 3 0,2 0 0,-1 1 0,0 1 0,1 0 0,1 1 0,-1 1 0,1 1 0,1 1 0,0 1 0,1 0 0,0 0 90,1 1-90,0 0 0,2 1 0,-1 0 0,1-1 0,1 2 0,1-2-212,0 1 212,2 2 0,-1-1 0,2 2 0,0-1 0,0 0 0,1 1-1065,1 3 1065,1 1 0,1-1-171,2 2 261,-1-4-90,3 2 0,0-1 0,1-1 0,2 0 0,2-2 0,1-1 0,1-2-2788,4 0 2788,2-2 0,1 0-565,3-3 565,0-1 0,2-2 0,1-1 0,1-2 0,1 0 0,1-3 0,0-2 0,1-1 0,0-2 0,1 0 0,-1-2-1369,-1 1 1369,-1-3 0,0 1-209,-2-2 209,-1 0 0,0-2 0,-2-1 0,1-1 0,-9 2 0,0-1 0,11-8 588,-12 6 0,-1 0-588,8-7 0,-3 0 0,2-2 0,-1-2 174,-1 1-174,-1 0 0,-3 1 0,-1 0 0,-2 0 0,-1 1 0,-2 1 0,-3 2 0,-1 1 2582,-2 1-2582,-1-2 0,-1 3 0,-1-2 580,-2 2-580,-2-12 0,-3 4 0,-3-9 0,-2 6 390,-2 2-390,-3-1 0,-5 0 0,-3 0 0,-5 0 0,-2 1 0,-5 3-1483,-3 1 1483,17 10 0,-1 1 0,-2 1 0,1 1 0,-2-1 0,-1 2 0,1 0 0,-3 1-728,-11 0 1,0 1 592,9 2 0,0 0-818,-3 1 0,-2 0 0,3 1 458,4 1 1,1 0-361,-6 2 1,1 0-1493,-5 5 2347,8 1 0,-2 3 0,2 1 0</inkml:trace>
  <inkml:trace contextRef="#ctx0" brushRef="#br0" timeOffset="-179534.73">19669 12785 10591,'1'-9'-180,"0"2"360,0 0 0,-2 2 0,-1-2-90,1 1 90,-2 0-90,2 2 89,-2-1 1,0 0-90,0 0 90,-1 0 0,0-1-90,-1 0 90,-1 0-90,1 1 0,-2-1 180,-4-3-180,2 2 0,-5-2 0,3 1-1,-2 1-89,-1-1 90,-5 0-669,-1-1 669,-5 0-90,-2-1 90,-5-1-1384,-2 1 1294,-5 0 90,-2 2-90,20 4 0,0 1 0,0 0 0,-1 0 90,-18-2-484,11 1 0,-2 1 439,-1 2 0,0 0-511,0-1 1,0 0 465,-1 2 0,3 1 0,-10 1 45,19-1 0,0 0-45,-16 3 0,-3 1 0,3 0-552,-1 1 552,0 2 0,1 1 0,-2 3 0,1 1 0,5 0 90,0 1 80,5 0-170,-2 4 0,5-1 0,0 3 0,-5 8 0,8-6 0,-3 8 0,9-8 0,-3 11 0,7-7 0,-4 7 0,8-11 171,3-1-171,1-1 0,2 7-89,2-5 89,3 10 0,2-8-90,3 3 90,3-1-90,2-1 90,5 0 0,2 0-90,7 0 90,2-1 0,4-2 0,2-4-90,3 0 90,-8-7 0,2-1 0,-7-3 0,1 0-426,9 2 0,1-1 426,-9-3 0,0 0 0,1-1 0,0 0 0,1-1 0,1 1 0,-1-2 0,2 0 0,-1 0 0,6 1 0,-1-1-242,-4-1 0,1 0 1,-1-1 241,2 1 0,-1-2 0,1 0 0,-1 0-45,0-1 0,1 0-528,-2-1 0,1 0 573,-1 0 0,0-1 0,2-2 0,0 1-154,-4-1 0,0 0 154,2-1 0,-2-1 0,-3 1 0,-2 0 0,0-1 0,-1 0 0,-1 0 0,0 0 44,-2-1 1,-1 0-45,17-9 658,-7 0-568,-3 1-1,-4 1 1,-4-1 1351,-1 2-1352,-4 1-89,-3 0 90,-2 1 0,-2-1-90,-1-1 90,-3 1 2503,-1-2-2503,-2-1-90,-3-4 89,-3-1 1091,-2-3-1135,-2 5 0,-1 0 422,-9-11-467,5 10 0,-1 0-1034,2 5 0,-2 2 1034,0-1 0,-1 1 0,-4-2 0,-2 1 45,-1-1 0,-1 1-45,-3-1 0,-2 1 0,-2 0 0,0 2 0,-2 0 0,-1 2 0,-1-1 0,0 1-90,-2 2 0,0 0 0,0 1 0,-1 0-1308,0 1 1,0 1 1172,-1 0 1,2 2-181,1 0 0,0 1-825,2 1 0,-1 1 330,4 0 1,-1 0-136,0 2 1,0 0 1034,2-1 0,-2 1 0,4 1 0,-2-1 0,0 1 0,-1 0 0,0-1 0,-1 1 0</inkml:trace>
  <inkml:trace contextRef="#ctx0" brushRef="#br0" timeOffset="-178413.73">18866 12890 10141,'5'-3'-720,"-2"0"1,3 8-1</inkml:trace>
  <inkml:trace contextRef="#ctx0" brushRef="#br0" timeOffset="-177881.73">19523 12920 8972,'-5'-6'809,"1"0"-809,2 3 0,0 1 0,1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17:12.46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4927 2777 5734,'-8'-3'75,"1"1"-60,3 0 165,-3 0-90,3 1 89,-3 0 91,2 0-3547,26 2 3252,-3-1 25,5-1 0,7 1 0,2-1-545,2-1 1,2 0-1,1-1 1,-3 1 544,2 0 0,-3 1 0,5-1-39,-8 0 1,3 1-1,2-1 1,2 0 0,-3 0-1,-2 1 1,-5 0 38,2 0 0,-5 0 0,2 1-199,5-1 1,4 0-1,-2 0 1,-4 0 198,-1 0 0,-4 1 0,12-1 0,-7 1 1681,3-1-1771,-19 1 722,3 0 1,-19-3-1,-9-2 1</inkml:trace>
  <inkml:trace contextRef="#ctx0" brushRef="#br0" timeOffset="2151">1912 645 5776,'-3'-6'48,"0"1"42,1 1 90,1 1-91,3 16-59,0 8 0,-1 7 0,0-2-30,1 0 0,0 3-100,-2-2 0,-1 8 0,-1 3 0,0 1 0,0-3 0,0-6 100,0 0 0,-1-5 0,0 3-633,0 2 0,-1 3 1,1 1-1,-1-1 1,0-4 661,0 2 1,0-4 0,-1 0-68,1 0 1,0 0-1,-1 1 60,1 4 1,-2 3-1,1 0 1,0-3-716,1-5 1,1-2-1,-1 0 723,0 6 0,-1 0 0,2-3 166,2 2 1,1-4-197,1 4 45,1-5 0,0-3 2183,4-11-2048,7-5-180,-4-3 122,4-4-32,14-10-90,-11 6 22,7-3 1,9-2-1,1 0 1,-5 2-23,-5 1 0,1 0 0,0 0 0,4-1 0,2 0 0,0 0 0,7 2 0,1 1 0,0 0 0,-3 1-756,-3 0 0,-2 1 0,4 0 756,0-1 0,4 1 0,2-1 0,-2 0 0,-3 1-505,4 1 1,-3 1 0,-2 0 504,-5 0 0,-1 0 0,3 0 0,2 1 0,5-1 0,1 1 0,-2 0 0,-5-1 0,5 1 0,0 0 0,-8 0 0,5 0 0,1 0 0,-2 0 0,-6 1 0,5-1 0,-5 0 192,-3 1 0,-1 0-192,-1-1 0,-3 0 1710,-5 0-1710,18 2 0,-17-1 0,13 1 2646,-16 1-2646,0-1 0,2 2 90,-1-1 2703,-7-1-2524,4-3-179,-7-1 0,-1-4 0,-4-6 90,-5-25-180,1 7 0,2 6 0,0-1 0,1-1 0,0-2 30,2 1 0,0-3 0,0-3-686,1 5 1,0-3-1,1-1 1,0 1 0,-1 1 626,1 0 0,0 2 1,0 0-1,0-1-538,1-4 0,0 0 0,0 0 0,1 3 567,0 2 0,0 3 0,1 0 0,-1-2 0,1 1 0,0 0 0,1-4 0,-1 0 0,1 1 0,1-8 0,0 2 0,-2 2 0,0 4-1038,0-3 1038,-3 2 1754,-1 8-1754,-1 10 0,1-8 2533,-4 13-2533,1 3 0,-10 1 0,6 3 0,-6 1 2321,6 0-2321,-11 1-1639,-4 0 1,-2 0 1580,4 0 1,0-1 1,-7 1 0,-5 0 56,4 0 0,-6-1 0,-3 1 0,1-1 0,3 1 0,-3 0 0,1 0 0,-5 0-135,9 0 0,-4 0 0,-4 0 0,-1 1 0,-1-1 1,1 1-1,3-1 0,2 1 153,-4 0 0,2-1 0,2 1 0,0 0 0,-1 0-399,-1 0 0,-1 0 1,1 0-1,1 0 0,1 0 381,2 0 0,2 0 0,1 0 0,4-1 952,-1 1 0,1-1-952,-2 1 0,-4-1 0,0 1 0,4-1 0,2 0 0,0 0 23,-3 0 1,-4 1 0,0-1 0,7-1-114,-8 0 45,14-1 0,0 0 242,-14-1-1546,20 0 4561,8-2-3212,19-4 0,8-1 0,5-3 0</inkml:trace>
  <inkml:trace contextRef="#ctx0" brushRef="#br0" timeOffset="3866">2615 827 5781,'-7'-2'402,"0"2"-402,4 2 90,-2 6-90,1 4 45,-1 6 0,-1 2-45,0 0 0,1 0 0,0-2 0,2-5 0,-3 11 90,0 2-90,0-3 0,3-4 0,3-12 0,-1 4 0,1-4 0,5 5 0,1-8 0,2-1 0,4-2 0,25-3 0,-8 1 0,3-1 0,2 0-1639,-12 1 1,-1 0 1580,0 0 1,-1 1 57,12 0 0,-3 1 0,-10-1 0,9 2 0,-20-2 0,0 0 0,-3 1 0,-1-1 3276,1 0-3070,2-1-206,-3-1 90,1-8-90,-3 1 0,-1-4-565,0 3 565,-1 1 0,1-1 0,1-21 0,0 5 0,0-5 0,0-2 0,0 2 0,-1 8 0,0 1 0,0 8 0,0 0 0,-1 4 0,1-3 565,-3 6-475,1-1-90,-5 7 0,1 0 90,-23 7-90,12-3 0,-17 3-2208,16-3 2208,-6 1 0,6-1 0,-4 0-1316,-14 3 1,-2 1 1315,12-3 0,0 1 0,-8 1 0,1-1-225,9 0 0,3 0-44,1-2 269,-12 5 0,37-12 0,3-1 0</inkml:trace>
  <inkml:trace contextRef="#ctx0" brushRef="#br0" timeOffset="16354">2627 784 5734,'-6'3'0,"-1"-1"0,2-1 0,0 0 0,2 0 0,1 2 11,-1 5 0,3-2-5,-2 4 11,-1 3-6,1 0 4,-3 8 1,0 1-13,0-2-3,-4 15 0,0-2 0,-1-5 90,-1 6-90,4-16 0,4-10 0,1-1 90,-1-1-90,0 2 0,2-4 0,-1 1 0,1 0 0,1-1 0,2 0 0,0-1 0,7 1 90,-1-3-90,4 2-422,-3-3 422,-1 1 0,0-1 0,24-1 0,-15 0-213,19 0 213,-14-1 0,0 0 0,8 0 0,-4 0 0,0 0 0,3 0 0,-9 2 0,-1-1 0,2-1 0,16 1 0,-26 0 412,8 2-412,-8-2 312,-1 1-312,-3-1 90,-2-1-90,-2-1 0,-2-5 0,-1 0 0,1-2 0,-1 2 0,0-8 0,-1-5 0,1 0 0,-1-7 0,1 6 0,1 0 0,0 0 0,0 1 0,0-3 0,0 1-205,2-2 205,-2 15 0,-1 3 0,0 1 0,0-3 0,-2 5 0,-12 5 0,2 2 0,-5 3 0,7-2 0,-1-1-3187,-20 5 3187,9-3 0,0 0 0,-3 1-1134,-6 0 0,0 0 1134,9-1 0,-1-1-205,-2 1 1,-2 0 0,3-1 204,-5 1 0,-6 1 0,9-2 0,0 0 0,2 0 1413,5-2-1413,5-3 0,9-1 0,-3 0 0</inkml:trace>
  <inkml:trace contextRef="#ctx0" brushRef="#br0" timeOffset="33833">4779 471 5734,'-4'15'31,"1"-5"-20,0 4 34,0 16-44,2-11 1,-1 1-1641,1 2 1,-1 0 1150,1 0 1,0 0 487,0 6 0,0-1 860,0 10-842,-1-10 0,-1 8 0,-1 3 0,1-1 0,0-6-18,0 0 0,-1 1 15,0-4 0,-1 6 0,0 3 0,0 0 0,-1-4 0,2-8-15,-1 0 0,-1-3 0,-1 7 0,-1 4 0,0-2 45,0 5 0,0-4 1593,2-8 0,0-1-1580,0 6 0,0-3-1178,4-12 1120,0-6 0,0-1 0,1 2 0,-1 0 0,0 2 90,0-2-90,1-2 0,0-1 1119,3 0-1029,1-2-90,6-2 0,4-3 0,0-1 0,18-1 0,4-1 0,-2 0 0,-3 2 0,10-2 0,1 1 0,-3 1-1093,-5 0 1,-2 1 0,1 0 1063,-1 0 0,1-1 1,0 1-1,-2 0-727,1 0 0,-2 1 0,-2 0 756,-3 0 0,2 1-123,3 0 0,8-1 1,3 1-1,1-1 1,-5 1 122,-1 0 0,-3 0 0,1 0 0,1-1 0,-2 1 0,1 0 0,2-1 0,-1 1 0,-1 0 0,-5-1 0,8 1 0,-4 0 0,-5-1 0,-4 0 0,-4 0 0,18 0 0,-12 0 0,0 0 0,5 0 23,-9 0 0,-2 0-23,-2 0 0,-2 1 0,6-1 0,8 1 0,-5-1 994,-4 0 0,-1 0-994,-5 0 0,6 0 3062,-11 1-3062,-3-1 0,2 1 0,-3-1 0,1 2 1267,-2-1-1267,1 1 360,-1 1-270,-2-6-90,1 2 90,-2-13-45,-3-9 0,0-4-45,0 4 0,0-1 30,0-6 0,0-4 0,0 3-30,0 4 0,2-2 0,0 3 0,1-3 0,0-1 0,1 2-1093,0 0 1,1 2 0,0-1 1053,0-4 1,1-1 0,1-3 20,0 4 0,2-4 0,1 0 0,-1 0 0,-1 3-33,0 3 0,-1 2 1,0 1-1,1-3 51,0 0 0,0-3 0,1 0 0,-1 2 0,-1 3-734,0-1 0,-2 2 1,0 5 733,-2-4 0,-3-10 0,1 22 0,-1-13 2201,1 16-2201,-1 1 203,1-2-203,0 4 3276,-1-1-3160,1 3-116,-1-1 0,1 1 0,-1 2 0,-6 1 0,-1 1 0,-3 2 0,1-1 0,-5 1-1639,-12 0 1,-4 0 1580,14 0 1,-3-1 57,-5 1 0,-8-1 0,-4 1 0,2-1 0,4 1-756,3 0 0,3-1 0,-3 1 756,0 0 0,-3-1 0,-1 0 0,1 1 0,4 0 0,-2 0 0,3 0 0,-1 0 0,-8 0 0,-1 1 0,2-1-667,2 0 1,1 1 666,5-1 0,-1 0 0,0 0 414,-4 1 0,-2-1 0,5 0-414,7 0 0,0 0 0,-9 0 0,-4 1 0,4-1 1112,9-1 0,3 1-1112,-1-1 0,1 1 0,-16 0-1889,8 1 1889,12-1 1195,-4 0 0,-1 0-1195,6 0 0,-16 1 146,15-2-146,-1 1-90,-6-1 90,7 0 2700,0-1-2790,9 1 0,-3-1-90,1 1 90,-1 0 90,1-1 0,-6 2 0,7-1-90,-11 1 90,7 0 0,-5 0 0,5 0 0,2 0 0,0 0 0,-1 1 0,4-1-269,-4 0 269,5-1 0,3 0 0,-1 1 0</inkml:trace>
  <inkml:trace contextRef="#ctx0" brushRef="#br0" timeOffset="36166">5186 697 5734,'1'-8'3,"0"1"174,0 2-177,-5 18 0,-3 17 0,0-3 0,-1 7 0,0-5 90,0 4-2848,0-1 2758,1-4 0,0 0 0,4-15 0,-6 21 0,6-25 0,-1 6 0,3-10 0,-1 3 2758,1-3-2758,0 3 0,3-3 0,4 2 0,-1-4 0,3 1 0,7-2 0,-6-1 0,26 1 0,-17-2 0,11 1 0,-3-1 0,4 0-2005,-2 0 2005,1 0 0,-8 0 0,0 0 0,4 0 0,-5 0 0,1 0 0,5 0 0,-9 0 0,8 1-914,-11 1 914,-1-2 1782,10 2-1782,-9-1 0,17 1 0,-11 0 0,-4-1 0,-3 0 0,4 0 1137,-3 1-1137,4 0 0,-7 0 0,-7-1 0,1-1 0,-1 1 269,1-1-269,-1-2 90,-3-4-90,-4-14 0,-1-1 0,1-2 45,0 4 0,0-1-367,0-2 0,2-1 322,1-12-1589,1 14 0,1 0 1589,0-10 0,0 7 0,0 2 0,-1 12 0,2-10 0,-2 14 0,-1-2 430,1 0-430,-1 1 3276,0 2-3160,0 0-116,1 1 0,-6 2 0,0 1 0,-3 3 0,0-1 0,-5-1 0,-2 1 0,-4 0-482,1 0 482,-8 0-1617,-8 1 1,-3-1 1616,15 0 0,-2-1-28,-6 0 0,-5 2 1,-1-1-1,5-1 28,5 0 0,1 0-708,-2 0 0,-3 1 0,5 0 708,-6-1 0,6 1-503,-10 1 503,12-2 715,-14 1-715,27-1-12,-9 0 12,13-1 567,4-2 0,1 0 0,6-2 0</inkml:trace>
  <inkml:trace contextRef="#ctx0" brushRef="#br0" timeOffset="41784">8445 2725 5734,'-8'-2'0,"-1"0"0,2 1 22,1-1 46,1 0 22,1 1 0,10 3-90,-1-1 0,17 2 90,14-2-46,-5-1 1,2 1-1684,-5-1 1,1 0 1599,0 0 1,2 0 0,4 0 74,-1 0 0,4 0 0,2 0 0,-1 0 0,-4 0-792,3 0 0,-3 0 0,3 0 756,-9 0 0,3 0 0,1 0 0,1 0 0,-2 0 0,-2 0-37,4 1 1,-3-1-1,-1 1 1,-1 0 66,3 0 0,-1 0 0,1 0-192,-4 0 0,2 0 0,-1 0 1,-3 0 161,5 1 0,-6-1 0,-5 1 0,11 0 0,-16-1 1519,18 2-1519,-25-2 0,6 1 256,-8-1-1296,1-1 1643,-3 1 1,1 0-1,-4 0 1</inkml:trace>
  <inkml:trace contextRef="#ctx0" brushRef="#br0" timeOffset="42951">11794 2684 5762,'-10'0'-17,"2"-1"45,2 1 23,1 0 129,1 0-180,5 3 90,11 0-46,10 0 1,4 0-1684,-4-1 1,-1-1 1580,7 0 1,0 0 102,-3 0 0,1 0-1179,1 0 0,0 0 1134,-5-1 0,1 0 0,0 2 0,0-1 0,-3 0 0,-1-1 0,2 2 0,13 0 0,-24-1 90,-3-1-90,2 1 0,-2 0 2178,5 0-2178,-6 0 0,0 0 0,-4-1 0</inkml:trace>
  <inkml:trace contextRef="#ctx0" brushRef="#br0" timeOffset="45982">2398 3938 5734,'-1'-6'0,"-1"-1"8,-2 0 6,1 1 31,-3-2-22,2 3-23,1-1 0,-8-1 0,6 4 90,-21 0-3367,7 7 3162,-7 1 115,1 5-721,7 0 1,0 3 720,3-2 0,-1 3 0,-6 8 0,-2 6 0,3-2 0,4-2 0,2 0-361,0-1 1,0 1 0,3-2 360,-1 13 0,8-17 0,1 2 0,1 4 0,2 2 0,-1 0 0,0-2 0,1 2 56,4 2 0,3 5 0,1 0 0,1-5-56,2-6 0,2-2-75,-1 5 0,1 1 1,0-5 74,11 4 0,3-4 0,-2-9 0,2 0 0,-8-3 0,-1-1 112,7 2 0,1-3-112,7-5 0,0-2-112,-13-1 0,1-1 112,12 1 0,1-2 0,-11-3 0,-1-2 0,0-4 0,-1-2 0,-2 3 0,0 0 0,0-5 0,-4 0 86,-4-4-86,-5-1 0,0-6 0,-2 1-43,-1-4 0,-2 0 43,2 1 0,0-3 0,-2 2 0,-3 0 0,-2 2 0,2 8 0,-3-2 23,-4-5 0,-3-5 1,-2 0-1,2 5-68,0 0 0,-1 0 44,0 1 0,-2-5 0,0 2 1,1 8 0,-11-2 0,1 6 0,-5 2 0,5 6 0,-1 2 0,0 0 0,-8-4 0,0 1 0,-2 4 0,-2 5 0,11 6 0,-2 4 0,0 1 0,4-1 0,0 0 0,0 1 0,-4 2 0,-5 4 0,1 0 0,8-1 0,10-1 0,3-1 0,-6 7 0,0 0 0</inkml:trace>
  <inkml:trace contextRef="#ctx0" brushRef="#br0" timeOffset="53351">978 10312 5815,'8'-4'49,"10"0"1,3 0-1689,-2 2 1,0-1 446,8-1 0,1 0 1065,-5 1 1,0 1 126,6-1 0,5 1 0,-4 0 0,6 0 0,2 0 0,0 0 0,-4 0 0,-3 0 0,-2 1 0,0-1 0,3 0 0,-3 1 0,3-1 0,1 0 0,1 1 0,0 0 0,0 0 0,1 0 0,2 1 0,0 1 0,0-1 0,-2 1 0,-2-1 0,2 1 0,-2 0 0,0 0 0,2 0 0,-3 0 0,3 0 0,1 0 0,0 0 0,-1 0 0,-3 1 0,4 0 0,-3 1 0,0 0 0,-2 0 0,4 2 0,-2-1 0,0 0 0,-1-1 0,-1 1 0,-1 0 0,6 0 0,-5 1 326,4 0-326,-18-2 0,9 1 467,-17-2-557,-5-1 657,3 0 0,-5-1 0,0 0 0</inkml:trace>
  <inkml:trace contextRef="#ctx0" brushRef="#br0" timeOffset="55402">1070 10781 5823,'6'5'1,"-1"0"-1,-2 0 0,-1-2 0,0 4 0,4 9 0,-3-5 0,2 6 0,-1 6-3277,-2-11 3162,1 10 115,-2-16 0,-1 1 0,1 0 0,0 1 0,0-2 0,2-8 0,-1 0 3276,10-24-3160,1 2-1130,2-5 1014,1 3-3056,2 6 3056,-6 7 0,13 2 0,-16 16 0,6 3 0,-7 16 0,-4-2 0,0 0 678,3 10-678,-2 2 0,0-1 0,-1-13 0,2 15 0,-4-25-17,1-3 17,7-8 0,-2-3 0,6-8 0</inkml:trace>
  <inkml:trace contextRef="#ctx0" brushRef="#br0" timeOffset="56016">1481 10616 5734,'-4'-1'3,"-1"9"-3280,-3 12 918,2 3 2373,0-2 0,-2 5 3,-2 9 0,0 2-17,3-9 0,-1 1 469,0 5 1,0 3 0,2-6-470,2 1 213,0-6 1,1-1-214,3-3-1999,3-6 1999,1-2 0,2-4 1999,4-9-1999,1-1 0,2 0 0,4-3 0,6-4-1844,5 0 1827,-4 1-6,-5 1 590,-3 0 0,-8 2 0,6-2 1</inkml:trace>
  <inkml:trace contextRef="#ctx0" brushRef="#br0" timeOffset="56815">1696 10677 5734,'-2'-7'0,"1"1"0,0 1 0,1 1 0,-1-1 0</inkml:trace>
  <inkml:trace contextRef="#ctx0" brushRef="#br0" timeOffset="57498">1732 10843 5734,'-1'-10'0,"0"2"0,-1 2 0,1 2 0,-1-2 19,-1 2-2,-6 7 0,0 8-11,-2 2-1512,3 4 1509,4-5-1438,0 7 1,1 1 1434,0 2 0,2 13 0,3 0 0,1-14 0,-1 0 0,3-1 0,5-4 0,5-9 0,-1 2 1011,1-11-1011,4-25 0,-12 13 0,9-19 2808,-16 19-2808,-4-16 0,-2 11 0,0 0 0,-5-16-6,-4 9 1,-2 3 2,3 10-44,-17-8 47,20 22 0,1 2 0,5 1 0,3 0 0</inkml:trace>
  <inkml:trace contextRef="#ctx0" brushRef="#br0" timeOffset="58300">2047 10582 5734,'-5'-8'0,"1"2"0,1 2 0,0 0 0,1 2 0,-2-2 0,-9 8 0,4 0 19,-5 13 1,-3 9 0,2-3-12,-2 8-1101,4-7 1,-1 4 0,3-4 991,3 3 105,3-2 1,2 3-1140,2 1 1,1 1 1134,-1-3 0,1-1 0,1-1 0,3-3 0,4-2 0,2-3 0,-1-1 0,11 13 0,-3-25 0,2-11 0,0 3 2269,-3-8-2269,-9-10 3276,-5 11-3160,-1-23-117,-4 23 1,-1-7-2,3 10 2,0 3-6,11-8 3,-4 7 3,7-7-5,10 8 7,-3 7 1,5-1-313,-8 7 313,-8 1 1,-1 16 1,-1 3-5,-1 2 29,-2 3 1,-1 9 0,0-5-1669,-3-10 1,0 0 1634,0-2 0,0 1 0,0-2 4,1-1 0,2-3-2199,14 8 2199,-5-9 0,16-2 0,-10-17 0</inkml:trace>
  <inkml:trace contextRef="#ctx0" brushRef="#br0" timeOffset="62283">4400 11105 5734,'-3'6'0,"0"3"0,4-2 0,2 0 0,1-5 0,2-7 0,-3-1 0,-5-12 0,0 8 0,-5-6 0,1 11 0,0 3 0,-4 7 0,6 0 0,-3 5 0,7-4 0,3-5 0,0-1 0,1-9 0,-4 4 0,-3-4 0,-1 8 0,-1 1 0,-3 6 0,4 1 0,2 1 0,5-3 0</inkml:trace>
  <inkml:trace contextRef="#ctx0" brushRef="#br0" timeOffset="62915">4370 10955 5734,'-5'-5'0,"-1"1"0,-1 0 0,-2 1 0,-7 7 0,-2 15 0,8 2 0,2 2 0,-3 8 0,9 0 0,4-1-3277,5-7 3162,3 12-954,9-17 0,3-5 1069,-5-3-102,17-1 0,0-5 102,-14-8 0,2-1 0,1-4 0,-7-5 0,-2-1 0,7-4 0,-6-5 0,-6-6 0,-13 4 0,-8-3 0,-5 3 0,-8 3 0,-5 3 0,1-2 0,6-4 0,1-1 0,-5 9 0,-2 14 0,-6 7 0,-3 5 0,4 1 0,7-1 0,6 2 0,2 1 0,-11 5 0,-4 3 0,11-1 0,14 4 0,2 0 0</inkml:trace>
  <inkml:trace contextRef="#ctx0" brushRef="#br0" timeOffset="67918">4366 2423 5734,'-6'2'0,"2"1"0,4 2 0,0 0 0,2-7 0,6-2 0,-1-2 0,2 0 0,-5 5 0,1-1 0,-2-1 0,1 0 0,0-1 0,-2 0 0,0 0 0,-2-1 0,0 1 0</inkml:trace>
  <inkml:trace contextRef="#ctx0" brushRef="#br0" timeOffset="69798">5363 882 5734,'-3'9'0,"1"-5"0,0 0 0</inkml:trace>
  <inkml:trace contextRef="#ctx0" brushRef="#br0" timeOffset="75165">7782 4808 5734,'-1'4'28,"-1"-2"-23,7 2 4,5-3-4,-2 1-2,4 0 0,6 1 0,7-1-1876,-4 1 1873,4-1 3,7 3 0,-14-3-1127,12 3 1124,-19-4 0,-2 1 0,3 0 0,-4 0 3,2 1-3,-2-1 0,-3-1 1626,4 1-1620,-5-1-48,1-2 42,-3-2 0,-1-1 0,-3-3 0</inkml:trace>
  <inkml:trace contextRef="#ctx0" brushRef="#br0" timeOffset="75682">7982 4797 5734,'8'0'0,"0"0"0,1 5 0,-3-2 0,2 1 0,-4-2 0,12 7 0,-1 1 0,2 1 0,-4-3 0,-10-6 0,-13 8 0,6-4 0,-14 8 0,0 4 0,2-3-820,-10 10 1,10-11 0,-3 2 0</inkml:trace>
  <inkml:trace contextRef="#ctx0" brushRef="#br0" timeOffset="76499">7919 5029 5734,'-15'7'17,"3"-1"-12,-5 3 1,-1 1-3,-2 5-1468,4-5 0,1 0 1465,-1 4 649,-1 7-649,8-8 0,-5 8 5,9 1-2,4-2-1150,0 3 1147,4-7 3,1-8 1956,11 14-1959,-7-12 0,9 10-9,-2-11 4,-1-4 2,2 1 0,-3-4-3,-4-4 1487,-2-1-1487,-7-14 6,-2 9 0,-7-8 0,4 10-3,-8-6 1,-3 2-1,0-1-941,1 5 944,7 4 0,-9 1 0,9 0 0,-8 2 0</inkml:trace>
  <inkml:trace contextRef="#ctx0" brushRef="#br0" timeOffset="87015">19803 5012 5748,'6'3'14,"5"-1"-14,-6 0 5,8-2-5,-7 1 6,16 0-3,1 0-2053,4 0 2050,-3 0 0,-9 0 1,10-1 1,0 1-2,-1 0 0,1-1 0,0 0 5,5 1-2,-6-1-1208,4 0 1205,-11 0 1754,-4 0-1745,-4-1 2,2 1 0,-3 0-11,1 0 0,0 0 0,1 0 1507,-5 1-1507,2-1 0,-3-1 0,-2-2 0,-2-1 0,-4-2 0,0 1 0</inkml:trace>
  <inkml:trace contextRef="#ctx0" brushRef="#br0" timeOffset="87498">20201 4948 5734,'-6'-5'0,"12"7"0,-3 0 0,19 10 0,-12-5 0,14 7-3277,-9-6 3162,-1 1 115,-4-3 0,-6-4 0,5 2 0,-3-2 0,2 2 0,-11 2 3,-12 7 3273,3-3-3218,-6 5 0,-2 0-58,4-2 0,-12 10-1161,16-13 1161,4-4 0,-4 3 0,-2 1 0</inkml:trace>
  <inkml:trace contextRef="#ctx0" brushRef="#br0" timeOffset="88165">19969 5283 5734,'-3'0'75,"-1"3"-69,-9 0-2,-4 7 1,-1 3-5,2 2 0,0-3 0,0 2 0,3 5 0,-1 11 0,7-11 0,7 4 0,4-1 0,2-10 0,10 12 0,-8-19 0,9 3 0,9-4 0,-5 1 0,2-4 0,-15-3 0,1-1 0,-3 0 0,2-5 0,-11-6 0,2 3-1,-25-13-21,11 17 22,-16-7 0,18 10 0,-2 1 0,5 2 0</inkml:trace>
  <inkml:trace contextRef="#ctx0" brushRef="#br1" timeOffset="92083">16288 10683 15684,'1'8'-3067,"0"0"1934,-2 0 886,2-2 2,-1-1-90,2 1-159,0 0-1,2-1-714,2-2 1360,-2-7 579,1 0-135,-2-2-395,-5-5-297,-2 2-44,-4-1 237,1 8 473,1 3-78,2 3-565,2 0-312,2 1 78,3-2 244,1-4 994,1-2 147,-3-1-841,-2-2-972,-8 3 246,3 4 761,-3 2-334,10 2 0,2-2 0,2-3 0</inkml:trace>
  <inkml:trace contextRef="#ctx0" brushRef="#br0" timeOffset="94085">19768 11094 5734,'6'-1'0,"0"-2"0,-4 1 0,-4-1 5,-2 3-5,-4 3 0,3 3 0,2 1 0,4-2 0,2 0 0,0-2 3,5-3-6,-1-3 3,0-2 0,-3 0 0,-1-3 0,-3-2 0,-1 2 0,-5 3 0,3 6 0,-2 4 0,3 0 0,2 3 0,0-2 0,3-1 0,0-6 0,0-2 0,-4-3 0,-4 4 0,-3 6 0,2 2 0,2 6 0,9-5 0,1-2 0,2-2 0,4-5 0,-5-2 0,4-2 0</inkml:trace>
  <inkml:trace contextRef="#ctx0" brushRef="#br0" timeOffset="96655">23341 10860 5734,'-2'-6'0,"0"0"59,0 3-57,0 8-2,2 1 3,1 3-3,3-3 3,6-9-3,-5 0 6,7-13-6,-9 9 2,0-9-2,-3 10 0,-1-2 0,-4 9 0,2 0-2,-2 6 2,3-3-3,2 3 6,0-4-1,4-3 4,-4-9-3,2 2-3,-9-6 5,2 12-19,-10 4 14,7 1 0,-2 4 0,6-3 0,3-3 0,1 0 0</inkml:trace>
  <inkml:trace contextRef="#ctx0" brushRef="#br0" timeOffset="103825">10815 12008 5734,'-4'-8'17,"-1"2"-1,1 1 41,-3-1-57,1 3 90,-1-2 90,-10-1-180,9 4 89,-26 2 1,9 11-3177,-7 2 3087,8 5 0,9-3 45,2 10 0,2 1-45,0-2-137,1 1 0,4 2 47,11 6-2189,2-12 2279,4 11 0,2-17 1986,-5-8-1986,17-1 0,-13-6 0,10-4-90,-3-20 90,-7 5 0,-3 2 0,0-1 262,-2-6-262,-1-4 0,-2 12 3276,10 10-3160,-5 16-116,4 7-711,-5 0 711,0 4-3246,5 13 3246,-3-10 0,4 7 0,5-9 0,-8-12 0,9 6-418,-13-15 418,1-1 354,3-5-354,4-8 0,-2 0 757,1-5-757,-8 3-45,-2-8 0,-2-4 45,-3-8-260,1 9 0,-1 0 260,-6-1 0,-2 12 0,26 4-702,-7-1 702,19 9 0,-9-2-701,-6 0 701,2 0-453,2-2 0,1 1 453,-2 0 0,3 0 0,-2 3 0,-13 6 0,2 7 0,-12 9 0,-1 7 0,0 2 0,0 3 54,5-4 1,1 6-1,2-5-54,6 2 0,-2-3 0,2-2 2269,12-3-2269,2-11 0,1-2 0,1-9 0,-7-5 0</inkml:trace>
  <inkml:trace contextRef="#ctx0" brushRef="#br0" timeOffset="105110">11504 12112 5812,'-8'-12'192,"3"5"-102,-4-1 89,-4 3 1,-3 4-90,-6 3 0,-4 12-90,10-2 0,-2 8-439,10-7 439,-1 13-90,6 4 0,-2-4 90,9-4-269,15-11-3008,-5-9 3217,10 0 60,-4-17-2261,-5-4 2261,1-1-147,-6 1 147,-6 9 0,4-11 0,-2 29 0,1 19 0,-6-5 0,0 2 0,-1 8 0,-1 0 797,1-9 0,0 3-775,0 4 1,0 6-1,0 1 1,0-5-23,0 3 0,1 0 22,-1-4 1,1 5-1,-1-2 1,1-6 236,-1-8 0,1-1-259,1 12 0,0 1-1037,-1-12 1,-1 0 1081,2 7 0,0-3-45,-5-3 2073,-19-27-2073,7 1-296,-14-14 296,12-1 0,2-3-807,4 6 0,1-1 807,-5-5 0,2 1 0,2-5 2153,8 14-2153,8-9 0,2-2 0,2 0 0,0 0 0,3-2 0,2 7 0,4-1 0,-2 2-961,3-3 0,-1 0 961,1 1 0,1-2 0,-2 2 0,0 1 0,-2 3 0,7-8 0,-2 2 0,2-5 0,0 0 0,-2 2 0,-5 3 0,2-3 0,-5 4 0,-4 4 0,5-12 2268,-11 21-2268,-1 3 3276,1 6-3160,-2 1-116,-1 28 0,0-17 0,-1 15 0,1 0 0,-1-13 0,0 22 0,-1-29 0,0 0 0,-1-10 0,3-28-90,0 2 90,3 1 0,3 0-90,6-4 90,-2 7 0,0 13-89,5 28 89,-7-4 0,2 4 0,-1 0 0,0 3 0,-2-3 0,-3-9 0,8-14 0,-7 3 0,9-9 0,0-7 0,3 2 0,1-2 0,1 5 0,4 19 0,-10 11 0,-2 4 0,2-5 0,-1 1-1145,-3 8 1,-3 0 1144,-1-2 0,-2-8 0,1-2-90,5 13 0,-4-13 90,12 10 0,-7-19 0,6 0 0</inkml:trace>
  <inkml:trace contextRef="#ctx0" brushRef="#br0" timeOffset="105610">12429 12176 5824,'-12'-12'359,"3"4"-179,-13 2 0,1 6-90,-5 6-90,7 1 45,3 6 0,2 1-45,3 0 0,-9 12-90,15-8 0,3-5-90,4 6 180,1-10-90,4-1 90,-2-6-179,17-9 179,-12 2 0,13-7-90,-11-7 90,-2 1 0,0-2-731,-4 7 731,-4 8 90,3 0-90,0 6 90,19 22-90,-9-4-1193,-3-2 0,0-1 1193,2 0 0,-5-5 637,2-1-727,15 7 90,-13-10-90,11 5 90,-9-16 0,-6 0 0,6-4 0</inkml:trace>
  <inkml:trace contextRef="#ctx0" brushRef="#br0" timeOffset="105860">12523 12085 5914,'5'10'180,"12"13"-136,6-2 1,2 0 0,-9-5 0,1 0-1684,10 6 1,-1-2 664,-7-8 974,12 8-1769,-1-3 1769,-3 0-253,-8-7 253,-15-7 0,-2-2 0,-1 0 0</inkml:trace>
  <inkml:trace contextRef="#ctx0" brushRef="#br0" timeOffset="106043">12780 12121 5824,'-4'-9'90,"1"1"179,-5 5-89,-3 8-90,-4 12 0,-3 5-90,1 2 0,0 2-45,-2 1 0,1 1-135,0-1 1,1 1 179,-1-1 0,0-1 0,5-5 0,-1 0 0,-5 5 0,1 1 0</inkml:trace>
  <inkml:trace contextRef="#ctx0" brushRef="#br0" timeOffset="108711">15778 10541 5815,'6'-5'189,"-8"9"-189,-3 3 0,-8 8 0,5-5 0,1 0 0,0 0 0,2 9 0,1-8 90,20 15-90,6-16 0,8 4 0,-1-3 0,-2 2-2224,-9-3 2224,2 4 90,-23 11-90,-1-12 0,-8 15-1229,2-19 1139,0 1 90,-6 2-236,-13 6 236,11-6 0,-11 1 0,18-12 0,-4 0 0</inkml:trace>
  <inkml:trace contextRef="#ctx0" brushRef="#br0" timeOffset="108964">15723 10572 5737,'6'-3'28,"0"0"31,12-3 31,-1 1-45,5-1 0,2-1-1684,-4 1 1,-1 0 1060,1 0 1,0 0 577,11-4 860,-15 4-860,0 1 0,4-1 0,1 0 0</inkml:trace>
  <inkml:trace contextRef="#ctx0" brushRef="#br0" timeOffset="110212">19201 10853 5801,'8'1'-20,"-3"0"63,0 14-43,-4 3 90,1 10-90,-3-5 0,-1 1 0,0 0 0,1-1-45,0 11 0,1-1-3232,1-15 3100,2 16 177,-1-28 0,1 0 0,0-3 0,1 1 0,-1-2 0</inkml:trace>
  <inkml:trace contextRef="#ctx0" brushRef="#br0" timeOffset="110664">19386 10920 5751,'5'-5'163,"-1"4"-73,-4 6 0,-4 23-90,1-11 44,1 12 1,1 2-45,4-10 0,-1 0 0,2 1 0,13-2 0,6-7 0,-1 1 0,0-11 0,5-26 0,-14 5 0,-1 2 0,-2 1-689,-8-6 689,-8-3-3164,-11-8 3164,2 6 0,-6 0 0,9 18-180,-20 0 180,0 19 0,2-8 0,11 15 0</inkml:trace>
  <inkml:trace contextRef="#ctx0" brushRef="#br0" timeOffset="112813">22990 10661 5734,'-8'-2'0,"-1"2"0,-10 6 0,3 1 0,-1 1 0,5 2-3277,4 1 2311,2-3 968,0 4 886,14 8-880,2-5 0,3 2 1,4 1-1136,1-4 0,0-1 1128,-2-1 1,-1 0 3,14 7-2,-6 2-3,-13-11 0,9 10 2269,-18-14-2269,-7 4 90,-14 3-90,3-2 0,-10 1 0,4-10 0,1-1 0,0 0 0,1 0 0,1-3 3276,6-11-3160,11-8-2716,0-5 2600,13-4 0,1 8 0,0 2 0,3-4 0,-2 3 0,4-8-117,3-1 0,-3 1 207,-11 8-90,-8 5-90,0-2-369,-7 9 369,1 7 90,-20 6 0,5 1 0,4 0 0,0 0 0</inkml:trace>
  <inkml:trace contextRef="#ctx0" brushRef="#br0" timeOffset="116431">13539 11606 5734,'2'-6'180,"1"1"-90,-6 2-90,-1 3 90,-23 20-46,14-7 1,-1 3-45,-1 5 0,-2 5 0,-1 3 0,1-1-820,2 4 1,1 1 0,1 1 0,0 0 812,-1-1 1,-1 0 0,2 1 0,0-1-561,3 1 0,0-1 0,1 0 0,2-3 567,-1 5 0,3 1-123,3-7 0,1 4 1,1 2-1,0-1 1,0-5 122,-1 0 0,1-4 0,2 5 0,2-3 0,2 6 0,2 3 0,0 1 0,1-2 0,0-3 0,0-7 0,8 9 0,1-3 0,-4-4 0,2 4 0,-1-1 0,1-7 0,3-5 0,0-6 0,12-1 0,-5-2 0,-2-13 0,-15-7 0,2-4 0</inkml:trace>
  <inkml:trace contextRef="#ctx0" brushRef="#br0" timeOffset="117097">13878 11936 5824,'3'-8'90,"0"0"0,-2 4 89,0 0-89,-7 7-90,-8 10 0,0 0 0,-4 8 90,0 11-90,9-16 0,-4 13 0,18-14 0,6-3 0,1 1-934,1-5 934,-4-4 0,19 11 0,-11-3 0,0 5 0,-2 3 0,-4 11 0,-7-11 0,-2 0 0,-2 9 0,-7-5 0,-4-1-45,-4-6 0,-1-1-90,1 3 0,-1-1-45,-13-1 1115,18-22-935,7-1 0,1-9 0,1-1 0</inkml:trace>
  <inkml:trace contextRef="#ctx0" brushRef="#br0" timeOffset="117351">13920 11965 5824,'7'-5'180,"2"-1"-90,-2 4-1,11-5-89,12-3 90,3 0-261,-10 3 1,4 0 0,-2 1 170,-5 2 0,0-1 0,12-1 0,-1 0 0,-1 1 0</inkml:trace>
  <inkml:trace contextRef="#ctx0" brushRef="#br0" timeOffset="117766">14551 12313 5914,'8'10'90,"-2"3"0,-5-3-1478,-1 5 1388,-2-5 265,-11 16 0,-2 2-355,1-3-52,-1 3 0,-2-1 142,-6-1-746,8-10 0,-7 6 0,12-11 0</inkml:trace>
  <inkml:trace contextRef="#ctx0" brushRef="#br0" timeOffset="118131">15055 11945 6004,'8'-5'359,"2"3"-179,0 14-180,-2-3 0,0 11 0,-4 7 0,0 5-1639,-1-5 1,0 0 881,2 7 0,-1-1 995,-2-10 1,2-4-239,2-3 0,1-5 0,3 3 0</inkml:trace>
  <inkml:trace contextRef="#ctx0" brushRef="#br0" timeOffset="118567">15333 11972 5824,'0'-5'180,"1"-3"179,0 3-359,-7 11 90,-1 6 0,-3 7-1293,1 4 1203,2 2 90,3 0 0,2 0-90,-1 7 8,11 2 1,5-3-99,6-13 90,-3-2 0,1-3-180,19-13 135,-13-9 0,0-3 45,1 1 0,-2-4 0,-3-11 0,-1-7 0,-4 4 45,-5 9 0,-3-1-825,1-17 0,-6 3 780,-10 17 90,-15-6-45,8 16 0,-3 3-45,1-1 0,-2 5 381,-15 12 1,2 7-382,5 0 0,4 1 0,2 1 0,10-4 0</inkml:trace>
  <inkml:trace contextRef="#ctx0" brushRef="#br0" timeOffset="118880">15899 12221 6094,'7'-7'809,"-4"9"-719,-3 4-90,-3 9-1795,-2 3 1795,-2 2 0,0 2-1563,1-1 0,-1 0 1563,-1 5 0,0-1-45,1-5 0,1-1 433,-1-1 1,1 0-904,-2 8 1,0 0 514,-2 6 0,5-11 0,2-5 0,3-13 0,2 0 0</inkml:trace>
  <inkml:trace contextRef="#ctx0" brushRef="#br0" timeOffset="119631">16420 11838 6004,'-1'-7'0,"-2"1"90,-13 5-90,7 2 0,-10 6 89,1 8-89,2 6 0,-3 6 0,10-6 0,11 12 0,2-18 0,6 13 0,5-12 0,2 0 0,6 6 0,-2-3 0,-1 0 0,4 5 0,-9-4 0,-5 1-45,-10 0 1,-4 0 44,3 0 0,-2-1-645,-9-4 0,-3-3 645,-8-4 0,0-4-2875,-12-5 2875,12 0 0,-6-7 0,23-22-1929,10-1 1929,-3 8 0,2 1 0,11-13 0,-2 9 0,1 1 0,4-5 0,1 0 0,-2 2 0,-4 4 0,0-4 0,-5 4 0,-8 3 0,0-13 1746,-19 18-1925,-5 7 271,1 0-271,0 4 626,8 3 0,8 0 0,-4-2 0</inkml:trace>
  <inkml:trace contextRef="#ctx0" brushRef="#br0" timeOffset="119967">16766 11558 5914,'8'-3'180,"6"1"-91,-2 1 1,6 9 0,1 3-90,-1 2 45,3 8 0,0 4-45,-6 5 0,-4 4 22,-5-7 1,-1 5 0,0 0-1,-1-2-1115,1 1 1,0-1 0,-2 2 848,-1-5 1,-2 0-1,-1 2 1,-3 1 261,-4 3 0,-4 2 0,-3 1 0,1-2 0,1-4-518,2-2 0,0-4 1,-1 4 499,-2 2 0,-1 6 0,-1 0 0,0-3 0,1-7-442,-1-4 1,-1-3 441,-2-1 0,-3 2 0,-2-1 0,-2 0 0,-1 0 0,1 0 0,1-2 0,0 1 0,0-2 0,1-3 0,1 1 0,-1-1 0</inkml:trace>
  <inkml:trace contextRef="#ctx0" brushRef="#br0" timeOffset="120750">18360 12112 5914,'-1'-8'449,"1"1"-449,2 3 90,1 1-90,2 1 90,0 1 0,16-3 0,1 0-1269,8-1 1179,-5 1 90,-7 1-180,0 0-3187,16-3 2923,-18 3 354,9-1 0,-35 9 0,-5 2 0</inkml:trace>
  <inkml:trace contextRef="#ctx0" brushRef="#br0" timeOffset="120967">18325 12288 5824,'9'13'90,"-1"-5"0,4 2 0,23-9-3367,-6-5 2744,-7 1 1,1 0 442,-1-3 0,0 0 950,6-3-860,-5 2 0,0-1 0,10-3 0,-12 3 0,0 1 0</inkml:trace>
  <inkml:trace contextRef="#ctx0" brushRef="#br0" timeOffset="121317">19321 11893 5824,'-1'-10'539,"1"3"-449,-5 44-60,3-12 0,-1 4 0,1 1-30,1 1 0,-1 1 0,1 0-1093,0 4 1,1 0 0,0-5 515,2-6 0,3-4-77,6 1 0,2-3 654,-1-5-201,14 7 0,-9-20 0,2-1 0</inkml:trace>
  <inkml:trace contextRef="#ctx0" brushRef="#br0" timeOffset="121732">19757 11898 5824,'5'-11'359,"0"1"-269,-7 10 0,-1 2-90,-7 8 90,0 3 45,-8 16 0,-1 6-90,9-14 0,1 2-45,-3 6 0,-1 5 0,6-4-1639,8-4 1,4-3 1535,-1-1 1,2-2 102,12 5-90,-4-17 0,12-6 0,3-5 90,-10-1 0,0-2-30,9-7 0,3-5 0,-5-3-1104,-4-8 0,-6-5 1134,-3 8 0,-1-1 0,-4 1 45,-1-5 0,-7 1 15,-11 2 0,-6 0 0,1 4 1074,4 8 0,-1 2-1134,-8-1 0,-5-2 0,-2 2 0,4 6-315,1 9 1,1 3 314,-12-3 0,1 2 0,9 9 0,13-4 0,7-4 0,0-1 0</inkml:trace>
  <inkml:trace contextRef="#ctx0" brushRef="#br0" timeOffset="123616">20398 10740 5745,'-6'-8'67,"1"2"-55,-4 0 78,-24-6-90,4 2 30,5 3 0,-4-1 0,-1 0-30,-2 2 0,-1-1 0,2 1-1093,2 0 1,0 0 0,1 0 767,-2 1 0,0-1 0,-2 1 347,-3-1 1,-3 0-1,1 1 1,4 0-728,-1 0 1,-1 0 704,2 0 0,-5-1 0,0 1 0,2 1-45,2 1 0,1 2 0,0 0 75,-1 2 0,-1-1 0,1 1-160,-4-1 1,1 1 0,0-1 129,5 2 0,1 1 0,4 0 194,4-1 0,0 2-164,-10 4 0,-5 3 0,5-2-30,8-2 0,0 2 0,-7 4 0,-5 5 0,0 1 0,7 0 0,5 3 0,3 1 148,0-4 1,-1 1-1,3 1-148,2 4 0,5 3-308,8-3 0,3 2 1,-1-1 307,-1-2 0,3 2 193,4 0 1,4 6-1,2 2 1,1-3-1,-1-4-193,7 3 0,2-2-242,-6-3 0,2 2 0,1 0 1,1-3 241,4-2 0,2-3 0,2-1 0,6 2 0,2-3 0,0 1 0,-5-1 0,-1-1 0,1-1 0,5 1 0,1-2 0,-1-1 0,-4-4 0,0-2 0,3-1 98,-1-2 0,3 0 1,3-1-1,-2 0 0,-2 0-98,-3 1 0,-2 0 0,1 0 0,3-2-71,-2-1 1,4-1 0,1 0 0,2-1 0,-3 0 0,-3-1 0,-5 1 70,8-3 0,-3-1 0,-3 1 0,3-1 0,-1 1 0,-4-1 0,-3 0 0,1-3 0,-1-2 0,6-4 0,1-1 0,-1 0 0,-4 2 0,7-3 0,0-3 0,-10 4 0,5-6 0,2-2 0,1-3 0,0 1 0,-2 0 0,-3 2 0,-6 4 0,1-1 0,-6 3 0,3-4 0,3-3 0,4-4 0,0-1 0,-3 1 0,-4 3 0,-4-5 0,-4 4 0,-3 6 0,-1 0 0,2-5 0,-5-2 0,-9 1 0,-6 0 0,-2 2 0,-2 4 0,-3 3 0,0-1 0,-5-8 0,-2-1 0,-2 3 0,1 9 0,-2 3 0,-2 1 0,4 3 0,-1 0 0,-2 1 0,-5 1 0,6 3 0,-4 0 0,-3 0 0,-2 1 0,0 0 0,1 0 0,2 0 0,2 0 0,-5-1 0,4 0 0,0 1 0,-1-1 0,-4 2 0,8 0 0,-4 0 0,-2 1 0,-2 0 0,1 0 0,1 1 0,1 0 0,3 0 0,4 0 0,-6 2 0,6 0 0,0 1 0,-2-1 0,0 1 0,0-1 0,0 1 0,0 0 0,-1-1 0</inkml:trace>
  <inkml:trace contextRef="#ctx0" brushRef="#br1" timeOffset="127648">18398 12968 7309,'-6'-3'-335,"-1"0"244,3 1 235,1 0-162,-1 0 0,2 1 0,1 0 0</inkml:trace>
  <inkml:trace contextRef="#ctx0" brushRef="#br1" timeOffset="133033">18370 12995 7317,'-2'-8'-677,"1"3"422,7 0 157,0 2 32,2-1 23,8-2 10,-5 3 8,14 4-161,-13 6 183,5 4-367,-10 2 353,-1 6 6,-3 14 3,-1-5 4,-2-5 1,-3 2-5,-7 6 1,0-1-1632,4-11 1,1 0 1634,-6 9 0,1-3 0,5-16 1,-3 5-3,3-3-3,-1 0 245,13-18-236,5-15 0,3-6-1135,-1 1 1,1-1 1134,-3 2 0,1 0 0,-1 2 1134,-2 1 1,-1 2-1135,3-5 0,-1 2 0,-1 5-1,-1 1 1,0 3 0,-3 9-2,1 5 4,-4 5-4,-2 2 2,0 1-3,-3 22 3,2-12 1638,-1 13 0,1 3-1525,4-1-645,-3-9 0,1-1 507,6 4-3019,8-7 3044,-4-7 0,6 2-260,-3-12 1,2-2 0,7 0 0</inkml:trace>
  <inkml:trace contextRef="#ctx0" brushRef="#br0" timeOffset="133850">18894 13163 5795,'-1'8'29,"-2"5"-29,-5 13 0,-1 3 0,3-10 0,-1 2-13,-1 5 1,-3 3 0,3-3 12,1-7 0,1-2 0,-6 17-595,6-18 1,1-5-1,1 0 1</inkml:trace>
  <inkml:trace contextRef="#ctx0" brushRef="#br0" timeOffset="134683">19119 12981 5734,'3'-9'87,"-1"0"6,-1 3-93,-6 40-3277,5-11 2789,-3 1 1,1 0 487,5-1 860,-1-11-860,10 10 0,-6-12 0,28 2-2269,-17-17 2269,11-4 2269,-8-14-2269,-10 7 0,3-6 0,-6 5 0,-2 3 0,1 2 0,2 16 0,-4 3 0,3 14 2745,-3-6-2745,-1 6 0,1 5-1060,0 1 1,1 2 0,-1 0 1059,1 4 0,1 1-40,-2 0 1,2 4 0,-1-1 0,-2-7 39,0-8 0,-1-2 0,2 9 0,0 3 0,-2-7 0,-3-4 0,-1-3 0,-4-12 0,-23-20 0,14 8 45,-10-8 0,1-2-45,7 0 0,-4-8 422,16 8-467,14-7 0,5 0 135,0 2-150,2-1 0,5-3 0,-3 3 60,9-5 0,-9 9 0,0 0 0,-3 3 0,-6 5 0,0 1 0</inkml:trace>
  <inkml:trace contextRef="#ctx0" brushRef="#br0" timeOffset="134984">19782 13160 5824,'6'-4'90,"-1"2"-90,0 3 0,-3 1 0,1 2 90,-5 28-90,-2-8 0,-2 7 0,-1 3-1639,-1-11 1,1-2 1615,0 0 0,1-2 0,-6 7 0,8-19 0</inkml:trace>
  <inkml:trace contextRef="#ctx0" brushRef="#br0" timeOffset="137902">20182 5411 5734,'-3'5'90,"5"-1"-90,4 0 90,13-2-90,-4-2-90,9-1 90,-2-2 0,-10 2 0,0 0 0</inkml:trace>
  <inkml:trace contextRef="#ctx0" brushRef="#br0" timeOffset="138168">20232 5513 5734,'0'7'0,"0"-1"0,6-1 0,11-7 0,-4 2 0,13-10 0,-13 4 0,6-4 0</inkml:trace>
  <inkml:trace contextRef="#ctx0" brushRef="#br0" timeOffset="138683">20496 5348 5734,'8'-7'0,"-2"2"-3277,5-3 905,-5 5 3794,7-3-1391,12-1 834,-10 3-848,22 9-8,-28 13-7,5 2-1642,-13 5 1641,-6-5 848,-6 3 0,-4 6 0,1-3-849,4-8 0,0 1 0,-5 5 0,-2 6 0,0 0 0,3-6-2522,-1 10 2545,2-10 0,3-1 21,8 0-44,25-3 0,-11-8 0,14-3 0,4-4-626,0-6 626,-7 0 0,-1-1-78,5-1-125,-11 0 203,0 1 0,4-1 0,0 2 0,4 0 0</inkml:trace>
  <inkml:trace contextRef="#ctx0" brushRef="#br0" timeOffset="140150">19977 12944 5734,'-6'-7'42,"0"0"96,-1 0-138,2-1 90,0-1-90,10-5 0,-1 8 90,25-14-90,-13 15 0,11-5 0,-6 10 0,1 6 0,-4 0 0,1 6 0,-5 21-3277,-8-15 3219,0 0 1,-2 1 57,-5-3 44,-2 2 1,-2 3-45,0 3 0,-2-1-1067,1 0 0,0-1 1067,0-2 0,0-1 0,1 9 0,5-9 0,-1 5 1947,5-13-1947,0-8 0,12 1 0,-8-3-45,12-2 0,1-2-45,4-3 2163,9-2-2163,-9-1-641,1-2 0,-3-1 1,7-3-1</inkml:trace>
  <inkml:trace contextRef="#ctx0" brushRef="#br0" timeOffset="141016">20375 12552 5737,'4'-1'37,"9"16"1,3 8-32,-1-4 0,0 1-1645,6 11 1,0 0 446,-7-9 0,-1-1 1110,-3-5 1,0 0 81,2 6 0,1 4 215,-1 6 0,0 5 1,-1-1-216,-2-8 0,-2-2 0,0 2-216,3 7 1,-1 1 0,-4 0 215,-5-6 0,-2 0 0,-4 0 0,-1-3 0,-4 0 0,0 0 0,1 0 0,-1 6 0,1-2 0,-3 2 0,-1-6 0,-3 1 0,-1 0 0,-1-1 0,0-3 0,-5 2 0,-1-3 0,0 0 0,1 0 0,-1 0 0,0-1 0,-3-2 0,-1 0 0,1-3 0,0-2 0,0 0 0</inkml:trace>
  <inkml:trace contextRef="#ctx0" brushRef="#br0" timeOffset="141850">17909 12950 5734,'6'-8'0,"0"2"0,-2 0 11,1-3 28,-1 3 91,3-5-40,-4 8-90,-2 4 0,-3 4 30,-2 19 0,-3 13 0,1-4-30,3-10 0,1 1-820,-2 5 1,0 6 0,1 2 0,3-3 774,3-2 0,3 0 0,2 0 22,1-1 1,1 2-1,1-1 1,0 0-574,-2-5 1,1 0 0,0-1-1,1-1 596,4 8 0,2-1 0,4-3 0,4-5 0,4-1 0,2-2 0,-5-2 0,3 1 0,-1-1 0,1-3 0,0 1 0,-1-1 0,1 0 0</inkml:trace>
  <inkml:trace contextRef="#ctx0" brushRef="#br0" timeOffset="149033">4322 12561 5734,'4'-7'0,"0"1"0,-1 2 0,-1 1 61,0-1-32,-1 0 61,0 0-90,-4 1 90,-1 2-90,-7 2 0,1 2-1287,-5 2 1287,-3 2-1438,-6 5 0,-2 2 1438,-5 3 0,4-1 0,-1 2 0,9 0 0,2 0 0,-6 8 0,7-7 0,2 2 0,5 4 0,5 2 0,5-2 0,2 2-573,-3 2 0,2-1 573,6-5 0,2-3 2487,4 0-2487,8 0 0,3-1 0,-1-2 0,-1-1 0,2-3 0,12-13 0,-19-2 0,17-4 0,-26 1 0,2-23 0,-15 3 0,1-10-196,-20 10 1,-3 4 195,2 4-846,-2 4 0,-5-1 0,5 4 756,4 5 90,-7 0 0,2 2 0,12 7 0,-7 0 0</inkml:trace>
  <inkml:trace contextRef="#ctx0" brushRef="#br0" timeOffset="149701">4588 12792 5824,'2'-5'90,"0"-2"0,-2 3 0,0-1-90,-7 12 0,3-3-2370,-7 12 2370,3-1 312,-7 14 1,-3 7-313,7-12 0,1 0 0,-1 1-928,-2 3 0,0 1 0,1-3 928,-1 5 0,3-5 0,3-7-90,5-12 90,2-8 0,2-3 613,5-13 1,2-7-614,1 0 0,1-2 0,2-8 0,1 1 0,-3 5 0,1 1 0,4-7 0,1 3 3276,-3 8-3218,0-1 0,2 6-58,1 18 0,-4 2 0,4 9-347,-10 3 347,6 18 0,-7-12 0,1 2 0,0 1 0,0 0 0,3 7 0,0-3-90,-1-4 90,3 4 0,-8-27 0,-2-3 0</inkml:trace>
  <inkml:trace contextRef="#ctx0" brushRef="#br0" timeOffset="149917">4481 12949 5824,'12'-2'90,"12"-4"-90,5-1 0,-1-1-3277,2 0 893,-15 4 2320,13-1 1,-17 4 0,10 0 0</inkml:trace>
  <inkml:trace contextRef="#ctx0" brushRef="#br0" timeOffset="150269">3937 13364 5809,'0'-7'15,"1"2"-15,5 1 90,16-3 0,3 1-90,4-2 18,-3 3 0,8-2 0,6 0 0,-1 0 0,-3 1-838,-5 1 1,-1 1 0,-1 0 0,3 0 671,-1 0 1,1-1-1,2 1 1,0-1-1,-1 1 1,-2 0 337,4 1 1,-1-1-1,-2 2 1,-1 0-221,1 0 0,-2 1 0,-2 1-998,6-1 0,-4 1 983,-6 0 0,-2 1 45,9 1-115,-9 1 1,0 2-1,-8 1 1</inkml:trace>
  <inkml:trace contextRef="#ctx0" brushRef="#br0" timeOffset="150816">4471 13491 5824,'-9'-10'90,"3"4"0,1 0 89,-2 1-89,-5 2-90,1 1 0,-5 3 60,-5 11 0,-4 8 0,2-1-60,8-7 0,0 1 22,-8 10 1,-4 8 0,0-1-1,7-4-22,8-8 0,3 0 0,-4 15 0,1 7 0,5-7 0,9-1 0,3-3 0,3-4 0,11-11-45,2-10 0,0-3 45,2-2 0,4-7 0,-3-2 0,-12 1 0,8-9-1046,-19 11 1046,-2 0 0,-5-3 0,-15-7-2137,7 6 2137,-12-3-90,-8 10 90,18 2-89,-16 0 369,20 8-280,6-1 0,-2 3 0,8-4 0</inkml:trace>
  <inkml:trace contextRef="#ctx0" brushRef="#br0" timeOffset="151155">4659 13773 5914,'-3'-7'180,"-3"-7"-91,2 9 1,-2-6 0,3 18-90,1 3 0,1 14 0,1 4-135,0-6 1,1-1-837,-1 6 1,1-2 790,-1 5 180,-1-15 0,-1-3 0,0 4 0</inkml:trace>
  <inkml:trace contextRef="#ctx0" brushRef="#br0" timeOffset="151650">4569 13752 5807,'0'-8'17,"1"0"-17,1 4 0,5-3 90,2-1-90,2-1 0,2 0-379,-2 2 469,12-7-90,7 0 0,-3 1 93,-3 3-3,-8 12-90,-9 0 0,4 4 0,-17 13 0,1-4 0,-3 7-1522,3-9 1522,3-4 0,0-1 241,7 15-421,20 1 180,-14-9 0,2-1 0,17 8-2963,-13-10 2963,-10-4-1384,-3 17 1384,-5-10 133,-15 15 0,-8 2-133,9-18 0,-1-1 0,-3 3 0,-2 3 0,1-3-31,-12 2 31,1-6 0,13-9 0,-1-3 0</inkml:trace>
  <inkml:trace contextRef="#ctx0" brushRef="#br0" timeOffset="152103">5247 13292 5759,'-3'-6'245,"3"0"-66,16 1-179,-2 1 0,19-3 0,2 0 0,-9 2-90,6-2 1,-2 1 89,-13 5 0,-6 1 0,-3 3 0</inkml:trace>
  <inkml:trace contextRef="#ctx0" brushRef="#br0" timeOffset="152334">5262 13460 5824,'3'5'90,"2"-1"90,16-5-180,-8-1 0,13-2 0,-12 1 0,9-2 0,2 0 0,4-1 0,-3 0 0,0 1 0,-4 0 0</inkml:trace>
  <inkml:trace contextRef="#ctx0" brushRef="#br0" timeOffset="155234">6277 13255 5745,'-9'-1'0,"2"-1"0,1 1 0,0 0 0,0-1 67,-17-3-55,8 2 78,-13-4 90,10 3-91,26-1-3366,2 0 3252,26-1 25,1 2-1040,-17 1 0,2 1 1040,0-1 0,3 0 0,3 0-161,3 0 1,3-1 0,3 1 0,0-1 0,-2 1 160,-3 0 0,-1 0 0,1 0 0,-1 0 0,2 0 0,-2 1 0,0-1 0,1 0 0,0 0 0,1 0 0,1 1 0,-2-1 0,2 1 0,1 0 0,0-1 0,0 1 0,-1 0 0,-1 0 0,-3 0 0,8 0 0,-3 0 0,0 1 0,4-2 0,-8 2 0,2-1 0,3 0 0,1 0 0,1 0 0,-1 0 0,-1 0 0,-2 0 0,-2 0 0,5 1 0,-3-1 0,-1 1 0,-1 0 0,0-1 0,5 1 0,0-1 0,-2 1 0,-2-1 0,-2 1 0,-2 0 0,-4 0 39,-3 1 1,-4-1-40,2 1 0,11-1 0,-20 2 1869,-3 0-2139,-1 0 503,0 1 1,-4-2-1,-1 1 1</inkml:trace>
  <inkml:trace contextRef="#ctx0" brushRef="#br0" timeOffset="157316">6862 13550 5824,'0'-10'180,"1"3"-180,2 2 90,26-9-90,-13 7 0,15-4 0,3 0-1639,-14 6 1,0 1 1195,3-2 1,0 1 442,6 3 859,-10 26-859,-15-6 0,-8 8 0,-6 9 0,-2-2 0,-1-10 0,-1-2 0,-1 1 0,-3 7 0,0 2 0,-1-2 0,-1 0 0,0-1 0,3-5 0,-2 7 0,5-7 0,1-2 0,9-9 3276,12 1-3160,3-6-116,4 3-538,2-9 538,5-3-1607,6-3 0,2-1 1607,6 0-164,-8 0 1,2 0 118,-7 0 0,-1 0-224,7-2 269,-8 2 0,-1 1-603,-3-1 603,-10 3 0,1-2 0,0 0 0</inkml:trace>
  <inkml:trace contextRef="#ctx0" brushRef="#br0" timeOffset="157769">7519 13605 5824,'-1'-8'180,"0"-4"-90,-7 0-90,3 2 89,-14 14 1,-3 6-90,4 3-525,-3 1 1,0 4 569,5 6 0,5 1-1483,2-2 0,2 1 1438,-4 1 0,3 1 0,6-4 0,5-3-2092,16 4 2092,-4-6 0,10-3 0,6-21 0,1-7-346,-3 1 346,4-1 0,-1-4 0,-14-4 0,-6-3 0,-7-2 0,-2-2 0,4-1 0,-2 2 396,-7 0 1,-8 3-427,-10 6 0,-6 3 0,2 2 30,8 4 0,0 1-235,-8-4 1,-4-1 0,5 5 234,1 9 0,1 2 0,-1 3 0,2 2 0,-1 0 0,-1 0 0,0 1 0,-11 10 0</inkml:trace>
  <inkml:trace contextRef="#ctx0" brushRef="#br0" timeOffset="158717">6588 12539 5812,'-3'2'282,"-5"3"-282,-11 7 0,-1 1-1200,3-2 1290,-7 9-90,4 5 0,3-4 384,7 1-384,20-6 0,5-1 0,-1-1 0,2 1 0,2-1 98,2-4 1,0-1-144,-4 0 0,1 0 45,2 1 0,-1 0 0,3 5 0,-27 9 0,1-12 0,-11 15-45,0-15 0,-2-2-2908,-10 7 2953,11-6 0,1-2 0,-3 1-52,14-7 1,2-2 0,2 0 0</inkml:trace>
  <inkml:trace contextRef="#ctx0" brushRef="#br0" timeOffset="159000">6872 12697 5779,'-7'-2'16,"2"2"-13,-1 4 14,0 20-11,3-7-4,-2 11-694,4-12 692,2 0 0,6 11 0,-3-10 0,6 6 0,-4-16 0,3 0 0</inkml:trace>
  <inkml:trace contextRef="#ctx0" brushRef="#br0" timeOffset="159302">6866 12463 5734,'0'-15'180,"-1"1"0,0-2-270,-2 7 0,0 8 90,1 3 0,-1 4 0,7-4 0,-3 0 0,3-2 0</inkml:trace>
  <inkml:trace contextRef="#ctx0" brushRef="#br0" timeOffset="160200">7015 12665 5793,'8'-12'121,"-1"3"-31,0 0-90,4 0 90,10-2-90,-5 3 44,6 3 1,1 3-45,-3 7 0,11-1 0,-17 7 0,-15 13 0,0-7 0,-10 11 0,-2 1 0,3-10 0,-2 3 0,2 0 0,8 0-3277,3-3 3162,4 1 115,2-10 0,4 2 0,14 10 0,-8-8 0,1 5 0,-2 1 0,-10-4 0,5 10 0,-21-5 0,-15 1 0,2-1 0,1-8 0,1-3 0,3-4 3276,-1-9-3070,28-26-3220,1 5 3014,-1 7 0,2-2-8,4-3 0,3-3 1,-3 3 7,-3 5 0,-1 1-178,5-6 0,1-3 0,0 2 178,1-1 0,0 2-1105,-3 1 1,-1 0 1104,3-2 0,0 2 0,0-7 631,-15 14-631,-4 8-73,-20 12 73,7 7-558,-11 10 558,15-5 0,4 2 0,3 12 0,2-9 2253,4 7-2253,18-9-1065,1-8 976,4 3 89,-4-11 0,-10-4-439,23-7 439,-17 2 0,17-4 0,-19-1 0,0 0 0</inkml:trace>
  <inkml:trace contextRef="#ctx0" brushRef="#br0" timeOffset="161468">8034 12731 5824,'-8'-5'0,"-12"6"0,11 3 0,-7 6 0,-1 3 0,2 6 0,-6 5 0,10-4 0,9-2 0,1-5 0,13 4 0,-2-16 0,6 1 0,-6-6 0,2-5-3277,-1-5 3162,-1 1 115,-3-2 0,-6 7 0,-3-15-9,-2 6-13,-1-6 5,4 9-11,10 2 22,-3 4 1644,9-7 0,1-2-1522,-4 4-1112,1-2 1,0 0 990,-5 3 27,3-12 14,-1-6-27,-1 5-1,-2 0 4,-4 9-12,0 15 0,0 8-1367,-6 25 1,-1 8 1366,1-18 0,1 2 303,-2 8 0,-1 8 1,0 0-1,2-7-303,1-6 0,0-2-743,0 6 0,-1 2 0,2-5 743,4-1 0,2-5-84,7 4 84,-4-8 84,5-1-84,6-15-84,-9-3 84,9-3 0,-14-2 163,3-8-163,-5-6 1462,1 3-1462,-5-2 0,-6 0 0,3 8 2992,-6-13-2992,4 10 0,2 2 0,1 1 90,4-10 1117,1 7-1207,8-20 0,10 8 0,-2 4 0,4 2-172,6 0 172,-16 10 0,15-11 0,-21 12 0,1-1 0</inkml:trace>
  <inkml:trace contextRef="#ctx0" brushRef="#br0" timeOffset="161868">8651 12466 5795,'-4'0'29,"-1"11"-29,0 5 0,1 7 0,0 6 0,0-1 0,1-5 0,0 1 0,-2 10 0,0 4 0,1-3-1639,2-4 1,1-3 1150,-1-3 1,0-2 487,3 7 215,3-14 0,1-12 0,4 3 0</inkml:trace>
  <inkml:trace contextRef="#ctx0" brushRef="#br0" timeOffset="162383">8559 12548 5734,'11'-6'8,"-4"2"48,18-7-31,-6 4-24,5-1-1,-3 3 0,6 6 0,-10 1 0,0 7 0,-2 4 0,-9 1 0,4 11 0,-12-12 0,-3 2 0,-4 6 0,3-6-861,-2 3 861,7-12 0,4 7 0,0-6 90,21 18-90,-8-9-90,6 5 180,-11-1-90,-15 8-2210,0-8 2210,-9 11 284,-7-9 0,-1-3-284,1 1-1035,-3 0 0,2-2 1035,10-10 0,-8 3-205,4-5 0,-2 0 0,6-5 0</inkml:trace>
  <inkml:trace contextRef="#ctx0" brushRef="#br0" timeOffset="162717">8869 12497 5798,'6'-5'116,"-2"5"-116,-2 2 90,0 26-3367,0 3 2302,1 5 975,0-4 860,0-15-860,1 9 0,0 1 0,-1-3 0,4 10 0,-1-3-568,-2-18 1,5 14 0,-4-17 0</inkml:trace>
  <inkml:trace contextRef="#ctx0" brushRef="#br0" timeOffset="163652">9147 12737 5914,'-9'-2'90,"-1"3"-90,-4 10 0,-3 8 0,3-3 90,2 4-180,8 4-3187,5-11 3072,0 9 205,4-15 0,1-3-90,6-4 90,-3 0 0,2-4 0,-5-17 0,-3 11 0,0-13 0,-9 7-3,-2 2 3,0 0 3276,2 4-3166,3 5-113,3-1-8,9-8 8,5 0 0,3 0 1,1-6 3,-1-6 0,0-4 13,-4 3 1,0-1-15,5-4 0,-3 1-970,-8 10 0,-2 5 970,-2 8 89,-2 4-300,2 12 211,-2 0 0,1 11 0,-5 14 0,-1 2 0,1-1 0,0-2 0,-2 6 0,1-5-2680,0 3 2680,0-12 0,1-2 0,0-1 1355,1-10-1355,4-12-2094,2-3 2094,3-13-90,1 1 90,4-1 0,1 4 0,1 0 2269,4-3-2314,3 8 0,-1 5 45,-10 8 0,10 12-246,-18-6 246,-1 9 0,-15 14 0,5-12 45,-11 3 0,-2-3-45,2-9-45,-1-1 0,0-3 45,7-11 0,2-1 0,10-10 0,5 0 0</inkml:trace>
  <inkml:trace contextRef="#ctx0" brushRef="#br0" timeOffset="164233">9680 12563 5801,'2'-6'293,"0"-3"-114,0 4-179,-2 7 90,-2 7-90,-2 11 0,-1 7-1093,0-3 1,-1 2 0,0 0 650,-1 4 0,1 2 758,-2 1 1,0 4-1,2-8-316,0-2-664,1-5 1,1-2 663,3-11-90,0-4 90,2-14 0,0 3 881,4-16 1,3-8-1,-2 3-881,2-9-912,-1 9 1,1-3 0,-1 4 911,1-3-45,-2 7 0,2-2-426,3 5 1,1 0 470,-5-2 0,2 7-90,26 27 90,-24 6-179,0 2 0,0 3 179,-5 4 0,-2 1 0,0-7 0,-1 1 0,2 5 0,0 0 0,1 7 2091,3-6-2091,-5-13 0,-7-4 0,-9-21 0</inkml:trace>
  <inkml:trace contextRef="#ctx0" brushRef="#br0" timeOffset="164403">9649 12774 5914,'10'-5'0,"6"-2"0,9 2-547,-2-1 1,1 1 0,12-5 0,-15 4 0,1 0 0</inkml:trace>
  <inkml:trace contextRef="#ctx0" brushRef="#br0" timeOffset="167700">3207 13283 5734,'-6'-3'180,"7"0"-180,1 2 90,11-1-90,-6 2 0,4-2 45,8 0 0,0-1-45,-1 1-45,10-2 0,0 1-135,-13 2 180,9 0 0,-21 5 0,-7 3 0,-3 1 0</inkml:trace>
  <inkml:trace contextRef="#ctx0" brushRef="#br0" timeOffset="167933">3182 13487 5753,'-3'6'48,"-1"-1"-25,15 0-23,-4-3 90,16-1-90,11-7-2790,-11 0 2762,11-1-394,-13 0 0,-8 2 1,6-3-1</inkml:trace>
  <inkml:trace contextRef="#ctx0" brushRef="#br0" timeOffset="172903">2419 13061 5734,'-1'-9'56,"0"1"68,0 0 145,0 4 91,0-3-360,3 31 45,1 5 0,2 3-45,-3-8 0,1 1-1632,1 10 0,0-3 1632,-3-13 0,3 11-2311,-2-7 2311,1 3-90,-1-5-269,0-9 179,-1 2 180,-5-7 0,2-5 0,-2-1 0</inkml:trace>
  <inkml:trace contextRef="#ctx0" brushRef="#br0" timeOffset="173400">2117 13674 5824,'9'-3'90,"-1"0"-45,11-5 0,2 0-45,3 0 0,-2 0 0,5-1 22,-2 2 1,4 0-1,2 0 1,-1 0-23,0 1 0,1 0 0,1 0 0,0-1-656,0 1 1,2-1-1,1 0 1,-2 0 0,-2 1 360,9-1 0,-3 1 0,-3 1 295,0 0 0,-5 1 429,-7 2 1,-3 1-430,6-2-89,8 2-1,-27 1 90,3 2 0,-10 2 0,-3 2 0,-4 1 0</inkml:trace>
  <inkml:trace contextRef="#ctx0" brushRef="#br0" timeOffset="175617">2499 13837 5784,'-7'-6'40,"2"0"-40,1 3 90,1 0 0,0-1-90,1 1 90,0 0-1,3-3-3366,29-9 3162,-13 6-974,14-1 0,0 3 1089,-12 4 0,12 5 0,-2 6 0,-14 6 0,1 0 0,-4 2 0,-17 19 0,-5-12 0,-3 4 0,1-3 1134,1-2 0,0 0-1134,-6 9 0,-4 4 0,6-6 3276,6 3-3218,12-10 0,5-3-58,9-7 0,3-11 0,1-3-744,-2-1 744,2-1 0,3-2-1573,4-1 0,1 0 1573,-2 0 0,-1 0 0,-1 1 0,0 0-135,-1 0 1,-2 2 44,-2-1 45,1 1 0,-2 1 45,-2 0 0,-3 2 0,7-1 0</inkml:trace>
  <inkml:trace contextRef="#ctx0" brushRef="#br0" timeOffset="180901">10054 13541 5824,'-4'-6'180,"1"2"-90,0 1 89,0 0-89,0 1-90,7-1 0,0 1 0,14 0-1639,0 0 1,1 0 1613,8-2 25,-6 2 0,1-1-45,6 1 0,-3 0 45,-1 1-798,1-1 1,-2 1 707,-14 1-180,4 3 270,-6 0 0,-3 5 0,-6 2 0</inkml:trace>
  <inkml:trace contextRef="#ctx0" brushRef="#br0" timeOffset="181151">10104 13759 5767,'1'7'26,"2"0"-21,1-5 18,11-1-3300,13-5 2305,-3 0 972,8-4 430,-3-2 0,-2-1-430,-2 2 0,5-3 0,-1 1 0,-10 3 0</inkml:trace>
  <inkml:trace contextRef="#ctx0" brushRef="#br0" timeOffset="181517">10955 13439 5753,'1'-8'251,"-1"0"-72,1 1-89,-5 22-3367,-1 17 2303,0 3 974,2-15 0,1 0 429,2 6 1,1 1-430,2-3 0,1-1-454,-1 5 1,1-2-1,10 7 1,-4-23-1</inkml:trace>
  <inkml:trace contextRef="#ctx0" brushRef="#br0" timeOffset="181953">11207 13557 5824,'5'-7'359,"0"1"-179,-21 28-135,12-4 0,0 2-1684,-4 2 1,0 0 1151,5 0 0,4-2 487,10 4-1135,13-6 1135,-5-3 0,7-14 0,1-6 0,-3-13-231,-3 7 1,-2-4 230,-7-3 0,-4-4 0,-9-11 0,-3-1 0,5 11 0,-4 0 473,-10 1 1,-7-3-1,-3 3 1,4 5-474,1 7 0,0 3-248,-7-3 0,-3-2 0,1 6 68,-7 11 0,3 7-20,5 4 1,1 2-1,-4-3 1,3 3-1,13 2 1,-1 0 0</inkml:trace>
  <inkml:trace contextRef="#ctx0" brushRef="#br0" timeOffset="182650">11351 13338 5824,'-7'-29'90,"1"10"-90,-4-4 90,-9 2 0,-4 0-1,0 2-67,3 6 1,-7-2 0,-2 0-1,2 4 8,0 6 0,2 3 0,-2 0-1123,-5-3 1,0-1 0,0 3 767,4 3 0,2 3 1,1 0 753,3-1 1,-1 4-408,-2 7 1,-5 5 0,1 2-1,4-3-22,-1-1 0,2 3-72,2 5 1,-2 7 0,-1 3-1,5 1 1,6-4 71,9 0 0,7-1 0,0 2-489,-5-3 1,0 1 0,1 1 0,3-2 488,6 3 0,4-1 0,4 0 0,2-7 0,3 0 0,1-1 0,-2-1 0,-2-1 0,-1-1 0,3 0 0,4 3 0,3 1 0,2-1 0,0-4 748,5-3 1,1-5 0,-1-1-749,-4-1 0,0-1 0,0 0-739,5 0 0,1 0 0,-3-3 739,-2-4 0,-3-2-390,-5-1 0,-1-1 390,1 0 0,3-2 0,3-3 0,4-4 0,2-2 0,-5 2 0,4-1 0,1-5 0,-10 3 0,4-3 0,3-3 0,0-2 0,-1 0 0,-4-1 0,-4 2 0,-2-7 0,-6 0 0,-2-1 0,3 0 0,3 3 0,3-1 0,0 0 0,-3 0 0,-5 1 0,-1-7 0,-7 1 0,-9 1 0,-11 8 0,-7 0 0,-6 0 0,0 3 0,5 2 0,0 1 0,3 4 0,-4-2 0,-3-3 0,-4-3 0,-2 1 0,-1 1 0,-2 6 0,2 7 0,-1 3 0,-2 4 0,0 1 0,0 1 0,1-1 0,4 1 0,0 1 0,0 1 0,1 0 0,-1 1 0,-1-2 0,1 0 0,-2 0 0,0-1 0,0 1 0,1-1 0,1 2 0,2 1 0,-3 3 0,2 0 0,1 1 0,3 1 0,3 0 6,-7 6 0,3 1-6,6-2 0,0 1 0,1 0 0,0 0 0,1 1 0,-1 1 0,-2 3 0,-1 0 0,1-1 0</inkml:trace>
  <inkml:trace contextRef="#ctx0" brushRef="#br0" timeOffset="187035">18246 13745 5734,'-9'0'0,"-19"5"0,10-1 0,-12 3 11,8 0 62,1-1-2442,4 0 2369,2-2 626,8-1-626,7 2 90,1-2-90,10 1 45,12-3 0,8-1-23,-2-1 1,6 0 0,2-1-1,-2 1-718,-6 0 0,-1 0 1,1 0-1,1 0 714,2 0 0,3 0 0,1-1 0,-2 1 0,-3-1-18,-1 1 0,-2 0 0,5 0-102,-6 0 0,6 1 0,2-1 0,3 0 0,-1 1 0,0-1 0,-2 1 0,-4 0 102,7-1 0,-4 1 0,0-1 0,5 1-105,-8-1 1,2 1-1,3 0 1,0-1-1,1 1 1,1 0-1,-2 0 1,-1 0 111,2 1 1,-2-1 0,1 1 0,-1 0-1,1 0 1,-1 0 0,2 0 3,-3 0 0,0 0 0,0 0 1,1 0-1,0 0 0,0 0 1,1 0-1,0 0-27,-2 0 0,1 0 0,1 0 0,-1 0 0,1 1 0,0-1 0,1 0 0,-1 0 0,2 1 16,-5-1 0,2 1 0,1-1 0,1 1 0,0 0 0,-1-1 0,0 1 0,-2 0 0,-1-1 0,-2 1 0,-3-1 0,7 1 0,-4 0 0,-3-1 0,2 1 0,1 0 0,3 0 0,4 1 0,0-1 0,-2 1 0,-3-1 0,-7 0 0,0 1 0,-5-1 0,12 2 0,-19-2 1394,-7-1-1394,-9-7 0,-1 0 0,-8-7 0</inkml:trace>
  <inkml:trace contextRef="#ctx0" brushRef="#br0" timeOffset="193952">21227 2466 5734,'-4'-9'0,"-3"-4"0,3 8 0,-15-13 0,0 9 0,-2 0 2,0-2 1,-2 1 1,0 2 0,-3 0 0,0 0 1,-4 2 1,-1 1-1,1 0-5,4 1 0,1 1 0,-1 1-1093,-7-1 1,0 1 0,1 2 607,-4 3 1,0 4 132,10 1 1,-3 3 0,1 0-1,2 0 353,0 0 0,2 0 0,0 1-41,-7 5 1,-1 2 0,5-1 39,5 1 0,1 1 0,2-1 0,-2 3 0,1 2 0,4 0 0,-1 2 0,2 1 0,0 0 0,2-1 0,1 0 0,1 0 0,1 1 0,-2 7 0,1 0 0,6-3 0,9 0 0,4-3 0,-1-11 0,5 0 0,7 6 0,8 2 0,4 1 0,1-2 0,-2-5 0,3-3 0,1 0 0,0 0 0,0 2 0,-5-2 0,-1 2 0,1 0 0,0 0 0,0-2 0,0-1 0,5-1 0,0-1 0,0-2 0,-2-2 0,-4-1 0,9 0 0,-4-3 0,-1-1 0,4-2 0,-7-2 0,4-1 0,0-1 0,-3 1 0,-3 1 0,-1-1 0,3-2 0,0-3 0,6-2 0,1-3 0,0 0 0,-3 0 0,-6 1 0,3-3 0,-3-2 0,1 0 0,4-2 0,-1-1 0,-7 2 0,-7 2 0,-2-3 0,1-6 0,3-7 0,-1-2 0,-2 3 0,-2 2 0,-3 2 0,1-4 0,1-3 0,1-4 0,-1-1 0,0 1 0,-4 4 0,-3 4 0,-3 2 0,0 0 0,-1-5 0,-1-1 0,-2 4 46,1 5 0,-5 0-46,-7 0 0,-4-3 0,-4-1 0,-4 0 0,-3 5 0,1 8 0,-4 2 0,-4 2 0,-1 1 0,-1 0 0,0 1 0,2-2 0,3-2-15,-3-4 0,3-3 0,1-1 0,0 1 0,-2 1 0,-2 4 14,2 5 1,-3 1 0,-1 1 0,-1 2-1,0 2 1,1 1 0,2 1 0,1 2 0,-5 4 0,1 4 0,2 2 0,2 0 0,3-2 0,1-1 0,4-1 0,-3 2 0,-2 2 0,-4 1 0,0 2 0,2 0 0,7-1 0,2 5 0,0-1 0</inkml:trace>
  <inkml:trace contextRef="#ctx0" brushRef="#br0" timeOffset="197083">17705 2457 5737,'-2'-6'0,"-1"0"0,-1-1 0,-2 0 0,-1-2 0,-1 2 0,2 2 0,-1-1 0,-21-12 0,3 7 0,-3-1 0,6 1 0,-4 0 3,-4 2 1,-6-1-1,-2 2 1,5 1-1097,4 3 1,4 2 0,-3-1 1065,-1 0 0,-2-2 1,0 1-1,3 1-1106,-7 3 0,5 1 1134,11 0 1,-1 2-37,-12 6 0,-5 4 1,3 1 34,2 1 0,-1 4 0,4-2 0,-4 4 0,1 0 0,4 0 0,8-1 0,3 0 0,1 1 0,-3 4 0,0 2 0,3-2 0,-2 4 0,3-1 0,1 0 0,4 1 0,7-1 0,2 3 0,1-4 0,0-2 0,1-2 0,4 14 0,4-3 0,7-9 0,0-3 54,-1-6 1,5 1-52,2-3 0,3 1 0,-1-2-3,2 2 0,0-1 0,-3-2 1,3 0 0,2-2 0,3-4 1,2-2-1,1-1 1,-5-1-65,2 2 0,-1-1 63,0 0 0,3 0 0,2 0 0,-3-1 15,2-2 1,-2-1 0,0-1-16,0 0 0,0-1 0,1 0-16,4 1 0,1 0 1,-2-2 15,-7 1 0,-2-1 0,1-1 0,1-2 0,1-1 0,0-3 0,-4-3 0,-1-3 0,0-1 0,0 1 0,1 2 0,-1 0 0,0 0 0,-1-2 0,-1-4 0,-1-3 0,-1 0 0,-5 1 0,0-7 0,-5 0 0,-4 4 0,-3-1 0,-1 1 0,0-2 0,-2 1 0,-3-6 0,-2 3 0,1 11 0,-5 1 0,-7-4 0,-7-3 0,-2 0 0,1 3 0,3 3 0,0 3 0,-6-1 0,2 4 0,-5 0 0,-4-1 0,-2 0 0,0 1 0,0 1 0,4 1 0,3 3 0,-2 0 0,5 2 0,-1 1 0,-4 2 0,0-1 0,-5 2 0,-2 0 0,-1 0 0,2 2 0,3 0 0,5 0 0,0 2 0,5 1 0,-4 2 0,1 2 0,-5 2 0,-1 1 0,-1 1 0,3 0 0,2-1 0,-4 4 0,3 1 0,-2 1 0,2 0 0,-1 0 0,1 0 0,-1-1 0,1 1 0</inkml:trace>
  <inkml:trace contextRef="#ctx0" brushRef="#br0" timeOffset="199150">24296 2595 5734,'-1'-8'0,"0"1"0,0-1 5,-2-4 1,-2-1-3,0 1 0,-1 4 2,-1 1-5,-7-4-3277,-20-6 3168,11 6-38,-10 0 147,2 8-1108,13 6 0,-1 1 1108,-1-2 0,1 2-4,0 3 1,2 2 3,-2 5 312,4 0 1,-1 3-312,-3 12 1,1 1 55,2-8 0,1 1-56,0 5 0,3 1-1,8-3 0,4 0 3,6 8 0,2 1-3,-3-2 0,1 0-315,7 2 1,1-4 317,5-2-29,1-4 0,5 0 27,3-4 1,3 0 0,0 0-1,-5-3 0,1 1 0,0-2-28,4 0 0,1 0 1,-3-4 26,-5-5 0,-2-3 0,0 0 0,2-2 0,5-1 0,5-2 0,-2-1 0,-6 0 0,-1 0 0,2-1 171,0-1 0,2 0 0,0-1 0,-1-3-169,6-6 0,-2-4 0,-1 0-1,-6 2 0,-1 0 0,0-2-175,-1-1 1,0-1 0,-1-1 0,-2 1 173,4-8 0,-4 0 0,-1-1 0,-2 1 0,-6 6 0,-1-2 0,-1-4 0,0-4 0,-1 2 0,-1 0 0,-2 0 0,2 1 0,-1-2 0,-5-1 0,-9 1 0,-6-2 0,-3 1 0,0 3 0,0 5 0,0 4 0,-4-2 0,-1-2 0,-2-3 0,-1-1 0,-2 3 0,1 6 0,-1 5 0,0 5 0,-1 2 0,1 0 0,-4-2 0,-1 0 0,-6 3 0,10 4 0,-5 2 0,-4 1 0,-2 1 0,-1 1 0,1 0 0,1 0 0,3 0 0,5-1 0,-7 1 0,5 0 0,0 1 0,-4 0 0,6-1 0,-4 1 0,-3 0 0,-2 1 0,1-1 0,0 1 0,3 0 0,3 0 0,6 0 0,-8 3 0,7 1 0,-1 0 0,0 1 0,0 1 0,-1 0 0,1 0 0,-5 2 0,1 0 0,-2 1 0,4-1 0,-1 0 0,1 0 0,-1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23:51.13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13884 4055 9242,'-13'-3'539,"3"1"-359,-1 1-90,2 1 90,1 1 0,-1-1 0,-1 2-90,0 0 90,0 0 0,0 1-90,-1 0 179,-5 3 1,-3 5-180,-2 3 0,0 3 90,3 2-513,1 2 423,-2 3 0,-1 4 0,0 2 0,-1 2 0,8-8 0,-1 2-45,4-7 0,0 1 45,-6 14 0,1 3-929,4-6 1,2 0 883,-1-1 0,2 0 0,1 7 0,3 1-421,3-7 1,3 1 375,3 8 0,1 2 30,1-14 0,0 1 0,2-2-30,3 7 0,1-3 0,1-1 0,1-3 0,-2-9 0,-1-1 44,2-1 1,0 0-45,16 12 0,-6-11 0,1-1 0,-5-4 0,1-1 0,17 6 0,1-3 0,-15-7 0,0-1-739,9 2 0,-1-2 739,-8-4 0,-1 0 0,1-1 0,-1-1 5,1 0 0,0-2-5,-1 0 0,1-1-45,9-4 0,0 0 51,-8 0 1,-1-1-7,7-1 0,-1-3 0,-3-1 0,-1-2 0,-7 3 0,0 0 0,5-5 0,-2-2 0,6-9 0,-2-5 0,-14 16 0,-1-1 0,0 0 0,-1-1 0,-1-2 0,-1 0 0,0-1 0,-1 0 45,-1-2 0,0 0-45,-2-1 0,-1-1 45,0 0 0,-1-1-45,-2 0 0,0-1 45,-1-1 0,-1 0-504,-1-1 1,-1 0 458,-1-3 0,-1 0 45,-2 0 0,0-1 0,-2-2 0,0 1 0,-1 1 0,-2 0-45,0 0 0,-2 1 45,0 2 0,-4 0-15,0 3 0,-3-1 0,0 2-30,-4-3 0,-2 1 0,4 5 0,-2-1 0,0 2 0,-4 1 0,-1 2-45,-1 1 0,-1 1 0,0 2 0,-4 1-382,4 3 0,-4 2 1,2 1 246,-3 0 0,-1 1 30,5 2 0,-1 1 0,1 2-375,-3 1 1,-1 4-569,2 2 1,-3 2 0,1 0 997,7-1 0,1 1 1,-1 1-1,-2 1 1,-3 2-1,0 0 1,3 1-1,-3 1 1,1 0-1,0 1 1</inkml:trace>
  <inkml:trace contextRef="#ctx0" brushRef="#br0" timeOffset="5265">1593 4223 9512,'-8'-1'3238,"0"0"-3148,9 5 0,1-3 0,4 4-90,3-6 0,-4-1 0,5-3 90,-4 1-90,1-1 0,0-1 0,0-1 0,1-1 89,0-4-89,-1 3 0,0-3 0,-3 3 0,-1 0 0,1 0 0,-1 1 0,0 1 0,-1 0 0,0 2 90,-1 0-90,1-1 0,-1 2 0,-3 16 0,1 2 0,-2 11 0,2 8 0,1-7-855,1 9 855,1-8 0,-1-4-557,1-1 557,1-2-336,0 0 156,0-1-270,3 5 91,-2-8-1,1 3-90,-2-8-90,0-2-2737,0 1 3459,-1-3 1,1 1 0,-3-4 0</inkml:trace>
  <inkml:trace contextRef="#ctx0" brushRef="#br0" timeOffset="5497">1561 4621 9961,'1'9'360,"1"0"-270,0-6 90,3 1 0,0-2 0,1 0-90,2-3 90,2 0 89,11-5-179,0 0-940,9-4 760,-2 1-89,5-1-271,2 0-630,3-3-1610,1 0 1610,1-1 1080,-2 2 0,-18 5 0,0 0 0,20-6 0</inkml:trace>
  <inkml:trace contextRef="#ctx0" brushRef="#br0" timeOffset="7678">12956 4289 12660,'9'-2'180,"-1"-1"-180,-1 1 90,-1 1-3367,2-1 2392,1 0 1745,0 0-860,1-1 90,1 2-90,0 0 0,0 2 89,5 2-89,-4 1 3276,3 1-3160,-4 6-26,-6 7-90,-2 5 0,-9 5-378,-2-6 0,-3 1 378,-3 3 0,-1 0 45,-1 2 0,0-1-45,-2 0 0,1-1 0,4-7 0,0-2-857,1 0 1,-1 0 856,-12 15 0,3-4-950,2-4 950,4-4-26,4-4 26,2-3 0,1 2 0,3-4 0,1 0 0,4-4 542,2-2-542,2-1 1617,2-1-1617,3-2 1247,0 0-1247,3-2 0,2-1 0,10-2 0,-4-1-394,7 0 304,-8 0-90,0 1 0,-1 0-90,-2 0 0,-1 0-360,2 0-359,-2 0-2249,0 1 3238,-5 0 0,-4 3 0,-3-1 0</inkml:trace>
  <inkml:trace contextRef="#ctx0" brushRef="#br0" timeOffset="18547">19396 3492 6993,'-1'7'1619,"0"-1"-1619,0-1 90,0 0-90,0 1 0,1 0 90,-1 0-90,1 1 0,-1-1 0,1 6 0,-1 3 0,1 2 90,-1 2-90,1-3 0,0 17 0,0-4-637,-1-7 1,1-1 636,-1 13 0,1 0 0,-1 0 0,1-9 0,-1 0 90,0 12-90,0-12 0,1-1 0,-1 9 0,0-1 0,0-2 0,1-2 0,-1 13-669,0-14 669,0 11 0,0-15 0,1-1-141,0-1 231,0 9-90,0-7 743,0 7-743,0-12 0,0 1-114,0-2 114,0 1-90,0-1 90,0 0 0,-1 0 0,1 0 0,1-1 709,-1 1-799,0-1 90,0 0-90,0-2 90,0 0-90,1-1 0,-1 0 255,1 0-255,-1 1 90,1-2 538,-1 1-628,0 0 132,-1 0-132,2-2 0,-1 2 0,0-2 0,-1 1 0,1 1 90,0-2-90,1 1 1,-1 0-1,1-1-90,-1-1 90,1 1-180,0-1-180,0-1 180,0 0 270,0 0 0,1 2 0,-1 2 0</inkml:trace>
  <inkml:trace contextRef="#ctx0" brushRef="#br0" timeOffset="18664">19410 4993 6993,'-1'8'-90,"1"-1"0,-1-1 0,1-1-360,0 0 450,-1 1 0,1 0 0,-1 2 0</inkml:trace>
  <inkml:trace contextRef="#ctx0" brushRef="#br0" timeOffset="20154">20245 3466 6363,'-7'6'90,"2"-1"-90,2-2 90,0 0 90,0 0-90,1 1 0,0-1 0,1 2 90,-1-1-90,1 2 0,0-1-90,1 2 90,-1-1-90,0 5 90,0-4-90,-1 7 90,1-1 0,-1 6-90,1-2 0,2 1 0,-1-5 0,1 3 90,-1-1-90,2 1 0,-1 2 89,0 0 1,2 3-444,-1 0 444,0 2 0,1 2-90,-1-1 180,1 6-90,-1-5 0,2 5-446,-2-2 446,1 3 90,-1-1-90,1 1 0,-1 0 0,0 0 0,0-3-310,0 2 310,0-4 0,0 0-90,-1-2 90,0-1 0,0 10-90,-1-7 90,1 7-90,-1-10 0,0 0 0,1 0 90,-1 0-90,2 9 0,-1-7 90,1 7-90,-1-11 0,1 0 0,-1-2-315,0-1 315,1-2 497,-1-1-497,1 0 90,-1 0-90,1-2 0,0-1 744,0 0-744,-1-2 360,0 0-360,1 0 3,-1-2-3,1 1 0,-1-2 90,1 4-90,-1-3 0,0 2 0,-1-3 0,1 1 0,-1 0 0,0 1 0,0-1 0,0 1 0,0 0 0,-1-1 0,1 0 0,-1 0 0,1 0 0,-1-1 0,0 1 0,0-1 0,0 0 0,1 0 0,-1 0 0,0 0 0,0-1 0,0 0 0,1-1 0,-1 3 0,0-2 0,1 4 0,-1-4-90,1 0 90,0 2 0,-1-4-90,1 4 90,-1-4-90,0 2 90,0-1-90,1 1 90,-1 0-90,1-1 0,0 5 90,0-3-90,0 5 90,0-5 0,0 1-89,0-3 89,0 2-90,0-2 90,0 3-180,0-4-90,1 3-1079,0-3 1349,0 1 0,-1-3 0,1 0 0</inkml:trace>
  <inkml:trace contextRef="#ctx0" brushRef="#br0" timeOffset="23688">20556 7887 7982,'1'-9'90,"-2"0"90,0 3 0,0 0 90,-1-1 0,0 2 0,-1-5-180,1 6 90,-1-3-90,1 2 89,0 1 1,-1-1-90,1 1 90,-2-1-90,1 0 90,-1 0 90,-2-3 0,-2 0-180,0-1 90,0 0-91,1 2 1,0 1 0,-2-2 90,-5-2-90,2 1 0,-4-2-90,3 3 90,-1 0-90,0 0 90,-2-2-349,-1 2 259,0-1 90,0 2-90,1 0 0,-3-1 90,-10-3-90,5 1 0,-6-1-491,10 4 491,1 1 0,1 2-296,-1-1 296,0 1 0,-4 0-631,1 1 631,-6-1 89,3 1-89,-2 0 0,-1 1 0,3 0 0,-3 0 0,0 0 0,-2 0 0,9 2 0,0-1 0,-10 1 0,4 0 0,-1 0 0,-1 0 0,7 1 0,0-1 90,-18 2-90,11-1 0,-11 2 0,16-1 0,1 0 0,2 0-10,2 2 10,-3 0 0,-1 1 522,-3 2-522,2 0 0,-1 2-247,3 1 247,0 0 0,1 1 0,-1 1 0,1 2 651,1 0-651,-6 8 0,6-5 0,-5 6 0,2 1 256,7-5-256,-3 4 0,8-8 0,3-1 0,0 0 0,0 1 0,1 1 0,1 1 0,1 1 0,0 0 0,1 2 197,1 1-197,1 4 0,2-1 90,2 16-90,2-10-233,4 9 233,2-11 0,4 2 0,0-10 0,1 1 0,-2-4 0,0-1 0,6 4 0,0 0-1840,12 6 1840,3-4 0,-16-10 0,1-1 0,0-1 0,0 0 45,1 0 0,0-1-224,1 0 0,0-1 179,1 0 0,0 0 0,2-2 0,0 1-507,0-2 0,2 1 507,-1-1 0,1-1 0,1 0 0,0 0 0,0 0 0,1-1-467,0 0 1,0 0 466,-1-1 0,2 0 0,11 0 0,2-1-315,-13-1 0,0 0 0,1-1 315,-1 1 0,0 0 0,-1-1-45,13 0 0,-2-1-220,-13 0 1,0 0 264,0-1 0,0 1-69,-2-1 0,1 0 114,-1-1 0,0 1-90,0-1 0,-1 1 45,-1-1 0,-1-1 0,18-2 0,-4-1 0,-4 1 783,-2-3-873,9-5 180,-9 2 1047,6-5-1137,-13 2-90,-1-1 1428,-2-2-1338,-2-3 0,-1-1 700,-2 0-700,-1-3 0,-6 6 0,-2 0 0,3-12 0,-4 10 0,-2 0 0,-1-10 0,-3 0 0,-4-4-1657,-4 2 1657,-6-4 0,6 20 0,-1 0 521,-1 1 1,-3-1-522,-11-10 0,-3 1-918,5 6 0,0 0 918,1 2 0,-1 0 0,0 1 0,-4-2 0,-1 2 0,0 1 0,0 0 0,0 1 0,-1 0-30,3 3 0,-1 0 0,1 1-60,-4-1 0,0 1 0,5 2 0,0 0 0,-1 1-240,0 3 0,-1 0 1,1 1-542,-6 0 0,0 0 211,4 1 0,-1 0 1,1 1 659,-2 1 0,0 2 0,2 0 0,-1 0 0,0 1 0,-2 0 0,0 0 0,0 1 0</inkml:trace>
  <inkml:trace contextRef="#ctx0" brushRef="#br0" timeOffset="28254">12953 9523 7173,'-5'-8'450,"2"3"-270,0 0-91,0 2 1,0 0 0,0 0 90,-1 0-90,-1-1 90,-3-1 0,1 1-90,-2-1 0,2 1 90,-6 0-90,3 2 0,-4-1 0,3 2 0,0 0 0,-1 1-90,-1 1 90,-1 1-1,-2 1-89,0 1 90,-4 2-90,1 1 90,-3 3-90,2 0 90,-10 11-90,14-8 0,0 1-1002,-6 8 0,1 1 1002,5-4 0,1 1 0,-3 11 0,1-1-31,2 7 31,5-11 0,2-1-1290,1 8 1290,3-8 0,2 0 0,-1 14 45,3-7 0,1 2-305,2-7 0,1 0 260,1 5 0,2 0 0,-1-7 0,0 0 0,4 1 0,0-1 0,11 11 0,0-3 0,0-7 0,-8-13 0,1-2 1454,0-3-1454,0-1-90,1-2 90,-1-2-90,2-1 90,-1-2-90,2-2 90,1-1-90,2-3 90,1-3-90,0-3-105,0 0 195,-2-3 1432,-1 0-1522,-1-2 90,-2-1-221,4-10 221,-6 7-90,3-9-328,-8 8 418,1-1-143,-4 1 233,1-2 0,-3 1 0,-1-6-90,-2 0 90,-1-1 0,-1-2 0,-3 0 0,0 0 0,-2 0 0,-1 0 0,-3-1 0,3 11 0,-2-1 0,-5-12-90,3 13 0,1 0 90,-4-4-718,-3-2 718,3 5-90,-2 0 90,1 2-90,-1 2 90,2 2 0,-10-4-90,9 10 0,-8-3-180,12 11 0,-2 2-89,0 1-181,-1 2-989,-1 2 89,0 2 1350,-3 4 0,-3 3 0,-4 4 0</inkml:trace>
  <inkml:trace contextRef="#ctx0" brushRef="#br0" timeOffset="30163">12841 10442 9062,'-7'6'-540,"1"-1"450,4 0 0,0-2 0,-1 3 0,-1 1 0,1-2 0,-1 3 90,2-2-90,-3 5 90,1-3 0,-1 4-89,0-3 89,0 2 0,-1-1 0,0 0 0,1 0-90,-1 1 90,1-1 0,-1 0 0,-1 4 0,2-5 0,-3 6 0,2-4 0,1-1 0,1-1-90,2-4 90,-1 1 0,1-1 90,-1 0 89,2 0 1,3-2-180,2-2 0,1 0 90,2-2-90,-1 0 0,1 1 0,-1 0 0,1 1 90,1 0-90,0-1 0,0 0 0,-1 0 0,0-1 0,0-1 0,6 0 0,-4-1 0,7-2 90,-5 0-90,0-1 90,-2 1-90,-4 1 90,-1 1 0,-1-1 0,0-1 0,-1 1 180,0-1-180,-1-1 90,0 2 0,0-3-1,0 3 181,-1-3-360,-2 18 90,0-4-90,-2 15 0,2-5-369,0 2 369,-1 2 0,1 4 0,0 1 89,1 2-178,0-2-1,0-3-180,0-4-90,0-1-719,1-3 269,1-1 810,0-2 0,2 2 0,1 0 0</inkml:trace>
  <inkml:trace contextRef="#ctx0" brushRef="#br0" timeOffset="33524">19819 11072 9422,'3'9'0,"-1"-2"0,-1-2 449,-1-1 361,2 0-540,-3-11-270,-1 10 90,-1-9-90,-1 13 0,4-2 0,0 1 0,2-3 0,2-3 0,0-2 90,0-3-90,-2 0 90,-1 0 0,-2-2-90,0 2 0,-1 0 0,-2 5 0,1 1 89,-2 4-89,2-1 0,1 0 0,0-1 0,5-3 0,-1-2 0,3-3-179,-9 4-631,2 1-2068,-4 6 2878,8-1 0,0-1 0,4-2 0</inkml:trace>
  <inkml:trace contextRef="#ctx0" brushRef="#br0" timeOffset="35204">23320 10833 12480,'-1'11'90,"0"-2"-90,1-3 0,0-1 90,4-6-180,-2 0 180,2-5-90,-5 1-90,-2 7 90,-1-2 0,3 7 0,3-4 0,1-3 0,-3-5-270,0 0-2428,-5 3 2698,1 4 0,0 3 0,2-1 0</inkml:trace>
  <inkml:trace contextRef="#ctx0" brushRef="#br0" timeOffset="189439">5611 1955 6993,'-11'-8'450,"-3"-1"-450,4 5 90,-4-2-90,2 3 180,-9-2-180,3 2 90,-8-1-1,6 1-89,-5 0-1297,2 2 1297,-2-1 90,2 1 0,-17 3-90,9 0 0,0 2 0,0 2 90,-8 3-928,13-1 1,0 1 837,-12 7 45,19-7 0,0 0-88,1 2 0,0 2 88,-7 6 0,0 3 0,8-4 0,0 0-668,-6 7 0,2 1 668,7-6 0,2 1 0,1 0 0,0 1-45,1 1 0,1 0 45,2 1 0,0 1-45,1-1 0,1 1 44,1 0 1,2 1-662,3 10 1,3 0 661,-1-8 0,3 0-45,3 7 0,2 1-114,1-9 0,3-2 159,0 0 0,2 0-45,3 2 0,1 0 45,0-3 0,2-1-45,0 0 0,2-1 0,1-1 0,0-2 45,0-1 0,1 0-45,-1-3 0,0-1-404,0-1 1,0-1 448,-2-1 0,1-2-45,0-1 0,1 0 0,1-2 0,0 0 0,0-1 0,0 0 0,1-2 0,0-1 45,0-1 0,-1-1-45,1-1 0,0-1 0,-1 0 0,0-2 45,1-1 0,-1 0-90,0-1 0,0-1 45,2-2 0,0-1 45,-3 0 0,0 0 45,0-1 0,1-3 0,4-3 0,-1-2-45,-7 3 0,-2 0 0,7-6 0,-3 0 0,-8 4 0,-3 0 723,1-1 1,-2-1-724,0-1 0,-1-1 0,-2-1 0,0 0 90,-2-2 0,0 0-90,-2 0 0,-1-1 0,0-1 0,-2-1-45,-1 1 0,-1 0 45,-1-2 0,-1 0-45,-1 1 0,-2-1 29,-1 1 1,-2-3 0,-1 2-46,-2-4 0,-2 1 16,2 3 0,-1 0 0,-3 0 0,-3 3 0,-3 1 0,1 1-45,-4-2 0,-2 1 45,3 4 0,-2 0 0,0 3-45,-5 1 0,0 4-123,0 0 1,0 2 122,-6 2 0,1 1 0,3 3 0,-1 1-45,-7 2 1,0 0 44,1 2 0,0 2-15,10 0 0,0 0 0,0 1 0,0 0 0,1 0 0,-1 1-30,-12 3 0,0 2-90,2 0 0,0 1 0,2 2 0,1 1-360,2 1 1,0 1 181,2 0 0,1 1 358,5 0 0,0 0 0,-4 5 0,0 2 0,2-1 0,0 0 0</inkml:trace>
  <inkml:trace contextRef="#ctx0" brushRef="#br0" timeOffset="198368">19849 11022 7892,'-5'-5'-1079,"1"4"1079,1 4 0,1 3 0,1-1 0</inkml:trace>
  <inkml:trace contextRef="#ctx0" brushRef="#br0" timeOffset="198552">19776 11104 8342,'5'-5'-383,"-2"0"1,6 6 0,-3-1 0</inkml:trace>
  <inkml:trace contextRef="#ctx0" brushRef="#br0" timeOffset="199852">23324 10915 7623,'0'0'0</inkml:trace>
  <inkml:trace contextRef="#ctx0" brushRef="#br0" timeOffset="204444">5442 1097 7713,'3'-7'1259,"-1"1"-989,1 1 90,-1 1-1,0 0 541,0 0-540,0 0 539,1 1-89,0-2-181,-3 1-89,0-1-360,-3 1 0,-2 1 0,-1 1 0,0 3-1,-3 0-89,-2 3 90,-2 0-90,-4 4 0,-2 1 0,-4 3-90,0 2-655,0 1 745,-3 4-90,1 1 45,9-6 0,0 2-45,2-1 0,0 2 0,-10 12-90,8-2 90,8-11-90,4-1 0,0-1 0,3-1 0,2-1 0,2 0 1,1 1 743,3-1-834,3-1 1,2-1-1,5 0 90,0-2-90,6 0 90,-3-3 0,2-1-90,-3-2 0,5-1 180,-5-1-326,3-2 236,-8-1 0,4-4 0,-2-3 0,0 0 90,-5-1-90,-7 3 90,-1 0 0,-1 0 147,-3-1-147,-4-5-90,-1 3 90,-6-4 0,-4 2-90,1 4 90,-13-4 0,12 8 0,-6-1-90,8 4 90,2 0-90,2 2-270,-5-1 90,6 0 0,-2 1 270,6 0 0,3 1 0,0-1 0</inkml:trace>
  <inkml:trace contextRef="#ctx0" brushRef="#br0" timeOffset="204723">5620 1196 10681,'3'4'540,"-3"-2"-540,14-4 90,-7-1-90,4 1 0,-2 0 0,2 0-90,-1 0-180,-1 0 0,0 1-270,-1-1-809,-1 2 1349,-2-1 0,2 2 0,-1-1 0</inkml:trace>
  <inkml:trace contextRef="#ctx0" brushRef="#br0" timeOffset="204928">5634 1323 9332,'-1'9'180,"0"-2"-180,7-4 90,-1-2-90,3-1 89,0-1-89,1-1 90,2 0-180,0 0 1,2 0-271,0-1-180,0-1-629,4-3 1169,-5 1 0,7-5 0,-5 0 0</inkml:trace>
  <inkml:trace contextRef="#ctx0" brushRef="#br0" timeOffset="205379">5936 1002 10411,'10'1'180,"-1"0"-180,-4-2 90,1 0 0,-1-1-90,2-1 90,-3 1-90,1-1 0,-1-1 0,1-1 0,-1 0 90,1-2-90,1-5 0,-1 1 0,0-5 0,-1 4 90,-2-1-90,1 1 0,-1 1 0,0 0 0,-1 3 0,0 0-90,0 1 90,0 1 0,1 1 0,-3 14 0,1-1 0,-2 14 0,0-4 0,-1 6-1929,1 2 1929,-1 5 0,1-2 0,0 2 0,2-1 90,0 2-90,1-3 0,0-3-90,1-3-282,3 5 102,-3-9-90,3 5-90,-3-12-1619,3 3 2069,-2-6 0,2 4 0,0-5 0</inkml:trace>
  <inkml:trace contextRef="#ctx0" brushRef="#br0" timeOffset="205586">5974 1382 9422,'2'7'449,"2"-2"-269,1-4-90,3-2-3367,3 0 2573,7-2-403,5-2 1197,7-1-1310,9-3 1,2 0 634,-14 3 1,0 0 584,2 0 0,3-1 0,-2-1 0,8-2 0,-2 0 0,4-1 0,0-1 0</inkml:trace>
  <inkml:trace contextRef="#ctx0" brushRef="#br0" timeOffset="209502">20072 1595 7173,'3'-6'719,"0"0"-449,0 2-90,-1 0 270,1-3-180,0 2 0,0 0 179,-1 1-179,1-1 270,-2 2 180,1-2-1,-1 1-539,-4 0-90,-2 2 90,-10 3-90,2 3 0,-10 3 90,-10 6-180,2 1 45,4-1 0,1 0-1356,-9 7 1311,14-8 0,1 0 90,-7 5-90,4-2-531,1 0 531,3 1 0,3-2-138,2-2 138,4 0 90,1-2-90,3 0 0,0-1 1280,2 0-1280,2-1 708,1 0-708,1-1 171,1 2-171,1-1 0,1 0 0,3 0 0,1-1 0,2 0 0,1 1 0,1-2 0,0 0 0,1-1 0,0 1 0,-1-2 0,0 1 0,-1-1 0,-1-1 0,0 0 0,-2-1 90,2 1-90,-3-2 0,2 0 0,-4-3 0,0-2 0,-3-2 0,-2-1 0,-2 0 0,-1 0 0,-2 0 0,0-1 0,-1 1 0,-1-1 0,1 0 0,-1 0 0,-1 0 0,1 2 0,0-1 0,1 1 0,1 1-269,-1-2 89,2 2-3097,-3-1 1157,9 0 2120,0 2 0,11-1 0,0 2 0</inkml:trace>
  <inkml:trace contextRef="#ctx0" brushRef="#br0" timeOffset="209812">20207 1771 10231,'-10'-8'720,"2"2"-450,4 2 359,2 1-449,5-3 0,3 2-180,9-1 0,-3 3 0,2 0-90,-3 2-90,1-1-90,0 0-179,-1 0-91,1 0-989,-1 1-90,-1-1 1619,-1 1 0,3-1 0,0 1 0</inkml:trace>
  <inkml:trace contextRef="#ctx0" brushRef="#br0" timeOffset="210031">20275 1832 9961,'0'9'0,"2"-2"0,1-4 0,2-1 0,0-1-180,7 0 1,-1-1-271,4 0-630,-1-1 541,1-2 539,5 0 0,5-4 0,6-2 0</inkml:trace>
  <inkml:trace contextRef="#ctx0" brushRef="#br0" timeOffset="210452">20750 1526 9242,'-11'-8'809,"4"3"91,-4-3-540,7 3-91,-1-2-89,5 1-90,2 2 0,4-1 0,2 3 90,15-1-90,-4 2-45,2 1 0,2 2 45,12 5-90,-1 1-180,-5 3 180,-15-2 0,-2 2 0,-3 2 0,-4 0 0,-2 3 0,-6 3 0,-4 2 0,-7 7-895,-5-1 806,-5 3 89,6-10 0,-1-1 0,-8 8-602,10-10 0,1-1 602,-2 3 0,4-1 213,2-3-213,3-2 0,3-2 0,3-3 0,1 1 887,3-2-887,4 1 1358,3 0-1358,5 0 0,6-1 0,6-1 0,5 0-675,3-2 135,-8-2 1,1-1-1170,14 0 70,-13-1 1,0 0 1133,10-2 0,3-2 0,1-2 0</inkml:trace>
  <inkml:trace contextRef="#ctx0" brushRef="#br0" timeOffset="213247">23312 1779 6633,'-1'-6'900,"-1"-1"-541,1 3-89,0-4-90,0 3 90,0-1 0,0 2 0,0-1 0,0 1-1,-1-2 91,1 2-180,-1-2 90,0 1 0,0 0-90,-1 0 0,-1 1 0,0-1-1,-1 2-89,0-1 90,-1 1-90,-2 2 90,-6 2-90,1 1 0,-6 3 0,1 1-90,0 1 90,-4 2 0,-8 7 0,-1 3-90,0 2-692,6 1 782,8-7-90,2 1 0,2-2-182,2 0 182,1 0 0,3 1 0,1-1 0,2 1 0,2-1-90,0 0 90,3 1 0,1-2-90,2 1 90,3 0-90,0-1 45,9 3 0,2-1-45,-2-1 429,8 2 1,-1-2-340,-8-9-90,5 1 285,-8-7-195,-4 1 0,2-5 0,-5 0 0,-1-3 90,-3 1-90,-4-1 90,-6-5-90,0 2 0,-5-5 90,1 4-90,-2 1 0,-3-2 90,2 2-293,-1 1 203,2 2 90,3 0-90,2 2-90,0 2 0,3-1 0,0 1-90,1 1-3097,2 1 3000,9-1 0,6 1 0,9-1 1</inkml:trace>
  <inkml:trace contextRef="#ctx0" brushRef="#br0" timeOffset="213694">23390 1947 10051,'-4'-7'360,"0"1"0,2 2-90,0-1 0,-1 1 89,1-1-269,4-1 0,1 3-90,3-1 90,1 3-90,2-1-90,1 1 0,0-1-180,1 2 1,0-2-181,0 1-180,-2 0-719,0-1 90,-2 1 1259,0 0 0,-3 0 0,1 0 0</inkml:trace>
  <inkml:trace contextRef="#ctx0" brushRef="#br0" timeOffset="213895">23423 1967 9242,'3'6'270,"3"-1"-360,13-3 90,14-4 0,0-1 0,6-5 0</inkml:trace>
  <inkml:trace contextRef="#ctx0" brushRef="#br0" timeOffset="214339">23738 1760 8702,'-7'-10'989,"0"0"-629,4 5 90,-1-1-360,4-1 90,4 2 0,7-1 90,21 4-270,-12 1 90,12 3-90,-19 1 0,-1 1 89,1 4-89,-5 4 0,-3 1 0,-8 3 0,-16 10 0,4-10 0,-1 1-435,-1 0 1,0 0 434,-3 2 0,1-2 0,-7 7 0,2-1 0,3-1-90,-2 4 180,9-7-90,-3 18 0,13-21 0,1 8 0,7-16 0,7 3 869,11-2-869,-3 0 0,8-4-806,-11-4 716,2-2 0,-1 0-180,-1 0-89,-1 0-91,-1-1-899,-2 0 89,-1 0 1260,-1 2 0,5-3 0,0 2 0</inkml:trace>
  <inkml:trace contextRef="#ctx0" brushRef="#br0" timeOffset="214632">24104 2097 10411,'1'-10'1889,"-1"-1"-1079,0 4-631,-10 11-179,-8 16-179,-2 4-1026,-1 5 845,11-12-90,1-2 226,0 0-316,2 0-1079,0-1-270,3-2 1889,0-1 0,2 3 0,-1 2 0</inkml:trace>
  <inkml:trace contextRef="#ctx0" brushRef="#br0" timeOffset="-214352.73">24376 1739 10411,'1'-17'1169,"-1"7"-449,3-10-540,3 12 90,18-1-180,-1 6 0,7 3 0,0 2-90,-4 0-45,-2 2 0,-4 0 45,-12 1 0,0 0 0,-9 3 0,-1-2 0,-2 3-90,-6 2 90,2-2 0,-3 3 0,-1 5-90,4 10 90,1-6 0,6 6 0,5-17 0,1 1 0,1 0 0,1 1-90,11 20 90,-9 4 0,-5-13 0,-3 1 0,-10 12 0,-5-17 0,-3-3 0,-6 4-1540,-10 3 1540,9-9 0,0-1 0,3-2-90,-4 1-270,6-3 90,2-1-179,5-3 449,7-3 0,1-1 0</inkml:trace>
  <inkml:trace contextRef="#ctx0" brushRef="#br0" timeOffset="-213573.73">24877 1408 10051,'-9'-16'-360,"-1"-1"360,-3-1-3277,-3-2 984,-6-1 2383,-3-1 1119,-6-2-1164,14 11 0,0 1 0,-2 0 0,-1-1 0,0 1 0,-1 0 0,-1 0 0,-3 0 15,-2 1 0,-3-1 0,0 1 143,-4-2 1,-2 0-159,4 3 0,-5-1 0,0 1 0,3 1-710,4 1 1,1 2 0,0-1 694,-10 0 0,-2-1 0,3 1 0,8 3 0,2 1 0,-1-1-30,0 1 0,0 1 0,0-1-381,-1 1 1,0 1 0,0 0 380,0 0 0,-1 1 0,1 0 30,-1 1 0,0 0 0,0 1-30,0 1 0,1 0 0,-1 0-218,1 1 0,0 1 0,0 0 218,1 1 0,0 1 0,0 0 119,2 1 1,-1 0 0,1 1-90,1 1 0,0 1 0,1 1-30,-11 6 0,1 2 45,2 2 0,1 2-45,3 0 0,2 2 45,2 0 0,2 3-16,5-1 1,1 4 0,1-2-30,1 3 0,1 0 30,4-3 0,-1 2 0,4-3 323,2 0 0,4 0-323,2 1 0,2 1 0,1-1-30,2 7 0,3-1-87,-1-3 0,1 1 0,1-2 87,6 4 0,1-2 0,3 0 0,1-1 0,2-1 0,2-1 0,2-2 0,1-1 0,2-1 0,1-1 0,1-1 0,2-1 0,0-1 0,2-1 0,-1-1 0,2-2 0,-12-6 0,0-1 0,1 0-17,0-1 1,0-1 0,1 0 16,-1-1 0,1 0 0,1-1 0,-1 0 0,0-1 0,1 0 179,0-1 0,-1 0 0,1-1-179,0 1 0,0-2 0,-1 0 159,1 0 0,0-1 0,0-1-159,10 1 0,1-1 0,1-1 0,1-2 0,-4-1 0,1-1 0,3-1 0,0-1 0,-1-2 0,0-1 45,1 0 0,-1-2-45,0-2 0,-1 0 0,-13 3 0,0-1 0,0-1-266,0 0 1,0-1-1,0 0 266,0-1 0,-1-1 0,1 0-134,-1 0 0,1-1 0,0-1 134,-1 0 0,0-1 0,0 0 0,0-1 0,-1 1 0,1-1 0,-2-1 0,1 0 0,-1-1 0,-1 1 0,0-1 0,0-1 0,-1 0 0,-1 0 0,-1-1 0,0 0 0,-1 0 0,-1-1 0,0 0 0,-2-1 0,0 0 202,5-11 1,-1-3-203,-6 4 0,-2-1 0,-1 0 253,0-4 1,-3-1-254,-2 5 0,-2-2 0,-3 1 0,-4-2 0,-5 1 0,1 10 0,-1-1 0,-2 1 0,-2 1 0,-1-1 0,-2 1 0,-3-2 0,-2 0 0,-5 0 0,2 6 0,-3 0 0,-2-1 0,0 2 0,1 0-27,-3-1 1,1 2 0,-1 0 0,-2 0 26,-1 0 0,-3 0 0,-1 1 0,0 1 0,2 2-142,-2 2 1,2 2-1,-1 2 1,0 0 141,-2-1 0,-1 2 0,0 0 0,0 1-105,-1 0 0,0 1 0,0 1 1,0 1 59,3 0 0,0 0 0,1 1 0,-1 1 0,1 0 0,0 1 0,0 1 0,0 0-68,0 1 1,0 1 0,-1 0-1,1 0-22,-1 1 0,0 1 0,0 0 1,0 0-249,1 1 1,0 0 0,1 0-1,-1 2 90,-2 0 0,0 0 0,1 1 1,1 1 292,-3 0 0,1 1 0,-1 1 0,2 0 0,-1 1 0,-1 0 0,1 1 0,2-1 0,1 0 0,-1 1 0,1-1 0</inkml:trace>
  <inkml:trace contextRef="#ctx0" brushRef="#br0" timeOffset="79085.27">8006 10431 8702,'5'-6'2609,"-1"0"-990,-2 2-990,-2-1-359,-1 1-90,-2-1-90,0 1 0,0 0-90,0 2 90,-1-2 0,1 1 0,0-1 0,0 1-90,-1-1 90,0 0 0,0-2-90,-1 1 90,0 0-1,0-1 1,-1 2-90,1-1 90,0 0 0,-1 0 0,0-1-90,0 1 90,-1-1 0,0 0 0,-1 1-90,0 0 90,-1-1-90,0 1 90,-2 0-90,-2 0 0,0 1 90,-2 0-90,-2 1 0,0 0 0,-2 1 0,-2 0 0,0 1 90,-1 0-553,-4 3 463,0-1-870,-3 2 870,0 0 0,1 2-596,3-1 596,2 1-293,3 0 293,3-1 0,0 2 290,-6 4-200,3-1-180,-7 9 90,3 3 606,5-1-606,2 1 646,9-6-646,-1 9 0,4-4-184,0 7 184,4-7 0,0 1 0,3 3 0,0 1 0,4 4-1056,1-1 966,4 0 90,3 3 0,4-3-90,4 1-2562,3-2 2562,4-3 90,2-2-511,3-3 421,2-2 90,2-4-45,-10-5 0,1-2 45,1-1 0,0-2 0,0 1 0,0-1-322,0-3 1,-2-1 321,-6 0 0,-2-1 0,2-1 0,0 0 126,0 0 1,-1-2-127,20-3 0,-6-3 0,-1-2 1715,-3-1-1715,-3-3 0,0-3 0,-3-1 0,-9 3 0,0-1 0,8-12 0,-10 11 0,-2 0 0,2-11 0,-3 1 0,-3-3 0,-2-1 0,-4-1 0,-3 1 0,-5-3 0,-1 10 0,-3 0 0,1 7 0,-1 0 0,-5-6 0,-1 3 0,-13-7 0,12 18 0,0 0-199,-3 1 0,0 0 199,-1 2 0,-2 0-188,-1 1 0,-1 2 188,-1 0 0,-1 1 0,-1 1 0,0 2 0,-1-1 0,1 2 0,0 0 0,-1 1-180,-11 2 0,1 0-844,9 1 1,2 1 798,-9 1 0,1 1-45,13 0 1,1 1-684,2 0 0,0 1-396,-16 9-286,7 1-524,4 2 2276,9-3 0,1 5 0,2-1 0</inkml:trace>
  <inkml:trace contextRef="#ctx0" brushRef="#br0" timeOffset="80377.27">11699 10327 11131,'-3'-10'539,"0"1"-269,0 4-90,0 0 0,0 1 0,-2-1 90,0-1-90,-2 0 0,0 0-1,-1-2 1,-2 2 0,-1-2 0,-1 1 0,-2-2-90,-1 2 90,-3-2-90,-2 1-583,-4-1 583,0 0 90,-1 0-90,-2 1-732,-1 1 732,0-1 0,-2 0 90,0 1-1029,0 0 939,-2-1 0,0 1 0,-2 0-1090,-3 0 1090,-2 1-45,12 2 0,0 0 0,6 1 0,0 0 0,-11 0 0,1 1-45,-6-1 0,14 2 0,0 1 90,-7 0-90,-1 3-143,2 0 143,0 2 0,0 2 0,2 1 90,0 3-90,1 1 0,-9 9 0,9-2 0,-5 7 0,11-5 0,2 0 0,0 3 0,1-1 0,1 2 0,3 0 0,2 0 343,2 1-343,3 9 0,5-13 0,2 0 0,2 19 0,2-19 0,0 0-89,8 10 89,3-1-273,5 0 183,4-1 0,-4-11 0,1-1 90,-4-5 0,1 0-45,7 4 0,0-2 0,-6-5 0,-1-2 0,3 1 0,0-1 45,0-1 0,0 0-45,2-1 0,0 0 45,0-1 0,0 0 134,12 0 0,1-1-179,-9-2 0,0 0-494,9 0 1,-1-1 538,-10-1 0,-1 0 0,0-1 0,1-1-522,-1-1 0,0 0 522,1-1 0,-1 0 280,0-1 1,0 0-281,0-1 0,-1 0 0,-1 0 0,1 0-256,-1-1 1,-1 0 255,0-2 0,0 0 0,0 0 0,-1-1 0,-1-2 0,0 0 0,-1 0 0,1 0 681,-2-1 1,0-1-682,0 1 0,-1-1 322,0 0 0,-2 0-322,14-14 0,-3 0 90,-5 2-90,-3 0 0,-4 2 90,-3-7 0,-5 6-90,-5-8 90,-6 7-90,-4-2 89,-7-4-89,-6 1 45,8 15 0,-2 0-45,-3-1 0,-2 0-899,-3 1 0,-1 0 899,-4 0 0,-1 0 45,-1 1 0,-3 1 9,1 2 1,-3 1 0,-1 0-85,-3 1 0,-1 1 0,0 0 7,11 2 1,-1 1 0,0 0 0,0 0-530,-10 0 1,0 0-1,4 1 417,-2 2 1,2 1-91,1 1 0,0 0-135,4 2 0,1 0-697,1 2 0,1 0 382,1 2 1,1 0-226,2 1 1,1 0 62,2 2 1,1 0 836,1 0 0,0 1 0,-3 6 0,-1 1 0,-1 1 0,1 0 0</inkml:trace>
  <inkml:trace contextRef="#ctx0" brushRef="#br1" timeOffset="113316.27">17261 11730 24575,'0'0'0</inkml:trace>
  <inkml:trace contextRef="#ctx0" brushRef="#br2" timeOffset="-173674.46">7509 4707 7084,'7'2'2161,"-2"0"-1797,-2 0-113,0 1-262,-2 0 177,0 2-74,-1 0 27,1 1-36,-1 0-20,0 0-49,0 1 16,-1-2 175,1 0-150,0 1 0,-1 0-20,1 0 60,0 1-78,1-1-37,-1 1 18,0-1 78,1 4-96,-1-3 3,1 2-25,-1-3 36,1-1-119,-1 0 106,1 1-91,0-1-15,-1 1 114,1-2 167,0 2-163,-2-16-8,1 2 15,-1-9 0,0 3 0,1 3 0,0-1 0,1 1 0,-1 1 90,1 0-90,0-1 0,1-1 0,-1 1 0,1-3 0,0 1 0,0-1 0,1 0 0,0 0 0,0-1-3277,0 0 3162,0 1-117,0 0 232,-1 0 0,1 1 0,0-7 0,1-1 154,2-6 3,-2 7 3119,1 1-3236,-1 7-19,0 0 346,-1-1-347,0 1 1,1 0-155,-1 0-2,0 1 137,0 0-2,0 0 1,-1 0-2,1 0 2,-1 0-3,-1 0 1,1 1-2,-1-1 0,0 0 2,0-1-3,0 1 2,-1-1-3,1 0 4,-2 1-3,2 0 3,-1-5-1,0 3 1,0-3 1,0 5-1,1-6 4,0 4-2,1-4 3,-1 0-2,0-2-89,1 0 89,0 1 1,-1 6 0,0-1-1,1 1 0,-1-3-1,0 0 0,0-1-1,0-1-15,0 1 0,-1 1-1,1 0 1,0 0 0,0 1 0,0 1 0,0-6 1,0 5 15,0-6 0,0 7-3277,0 1 3162,0-1-508,0 1 692,1-1 5,0-2 0,-1 1-1,1 0 2,1-1 0,-1 0-87,4-12 215,-1 4 11,2-4-10,-2 7 14,-2 7-9,0-1 3048,1 0-3043,-1 1 1033,0 1-1223,1 0 192,-1-6-32,1 1-12,-2-1-112,1 3 99,-2 4-47,0-1-4,0 1-28,0 0-111,-1 0-161,1 0 103,-1 0-1,0 1 23,1-1 10,-1 1 0,-1-1-81,1 1-25,-1 1 26,0-1-41,1 0 41,-2 1-62,1-4 49,-1 3-27,0-2 109,0 4 2,1 2 7,0-2 22,0 1-21,-1 0 27,0 1-62,0 0 43,0 0-23,1 0 43,-1 0 1,0 0-18,1 1 21,-1 0-63,0 0 102,1 0-62,-1-1-48,0 2 53,0-1-18,-1-2-10,0 2-4,0-2 63,1 2-69,-1 0 76,2 2-68,-2-2 37,2 0 27,-2 1-11,1-1 30,-1-2-116,0 2-64,1-1-277,-1 1-1328,1 1 1808,-1 2 0,1 0 0,0 2 0</inkml:trace>
  <inkml:trace contextRef="#ctx0" brushRef="#br0" timeOffset="-172610.46">8039 4839 8342,'7'-4'540,"-2"0"-270,-3 0-180,0-1 90,0 0-90,-1-1 89,0 1-89,0-2 0,0 0 0,-1-2 0,1-1 0,0-2 0,0-2 0,-1-2-90,1-3-467,-2-2 467,1-6 90,-1-2 0,0-5-1362,-1-2 1272,1-2 45,0 17 0,1-1-45,-1 0 0,1-1 0,0-2 0,-1 0 0,1 0 0,0 1 0,0-1 0,0 0 0,0 2 0,1 0 0,-2-1 0,1 0 90,0-18-90,1 20 0,-1-1 0,1-16 0,0-1 0,0 1 0,0 0 0,0 2-90,0-1 90,0 2 0,0-1 0,0 3 0,-1 0 0,1 1-831,0 0 831,-1 1 0,1 2 0,0 3 0,0 2 0,0 2-90,0 1 90,0 1 255,0 1-255,0 0 1185,1-4-1185,-1 7 0,2-5 0,-2 9 0,2-4 0,-2 5 0,2-3 0,-1 5 989,0 1-989,0-1 0,0 3 0,0-1 0,-1 1 231,1 0-231,-1 1 0,0 1 0,0 0 0,0 0 0,1-1 90,-1 2 0,0-2 0,0 2 0,-1-2-90,0-1-360,1 2-90,-2-1-179,0 2-1350,-1-1 1979,-2 1 0,1 0 0,0-1 0</inkml:trace>
  <inkml:trace contextRef="#ctx0" brushRef="#br0" timeOffset="-167369.46">20019 10788 8792,'3'-7'-90,"-2"-1"180,0 4 0,0-5 0,-1 5 90,0-4-90,0 3 90,-1-1-90,1 0 269,-1-2-269,-1 1 90,0-2-90,-1 2 90,0 1-90,-1-2 0,-1 1 0,0 1 0,-2-2 0,0 1 0,-1-2 0,-1 2-90,-1-2 90,-1 1-90,-2 0 90,-1 1 0,-1 1-90,-1 1 0,-1 0 0,-1 2 89,-2 1-89,-14 4 90,5 2-816,8 1 0,-1 1 726,-11 6 0,-3 6 0,3 2 45,9-2 0,0 0-45,8-3 0,-1 0 0,-4 6 0,0 0 0,7-4 0,1-1 0,1 1 0,0 0 0,0 1 0,0 0 45,2 0 0,1 1-135,-9 19 90,4 0 90,4-3-90,2 0 0,3-3 0,2 0-941,4 0 941,2 0 0,1-12 0,1 1 0,4 13-542,-1-13 0,1-1 542,7 11 0,3-5 0,4 2 0,2-7-378,5 1 378,-6-10 0,2 0 0,-5-4 0,0-1 45,8 2 0,0-1-45,-7-4 0,0-2 0,10 0 0,1-1 8,-8 0 0,1-2-8,7 0 0,0-1 0,-9 0 0,-2-1 0,1-1 0,-1-1 163,0 0 0,0-1-118,8-4 0,0-1-45,-8 2 0,0 0-200,7-5 0,-2-1 200,-8 3 0,-2 0 0,0 0 0,-1-1-510,14-15 510,-2-2 0,-5-3 0,-2-3-33,-13 17 1,0 0 32,3-19 0,-4-1 0,-6-2 0,-3 21 0,0-1 0,-3-2 0,-1-1 45,-1 1 0,-1 1-45,-4-4 0,-1 1 0,-2 0 0,-1 1 0,-4-2 0,-1 1 0,-1 1 0,-2 1 45,-1 2 0,-1 0-45,-3 0 0,0 1 0,-1 2 0,-2 1-679,0 0 1,-2 2 723,0 1 0,0 0-90,-2 2 0,1 2 0,2 0 0,0 2-90,0 1 0,-1 1-90,-1 2 0,0 1-360,1 1 1,0 1-91,-6 1 1,-1 1 44,3 1 1,-1 1 545,-1 1 1,-2 1-1,8-2 1,-2 2 0,0-1-1,-1 1 1,0 0 0,0-1-1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21:15.57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6173 5059 5734,'-2'-10'0,"-1"-4"0,2 7 0,-3-12-3277,0 6 2302,-1-2 975,0 4 860,1 5-860,-20-18 0,11 13 0,-18-7 0,-3 1-2269,7 9 2269,0 0 0,-1 1-73,1 5 73,-1 4 0,-5 3 0,0 4 320,5 1 1,1 3 0,-1 2-1,-2 2-135,2 1 0,-2 1 0,0 2 0,-1 2 0,3 1 1,2 0 174,4 0 0,1 1 0,2 1 0,1 0 0,1 1 0,0-2-261,-1 1 0,0 0 0,1 0 0,3 0 0,4 1-68,2 6 1,5 1 0,3-1 0,5-2-9,8-2 1,6-2 0,-1 0 5,-7-2 0,0 0 0,2-1 17,5 1 0,3-1 1,4-4-352,6-4 0,4-4 0,-1-1-6,0 0 1,0-2-145,1 2 1,3 0-1,-2-3 477,-7-5 1,-2-2-1,2-2 201,4-3 0,1-3 0,-2 1 20,-6 3 0,-1 0 0,2-4-183,2-4 0,3-4 0,0-2 0,-2-1 0,-6 1 22,3-8 1,-4-2-111,-2 7 0,3-1 0,-2-1 1,-4 2-677,-3-6 1,-4 0 549,1-1 0,-3-4-194,-3 2 1,-3-4 0,0-1 0,0 3 122,2 4 0,-1 2 0,-5-5 137,-4 3 1,-3-5-1,-4-3 1,-1 0-1,-1 1 1,1 3 0,0 6 87,-1 1 0,-1 5 0,-2-2 0,-2-4 0,-2-4 0,-3 0 0,2 2 0,2 7 0,-2 3 0,-2 5 0,-3-1 0,-4 1 0,-4 4 0,6 5 0,-3 3 0,-2 1 0,-1 1 0,2 0 0,1-1 141,-4-3 1,2 0 0,0 1 0,-4 3-103,9 3 0,-4 1 0,-1 2 0,-1 2 0,1 0 0,1 1 0,2-1 0,4 0 0,-1 3 0,3 0 1,2 0-1,-3 2 0,-4 2 0,1 1 0,-1-1 0,0 0 0,0 0 0</inkml:trace>
  <inkml:trace contextRef="#ctx0" brushRef="#br1" timeOffset="8233">1080 4934 6577,'3'-9'-48,"-1"0"20,-1 5 16,0-3 7,1-7 1,-2 5 1,0-3 1,-8 4-79,1 4 130,-7-2-78,-13 9 55,5 1-515,4-1 1,-2 2 567,-12 7 0,-3 4-1562,3 0 0,0 1 1514,8-6 1,-1 1 0,2 1 36,-7 5 0,3 3-146,6 5 1,3 1 151,6-6 0,1 1-1056,-4 5 0,4-1 959,12 1-63,5-10 239,3-1 0,3 1-223,7 2 1,2-1 702,-5-1 0,1-1-706,13 1 1,0-3-1804,-7-7 1765,14 2 9,-17-6 2278,13-2-2047,-11-5 0,1 0 172,11-2-147,-12-4 1,-3-2 263,-12 1 705,3-9-1040,-14 1 1,-2-1-58,-3-4 1567,1 2 0,-4-1-1683,-4 2 0,-2 1 0,1 2-209,-5-8 193,4 6 1,-4-2-1,5 5-469,6 8 113,-7-3 470,13 14 1,1 3 0,2 2-1</inkml:trace>
  <inkml:trace contextRef="#ctx0" brushRef="#br0" timeOffset="8568">1303 5079 5798,'3'-8'26,"-1"2"-26,1-1 0,-1 3 90,3-6 0,11-3-90,-4 4 45,20-2 0,2 2-45,-9 4 0,0 1 0,4 0 0,-7 2 0,-8 2 0,9 1 0,-22 0 0</inkml:trace>
  <inkml:trace contextRef="#ctx0" brushRef="#br0" timeOffset="8783">1377 5168 5824,'10'4'0,"9"-2"90,1-3-90,9-2 0,1 0 0,-1-1 0,-1 0 0,-2-1 0,-9 0 0</inkml:trace>
  <inkml:trace contextRef="#ctx0" brushRef="#br0" timeOffset="9215">1833 5047 5779,'-4'-8'45,"0"0"45,5 1 0,2 1-90,8-7 90,18-7-1,-6 4-89,6-3 0,-17 4 0,-1-1 45,0-8 0,-1-1-45,1 3 0,0 0-1280,-3-3 1,-1 3 1279,-4 7 0,0 5 0,-5 17-90,-1 0 120,-4 18 0,-3 12 0,2-5-30,2-10 0,0 0-124,-2 8 1,-1 4 0,2-1 78,2 6 0,2-4-1166,2-15 0,1-1 1211,-2 15 0,2 1-265,5-13 0,1-4 265,-2 0 0,5 12 0,-9-26 0</inkml:trace>
  <inkml:trace contextRef="#ctx0" brushRef="#br0" timeOffset="9466">1677 5386 5824,'-3'7'90,"2"-2"-90,7-2 0,2-1 0,27-2 0,-5-1 0,0-2-1639,-2 2 1,-1-1 1531,3-1 0,-1-1-460,6-6 0,-11 2 0,9-5 0</inkml:trace>
  <inkml:trace contextRef="#ctx0" brushRef="#br0" timeOffset="9716">2277 5311 5914,'-1'4'180,"0"-1"-180,-6 14-3237,1-4 3237,-3 3 472,-3 9 1,-1 2-473,0-2-274,0 1 0,2-2 0,4-7 0,0 0 0</inkml:trace>
  <inkml:trace contextRef="#ctx0" brushRef="#br0" timeOffset="10266">2549 4852 5815,'17'-29'9,"-7"13"-1950,2-3 2031,-7 13 512,4-3-512,13-2-90,-6 3 203,10 4 1,0 2-204,-8 4 0,10 6 0,-4 7-1482,-19 7 1,-4 3 1481,6-2 0,-2 1 341,-9 4 0,-6 2-341,-6 0 0,-5 2 0,3-3 0,6-8 0,0 0 0,-3 5 0,-4 5 0,2 0 0,5-6 0,4 7-940,1-8 0,2-3 940,10-2 0,3-11 0,8-1 0,3-1 0,1-1 0,3-4 0,8-1 0,-6-2-90,5-2-321,-2-1 1,-2 0 410,-10 1 0,-5 0 68,-2 1 1,-2 0 0,-2 1 0</inkml:trace>
  <inkml:trace contextRef="#ctx0" brushRef="#br0" timeOffset="10516">3039 5321 5809,'5'-5'105,"2"5"-105,-4 1 0,-4 24-3277,-8 6 2789,4-12 1,0 0 487,-8 14 770,4-13-770,1-2 0,-1-1 0,-4 6 0,3-5 0,0 0 0</inkml:trace>
  <inkml:trace contextRef="#ctx0" brushRef="#br0" timeOffset="11251">3283 4717 5734,'5'-8'8,"2"0"6,-4 3 6,2 0 19,3 0 10,8-1 1,6 0-20,3 1 0,4 1 0,-2 0-1669,3-2 1,1 0 1599,-4 3 1,1 1 0,-5 0-230,-2 2 268,16 3-1075,-19 1 0,0 1 1075,15 3 0,-10 6 45,-32 13 0,-10 3-45,3-2 542,3-8 1,-1 2 0,-1 0-543,-4 0 0,2-1-879,5-3 1,1-1 878,-3 2 0,1 0 0,6 2 2086,32-3-2086,-11-10 0,19 8 0,-14-9 0,-1 0 0,-2 4 0,-1 2-640,3-2 1,-2 1 639,2 15 829,-25-3 1,-9 5 0,1-4-830,6-8 0,-2 1 0,-6 7 0,-6 6 0,-1 0 0,4-7-1274,1-7 1,1-1 1273,-9 7 0,3-2 0,4-5-90,13-11 90,-4 2 0,4-3 0,-2 1 0</inkml:trace>
  <inkml:trace contextRef="#ctx0" brushRef="#br0" timeOffset="11833">1326 5792 5824,'-13'-7'0,"2"2"0,1-1 0,4 2 180,-5-9-91,33 1 1,13 0-45,-6 1 0,2 1-865,-6 3 1,2 0 0,2 1 0,2 1 814,-2 1 1,0 1 0,3 1 0,1-1 0,1 1 0,2 0 13,-6 1 0,2 0 0,2-1 0,1 1 0,1 0 0,0 0 0,-1 0 0,0 0 0,0 0 0,-3 0-220,6-1 1,-3 1 0,-1-1 0,0 0-1,2 1 1,3-1 0,3 1 215,-12 0 0,3 0 0,2 0 1,2 0-1,1 0 0,2 0 1,0 0-1,1 1 0,0-1 1,0 0-1,-1 0 0,-1 0 1,-1 1-1,-1-1 0,-3 0 1,-2 1-1,-2-1-245,9 0 0,-4 0 0,-3 1 0,-1-1 0,1 0 0,2 0 1,3 1 239,-6-1 0,2 0 0,2 0 0,2 0 0,1 0 0,1 1 0,0-1 0,0 0 0,-1 0 0,-1 0 0,-2 0 0,-1 0 0,-3 0 0,-4 1 3,13-2 1,-4 1 0,-4 0-1,0 0 1,0 0-9,6 0 1,1-1-1,-3 1 1,-6-1 4,-2 1 0,-7-1 0,-11 0 0,-27 12 0,7-4 0,-23 10 0</inkml:trace>
  <inkml:trace contextRef="#ctx0" brushRef="#br1" timeOffset="14282">8932 5626 16879,'5'-5'1589,"1"1"-794,-1 4-1020,0 0-207,1 2-458,-2 1-226,0 0 142,-1 5-244,2 5-349,-1-1-108,1 2 326,-2-5 150,4 1 376,10-5 1202,-3-1 97,15-11 1,6-8 57,-11 3 0,0-3 0,2 0 0,3-1 1,2-1-1,-1 0-1037,-5 2 1,-1 0 0,-3 2 1270,-3 0 0,-2 2 829,12 0-1229,-16 7 1,12-3 0,-18 8-1</inkml:trace>
  <inkml:trace contextRef="#ctx0" brushRef="#br0" timeOffset="15534">13176 5624 5807,'-2'9'11,"0"0"-6,6 6-4,-3-6-1,14 11 0,-6-15 0,25-4 0,-12-10 0,1-4-1639,-4 4 1,0-1 1580,5-5 1,-2 1 57,0-2-1135,7-3 1,2-1 1134,-15 9 0,1 1 0,12-9 0,3-1 0,1 3 0,-2 2 0,-1 2 0,2-1 0,0 2 0,-10 9 0,6 0 0</inkml:trace>
  <inkml:trace contextRef="#ctx0" brushRef="#br0" timeOffset="16699">17444 5659 5734,'-2'-7'11,"1"1"31,1 1-5,0 0-37,-2 7 0,-1 2 0,1 4 0,0 5 0,2-6 0,0 3 0,15-6 0,-5-5-1093,15-10 1,10-6 0,-5 0 1034,-12 7 1,1-2-397,5-3 0,7-5 1,3-2-1,-3 1 0,-6 4 454,-3 3 0,-1-1-33,3-1 0,6-4 1,1-2-1,-1 3 1,-6 3 32,-3 3 0,-1 1 0,8-5 0,3-2 0,-5 3 0,3-1 0</inkml:trace>
  <inkml:trace contextRef="#ctx0" brushRef="#br0" timeOffset="19715">5786 2616 5734,'7'-6'0,"12"0"-3277,-2 5 893,6 0 2384,4 1 197,0-1 1,8-1 0,3 0 0,-4 0-196,-6 0 1,-2 1 0,3-1-178,2 0 1,5-1-1,1 1 1,-2 0 0,-3-1 174,-2 1 0,-3-1 0,2 0 0,2 0 0,3 0 0,2 0 0,6 0 0,-13 1 0,4 0 0,3 0 0,1-1 0,2 1 0,0 0 0,0-1 0,-1 1 0,0 0 0,-3-1 0,3 1 0,-2 0 0,-1 0 0,0 0 0,0 0 0,1-1 0,0 1 0,2 0 0,-4 0 0,0 0 0,2 1 0,1-1 0,0 0 0,0 0 0,-1 0 0,0 0 0,0 0 0,-2 1 0,-2-1 0,7 1 0,-3-1 0,-1 1 0,0 0 0,0 0 0,1 0 0,3 0 0,-6 0 0,3 1 0,0-1 0,2 1 0,1 0 0,-1 0 0,0-1 0,0 1 0,-2 0 0,-1 0 0,-2 0 0,4-1 0,-3 1 0,-2 0 0,0-1 0,1 1 0,0 0 0,3-1 0,-3 1 0,2 0 0,3 0 0,0 0 0,0 0 0,0 0 0,-2 0 0,-2 0 0,-2 0 0,-5 0 0,8 0 0,-6 1 0,-1-1 0,-1 0 0,6 1 0,0 0 0,-1-1 0,4 0 0,-1 1 0,-2-1 0,-2 0 0,-4 0 0,8-2 0,-20 0 0,4-1 433,-4 0-433,-9 3 567,-1 2 0,-9 3 0,-5 3 1</inkml:trace>
  <inkml:trace contextRef="#ctx0" brushRef="#br1" timeOffset="26698">8968 6895 10399,'0'-8'-801,"1"-2"589,-1 5-210,-2-8 73,0 8 64,-5-9-2,3 10 71,-2-2-297,-14-5 412,2 4 1,-2 0-1539,-3-1 1,0-1 1737,0 2 1,1 1 80,1 0 1,-1 1-1084,-10-1 1,-1 1 1173,13 1 1,-1 0-531,-8 0 0,-4 0 0,6 0 859,0 2-351,2 0 0,-4 0-244,-4 1 1,1 1-1,4-1 0,0 1-21,-6-1 0,0 1-26,11 1 1,-1-1 19,-1 2 1,-2 0-1,2 0 70,2-1 1,-2 1 294,-4 2 1,-6 0-1,1 0 1,5 0-290,6 0 0,2 1-145,-15 1 1,0 2 265,16-2 1,2 1 66,-3 3 0,1 1 14,3-3 0,0 1-10,-1 1 0,-1 2-29,-8 11 0,3 0 127,0-1-155,-2 3 0,1 4-134,16-4 1,3 0-670,3 0 0,1 0 412,-2 5 1,2 0-146,5-2 0,4-1 195,2 3 0,3 0-184,-3-7 1,1 1 0,3 2 433,5 2 0,3 3 0,1-1 0,0-2-463,-1-2 1,0-2 0,2-1-281,-3-2 1,2 1 0,-1-2 0,0-3 342,4-2 0,0-2 160,2 1 1,4 0 141,-1-3 0,5 0 0,1 0 0,-3 0 0,-4-1 0,-2-1 0,5 1 0,-5-4 0,4 1 0,3 0 0,1 0 0,0-1 0,-2 0 0,-3-2 0,5-2 0,-3-1 0,-1 0 0,2 0 0,3 1 0,1 1 0,0-1 0,1-1 0,-7-2 0,0 0 0,1-2 0,-1 0 0,1-2 0,-1-2 0,0-1 0,1-1 0,-1-1 0,0-1 0,3-1 0,0-1 0,0-1 0,-1 1 0,0-1 0,-2 2 0,0 0 0,0 0 0,-2-1 0,-2-2 0,-1-4 0,-1-2 0,-4-1 0,-3 2 373,-4 0 1,-3-1-352,-2-3 1,0-4 0,-2-1-1,-4-1-20,-8 0 1,-4-1-1,-3 1 1,2-1-1,2 1 0,1 0 0,-1 1 0,-3 1-216,-3 0 0,-2 0 0,-1 3 1,1 3 213,-5 0 0,1 3 0,-1-1 0,-1 1 0,-1 0 0,-2-1 0,0 2 0,-3-1 0,2 2 0,-1-1 0,-2 1 0,1 3 0,-5 0 0,0 1 0,3 2 0,3 4 0,2 3 0,-1-2 100,-7-2 1,-1-1 0,1 2-5,5 5 1,2 3 0,-2 1 92,-4 4 0,-1 3 1,2-1-111,0-1 1,0 1 0,1 1 0,-1 2 0,5 0-1,1 4 1</inkml:trace>
  <inkml:trace contextRef="#ctx0" brushRef="#br0" timeOffset="28083">13382 6828 3622,'-14'-3'0,"-1"1"995,-5-2-995,-1-1 0,-3 0 0,-8-2 0,7 2 0,-5-1 0,5 0-422,-9-1 422,0 1 0,-2-1 0,14 3 0,-1 0 3,-8 0 1,-6 0 0,-1 0-4,5 2 1,-2 0 0,0 1 0,1-1-662,3 0 1,1 0 0,1 1 0,-1 0 660,0 0 0,1 0 0,-1 1 0,-1 2 2,-5 3 0,-1 3 0,1 1 1,4-1-792,-1 0 1,0 2 788,2-2 0,-4 1 0,0 2 0,4 3 0,3 5 0,3 2 0,2 2 0,1-1 0,2 2 0,-1 0 0,-4 2 0,-1 1 0,3-1 0,6-3 0,2 0 0,3-2 47,2-3 1,2 1-45,-1 5 1,1 4 0,1 3-1,5-2 4,7 1 0,6 0 0,2 0 0,-2 1-7,-3 2 1,-1 1 0,1-1 0,4-2-1,5-4 0,2-2 0,3-3 0,2-3 0,3-5 0,1-3 0,3-4 0,1 1-28,2-2 0,3-2 0,1 0 0,-1-1 0,-2 1 28,0 1 0,-1 0 0,0 1 0,1-2 0,-1-1 0,1-1 0,0 0 0,1-1 0,-1-1 0,-1-2 0,1-2 0,-1 0 0,-1-1 0,-3 1 0,1-1 0,-3 1 0,3-1 0,-2 0 0,4 1 0,1-1 0,-1-2 0,-1-1 0,-3-1 0,0-1 0,-1-1 0,-1-1 0,1-2 0,1-2 0,-1-2 0,0 0 0,1-1 0,-1 1 0,1 3 0,0 1 0,-1 0 0,1-2 0,-2-3 0,-3-2 0,0-4 0,0-2 0,0 0 0,-3 0 0,-3 3 0,-3 3 0,1-6 0,-3 1 0,1 0 0,3-4 0,-2-1 0,-8 1 0,-12-3 0,-8 1 0,-6 0 0,1 9 0,-5 0 0,-2 0 0,0 1 0,2-1 0,-1-6 0,1-1 0,0 1 0,-3 2 0,1 5 0,-2 1 0,-2 2 0,-3 1 0,-1 3 0,3 5 0,-2 1 0,-3 3 0,-1 0 0,0 1 0,2 1 0,1 0 0,4 1 0,-7-2 0,6 1 0,-2 2 0,-3-1 0,4 0 0,-4-1 0,-3 1 0,-1 0 0,1 0 0,1 1 0,4 2 0,4 1 0,-6 4 0,5 2 0,-2 2 0,3 0 0,-2 1 0,-2 0 0,1 2 0,1-2 0,2 1 0,1-1 0,0 1 0,0 0 0,-2 0 0,-2 2 0,0 0 0,-1 0 0,1 0 0,0-1 0,0 1 0</inkml:trace>
  <inkml:trace contextRef="#ctx0" brushRef="#br1" timeOffset="33049">4083 11869 14357,'-3'-8'-2384,"1"0"1556,1 4 508,2-2 780,1 1 271,1 0 20,3-2 127,3-1-149,-1 1 635,9-3-103,10-1-3652,3-1 2689,-12 6 1,0-1 37,10-3-291,-11 4 0,2 0-127,4-2 0,4-1 0,-3 1-91,-1 0 1,0 1-1091,13-5 1,-5 3 976,-15 4 196,1 0-258,5-1 65,-8 2-115,2-1 878,-12 6 1,-1-2 0,-1 2 0</inkml:trace>
  <inkml:trace contextRef="#ctx0" brushRef="#br0" timeOffset="37385">2082 4990 5734,'6'-4'0,"0"-1"0,-4 1 0,0-3 0,-12 12 0,-10 17 0,2-2 0,0 10 0,3 0-3277,6-10 3219,1 1 1,1-1 57,5-1 0,5 4 0,2-2 0,4-3 0,5-12 0,10-10 0,-6 2 2210,6-8-2210,-16 3 0,2-6 0,-4-6 0,0-3 0,-2 2 0,-1-1-1266,1-4 0,-2 1 1266,-5-9 0,-1 17 0,-10-14-1593,6 16 1593,-8-8 0,1 23 0,-5 15 0,4-4 0,-2 14 0,13-9 0</inkml:trace>
  <inkml:trace contextRef="#ctx0" brushRef="#br0" timeOffset="38284">2861 4974 5734,'1'-9'0,"1"-3"0,-1 5 0,0-3 0,-6 11 0,-7 21 0,3 0 0,0 3 0,1-6 0,2 2 0,1 13 0,4-1-1639,7-11 1,2-2 1580,-4-1 1,3 0 57,8 2 0,4-7 0,15-18 0,1-1 0,-14-11 0,-4-9 0,-8-8 0,-4-4 0,-2 1 0,-2 0-796,-1 1 1,-3 2 795,-4 9 0,-3 5 0,-17 1 0,10 8 2604,-10 3-2604,12 20 0,7-5 0,-6 13 0,8-6 0</inkml:trace>
  <inkml:trace contextRef="#ctx0" brushRef="#br0" timeOffset="39150">3805 4916 5734,'-2'-7'0,"-1"-3"0,1 4 0,0-2 0,1 2 0,-1-2 0,0 3 3,-4 5 11,-5 29-12,3-9-1371,2 0 0,1 0 1369,4 0 3,3 15-23,5-3 1,4 2 22,0-4 0,2 1-2,-1 0 1,2-2-1,0-11 0,1-5 2,12-4-2467,-2-5 2466,2-4-4,-11-7-425,4-23 427,-11 9-14,-4-8 1,-2-7 0,-3 1 11,-4 9 0,-2 3 0,-1-2-17,2-7 0,0-1 1,-2 3 18,-7-6 0,-4 5 612,-2 9 1,-2 4-613,8 5 0,-2 2 627,-3-2 0,0 5-627,3 12 0,5 3-63,-1 3 0,-1 4 1,0 3-1</inkml:trace>
  <inkml:trace contextRef="#ctx0" brushRef="#br0" timeOffset="42050">6947 12048 5734,'10'-3'90,"0"0"0,-3 2 0,-1-1 0,-1 1-1,-2 11-89,-3 13 0,1-1 90,-3 7-90,1-1 0,0 0 0,0-2-30,1-2 0,-1 5 0,1-4-149,2 3 89,0 5 90,-1-16 0,0-12 0,-1-3 0,0 0 0</inkml:trace>
  <inkml:trace contextRef="#ctx0" brushRef="#br0" timeOffset="42550">7201 12132 5824,'6'-5'359,"-1"0"-359,-6 10 90,0-1-90,-3 7 0,0-2 0,-4 22 0,5-13 0,1 2-1200,-2-1 0,2-1 1200,2 17-90,16-4 90,17-23-1344,-15-2 1,1-3 1343,0-9 0,-2-4 0,-3-6 0,-4-5-548,-6-11 0,-3-1 548,1 12 0,-1-1 155,-2-10 0,-5 1-155,-4 11 0,-2 3-90,-2 0 90,-9-7-90,13 24 0,0 5 90,0 7 0,1 2 0,2 6 0</inkml:trace>
  <inkml:trace contextRef="#ctx0" brushRef="#br0" timeOffset="43033">7578 12165 5824,'-1'-6'0,"-1"-1"90,0 4 0,-3-2-90,1 3 0,-4 0 90,-12 18-90,8-5 0,-8 12 89,7 7-178,5 3 89,-2 0 0,8-7-90,15-3 90,11-19 0,3-1-843,-2-17 843,-10-15 0,-13 7 0,-2-1 0,0 2 0,-2 0 0,-5-3 0,-2-1 0,0 3 0,-9-7-138,5 11 0,-2 5 5,-2 15 133,4 6 0,-4 4 0,5 4 0</inkml:trace>
  <inkml:trace contextRef="#ctx0" brushRef="#br0" timeOffset="45516">11729 12216 5734,'3'-7'75,"0"0"-60,-2 4 75,1-2 0,1-1-90,-1 1 179,0 0-179,-13 18 0,-1 5 0,-1 2-1639,2-3 1,0 0 1580,-3 6 1,-1 2 12,-1 4 1,2-1 44,0-2-915,0 0 0,2-2 915,9-15-89,0 4 89,4-3 0,-1 0 2486,17-11-2486,-10-1-90,25-10 90,-8 5 0,1-2 2735,-2 3-2735,12-1 0,-18 3-45,7-1 0,0-2-3232,-7-1 3162,4-1 115,-11 2 0,-7 3 0,5-5 90,-2 2-90,2 7 0,-5 2 0,-3 10 0,0-3 0,-2 11 0,1 4 0,0-1 0,0 0 0,0 2 0,0 0-90,0 11 90,1-23 0,0-6 0,0 2 0,0-7 0</inkml:trace>
  <inkml:trace contextRef="#ctx0" brushRef="#br0" timeOffset="45967">12084 12319 5776,'-3'-11'138,"0"4"-138,-5 10 0,3 5 0,-2 7-484,3-1 484,0 4-1554,2 1 0,-1 1 1554,0 5-2262,-1 12 2262,3-26 0,2 1-60,5 6 195,14-9-149,-3-3 2274,5-13-2263,-9-14 3,-7 6 1638,-2-14 0,-6-4-1553,-7 9 0,-1 0-1724,3-5 1,-1 2 1580,-4 9 1,-1 6 57,4 10-17,1 5 17,2 11 0,1-1 0,3 9 0</inkml:trace>
  <inkml:trace contextRef="#ctx0" brushRef="#br0" timeOffset="46465">12275 12363 5734,'-5'-5'45,"0"1"-15,-4 14-15,1 8-2043,0 1 2028,3 2 466,6 17-466,2-18 0,1 16 0,4-20 0,4-6 0,-2-2 0,4-5 0,9-24 0,-12 9 0,11-16 0,-19 10 0,-2-1 0,-4-2 0,-1 0-870,3-1 0,-1 2 870,-10-14-90,-8 16 90,11 11-31,-9-4 31,9 18 0,4 0 0,-2 4 0</inkml:trace>
  <inkml:trace contextRef="#ctx0" brushRef="#br0" timeOffset="47849">16267 12188 5734,'-3'-9'90,"-4"-2"-90,3 6 90,-18-8-90,8 8 0,-9-3 90,-1 7-90,-4 10-2348,3-1 2348,0 6 0,10 19-89,10-17 89,-3 18 0,12-25 0,10 5 0,14-5 0,-1-3 0,-3-14 0,0-6 0,-10-1 0,-1-1-523,1 0 1,-1 0 522,-2-7 0,-9 19-2167,-1 20 2167,-1-5 0,-2 16 0,-5 7 0,-3 2 0,5-16 0,0 1 0,-4 10 0,-1 4 0,0-4-178,1-8 1,1-2 177,0 0 0,0-2 0,-3 1 355,-7-10-355,8-8 2074,-25-9-2074,20-8 0,-6-4-135,14 4 0,5 1 0,2-1 1</inkml:trace>
  <inkml:trace contextRef="#ctx0" brushRef="#br0" timeOffset="48349">16400 12285 5815,'-3'-7'189,"-2"-2"-10,-17 9-179,5 3-1876,-9 3 1876,13 3 90,-1 4-2570,-7 14 2480,5-6 0,-1 9 0,12-11 0,2 0 0,2 3 0,2 0 0,4-1 0,18-9 0,-6-3 0,5-19 0,-2-6 0,-9 0 379,2-2 0,-2-2-379,-8-17-90,-5 1 90,0-1 3276,-3 12-3622,-4 18 323,4 4 23,-4 4 0,7 5 0,0 1 0</inkml:trace>
  <inkml:trace contextRef="#ctx0" brushRef="#br0" timeOffset="48799">16555 12338 5824,'3'-8'359,"-2"1"-269,-5 6-90,-3 1 90,-4 7-45,-4 10 0,0 5-90,4 2 0,2 2 0,-4 0 0,2 0-1049,7-3 1,4-4 1093,5-5-90,6-2 90,1-4-799,3 0 709,-2-7 90,2-4 0,0-9 0,0-4 0,4 0 0,-9-7 0,0-7 0,-4 5 0,-5-1-347,-1-4 0,-2 2 347,-6 15 90,-10-6-2353,-10 7 2173,5 1 0,-4 8 75,5 12 0,7-1 0,-8 7 0</inkml:trace>
  <inkml:trace contextRef="#ctx0" brushRef="#br1" timeOffset="56782">8546 12531 6315,'2'-6'29,"-3"12"-52,1-4 2,-2 10 216,3-8-166,1 1-54,1-2-63,0 1 102,1-2 79,-2-4 190,-2-2-199,0-2-42,-5 0-151,-2 1 73,-3 5 218,2 1 50,2 8-1,7 6-430,3-3 155,0 0-29,2-6 78,-4-8 321,0 0-160,-5-11-288,2 7-70,-7-7 79,5 12 21,-5-1 158,5 9 213,0-2-371,5 6-138,1-7 147,2 1-21,-1-4 241,3-4 60,-2-2 1,-2-6-236,-2 2-60,-4 0 96,1 3-53,-1 3 43,0 8 78,7 0-360,-3 3 73,13-7 154,-9-10 180,1 3-93,-7-3 0,-1 7 1,1 1-1</inkml:trace>
  <inkml:trace contextRef="#ctx0" brushRef="#br0" timeOffset="58532">12801 12951 5914,'-2'6'0,"1"1"0,1 0 0,2-1 0,1 2 0,2-3 0,2-3 0,6-8-3277,-6-1 3252,2-3 25,-6 4 0,-1 2 0,-3-5 0,-6 7 0,1-3 0,-2 7 0,4 4 3276,4 4-3160,8-1-116,-1-2 0,7-6 0,-8-6 0,0 0 0,-3-3 0,-5 4-90,-2 2 180,1 4-90,3-4 0,0 0 0,-5-9 0,-1 8 0,-10 2 0,9 5 0,3 2 0,9-3 0,8-1 0</inkml:trace>
  <inkml:trace contextRef="#ctx0" brushRef="#br0" timeOffset="60399">17102 12669 5914,'-5'-2'269,"1"1"-179,-2 4-90,-1 8 0,4-6 0,-4 6 0,6-2-90,3 1 90,0-1 0,3-2 0,10-4 0,-8-3 90,17-7-90,-19 3 0,9-11 0,-12 10 0,-1-5-90,-2 7 90,-11 0 0,3 9 0,-2-2 0,4 4 0,10-1 0,1-4 90,7-1-90,-4-5 0,2-2-90,-5-1 270,-5 7-180,-3-4 0,-6 1-449,-2-4 274,0 1 175,2 5 0,4 2 0,2 1 0</inkml:trace>
  <inkml:trace contextRef="#ctx0" brushRef="#br0" timeOffset="110964">8484 3291 5745,'-7'3'11,"1"1"-11,3-2 0,0 0 0,0 2 0,2 0 0,3 1 0,0-1 11,3-1 1,-1-5-4,-1-1 23,-3-4-25,-1 1-6,-1 0 0,3 14 0,0-5 0,3 11 0,-1-11 0,2-3 0,-3-2 0,-1-4 0,-3 1 0,0 2 0,2 1 0</inkml:trace>
  <inkml:trace contextRef="#ctx0" brushRef="#br0" timeOffset="111664">8419 3150 5734,'-8'0'0,"-5"2"0,5 1 0,-10 10-3277,7 1 2302,-2 2 975,6-1 860,6 17-860,7-10 0,1 1 0,-4-1 0,2 0 0,6 0 0,4 1 0,0-5-2269,14 6 2269,-11-7 0,0-3 0,6-3 1134,-5-9 1,2-4-1130,2-4 1,1-1-1139,0 3 0,-1-1 1136,-1-4 0,-4-2 19,3-14-137,-8-8 115,1 0 0,-14 10 0,-2 2 0,-4-1 0,-1 3 0,-2-2 0,-10-5 0,0 1 0,7 8 0,0 1 0,-7-6 0,-2 4 0,-10 8 0,12 12 0,-1 0 0,-16-1 0,17 6 0,2 2 0,4 1 0,-4 8 0,4 1 0,-2 4 0</inkml:trace>
  <inkml:trace contextRef="#ctx0" brushRef="#br0" timeOffset="113164">12865 3128 5734,'-8'-1'3,"-1"-1"33,1 2 14,-8 2-49,5-1-1,-4 2 0,-1 3 0,0 4 0,-2 0 0,-6 5 0,0 4 0,2 5 0,13-3 0,3 1 0,-2 2 0,2 0-785,4-1 1,3 0 695,14 11 89,7-10 0,3-1 0,-12-9 0,2-1 0,7 2 0,5 0 0,0-5 0,9-10 0,-1-6 0,-1 5 0,-1-2-1020,4-4 0,-4-2 1020,-2-6 0,-13 2 0,0-8 0,-2-4-661,-8 5 1,-1 0 660,6-7 0,-3 1 0,-11-10 0,-5 16 0,-9-7 0,-6 0 0,2 9 0,-2 1 0,-3-9 0,-2 3 813,6 11 1,0 4-814,-7 1 0,-1 3-1142,7 3 1,0 1 1125,-8-3 1,3 2-27,-5 5 2311,16 1-2269,-4 1 0,1 3 0,-3 1 0</inkml:trace>
  <inkml:trace contextRef="#ctx0" brushRef="#br0" timeOffset="113952">12793 3298 5734,'7'1'0,"1"1"0,-1 0 0,-2 0 0,1 1 0,-1 0 0,0-1 0,1 1 0,3-7 0,-3 1 0,3-5 0,-4 0 0,-2 2 36,0-2-33,-5 10-23,5 2 9,-2 3 6,4-8 5,-2-3 0,-3-4 0,-1 3 0,-7-4 0,1 5 0,-5-1 0,5 6 0,-7 6 0,7-2 0,-3 3 0,7-2 0,3-1 0</inkml:trace>
  <inkml:trace contextRef="#ctx0" brushRef="#br0" timeOffset="115765">17252 3266 5734,'0'7'0,"0"-2"0,-4 0 0,-1 1 0,2 0 42,-1 1-28,9-8 0,-3 1 6,3-4-20,-4 0 0,-1 10 0,1-6 0,5 6 0,-1-7 90,3-4-90,-9 1 0,0 0 0,-5 1 0,-4 3 0,-1 4 0,5 0 0,4 3 0</inkml:trace>
  <inkml:trace contextRef="#ctx0" brushRef="#br0" timeOffset="116364">17180 3144 5734,'-3'-6'90,"-4"-2"-90,3 4 0,-3-1 90,2 3-90,-1 1 90,-4 2 0,-11 8-1316,4-2 1226,-7 7 190,6 8 1,2 2-191,1-1 0,-1 4 0,2 2 0,16 7-45,7-10 1,4 2 44,-1-5 0,5-1-1058,8-2 0,5-1 1,-2-4 1057,-8-5 0,1-3 156,5-4 0,5-1 0,1-3 1,-7-2-157,-5-4 0,-1-2-1135,15-2 1,-2-3 1134,-8-10 0,-5-5 0,-9 5 0,1-6 0,-4-1 0,-5-1 0,-4 0 0,1 0 0,4 0 0,2 0 0,-7 2 756,-7 3 0,-5 2 1,-3 7-757,-9 9 0,-2 6-1135,5-1 1,0 0 1089,-6 4 0,0 1 2224,-8 6-2179,15-1 0,-3 2 0,0 0 0,-7 2 0,-1 2 0,1-1 0,1 1 0,-1-1 0</inkml:trace>
  <inkml:trace contextRef="#ctx0" brushRef="#br0" timeOffset="125949">12921 12767 5734,'-3'-6'0,"-2"-1"0,1 3 0,-4-2 0,3 3 0,-4-2 0,-11 3 5,7 1 1,-10 0 5,1 6-1034,7-1 1026,-2 1 0,-3 4-2,0 4 0,-1 4 0,1 4 1,2 6 0,1 4 0,2 0-1,-3 1 0,1 1 0,4 0-1018,5-3 1,4 1 0,3-4 1017,6-2 1,4-4-2,5-1 1,13 2 1,8-3-2,-7-13 1,3-4 0,-1 2-1,-1 5 0,-1 1 0,0-3-527,2-7 1,-1-3 0,-4-2 526,4-3 3,-5 0 0,3-4 4,-5-1 1,0-3 0,-2-4-7,-3-5 0,-3-4 0,-3-1-1,-3-3 0,-3-1 0,-5 2 0,-4 3 0,-4 1 0,-4 2 0,-5 0 0,-5 2 0,-2 3-55,-7 3 1,-3 3 0,2 1 54,8 2 0,2 1 0,-2 1 41,-7-3 1,-2 2-1,-1 5-41,6 8 0,-2 4 0,2 2 0,2 1 0,-6 2 0,0 3 0,2-1 0,0 0 0,0-1 0,0 1 0</inkml:trace>
  <inkml:trace contextRef="#ctx0" brushRef="#br0" timeOffset="128365">8675 12336 5734,'-3'-8'70,"1"2"-50,-1 1 70,0 1-90,-3 0 0,-4 1 90,-15-4-90,7 3 0,-11 1 0,-3 3 0,-4 6-1593,8-2 0,1 2 1593,-7 8 0,18-5 0,-1 2-1169,-9 10 1,0 1 1168,8-7 0,0 1 0,-6 4 0,2 4 0,8 0 0,2 3 0,2-3 0,2-8 0,1 2 0,1 8 0,1 8 0,1-1 0,3-8 0,9 6 0,7-4 0,6 4 0,2-7-69,4-12 0,2-4 69,3 7 0,0-2 1134,-5-9 1,1-5-1105,0-4 0,2-2 0,-4 0-30,-6 2 0,1-2 0,6-4 0,6-3 0,0-2 0,-7 0 0,-4-6 0,-4-1-757,1 4 1,0 1 0,-2-1 756,-4-5 0,-3 2 0,-3-5-25,-7-1 1,-4-6 0,1 3 24,0 9 0,-2 0 22,-8-7 1,-5-6-1,-2 1 1,0 9-23,-5 9 0,-1 5 0,0-4 0,-3-2 0,3 7 0,0 7 0,0 5 0,-1 1 0,-3 5-46,-2 7 0,-3 4 0,2-1 46,3-4 0,0 1 0,2 4 0,-2 2 0,9-2 0,8 2 0</inkml:trace>
  <inkml:trace contextRef="#ctx0" brushRef="#br0" timeOffset="130115">17313 12625 5793,'-2'-9'121,"-1"1"-121,1-1 0,-1 3 180,-7-5-180,5 7 0,-6-7 89,-5 2-89,-1 3 0,-1 1 0,-11-5 0,5 4 0,1 3 0,-5 2 0,0 1 45,1 3 0,-2 3-45,3 2 0,-1 2 0,3-1 0,-2 1 0,1 4 0,-1 9 0,0 3 0,3 0 0,1 0 0,3 2-298,5-5 0,2 1 0,2 0 298,6 2 0,4 0-1548,8 10 0,2-1 1548,-6-9 0,3 0-23,9-5 0,6 2 1,2-2-1,-3-5 23,-4-8 0,1-2-680,8 4 0,3 0 0,-4-5 680,7-8 0,1-4 0,5-4-38,-12 0 0,1-2 0,0-1 0,-2 1 38,4 1 0,-1 1 0,0-5 35,-5-3 1,1-4 0,0-3 0,-1 0 0,-3 1-1,-4 4-35,-1-3 0,-3-1-54,1 1 1,3-5-1,-2 0 1,-7 1 53,-9-2 0,-7 1 0,-5 1 0,-3 8 0,-5 2 0,-2 0 0,3-1 0,-3-9 0,2-1 0,-4 4 0,0 10 0,-3 2 0,0 3 0,3 3 543,-2 3 0,-3 6-597,4 2 0,-5 5 0,-2 1 0,2 0 1,4-1-24,2-2 0,4 0 0,-3 3 77,-3 1 0,-5 3 0,0 2 0,2-1 0,8 1 0,1 4 0,5 2 0,-5 7 0,-1-1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7:13.659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8575 5991 14357,'-9'1'904,"1"1"-565,4-1 7,0 0-72,-2 0-294,-1 1 58,2-1-104,-2 0 271,1 0-189,0 0-82,38-2-64,-9-1 1,2 0 40,4-1 1,3 0 0,-2 0 36,1 0 0,-1 0-629,3 0 0,-3 0 633,-4 0-2,2 1 0,1 0-106,-1 0 111,-5 1 0,-2-1 59,-2 1-78,3 0 4,0 1-21,-4-1-22,-5 1 18,-6 0 1231,2 0-1184,-2 0 11,-1 0 1,-1 0 0,-3 0 0</inkml:trace>
  <inkml:trace contextRef="#ctx0" brushRef="#br0" timeOffset="649">8962 5891 13019,'8'0'-198,"7"3"-218,-6-1 288,19 5-111,-10-3-1212,5 3 1304,-8-3 354,-6-2-523,7 3 89,0 0 133,4 0-30,-14 0-325,-9 1-1415,-26 9 2623,12-5-339,-3 4 0,1 2 504,1 5-185,-3 2 5,6-4-568,10-12 0,-5 4 1,2-3-1</inkml:trace>
  <inkml:trace contextRef="#ctx0" brushRef="#br0" timeOffset="1734">8930 6263 11090,'-4'-7'-2502,"-1"2"1710,-7 4 1598,4 2-192,-9 3-104,-5 5-3787,-7 5 3291,3 0 334,2 0 1535,12-6-840,-10 9-2816,3 3 2079,0-1-67,7 1-337,11-7 1934,8 14-2556,10 1 210,-2-10 0,0-2-522,9 4 31,2-5 3608,-13-12-3204,16 1 282,-14-3 354,7-2 417,-14-4 593,-4-9-3786,1 5 3432,-5-6-499,-3 9-538,0 0-81,-2-1-166,-10-11-73,1 5-571,-4-5 589,3 8 1335,1 4 0,3 2 0,-4-1 0</inkml:trace>
  <inkml:trace contextRef="#ctx0" brushRef="#br1" timeOffset="2116">9140 6354 5734,'9'-4'0,"2"0"0,-3 2 0,2-2 0,-3 3 0,0-1 0,6-1 0,4 0 0,-3 1 0,0 1 0</inkml:trace>
  <inkml:trace contextRef="#ctx0" brushRef="#br1" timeOffset="2333">9096 6498 5734,'7'-1'0,"7"-1"0,-5 1 0,7-2 0,-6 1 0,13-2 0,8-4 0,0 0 0,1-1 0</inkml:trace>
  <inkml:trace contextRef="#ctx0" brushRef="#br1" timeOffset="2849">9560 6374 5734,'4'-5'0,"-1"0"0,0 2 0,-1 0 0,3-3 0,-2 2 0,2-2 0,-2 3 0,4-5 0,6-10-3277,-2 1 3162,2-3 115,-8 10-245,-1 2 245,-1 1 0,3-4 0,-2 4 0,1-3 0,-3 7 0,0 1 0,1 16 0,-2 0 2550,0 11-2550,-1 1 339,0-9-339,1 10 0,-1 1-3144,1-4 3144,-1 0 0,1-1 0,-1-8 0,-2 5 0,1-6 0,-3 9 0,0-6 0</inkml:trace>
  <inkml:trace contextRef="#ctx0" brushRef="#br0" timeOffset="3085">9557 6601 9282,'11'1'-128,"-2"-1"-1055,4-1 1287,-2-1 173,13-4 0,6-1-211,3-2 1,2 0-38,-10 3 0,2-1 1,-2 1-19,11-4 0,-1 0 0,-7 3 0,-1 0 0,3-1 0,0 1 0</inkml:trace>
  <inkml:trace contextRef="#ctx0" brushRef="#br1" timeOffset="4182">12874 6020 5773,'16'5'20,"3"-2"-20,3-2 5,8-1 2,-2-1 0,4 0-6,-3 1 0,2-1 0,-1 0 0,-4 1 0,-1-1 0,0 1-1640,15-2 1,-7 1 864,-15 2 774,-2-2 830,2 2-830,5-1 0,-7 0 3,1 0 2,-10 0-19,5 0 14,-3 1 0,1-2 0,-8 1 0</inkml:trace>
  <inkml:trace contextRef="#ctx0" brushRef="#br1" timeOffset="4685">13336 5946 5734,'4'-5'0,"0"1"0,2 6 0,3 0 0,3 4 0,-1-2 0,2 2 0,-5-3 0,12 5 0,0 1 0,0-1 0,-3 1 0,-10-6 0,1 1 0,-1 0 0,-2-1 0,-2 5 0,-15 6-3277,4-1 3162,-11 3 115,3-3 0,-2 1 0,0-2 0,-1 1 0,-1 1 0,3-3 0,0 0 0,1-1 0</inkml:trace>
  <inkml:trace contextRef="#ctx0" brushRef="#br1" timeOffset="6049">13560 6283 5734,'4'-5'8,"-7"-3"6,0 5-8,-8 0 11,-3 5-1,-17 5-16,7 0 3,-7 3 2,9 1 1,1 1-3,-4 4-2,3-2 1,1 1 1,4 3 3,2 6-7,8-10 1,1 4 1,14-3-1,-4-8 0,7 5-416,-4-9 416,0-1 0,12 0 0,-3-3 0,13-1 0,-13-2 0,-2 0-6,-5-9 6,-7 5 0,-1-7 0,-5 8-2,-1 1 2,0 2 0,0 0 418,-3-2-432,-1 0 3,1 1-26,0 0 37,2 2 0,2-1 0,0-1 0,2 1 0</inkml:trace>
  <inkml:trace contextRef="#ctx0" brushRef="#br1" timeOffset="6416">13755 6367 5737,'9'-1'36,"5"0"-3313,-6 0 902,3 0 3784,8-1-1409,-8 0 0,6 0 0,-14 2 0</inkml:trace>
  <inkml:trace contextRef="#ctx0" brushRef="#br1" timeOffset="6616">13742 6450 5734,'17'0'0,"-6"-1"0,3-1 0,5-3 0,-4 2 0,5-3 0,-5 1 0,-2 0 0</inkml:trace>
  <inkml:trace contextRef="#ctx0" brushRef="#br1" timeOffset="7133">14182 6354 5734,'8'-1'0,"1"-3"0,-6 2 0,1-2 0,-1 0 0,0 0 0,6-10 0,-4 6 0,5-8 0,1-1 0,-3 3 0,6-11 0,-8 13 0,-3 7 0,-1 26 0,-3-2 0,-1 11 0,-1 4-1639,2-8 1,-1 0 1580,0-2 1,1-1 57,0-4 0,1 0 0,2 1 0,0-2 0,0-1 0,3 17-116,-3-28 1,0 0-1,0-1 1</inkml:trace>
  <inkml:trace contextRef="#ctx0" brushRef="#br1" timeOffset="7349">14173 6614 5734,'-5'6'0,"2"0"3,4-3 50,14 1-53,7-6 0,2-2 0,7 1 0,-4-2 0,-1-1 0,-4-3 0</inkml:trace>
  <inkml:trace contextRef="#ctx0" brushRef="#br1" timeOffset="33966">14131 6374 5734,'-7'-1'0,"0"-1"0,4 0 0,0-2 0,3-1 0,0 0 0,1-1 105,6-8 51,0 5 21,4-6-620,-4 8 647,-1 2 13,1 0 3,11-7 12,-8 6-162,6-4 1,1 2 28,-7 4-28,14-5-1,-16 8 304,7 1-109,-7 1-318,4 2-38,-2 10-116,-5-4-37,2 18 29,-6-10 41,-4 10-3082,-3-4 2801,-1-3 322,-1 2 79,-3-2 0,0 1 59,-2 2 4,0-2 1,-3 3 0,1-4-2260,-5 5 2235,5-5 0,0-2-30,0-3-350,6-5 395,1-1 0,-8 9 0,8-9 1798,-6 10-1839,10-11-1,2 1 1,3-1-4,2-3-2,0-2 3049,1-1-2996,14 0-6,-2-1 597,17-3 0,4 0-594,0 0-2,-12 0 0,3 0 0,-2 0 0,-3 1 1,-2 0-5,6 0 0,-1 0-17,11 0 20,-6 6 0,-23-4 0,-2 4 0</inkml:trace>
  <inkml:trace contextRef="#ctx0" brushRef="#br1" timeOffset="39034">12842 12988 5734,'2'-4'0,"-4"-3"0,3 10 0,-6-7 0,-1 6 0,0-3 0,2 2 0,0 3 0,1-1 0,0 3 0,1-1 0,0 3 0,1-2 0,1-1 0,3-3 0,2-5 0,-2 1 0,0-6 0,-4 4 0,-3-2 0,4 10 0,-1 0 0</inkml:trace>
  <inkml:trace contextRef="#ctx0" brushRef="#br0" timeOffset="44634">4463 12524 18067,'-8'-3'-3277,"1"-1"0,4 1 1635,3 7 2075,0-2-124,2 5-984,1 8 327,-2-8-448,2 10 510,-1-3 101,-1-5 606,1 5-850,-2-9 63,1 3 768,-1-3 1,0 4-184,12-25 1459,12-6 202,-2-6-1116,-8 15 0,0 1 1206,2 3 64,1 0-77,11 1-520,-12 4 72,4 2-1710,-4 13-1791,-9-5 40,6 9-528,-10-8-153,-1 1 313,3 10 462,-3-4 164,1 10 394,-2-13 1535,-1 1 296,-1-2 470,-1 5 3,1-4-151,-1 1-103,1-8 124,0 1-282,0-1-143,1 1-298,3 1-379,0-3 0,1 1 1,-1-4-1</inkml:trace>
  <inkml:trace contextRef="#ctx0" brushRef="#br0" timeOffset="45334">4980 12273 15684,'7'2'-1664,"-1"10"-1613,-7 11 0,1-1 2426,-3-4 1,-2 2 1044,-4 11-84,2-11 1,0 2-475,-4 5 1,1 0 225,3-8 1,0-1 215,-1 1 1,0 1 372,0 3 0,1 0-333,3-4 0,0 0 945,-2 3 0,0-1-1061,3 5-221,4-18-281,2 2 803,2-1-1272,5 2 387,-1-5 3611,3-1-3033,0-3 204,7 1 232,15 0 250,-7 0 164,2 0-1753,-17-1 1613,-5-1-116,0 0-535,3 1 1,-3-1 0,4 1 0</inkml:trace>
  <inkml:trace contextRef="#ctx0" brushRef="#br0" timeOffset="46433">5307 12481 15684,'-5'8'-8,"0"-2"69,4-2-526,-1-1 416,-2 5-69,1-3 59,-2 4-45,3-4-36,0 0-121,0-1 107,-5 14-3123,2-6 2930,-2 7 195,5-8-152,2-5-179,3 14-2558,8-2 2129,-1 3-143,3-8 376,7-1 400,3-6 272,0 3 28,-3-8 563,-12-1 2662,7-4-1827,5-8 240,-4 3-1078,-6-6 1,-3-3-269,-9-8-64,2-5-568,-9 7-668,3 12-305,-1 0-109,-7-4-37,-8 1 505,5 2 477,-5 6 846,12 7 328,-3 1-401,3 1 0,-1 0 0,1 0 0</inkml:trace>
  <inkml:trace contextRef="#ctx0" brushRef="#br0" timeOffset="47436">5711 12267 11218,'-5'-7'-2024,"-3"2"1704,1 2 469,0 2 182,-5 4 190,1 3-368,-7 10 0,-1 4-96,7-6 0,1 1-90,-9 12 1,1 0 224,10-9 1,2 1-126,-3 8 1,3 1-110,3-10 1,2 1-85,2 6 0,2 2 1,2-3-250,3-4 0,2-1-1264,6 8 1,2-3 233,5-6 1056,14-7-1229,-22-9 1724,11-1 143,-7-5 293,1-9 165,-3 5 78,0-19-391,-14 17-359,0-8 2365,-2 7-2811,3-1 94,-1 2 2113,8-4-2098,11 2-3015,-4 4 3508,6-1 321,-12 7-96,0 2 11,10 6-340,-9-2 17,7 5-302,-12 3-241,-5 7 1,-3 3-242,3 4 313,-4 0 0,-2 3 103,-1-1 0,1-1 3266,-1 8-3152,2 2 1,1-1-143,5-17 115,1 1 0,0-1 135,3-7 1,6 5-1,-2-4 1</inkml:trace>
  <inkml:trace contextRef="#ctx0" brushRef="#br1" timeOffset="-26966.92">17114 12671 5734,'6'-1'0,"0"0"0,-1 1 0,-5 4 0,1 0 3,-5 6-3,3-5 0,2 5 0,0-5 0,3 1 0,0-5 0,0-2 22,1-6 6,-9-7-25,4 4 14,-10-3-15,4 17-2,0-3 3,1 12 0,4-9 0,3 6 2,7-15-4,-4 3-1,1-11 0,-8 6 0,-2 0 0,-5 12 0,4-2-76,-1 15 76,9-11 0,0 4 0,2-7 0,-1-3 0</inkml:trace>
  <inkml:trace contextRef="#ctx0" brushRef="#br1" timeOffset="-21226.92">19730 5248 5734,'-1'-7'0,"-1"0"0,0 4 25,-1-1-5,0 1-4,-1 1 1,-17 15-14,0 4-2,8-6 1,-2 3 0,1 5 0,0 4 0,3 0-2,0 5 0,4 1 0,0 2 0,2 3 0,1-4 0,3-4 0,3-2 0,4-2 0,3-4-3,7-9-6,9-14 7,-6-9 1,-2-5-1638,-3 0 1,-2-2 1582,-1-3 0,-3 1 59,-5-11-2271,-2 8 2262,-1 9 9,3 5-3,-1 15-2,7 22 1,4 9 2,1-3 1,2 0-2,-3 4 0,1-2 0,0-5 0,0-6 2271,8-8-2268,-7-13-3,12-2 3,-14-10-2,-3-6 0,-1-4-4,0-11 1,-1-3 2,0 10 0,-1 0 0,0-8 0,-3 2-3,-4-4 3,0 19 0,-3-12 3276,2 23-3160,-3 0-119,-1 4-2,4 9-12,14-6-3,22-9 16,-14-3 0,-1-1 2,-1 0 1,-3 0-1397,4-6 1398,-16 13-3,-2 1-162,-4 2 165,1 6 0,-2 10 0,6 4 0,2 1-2876,2 5 2876,0-5 0,0-2 0,1-4 916,4 5-923,0-2 0,2-1 7,1 4 0,2-2 0,-1-4 0,-8-10 0,12 3 0,-8-7 0</inkml:trace>
  <inkml:trace contextRef="#ctx0" brushRef="#br1" timeOffset="-19936.92">20442 5314 5734,'-4'-15'33,"0"5"-13,-1-4 0,1 9-3,2 2 73,-14 3-90,8 1 0,-16 7 0,4 16-3277,3 8 2302,1-3 1925,20 8-950,9-25-557,1 3 557,1-11 0,1-15 0,-6-3 0,4-3 2195,-9 1-2195,-3 8 0,1-9 0,1 18 0,0-5 0,-1 20 0,-1 17 0,0-3-1155,0-9 1,-1 1 1154,1 8 0,0 5 0,0-5-579,0-8 1,-1 0 578,0 4 0,0 1 0,0-1-392,0-2 0,0 0 392,1 12 0,-2 0 0,1-10 0,-1-3 0,0 6 0,-3 3 0,-6-4 1328,-13-19-1373,-6-9 0,-3-6-448,9-6 1,1-3 492,-5-5 0,2-1 953,6 2-953,10 8 0,6-20 0,5 17 0,4-4 0,6-2 0,9-1 0,5 0 0,-1 2-446,-5 2 0,0-1 446,2-2 0,4-4 0,-1-2 0,-5 1 0,-6 1 0,-4 0 0,0 0 0,8-6 0,-2 0 0,-4-2 0,-5 2 0,-3-1 0,-3 6 0,0 0 1103,2 41-1103,-3 2-261,1 1 1,0 0 260,-1 8 1003,-2-11-1003,-1 18 0,0-20 0,1 9 3084,0-18-3084,7-12 0,1-12 0,2-3 0,0-4 0,-1 0 0,-2 5 0,1 0 0,0 1 0,-2 9 0,2 0 931,1 9-931,6 21 0,-5-6 0,3 12 0,-3 2 0,-6-15 0,5 11 0,-3-16 0,2-7 0,0 0 0,1-8 0,-2 0-45,1-9 0,2-3 45,2-1 0,0-1 0,0-1 0,0 1 0,-2 3 0,1 5 0,4 16 0,-2 23-1639,0 5 1,-2 3 1580,-3-12 1,-2 1-1078,3 10 1,-2-4 1120,-2-15-6,1 1 20,2-3 0,-3-5 0,4 1 0,2-10 0,1-1 0</inkml:trace>
  <inkml:trace contextRef="#ctx0" brushRef="#br1" timeOffset="-19456.92">21198 5306 5734,'-1'-7'53,"0"1"-33,-1 1-3,1 1 73,-7-1-90,1 4 0,-4 0 0,-3 6 90,0 4-90,-1 1 0,1 6 0,1 4 0,2 10-90,7-8 0,4-1 90,3 0 0,29-28 0,-24-1 0,13-21 0,-17 14 0,1 0 0,0 6-1,-2 11-1,20 18 4,-12-7-2,4 2 0,1-1 0,-6-5-1236,7 4 1236,-6-7 0,13 5 0,-10-8 0,10 0 0,-13-10 0</inkml:trace>
  <inkml:trace contextRef="#ctx0" brushRef="#br1" timeOffset="-19206.92">21338 5165 5734,'11'7'15,"5"5"1,3 2-3293,6 5 2092,-6-4 0,1 0 1192,-2-2 0,0 0 697,0 0 1,-1 0-705,9 5 0,0 1 0,-19-16 0</inkml:trace>
  <inkml:trace contextRef="#ctx0" brushRef="#br1" timeOffset="-19016.92">21589 5156 5734,'-3'-9'84,"-3"-4"-36,-9 27 0,-5 12-48,4-3 0,0 5 0,-1 0 0,-2 5 0,-1 1 0,3-2 0,0-1 0,2-2 0,0 1 0,1-5 0,-1 0 0,1 0 0,0 0 0</inkml:trace>
  <inkml:trace contextRef="#ctx0" brushRef="#br1" timeOffset="-18536.92">19323 6127 5739,'-13'0'0,"3"0"3,0-1 79,-6-2 8,8 2 0,-7-2-1729,38-4 1,14 0 1195,-15 2 1,4 0 442,-2 1 0,6-2 0,4 0 0,2-1 0,1 1 0,-2 0 0,-4 0-330,5 0 0,-4 1 1,2-1-1,9-1 334,-19 4 1,3-1-1,3-1 1,2 0-1,2 0 1,2 0-1,1-1 1,2 1-1,1-1 1,1 0-1,0 0 1,1 0-1,-1 0 1,1 0-1,-1 0 1,-1 0-1,-1 1 1,-1-1 0,-1 1-1,-2 0-45,3 0 0,-1 0 0,0 0 0,-2 0 0,1 0 0,-1 1 0,-1-1 1,1 0-1,0 1 0,-1-1 0,1 1 0,1-1 0,0 0 0,0 0 1,1 0 40,-3 1 0,1-1 0,0 0 0,1 0 0,1 0 0,0 0 0,0 0 0,0 0 0,0 0 0,1 0 0,-2-1 0,1 1 0,-1 1 0,-1-1 0,0 0 0,-1 0 0,-2 1 0,0 0 0,-2 0 0,11-2 0,0 1 0,-1 0 0,0 0 0,-2 0 0,-2 1 0,-2-1 0,-4 1 0,-2 0 0,-5 1 0,17-4 0,-11 0 0,2-2 0,2-3 0,-37 8 0,-22 3 0,-3 6 0,10-2 0,-1 0 0,2 1 0,0 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24:49.56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5873 2563 6723,'-7'-3'630,"-4"-2"-540,5 1 0,-3 0 0,4 1 0,1 0 179,-1 1-89,0-1 0,0 1 270,0 0-90,1-1 0,-1 1 89,1 0 1,0 0 360,0 1-810,8-1 90,0 0-1,15 1-89,-3 1-3277,12 0 3252,2 0 25,10 0-743,-18 0 0,2 0 788,2 0 0,1 0-45,2 0 0,1 1 0,6-1 0,0 0-843,3 0 0,1 0 843,-11 0 0,2 0 0,0 0-202,1 0 1,0 0 0,1 0 201,0 0 0,1 1 0,-1-1 30,3 0 0,-1 1 0,1-1-30,0 0 0,0-1 0,1 1-145,0 0 0,2 1 0,-1-1 145,1-1 0,-1 1 0,1-1 30,2 1 0,-1 0 0,1 0-30,-10 0 0,-1-1 0,1 1 0,2-1-82,1 1 0,3-1 1,0 1-1,0 0 0,1-1 82,0 0 0,1 0 0,0 1 0,0-1 0,0 0 0,0 0 0,0 0 0,0 1 0,-1-1 0,0 0 0,-2 1 0,-1-1 0,0 0 0,-1 1 0,-2-1 221,7 0 1,-3 0-1,2 0-221,-2 1 0,2-1 0,0 1 0,-2 0 0,1-1 0,-2 0 0,1 1 0,6-1 0,1 1 0,-4 0 0,-2 0 0,-4 0 304,-4 1 0,-2-1-304,-1 1 0,-1 0 1441,16 0-1441,-18 1 0,-2-1 0,5 1 0,2 0 769,-9 0-679,-7 0-90,2-1 2650,-6 0-2560,0-1-90,-1 1 1991,0-1-1901,-2 0 159,-1 1-249,2-1 0,-1 1 90,1-1-90,-1 1 0,0-1 0,1 0 90,-2 0-2069,1 0 1979,-1 2 0,-5 2 0,-1 1 0</inkml:trace>
  <inkml:trace contextRef="#ctx0" brushRef="#br0" timeOffset="4364">9201 3765 9512,'-22'2'-810,"9"-1"720,-6-1 90,13 1 0,-1 0 90,2 0 0,-2-1 90,3 1 90,-3-1 179,3 1 91,-2 0-180,0 0-180,1 0 90,0 1-180,8 0 90,16-2-180,11-2-1531,-6 0 1,2-1 1530,4 0 0,1-1 45,5-1 0,0 1-828,-8 0 0,1 0 0,0 0 813,2 0 0,0-1 0,0 1-446,2-1 0,0 1 0,2-1 438,2 0 1,3-1-1,1 1 1,-3-1-23,3 1 0,-2-1 0,3 1 18,-3-1 0,3 1 0,2-1 0,-2 0 0,-3 1-404,2-1 1,-4 1-1,2 0 408,-3 1 1,2-1-1,-1 0 1,-3 0-50,-1 2 1,-3-1 0,-1 1 26,10-1 0,-2-1 215,-2 2 1,-3 0-216,-7 0 0,-1 1 242,3-1 0,-1 1-242,5 0 1242,2 0-1242,-19 1 2141,-4 1-2051,-4 0 875,-1 0-3182,-1-1 2217,2-1 11,-1 0 0,3-3 1,0 1-1</inkml:trace>
  <inkml:trace contextRef="#ctx0" brushRef="#br1" timeOffset="5372">13284 2541 11361,'-6'-5'-278,"1"-2"84,4 2 390,0-1 79,2 0 188,0 1-78,1 0 32,1 1-52,2-2 285,0 0 197,7-4-79,4-2-126,1 2-632,3-1 333,-2 5-140,1-1-59,3 1 170,1 1 25,-2 1-90,10 1-200,-9 4 41,5 1-112,-4 8-67,-8 0-218,1 7-435,-10 0-184,-4 6 587,-5 3-149,-7 8 429,-5 1 106,6-16 0,-2 1 195,-6 6 0,-1 0 36,5-5 1,-2 0-939,-9 11 0,1 0 1000,9-13 0,2-1-210,-4 3 1,1 0-402,-1 4 352,4-6-213,4-2-90,3-3-142,3-2 399,6 2-725,2-5 2153,13 5-1885,10-7 211,2-2 268,8-2-133,-10-4-748,4-1 985,0-2 164,0-2 78,0 0-179,-2 0-341,-2-1-127,-2-1-1732,4-2 317,-10 2 1629,1-2 1,-7 0 0,-1-1 0</inkml:trace>
  <inkml:trace contextRef="#ctx0" brushRef="#br1" timeOffset="5976">13859 2627 12337,'2'-9'-349,"-1"1"246,0 2 128,1 0 1,1 0 135,1 0-82,0 0 1,1 1 115,1 0-2,1 1 20,2 0 28,-1 1-124,1 1-67,1 1-66,-1 0 63,2 2-178,-1 1-37,0 1-56,0 2-16,0 1-8,-1 2 83,-1 2-85,-1 1-109,-2 1 265,-1 2-39,-3 0 83,-1 2 60,-2 1 72,-2 3 55,-2 0-402,-2 3 509,-1-4-24,0-2-23,0-2-27,1-2-22,1-2-27,1 0-25,1-3 56,0 0-117,1 0-12,10-9 453,-2-1-393,11-9 25,-1-1-37,2-4-424,5-4 423,1-3-861,3-5 848,1-2-31,-12 14 0,-1 0-45,1 0 0,0-1-12,1 0 0,-1 1-93,-1-1 0,1 1-120,11-15 7,-4 5 8,0-1-361,-6 8 778,-2 4-98,-8 8-9,-8 9 711,-3 3-659,-7 10-11,-1 3-15,-4 8-88,0 2-243,2 2-1,-1 2 4,4-3-145,2 1 281,3-1-2694,4-3 2683,0-3 9,5 3-33,2-7-7,3 3-24,2-8-35,2-2 44,4-2-34,15 0 81,-7-4-1101,15-3 921,-10-5-125,4-4-578,2-3 334,2-4 689,1-4 1,-12 2 0,2-2-1,1-2 1,0-1 0</inkml:trace>
  <inkml:trace contextRef="#ctx0" brushRef="#br0" timeOffset="7126">17179 2442 9242,'5'-9'270,"-1"2"-91,-2 2 1,1 1 90,-1-1-90,-1 1 270,1 0 0,-2-1-91,0-1 1,0 0-180,-3 2-90,-2 4 0,-2 5 0,-2 4-90,-1 5 90,-2 3-879,-2 6 789,-2 5 89,0 2-89,0 1 90,1-1-90,2-3 0,2-1 90,-2 11-90,5-11 0,-2 7 0,5-15 22,1-2-22,0-3 0,1-2 0,0-1 0,0 0 0,1-2 963,0-1-963,1-1 75,0-1-75,1 0 0,5-7 0,1-1 0,3-5 0,3-4-90,-4 6 90,3-4 0,-4 4 0,0 1 0,1-1-90,0 0 90,0 1 0,-1 0-90,3-2 90,-3 1-90,4-1 90,-2 1 0,-1 1 0,3-4-90,-5 4 90,2-2 0,-3 2 0,1-3 0,-2 2 0,2-3 0,-3 3 0,1 1 0,-1-1 0,0 1 0,-1 0 0,0 1 0,1 1-90,-1-1 90,0 1-90,3 6 180,-3 0-180,1 8 90,-2-1 0,0 4 0,-1 0 0,1 5 0,-1 0 0,1 13 0,-1-7 0,1 8-90,0-10-382,0-1 292,0-1 90,1-3-90,-1-4-89,0 0-1,1-2 0,-1-1 0,0-2-180,0-2-89,1-1 539,1-1 0,2-3 0,0 0 0</inkml:trace>
  <inkml:trace contextRef="#ctx0" brushRef="#br0" timeOffset="7708">17453 2645 9512,'-3'-7'1259,"-2"1"-1169,5 1 90,0 1-90,4-2 90,2 3-91,1-1 1,3 0 0,2 0 0,1 0-90,0 1 90,1 0 0,-1 2-90,-1 1 90,0 1-90,0 2 0,-2 2 90,0 1-90,-3 1 0,-2 2 0,-1 1 90,-4 1-90,-2 4 0,-4 2 0,-3 4-1663,-4 3 1753,-4 2-90,0-2-114,-7 8 114,6-6 0,0 0 0,8-8 0,4-7-90,2 0 90,1-4 0,2 1 0,4-6 1641,5-3-1731,4-7 90,2-5 0,2-5 136,-1-1-136,0-3 0,3-3 0,-5 4 0,1 0-286,-3 4 0,1-1 286,7-11 0,1-1 0,-6 11 0,-1 0 0,2-1 0,-1 1-90,5-6 90,-8 12 0,-4 5 0,-1 3-90,-1 3 90,-1 6 0,-3 2 0,-2 6 572,-7 13-572,-5 11 0,3-11 0,0 0-1639,1-3 1,0-2 1602,1 1 1,0-2-55,-1 8-448,1 0 538,2-3 0,1-2-99,2-5 10,2-2-1,1-3-90,1-2 3038,2 0-3038,2-3 698,1 0-787,2-3-91,2-2-1101,11-3 472,-1-3 989,10-4 0,0-6 0,3-2 0</inkml:trace>
  <inkml:trace contextRef="#ctx0" brushRef="#br0" timeOffset="8571">20080 2227 9422,'3'-10'90,"1"1"89,-2 2-89,0 0 90,-1 2-90,-2 0 90,-1 1-90,-4 1-90,-1 4 90,-5 3 0,-2 5-90,-2 4 90,-5 6-1315,-1 5 1315,-2 4-90,1 4 0,7-7 0,0 2 45,0 4 0,0 0-45,0 0 0,0 1-677,3 0 0,1-2 677,4-8 0,1-2 0,-3 18 0,2-2 90,3-3-544,3 0 454,4-3 0,2 0 0,4-4 90,2-4-90,9 4-1711,5-6 1711,1-2 0,1-6 777,-9-10-777,2-2 394,-1-2-394,3-4 0,1-2 0,-1-3 90,5-10-573,-9 4 483,-1-8 3019,-10 8-3019,-7-12 0,-4 5-816,-6-10 816,-5 11 0,-3 2 0,-4 4 0,-2 3 0,5 8 0,-1 2 0,-1 2 0,0 2 0,0-1 0,0 3-90,-15 7-90,16 0-630,2 7-449,8-4 0,1 2 1423,10-4 0,4 3 1,3 1-1</inkml:trace>
  <inkml:trace contextRef="#ctx0" brushRef="#br0" timeOffset="9196">20366 2583 10141,'4'-7'450,"-1"1"-360,1 3 0,1 1-90,1-1 90,2 0 0,0 0-90,2 0 90,0 1-90,1 1 90,0 0-90,0 1 90,1 1-90,5 3 90,-5 1-90,2 4 0,-7-1 0,-3 2 0,-1 1 0,-3 3 89,-2 2-89,-4 4 0,-1 3 0,-4 3-931,-1 2 931,-2-2 0,0 0 0,0-2 0,-3 6-309,4-5 309,0-1 0,5-8 0,3-6 0,3-4 0,2 0 0,7-7 900,3-3-900,4-5 0,2-4 0,1-2-79,4-6 79,2-3-1078,1-4 1078,2-4 0,-13 16 0,1-1 0,5-8 0,1 0 0,-6 6 0,1 1 0,5-10 0,0 2 90,0-1-90,0-1-185,-10 14 185,-3 2 0,-1 4 0,-2 2 451,-2 2-451,-5 11 1089,-2 1-1089,-5 11 0,0 1-500,-1 3 500,-2 1 0,1 2-202,3-6 0,0 0 202,-4 12 0,5-12 0,0 2 0,1-1 0,2-1 0,-2 7 0,0 7 0,6-17 0,3-2 0,1-2 0,3-1 783,3-2-873,3-1 443,3-2-622,2-3-91,6-2-582,4-3-363,-1-3 1,2-2 1194,-7 1 0,1-2 0,3-1 0,3-2 0,-1-1 1,6-4-1,0 0 0</inkml:trace>
  <inkml:trace contextRef="#ctx0" brushRef="#br0" timeOffset="10185">22976 2181 9422,'4'-7'-180,"1"1"180,-2 1 90,0 2 180,0-1-91,0 0 91,-1 1 90,0-1-270,-5 0 0,-2 3 0,-3 0 0,-1 3-90,-2 2 90,-3 1 0,-2 4-90,-10 7 90,6-4-90,-3 6 0,11-8 90,-2 8-90,4-2 0,-1 6 0,7-6 90,3 2-90,2 0 0,5 4 0,3 1-898,6 4 988,3 1-1622,5 1 1532,3-1 0,2-1 0,1-1 0,1-2 90,0-1-920,1-1 830,-4-2 0,2 0 0,-6-3 0,0 0 0,-4-3-534,-3-3 534,-5-1 619,0 1-619,-5-3 1386,-1 1-1386,-5-4 1004,-2 0-1004,-2-1 784,-4 0-784,-3 0 0,-3-1 0,-3-1-580,-8-1 490,-2 1-1510,-3-2 0,0-2 1600,-7 0 0,9 0 0,2 0-140,4-3 140,5 0 90,2 0-90,3-2-90,1-4 90,6 0 0,1-5 0,8-3 0,3-3 0,7-10 0,3-2-621,-6 14 1,1-1 620,1 1 0,1 0 0,2-4 0,1 1 0,-2 2 0,2-1 0,0-1 0,0 1-739,-3 3 0,1 1 739,-1 0 0,-1 0 0,11-14 332,-11 12 0,-2 1-332,4-9-448,-1-2 538,-10 14 843,-3 1-933,-3 2 0,-3-2 0,-12-3 0,-1 4 2352,-9-1-2352,3 8-90,0 4 770,-1 3-860,-1 3-90,-1 2 837,3 3-1017,2 1-899,5 1 89,2 1 1260,4 0 0,1 4 0,2 1 0</inkml:trace>
  <inkml:trace contextRef="#ctx0" brushRef="#br0" timeOffset="10784">23601 2543 10051,'-8'-7'360,"-1"-3"-180,4 4 0,0-2 360,2 2-451,3-1 91,1 1-90,2-1 90,2 3 0,5 0-90,0 1 0,10 2 0,-6 2 0,4 2 0,1 6 0,-5 0-90,3 4 0,-7-1 90,-3 1-90,-2 0 0,-2 1 90,-3 2-90,-3 1 0,-3 3 0,-3 2 0,-3 1 0,-2 1-209,0-1 209,-1-1 0,2-4 0,1-2 0,2-3 0,1-2 0,2-1 0,1-2 0,0 0 0,2-3 299,0 0-299,2-1 0,8-6 0,1-1 0,11-8 0,-2-3 0,8-4-2116,3-4 2116,-11 8 0,1 0 0,0-1 0,1-1 0,2-2 0,1-2 0,0 1 0,2-1 0,-2 0 0,3-1 0,-1-1 0,9-6 0,-2 1 0,-14 13 0,-1 1-48,3-1 0,-1 0 48,5-4 0,0-1 0,-14 12 0,-2 2-90,-21 19 90,0 2-1330,0 0 1,-2 1 1329,-10 14 0,14-15 0,-1 1 535,0 0 1,0 0-536,1 2 0,1-1 38,0-1 1,1 1-39,0 5 0,2 1 0,-3 11-324,7-14 0,1-1 414,3 5-90,3 1 2907,2-5-2997,4 3 0,3-4 266,4-2-1885,10-2 180,-4-7-91,7-3 1620,-3-8 0,6-7 0,3-3 0</inkml:trace>
  <inkml:trace contextRef="#ctx0" brushRef="#br0" timeOffset="18110">8524 3271 8072,'-7'-2'1440,"-1"1"-631,2 0-89,0 1 89,1 0-629,-1 0-90,2 1 0,0 3-90,2-1 90,1 2-90,-1-1 90,2 1-90,0 0 90,1 0-90,0-1 0,2-5 90,-1-2 270,1-3-180,-4 0-180,-1 8 0,1 0 0,1 5-90,3-2 90,1-2 0,-1 0 0,1-2 0,0 1 0,3-2 0,-2 0 0,1-2 0,-1-2 0,-2 2 0,1-2 0,-1 1 90,-1-1-90,-1 0 89,-1-2-89,-9 1 0,4 4 0,-5 2 0,7 2 180,1 1-180,1-10-359,-2 6-721,-1-7-2197,0 9 2994,0 2 1,3-2-1,1 0 1</inkml:trace>
  <inkml:trace contextRef="#ctx0" brushRef="#br0" timeOffset="23673">12844 3301 10951,'0'8'360,"0"-1"-271,0-2-89,0 0 90,1 0 810,0-1-900,-6-6 0,4-1 0,-5-6 0</inkml:trace>
  <inkml:trace contextRef="#ctx0" brushRef="#br0" timeOffset="24202">12791 3147 9512,'-7'-7'269,"2"1"91,1 4 0,0 0 180,-1 1-450,-1 1 90,1 2-1,-2 1-89,2 1 0,-1 3 90,0 0-90,-1 2 0,0 0 0,0 4 0,0 0-90,0 3 90,1 1 0,1 1-90,1 1 90,1 0-90,2 0 90,2 2-90,1 1 0,3 0 90,1 0-90,0-3 90,3 1-90,1-2 0,1 0 0,1-3 0,-1-3 90,1-3-90,1-1 0,0-3 0,1-1 0,0-3 0,2-2 90,0-2-90,2-1 0,1-3-597,1-3 597,2-4 0,-2-2 0,-2-3 0,0-1-269,-2-2 269,-3-2 0,-1-1 0,-3-2 0,-3 1 0,-3 2 90,-2 1-90,-4-2 90,-9-10-90,0 7 0,-8-5 90,-8 7-90,4 10 0,-10-1 0,10 12-562,1 2 562,1 2 0,-2 5-90,-1 1-90,0 3-90,1 2-270,3 3-179,2 1-990,2 2-540,3-1 2249,3 0 0,0 3 0,1 0 0</inkml:trace>
  <inkml:trace contextRef="#ctx0" brushRef="#br0" timeOffset="27902">10330 542 10321,'3'-7'270,"-3"0"-90,-2 3-180,-4 0-3277,2 4 2572,-2-2 1655,-2 2-950,1 0 90,-7 2 0,4 1-90,-4 1 89,1 2 3187,0-1-3160,-3 2-26,-9 5 0,4-3-1139,-8 6 1049,7-3-165,-9 9 165,-3 3 0,2-1-974,4 2 974,11-8-545,-1 6 545,6-5 642,1 3-642,6-7 0,2-1 227,2 2-137,1-2-90,2 3 0,2 0 0,8 9 0,9 2 90,1 0 85,5-3-85,-4-9-90,2-2 0,1 0 0,13 1 0,-8-5 0,9 1 0,-15-7 0,-1-1 0,-4-2 584,-2 0-584,-1-1 0,-2 0 311,-1-2-401,-1-1 90,-2-1 0,-3-1 808,-2 0-808,-4-5 256,-3 2-256,-11-12 0,-1 6-390,-10-6 390,-8-2 0,4 6 0,-8-5-1046,9 9 956,2 0 90,2 3-261,3 1 261,3 2-89,3 1-91,2 2 338,1 2-428,3 1-1013,-3 1 1283,5 1 0,1 0 0,3 0 0</inkml:trace>
  <inkml:trace contextRef="#ctx0" brushRef="#br0" timeOffset="28864">10539 812 10051,'4'-5'90,"1"1"-90,1 3 90,0-1-90,1 0 0,0 1 0,0 0-180,0 0 0,0 1-719,1 0-91,-2 0 990,2 2 0,-3 2 0,0 1 0</inkml:trace>
  <inkml:trace contextRef="#ctx0" brushRef="#br0" timeOffset="29074">10547 901 8162,'0'7'450,"1"-2"-360,3-2 0,1-2 0,0 0 0,2 1 0,1-2 0,1 1-90,1-1-90,-1-1-180,1 0-360,0 0-89,1-1 179,-1 0 540,-1-1 0,4-3 0,1-2 0</inkml:trace>
  <inkml:trace contextRef="#ctx0" brushRef="#br0" timeOffset="29531">10935 674 8702,'-4'6'2069,"5"-1"-1889,1-4-90,5 0 0,-1-2 90,2-2-180,-3 0 89,2-2-89,-2 0 90,0-1-90,2-4 90,-1 0-90,1-3 0,-2 2 90,-1 0-90,0 0 0,0-3 0,-1 5 0,0-1 0,-1 3 0,-1 2 0,0 0 0,0 0 0,-4 17 0,2-4 0,-4 14 0,3-4-312,-1 1 312,2 2 0,-1 1 0,1 1 90,0 1-90,2-2 0,-1 1 0,1-1 0,0-1 0,1-2-180,-1-1 0,0-3-90,0-2-179,1-1-181,-1-2-629,0-1 0,-1 0 1259,1-2 0,-2-1 0,0 0 0</inkml:trace>
  <inkml:trace contextRef="#ctx0" brushRef="#br0" timeOffset="29741">10900 1014 9332,'-3'9'629,"2"-3"-539,4-1 90,4-3 0,0-1-90,4-2 90,16-2 0,11-2-315,-12 0 0,2 1-1504,2-2 1,0 1 488,-6 0 0,-1 1 1150,0-1 0,-2 0 0,11-3 0,1-2 0</inkml:trace>
  <inkml:trace contextRef="#ctx0" brushRef="#br0" timeOffset="30025">12006 902 10771,'-7'0'989,"2"1"-899,2 3-90,1 2 90,-1 1 0,-1 2-90,-2 2-90,-1 2-180,-4 4 0,-1 0-1056,-3 3 876,0 0-2827,0-1 1504,1-2 693,3-2 1073,3-4 0,0 2 0,2 0 0</inkml:trace>
  <inkml:trace contextRef="#ctx0" brushRef="#br0" timeOffset="30546">12570 499 9602,'-7'-10'449,"2"3"-179,0 0 90,3 2-90,-1 1 179,1 0-89,-1-1 180,2 2-450,2-4 0,1 4 0,3-2 0,4 3 0,-2 1 0,4 0-90,3 2 90,2 1 0,1 2-90,-1 2 0,-6 2 0,-1 1 90,-2 2-180,-2 10 90,-5-3 0,-3 10 0,-6-3-610,-5 6 610,-2 1-754,-4 1 754,0-2 0,2-4 0,0-3 0,4-4 0,1-2 0,3-3 0,2-4-90,0 2 90,3-5 90,1 1 472,3-4-562,3 0 802,2-1-802,3-1 0,4 0 0,2-1 0,5-1 0,5 0-316,4-1 316,4 0 0,0-1 0,-2 0 0,1-1 0,-3 2-90,-2-2 90,-1 2-3277,-4-1 2997,-1 1-1485,-2 0 1495,-3-1-90,-2 1-179,-1-1-1007,-1 0-433,-2 0 2636,-1 1 0,3-3 0,-1 0 0</inkml:trace>
  <inkml:trace contextRef="#ctx0" brushRef="#br0" timeOffset="30825">13360 823 12480,'7'4'360,"-2"0"-270,-3 2 0,-2 0 0,0 2-1,-1 3-89,-2 3 90,-3 5-90,-1 3-90,-3 4-507,-3 3 327,-1 2-179,-1 0-91,-1-3-360,2-3-719,2-5-180,2-1 1799,2-3 0,-1 2 0,0 0 0</inkml:trace>
  <inkml:trace contextRef="#ctx0" brushRef="#br0" timeOffset="31533">14028 478 10141,'-6'-6'180,"3"-3"-90,3 5-90,4-2 0,0 3 90,4-3-90,-1 3 0,3-3 0,-1 3 0,0-1 0,0 1 0,1-1 90,4 1-90,-4 0 0,4 2 0,-6 0 0,3 0 90,-4 1-90,2 0 0,-6 3 0,-3 7 0,-2-2 0,-4 7 0,-2-4 0,-1 1 0,-1 0 90,0 1-90,1-2 0,0-1 0,0 2 0,2-2 0,-1 1 0,5-4 0,1-1 0,2-1 0,0 1 0,3-1 0,1 1 0,0-1 0,3 1 0,0 0 0,2 1 0,0 0 90,5 4-90,-3-3 0,3 3 0,-6-3 0,-1 1 0,0 2 0,-4-1 0,-1 8 0,-4-4 0,-2 6 0,-3-5 0,0-1 0,-2 0 0,-1-2-90,0 1 90,-1-2-90,0 0-90,1-2 0,2-1-180,0-1 1,1-1-811,1-2 271,2-1 899,1 0 0,1-2 0,2 0 0</inkml:trace>
  <inkml:trace contextRef="#ctx0" brushRef="#br0" timeOffset="31790">14662 850 11580,'6'2'1170,"-3"2"-1080,-5 3 0,-1 3 0,-1 0 0,-1 1-1,-2 3-89,-3 4-89,0 1-744,-2 3 473,2-2-90,1-2-269,1-2-990,2-2-360,0-1 2069,2-2 0,-2 2 0,1 1 0</inkml:trace>
  <inkml:trace contextRef="#ctx0" brushRef="#br0" timeOffset="32456">15401 495 11221,'1'-7'1349,"1"1"-1259,-3 18-90,0-4 90,-3 14-90,-2-3-1184,-1 2 1274,-1 4 37,0 1-37,-5 13-90,2-11 0,-2 7 90,2-8-90,3-8 0,-1 1 0,4-7 0,1-3 0,1-2 0,0 0 0,1-2-90,0-1-270,1 0 1246,5-6-1066,1-1 261,3-3-81,-1-1-90,-1 2 90,0-1-90,1 1 90,-1 0-90,1 1 90,-1-1 0,1 1-90,0 0 90,0 1-90,1 0 90,0 1 0,0-1 0,0 1 0,1-1 0,-1 0 0,0-1-90,0 1 90,-1 0 0,0-1 0,1 0 0,0 0 0,0-1 0,0 0 0,-1-2 90,-1 2-90,0-2 90,-1 0-90,0-1 90,-2 1 0,1 1 0,-1 0-90,0 0 90,0 1 0,-1 0-90,1 6 90,-1 2-90,0 11 0,-3 0 0,1 6 0,-1-1 90,1 1-90,0 1 0,1-1 0,0 1 0,0 0 0,4 7-90,2 0-450,2 3 180,-2-9-359,1-6-810,-2-8-270,1-2 1799,2-1 0,5-1 0,1 0 0</inkml:trace>
  <inkml:trace contextRef="#ctx0" brushRef="#br0" timeOffset="32684">16134 836 11670,'1'13'720,"-1"-2"-450,-4 7-180,-1-5-680,-3 11 680,0-4-662,-1 4 572,0 0-180,-5 11-180,4-11-180,-3 7-269,5-13-900,2-2-270,0-2 2063,1-2 1,0 2-1,-1 0 1</inkml:trace>
  <inkml:trace contextRef="#ctx0" brushRef="#br0" timeOffset="33252">16841 470 10771,'0'-10'90,"1"2"90,0 2 90,-1 0 89,1-1-89,0 1 90,0 1 270,0-1-630,-4 14 90,1-4-90,-3 11 90,1-6-90,0 1 0,-1-1 89,0 3-89,0-2 0,0 0 90,-3 4-90,3-4 0,-2 1 0,1-1 0,3-3 0,-1 0 0,2-1 0,0-2 0,1 1 0,1-1 0,2 1 0,1-2 0,1-1 0,1 0 0,1 0 0,1 0 0,0 1-90,1-1 1,4 3 89,-2-1-90,1 2 90,-3 0-90,-1 0 90,-1 2-90,-1 1 0,0 1 90,-1 1 0,-1 0-90,-2 1 90,0 0-90,-1-1 90,-2 2 0,-1-2-90,-2 2 90,-1-2 0,-1 0 0,-1 0 0,-1-2 0,-2 1 0,1-1-90,-2-1 0,1-1-90,0 0 0,1-2-90,-1 0-179,2-2-1,0-1-1079,1 0-180,1-1 1709,1-1 0,-1-3 0,-1 0 0</inkml:trace>
  <inkml:trace contextRef="#ctx0" brushRef="#br0" timeOffset="33638">16864 442 10501,'-3'-7'1709,"-1"1"-1529,6 2-90,0 2 0,4 0 0,0 3 0,3-2 0,0 1 0,3 0-180,2 0-180,2 0-180,2-1-180,1 2-1670,3-2 141,0 1 2159,5-2 0,6 0 0,6-1 0</inkml:trace>
  <inkml:trace contextRef="#ctx0" brushRef="#br0" timeOffset="33952">18304 895 11400,'-10'-4'1889,"1"0"-1439,2 1 90,1-1-270,2 2-90,0 3-90,0 1-90,0 3 179,-1 3-89,1 0-90,-3 4-90,0-2 90,0 2-179,-1 0 89,-3 4-180,-1 2-180,-1 2-809,-6 6-1,6-8-539,-3 3-359,9-11 2158,0 0 0,0 3 0,-1 2 0</inkml:trace>
  <inkml:trace contextRef="#ctx0" brushRef="#br0" timeOffset="34423">19084 325 11400,'4'-8'1530,"-10"16"-1440,1 0 0,-10 16-3367,3-2 1073,-5 5 2294,0 4 1152,-2 3-1152,1 3 0,0 0-237,2 1 237,1 1-90,4-4-586,2-1 586,2-4 90,4 5-90,1-11 2355,2 3-2355,2-12 0,1-2 0,2-1 0,1-1 243,1-1-243,2-3 1400,0 0-1400,0-3 0,1-1 1225,4-2-1225,2-5 90,2-6 0,-6-1-90,-2-4 108,-6 1-18,-2 0-90,-3-2 0,-5-3 0,-2-2 0,-6-1 0,-1 3 0,-3 3 0,0 3-450,-6 3-90,6 4-179,-4 4-720,6 2-180,1 2-270,2 1 1889,0 0 0,-2 2 0,0 0 0</inkml:trace>
  <inkml:trace contextRef="#ctx0" brushRef="#br0" timeOffset="34708">20151 646 9871,'-6'-2'-899,"-1"0"539,3 1 0,0 0 360,1 4 0,3 1-90,0 2-180,2 0-809,-1-1 1079,0-1 0,2 1 0,0 0 0</inkml:trace>
  <inkml:trace contextRef="#ctx0" brushRef="#br0" timeOffset="34931">21054 724 8792,'7'1'2429,"-1"-2"-1980,-1 0-1618,-1-2-1799,0 1 2968,-1 0 0,1 1 0,0-1 0</inkml:trace>
  <inkml:trace contextRef="#ctx0" brushRef="#br0" timeOffset="35139">21887 807 10591,'6'5'0,"-1"-1"-1259,-2-2 179,0 1 361,0-1 719,1 0 0,6 1 0,2-1 0</inkml:trace>
  <inkml:trace contextRef="#ctx0" brushRef="#br0" timeOffset="35340">23091 905 9781,'8'1'720,"0"0"-360,-4-1-270,3-1-90,-1 1-180,0 0-1799,4-1 720,-3 1 1259,3 0 0,4-2 0,2 0 0</inkml:trace>
  <inkml:trace contextRef="#ctx0" brushRef="#br0" timeOffset="39013">12829 12980 9332,'0'7'809,"-1"-1"-629,0-2 90,0 0-180,0 2-90,2-1 90,-1 1-90,2-2 0,-1 1 0,1-2 90,0 1 0,2-5-90,-4 7 0,1-6 0,-4 9 0,2-4-180,-1 0 180,6-7 0,-2 2 0,4-7 0,-5 3 90,1-2-90,-4 2-90,-2 4-180,0 0 270,-2 5 0,5-2 0,0-2 0</inkml:trace>
  <inkml:trace contextRef="#ctx0" brushRef="#br0" timeOffset="40574">17141 12736 12030,'-7'3'360,"1"1"-270,3 0-90,1-1 180,-1 2-180,1-8 0,-4 5 0,2-5 0,-2 7 0,3-1 0,0 0 0,0 2 0,7-7 0,-2 3 0,5-5 0,-4 1 0,-1-1-180,-3-1-1709,-2 3 1889,-3 2 0,2 1 0,2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24:25.67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9638 5973 5824,'-6'5'180,"5"0"-180,3-3 90,3 0-3367,5 0 2302,-4-1 1924,11 0-949,2 0 0,-1-1 0,2 0 0,-1-1 0,1 0-2268,-1 0 2268,1 0 0,0 0 90,-5 0 2178,11-2-2268,-7 1 0,0 0 0,0 0 0,1 0-1134,12-2 0,0 0 1134,-4 2 0,9-2 0,-1-1 0,-11 3 381,-3-1 0,-1 1-381,-7 0 0,-4 1 0,-1 0 0,15-1 2646,-1 0-2646,3 0 0,-7 1 0,-13 1 0,10 0 2252,1 0-2252,1 1 0,-3-1 0,-6 0 0,1-1 0,6 2 0,-3-2 0,-1 1 0,-6-1 0,1 1 0,-2 0-90,2 0-89,-2-1 179,-1-3 0,-1 3 0,-2-2 0</inkml:trace>
  <inkml:trace contextRef="#ctx0" brushRef="#br0" timeOffset="499">10387 5882 5821,'7'-2'93,"8"5"-3370,4 5 893,1 1 2384,-5-3 1409,-5-2-1409,12 4 860,-9-3-770,15 5-90,-20-6 90,4 0-90,-17 4 0,-15 10-180,0-1 180,2-1 0,-1-2 0,4-2 0,-10 6 0,10-8 0</inkml:trace>
  <inkml:trace contextRef="#ctx0" brushRef="#br0" timeOffset="1182">9987 6200 5798,'2'-7'206,"-2"-3"-116,-1 6-90,-3-2 89,-4 5-89,0 2 0,-2 2-3277,-19 18 2393,15-10 224,-7 15 1,0 1 659,13-10-45,-2 3 0,4 2-135,23 10-253,-7-14 433,14 11 0,-11-24 343,22-1-343,-10-4 1374,10 0-1374,-17-4 0,-4-2 89,0-10-89,-6 5 90,-17-17-90,-3 18 0,-13-7 2949,8 12-3129,-6 4-860,9 0 950,-2 1 90,4 3 0,2-2 0,-5 2 0</inkml:trace>
  <inkml:trace contextRef="#ctx0" brushRef="#br0" timeOffset="1549">10195 6276 5824,'5'-6'90,"1"1"0,-2 2-90,18-2-3277,-10 2 2302,13-1 1655,-8 1-680,-5 1 0,1-1 0,-7 2 0</inkml:trace>
  <inkml:trace contextRef="#ctx0" brushRef="#br0" timeOffset="1798">10201 6344 5751,'8'8'73,"0"-1"17,21-8-90,-13 0 0,18-1 0,-15-4 0,0 0 0,1-2 0,-1 0 0,0 1 0</inkml:trace>
  <inkml:trace contextRef="#ctx0" brushRef="#br0" timeOffset="2082">10457 6218 5824,'3'-5'359,"-1"11"-359,-3-2-3277,-1 10 984,0-6 3792,-2 18-1589,3-9-15,-2 11 15,3-16 90,0-3-89,1-2-91,0 2 180,2 1 0,0-3 0,2-1 0</inkml:trace>
  <inkml:trace contextRef="#ctx0" brushRef="#br0" timeOffset="2449">10581 6253 5914,'4'-7'449,"-8"16"-359,0 4-180,-5 21 90,4-15-180,17 16-3097,1-27 3073,8 8 114,0-18 90,-7-1 45,4-9 0,0-3-45,-3-1 134,-2-15 1,-6-3-2403,-14 8 2313,2 3 0,-3 2-45,-8 9 2268,-2 6-2448,-15 10 1,11-2-1,-8 9 180,18 1 0,5 0 0,-1 6 0</inkml:trace>
  <inkml:trace contextRef="#ctx0" brushRef="#br0" timeOffset="4115">13697 5993 5812,'8'3'12,"-1"-1"78,3 0-90,-4-1 90,13 3-90,-12-3 90,8 1-90,8 0 0,-6-1 44,5 0 1,1-1-1684,-1 0 1,0 1 664,15-1 974,0 0 286,-14 0 1,3 0-1,1 1-256,0-1 0,1 1 0,0 0-30,2 0 0,0-1 0,-1 1-603,8 0 1,-6 0 602,-15 0 0,13 0-838,-8 0 0,0 0 838,12 1 838,0-1 0,-2-1-838,-12 1 0,3-1 0,2 1 0,1 0 0,6 0-389,-6-1 389,-4 1 0,-12-1 2603,20 1-2603,-16-2 0,14 1 0,-5 0 0,1 1-709,3-1 709,-6 1 0,-9 0 2169,21 0-2169,-17-1 0,6 0 0,1 0 0,-7 0 0,6 0 0,-10-1 0,2 1 1013,-2 0-1013,3 1 0,-5-1 0,-4 1 0,-7-6 0,3 4 0,-5-4 0,3 4 0</inkml:trace>
  <inkml:trace contextRef="#ctx0" brushRef="#br0" timeOffset="4682">14928 5963 5823,'4'8'1,"0"-2"89,8 4-90,-2-3 0,5 3 0,-6-3 0,5 0 0,-7-3 0,5 1 0,-7-2 90,1 0-90,-1 0 0,2 0 0,-3-1 90,2 0-1,-2 0 1,0 1-90,-11 7 0,3-4 0,-11 9-90,8-7 1,-5 5-181,-4 4 270,5-5-415,-6 4 0,9-8 0,-2 1 0</inkml:trace>
  <inkml:trace contextRef="#ctx0" brushRef="#br0" timeOffset="5370">14459 6275 5824,'0'-6'270,"5"0"-270,2 2 89,14 1-89,-12 3 0,8-2 0,-10 4 0,-1-1 90,3 2-90,2 9 0,-5-3 0,0 7 0,-13-2 0,-6 3 0,-1 3 0,-1 1 0,0 1 0,-1-3 0,3 1 0,7 14-1117,13-29 1117,9 4-90,-9-8 90,18-4 0,-13 2 0,17-6 0,-17 3 0</inkml:trace>
  <inkml:trace contextRef="#ctx0" brushRef="#br0" timeOffset="5766">14750 6340 6094,'-7'-3'89,"2"1"1,-13 15 0,6 0-90,-4 4-2016,8-4 2016,5-6 373,3 6-463,3-5 90,24 3 0,-12-9 0,16-4 90,-8-13-1839,-11-13 1839,4 5-135,-23 3 0,-5 3-135,0 9 1,-16-5-551,18 14 730,-6 3 0,5-1 0,-9 3 0,5 0 0</inkml:trace>
  <inkml:trace contextRef="#ctx0" brushRef="#br0" timeOffset="9233">17816 5995 5734,'-7'2'180,"1"0"-90,3 1 0,-1-1-90,0 0 89,-3 1 1,-10 0-90,7 0 0,-9 0 0,1-2 90,-8 0-90,2-1 0,-1-1 0,-10-2 0,16 1 0,0 0 0,-3 0 0,1-1-1495,-11 0 1495,19 2 0,5 1 0,-1-1 0,-17 0 0,13 1 0,-8-2 0,-2 1 0,6 0-2897,-14-1 2897,18 1 0,3 1 0,5 0 0,-2-1 0,2 0 90,-3 0 910,3 0-1000,-5-1-2268,1 1 2268,-2 0 931,-15-3-931,16 3 0,-14-3 0,9 3 0,-2-1 0,0 0 0,-10 0 0,18 2 0,-12-2 0,9 2 0,-3-1 0,2 1 0,2 0 2730,5 0-2730,-12 0 0,6 0 1999,-10 0-1999,8 0 0,3-1 0,-1 1-3277,-7 0 3162,11 1 115,-22-1 0,19 0-2268,-7 0 2268,10 0-23,1 0 23,2 0 0,-9-1 0,8 2 2258,-15-2-2258,12 1 0,-5 0 0,4 0 0,4 0 0,-3 0 3276,-5 1-3177,7-1-49,-10 2-50,11-2 0,-5 1 0,5-1 0,-3 1 0,-3 0 0,2 0 0,-3 1 0,5-1 0,3-1 0,-5 0 0,0 1 0,-2-1 0,3 1 0,1 0 0,-1 0 0,0 0 0,-2 1 0,5-2 0,2 1 0</inkml:trace>
  <inkml:trace contextRef="#ctx0" brushRef="#br0" timeOffset="10131">16784 6138 5748,'4'-5'70,"-1"1"-64,3 1-6,0 1 90,14-3-90,-4 4-3277,7-1 3162,-11 2-80,-2 1 195,-5 0 90,3 2-90,-5-1 0,-5 10 0,-15 6 0,6-3 0,-7 2 3206,13-8-3206,4 0 0,-2 2 0,6-4 0,0-3 291,12 12-291,-2 4 0,-1 1 0,-7-2 0,-10-11 0,-2 1-3277,-8 4 3162,4-4-851,-9 3 966,13-7 0,-3 0-90,2-1 3,2-1 87,-2 0 0,4-1 0,2-1 0</inkml:trace>
  <inkml:trace contextRef="#ctx0" brushRef="#br0" timeOffset="10532">17094 6240 5742,'-1'-9'82,"-2"2"-82,1 4 90,-7 4-90,4 0 90,-11 16-90,11-9 0,-5 11 0,11-2-90,8-1 90,-3 1 0,6-5 0,14-11-3277,-12-2 3252,14-4 25,-18-1 90,5-12 89,-9-11-179,2 3 0,-11-2-90,-11 15 1,-4 3-91,3 2 106,-3-1 1,0 2-1260,4 10 1333,0 1 0,-5 4 0,0 2 0</inkml:trace>
  <inkml:trace contextRef="#ctx0" brushRef="#br0" timeOffset="16167">10130 9051 5824,'-1'-8'90,"-1"0"-90,-1 5 0,-19-14 0,10 7 0,-4-1 0,-2-2 0,-12-5 0,12 9 0,1 0-886,-15-8 976,2 7-90,8 5 0,1 0 0,-5 1 0,-6 0 0,-1 3-3099,3 3 3099,11-1 0,-1 0 0,-10 3 0,10 0 0,0 0 0,-5 1 0,-6 2 0,0 2 90,1-1-90,10-2 0,1 0-163,-6 1 163,11-2-1946,-21 6 1946,16-5 925,2 0 0,-2 0-880,-1 4 0,1-1-1985,-10 8 1940,7-5 0,1 0 0,-2 4 0,9-6 0,-1 2 0,-1 5 0,0 1 0,-1 1 0,2 0 0,1-1 0,6-4 0,1 5 0,0 2 0,1 2 0,0-2 0,1 0 0,3-2 0,1-1 0,2 5 0,0 0 0,4-1 0,3 5 0,0-3 0,-3-5 0,3 1 0,4 2 0,4 5 0,2 1 0,0-1 0,-1-5 0,7 3 0,1-2 0,-3-2 0,3 3 0,0-2 0,0-3 0,-4-4 0,1-4 0,1 0 0,4-1 0,2-1 0,0 0 0,-2-1 0,8 3 0,0-1 0,-4-3 0,1 0 0,4-1 0,-7-4 0,4 0 0,0-1 0,-2-1 0,-3 0 0,-1 0 0,-4 0 0,3 0 0,3 0 0,5 0 0,2 0 0,-3-1 0,-6 0 0,0-3 0,-3-1 0,1 0 0,1-1 0,7-3 0,3-3 0,-2-2 0,1-1 0,-1-1 0,-9 5 0,-1 1 0,0-2 0,5-2 0,0-1 0,-2-5 0,-9-1 0,-1-4 0,-3-1 0,-1 4 0,1-2 0,-1 0 0,0-3 0,2-5 0,-2 0 0,-4 1 0,-6 5 0,-3 1 0,-1-3 0,-3-7 0,-1-3 0,-2-1 0,2 3 170,1 3 1,0 2 0,-4-3-156,-5 4 0,-3-5 0,-3-1 0,-2 1 0,2 3 0,2 7-15,-5-3 0,-2 3 22,1-1 1,-5-3-1,1 2 1,2 6-23,3 9 0,-1 3 0,-6 0 0,-4 0 0,-2 2-173,1 3 0,-2 2 0,-1 0 0,0 1 173,1-2 0,1 0 0,-1 2 0,-2 3 5,4 4 1,-2 2 0,-1 2-1,0 1 1,4 0 0,4-1-18,0 0 1,5 1 0,1 4 11,2 5 0,-2 5 0,3 2 0,3 0 0,7-2 0,10 8 0,7 0 0,-2-4 0,-1-1 0,1 0 0,-1 0 0</inkml:trace>
  <inkml:trace contextRef="#ctx0" brushRef="#br0" timeOffset="17836">14527 8978 5824,'-3'-8'90,"0"1"0,0 1 0,-4-1 89,-10-5-179,4 3 0,-17-4 45,8 8 0,-4 0-45,-4 0 0,-3-1 0,-2 1 0,-1 0 0,4 1 0,-4 1-547,5 1 1,-5 1 0,-5 1 0,0 0 0,1 0 0,4 0 539,-2 1 1,3 0 0,0 0 0,-5 1-90,8-2 1,-2 1 0,-3 0 0,0 0-1,-1 0 1,0 1 0,2 0 0,2 0 95,-1 2 0,0 1 0,1 0 0,2 1 0,1-1 0,1 0-504,-1 0 0,1 0 0,2 1 0,-2-1 504,-2 2 0,-1-1 0,0 2 0,2 3 0,-1 5 0,0 4 0,2 1 0,4-1-95,4-2 1,3-1 0,-1 1 94,-6 4 0,-4 1 0,2 1 0,7-3 0,5 4 0,5-3 0,-3 12 0,2 1 0,8-9 0,2 3 0,0-2 0,1-1 0,1-1 0,0 2 0,0 2 0,5 2 0,6 1 0,6 2 0,2-1 0,-3-3 0,1 0 0,0-1 0,1 1 0,2 4 0,1-1 0,-2-7 0,-1-9 0,0-3 0,0 1 0,2-1 0,8 4 0,4 0 0,-5-7 0,3-1 0,2-1 0,-1 0 80,-3-1 0,0 0 1,1-2-1,5-1-90,-5-3 0,6-1 0,2-1 0,3-1 0,0-1 0,0 0 0,-1 0 0,-4 0 0,-3 0 10,7-1 0,-5 0 0,0-1 0,4-1 0,-9 2 0,3-1 0,2-1 0,0 0 0,1 0 0,-1-1 0,-2 0 0,-2-1 298,4-2 1,-1-1 0,-3-1 0,0-1 0,0 0-299,4-2 0,-2 0 0,1-1 0,2-3 12,-7 4 1,2-1 0,0-1 0,1-1 0,-1 0 0,-1 0 0,-3 0-346,1-1 0,-2-1 0,-1 1 0,-2-1 0,0 1 333,2-3 0,-2 1 0,0-1 0,-3-3 35,-3-2 1,-1-3 0,-1-1 0,-2 2 0,-2 2 123,3-4 0,-4-2-144,-6 1 0,-3-7 0,-1-5 0,-2 0 0,-1 5 0,-2 6-15,-6-3 0,-5 2-18,1 4 0,-2-6 0,-3 0 0,-2 2 0,1 8 132,-6 4 0,-1 6 0,-6 2-153,6 2 1,-5 1-1,-2 1 1,-3-1-1,0 2 1,0 1-1,1 1-51,5 2 0,0 1 0,-1 1 0,1 0 0,-1 1 0,1 0 0,-1 1 1,1-2 89,-1 0 0,1 0 0,-1 0 0,0 0 0,1 0 0,0 1 0,1 1 0,1 1 97,-5 0 1,1 1-1,1 1 1,1 2-1,2 2 1,2 3-98,-4 10 0,2 6 0,5 1 0,2-3 0,0 1 0,2 2 0,5 0 0,-1 1 0,0-1 0,0 1 0</inkml:trace>
  <inkml:trace contextRef="#ctx0" brushRef="#br0" timeOffset="18815">17882 8843 5824,'0'-8'90,"-2"0"-90,0 3 180,-15-10-180,5 6 89,-18-5 1,-7 1-90,10 7 0,-3 3-141,3 0 1,-3 1 0,-3 0 0,-2 2-1,1 3 153,4 2 1,-1 3 0,0 2 0,-1 1 0,0 0 0,1 0 0,1-1-614,-6 1 1,2 0 0,0 0 0,-1 1 0,1 2 600,1 1 0,-2 3 0,-1 1 0,3 0 0,2 1 0,6-1-38,-1 5 0,6 1 1,2 2 59,1 1 1,1 3-1,2 0 1,1-3-1072,-2 7 0,2-1 1049,3-5 0,0 2 0,8 0 22,12-3 1,6 2-1,4-2 1,-3-4-338,4 2 1,1-2 314,0 2 0,2 3 0,1-1 0,1-7 0,3-7 0,0-6 0,1-1 0,4 1 0,2-1 0,3 0 0,-9-3 0,4-1 0,1 0 0,0 0 0,0-1 0,-3 0 0,4 1 0,-3-1 0,1 0 0,1-1 0,-2 0 0,1 0 0,1 0 0,1-2 0,1-2 0,-2-1 0,3-3 0,0 0 0,1-2 0,-1 1 0,-3 0 0,-3 1 0,0 0 0,-5 1 0,0-1 0,5 0 0,-1-1 0,5-1 0,3 0 0,-1-1 0,-1 0 0,-4 1 0,-7 0 0,7-7 0,-6 1 0,0 0 0,1-2 0,-8 3 0,1 0 0,0-4 0,-2-2 0,0-2 0,-1-2 0,-1 0 0,3-1 0,-2-1 0,-5-5 0,-8 3 0,-4-5 0,-3-3 0,-1 0 0,-2 2 0,0 5 0,-2-2 0,-2 4 0,-5-2 0,0 3 0,-3-2 0,-3-1 0,-2 0 0,-1 3 0,-1 4 0,-4 3 0,-2 4 0,-1 2 0,-2 2 0,-1-2 0,4 2 0,-1 0 0,-2 0 0,0 1 0,0-1 0,1 1 0,0 1 0,-2-1 0,2 0 0,-1 0 0,1 1 0,-1 1 0,-2 0 0,1 2 0,0-1 0,-2 2 0,0 0 0,0 1 0,1 0 0,1 2 0,-1 0 0,1 1 0,0 1 0,1 1 0,-2 1 0,-2 2 0,4 0 0,-1 1 0,-2 2 0,-1 0 0,1 1 0,-1 0 0,1 0 0,2 0 0,1-2 0,-5 1 0,2 0 0,1-2 0,1 2 0,0 0 0,-2 3 0,1 1 0,-2 1 0,0 2 0,0 1 0,2-1 0,3 0 0,3-1 0,-2 3 0,-1 0 0,1 0 0</inkml:trace>
  <inkml:trace contextRef="#ctx0" brushRef="#br1" timeOffset="20433">5547 9179 7193,'-8'-3'-176,"2"1"-77,1 1 164,32 4-731,1-4 1,9-2 0,2 0 0,-3 1 460,-3 1 0,-1 1 0,3 0 63,-3-2 1,3-1-1,2 0 1,2 0 0,2 1 311,-8 0 1,2 0-1,2 0 1,1 1-1,0-1 1,1 0 0,1 1-1,-2-1 1,0 0-117,-4 1 1,0-1 0,-1 1-1,1-1 1,0 1 0,0-1-1,-1 1 1,2-1 0,-1 1 0,1-1 99,-2 1 0,1 0 0,0-1 0,0 1 0,1-1 0,-1 1 0,1-1 0,-1 1 0,0 0 0,1-1 0,-2 1 0,5-1 0,1 0 0,0 1 0,1-1 0,-1 1 0,-1-1 0,-2 0 0,-2 1 0,-4-1 0,-4 1 0,8-2 0,-6 1 0,1 0 0,4 0 0,4 0 0,-2 0 0,-7-1 0,9-4 548,-32 5-928,4-2 847,-6 2 0,-15 5 1,-3 0-1</inkml:trace>
  <inkml:trace contextRef="#ctx0" brushRef="#br1" timeOffset="27766">5856 11089 16075,'-6'-5'-3277,"1"0"177,2 2 2192,0-2 723,-1-1 18,1 1 211,-5-10 17,4 8-928,-3-6 1140,4 9-56,-3-4-29,-1 2-404,0-2 42,-3 0 75,-13-1 342,2 4 1,0 1 474,-14-4-343,11 6 1,0 3 841,-11 7-347,15-1 0,0 0-1537,0 1 0,0 0 2803,-12 10 28,12-3-1379,3 2 1,1 1 822,-3 6-865,4-5 1,2 2-1501,3 10 1,4 0 604,-1 5 24,3-12 1,0 3 0,2-1-869,5 10 1,2-2 375,-2-4 0,3 2 152,2-3 0,3 3 1,2-1-1,-3-5-553,0-3 1,0-2 269,4 4 0,3 2 0,-2-8-1472,1-10 872,5 1 905,3-7 1,2-3 397,-6 0 0,3-2 517,2-4 1,6-3-1,-1-1 1,-4 1-7,0 0 1,-2-2-116,0-1 1,3-4 0,-1-2-1,-6 0 372,-4-15 1,-4 0 148,4 5 0,-2 0 358,-6-5 0,-6-3-1175,-8 2 0,-4-3 0,-1 3-695,3 10 0,0 2 0,-1-2 425,-1-4 1,1-2 0,-2 1 0,1 3-975,-5-4 1,0 5 355,4 7 1,0 2 567,0-1 1,-2 0-336,-6-4 0,-4-1 0,2 2 51,6 3 1,-3 3 525,-7 6 1,-7 1-1,-4 2 1,2 3-1,5 3 364,3 7 1,4 3-1,-2 2-72,-7-2 1,-5 1 0,2 1-1,4 2-87,8 2 0,3 2 1,2 0-1,-1 1 0,2 0 1,-1 0-1,-1 2 0,1 1 1,-1-1-1</inkml:trace>
  <inkml:trace contextRef="#ctx0" brushRef="#br1" timeOffset="32336">9644 11741 15684,'-7'-3'-1586,"3"1"593,-1 7 1934,3-1-663,-1 3-396,1-1-371,1 10-95,3-9-505,2 7 350,2-12 373,0-3-479,-1-4 271,-1 1 138,-1-1 386,1-13-18,-3 10 255,1-13 11,-2 16-299,-1-2-222,0 2-275,-1 7 448,4 2-322,-2 2 298,7 0-39,-3-9 375,-1-4-95,-4-2-37,-2 0-96,-2 5-282,-3 5 705,1 2-311,-1 4 0,6-1 0,3 1 0</inkml:trace>
  <inkml:trace contextRef="#ctx0" brushRef="#br1" timeOffset="32915">9591 11570 7163,'-9'-8'-503,"-3"-2"380,5 7 93,-3-3 26,-11 13 188,6 4-1823,-3 2 1,1 3 1303,0 6 524,-2 6 957,11-11-1048,3 7 1,2 1-1288,1 4 1231,1-1 0,1-1-119,5-2-114,4-4 1,2 0 1244,3 5-1238,1-4 1,4-1 30,9-6 0,3-4 146,1-3 0,0-3-558,4 1 1,-2-2 640,-7-7 0,-3-3 173,3-4-1178,0-5 1,0-2 1004,3-2 315,-6 4 1,-1-5-409,-10-13 0,-6 0-1634,-1-2 1651,-5 6 0,-1-3 0,-3 4 0,-12-6 0,1 5 0,-7-1 0,-4 8 0,-5 1 0,2 2 0,4-2 0,-4 4 0,0 8 0,-6 0 0,-2 3 0,1 3 0,6 5 0,3 9 0,4 5 0,-2 1 0,-10-2 0,-1 1 0,7 3 0,7 10 0,10 2 0,13-12 0,0 1 0</inkml:trace>
  <inkml:trace contextRef="#ctx0" brushRef="#br1" timeOffset="34316">13741 12286 21710,'-3'-6'-3277,"1"1"0,1 0 0,-1 1 0,0 0 1236,-3-4 2179,0 5 664,-5-1-1460,3 5 3075,-1 2 186,4 0-347,-3 6-531,3-3-284,4 5-1503,11-9 1058,8-10 55,-5 0-958,-1-6-888,-11 8-442,0-2 264,-2 1 51,-1-5 698,-5 10-455,1 0-626,-1 13 807,5-3 1,3 3 0,2-8 0</inkml:trace>
  <inkml:trace contextRef="#ctx0" brushRef="#br1" timeOffset="34948">13746 12086 12956,'-7'-10'-2934,"-2"0"2255,1 1 412,-13-1 728,0 12 0,-3 2 625,-9-2-2179,8 8 1,-3 5 0,5-1 1344,1 4-179,-1 8 0,4 0 1322,13-8-1332,5 13 0,4 3-1208,6-11 0,1-2 666,-1 8 1,3 0 780,3-9 0,5-1 0,-3-4-592,7 4 374,4-6 1,7 1 0,-5-4 680,7-4-155,-1 0 0,1-3 424,-16-5 0,0-2-53,4-4 1,2-3-1,-2-1 358,6-7 0,-2-1-673,-5 6 1,0-2 0,-4 0-130,-6-5 0,-4 1-532,-1-5-1098,-9 0 1,-4-4 0,1 2-119,0 6 0,-1 0 374,-2-7 1,-2-2-1,0 4-2219,-11-5 2330,-1 13 1,-5-1 0,1 3-232,-2 1 0,-1 2 544,1-1 0,-2 0 1,2 4 99,1 5 1,2 4 600,4 2 0,0 1 260,1 0 0,-2 1-50,-6 7 0,-3 4 1,3-1 290,6-4 1,1 1-655,-3 3 1,-1 1-1,5 0 1,5 4 0,3 1-1</inkml:trace>
  <inkml:trace contextRef="#ctx0" brushRef="#br1" timeOffset="36299">17796 12558 22403,'3'-6'-3277,"-5"11"0,1-3 1682,-2 9 914,4-8-746,4-2 2549,0-3 381,0-1-1642,-2-1 599,-1 1-261,1-3 188,-1 0-497,-2-2 365,-5 4-1399,1 3 302,-5 3 626,6 1 1,2 3 0,2 0-1</inkml:trace>
  <inkml:trace contextRef="#ctx0" brushRef="#br1" timeOffset="36948">17856 12319 22173,'-7'-11'-3277,"0"1"0,4 7 0,-6-4 2248,0 1 1394,-2 1 162,1 2 196,-4 6-462,-8 5 0,-3 4 837,7-4 0,-1 1-444,-3 3 1,-1 2 0,1 4-297,3 5 0,3 4 1,2-2-130,-3-3 0,3 2-307,5 2 0,2 5 0,2 0 0,4-4-585,6 0 0,5-1 2,-3-1 1,1 2 0,1-4-709,3-2 1,3-4 873,6-3 1,4-1-1,-2-3 87,-1-2 1,1-3 453,12 7 0,-1-3 204,-13-8 0,-2-2 505,2 0 1,1-2 94,2-1 0,2-2 0,1-1 122,3-4 0,1-3 0,0 1-171,-1-1 0,0 1 1,-2-6-635,-5-1 0,-2-5 0,-2 0 0,-4-1-376,-6-1 1,-4-1-1,0 0-190,2-2 0,-1 0 0,-4 1-532,-7-5 1,-7 1 214,-2 9 0,-4 1 0,1 3-339,2-2 0,-6 3 629,-1 7 0,-8-1 0,-4 0 0,-4 2 0,1 0 0,1 3 1,6 3 387,-2 3 1,3 4 0,0 2 0,-4-2 0,3-2 0,-4-1 0,-1 0 0,-2-1 0,2 2 0,3 2 0,3 3 0,4 8 0,-1-1 0,1 1 0,-1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26:25.33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9158 2592 9422,'-1'7'899,"1"0"-719,3-3-180,0 0 90,0-2 0,1 1 0,-2-1 0,1 0-90,1 0 90,-1 0-90,1-1 90,0 0-90,1 0 90,-1-1-90,4 1 90,-2-1-90,3 0 0,-2-1 0,-1 0 90,1 0-90,2-2 0,0 0 0,1-1 0,-2 0 89,1 1-89,-1-2 0,1 1 0,0-1 0,1-1 90,3-3-90,-2 2 0,1-3 0,-4 3 0,3-3 0,2-4 90,0 0-90,-1 0 0,-3 5 0,2-6 90,-2 3-90,2-4 0,-3 6 0,-1 0 0,0-1 90,0 1-90,0 0 0,0-1 0,0 0 0,0 0 0,0 0 0,0-1 0,0 1 90,3-6-90,-2 0 90,1 0-90,-2 1 0,-2 4 90,2-5-90,-2 4 90,1-7-90,-2 7 90,1-4-90,-1 1 0,2-5 90,3-13-90,-1 4-1720,1-9 1720,-2 10 45,-2 8 0,0-2-382,1-1 1,0-1 336,1-7 0,0-1 0,-1 7 0,0 1-468,-1 0 1,1 2 467,1-7 0,0-1 0,0 5 0,-1 1 0,1 4 0,-2 3 0,0 0 0,0 1 0,0-1-1356,3-6 1356,-3 7 436,5-12-436,-4 14 0,1-4 811,-3 8-811,2-2 0,-2 3-90,1-3 3366,0 5-3182,-1 1-27,0 0-67,1 1 0,-1 0 0,0 0 0,1 2 0,0 0 0,0 1 0,0 0 0,1 0 0,0 1 0,0-1 0,1 1 0,0 0 0,4 2-90,1 1 90,0 0 0,-1 2 90,-4 0-90,1 2 0,-1 0 0,0 2 0,0 0 0,0 2 0,0 1 0,0 2 0,0 1 90,0 2-90,1 1 0,-1 4 0,1 1 0,0 2-1165,-1 2 1165,0 0 0,1 1 90,-1 0-883,0 0 883,0 1-90,-1 1 90,0 0-90,1 3 90,-1-1-90,1 1 45,-2-8 0,0-1 45,2 11-90,-1-10 0,-1-1 90,1 9-90,1 1 0,1 0-2654,-1 0 2654,1 0 0,0-1-289,1 0 289,0 1 45,-3-10 0,1 1-45,4 11 0,-2-6 0,0 0 0,2 5 20,-4-12 1,0-1-21,2 8 0,5 9 0,-5-11 90,3 5-164,-5-13 74,0 0 2311,0-2-2311,0 1 540,0-1-540,1-1 0,1 3 90,-1-1-90,2 0 1098,1 2-1098,-2-6 0,1 3 1004,-3-7-1094,0-2-90,-1-1 251,-1-2-1061,-1-1-1708,1-3 809,-2-3 1889,-1-2 0,-3-8 0,-3-1 0</inkml:trace>
  <inkml:trace contextRef="#ctx0" brushRef="#br0" timeOffset="779">9406 1369 10681,'4'-7'1619,"-2"-1"-1439,-4 4 90,-2 1-90,-2 1 359,-19 8-269,5 1-1230,-3 1 1,-2 3 1049,-6 6-90,12-6 0,-1 1 90,-11 7 322,2 2-322,1-2-90,3 0-910,1 1 910,3 0 0,1 1 90,2-1-90,4-1-90,-1 5 1344,6-3-1254,2 3-90,7-8 236,2-3-146,2-4 1107,1-2-1107,2 1 0,1-3-90,2 0 90,0-1 0,1-2-90,0-1 90,0 0 0,0-2 0,0 0 0,0-1 0,1-2 0,-3 1 0,3-5 0,-4 2-90,2-4 90,-4-1 0,-4 1 0,1-3 0,-5 4 0,0-1 0,-3 0 0,-1 1 0,-3-2 0,-1 0 0,-1 1 0,-1 0-90,1 2 90,0 0 0,2 3-90,1 0-90,0 1 0,2 1-539,-2-1-181,3 1 900,-2 0 0,5 2 0,0 0 0</inkml:trace>
  <inkml:trace contextRef="#ctx0" brushRef="#br0" timeOffset="1052">9319 1472 11221,'4'-6'809,"-1"2"-719,3 2 0,-2 1 0,2 0 0,0 0-90,1 1 90,1-1-90,0 0-90,2 0-90,-2-1-180,1 1-90,-1-1-269,0 1-810,-1-1-90,-1 2 1619,0 0 0,-3 0 0,0 0 0</inkml:trace>
  <inkml:trace contextRef="#ctx0" brushRef="#br0" timeOffset="1238">9381 1560 10501,'2'6'810,"1"-1"-631,3-5 1,2 0-90,1-1 0,3 0 0,0-1-180,2-1-180,1 1-449,0-2-2558,7-2 3264,-5 1 0,9-4 0,-7 2 1</inkml:trace>
  <inkml:trace contextRef="#ctx0" brushRef="#br0" timeOffset="1871">12271 1031 11221,'1'-7'1978,"-2"1"-1798,-4 4-90,-3 3 0,-2 3 90,0 1-90,-2 2 0,-3 2 0,-3 3-869,-1 1 869,-1 2-3134,-1 1 3044,0 1 90,0 2-731,-8 10 641,8-8-181,7-5 1,1 0 180,1 1 423,1 2-333,7-7 2669,3-2-2759,2 1 1087,2 0-1087,3-1 826,2-1-826,2 0 0,9 1 0,-3-4 0,7 2 0,-6-6 0,-1 0 0,1-2 0,-2-1 90,5-3-90,-7 1 0,4-4 0,-10 1 0,0-1 0,-4 0 0,-1 0 0,-3 0 0,-2 0 0,-2-1-90,-3 1 90,-3-1 0,-1 2 0,-1 0 0,-1 2-90,1 0 0,1 1-90,0 0-90,3 1-90,0 1-629,-1 1 989,4 1 0,0-1 0,5 0 0</inkml:trace>
  <inkml:trace contextRef="#ctx0" brushRef="#br0" timeOffset="2501">12567 1128 10951,'-7'-2'1799,"1"-1"-1709,10 1 0,-1 0 0,7 0 89,3 2-179,-4-2-179,4 1-991,2-1 271,-7 2-2378,4-1 3241,-7 1 1,-3-1 0,1 1 0</inkml:trace>
  <inkml:trace contextRef="#ctx0" brushRef="#br0" timeOffset="2684">12587 1181 10051,'-1'7'540,"3"-1"-450,2-3 90,1-1-90,2-1 90,6 0-90,0 1-450,11-3-1709,-1-2 810,-1 0 1179,-3-1 1,-3-2-1,0-1 1</inkml:trace>
  <inkml:trace contextRef="#ctx0" brushRef="#br0" timeOffset="3100">12951 965 12030,'12'-5'270,"0"2"-180,-3 1-90,2 1 90,3-1 0,3 1 0,0 1-90,-2 0 0,-5 1 90,-2 2-90,-1 0 0,0 1 90,-4 1-90,-1 5 0,-3 0 0,-8 11 90,-1-4-765,-4 7 765,0-5-90,2 1-90,0-3 180,2 0-180,3-3 45,1-2 45,2-1 0,0 0 0,1-1 0,1-1 89,2 0-89,1-1 583,2 0-583,2 0 0,2-2 0,3 1 138,2-2-138,2 1 0,16-1 0,8-2-314,-17-1 0,1-1-136,18-1-1220,-8 0-39,-2-1-1423,3 0 3132,-1-1 0,2 0 0,1 0 0</inkml:trace>
  <inkml:trace contextRef="#ctx0" brushRef="#br0" timeOffset="5236">13286 2474 9512,'4'5'629,"1"-1"-449,-1-2 90,2-2-90,0 1-90,0-1 90,-1 0-90,2-1 0,-3 1 0,2-2-1,1 1-89,-1-1 90,2 1-90,-1-2 0,0 1 90,2-1-90,-1-1 90,2 0-90,-1-1 0,1-1 90,2-2-90,-1 0 0,2-2 90,1-3-90,9-7 90,-5 3-694,5-4 604,-9 7 0,0-1 90,-1-1-90,6-8 0,-5 6-478,3-7 478,-7 9 0,1-2 0,-1 0 90,-1 1-90,2-4 0,-1-1 0,5-13 0,-2 7 0,2-9 0,-4 10 0,-3 7 0,0 0-937,4-11 937,-4 10 0,0 1 0,4-8 0,-1 0 0,1 0 0,-1-1 0,0 1 0,1 1 0,-2 2 0,1 0 515,-1 0-515,-1 0 0,0 0 0,4-11-490,-4 9 490,3-6 0,-4 10 0,0 1 0,6-14 90,-4 8-90,4-9-90,0 2 90,-3 8 0,4-6 0,-5 12 0,-1 3 0,-1 2 430,0 1-430,0 1 0,1 0 990,-2 2-990,1 1 0,3-5 0,-3 5 0,3-4 0,-4 6 0,1-1 0,0 2 0,0-2 0,6-3 0,-3 2 0,4-3 0,-2 4 0,0 0 574,5-4-574,-3 4 0,1-2 0,-4 5 0,3-2 0,-5 3 0,3-1 0,-5 3 0,4-1 0,-2 2 0,5-2-90,-1 3 90,1 0 0,-1 1 0,-4 1 0,2 1 0,0 0 0,1 0 0,0 1 0,0 1 0,0 0 0,-1 1 0,0 0 90,0 1-90,0 0 0,4 3 0,-4-1 90,9 6 0,-3 1-90,0 0 90,-1 0-90,-6-3 90,7 5 0,-5-3-599,6 5 598,-4-4-250,1 1 161,0 1 90,0 1-90,-2-1 90,0-2-90,0 2 90,-2 0-90,2 0 90,-2 0-90,1-1-3140,-1 0 3230,0 0-2190,-1-1 2190,-1-1 132,1 1-132,1 1 0,0 2-369,3 1 369,-1 1 0,0-1 1649,1 1-1649,0 0-90,0-1 90,0 1-90,0 0 90,0 0-90,0 0 90,0-1-90,0 0 2933,-1 1-2843,-1-2-90,-2 0 0,-1-3 90,0 0-90,0-1 0,-1 1 0,1 0 90,2 5-90,-2-3 619,2 3-619,-3-4 0,-1-1 0,4 6 0,-3-5 90,3 5-90,-3-6 0,-1 0 0,1 0 0,-1 0 531,0 0-531,-1 0 0,4 5 0,-3-3 0,2 2 0,-3-4 90,-1-2-90,0 1 0,0 0 0,-2-2 0,2 3 0,-1-3 235,-1 1-235,1 0 0,-1 0 0,1 0 0,-1 0 0,1 0 0,0 0 0,0 1 0,1-1 90,0 1-90,1-1 0,-1 0 0,1-1 0,-1 1 0,3-1 0,2 4 0,-2-4 0,2 2 90,0 0-90,-3-4 0,3 3 0,-4-4 0,0 0 0,-1-1 0,2 1 0,0 0 0,0-1 0,0 1 0,0 0 90,1-1-90,1 0 0,-1 1 0,1 0 0,5 1 0,-3-1 90,4 1-90,-5-2 0,1 0 0,0-1 0,-1 1 0,0-2 0,0 1 0,-1-1 0,0 1 0,0-1 0,0 0 0,1 0 0,-1 0 0,1 0 89,1 1-89,-1-2 0,1 1 0,1-2 0,8 2 0,-4-2 0,6 1 0,-4-2-279,-2 0 279,2-2 0,9-1 0,-7-1-90,7-2 0,-10 0-180,-1-2-90,-1 0-90,-1-1-269,-3-1-361,-1 0-2197,-1-6 3017,-4 5 0,1-10 0,-4 2 0</inkml:trace>
  <inkml:trace contextRef="#ctx0" brushRef="#br0" timeOffset="6417">18872 890 11221,'4'-8'2338,"-4"2"-2158,-4 3 0,-3 1-90,-1 4 0,0-1 0,-3 2 90,-1 1-90,-5 3-90,-2 1 90,-2 2 0,-2 1-90,0 1 90,0 1-903,0 0 903,2 1-90,0 1 0,3-2 0,3 0-88,4-2-2,2 0 90,4-1 0,2 0-90,3 1 90,2 0 715,4 1-805,11 5 90,-1-4-1383,10 4 1383,-5-6-90,0-3 90,6 1-89,-6-4 89,0 0 0,-8-2 0,-3-1 0,-1-1 0,-1 0 0,-2-2 1388,-2 0-1388,-1-3 0,-2 0 0,-2-3 0,-2 1 0,-4-1 0,-2 0 0,-3 0 0,-4-3 0,0 2-90,-2-1 90,2 3 0,2 0-90,1 1 0,1 1-180,1 0-180,1 0 1,2 2-181,0-1-1799,3 1 2429,0 0 0,3 2 0,1-1 0</inkml:trace>
  <inkml:trace contextRef="#ctx0" brushRef="#br0" timeOffset="6701">19099 1034 11760,'5'-6'990,"-1"2"-810,1 2-90,-1 1 89,2 0-89,1 0 0,1 0 90,4 0-270,-3 0-180,4 0 1,-3 1-271,0-1-270,-1 1-989,-1 0-449,0 0 2248,-1 0 0,-1 0 0,-1 0 0</inkml:trace>
  <inkml:trace contextRef="#ctx0" brushRef="#br0" timeOffset="6902">19128 1122 10591,'-2'8'989,"2"-3"-809,5 1 0,1-3 0,2-1-90,2 0 90,0 0-90,2-1-90,1 1-180,0-1-270,1-1-449,-1-1-720,0 0-180,-1-1 1799,-2 0 0,5-3 0,1-1 0</inkml:trace>
  <inkml:trace contextRef="#ctx0" brushRef="#br0" timeOffset="7375">19580 884 10951,'-6'-7'539,"0"2"-269,3 1 270,1 2-540,4-4 90,-1 3-90,5-1 90,-1 2-90,2 1 90,0 0-90,2-1 90,0 1-90,0-1 90,1 2-90,3-1 0,-4 2 0,2-1 0,-4 1 0,-1 0 0,-1 1 0,0 1 0,-2 0 0,-2 1 0,-2 3 0,-3-1 0,-1 3 0,-1-2 0,-1 0 0,0 0 0,1 1 0,0-1 0,0 5 0,2-3 0,0 3 0,4-3 0,2 0 0,2 0 0,1 2 0,3-1 0,1 1 0,2-1 0,3 2 0,1 1 0,2 2 0,-3-1 0,0-1 0,-4-3 90,-3 0-90,-1-1 90,-4 0 0,-3 0-90,-3 3 90,-7 0-90,-4 4-3277,-6-1 3251,-4 3 26,-2-1-2358,0 0 1998,2-2-416,3-4-1203,5 0-629,1-1 2608,6-2 0,1 3 0,2-1 0</inkml:trace>
  <inkml:trace contextRef="#ctx0" brushRef="#br0" timeOffset="9254">19933 2489 10861,'-8'1'539,"-3"0"-449,15-1 0,8-3 0,12 0 0,1-2-45,-3 1 0,1-1-45,8-1-1639,6-4 1,0 0 1703,-2 1-65,-4-2 0,-1 0 0,-7 1 90,8-7-90,-9 3 0,-2 0 90,2-3-90,2-1 45,-5-1 0,3-4-45,-4 2 0,1-2 0,1-1-299,2-3 0,0-2 1,0 0 298,-1 1 0,-1 0 0,-1 1 641,2-4 1,-3 2-642,-5 10 0,-2 1 45,2-1 0,-2 1 45,6-8-90,4-9 90,-7 11-219,-1-2 219,1 0-379,0 0 289,0-1 45,-3 5 0,1-1 0,2-2 0,0 0-228,1-1 1,-1 0 182,0 0 0,0 3 90,4-11 251,1 0-341,-1 0 90,-2 3-90,0 1 90,-2 4 0,-1 0 0,-2 0-84,1 1-6,-2 2 180,1 0-90,-2 3 0,0 1-90,0-1 90,-1 3-1,1-2 1,1 0-90,0 0 90,2-2 0,6-9-90,-4 6 38,5-9-38,-5 11 0,1-3 90,8-9-90,-6 9 809,4-8-719,-7 13-90,1 0 0,-2 2 0,-1 2 0,0 2 1214,-1 1-1214,0 1 0,1 0 266,8-6-266,-5 5 90,13-9-90,-13 11 267,5-2-267,-5 4 0,3 0 876,6-2-876,13-3 0,-10 6 0,0 1 0,12-2-306,-17 4 0,-2 2 306,-5 2-3080,8 0 3080,-6 1 71,6 1-71,-7 1 0,0 0 0,1 2 0,0 0 0,0 1 0,1 0 90,-1 0-90,13 5 0,-6-2-837,9 3 837,-9-2 0,-1 1 0,2 0 261,0 0-261,0 2 0,0 0 89,0 0-89,0 1 0,1 0 0,2 1 90,-1 1-90,3 2 1887,-2 1-1797,0-1-90,3 2 0,-4-1 90,2-1-90,-3 1 0,-2-2 0,0 2 90,-2 0-90,0 0 0,0 0 0,-1 2 0,1 1 90,-1-1-90,3 4 0,-1-1 0,1 3 0,0 1-2288,-2-3 2288,1 4-160,-7-10 1,1 0 159,9 12-196,-8-10 0,-1-1 196,7 8 0,-1 1 89,1 0-89,-1 1 0,0-1 0,-1 0 45,-7-8 0,1 1-45,7 11 0,-9-11 0,0-1 0,3 7 267,-1-2-177,0 0-90,1 3 90,-1-2 0,0 1-45,-3-6 0,0 0 45,4 7-46,-3-8 1,-1 0 45,4 6 0,-3-8 0,-1 0-90,8 11 705,-7-9 1,0-1-616,4 5 606,0 2-606,-1-4-90,0 1 90,-1-1-90,0-1 0,0 1 90,0-2-90,-1 0 0,1 1 90,-2-2-90,1 1 0,-3-3-1532,0-1 1532,-1-1 368,-1-2-368,7 9 0,-3-5 572,4 6-572,-6-8 0,0-1 586,-1-1-586,0 0 0,0-1 90,1 0-90,-1 0 0,3 2 2974,-1-1-2974,1 1 0,-1-2 0,4 4 616,2 0-527,5 5-89,-5-7 0,-1 0 0,-6-5 0,1 0 0,-1 1 0,0-2 0,0 1 0,1-1 0,-2-1 224,1-1-224,-1 1 0,1-1 0,0 0 90,1 0-90,1 0 0,0-1 0,2 2 0,1-2 0,1 1 0,0-2 0,4 1 0,1 0-1707,3 0 1707,-1 0-963,11 1 963,-8-1 0,8 0-390,-12-2 390,-1-1 0,-3 0 0,1 0 0,7 0-90,-6 0 1418,6-1-2047,-3-1-1,-8 0 723,4-2-1443,-9-1 1,-3 0-540,-2-2-629,-3 0 2608,-1-2 0,-4-9 0,1-3 0</inkml:trace>
  <inkml:trace contextRef="#ctx0" brushRef="#br0" timeOffset="13602">21881 231 7892,'2'-8'1080,"0"-1"-450,-1 6-1,0-2-359,-1 11-90,-1 9-90,-1 10-1831,0 10 1921,-1 3-135,2-15 0,-1 0 45,1 2 0,0 1 0,-1 3 0,0 1-1,1 0 1,-1 2 0,1 5 0,-1 2-1219,1 0 1,-1 1 1188,1-10 0,0 0 0,1 0 0,-1 1 0,0-1 0,1 0 30,-1 1 0,1 1 0,-1 1-45,1 1 0,-1 3 0,1 1 0,0-3-15,-1 3 0,1-2 0,-1 3 24,1-4 0,-1 5 0,1 0 0,0 0 0,-1-5-24,1 4 0,0-4 0,0 1-8,0-2 1,0 2-1,-1-1 1,2-2 7,-1-1 0,1-3 0,-1 1 0,2 7 0,-1 0 0,0-1-1,1-7 1,-1-2 0,1 1 0,0 4 0,0 1 0,0-2-30,1 2 0,0-2 45,1 0 0,-1-1-228,1-1 0,-1-1 228,1-1 0,-1 0-1,1-3 1,-1 1-446,0-4 1,1 0 400,2 15 90,-2-7 1088,1 0-1178,-2-9 0,1 0 0,-2-10-180,-1-2 515,-1-3-2224,-4-7-174,1-1 2063,-3-6 0,1-3 0,-1-2 0</inkml:trace>
  <inkml:trace contextRef="#ctx0" brushRef="#br0" timeOffset="14246">20087 2212 10411,'9'-1'270,"1"0"-180,-1 1 90,2 0-90,4 1-755,7 1 845,5 2-91,11 1 1,-15-2 0,0 0-45,4 1 0,1-1-1443,7 0 1,2 1 1442,2 0 0,2 1-15,-9-3 0,0 1 0,1 0-434,1 0 0,0 0 1,1 1 433,1-2 0,0 1 0,3 0 6,-3 0 0,2 0 0,3 0 0,-1 0 0,-2 0-438,3 0 1,-2 0-1,1 0 1,1 0 416,-5-1 0,2 1 0,1 1 0,-1-1 0,0 0 0,-1-1-194,-2 1 1,-1-1 0,-1 0 0,0 1 0,1-1 196,0 0 0,0 1 0,0 0 0,0 0 0,1-1-18,0 0 0,-1 1 0,1-1 0,0 0 0,0 0 18,1 1 0,-1-1 0,1 0 0,-1 0 0,1 0-97,-1 1 0,1-2 0,0 1 1,-1 0-1,1 0 97,-1 0 0,1 0 0,0-1 0,-1 1 0,1 0-18,-1 0 0,0-1 0,0 1 0,0 0 0,-1-1 22,6 1 1,0 0-1,-1 0 1,0-1-23,-1 1 0,1 0 0,-1 0 0,0-1 0,-4 1 0,0-1 0,0 0 0,-1 1 130,1-1 1,0 0 0,0 0 0,0 0-131,-1 0 0,1 0 0,-1 0 0,0 0 63,-1 0 0,-1 0 0,2 0 0,0 0-63,1-1 0,1 1 0,1-1 0,-1 0 0,-2 1 0,10 0 0,-3 0 0,1 0 22,-3 0 1,2-1-1,-1 1 1,-4-1-23,6 1 0,-2 0 309,-10 0 0,0-1 1,-1 1-220,3 0 0,-1-1-46,-2 1 1,-3-1 45,8 1-90,-19-1 927,-1 0-927,-1 1 1779,-3 0-2049,0-1 2345,-4 1-2075,-1 0 0,-2-1 0,-1 1 0</inkml:trace>
  <inkml:trace contextRef="#ctx0" brushRef="#br0" timeOffset="14954">21994 1967 10141,'20'-3'540,"2"1"-360,-1 1 0,2 0 90,1-1-1656,-3 2 1,1-1 1475,17 0 0,-10 1 0,0 1-679,-5-1 0,0 1 634,2-1 0,4 1 45,6 1 0,5 0 0,-3 0-46,0 0 1,0 0-23,-2 0 1,4 0 0,1 0-1,-6 0-22,2 0 0,-1 0 30,3 0 0,4 0 0,-2 0-156,-9 0 1,-1 0-1,0 0 96,5 0 0,1 0 1,-2 0 29,3 1 0,-3-1-45,-7 0 0,-3-1 45,0 1 0,-2-1-90,-8-1 90,0 0 865,-9 0-865,0-1 0,-3 1 0,-1-1 0</inkml:trace>
  <inkml:trace contextRef="#ctx0" brushRef="#br0" timeOffset="15389">23121 1897 9602,'-3'-6'1349,"0"1"-1259,8 4 90,-1 1 89,17 8-179,-3 1 0,5 2 0,-3-1-254,-6-3 164,1 1 90,-2 0-90,0 0-90,-1-1 90,-1 0-90,-1 0 90,0 0-180,4 2 344,-4-2-254,5 3 90,-10-4 0,-4 0 0,-5-3 0,-3 0-89,-1 1 89,-16 6 89,5-1-89,-11 5-89,10-5 89,3 1-360,-5 2 90,7-3-270,-4 2-809,8-4 90,1-1 1259,1-1 0,-3 0 0,0 1 0</inkml:trace>
  <inkml:trace contextRef="#ctx0" brushRef="#br0" timeOffset="15942">22539 1616 9512,'-5'-6'269,"1"0"-89,1 1 180,1 2 360,-1-5-630,4 3 90,0-1-1,7 1-89,-1 2 0,4 0 0,-1 1 0,1 1 0,0-1 0,0 1-90,0 0 90,2 2 0,-3-1-90,5 2 90,-9 0-90,1 1 0,-3 0 0,-4 2 0,-1-2 0,-5 6 0,0-3 0,-6 5 0,5-4 0,-2 1-90,3-2 0,1 1 90,2-2-90,1 1 90,3 1 0,1-2-90,4 2 90,0-1 0,3 0 0,0 0-90,1 1 90,-1-1-90,3 4 90,-3 0 0,0 1 0,-5-1 0,-4-3-90,-4 0 90,-2 2 0,-4-1 0,-1 1 0,-2 0 0,-2 0 0,0-2 0,1 1-90,0-1-269,2-1-91,2-1-1079,1-1-180,2 0 1709,1-1 0,2 0 0,0-1 0</inkml:trace>
  <inkml:trace contextRef="#ctx0" brushRef="#br0" timeOffset="17053">14318 382 9422,'5'7'-450,"1"1"360,-3 0 90,0 1-90,1 2 90,-2 3 90,0 2 0,0 3-90,-2 7-1363,0 3 1542,-1 6-89,-2 7-45,1-20 0,1 0 0,-1 3 0,0 0-642,0 1 1,0 0 641,1 0 0,-1 1-708,0 0 0,1 1 708,0 0 0,-1 1 45,1 0 0,1 1 0,-1 0 0,1 1 0,1 0 0,-1 0-771,1 0 0,1 0 771,-1 1 0,1 0-45,0 0 0,1 1 45,-1 0 0,0 0-45,1 0 0,0-1-30,-1 0 1,1 2 74,-1-5 0,1 1 0,-1-1-84,1 5 1,0 0-7,-1-6 0,1 1 0,-1-1 90,1 14 0,-1-2-90,0-10 0,-1 1 45,1 9 0,0-2 0,-2-11 0,1-2-45,-1-2 0,1 0 133,0 1 1,-1 0-134,2-2 0,-1 0 422,0 0 1,0-1-423,1 0 0,0 0 0,0 17 0,1-1-90,0-3-180,1 1 1,0-5-1,-1-1 729,1-2-909,-1-3-180,0-1-629,0-5 1259,0 2 0,-1-2 0,0 3 0</inkml:trace>
  <inkml:trace contextRef="#ctx0" brushRef="#br0" timeOffset="17677">14020 2478 9242,'-8'4'270,"0"-1"-91,3-2 1,0 1 270,0-1 0,-3 0-90,3 0 269,-3 1-449,10 0 0,2 0 0,9-1 0,8-1 0,12-2-1555,-12 1 0,3 0 1464,7 0 1,2-1-1226,2 0 1,3 0 1165,-10 1 0,2 0 0,-1 0 0,1-1 0,1 1 0,0-1-278,0 1 0,1 1 0,1-1 293,3 0 0,2-1 0,1 1 0,-2 0-414,1-1 1,-1 1-1,4 0 387,-3-1 0,3 1 0,3-1 0,-3 1 0,-3 0-61,3-1 1,-4 1-1,2-1 43,-2 1 0,2-1 0,-1 1 0,-2 0 30,-2 0 0,-3 1 0,1-1-30,-2 1 0,1-1 0,-2 0-264,11 0 0,-2 1 308,-2-1 1,-2 0 84,-5 0 1,-1 0-130,-3 1 0,-2-1 888,18 0-888,-11 1 0,-6-1 0,-6 1 1688,-4 0-1688,-4 0 2525,-2-1-2705,-2 1 1263,-1 0-4360,-1-1 3400,0-1 1,-1 0 0,-1-1 0</inkml:trace>
  <inkml:trace contextRef="#ctx0" brushRef="#br0" timeOffset="18327">14900 2002 9871,'3'-6'630,"0"1"-450,1 1-90,-1 0 360,13-3-271,1 1 1,10-2-180,-10 5 0,-3 1 90,-9 3-90,-1 0 0,0 0 90,-2 2-90,-2 2 0,-1 0 90,-3 1-90,0-1 0,-2 1 0,-14 20-90,13-9 0,-10 10 90,19-17 0,2-4 0,2-1 0,1 0-90,2 0 90,1 1 0,0-1 0,1 0 0,-2 0-90,1 0 90,-3 0 0,0 2 0,-3-1 0,-1 1 0,-3-1 0,-1 2 0,-3 0 0,-3 3 0,-9 7 0,0-2 0,-7 5-90,6-7-89,2-2-91,2-1-180,3-3-360,1 1-359,1-2 180,1-1 989,0 0 0,-3 0 0,-1 1 0</inkml:trace>
  <inkml:trace contextRef="#ctx0" brushRef="#br0" timeOffset="19635">14889 2040 9781,'1'-9'810,"-1"3"-630,5 1 90,0 2-90,0 0 89,2 0-89,2-1 0,0 1 0,3-1 0,1 1 0,3-2-90,1 2 0,1-1 0,0 1 0,-1 0 0,0 2 0,-3 0 0,-1 1 0,-1 1-1,1 2 1,-5 2-90,1 2 90,-8 2-90,-2 0 0,-4 3 90,-12 13-90,2-4-724,1-5 1,0 0 723,-9 8 0,0-1-558,2-3 558,4-2 0,3-2-139,2-3 139,3-2 0,3-2 0,2-1 1319,2-1-1319,2-1 741,2-1-741,2-1 174,3-1-84,5-1-90,18-3 90,-1-1-90,-6 0 0,1-1-1620,16-3 1620,-17 1 0,-1 1 0,2 0 0,-1 0 45,0-1 0,-1 0-90,1 1 0,-1 0-970,16-3 835,-4 1-90,-8 2-280,-5 0-169,-6 1-1260,-3 1-630,-5-1 2961,-2 2 1,-3 1 0,-2-1 0</inkml:trace>
  <inkml:trace contextRef="#ctx0" brushRef="#br0" timeOffset="20569">9850 881 10051,'-3'3'-180,"2"-1"270,-2 15 90,2-1-180,-1 4 90,1 5 90,-1 4-1341,1 6 1251,0-15 0,0 2 90,0 12 0,1 1-91,0-6 1,0 0 0,1 11 0,0-1-1081,1-9 0,0-1 1081,0 1 0,0 2 0,0-2 0,0 2 0,0-1-1146,1 6 1,-1 0 1115,0-3 0,1 2 0,-1-2-670,0 1 1,-1-1 699,2 7 0,-1 1-481,0-7 1,-1-1 480,1 4 0,0 0-45,-1-5 0,0 3-39,0-5 1,1 3 0,-1-1 38,0 4 0,1 1 224,-1-7 0,1 2 0,-1-2-209,1-1 0,0 0 0,0-3-15,0 5 0,0 0-15,0 0 0,1 2 0,-1-4 250,0-5 0,0-1-280,-1 7 0,1-3 90,0 3 1221,-2-4-1311,1-6 2190,-1-4-2190,0-1-90,0-3 90,0 0 562,0-2-742,-1-2 1569,1-1-1839,-1-2-652,0 0 562,-1-11-2080,0 0 2620,0-7 0,-1-3 0,0 0 0</inkml:trace>
  <inkml:trace contextRef="#ctx0" brushRef="#br0" timeOffset="20894">9904 2422 9422,'-2'-11'-90,"1"2"180,1 4 269,-1 0-3636,0-1 1614,0 2 3521,-1-3-1498,1 2 1039,-1 0-1309,3-1 0,0 3 0,3-1 3186,2 3-2980,3-1-296,3 0 90,4-1 0,7 0-90,6 0 90,9-3-90,-8 3 0,1 0-744,-7 0 0,-1 1 654,8-1 0,-2 1-90,8 0-90,-12 1 1,-1 1-949,12 0 1038,-14 1 1,-2 0-271,3 0 0,-4 2-899,-4-1 180,-4 1 1169,-1 0 0,1 2 0,0-1 0</inkml:trace>
  <inkml:trace contextRef="#ctx0" brushRef="#br0" timeOffset="21995">9996 2102 9242,'10'2'180,"-3"0"-90,-1-5-90,-3 1 0,1-2 0,-1 0 0,0-1 90,-1 0-90,1-1 0,0 0 0,0-1 0,-1-1 89,2-5-89,-2 2 0,3-6 0,-4 7 0,2-2 0,-2 4 0,0 2 0,1 0-89,-1-1 89,1 1 0,-1 10 0,0-1 0,-1 10 0,0-3 0,-1 1 0,0 2 0,-1 8 0,0-4-90,0 5-90,1-6 0,0-1-90,1-2-180,-1 0-359,0-1 719,0-1 90,1 0 0,-3 3 0,1 0 0</inkml:trace>
  <inkml:trace contextRef="#ctx0" brushRef="#br0" timeOffset="22202">9991 2243 8792,'4'5'540,"0"-1"-360,2-4 179,7 0-269,0-2 0,9-2-360,1-1-1529,16-4-498,-8 1 2297,-11 3 0,0-1 0,13-7 0,1-3 0</inkml:trace>
  <inkml:trace contextRef="#ctx0" brushRef="#br0" timeOffset="-124518.73">18778 3375 8972,'-5'-7'630,"1"2"-451,-2 3 1,1 1 90,-5 2-90,2 0 0,-3 2-90,2 0 90,0 1-90,-1 1 90,0 1-90,0 3 0,-1 0 89,-7 11-89,6-6-260,-7 11 260,3 3-1039,3-4 1039,-2 6-576,8-9 486,2-1-245,3-2 335,1 1-90,2-1 213,6 11-123,0-8-45,7-1 0,2 0-45,3-2 0,-3-5 0,1-1 90,16-2-90,-9-4 0,-1-3 0,3-2-2738,15-3 2468,-19 0 1,-1-1-1440,18-7-420,-16 0 2129,-4 0 0,1-3 0,-2 0 0</inkml:trace>
  <inkml:trace contextRef="#ctx0" brushRef="#br0" timeOffset="-115042.73">7289 4990 8432,'2'-9'1349,"0"2"-1169,-4 1 90,-1 3-90,0-2 0,-1 2 90,0-1-90,0 1 0,-1 0-1,-1-1 91,-1 1-90,-1-1 0,1 2 0,-2-2-90,0 2 270,-4-1-270,4 1 90,-5 0-90,4 1 89,-6 1-89,2 0 0,-5 2 0,3 1 0,-4 2 0,-1 2-769,-4 1 769,1 2 0,-1 1-918,1 3 918,-1 4-90,6-2 0,1 1 90,-10 12-90,10-9 0,0 1 0,-4 12 45,8-8 0,1 1-861,3-6 1,1 1 815,-3 7 0,2 1 0,5-8 0,1 0-395,0 1 0,1 0 395,-2 18 0,3 1 0,1-4 90,4-1-90,0-11 0,2 1 0,6 13 0,-3-15 0,1 1 0,8 7 45,-2-12 0,2-2-45,11 9 0,-10-12 0,0-2 350,11 1-350,-8-7 0,0-2 0,13 1 129,-12-4 1,2-1-85,2-3 0,1-2 339,-5 0 0,1-1-384,16-6 0,1-1-440,-15 3 0,0-1 440,6-3 0,-2-1 0,-8 2 0,-2 1-458,-1-1 1,-1 0 502,0-1 0,-1 0-495,14-13 450,-4-3 0,-4 0 0,-4 1 0,-5-2 45,-7 8 0,-2 0 218,0-13-173,-4 2 0,-3-1-90,-1 13 0,-1 0 441,-2-8 1,-2 0-397,-6 0 0,-2 1-45,4 7 0,-2 0 30,-4-1 0,-3 0 0,1 1-30,0 4 0,-2 1-355,-10-6 1,-1 3 354,8 7 0,-1 3 0,-7-1 0,0 1 0,3 4 0,-1 0 0,-3 1 0,-1 1 0,-1 2 0,1 2-641,-2 1 0,0 2 641,-2 1 0,0 2-45,1 2 0,0 1-456,4 1 1,0 1 320,6 0 0,0 0-42,4 1 0,1 0-228,5 0 1,2 1-991,-14 14-359,9 4-449,6-2 2248,6 1 0,5 5 0,1 2 0</inkml:trace>
  <inkml:trace contextRef="#ctx0" brushRef="#br1" timeOffset="-105756.73">9645 11827 10647,'-2'-8'2874,"1"0"-3133,5 8 961,-2-4-674,2 2 329,-3-4-383,-2-2-185,0 4-36,-1-4 222,0 5-14,-1-3-299,1 3 187,-2 0-127,0 5 621,0 0 84,0 3-203,3 0-6,0 0-65,1 0-133,3-6 376,-1 0-152,1-5-480,-3 0-169,-2 2 121,-2 3 432,0 3 195,-2 3-41,3-2-448,0 2-14,0-1 174,1 2 174,-1 1 6,1-1-348,0 1-258,1-1 3,1-1 381,0 1 1,4-8 0,2 0 0</inkml:trace>
  <inkml:trace contextRef="#ctx0" brushRef="#br1" timeOffset="-105055.73">9566 11655 19080,'0'-9'-3277,"-1"1"2396,-1 1 202,-1 1 553,-1 2 353,0 2 584,-5 5 438,2 0-887,-2 4 753,2-1-88,1 2 93,-1 2-224,-1 1-644,1 2-489,0 2-718,-1 8 40,3-5 43,-1 8 144,4-7 34,1 0-323,2 2 565,1-2-503,1 5 604,3-1-59,1 2-1,1-3 43,0-3 141,1-3 19,10 9 337,-5-11 13,6 5-86,-8-12 148,0-2 52,0-2 67,7-1 13,4-6 332,1-1-517,-5-4 0,0-1 14,1-5-259,11-10 324,-15 5-184,-3-2-102,-1-1-86,-1-3-108,-2-1-75,-3-1 38,-2 2 11,-3 0-1363,-3 2 1,-1 0 1290,-3-7 263,1 7 1,-2 0-527,-2 3 411,-4 0 166,-7 0 12,2 5 56,-5 0 182,-2 8 56,7 4 60,-9 2 69,6 6-41,-2 1-19,-2 4-359,-7 8-96,9-3-329,-6 7-2663,9-1 2725,8-5 1,-4 7 0,8-5 0</inkml:trace>
  <inkml:trace contextRef="#ctx0" brushRef="#br0" timeOffset="-103827.73">13714 12262 10231,'-4'-5'3276,"0"-1"-2234,-1 7-862,2-1-180,-2 7 90,4-3 89,-1 1-179,0 0 90,1-1 0,-1 3-90,2-3 270,-1 1-270,2-11 0,-1 2 0,1-8 0,-2 6-809,0 1 449,-4 5-720,3 1-1798,-2 5 2878,2-1 0,2 1 0,0 0 0</inkml:trace>
  <inkml:trace contextRef="#ctx0" brushRef="#br0" timeOffset="-103257.73">13694 12105 11311,'-3'-9'-180,"0"1"180,1 3 269,0 1-179,-1 0 180,1 1 90,-5-2-270,2 3 0,-3-1 90,-1 4-90,3 0 0,-3 1 0,2 1 0,-1 2-90,-1 1 90,-6 6 0,-3 8 0,0-1-90,1 3-846,6-5 846,2 0 0,0 1-201,2 0 291,2 1-90,0 6 0,4-3 90,2 3-433,2-6 343,4 0 881,0-1-881,13 9 0,5-4 0,1-2 0,1-7 0,-2-8 213,-5-4-213,7-2 0,-7-2-440,1-3 440,1-2-2872,1-2 2872,-1-1 0,-1-3 0,-4 0 0,-3-1 0,-3-1 0,-1-2 90,-2-1-90,-1-1 0,-4 2 0,-2-2 0,-2 1 0,-4-4 0,-2-2 0,-2 0 89,-8-9-198,3 10 109,-6-3 90,4 10-90,2 5 0,-2 1 0,2 4 187,0 2-78,1 2-73,-8 3 420,4 0-64,-4 5-135,6 0-234,1 2-414,1 1-739,1 1-887,2 1 2061,3 1 0,-1 4 1,1 1-1</inkml:trace>
  <inkml:trace contextRef="#ctx0" brushRef="#br0" timeOffset="-102052.73">17715 12531 9871,'7'5'180,"-2"0"-180,-3 0 90,-1-2-90,1 2 0,1-2 0,-1 0 0,2-1 90,0 0-90,2-2 0,-1-2 0,-1-1 0,0 1 0,-1-2 90,-1 1-90,0-1 0,-1-1 90,-2 1-90,-1 0 0,-4 3 0,2 3-1439,5 0 1439,1-2 0,4 0 0,-3-5 0</inkml:trace>
  <inkml:trace contextRef="#ctx0" brushRef="#br0" timeOffset="-101533.73">17757 12358 8882,'-5'-6'1259,"0"0"180,-1 0-1169,0 3-180,-2-1 90,2 4-90,-1 2 0,1 1 135,-12 11 0,-2 5-135,-4 9-1729,2-5 1,1 1 1613,3 7 9,9-9 16,2 8 90,5 1-1615,3 2 1525,5-2 45,5-9 0,1-2-45,6 7-443,-3-8 0,0-1 443,5-2 2191,12 0-2191,1-4 0,2-2-2180,-5-7 2270,-5-4-90,1-3 1272,1-2-1272,-4-2 0,2-4 0,-2-8 0,0-2 0,-1 5 0,-3-2 0,-7-7 0,-4-6 0,-6 2 0,-10-4 0,-5 0-375,2 6 0,0 0 0,-2 1 375,-5-4 0,-4 5-60,-3 11 0,-4 3 0,1 5-1244,-8 4 1,0 4 210,6-1 1,-1 0 0,1 2 1068,-3 5 1,3 3-1,9 0 1,2 1 0,-8 5-1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25:12.97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9671 2839 5824,'3'1'45,"23"-2"0,9-2-45,0 3 0,2 0-1093,-4-2 1,2 0 0,-1 0 297,-4-1 1,-1 0-1,4-1 807,-5 2 1,4-1 0,2 0 0,1 0 0,0 0 0,-2 0 0,-3 0-99,2 0 0,-4 0 0,1 0 1,5 0 85,-6 1 0,3-1 0,3 0 0,2-1 0,2 1 0,1-1 0,-1 1 0,0-1 0,-2 1 0,-3 0 0,-3 0 0,10-1 0,-4 0 0,-2 0 0,0 0 0,2 0 0,0 0 0,2 1 0,1-1 0,-1 0 0,-2 0 0,-3 1 0,8-2 0,-4 1 0,-5 0 0,-2 0 0,-6 2 613,1-2-523,1 1 0,-2-1 0,-17 2 2178,8-3-2268,-11 2 0,-1 1 0,0-1 0</inkml:trace>
  <inkml:trace contextRef="#ctx0" brushRef="#br0" timeOffset="2601">14790 2870 5734,'-6'1'0,"0"1"0,6 1 36,7 2-13,4 0 8,15 1-9,0-3 1,10-2-1,1 1 1,-4-1-23,-8 0 0,-2 0 0,4 1-656,2-1 1,4 0-1,1 0 1,-1 1 0,-5-2 597,3 0 1,1 0 75,-1 0 0,5 0 0,3 0 0,2 0 0,0-1-169,-10 1 1,2-1 0,0 0 0,1 0 0,1 0-1,-1 1 1,0-1 0,-1 0 150,0 0 0,1 1 0,-1-1 0,0 0 0,0 1 0,-1-1 0,1 0-202,2 0 1,2 0-1,0 0 1,-1 0-1,-2 0 1,-4 0 0,-4 0 201,6 0 0,-2-1 0,2 0 0,5-2 0,1 0 0,-5 1 0,2 0 0,0-1 0,-6 1 0,4-1 0,-2 1 0,-7 0 1500,1-1-1500,0-1-977,-2 1 977,0-1 567,-3 2 0,-17 2 0,3 0 0</inkml:trace>
  <inkml:trace contextRef="#ctx0" brushRef="#br0" timeOffset="7550">20616 2784 5734,'-10'-1'0,"1"0"0,4 1 0,-1-1 0,-2-1 0,-7 2-3277,4 0 3165,-4 0 117,10 1 1,-2 1 19,0 3 0,38 4-16,-11-2-5,2-4 1,8-1 0,3-1-383,-4-1 0,5-1 1,2 0-1,1-1 1,-2 1-1,-2 0 378,1 0 0,-2 0 0,0 0 0,3 0 214,-5 0 0,1-1 0,2 1 1,1 0-1,1-1 0,0 1 1,0 0-215,0 0 0,1 1 0,1-1 0,0 1 0,0 0 0,-1-1 0,-3 1 0,-2 0 0,7-1 0,-5 1 0,0-1 0,8 1 7,-13 0 1,5-1-1,3 1 1,3-1-1,1 1 1,1 0-1,-1-1 1,0 1-1,-3 0 1,-2 0-1,-5-1 1,-4 1-325,11 0 1,-7 0 0,3 0 331,0 0 0,5-1 0,2 1 0,-1-1 0,-7 0 0,-9 1-15,-3-1 0,0-1 90,-3-1-90,-1 0-90,-1 1 2631,-2 0-2541,-7 3 0,-2 0 0,-3 0 0</inkml:trace>
  <inkml:trace contextRef="#ctx0" brushRef="#br0" timeOffset="12699">9181 3612 5759,'-7'-2'0,"-2"0"0,2 1 0,-8 2 0,4-1 0,-5 1 0,17 5 0,6-4 0,5 3 0,1-6 0,9-8-3277,-3-4 3142,6-3 138,-10 0 0,1-15 8,-5 1-11,3-4 0,-8 11 3,-5 17 8,0 2-5,4 24-9,-3-3 5,0 5 1,0 8 0,0 1 0,-1 2 0,-1 1 0,1-1-760,-1-2 1,1-2 0,-1 1 756,1 2 0,-1 0 0,1-6 1416,0 2-1433,-1 3 17,2-9 0,0-1 0,-1 5 0,2 5 0,-3-26 0</inkml:trace>
  <inkml:trace contextRef="#ctx0" brushRef="#br0" timeOffset="12967">9143 3982 5734,'9'4'0,"13"-4"0,-7-4 0,14-4 0,3-3 0,1-1-1639,-13 5 1,1 1 1150,12-7 1,-1 2-231,-8 3 718,-9 3-174,-3 0 0,4-2 1,0 0-1</inkml:trace>
  <inkml:trace contextRef="#ctx0" brushRef="#br0" timeOffset="13567">9559 3747 5734,'-2'-10'0,"2"3"0,6-3 0,7 5 0,-1 0-774,2 4 774,-7 2 188,7 18-188,-19 4 0,-9 6 0,4-1-1599,9-6 0,-1-1 1599,-9 7 0,-4 3 0,2-7-1200,3-5 1200,4-6 319,-6 10-319,15-26 0,-3 7 0,10-17 0,10-15 0,-1 2 0,-4 6 0,0-1 0,2-2 0,1-2 0,-1 2 286,-3 6 0,-2 2-286,11-9-821,-9 9 1,-1 1 820,6-5 0,-19 38 0,-10 2 0,-4 7 0,-3 8 0,2-5 0,5-12 0,1-1 0,-3 12 0,0 5 0,3-8 0,7-6 62,2 0 1,4-3-63,16-13 0,-2-1 50,12-5-50,-8-3 0,-3-1 0,3 0 0,3-2 0,1-1 0,8-2 0,0 1 0</inkml:trace>
  <inkml:trace contextRef="#ctx0" brushRef="#br0" timeOffset="14567">14694 3758 5734,'-7'-2'90,"1"0"90,2-1-90,6-3-90,0 3-3277,29-5 2392,-13 5 1314,15 3 1,1 3-430,-9 4 0,-1-4 0,-5 5 0,-17 21 0,-8-13-45,-3 4 1,-2 0 44,-4-1 0,-5 5 0,7-10 0,2 1-90,-6 13 1265,0 0-1175,11-9 0,24-2 0,-7-9 0,15 7-45,-6-12 0,3-2 0,-2-1 0,2 1-1284,3 0 0,0 0 1317,-5-1 1,-2-1 11,0 1 34,7-1 0,-1 0 1,7-1-1</inkml:trace>
  <inkml:trace contextRef="#ctx0" brushRef="#br0" timeOffset="15154">15192 3866 5742,'0'-9'-3,"7"-7"1,17 1 4,-2 6 1,1 1-1642,-5 1 1,0 2 1530,2 2 1,-2 3-90,-3 3 197,-5 1 0,1 6 0,-7-1 0,-3 4 0,-7 4 0,-3 2-2,-1 1 1,0 0 1203,-1 1 1,0 0-1203,-1 2 0,5-4 1282,10-14-1282,9 2 0,6-17-2961,8-6 2964,-1 0-606,-3 1 0,5-4 0,1-1 0,-4 3 603,-3 2 0,1 0-92,4-4 0,6-4 0,-2 1 1,-9 6 91,-5 3 0,6-4 0,-24 23 0,-10 14 0,0 0 0,-4 6 41,8-7 0,1-1-41,0 6-2,4-1 1,2 0 1,8-5 0,5-5 0,7-1-20,10-6 0,10-3 0,2-2 1,-5 0 19,-5 2 0,-3-1 0,5-1 0,-3-1 0,4 0 0,2 0 0,1-2 0,-2 1 0,-3-2 0,-4-1 0,0 0 0,0 0 0,0 0 0</inkml:trace>
  <inkml:trace contextRef="#ctx0" brushRef="#br0" timeOffset="16800">20363 3753 5734,'-1'-9'0,"0"3"0,1-2 0,4-2 31,6-1-23,-2 1 20,23-3-17,-4 9-8,5-1 3,-6 4-4,-10 2-1,0 0-1,17 2 0,4 4 0,-5-1 0,-7 10-3277,-36 1 3162,5 0 115,-12 1 0,1-1 0,3 3 0,0 0 0,7-4 0,9-9 0,4 1 3276,11 12-3160,-6-7-116,1 2 0,-2 3 0,-13 10-3277,4-3 3162,-14 0-113,1-15 228,-18 9 0,9-7 0,0-1-2,2-1 1,1 0-10,0 0 0,1-2 11,4-1 0,7-3 0,8 2 0,9-2 0</inkml:trace>
  <inkml:trace contextRef="#ctx0" brushRef="#br0" timeOffset="17434">20907 3867 5734,'-6'-4'90,"0"-2"0,2 3-90,4-3 0,2 4 0,7 0 90,2 4-90,6 15 0,-18 5 0,-5 3 0,3-3 0,-2 0-1639,-8 6 1,-3-3 1523,-6 2 115,-1-3-1135,6-9 1,1-1 1134,-6 7 0,-6 0 0,29-25 0,-1 1 0,13-9 0,10-5-86,-1 2 0,3-1 0,2-1 1,-2 1 85,-2 0 0,-1 2 0,4-3 0,-1 1 0,5-2 0,1-1 0,1 0 0,-4 2 0,-5 3 0,2 0 0,-2 0 0,6-2 0,3-3 0,-9 6 343,-12 8-343,-27 21 0,-10 8 0,5-2 0,4-5 0,-5 6 0,-3 3 0,3-2 0,3-5 0,3 0 0,0-1 548,-5 6 0,-2 4 1,4-4-549,8-6 0,5-2 0,4 16 0,-2-1-90,15-11-227,7-15 1,4-4 0,9-2-1,-3-1 1,0 1 0</inkml:trace>
  <inkml:trace contextRef="#ctx0" brushRef="#br0" timeOffset="28718">5851 5104 5734,'-10'-4'0,"0"0"0,-4-1 90,-17 0-90,9 1 45,-5 3 0,-1 2-3322,-2 9 2834,8-5 1,1 2 233,3 1 0,2 2 209,-3 3 0,-1 4-66,1 5 1,-2 6 0,0 3 0,3 2 65,4-2 0,2 3 0,1 1 0,1 1 0,-1-1 0,-2-1 0,0 0 0,0 0 0,2 0 0,2 0-215,4-2 0,1 1 1,2-1-1,2-2 1,1-4 214,6 7 0,3-5 0,2 0 0,6-1 229,1-6 0,6 1 0,3-1 0,1-5-229,4-3 0,4-5 0,0-2 0,0 2 0,-7 0 0,0 1 0,0 0 0,0-2 0,-1-4-90,4-5 0,1-3 0,-3-4 0,-1-1 90,1-6 0,-3-3 0,-1-5 18,-8 3 0,1-4 0,-1-1 0,-1-1 0,0 3 4,1 2 1,-1 1-1,0-1 1,-1-4-23,-4 0 0,0-4 0,0-3 0,-1-2 0,0 0 0,-3 1 0,0 2 0,-4 5-246,0-11 1,-6 5 0,1-3 245,2 2 0,1-4 0,-1-1 0,-2 3 0,-2 4 0,-5 5 0,-2 3 0,-3 1 0,-2-1 0,-2 0 0,-6 2 0,-1 6 0,-4 1 0,-5 1 0,0 0 0,2 0 0,2 1 0,2-2 0,3 0 0,-1 2 0,-6 2 0,3 5 0,-5 1 0,-4 1 0,-2 2 0,-2 0 0,0 1 0,2 1 0,2 0 0,4 1 0,5 1 0,-8 2 0,6 2 0,-3 1 0,-1 0 0,-5 0 0,-3 2 0,2 0 0,4 0 0,10 0 0,4 3 0,5 3 0,1 4 0,0 3 0,4 2 0,3 8 0,4 3 0,1 0 0,-2-1 0,1 1 0,2 0 0,6-6 0,1 1 0,-1-1 0,0 1 0</inkml:trace>
  <inkml:trace contextRef="#ctx0" brushRef="#br0" timeOffset="34968">6159 9513 5812,'-10'-7'-70,"-12"-4"-752,6 5 823,0-1 1,-5 0 13,-5-2 0,-4 0 0,-3-1-6,0 1 0,-2-1 0,-1 0 1,-1-1-10,6 2 0,-2 0 0,0-1 0,0 0 0,2 1-820,-5 0 1,1-1 0,1 1 0,1 0 659,-3 0 0,2 0 0,-2-1 160,2 1 0,-3-1 0,1 0 0,2 1-416,2 1 0,3 0 0,-3 0 416,-2-1 0,-4-1 0,1 0 0,6 2 33,3 1 0,3 0-33,-1 1 0,-1 0 0,0-1-33,-3 0 0,-1 0 33,6 1 0,-3 0 0,1 0 23,1 1 0,0-1 1,-3 1-24,-1 0 0,-5 1 0,-1-1 0,1 1 0,3 0 0,-4-1 0,2 0 0,-5 1 0,12 2 0,-4 0 0,-2 0 0,-3 1 0,0 0 0,0 1 0,0 0 0,2 2 0,2 1 193,-5 4 1,2 2-1,1 1 1,0 1-1,0 0 1,-2-1-194,1-2 0,-1-1 0,0 0 0,-1 1 0,1-1 0,0 2 0,3 1-206,0 1 1,0 2 0,2 1 0,1 0 0,2 0 0,2 0 205,-3 3 0,3 0 0,1 1 291,0 1 1,0 0-1,-2 5-291,6-4 0,-2 3 0,-1 3 0,-1-1 0,2 0 0,2-2 0,-2 0 0,2-3 0,-1 1 0,0 6 0,4-4 0,-2 4 0,-1 4 0,-1 1 0,0 1 0,2-1 0,1-2 0,2-3 0,4-3-292,-2 4 1,4-4 0,-1 4 291,-2 3 0,-2 5 0,0 1 0,2-2 0,4-6 0,4-3 0,5-1 0,0 7 0,3 4 0,3 2 0,3-10 0,3 1 0,1 1 0,1-1 0,-2 0 0,-1 3 0,0 0 0,1-1 0,2 0 0,-1-4 0,2-1 0,2 0 0,1 0 0,4 0 0,3-3 0,3 0 0,2 0 0,2 0 0,1-1 0,-2-1 0,-2-2 0,2 0 0,-3-1 0,0-2 0,2 1 0,1 1 0,-3 0 0,1 1 0,2 1 0,0 0 0,1 0 0,0-1 0,0-1 0,-1-2 0,2-2 0,-1-2 0,1 0 0,0-2 0,0-1 0,1 0 0,0 0 0,0-2 0,1 0 0,0-1 0,1-1 0,-1 1 0,1-1 0,-1 0 0,-1 1 0,1 0 0,0 1 0,-1 0 0,0-1 0,-1 0 0,2 0 0,-1-1 0,3 0 0,-1-1 0,0 1 0,1-2 0,0 0 0,1-1 0,1-2 0,-4-1 0,1-1 0,2-2 0,0 0 0,0-1 0,-1 0 0,-1 1 0,-3-1 0,-2 2 0,10-2 0,-6 1 0,1 0 0,4-1 0,-9 1 0,3 0 0,3-1 0,1-1 0,1 1 0,-2-1 0,-3 1 0,-2 0 0,-6 0 0,5-1 0,-6 0 0,2-1 0,6-2 0,2-2 0,1-1 0,0-2 0,-3 0 0,1-3 0,0-1 0,0 1 0,-1 0 0,-3 3 0,0 1 0,0-1 0,-1 0 0,-1-1 0,1-1 0,-1 0 0,0-1 0,-1-2 0,0-3 0,-2-4 0,0-3 0,0-3 0,-2 1 0,-1 1 0,-3 3 0,4-2 0,-4 3 0,2-6 0,-6 7 0,2-4 0,2-3 0,-1-2 0,1-1 0,-2-1 0,-1 1 0,-3 2 0,-4 2 0,-3-7 0,-5 1 0,-3 1 0,0 0 0,2 0 0,3 3 0,0 1 0,1-1 0,0 1 0,-2 0 0,-3 1 0,-1-3 0,-1 2 0,-2 0 0,-4 1 0,-5-1 0,-1 6 0,-4-1 0,-2 1 0,-4 0 0,-2 0 0,-2 1 0,-1 1 0,-3 1 0,8 7 0,-2 1 0,-2 1 0,-2 1 0,0 0 0,-2 1 0,-1-1 0,-1 1 0,1 1 0,-1-1 0,0 0 0,1 0 0,1-1 0,1 1 0,1-2 51,0 0 0,0-2 0,0 0 0,2 0 0,-1 0 1,1 0-1,0 0 0,-1 0 0,1 0 0,-2 1 1,1 1-1,-2 1 0,0 0 53,-2 1 1,-2 1 0,0-1 0,-2 1 0,-1 1 0,0 0 0,0 1 0,1 0 0,1 1 0,1 1 0,1 1-1,2 0 1,3 2 0,2 1 282,-12 0 1,4 3-1,3 2 1,2 1-1,1 0 167,0-1 1,4 1 0,-2 0 0,-3 3-87,0 0 0,-3 2 0,-3 2 0,-1 0 0,1 1 0,1 0 0,3 0-337,-2 2 0,2 0 0,2 1 0,-1 1 0,-3 1 1,6-4-1,-2 2 0,-1-1 0,-1 2 0,1-1 1,1 1-1,1 1 0,4-1 0,0 6 0,0-1 0,1 1 1,-1 0-1,0-1 0</inkml:trace>
  <inkml:trace contextRef="#ctx0" brushRef="#br1" timeOffset="42651">14128 13427 8481,'-2'-7'-790,"-2"5"542,11 3 457,-7 0-276,10-2 277,-8-4-93,-1 0 120,-3 11-85,5-10 449,-4 12-629,2-14 0,-4 1 0</inkml:trace>
  <inkml:trace contextRef="#ctx0" brushRef="#br0" timeOffset="44416">19360 12711 5734,'8'4'0,"-1"-2"0,-4-4 0,-1-2 0,-1 2 0,-1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26:06.12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4302 4767 4274,'-5'-16'90,"3"4"702,-1-1-522,2 5 156,1 4-246,-14 2-91,-6 5-44,-12 6 0,-5 2-1091,12 0 0,-1 0 0,0 0 1046,0 0 0,-1-1 0,2 1-670,1 0 0,0 1 0,4-1 670,3-2 0,1 1-20,-7 11 0,-2 4 0,4-1 20,5-8 0,2 1-45,1 6 0,-1 5 0,2 1 1,6-5-368,10-5 0,3 0 412,1 9 0,2-2 0,13 0 644,5-4-689,0-9 0,1 0 1164,-11-4 1,0-1-1120,9-2 0,3-1 0,-4-3 0,2-9 45,-5 3 0,-2-3 43,-8-6-88,-16-8 0,-5-1 3276,-2-1-3208,-8-4 1,-7-6 0,2 6-69,10 12 0,0 3-1093,-6-7 1,-2-2 0,4 6 977,2 5 115,-5-5-90,6 6 0,-2-2-441,9 8 531,14 7 0,3 1 0,10 4 0</inkml:trace>
  <inkml:trace contextRef="#ctx0" brushRef="#br0" timeOffset="396">4406 5113 5824,'-1'-8'90,"1"0"0,4 1-90,0 3 0,8-3 90,0 3-90,0 0 0,3 0 0,-3 1 89,14-2-3366,5-1 2123,-4 0 1064,-3 1 305,-13 3 0,-7 1 0,3-1 0</inkml:trace>
  <inkml:trace contextRef="#ctx0" brushRef="#br0" timeOffset="614">4469 5173 5762,'-1'7'45,"1"0"-28,6 0 73,30-1-90,-6-2-61,-3-4 1,0-1 60,1-3 0,8-5 0,-10 0 0,7-3 0</inkml:trace>
  <inkml:trace contextRef="#ctx0" brushRef="#br0" timeOffset="1646">5075 4845 5742,'-7'-8'0,"1"2"0,3 2 20,0 0 33,1 1 46,0-1-9,0-1 0,2 1-90,5-2 0,0 1 0,3 1 0,-2 1 0,-2 1 0,12-3 0,-8 3 0,10-3 0,-10 3 0,12-1 0,-3 1 0,6 0-280,-8 2 280,0 1-3277,9 4 3255,-8-1 22,5 3 0,-13 22 0,-8-12 0,-1 6 0,-5 2 0,-6-4 0,-3-1 0,-5 10 0,-1-1-1041,5-7 0,0-1 1041,0-1 0,1 0 2269,-6 10-2269,13-16 0,-8 13 0,15-22 0,1 5 0,10 0 0,-2-1 0,7-2 0,5-5 0,5-2 1638,4-1 0,1 0-1625,2 1 0,0-1-194,-4-1 1,-3 0 90,2-1 90,-7-2 0,-3 2 0,-3-2 0,-10 2 0</inkml:trace>
  <inkml:trace contextRef="#ctx0" brushRef="#br0" timeOffset="2247">5588 4896 5737,'-2'-13'87,"-2"-3"-87,1 7 0,-2-1 90,3 7-90,-3 1 0,-2 3 0,-7 8 45,0 12 0,0 7-45,3 3 0,2 0 0,-3 1 0,2-2-1348,7-3 0,3-4 1348,2-10 0,8 7-2499,9-1 2499,-2-3 0,5-5 45,-3-13 0,1-4-45,8-9 0,-8 2 0,1-3 0,-3-2-450,-3-13 1,-4-3 449,2 0 0,-7-2 138,-11 3 0,-7-3 0,1 6-138,3 10 0,-2 2-30,-11 1 0,-7 0 1,3 10 29,4 14 0,1 4 0,-6-1 0,1 0-65,7 3 0,5 1 0,-1 5 0,2 1 0</inkml:trace>
  <inkml:trace contextRef="#ctx0" brushRef="#br0" timeOffset="2664">5929 5195 5824,'5'-8'180,"-1"1"-1,-4 4-89,-14 20-90,7-8 0,-13 17-45,9-9 0,-1-1-224,-10 13 269,5-8 0,0-1 0,-6 3 0,2-8 0</inkml:trace>
  <inkml:trace contextRef="#ctx0" brushRef="#br0" timeOffset="2997">6197 4835 5824,'5'-10'270,"-2"2"-181,1 2 1,-2 3-90,1 6 0,0 5 45,-1 16 0,0 8-135,2-5 0,0 2 1,0 0 29,-1-1 0,0 0 0,1 1-259,0-1 0,1 0 0,0-5 319,3 3 0,0-11 0,-2-4 0</inkml:trace>
  <inkml:trace contextRef="#ctx0" brushRef="#br0" timeOffset="3431">6503 4748 5824,'1'-5'180,"-8"13"-135,-2 12 0,1 8-16,4-5 1,0 3 0,0-1-1123,0 1 1,0 0 0,2 0 605,2 7 0,3-3 487,5-4 700,-1-12-700,0-3 0,15 4 0,-10-9 0,12-17 0,1-7 0,-9-4-734,1-3 0,-1-2 734,-11-1 0,-3 3 0,-2-3 0,-5-4 0,-2 1 0,5 4 0,-3 2-28,-15 3 0,-3 8-62,7 17 43,-3 2 1,1 3-294,6 7 340,-3 10 0,5-1 0,-1 8 0</inkml:trace>
  <inkml:trace contextRef="#ctx0" brushRef="#br0" timeOffset="3700">6764 5176 5798,'7'-4'206,"3"-2"-27,-2 8-179,-2-1 0,-2 6 90,-11 26-315,1-14 1,-1 1 224,0 2 0,0 0 0,-8 12 0,7-21 0</inkml:trace>
  <inkml:trace contextRef="#ctx0" brushRef="#br0" timeOffset="4264">7028 4754 5824,'-3'-7'180,"0"-1"-180,4 0 90,-1 1-90,4 1 0,-1 4 89,16-6-89,-9 5 45,11-1 0,0 0-45,-8 3-1010,15 1 1010,-22 2 0,1 9 0,-20 23 0,11-12 0,-8-4 0,0 1-90,0 12 90,7-15 0,2 6 0,5 1 0,11 0 0,1 2 1010,0-7-1010,-8 3-1474,-6-10 1474,0 10 0,-7-13 0,-13 10-89,3-5 89,-2 1 0,0 0 0,2-4 0,-5 4 0,15-11 0</inkml:trace>
  <inkml:trace contextRef="#ctx0" brushRef="#br0" timeOffset="4699">7431 4745 5824,'-2'-6'180,"-3"-3"-90,2 5 89,-25 15-134,13 14 0,2 6-45,-3-9 0,2 2 0,6 4 0,2 3 0,3-3-1639,7-5 1,2-3 1151,-2 1 0,2-3 487,8 4 859,12-23-859,-13-3 0,15-9 0,-17-9 0,-4-4 0,-3-1 0,0-2-1134,2-3 0,-1 0 1134,-6 3 0,-1 4 2268,-5-3-2358,-13 0 0,-3 1 90,3 5 0,-3 10 0,-7 1 0,5 7 0,3 11 0,-2 3 0,0 1 0,6 4 0</inkml:trace>
  <inkml:trace contextRef="#ctx0" brushRef="#br0" timeOffset="8214">10450 6272 5734,'8'-6'67,"-1"1"-47,-1 2-17,8-1-3,-5 2 90,26-5-3367,-9 1 3162,7 0 115,-7 1 0,-12 3 0,12-1 0,2-1 90,-2 1-90,4-1 0,7-1 0,-4 1-1135,-9 2 1,-2 0 1134,13-2 0,0 1-172,-14 2 1,-1 0 171,-1-1 0,2 1 0,14 1 0,0-1 0,-11 0 0,1 1 0,3-1 0,6 1 0,-1 0 0,-4 0 0,-3-1 0,0 1 0,3-1 0,2 1 0,-4 0 0,-5-1 0,-3 0 0,15 0 0,-10 1 0,4 0 0,-3 0 0,-1-1 0,2 1 81,7 0 0,6 0 0,1-1 1,-6 1-82,-3 0 0,-2-1-109,5 1 1,2 0 0,-5 0 108,-10 0 0,-4-1 0,17 2 0,-5-1 0,1 0 0,-9-1 0,-1 1 147,9 0 1,3 0-148,-5 0 0,1-1 0,-2 1 0,-5 0 0,1 0-99,4 0 1,3 0 0,-2 0 98,6 0 0,0 0 0,-5 0 0,1-1 0,0 1 0,-4-1 0,0 1 0,1 0 427,7 0 0,4 0 1,-2 0-1,-6 0-427,-8 0 0,-2 1-219,6-1 0,4 0 0,-2 1 219,5-1 0,-2 1-526,-1 0 0,0-1 526,6 1 0,-1-1 0,-7 1 0,-3 0 0,4 0 0,-2 1 0,7-1 0,-4 1 0,-7-1 0,0 1 0,5-1 0,3 1 0,-1 0 0,3 0 0,-3-1 0,-7 0 0,-1 1 0,15-1 0,-1 1 0,-13-1 0,1 0 650,5 1 0,2-1 1,2 1-651,2 0 0,1-1 0,0 1 0,-2 0 0,1-1 0,-2 1-603,-2 0 1,-2-1 0,-4 0 602,3 0 0,2 1-72,-4-1 0,2 0 72,7 1 227,-5-1 0,5 0 1,-5 0-228,-9 0 0,-2-1-222,14 2 0,0-1 222,-8 0 0,0-1-73,9 0 1,0 1 72,-7-1 0,2 0 473,3 1 1,6-1 0,0 0 0,-6 1-474,1-1 0,-2 1-410,2-1 0,4 1 0,-3-1 410,4 0 0,-2 0-253,-3 0 0,0 0 1,0 0 252,-7 0 0,-2 0 0,4 0 0,4 0 0,6 0 0,0 0 0,-2 0 0,-6 1 0,-1-1 0,-2 1 0,10-1 0,4 0 0,-6 0 0,-1 0 0,-4-1 0,3 0 0,-6 0 0,1 0 0,0 0 0,7 0 0,0-1 0,0 1 0,1-1 0,-5-1 0,1 0 0,-3 0 0,-7 1 0,0 0 0,9-1 0,3 0 0,-6 0 0,0 0 0,-4 1 0,2 0 0,6 0 0,-1-1 0,-2 1 0,0-1 216,0 1 1,1 0-307,9-1 0,-2 0 90,-15 1 0,0 1 0,17-2 0,-2-1 0,-8-3 0,-3-1 0</inkml:trace>
  <inkml:trace contextRef="#ctx0" brushRef="#br0" timeOffset="13798">939 7167 5824,'7'3'0,"2"1"0,-3-3 0,1 0 0,3-2 90,3-5-90,0 0 0,2-2 0,10-10 0,-9 5-180,2-3 1,-1 0 179,-3 1 0,3-5 0,0-6-3154,-4 6 3154,6-9 0,-7 10 0,-1 0 0,4-5 0,0-2 0,-5 8 0,1-1 0,2-6 0,2-3 0,-1 3-1040,-5 7 1,-1 0 1039,3-3 0,-2 1 0,0-5 201,0-1-156,-2 2 0,1-2 2223,1-7-2238,-2 7 0,0-4 0,-1 5-2298,0-6 2268,-1 4 0,0 0 0,-1 6 2268,0-2-2223,-1 5 0,0-2-45,2-14 0,1-2 0,0 1 0,1 5 0,-2 7 0,0 0 90,5-9-2358,-5 17 2268,5-15 0,-6 20 2268,4-9-2268,3-3-1357,-1 0 1357,0 3 0,-5 10 0,11-16 0,-9 13 1360,4-4 0,1 1-1360,1 4 0,1-3-727,-2 6 727,-7 4 1849,16-2-1849,4 5-3091,4 0 3091,-6 4 0,-6 2 0,-7 0 0,7 3 0,1 3 606,5 8-606,3 4 0,0 4-1134,-8-2 0,-1 1 1134,-1-3 0,-1 0 0,-2 1 0,-2-1 0,-3-5 0,0-1 0,5 12-323,2 4 323,1-2 0,-1-1 0,0-2 0,1 2-280,-1-2 0,0-2 280,-2-2 0,0 0 0,5 7 0,2 0 280,-5-5 0,-1-1-280,0-3 0,0 2 0,2 4 0,1 2 0,-3-5 2108,-1-2-2108,-1-1 0,2 4 0,-1-4 0,0 1 241,4 5 1,4 4-242,-3-7 0,0 0 0,0 1 0,0-2 0,-3-4 0,-1-2 0,-3-4 0,1-1 0,7 13-1335,-5-11 1335,4 7 0,1-2 0,0-1 0,2 2 2731,-4-6-2731,-7-9-510,-2 0 510,3 0 1873,8 0-1873,16-1 0,-3-1 0,3-2-591,-18-4 501,0 0-3187,5-4 3028,-6 2 646,0-3-397,-12 3 0,-2 2 0,-1-1 0</inkml:trace>
  <inkml:trace contextRef="#ctx0" brushRef="#br0" timeOffset="15396">1732 7155 5815,'7'-2'189,"-1"0"-189,8-1 90,0 0-90,6-2-585,-3 2 585,8-1-1000,-1 0 0,5-1 1,-1 0 1005,-2 1 1,2 0-86,1 0 1,6-1 0,3-1 0,-2 1-1,-5 1 85,4 0 1,-1 0-682,3-1 1,3 0 0,-6 1 718,-14 2 1,-3 0-6,9-1-288,6 0 249,-11 1 520,12-1-496,-17 2 283,0-1-752,-1 2 1022,-18 6 1,-2 0 0,-11 5 0</inkml:trace>
  <inkml:trace contextRef="#ctx0" brushRef="#br0" timeOffset="15746">2092 7252 5776,'1'-8'138,"0"-4"-138,0 6 90,0-3 0,0 4-90,2 7 0,-2 0 0,2 5 0,0 23 0,-2-16-90,2 19 0,-1-22 90,1 7 0,-1-7 0,3 5 0,-2-6 0,2 1 0</inkml:trace>
  <inkml:trace contextRef="#ctx0" brushRef="#br0" timeOffset="16149">2262 7298 5818,'2'-7'6,"0"0"353,-1 1-359,-6 32 0,5-19 0,-2 28 0,17-20-89,-6-6 89,11-1 0,-11-9 0,2-2 0,5-26 0,-18 6 0,-2 0-1639,7 2 1,-1 1 1580,-8-3 1,-4 5-33,-11 9 0,9 5 90,-19 9 0,20 2 0,-9 9 0,12-5 0</inkml:trace>
  <inkml:trace contextRef="#ctx0" brushRef="#br0" timeOffset="20546">555 7203 5742,'-6'2'0,"0"0"0,2-1 0,-1 0 0,1 1 0,0-1 0,-2 0 28,1-1-22,14 0 8,-6-1-1653,14-2 1,3-1 1557,-7 0 81,18-6-778,-9-1 0,-1 0 778,3-3-265,7-4 1,-2-2 264,-7 2 0,-1-4 0,-1-5 0,-7 2 0,-2-1 0,-1 0 0,7-8 0,-1 0 0,-6 7 0,0 0 0,-3 3 0,3-7 0,-1 4-174,-2 8 1,0 0 173,4-11 81,-5 13 1,1-2-82,5-12 0,0 2-163,0 0 163,0 0 0,0-1 0,-1 3 0,-4 7 0,4-9 383,-5 9 1,-1-1-384,1-1 1,-1-1-385,0 1 0,-1-1 384,0 5 0,-1-1 353,0-9 0,1-4 0,-1 2-353,0 5 1,-1 0-1,2-6 0,-1-3 0,0 5 1856,0-3-1856,-1 11 0,0 0 0,-1-2 0,1 2 0,0 2 0,-1 2 0,5-20-833,0 2 833,-2 15 0,0 0 205,3-10 130,6 0 1,2-3-207,1 4 0,1-1 48,-3 3 0,1-2 0,1 1-746,1 2 1,1 1 0,-2 2 862,-3 5 0,0 2 2,1-4 1,2-1 13,4 0 1,1 0-87,-1 0 1,1 1-9,2-3 1,1 2-21,-6 4 1,0 2-285,7-2 1,-1 2 93,0 0-17,3-1 1,7-2 0,-7 4-47,-3 3 6,1-1 0,3 1-753,-5 5 1,-3 1 574,-1 0 840,1 0 0,2 1-734,-2 6 1,-1 1-187,-1 1 263,12 6 0,-1 3-328,-13-2 439,1 2 1,-1-1-495,-5 1 9,3 2 2546,-2 1-2249,5 12 1,1 4-2542,-1-2 2637,-1 0 0,1 2 42,-8-11 0,0-1-794,5 14 1,1 1 863,-3-9 1,-1 0-171,4 9 0,-2-4 308,-4-6-153,-2-7 0,1 3-22,1 4 1,2 4 0,1 2-1,-2-5 755,1 3 1,0 2-792,0-3 0,2 6 1,0 2-1,0-3 0,-3-7 1090,-3-7 1,1 0-1121,3 9 1,3 7-1,1 0 1,-3-6-24,-2-5 1,0-2 8,2 4 1,0 1 0,-2-3-84,5 7-11,-4-10 53,6 10 0,2 1-7,-8-13 0,0 1 54,6 8 1,3 4 0,-3-5-2094,2 3 2082,-6-10 1,-1-2-34,0 0-27,0 1 0,1 1 41,3 4 37,-4-5 1,0 0-38,4 3 1182,-3-7 0,3 1-1166,1 3 0,1-1-722,-2-2 1,0-1 703,8 7 1211,-7-6 0,1-1-1203,-2-1 25,1 0 1,2 1 198,9 3-99,1-2-1065,-12-7 1,-1 0 989,11 2-6,2-2-11,-12-4-7,14 2-465,-11-5 1,-1-1 486,4 1 0,-3-1 1,0-1-414,-4 0 410,0-1-617,5 0 622,-5-1 0,4 0 0,-8 0 0,0 0 371,5-6 1,-9 3-1,4-4 1</inkml:trace>
  <inkml:trace contextRef="#ctx0" brushRef="#br0" timeOffset="22080">1743 7175 5821,'-4'-8'93,"-2"-6"-93,4 4 90,-3-7-90,1 5 0,-1-2 45,-2-5 0,-1-3-45,-3-7 0,1 3 0,-2-7 0,0-2 0,1 3 0,3 6 0,1 1 0,-1-2-820,-2-2 1,1-2 0,-1 0 0,1 3 761,0-8 1,1 1-10,3 11 1,0-1 0,1-2 66,-1-6 0,1-5 0,0 0 0,1 2 0,-1 0 0,0 2 0,1-1-425,0 2 1,0-2 0,1 1 0,1 4 424,1-8 0,1 3-403,1 3 0,-1 0 403,0 1 0,1 1 388,-1 3 1,0 1-389,-1 1 0,0 3 147,0-4-147,0 1 0,0-5 0,0 1 868,0-1 1,0 1-869,0-7 0,-1 0 0,1 8 0,-1 4 3276,-1 4-3217,-1-3 1,-1-1-39,0-1-11,-2-4 1,-1-3-2,2 7 1,0 1 0,0-3 0,0 2-1649,1 2 1,0 3 1625,-1-6-254,3 14 266,0-3 3,1-1 0,1-6 1,-1 0 4,1-1-3,0-4 0,0 0-2170,1-4 2174,-1 2 1303,0 0-1306,0 22 254,0-6-258,0 8-1,-3 5 2,2 3 1,-3 11 0,2 1 0</inkml:trace>
  <inkml:trace contextRef="#ctx0" brushRef="#br0" timeOffset="23030">1709 7133 5734,'2'-3'45,"3"0"-1138,17-2 1,11 1 0,-4-1-78,-6 2 1,1-1 1136,5-1 0,7 0 1,2-1-1,-1 0 1,-6 1 32,3-1 0,-1 1 0,-5 0 0,1 0 0,3 0 0,2 0 5,-3 1 0,3-1 1,2 0-1,1 0 0,0 0 1,-3 0-1,-2 1-15,2-1 1,-3 1 0,0 0 0,5-1 9,-7 1 0,4 0 0,2-1 0,1 0 0,0 0 0,0 1 0,-2-1 0,-3 1 0,5 0 0,-1 0 0,-2 1 0,-2-1 0,-2 1 129,1 0 0,-3 0 1,2 0-130,1 0 0,3 0 0,-3 0 0,-7 0 1286,-2 2-1286,-3 0 423,-10 0-423,5 1 0,-1-1 0,1 1 2172,-1 0-2172,-19-1 0,6 1 0,-14-1 0</inkml:trace>
  <inkml:trace contextRef="#ctx0" brushRef="#br0" timeOffset="23464">3021 6878 5762,'9'3'25,"0"0"12,21 8-37,-10-3 0,1 0-1615,-1-1 1,-2 0 1614,1 0 0,-2-1 696,-5-2-696,-16 6 0,6-2 0,-14 4 0,-11 11-1948,10-9 1948,-11 13 946,12-11 0,2 1-946,-1-1 0,0 3 0,1-1 0,3-2 0</inkml:trace>
  <inkml:trace contextRef="#ctx0" brushRef="#br0" timeOffset="23980">2828 7399 5781,'2'-6'43,"-1"0"47,20-6-90,-12 7 0,17-8 0,-15 9 90,2 0-561,-4 2 471,-2 1 116,3 0-116,1 6 0,-3 0-280,-3 5 280,-6-2-1636,-11 14 1,-2 1 1635,3-2 0,-3 3 0,0-1-1215,5-8 1215,2-3 0,0 1 0,3-2 0,2-4 151,0 0-151,3-3-110,23-5 71,-12 0 2694,19-5-2655,-12-1 0,-5 1 0,8-5 0,-5 2 0</inkml:trace>
  <inkml:trace contextRef="#ctx0" brushRef="#br0" timeOffset="24363">3208 7385 5781,'-9'-3'43,"1"1"47,-11 12-90,9-3-758,-9 8 758,10-5-3277,-3 5 2851,5-3 426,-2 3 900,6-5-990,0 6 90,3-6 0,18 10 0,-3-17 0,5-3 0,1-5 0,-6-8 0,-1-3 0,1 1 0,-3-3-960,-8-13 0,-6 1 960,-4 1 270,-3 7 1,-2 3-271,-3 9-866,-21 0 866,6 8 0,-8 3 0,14 5 0,4 2 0,-1 0 0</inkml:trace>
  <inkml:trace contextRef="#ctx0" brushRef="#br0" timeOffset="26515">437 7358 5742,'-6'-6'82,"1"1"-82,4-1 90,7-6-90,3 0 0,3-3-1496,1 3 1496,-4 5-1286,8-6 1,1-2 1285,0 0-199,0 0 0,2-2 199,1-7 0,-1 1-1449,1-3 1449,-1 1 0,-1-1 0,-5 3 0,-2-3 0,1-6 0,-2 4 0,0-2 0,-1 1 0,0 3 0,0 1 0,0-1 0,-1-2 0,0 0 0,1-1 0,1-2 0,0 0 0,-1 3 0,-2 7 0,-1-1 0,3-5 0,2-3 0,-3 5 0,-1 3 0,0 3 0,1-2 0,3-6 0,-1 0 0,-1 3 0,0 1 286,1-1 1,-1-2-287,-2-1 0,1-3 0,-2 4 0,-1 5 0,-1 0-191,2-6 0,1-4 0,0 1 191,-2 1 0,-1 1 0,0-1 0,0-1 0,0-1 0,0 1 0,0-3 0,1 0 0,-1 2 0,-1 4 0,0 2 0,-1-1 465,1-5 0,-1-1 0,0 4-465,0 7 0,-1-2 0,1-6 0,0-8 0,1 1 0,-2 6-698,0 5 1,0 3 697,1-14 0,0 2 0,0-2 0,-1 14 664,1-1-709,-1-8 0,1-6 45,0 3 0,0 0 0,-1 9 0,0 0 0,0 0 9,1-6 1,1 3 23,3-6 3,-2 11-1,3-8 3,-3 13 2,3-4 1,0 1 1,1 0 1930,0 0-1836,1 3 1,1 0 148,4-10-144,-5 11 0,1-2 11,4-1 0,-1 2 168,0 0-4,-1 2 0,2-1 337,3 1 66,0 2-344,2-2-743,-3 6 771,-9 5 2873,27-7-2974,-18 8-372,16-1 1,3 3-3130,0 5 3018,-10-1 1,-1 0-198,6 4-47,-3 3 193,0 4 1,1 5 73,-7-1 1,0 3-1,0 0-50,3 2 1,-1 0 0,-2 0-330,-4-1 1,-3-1 0,0 1 318,1 5 1,0 1-403,0 1 1,0 2-1,-2-3 471,1 0 0,0 2 144,0-1 0,2 6 0,2 3 0,-1-2 0,-4-6 5,-2-4 0,-3-4 0,2 2 0,2 3 0,1 3 0,0 1 0,0-1 0,-1-1 0,-1 0 0,0-1 0,-1-2 0,3 4 0,-1 2 0,-2-7 0,2 6 0,0 0 0,0-1 0,-2-5 0,1 5 0,0-3 0,-1-2 0,-1 2 0,3 1 16,-1-2 1,2 2 0,-1 0 0,0-3 904,4 7 1,0 2-934,-3-7 1,3 4-1,0 1 1,0-2 0,-2-3 604,4 5 1,2-1-611,-3-3 0,2 2 0,0 0 0,-3-5 26,-1-3 1,0 0 809,0 1 0,3 4 0,0 0 0,-3-4-833,1 0 1,-1-1-18,3 5 1,1 0 11,-3-4 1,2-1 0,-3-2-3259,8 5 3214,-4-3 0,-1-1 61,-3-4 3,5 2 2,8 4 0,-14-10 0,1 0 2,12 8-6,-3-3 1,1 0-1135,-9-6 1,1 0 1133,7 5 0,1 0 0,-8-6 0,-1 0-2,2 1 1,0-2-4,8 5 2,-10-5 0,1 0 0,7 3 0,0-2 4,-1 1 0,3 1 0,5 1 0,-5-1 0,-2-3 0,3 3 0,-1-1 0,-11-5 2269,16 6-2269,-13-4 0,0-1-1139,13 5 1139,3 0 0,-14-6 0,-1 0 0,-1-1 0,1 0 0,0 0 2827,-2-2-3006,-3-2 71,4 0 108,-5-4 0,-7 1 0,0-1 0</inkml:trace>
  <inkml:trace contextRef="#ctx0" brushRef="#br0" timeOffset="27745">1582 7264 5751,'-7'-4'0,"7"-1"0,26-5 11,-2 4 1,8 0 0,2-1 0,-3 1-8,-4 0 1,-2 1 0,3-1-661,-1 1 1,1 0-1,2-1 1,3 1 0,0 0 551,-3 1 1,3 0 0,1 0-1,1 1 1,0-1 0,-1 1-1,-2 0 1,-4 0-264,7-1 0,-6 1 1,1 0-1,6 0 367,-7 0 0,6 0 0,2 0 0,1-1 0,1 1 0,0 0 0,-3 0 0,-4 0 0,-4 2 30,8-1 0,-6 1 0,2 0-113,-1 0 0,2 0 0,0-1 1,-2 1 82,0 1 0,-1 0 0,-1 0 0,1-1 0,0 0 0,1 1 0,-2 0 0,1 0 0,1 0 0,0 0 0,5-1 0,2 1 0,0-1 0,-1 0 0,-6 1 0,-1 0 0,0-1 0,0 1 0,3-1 0,0 0 0,-1 0 0,-4 0 0,3 1 0,0-1 0,-4 0 0,4-1 0,2 1 0,-1-1 0,-5 1 0,8 0 0,-1-1 0,-2 1 0,3-1 0,0 1 0,-4-1 0,3-2 0,-5 1 343,2 0-343,8-1 0,-3-1-90,-18 3 90,13-2 0,-25 3 0,-3 1 0</inkml:trace>
  <inkml:trace contextRef="#ctx0" brushRef="#br0" timeOffset="28180">3815 6992 5739,'-6'-5'68,"7"1"-51,26 10-17,-8-3 0,16 8 0,-17-4 0,0-1 0,14 5 0,-13-5 0,0 1 0,7 3 0,-36 4-3277,-15 13 3219,9-16 1,-1 1 57,-1 2 0,-1 0 0,1 6 0,1-2-454,-1 1 0,1 1 1,1-1-1,3-4 0</inkml:trace>
  <inkml:trace contextRef="#ctx0" brushRef="#br0" timeOffset="28747">3331 7381 5748,'-6'-5'67,"5"-1"-58,8-3-9,23-7 90,-11 6-90,7 1 0,1 2 0,-8 5 0,15-1 0,-23 5 0,-3 2 0,-10 12 0,-6 9 0,14 5 0,-7-6 0,31-3 0,-18-11-892,6 4 892,-13-4 0,-5 0 0,-17 22 0,7-14-45,-7 4 0,0 0 45,5-7 0,-6 5 0,13-13 0,3-5 0</inkml:trace>
  <inkml:trace contextRef="#ctx0" brushRef="#br0" timeOffset="29163">3583 7474 5773,'0'-8'231,"0"1"-141,-11 27-90,7-10 0,-3 7 0,1 2 0,6 0 0,0-1-90,4-2 90,4-2-3277,14-1 3162,-7-4 115,9-4 0,-13-8 0,10-12 0,-9 3-1280,7-8 1280,-12 6 45,-5-12 0,-6-3-90,-8 7 0,-3 1-45,4-6 0,-1 3 90,-6 9 0,-1 9 0,3 11 0,5 3 0,-3 5 0,0 1 0</inkml:trace>
  <inkml:trace contextRef="#ctx0" brushRef="#br1" timeOffset="34549">4968 5390 16432,'-14'-1'-254,"4"1"195,-2-1 63,5 1 58,1 0-7,-1 1 403,21-1-279,4-1-22,4-1 1,6-1 0,1-1 49,5-1 0,2-2 0,-1 1-1125,-3 0 1,-1 1 0,0-1 1130,0 0 1,1 0 0,-1 0-166,2-1 1,-1 0 0,-5 0 389,-7 3 1,-2-1-266,8 0 0,2-1 1,-5 0 512,-4 1-208,-10 3-572,-6 3 1,-5 1-1,-9 5 1</inkml:trace>
  <inkml:trace contextRef="#ctx0" brushRef="#br1" timeOffset="35230">6193 5396 17273,'-6'-5'-3277,"0"1"1273,22-8 5192,2 3-2390,3 0 0,1 0 65,10-1-596,-15 4 1,2 0-161,6-1 1,5 0-1,-4 0 86,-5 2 0,1-1 242,5 0 0,3-2 0,-5 2 998,5 0-2046,-2 1 380,1-1 1,0 1-52,-2 0-372,-2 1 1,-5 2-1,-15 1 1,-4 3 0</inkml:trace>
  <inkml:trace contextRef="#ctx0" brushRef="#br1" timeOffset="35747">7143 5281 12044,'-9'1'1019,"-3"-1"-801,5 0-184,20-9 884,2 3-919,2 0 0,3-1 127,13-2 1,2 0-639,-13 3 0,1 0 645,1 0 0,2-1 0,0 1-1609,6-2 0,1 0 1488,2-1 1,2 0 1,-7 2 1,1-1 0,2 0-784,-1 0 0,3 0 1,-1 0-1,-4 2 412,5-2 1,-2 0 132,-4 2 0,2-1 0,-9 4 48,-13 3 0,-3 1 1,-2 1-1</inkml:trace>
  <inkml:trace contextRef="#ctx0" brushRef="#br0" timeOffset="40231">8360 13410 5734,'4'-4'78,"-3"0"-66,-4-1-12,-2-1 90,1 2 0,-6-4-3367,3 3 3162,-3-2-31,1 1 235,3 3-89,-13-8 0,9 6 0,-9-1 0,-2-1 0,-1 3 0,-14-1 0,16 5 0,-1 1 0,-8 4 0,-2 0 0,7-1 0,-1 0 0,-5 2 0,0 2 73,-3 9 1,2 4-74,14-6 0,0 1-757,-2-1 1,-3 2 0,5-1 756,7 1 0,4 0 0,0 2 0,1 2-145,3 3 1,1 3 0,0-1 144,-1 3 0,2 0 144,0-4 1,0 2-1,5 0-144,4-1 0,3 2 0,2-2 0,0-2 0,6 4 0,1-1-109,-6-3 1,1 2 0,1-1 0,1-5 108,5-6 0,2-5 0,2-2 0,3-3 0,2-2 0,0-2 0,0 2 0,0-1 0,2-5 0,-2-4 0,2-4 0,1-2 0,-2-1 0,-4 1 0,-1-1 0,-4-2 0,0-3 0,-1-1 0,2-5 0,0-1 0,-3-1 0,-6 1 0,-4-5 0,-5 1 0,-2-1 0,3-1 0,-2 0 0,-2 2 0,-5-8 0,-4 4 0,1 16 0,-3-1 0,-11-3 0,-7-4 0,-2 0 0,4 5 0,-1 0 0,-1 1 0,0 0 0,-2-4 0,-3 3 0,0 6 0,1 10 0,0 5 0,0 2 0,0 2 0,-5 2 0,1 2 0,-1 1 0,5-4 0,-2 1 0,0 0 0,4 2 0,-1 3 0,3 3 0,4 0 235,5-1 0,3 1-235,-12 12 0,3 4 0,1 1 0</inkml:trace>
  <inkml:trace contextRef="#ctx0" brushRef="#br0" timeOffset="46396">13508 13496 5742,'-4'-7'-3,"-3"-2"26,4 5-4,-3-3 21,-2-1-37,3 4 29,-16-10 7,11 9 24,-11-6-7,10 7 197,-12-5-1863,5 3 0,-1 0 1790,-13-5-89,15 5 0,-2 1 93,-12 0 1,1 2 214,0 0-1338,-4 0 1,0 1 1356,7 3-227,1 2 1,-5 1-731,-4 5 1,-1 0 768,4-1 1,2 0 767,-2 2 1,4 5-872,10 7 1,3 5-1,2-3-34,3-5 0,0 0-286,-2 6 0,-2 4 0,6 1 169,7-3 0,4 2 0,2-1-88,3 0 1,2 1 0,0 0-21,-3 1 0,0 1 0,2-2-53,1-5 1,1-2 0,3-2 615,7-2 1,2-3 0,0-2-755,0-2 1,3-3 177,3 0 0,6 0 1,1-1-1,-2-5-692,-1-5 0,-2-4 0,0 0 732,2 0 1,0 0 0,-2-1-17,-6-1 0,-1-1 0,-4 0 121,-4 1 0,0-2 99,2-7 0,3-7 0,-1 0 1,-3 2-126,1 1 0,-2 0-61,0 0 1,2-2 0,-1-2 0,-5 1 86,-6-1 0,-5-1 0,-2 0 0,-4 2 0,-2-1 0,0 1 0,2-5 0,0 0 0,-3 2 0,-3 4 0,-2 2 0,-2 4 680,1 2 1,-4 4-657,-4 2 1,-8 0 0,-3 1 0,1 1-1,5 0 98,-7-2 0,-1 4-91,5 4 1,-7 1 0,-3 1 0,1 2 0,3 3 0,8 1 213,-2 12 1,5 4-427,-5-4 0,-2 2 0,8 0 233,13 2 1,7 0 0,6 9 0,3 2-1</inkml:trace>
  <inkml:trace contextRef="#ctx0" brushRef="#br0" timeOffset="47600">18323 13349 5742,'-9'0'37,"1"-1"-9,2 0-14,1-1-11,-8-3-3,5 1 90,-11-4-90,8 5 0,-4-3-1639,-18-1 1,-2 0 1613,5 2-214,-4-2 1,-5 2 238,9 7 0,0 4 0,1-1 0,2 2 0,-2 1 22,0 1 1,-6 2-1,1 1 1,5-1-1079,4 1 1,3 2 1055,-6 2 0,1 5 0,10 0 0,2 2 0,2-2 0,-6 10 0,6 0 0,0 7 0,8-4 0,14-3 0,3-2 0,-4 3 0,2 0 0,4-5 0,6-3 76,3-4 1,5-2 0,2-1-77,-5-5 0,2-1 0,1-1 0,0 2 0,2 1 0,0 2 0,0-1 0,0-2 0,6-1 0,-1-2 0,-4-2 0,-7-2 0,-1-2 0,-1 0 0,2-1-11,7-1 1,5-1-1,-1-4 33,-6-2 1,0-3-1,0 0 1,0-1-23,1 2 0,0 0 0,0-1 0,-3-2 0,3-5 0,-3-2 0,-4-1 0,-7 0 0,-4 0 0,-3 1 0,-2-4-134,-3-6 0,-3-4 0,0 2 134,2 1 0,-5-1 68,-5 2 0,-5-6 0,-3-1 0,-1 1 0,0 7-68,-2 5 0,-1 4 0,-2-1-85,-1-6 0,-3-3 0,-1 2 0,2 4 85,0 8 0,0 4 0,-1 0 0,-2 0 0,-2 1 0,-6 2 0,7 5 0,-4 0 0,-3 2 0,-1 0 0,0 1 0,1-1 0,4 0 0,-8-1 0,4 0 0,0 1 0,-4 1 0,9 0 0,-4 2 0,-1 0 0,-2 0 0,1 1 0,1 0 0,3 0 0,3 0 0,-3 3 0,0 0 0,1 0 0,-1 0 0</inkml:trace>
  <inkml:trace contextRef="#ctx0" brushRef="#br1" timeOffset="56113">12191 10644 13315,'25'-5'218,"0"1"1,2-1 0,1 0-1858,7-1 1,0-1 636,-7 2 0,1 1 1330,6 3 1,4 3 0,-4 0-432,0-1 0,-1 1 62,-6 0 1,3 0-1,-1 0 1,-4 0-39,1 1 1,-3 0 15,0 0 1,3 0-455,5 0 0,4 0 1,-3-1 390,-1 1 0,0 0 45,5-1 0,2 0 1,-8 0-889,-8-1 981,5 0 1711,-15 0-1700,-6-1 262,6 1-260,-6-2 2764,-1 2-2882,0 0 2122,-1 0-2649,-2-1 104,-6 3 145,2 1 229,-5 0 0,5 1 1,1-1-1</inkml:trace>
  <inkml:trace contextRef="#ctx0" brushRef="#br1" timeOffset="57716">13415 10751 7388,'2'-4'-48,"-3"2"-237,11 0 462,-5 1-105,3 0-35,-2 0 2,11-1 70,4 0 1,2-2 100,13-1-97,-9 1 1,-1 0-955,4-1 932,-5 1 0,5-2-55,-4 1 1,4 0-1,3-1 1,3 0-1,1 0 1,-1 0-388,-5 1 1,2 0-1,0 0 1,1 0 0,0-1-1,1 1 1,0 0-1,-1 0 374,2-1 0,0 0 0,0 0 0,0 0 0,0 0 0,1 0 0,1 1 0,1-1-206,-5 1 1,3 0-1,1 0 1,0 1-1,1-1 1,0 0-1,-1 0 1,-2 1-1,-1 0 1,-3 0-1,-3 1 181,13-3 0,-7 2 1,-1 0-1,4 0-16,-7 0 0,2 1 0,2-1 0,0 0 0,0 1 0,-3-1 1,-2 1 11,3 0 1,-2 1-1,-2-1 1,1 1-170,-3-1 1,-1 1 0,2 0-1,4-1 150,-3 0 0,4 1 0,3-1 0,1 0 0,0 0 0,-1 0 0,-2 0 0,-5 1-24,5-1 1,-5 1-1,0 0 1,5-1 34,-2 1 1,3 0-1,4-1 1,1 0-1,-1 1 1,0-1-1,-4 1 1,-4 0-35,2 1 1,-5-1 0,0 1-1,1 0 0,6-1 1,1 1 0,1-1 0,-3 1-15,0-1 0,-1 1 0,-5 1-119,7-2-253,-12 2 0,0 0 434,8-1 0,0 0 0,6-1 0,-4 1 0,-8 0 0,-1 0 0,8 0 0,3 0 0,-1-1 0,-2 1 0,-1 0 0,-3-1 0,-6 1 0,0 0 0,6 0 0,3 0 0,-4 0 0,5 0 0,0 1 0,-2 0 0,-2 0 0,1-1 0,-6 0 0,7 0 0,-8 0 0,0-1 0,6 1 0,3-1 0,3 0 447,-3 1 0,-1-1-447,-10 1 0,-1 0 0,9 0 0,-1 0 0,9 1 0,0-1 0,-5 0-447,-5 1 0,-1-1 447,2 0 0,5 1 0,0 0 0,-2-1 0,2 1 0,-2-1 0,-4 1 0,-5 0 0,-1 0 0,6-1 0,3 1 0,0-1 0,0 1 0,-1 1 0,-2-1 0,-6-1 0,0 1 0,6 0 0,4 0 0,1 0 0,-3 0 0,3-1 0,-2 1 0,-3-1 0,-2 1 0,0 0 0,12 0 0,5 0 0,-9-1 0,-11 1 0,-1 1 0,6-2 0,-8 2 0,14-1 0,-8 0 0,-1 0 0,4 0 0,-6-1 0,-1 1 1415,-7 0-1415,-21 5 0,1 0 0,-24 4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51:40.44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8269 13292 5734,'0'-8'73,"-2"3"-56,-1 2-17,-1 1 0,-3 0 0,1 1 90,-5 0-90,-2 2 0,4 0 0,-2 0 0,5 0 90,-16 3-90,8-1 90,-23 5-90,14-2 0,-5 1 0,10-1 0,-11 4 0,16-5 44,-8 5 1,-1 0-45,5 0 0,-10 5-484,15-6 484,1 0 0,-10 9 0,7-6 0,-1 3 0,0 0 0,6-5 0,-9 11 0,11-10 0,-1 10 0,4-9 0,2 8 0,2 0 0,1-7 155,2 17-155,-1-17 0,2 3 0,3 8-1836,-2-7 1836,2 2 0,-3-9 0,11 21 0,-8-16 269,9 15-269,-4-8 0,0-3 0,1 4-1619,-4-7 1619,-4-7 1529,10 15-1529,-8-13 0,8 12 0,-2-8 0,-3-4 0,6 7 0,-4-5-2734,10 9 2734,-9-10 475,6 6-475,-12-13 0,9 9 0,-2-4 0,4 3-276,-7-6 276,2-1 0,12 4 0,-7-3 407,5 0 1,1-1-408,-5-3 0,4-1 0,2 0 0,12-6 0,0-1 0,-5-3 0,-2 0 0,-4-1 0,5-2 0,1-1-1954,-5-2 1954,-9 6 0,0-1 0,8-7 0,-10 3 0,-1-2 0,3-1-262,1-6 1,-2-1 261,-9 9 0,6-13 0,-10 17 0,1-13 0,-1 1 0,0-4 0,-2 6 0,-3 8 0,-4-24 0,2 16 684,0 2 1,-1-1-685,-3-1 0,0 0 0,-4-6 0,1 3 0,-1-1 0,-7-5 0,1 7 0,0 1 1313,-4-5-1313,7 9 0,-1 0 0,2 2 0,-1 2 0,-3-3 0,1 0 0,1 2 1994,1 2-1994,2 1-2707,-10-3 2707,10 6 0,-10-5 0,3 6 0,0 2 0,1 0-183,-2-1 1,1 1 182,-2 3-352,5 0 352,-5 0 1376,-13 0-1376,8 2 29,3 0 1,-5 2 0,3 0-30,-10 2-156,5 0 0,-1 2 156,3 2 0,1 2 0,7-2 0,0-1 0,-12 6 0,1 1 728,13-6 0,1 2-728,-9 13 0,3 2 0,9-8 0,2 1-808,-7 13 1,4 0 807,7 0 0,6 0-2028,3 5 2028,1-8-109,2-2 0,-1 1 109,3 4 0,2-4 0,2 7 0,2-3 0,1-5 0,1-2 0,0 0 0,0 5 0,0 1 0,1-2 0,8 3 0,0-6 0,-3-10 0,-1-3 0,6-3 0,0-1 0,0 1 234,4-3 1,7 0-1,-4-2-234,-12-2 0,-1-2 0,6 1 0,3 0 0,-4-1-703,7-2 703,-2-1 0,-2-2 0,1-1 0,-9 1 0,2-1 401,4-2 1,4-3 0,1-1 0,-5 2-402,-2 0 0,-1 0 359,2-2 1,1-1 0,-3 1-360,4-8 0,-3-2 0,-8 6 0,0 0 0,5-14 0,-5 4 0,-9-4 0,-3 0 0,-3 2 360,1 0 0,-3-2-360,-5 1 0,-2 3 80,2 6 0,-2-1-80,-6-7 0,-3-5 0,1 4-612,-1 4 1,-1 3 611,-3-7 0,-3 1 0,0 8 0,-3 2 0,4 2-684,6 5 1,0 0 683,-4-2 0,-2-2 0,-2 2 154,1 3 1,0 3 0,1 0-155,-1 1 0,-1 0-480,1-1 0,-2 0 0,3 1 480,-12 2 0,13 3 1440,2 1-1440,-15 5 0,-2 0 749,20-2 0,-1 0-749,-10 5 0,-6 2 0,-1 2 0,8-2 0,9-2 0,1 0-229,-6 3 1,-3 1 0,4 2 228,3 6 0,3 2 0,6 0 0,2 3 0,-1-1 0,-6 5 0,2 2-46,10 0 0,3 6 0,2-1 1,1-6 45,2-7 0,1-1 22,3 9 1,3 7-1,2 0 1,-1-7-23,3 0 0,1-3 0,0 0 0,0 1 0,0-3 0,-2-4 0,2-2 0,2-3 0,4 1 0,-4-3 697,10 5-697,-9-7 0,4 2 0,-1-3 0,5-4 0,-1-3 0,-1 0 0,-1-1 0,5 0 0,0-2 0,-4-4 0,-2-1 204,9-1-204,-5-3 0,6-1 0,-5 0-928,-9 2 0,0 0 928,4-1 0,3-1 0,-1-1-603,9-6 1,-4 1 602,2-1 401,-3-2 1,5-3 0,-6 1-402,-13 7 0,-1-1-45,13-10 0,-3-1-1070,-9 2 1115,-3-1 0,-7 4 0,-1-1 0,1-5 0,-2 5 0,-2-1 365,-7-3 0,-4-1 1,1 3-366,-5-10-362,4 8 1,-2-2-1,0 5 362,-14-5 0,10 12 0,-3 0-4,-6-1 0,-4-2 1,3 2 3,-1 1 0,1 0 0,2 2 0,-2 0 0,-2 2 317,-2 2 1,-4 2 0,1 1 0,4 1-318,0-1 0,-1 1-318,-3 0 0,-5-1 0,-1 2 1,5 3 317,7 4 0,3 1 0,-1 4 0,-7 6 0,0 4 0,1 1 0,5-2 0,0 0 0,3 2 0,2 1 0,2 1 0,4-1 0,4 4 0,4-2 0,-3 10 0</inkml:trace>
  <inkml:trace contextRef="#ctx0" brushRef="#br0" timeOffset="1883">13460 13397 5824,'-9'0'90,"-9"-1"-90,8 1 90,-11-1-90,12 0 179,-14-2-179,10 1 90,-18-3 0,2 1-90,-2 0 45,3 2 0,0 1-45,3 0 0,4 0 0,0 2 0,-14 4 90,0 3-1729,16-3 1,0-1 1619,-12 7 19,14-3 0,-8 7 0,-1 4 0,10-7 0,0 1-382,-10 6 1,1 1 381,9-1 0,2-1-2047,-3 6 2047,-4 6 0,7-3 1961,7-11-1961,0 9 0,0 0 0,3-4 0,-1 2 0,3 2 0,10 9 0,1-4 0,0-12 0,2-1-412,6 0 412,1-5 0,8-6 0,1-2 0,1 0-4,5-4 1,8-1 0,-6 0 3,-12-2 0,-1-1 0,6 0 0,2 0 0,-3-1 0,-4 0 0,-2-1 0,8-3 0,-1-1-920,7-2 920,-13 4 0,-1-1 1177,5-6 1,-2-1-1178,0-1-492,1 0 0,-2-1 492,-5-7 0,-5 1-1015,-4 2 1,-1-1 1014,-1-3 0,-2-7 897,-12 11 1,-2 2-898,0 1 0,-3-4 0,-3 1 0,0 10 0,-2 2 0,-3-2 0,-1 0-61,2 2 1,0 0 60,-2 2 0,-2 1 946,-1 3 1,-2 2 0,0 1-947,-2 1 0,-2 0-590,4 0 1,-2 0-1,0 2 545,-7 9 0,2 5-1313,7-1 1,2 2 1244,-4 0 1,2 1 112,4 4 0,4 0 0,2 4 0,6-10 0,1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8:13.278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13248 13540 9170,'0'6'-368,"-1"-2"0,1-2 1</inkml:trace>
  <inkml:trace contextRef="#ctx0" brushRef="#br1" timeOffset="197">13247 13595 5734,'0'0'0</inkml:trace>
  <inkml:trace contextRef="#ctx0" brushRef="#br1" timeOffset="433">13248 13645 5734,'-5'-7'0,"2"0"0,4 2 0,0-1 0,0 2 0</inkml:trace>
  <inkml:trace contextRef="#ctx0" brushRef="#br1" timeOffset="613">13246 13646 5734,'-5'-4'0,"1"1"0</inkml:trace>
  <inkml:trace contextRef="#ctx0" brushRef="#br1" timeOffset="764">13261 13681 5734,'-2'-8'0,"1"-1"0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33:07.69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10576 6153 9242,'4'8'719,"3"-1"-449,1-5-180,1 0 0,1-1 0,-2 1 0,1-1 0,2 1 90,1 0-90,4 0 0,2 0-571,4 1 571,3 1 0,4-1 89,1 1-89,2-1 0,-7-1 0,1 1-45,-5-2 0,0 1-991,7 0 1,-1 0 1035,13 1-1319,-9-1 1,-1 0 1273,-7 0 0,1 0-15,4 1 0,3-1 0,-3 1-529,-2 0 1,0 1 498,9 0 0,-1 0 45,-8-1 0,-1 0-330,1 1 1,-1-1 284,2 2 0,-1-1 45,1 0 0,0 1-54,1 0 1,0 1 8,-1-1 0,1 0 0,1 0 0,-1 1 45,1 0 0,0-1-45,0 1 0,0 0 0,1-1 0,-1 1 0,1-1 0,0 1 0,3 0 0,-1 0 0,-1-1 0,-1 0 0,2 1 0,0 0 0,-2-1 0,-1 0 0,-1 1 0,1-1 0,0 0 0,0 0 0,0 0 0,0 0 0,0-1 0,0 1 0,-1-1 0,1 0 0,-1 0 0,0 0 0,0 0 0,-1 0 0,0 1 0,0-1 0,0 0 0,0 0 0,-1 1 0,0-1 0,-1 0 0,0 0 365,1-1 1,-1 1-366,0 0 0,0 0 0,0 0 0,0-1 0,0 1 0,0 0 0,0-1 0,0 1 0,0 0 0,0 0 153,-1-1 0,1 1-153,0-1 0,-1 1 0,1 0 0,0-1 0,0 1 0,1-1 0,10 3 0,2-1 0,-11-1 0,1 0 0,9 1 0,0 0 0,-12-2 0,0-1 14,0 1 0,1 1-14,-1-2 0,1 0 0,0 1 0,1 0 0,-1 0 0,1 0 0,-1 0 0,1 0 0,0-1 0,-1 0 0,1 1 0,0-1 0,0 0 0,0 0 4,0 1 0,0-1-4,0 0 0,1 0 0,12 1 0,1-1-175,-11 1 1,1-1 174,9 0 0,-1 0 0,-12 0 0,-2-1 144,1 1 0,1-1-144,10 1 0,0-1 44,-9 0 1,1 1-45,8-1 0,-1 0 0,-11 0 0,-1 0 0,1-1 0,0 1 0,-2-1 0,3 1 0,5 0 0,5 0 0,-4 0 45,-4 0 0,0 0-83,3 0 0,2 1 1,-5-1 37,8 0 0,-1 0 635,-1 0-635,0-1 0,-3 1 0,1 0 90,-4 0-90,-1-1 1554,-3 0-1554,-2-1 0,1 1 90,14 0-90,-1-1 0,3 1 0,0-2 0,-19 2 0,3-2 687,-10 2-687,-2 0 1923,-2 0-1923,-1-1 1092,0 2-1092,-2-2 162,2 1-162,-1-1-269,0 1-271,-1-1 540,-2 1 0,-1 0 0,-1 1 0</inkml:trace>
  <inkml:trace contextRef="#ctx0" brushRef="#br0" timeOffset="4458">6447 334 7353,'9'-1'1259,"-1"0"-899,-4-1 90,1 1 449,-1-1 1350,0 0-2159,-10 6 180,2-3-270,-16 9 90,7-5-320,-7 3 320,3 0-90,-2 1 90,-2 2-654,-1 0 564,1 0 90,1 1-90,0 0 90,2 0-90,2-1-35,3 0 35,0-1 90,2 1-90,1-1 0,1 0 0,2 0 0,1 0-90,1 0 90,1 0 0,1-1 210,2-1-210,0 0 491,2 0-581,1 0 38,4 3 52,1-3-90,2 1 90,0-2-90,-1-2 90,2 0-90,1-1 90,5 1-90,-3-1 90,3-1 0,-1-1-90,-4-2 90,3 0 0,-5 0 0,-2-1 0,1 0 0,-1 0 0,-1-2 0,-1 1 0,0-1 0,-1-1 0,0 0 0,-2-2 0,0 0 0,-2-1 0,-2 0 0,0-2 0,-5-4 0,0 3 0,-3-4 0,1 5 0,-1-1 0,-6-1 0,5 3 0,-5-2 0,7 6 0,0-1-90,1 1-90,2 1-90,0-1-90,1 2-629,1 0 989,-1 1 0,3 0 0,-1 1 0</inkml:trace>
  <inkml:trace contextRef="#ctx0" brushRef="#br0" timeOffset="4886">6965 435 11490,'7'-2'180,"1"1"-90,-2 1-90,3 0 90,-2 0-90,2 0 90,0 0-90,1 0 0,0-1-90,1 0-180,-1 0 1,-1 1-181,0-1 0,-1 1-90,-2 0-1798,0 0 2338,-2 1 0,-1 0 0,-2 0 0</inkml:trace>
  <inkml:trace contextRef="#ctx0" brushRef="#br0" timeOffset="5098">6991 545 9062,'-2'8'719,"1"0"-539,3-4 90,0-1 0,1-1-90,1 1 90,2-2-90,0 1 0,2 0-1,1-1-89,1 0 0,1-1 0,0-1-180,1 1-269,2-1-271,-1 0-899,0 0-90,-2-1 1619,-2 1 0,3-1 0,-1 0 0</inkml:trace>
  <inkml:trace contextRef="#ctx0" brushRef="#br0" timeOffset="5826">7919 268 10141,'4'-8'270,"-1"1"-90,0 3 0,-1 0 449,0 0-269,0 0 270,-1 0-90,1-1-1,0 2 91,0-1-540,-2 10 0,0-2 0,-2 10 0,0-3 0,0 2-90,-1 3 90,0 2 0,0 1-90,1 3 90,-1-2-180,1 2 0,0-2-90,0 0-90,1-1 0,0-2-899,1 3 269,0-4-989,1 1-539,0-6 2428,1-2 0,2 3 0,0 1 0</inkml:trace>
  <inkml:trace contextRef="#ctx0" brushRef="#br0" timeOffset="7700">12996 181 11940,'7'1'360,"2"1"-270,-3-3 0,2 2 0,-1-2-90,2 2 90,0 0-90,1 0 90,0 0-90,0 1 90,-1 0-90,1 1 0,-1 0 0,-2 0 90,1 2-90,-3 0 0,0 1 0,-2 0 0,-2 2 90,-3 2-90,-2 2 0,-5 4 0,-2 1 0,-3 3 0,-2-1-828,1 0 918,1-3-90,2 0 0,1-3 0,2 0 0,2-1 0,0 0 0,2 1-90,2-3 90,1 1 0,2-5 828,4 0-828,1 0 0,2-2 0,3 1 0,2-2 0,3-1 0,3 0 0,1-1 0,6 1-90,3-2-1355,2 1 1086,-1-1-181,1 0-2005,6 0 746,-8 0 1799,2 0 0,-5-3 0,-2 0 0</inkml:trace>
  <inkml:trace contextRef="#ctx0" brushRef="#br0" timeOffset="8684">18750 248 9871,'-4'-6'450,"0"1"-90,1 1-270,4-2 0,0 3 0,4-2 0,3 3 0,0 1-90,3-1 90,-1 1-90,1 1 90,-1 0-90,1 0 0,-1 1 89,0 0-89,0 1 0,-1 0 90,0 1-90,-2 0 0,0 1 0,-2 0 0,-2 1 0,0-1 90,-3 2-90,-1 0 0,-2 0 0,0 0 0,-2 1 0,-1 1 0,0-1 0,-1 1 0,0 1 0,0-2 0,0 2 0,1-2 0,1 1 0,0-1 0,0-1 0,2 1 0,0-1 0,1-1-90,1 1 90,1 3 0,0-2-90,2 3 90,1-3-179,1 0 89,1 2-270,5 3 180,-2-2 90,3 4-90,-3-5 0,-2 0 90,1-1 0,-3 0-90,-1-1 90,-2 0 1,-2-1-1,-2 1 0,-2 0 90,-2-1-90,-2 1 90,-1 0-90,-2-1-90,0 0 0,-1 0-270,1-1-449,0 0 359,1 0 540,1 0 0,-2 1 0,-1 1 0</inkml:trace>
  <inkml:trace contextRef="#ctx0" brushRef="#br0" timeOffset="9661">22729 371 8522,'2'-7'720,"2"-1"-360,-3 3-91,2 0 91,-2 0 180,1 1 179,1-3-449,0 2 450,-1-2-630,-3 15 0,-1-2 0,-4 11 0,-5 1 0,0 0-90,-5 6 90,3-3-90,0-1 0,0-2 0,2-2 0,1-1-90,3-3 90,-1-1-90,2-2 0,1 0 0,2-2 90,-1-1-90,1-1 0,2 0 0,1 1 90,2-3-90,4-1 90,-2-1 0,3-2 0,0-1-90,-1 0 90,2-1 0,-2 0 0,1 0 0,-2 1-90,3-1 90,-3 1 0,2-1-90,1 2 0,-2 0 0,2 1 90,-2 0-90,1 1 0,0 0 90,0 0-90,1 0 0,-1 0 0,1 0 1,0-1 89,-1 1 0,0-1-90,0-1 90,-1 1-90,1-2 90,0-1-90,3-2 90,0-3 0,0 0 0,-1-1 0,-4 2-90,-1 1 180,-1 0-90,0 0 0,1 1-90,-2 1 90,1 0 0,-4 9 0,1-1 0,-4 10 0,1-3-3277,-1 3 3162,0 1 115,-2 8 0,2-5 0,-2 6 0,3-9 0,0 1 0,0-4 0,1 1-90,1-2-90,-1 0 3122,2 2-3392,1-4-809,1 2 270,0-6 989,2 0 0,4-1 0,2 0 0</inkml:trace>
  <inkml:trace contextRef="#ctx0" brushRef="#br0" timeOffset="10152">23639 422 9512,'7'-5'269,"0"0"-89,-3 2 0,0 0 180,-1 1 899,0 0-1169,-6 6-90,1-2 90,-6 7 0,3-4-3367,-1 2 3252,0-1 25,0 1 0,1 0 90,-1 1-90,1-2 0,1 2 0,0-1 3276,2 1-3160,-1-1-116,2 0 0,1 0 0,0-1-90,1 1 90,2-1 0,1 2 0,1-1 0,2 0-90,6 4 90,-1-2 0,14 9 0,-8-8 0,5 5 0,-7-7 0,-2 1 0,-2-2-90,0 1 90,-4-2 0,0 1 0,-2-1 0,-1 3 0,-2-1-90,-3 0 90,-3-2 0,-2 0 0,-2 0 0,-2 0-90,-1-1 0,-4 1-90,-1-1 1,-1 0-91,-2-1 0,1 0-180,1-1-180,0-1-539,3-1 180,0 0 989,1-2 0,-5 0 0,0-1 0</inkml:trace>
  <inkml:trace contextRef="#ctx0" brushRef="#br0" timeOffset="10416">23760 430 10051,'9'-3'720,"-2"1"-540,3 1 0,4-1 89,-2 1-269,14-2 0,-10 1-449,15-2-541,-4-1-269,5-2 90,-1 0 1169,-5 0 0,3 0 0,1-1 0</inkml:trace>
  <inkml:trace contextRef="#ctx0" brushRef="#br0" timeOffset="10828">24621 408 9961,'6'-2'1260,"2"1"-271,-4 0 360,0-1-1079,-12 10-90,-2 2-90,-9 9-90,2 0 90,1 0 0,-5 12 0,2 3-90,0 3-90,6-6 90,7-2-90,4-2-180,6 7-54,3-7 144,4-2 1,2-7-1,1-5 0,1-1 0,0-4 90,0-2-90,-1-2 90,0-3 0,0-1 0,-1-3 0,-2-1 90,0-2 0,-3-1 0,0-2 234,-4 0-144,-2-7-90,-3 4 0,-3-4 0,-3 4 90,-2 2-180,-3 0-180,-1 2-270,0 2-629,0 1-270,0 2 0,0 1 1439,0 1 0,-4 1 0,-3 1 0</inkml:trace>
  <inkml:trace contextRef="#ctx0" brushRef="#br0" timeOffset="15004">8091 81 10051,'-9'-4'630,"0"-1"-540,3 3 0,1-1 0,0 1 0,0 1 0,-1-1-90,1 0 90,-2-1 0,-4 1-1,1-1-89,-3 0 0,2 2 0,0 0 90,-1 1-90,-2 0 0,0 1 0,-3-1-392,-4 3 482,0 1-90,-5 1 0,1 2-90,0 2 180,2 0-90,0 2 0,1 2 0,2 3 0,1 2 0,1 3 0,1 1 0,3 4-1078,3 2 1078,2 2 0,3 2 90,2 1-90,2 1 0,2-1 0,3 0 0,0-1 0,4-2 0,2-2 0,3-1 0,2-2-584,3-3 584,1-1 0,12 2 0,-4-8 0,8 2 0,-7-11 201,-2-1-111,13-4-90,-7-2-994,10-4 994,-9-3 0,1-1 0,0-3 90,-1-1 0,0-4 0,-5-1 0,2-3-45,-13 6 0,-1-1 45,8-10 0,-8 5 0,-2-2 0,0-6-90,1-10 90,-9 13 0,-3 1-90,-2-1 280,-2 0-280,-4-3 90,-2 0-90,-2 1-306,-6-1 306,-2 0 0,-5 2 0,-3 2 0,-3 3-805,-4 2 805,-2 3 0,-4 4-45,18 8 0,0 1 45,-1 1 0,0 0-45,1 2 0,-1 0-45,0 1 0,-1 1 0,1 0 1,1 1-46,-2 1 0,1 2-45,0-1 0,1 2-270,-17 7 0,2 2-2687,5 4 1248,5 0 1889,5 4 0,2 4 0,0 2 0</inkml:trace>
  <inkml:trace contextRef="#ctx0" brushRef="#br0" timeOffset="16233">9008 2845 10231,'-8'-1'2609,"16"-1"-2519,1 0 0,12 1 0,1 0-1567,5 1 1477,11 1-688,-16 0 1,0-1 732,5 2 0,0-1-45,1 1 0,1-1-971,5 2 1,1 0 970,2 0 0,0 0 30,-10 0 0,0-1 0,3 1-437,1 1 1,2-1 0,0 0 0,-1 1 406,2-1 0,-1 1 0,1 0-188,-1 0 1,2 0-1,0 0 1,-2 0 187,0 0 0,-2 0 0,0 0 59,1 0 0,-1 0 0,1 0-29,-1 0 0,0 0 0,0 1 42,-1-1 0,1 0 1,0 0-73,-1 0 0,0 0 0,-1-1 30,1 1 0,-1-1 0,0 0-30,0 0 0,-1 0 0,0 0 0,9 0 0,0 0 181,-1 0 0,-2-1-181,-3 1 0,-1-1 45,-2-1 0,0 0-45,-4 0 0,0 0 45,-3 0 0,0-1 554,10 2-329,-6-1 0,-6 0 993,-4-1-993,-4 0 2283,-2 0-2373,-2 0 2491,-2-1-2402,-1 0 406,0-1-3284,0 0 2609,1 1 0,-3 0 0,0 1 0</inkml:trace>
  <inkml:trace contextRef="#ctx0" brushRef="#br0" timeOffset="18159">18984 120 10051,'-2'-8'990,"0"1"-900,-3 3 0,1 2 0,0-1-90,-1 1 89,1 0-89,-2-1 90,1 0-90,-2 0 90,0-1-90,-1 1 90,-2-1-90,-1 0 0,-1-1 0,-2 1 90,-4-1-90,2 1 0,-3-1 0,5 1 90,1 1-90,0 0 0,-1 1 0,2 1 0,-1-1 0,1 2 0,-1 1 0,0 1 0,0 1 0,1 1 0,-1 0 0,1 3 0,-1 0 0,-2 2 0,0 4 0,0 1 0,0 3 90,-1 1-766,3 2 676,-2 2 0,3 1 0,0 1 0,2 3 0,1 1 0,1 1-1355,3 1 1355,0 0 0,2 7 90,2-8-90,2 9-715,1-11 715,2 2 0,3-1 0,0-2 0,4-1 0,0-1 0,3-2 0,2-2 0,1 0 0,2-2 0,2-3 0,0 0 0,3-3 0,0-1 0,3-2 0,-1-2 90,3-2-2308,0 0 2218,-2-3 90,3-1-314,-9-2 1,1-1 313,12-2-90,-12 0 0,0 0 90,7-5-1,1-1 1,-2-3 0,1-3 0,-1-2-45,-9 3 0,0-1 45,7-8-90,-10 6 0,-1 0 902,2-7-812,-3-5-90,-2 3 19,-3-3-19,-3 1 89,-3-2-89,-3 1 90,-4-2-90,-4-1 0,-5-1 90,-5-1-90,-4 1-15,9 17 0,-1 1 15,-8-7 0,-2 2 0,5 4 0,-1 1 30,-2 0 0,-4-1 0,3 2-75,1 2 0,0 1-511,-7-2 1,0 0 375,-7 1-90,2 3-215,2 5 125,3 3 1449,-1 3-1809,2 2-809,0 4-270,2 3 1876,1 2 0,-2 4 1,-1 3-1</inkml:trace>
  <inkml:trace contextRef="#ctx0" brushRef="#br0" timeOffset="19832">14160 2721 9871,'-7'-5'630,"1"1"180,3 2-721,8 0 1,1 0 0,12 2 0,6 1 0,11 2-1157,-13-2 0,1 1 1112,5 0 0,0 1-1190,6 0 0,2 0 1145,2 0 0,1 1 30,-9-2 0,0 1 0,0 0 0,2-1 0,0 1 0,0-1-30,2 1 0,-1-1 0,1 0-583,0 1 1,1 0 0,0 0 582,0-1 0,1 0 0,-1 1-380,1 0 1,0 0-1,0-1 380,0 0 0,0 0 0,0 0-83,0 1 1,0-1 0,-1 1 82,1-1 0,-1-1 0,0 1 20,-1 0 1,1 1-1,-1-1 10,0 0 0,-2 0 0,1 0-30,-1 0 0,-1 0 0,0 0 0,10 0 0,-1 0 0,-4 1 0,0 0 45,6 0 0,-2 0-45,-13 0 0,-1-1 45,6 1 0,-2 0 45,-2 1 956,-5-1-956,-6-2 1655,-3 1-1566,-4-1 1751,-1 0-1840,-3 0 3186,-1-1-2761,1 0-1,-3 1-1054,2-1-89,0 1-451,0-1 91,1 1-630,-1-1-270,1 0 1889,0-1 0,4-1 0,1-1 0</inkml:trace>
  <inkml:trace contextRef="#ctx0" brushRef="#br0" timeOffset="20706">19146 2812 10321,'-8'-2'90,"1"0"180,3 0 270,1 1 269,-2-1-539,10 0-90,0 0 0,12 0 0,4 0 0,7 0-1,10 1-1117,-16 0 0,1 1 983,3 0 0,1 0 45,2 1 0,1-1-1307,6 1 1,0-1 1261,3 2 0,1 0-15,-11-1 0,0 0 0,3 0 15,0 1 0,2 0 0,1 0 0,0 1-469,1 0 0,1 0 0,-1 0 1,1 0 423,0 0 0,0-1 0,0 1 0,-1-1-174,-2 1 1,-1 0 0,-1 1 0,1-1 202,8 1 1,0 1 0,-2-1-194,-11-1 1,-1-1 0,1 1 163,6 2 0,2 0 0,-4-1 45,-2-1 0,-3 0 233,-1 1 0,-1 0-278,-3-1 0,-1 0 90,16 3 1610,-9-3-1520,-5 1 0,-7-1 0,-3-1 1196,-3 0-1196,-2-1 3096,-2 1-5215,-1-2-970,-10 3 751,3-1 2158,-8 2 0,5-2 0,-1-3 0</inkml:trace>
  <inkml:trace contextRef="#ctx0" brushRef="#br0" timeOffset="22248">13596 113 7713,'-8'-4'2068,"1"2"-1978,7 7 0,1-2-90,4 6 180,4 2-180,-2-3 0,5 6 90,-2-4-90,2 4 0,0-1 90,1 1-90,-1-1-90,-1-2 0,0 0-180,0-2 1,-2 0-91,-1-3-720,0 1 451,-2-3 629,0 0 0,-1-2 0,0 0 0</inkml:trace>
  <inkml:trace contextRef="#ctx0" brushRef="#br0" timeOffset="22432">13778 102 8702,'0'-7'-90,"0"0"180,0 1 0,0 1 0,-4 3-90,-1 3 90,-4 4-90,1 3 0,-5 3 0,-2 5 90,-3 2-1300,-3 4 1121,-2 3-271,-3 2-1927,-2 2 2107,1-2 180,-2 1 0,10-10 0,-1 1 0,-1 1 0,0 0 0</inkml:trace>
  <inkml:trace contextRef="#ctx0" brushRef="#br0" timeOffset="23341">23013 231 6903,'-6'4'1799,"3"1"-1529,3 0 0,2 0-90,1 1 0,0-2-1,1 0 1,0 1-90,1 1 90,-1 0-90,2 3 0,0-1 90,1 3-90,0 1-90,1 1 90,0 0 0,1 0-90,-1 1 0,0-1-180,0-1 0,-1-2-180,-1-1 0,0-2-179,-1-1-541,0-1 451,-1-1 629,0-2 0,-2-1 0,-1 0 0</inkml:trace>
  <inkml:trace contextRef="#ctx0" brushRef="#br0" timeOffset="23511">23141 274 8612,'-1'-8'-90,"-3"3"0,-1 6 90,-2 3 0,0 2 0,0 2-90,-5 7-270,0-1-761,-3 6 671,3-6 450,3-1 0,-2 4 0,0 0 0</inkml:trace>
  <inkml:trace contextRef="#ctx0" brushRef="#br0" timeOffset="23980">24166 285 7803,'-4'-7'629,"0"2"-269,1 0-90,1 2 719,-1-2-809,5 12-90,3 4 0,3 6 0,4 1-3367,-1-2 3252,2 0 60,2 3 55,1-2-90,-2-2-90,-2 0-90,-2-4-90,-1-2-90,-2-1-269,0-2-451,-1-1 451,-2-2 629,0-1 0,-2-1 0,-1 0 0</inkml:trace>
  <inkml:trace contextRef="#ctx0" brushRef="#br0" timeOffset="24196">24326 285 9422,'-9'5'359,"1"0"-359,1 1 180,-7 5-90,-6 4-180,1 1-180,-2 0-666,6-3 307,1-2-271,0 1 540,3-2 360,3-1 0,-3 3 0,1 1 0</inkml:trace>
  <inkml:trace contextRef="#ctx0" brushRef="#br0" timeOffset="24535">24872 300 8432,'-3'-8'180,"1"1"-90,0 1 360,1 2 89,0-1 91,-1 0-360,4 1-270,3 5 180,4 6-90,3 5-90,0 3 90,-2-2-90,2 2 90,1 2-90,2 3 90,0 0-90,0-1-321,-2-3 51,-2-2-89,-2-3-91,-2-3-899,-3 0 1349,-1-4 0,-1-1 0,-2-2 0</inkml:trace>
  <inkml:trace contextRef="#ctx0" brushRef="#br0" timeOffset="24728">24998 259 9512,'-3'3'899,"0"2"-809,-10 12 0,-1 1 0,-5 4 0,-3 3-2978,-4 2 2438,-3 1-610,14-13 0,-1-1 565,0 0 0,-1-1-135,-15 12 722,0-1 1,10-10 0,-1 0 0,-1 1-1,0 0 1</inkml:trace>
  <inkml:trace contextRef="#ctx0" brushRef="#br0" timeOffset="30801">16770 5727 8792,'8'-6'1979,"-2"2"-1350,0-1 271,-3 3-810,0 3 0,0 1 0,-2 4 0,0 0-90,-2 2 90,1 3-90,-1 0 90,-1 2-90,0 0 0,-2 8-90,2-4-90,-2 5-90,2-8 0,-1 0-180,2-2 1,-1 0-181,0-1-809,1-2 1439,1 2 0,1-1 0,0 3 0</inkml:trace>
  <inkml:trace contextRef="#ctx0" brushRef="#br0" timeOffset="31085">17111 5928 10231,'6'-2'810,"0"0"-720,-1 3-90,-2 2 90,0 2-90,-2 1 0,-1 1 0,-1 1-90,0 2-90,-1 0 0,-1 1-180,-1 1-90,-1 0-809,-2 1 90,0-1 1169,-1 0 0,-3 3 0,-1 0 0</inkml:trace>
  <inkml:trace contextRef="#ctx0" brushRef="#br0" timeOffset="31560">17616 5793 9961,'-3'-7'360,"0"-1"-90,1 4 90,0-2-270,4-2 0,0 3 0,3-3-90,1 5 90,1 0-90,1 0 89,2 2-89,0-1 90,1 1-90,1 1 0,0 0 0,0 0 0,0 1 90,-1 0-90,1 1 0,3 3 0,-4-1 0,2 2 90,-7-1-90,1 2 0,-4 0 0,0 3 0,-5-1 0,-1 1 0,-18 19 0,6-9-481,1-4 0,0 1 481,-5 1 0,-5 4 0,8-7-385,-1 3 385,9-8-127,3-2 127,0 0 0,2-1 0,1-1 0,2 0 994,2-1-994,2 0 422,2-1-422,3 1 0,2-1-90,3-1-90,2-1 0,2 0-179,2-1-425,0-1-656,5-2-89,-1 0 1529,5-1 0,2-2 0,3 0 0</inkml:trace>
  <inkml:trace contextRef="#ctx0" brushRef="#br0" timeOffset="31734">18271 5969 12570,'-6'-10'-820,"0"2"1,-7 2 0,-2 0 0</inkml:trace>
  <inkml:trace contextRef="#ctx0" brushRef="#br0" timeOffset="33484">8244 13617 8162,'-9'-1'90,"3"0"0,3 0 0,1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27:16.788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13037 8296 11218,'-4'-16'-2324,"2"6"1510,-14-10 510,-3 11 564,-12 9 0,-2 3 29,14 0 1,0 1-683,-11 6 1,-1 5 512,10 0 0,2 2 0,1 4-150,3 2 0,1 4 0,0 1 0,0-1 191,-6 0 0,1 0 0,3 5-122,9-2 0,2 6 1,2 2-1,2 1 0,2-4 1,0-7-1503,5 6 0,3-3 1343,-3 0 1,1 5 0,3 0 0,3-6-83,8-5 1,3-5-1,3-2-614,2-2 0,1-2 1,0 1 671,0 2 0,-1 1 0,1-3 114,-3-6 0,0-2 0,2-4 115,3-5 1,2-4 0,-2-4 34,-2-2 1,-1-3-1,1-1-223,-1 3 1,1-1 0,0 0-1,-3-1 297,-2-4 0,-2-1 0,-3-2-67,-2-4 1,-3-2-1,-3-3-89,-4 0 0,-3-3 0,-1-1 0,0 3 10,4-2 0,0 2 0,-6-3-83,-6 7 0,-5-4 0,-3-2 0,-1-1 0,-1 3 0,0 3 0,1 5-354,-7-7 0,-8 7 291,3 11 0,-7 0 0,-7 0 1,-2 1-1,-2 1 0,3 2 0,3 2 1,7 3 321,-2 4 1,5 3 0,-4 3-73,-2-2 0,-6 0 0,-2 1 0,1 2 0,3 1 0,8 3-26,4 5 0,5 3 0,3 0 1,-5 7-1,1 2 0,0-2 1,1 1-1,0 0 0</inkml:trace>
  <inkml:trace contextRef="#ctx0" brushRef="#br0" timeOffset="4085">12489 9716 20677,'7'-8'1671,"13"-5"370,-8 8-1868,8-1 1,5 0-1813,-4 2 1,-1 2 898,2-2 1,1 1 619,-3 1 0,3 0 212,7 2 1,5 1 0,-4 1-123,-7-2 1,3 1-49,0 0 0,6 0 1,4 0-1,2 0 0,-2 0 1,-4-1-726,0 1 0,-2-1 1,0 0-1,1 1 670,0-1 1,1 1-1,1-1 1,-1 1-1,-2-1-487,9 0 1,-2 0-1,-5 0 494,-4 0 0,1 0 76,-3 0 0,5 0 0,2 0 1,-1 1-1,-4-1 43,-2 0 0,-4 0 0,6 1-37,2-1 0,6 1 1,4-1-1,1 1 0,-1 0 1,-4 0-1,-7-1 50,-2 1 0,-5-1 0,4 0 60,1 1 1,4 0 0,1-1 0,0 1 0,0-1-61,4 0 0,1 0 0,-1 0 0,-2 0 1,1-1 1,-1 1 0,1-1 20,-5 1 0,1 0 0,1 0 0,1-1 0,-2 1-94,5-1 1,-2 0 0,1 0 0,2-1-16,-3 1 1,2-1 0,1 1 0,-2-1 0,0 1-20,-1-1 1,-1 1 0,0-1-1,5 0 54,-6 1 0,5-1 0,2 0 0,1 0 0,0 0 0,-2 0 0,-5 0 0,-4 0-78,3 0 0,-6 1 0,3-1 56,-2 0 0,3 0 1,2 0-1,1 1 1,-1-1-1,-3 0-37,6 0 0,-2 0 0,-1 0 1,-2 0-275,2 0 1,-1 0 0,1 1 353,-3-1 0,3 0 1,0 0-1,-1 1 1,-4-1-65,1 1 0,-4-1 0,0 1 96,9 0 0,3-2 102,-9 1 1,3 0 0,3 0-1,-1-1 1,-4 1-161,3 0 1,-2 0 0,3 0 26,-1-1 0,4 0 0,2 0 0,1 0 0,-2 0 1,-3 1-15,1-1 1,-3 1 0,-1 0 0,0-1-11,7 0 1,0 0 0,-3 0 0,-4 1 0,-2 0 0,2 0 319,-2-1 1,2 1-1,-1 0 1,-4 0-341,1 0 0,1-1 36,1 1 1,7-1 0,3 1 0,-2-1 0,-6 1-25,-3 0 0,-3 0 0,0 1-3,8-2 1,2 1-1,-3 0-31,2 0 0,-5 0-102,4 1 219,-3-1 0,4 1 0,-3 0-128,-10 0 1,1 0 9,7 0 0,6 0 0,0 0 0,-6 0-87,-1 1 0,-3 0 0,9-1 0,-1 1-622,-11 0 1,-2 0 447,1 0 869,6-1 1,4 1-753,3-1 0,2 0-409,-10 0 1,0 0 0,0 1 493,6-2 1,-1 1 80,-6 1 0,-1-1 0,5 0 1,0 1-2,-7 0 1,1-1 506,5 1 1,2-1-1,-5 1-431,5-1-77,-5 1 0,-1-1-225,-4 1 146,-1-1 10,0 0 1,0 0-131,5-1 1164,4 1 0,0-1-1299,-11 1-889,14-1 892,-22 1 91,-4 1 107,5-1-63,-13 1 201,1 1 1,-16 3 0,-1 0-1</inkml:trace>
  <inkml:trace contextRef="#ctx0" brushRef="#br0" timeOffset="11134">12921 10450 0,'-8'-24'0,"1"1"0,1-5 0,0-5 0,0-4 0,0 2 0,1 5 0,2 2 0,0 4 0,0-3 0,-1-4 0,-1-5 0,1-1 0,1 2 0,2 6 0,4-2 0,2 3 0,0-2 0,1-2 0,-1 4 0,0-3 0,1 1 0,0-1 0,1-1 0,-1 1 0</inkml:trace>
  <inkml:trace contextRef="#ctx0" brushRef="#br1" timeOffset="13949">9557 2710 5734,'2'-6'0,"0"0"0,-1 1 0,-1 1 8,0-2 59,-2-1-52,0 0-15,-1-2 0,-1 1 90,-3-5-840,1 5 840,-4-4-45,-10-5 0,-6-3-15,3 6 0,-2 1 0,1-1-30,1-1 0,0-1 0,-1 2-155,-4-1 1,-1 2 0,0 2 154,4 4 0,1 2 0,0 0-1495,-3-2 0,0 1 1495,4 1 0,-2 1 0,-1 0 23,-2 2 0,-2 0 1,-2 1-1,0 1-23,1 1 0,-2 2 0,0-1 0,-1 1 0,1-1 0,2-1 0,1 0 0,-1 0 0,1-1 0,-1 2-508,-8 2 0,-1 1 1,3 0-1,6 1 508,9-2 0,1 2 0,-3 0 0,-3 1 0,-1 1-11,0 2 0,-1 1 0,0 0 1,1-1 10,-2 0 0,1 0 0,-2 3 0,5 1 0,-3 3 0,-1 2 0,1 0 0,2 0 0,4-2 0,2 1 0,4 0 0,-2 1 0,-4 3 0,-3 2 0,2 0 0,3-2 0,2 3 0,3-1 0,2 1 0,0 4 0,3 1 0,0 3 0,1-2 0,-1 3 0,0-1 27,3-4 1,0 2 0,5 1-28,4-2 0,4 2 0,3-1 0,-1-1 0,3 1 0,0-2 0,2 3-17,-2-4 0,0 2 1,1 2-1,1-3 1,0-3 16,3-1 0,1-3 0,0-2 0,5 4 0,2-2 0,3 0 0,6 0 0,-6-8 0,4 1 0,2 0 0,0 0 0,-3-2 0,4 3 0,-3-1 0,3 0 0,-4-3 0,4 1 0,0 0 0,-1-2 0,-5-3 0,6-1 0,-1-2 0,-4-1 0,2 0 0,0-1 0,-5 0 0,0-1 0,0 0 0,5 0 0,0 0 0,0 0 0,-1-2 0,-1 0 0,4-2 0,1-2 0,3-1 0,3-1 0,-2 0 0,-4 1 0,4-1 0,-3 1 0,2-2 0,-1 0 0,4-3 0,0 0 0,-4-1 0,-7 2 0,-4-3 0,-3 0 0,2-3 0,2-2 0,-3 1 0,-2 0 0,-1 0 0,6-5 0,-1-2 0,-7 7 0,-1-2 0,1-3 0,2-2 0,0-3 0,-4 4 0,1-3 0,-1 1 0,0 0 0,3-4 0,0 0 0,-2 1 232,1-1 1,-1-1 0,-4-2-233,-5 1 0,-2-2 0,-3-1 0,-3 0 22,-5-1 1,-4-1 0,-1 1-1,1-2-180,4 4 0,1-1 1,0-1-1,-1 2 1,-3 2 157,-5-2 0,-3 1 0,0 2 0,-1 5 0,-5-1 0,-1 5 0,4 5 0,-2 0 0,-3 1 0,1 2 0,-5 0 0,0 0 0,-1 1 0,3 0 0,-5-4 0,1 1 0,-4 2 0,4 6 0,-5 0 0,-4 1 0,0 2 0,1 0 0,4 2 0,6 1 0,1 1 0,5 2 0,-3 1 0,-2-1 0,-5 0 0,-1 2 0,1 1 0,5 3 0,-3 10 0,5 4 0,1-1 0,-2 2 0,0 2 0,6-4 0,-1 0 0,1 0 0,0 0 0</inkml:trace>
  <inkml:trace contextRef="#ctx0" brushRef="#br1" timeOffset="15684">15037 2683 5734,'-3'-6'0,"-3"-5"-3277,-4-1 893,2 1 2384,-2 0 1409,-3-4-1409,-3 2 9,-2-4 859,3 6-843,-6-1-17,6 4 9,-16-8-3,4 5-6,-1 0-8,3 2 1,-4 0-57,4 3 1,-3 1-1,1-1 56,2 1 0,1 0 0,-3 1 0,-3 0 0,-3 0 0,0 1 0,5 0-1107,0 2 1,1 0 1106,-9 0 0,-1 1 0,7 2 0,-1 1-13,4 0 0,-4 2 0,-1 0 0,2 0 13,-2-1 0,1 1 0,-1 0 0,2 0 0,-2 1 0,2 0 0,3-1 0,1 1 0,4 0 3,-12 4-3,9-1 0,-7 3 0,0 1 0,4-2 0,-1 1 0,0 3 0,4 0 0,-6 4 0,-2 2 0,0 0 0,4-1 0,5-2 0,-1 2 0,3 2 216,1 1 1,-3 4-1,-1 2 1,2-1 0,6-6-217,5-4 0,1-1-362,-3 6 0,-1 1 0,3-3 362,2 3 640,4 5 1,0 3-641,3 2-294,-1-4 1,4 2 293,8-3 0,4-1-347,4 2 0,3-1 347,-1 3 0,1-1 902,0-6 0,6-1-902,-1-8 0,5 0 0,1-1 0,-4-1-902,1 0 0,1 0 902,0 0 0,4 2 0,0-1 0,-3-3 0,5-1 0,2-3 50,-7-2 1,5 1 0,3 0 0,-2 0-1,-3-1-50,1 1 0,-2-1 0,6 0 0,-9-3 0,5 0 0,4 0 0,2 0 0,1-1 0,-1 0 0,-2 0 0,-5-1 0,-5 0 440,5-1 0,-7-2 1,6 0-441,-2 0 0,6-1 0,4 0 0,0-1 0,-2-1 0,-3 1 0,-8-1 0,3-3 0,-1-3 0,-4 0 0,6-3 0,2-2 0,0 0 0,-2 0 0,-6 3-787,9-5 0,-2-1 787,-6 5 0,2-3 0,2-1 0,-2 1 0,-4 1 0,6-6 0,-5 2 0,-2 2 0,-2 0 0,4-3 0,-1-2 0,1-6 0,-2-1 0,-6 2 0,-1 0 0,-3 5 0,0 0 0,-2 0 0,-2-2 0,-3-1 0,-4-2 0,-6-2 0,-4 6 0,-6-4 0,-3 0 0,1 0 0,1 3 0,2-5 0,0 3 0,-7-3 0,2 11 0,-4-2 0,-4-2 0,-2 0 0,-3-1 0,0 1 0,0 1 0,1 1 0,1 2 0,4 4 0,-5-2 0,2 5 0,1 1 0,-1 0 0,-3-1 0,3-1 0,-2-1 0,-1-1 0,-2 0 0,1 0 0,-1 1 0,1 3 0,2 2 0,-4 1 0,2 3 0,0 2 0,-1 1 0,1 2 0,-1 1 0,-1 2 0,-1 4 0,-1 0 0,1 2 0,0 0 0,0-2 0,1 0 0,0-1 0,0 0 0,0 0 0,1 1 0,-1 2 0,4 3 0,0-1 0,0 1 0,0 0 0,0-1 0,1 1 0,-1 0 0</inkml:trace>
  <inkml:trace contextRef="#ctx0" brushRef="#br1" timeOffset="18600">9233 12057 5734,'-3'-6'0,"0"0"0,1 2 0,0 0 0,-1 0 25,1-1 9,-1 0-3,1 1 59,1-1 0,5 19-90,6 12 0,-3-4 0,4-2-1639,13-8 1,3-4 1523,5-1 115,-10-19 0,6-12 0,1-6 0,-1-1 0,-5 6-757,-5 5 1,-3 2 0,2-3 756,2-2 0,2-3 0,1-2 0,1-1 0,-1 1 0,-1 3 0,2-2 0,-1 1 0,-1 1 0,0 0 0,0 1 0,-1 1 0,0 0 0,0 0-115,5-5 1,0 0 0,-4 5 114,-2 3 0,-5 7 0,-10 11 0,0 2 0</inkml:trace>
  <inkml:trace contextRef="#ctx0" brushRef="#br0" timeOffset="22317">11776 11742 21103,'-7'-5'-3277,"0"1"340,3 3 2958,0-1-10,1 0-310,-1-1-293,-2-2 73,-2-3-1047,1 2 1294,1 0-194,3 3-485,-4-3 268,-1-1 270,0 0 377,-3-1 198,-7-2 300,-5 0 157,2 1 45,3 3 346,12 5 40,-7-1 76,-11 2 175,6-1-144,-7 1-127,15 2-7,-15 0 6,-2 4-27,-1-2-654,7 2 1,0 0 483,2 0-192,-12 3-277,13-2 1,1 0 344,-10 5-491,10-4 0,0 0 231,-6 3-270,-3 4-61,-2 1-260,1 1-32,4-1-73,8 0 0,0-1-583,-1 1 459,0 1 0,0 2-139,2 3 1,2 1-686,-1 0 643,1-1 1,1 2-64,5-5 0,1-2-847,-1 4 1047,-1 8 0,-2 8 0,2-6-642,0 3 692,2-9 1,-1 3 0,1 0-90,-1 8 1,2-3-258,0 0 336,0 2 0,1-3-190,2-12 126,0 4 24,1 1 267,0-3 1,1 4-1,0 1-12,0 4 1,0 1 0,1 1 28,-1 0 1,0 1-1,0-1 18,1-3 1,0 0 0,-1-5-63,0-4 1,1-3-152,0 18 197,2 0 1,-1 2 7,-1-17 0,0 2 83,1 4 0,-1 4 0,1 1 1,-1-8-59,1 7 52,0 3 0,-1-1 1,0-14 35,-1 0 1,0 3-2,1 2 1,1 2 11,-2-3 0,1 0 4,0-1 1,1 0-98,4 11 0,1-1-212,0-2 155,2 1 0,4 6 0,-1-5-117,-4-14 0,1-1 173,5 8 1,3 3 0,-2-4 18,-4-8 1,0-1 100,13 13 0,0-1 133,0-6 89,-9-5 1,1-2 381,1 0 339,0-2-368,4 0 1,1-1 498,5 3-611,-7-4 1,2-1 440,11-2 280,0-2-641,-16-2 1,1-1 604,16 1-556,-12-4 1,1-1 106,6-7 1,1-1 2,-1 2 0,-1-1 71,-3-3 0,-4-1 447,1-2-538,-2-1-492,0-3 1,1 0-54,-8 7 0,0-2-206,3-5 0,2-6 0,-1 0 0,-3 4-378,-3 3 1,-2-1 27,7-11 1,2-5-1,-4 4-312,-6 12 1,-1-1 416,0-4 1,3-6 0,-1-3 0,1 2 0,-3 5-366,1-1 0,-1-2 396,0 0 1,0-8 0,1-2-1,-1 1 1,-4 6-259,-2 4 0,-3 4 0,0-2 71,2-3 0,0-2 0,-1 2-167,-2-2 0,-2 0 149,-2 2 0,-3-1 1,2 4-242,2 6 1,-1-1 396,-2-8 1,-3-7-1,0-1 1,1 5-304,-1 0 0,1 1 247,1 4 0,0-1 0,0 2-10,0-1 1,2 3-244,0-3 483,1 1 0,-1-6 0,1 4 135,2 8 0,0-2 45,0-6 1,-2-7 0,1-1 0,0 5 95,1 0 0,1 1-20,0 5 1,0-1 0,0 1 44,-2-5 0,-1 0-77,0 5 1,0-1-1,-2-1-80,0-1 1,-1-2-1,-1 1-65,-1-4 0,0 0 0,1 2-82,-2-2 1,0 3-8,0 8 0,0 2 100,0 4 1,-1 1 98,-7-12-5,-5 2 249,4 12 1,0 2 868,-1 1-671,-4 1 0,-7 1 0,-1 6-235,0 8 0,0 6 1,1-1-1,4-6 0,1-2 1,-1 3-1,-2 7 1,1 0-1,-1 0 0</inkml:trace>
  <inkml:trace contextRef="#ctx0" brushRef="#br1" timeOffset="36001">12159 11951 5734,'0'-8'0,"-1"1"0,1 0 0,0 1 0,1-1 0,0 3 0,10 5 0,3-2 0,5 0 0,-3-5 1624,3-11-3280,-3-12 2986,0 4 52,-5-5-903,-11 8 0,-1 1 82,-1 2-283,1-1 0,-2 1 249,1 8-1770,3 18-52,2 0 172,3 21 849,1-4 1,2 6 0,2 4 0,-1-2 109,-1 0 1,1 0-1,0 0 1,1 2 106,-2-2 1,1 2-1,1 0 1,-1 0-1,-1-4-38,3 9 0,-1-3 1,-2-6-25,-3-8 1,-1-4 50,-2-5 133,-3-4 0,-1-1 1,-2-5-1</inkml:trace>
  <inkml:trace contextRef="#ctx0" brushRef="#br0" timeOffset="36283">12231 12455 16879,'4'5'-3277,"2"-2"1782,1-3 2856,3-2-647,9-7 1,1-1-2933,-1 0 2636,2-1 0,3-3-355,0-5 1,-2-1-1,1-2 1,0 0-1,0 1 1</inkml:trace>
  <inkml:trace contextRef="#ctx0" brushRef="#br0" timeOffset="36566">12655 11832 11018,'-8'-9'-1795,"-5"-4"1776,0 0-33,-1 29 1523,6-8-1467,5 14 1,4 11-1,0 5 1,0-5-66,-2 4 1,1 0-760,0-6 1,1 3 0,-1 0 0,0-5 646,-1 6 1,-1-5 349,0-1 0,1 0-875,-2 1 0,1 1 1,-1-1 796,1-2 1,0 1-220,0-3 0,-1 3 0,0-6 1,1-1-1,-2 4 0</inkml:trace>
  <inkml:trace contextRef="#ctx0" brushRef="#br0" timeOffset="37051">12649 12504 16126,'7'-16'-1351,"11"-8"1633,-5 6-40,11 0 1,2 3 530,-11 10-1038,8 23 0,-2 9-3012,-16 4 2595,-2-8 1,0 3 0,-2 1 441,-3 2 0,-2 0 0,0-3-1056,2-4 1,0 0 1097,-1 4 1,-1 3-1,2-2-245,4 4 0,1-5-896,0 1 1070,-1-2 0,4-4 215,13-13 440,-2-10 1,3-3 886,13 1-827,-13-2 1,2-3 1191,7-4 0,0 1-136,-1 2-1249,0-1 0,-1 1 0,-5 7 0,1-1 1</inkml:trace>
  <inkml:trace contextRef="#ctx0" brushRef="#br1" timeOffset="40933">20117 11927 5734,'-1'-7'11,"0"0"31,2 1-34,1 1 21,13-10-29,12 0-3277,2-2 3261,-11 8 1,-1 2 15,8-3-1148,4 2 0,0 1 1148,1 1 45,9 6 0,-3 7-45,-22 11-155,0-4 0,-2 1 155,-14 12 0,-3-9 0,-1 3 293,-6 6 1,-3 5 0,0-1-294,2-3 0,0 0 0,0 0 0,-2 3 0,0 0 0,1-4 0,2-2 0,4-5 0,12-4-881,22-3 881,-8-2 54,7-7 1,7-3-1,-4 0-54,-7-2 0,-1 0-82,16-1 1,1 0 81,-12 0 0,-3 0 0,0 0 0,-2 1 0,0-1 0,4-1 0</inkml:trace>
  <inkml:trace contextRef="#ctx0" brushRef="#br1" timeOffset="41284">21076 12051 5737,'-2'-8'33,"-1"-1"12,0 3-36,-1 0-9,-13 22 0,-4 10 0,0 0-949,5-6 1,-2 4 0,-1 2 966,4-3 0,0 2 0,-1 2 0,-1 0 0,1 1-18,1-2 0,-1 1 0,1 1 0,-1 0 0,1 1 0,-1-1 0,-2 3 0,1 0 0,-1 0 0,0 1 0,0 0 0,1 1 0,1-2 0,-1 2 0,0 0 0,1 0 0,0-1 0,2-2 0,1-4-30,-1 4 0,1-3 0,1 1 30,-2 2 0,0 4 0,1-2 0,4-8 0,3-4 0,-1 12 0</inkml:trace>
  <inkml:trace contextRef="#ctx0" brushRef="#br0" timeOffset="41816">20860 12746 9193,'2'-9'-1190,"6"-6"930,17-3 283,-8 3-28,9 1 64,-8 9-34,-5 8-96,1-1-143,-20 16 0,-8 5 164,-6 3-552,3-3 1,-1 0 518,4-7 0,1-2-68,0 4-48,-1 0-72,9-6 89,5-5 180,2 0-88,26 13-7,-14-10 47,3 0 0,-1 1-74,2 8-2984,-13-2 3113,0 10 9,-18-5 0,-10 1-560,-4 0 1,-5 0 0,2-1 545,10-4 0,1-2 0,-3 2 16,-5 3 1,-3 1-1,1-1 1,7-5-1,5 0 1,2-1 0,0 0-1</inkml:trace>
  <inkml:trace contextRef="#ctx0" brushRef="#br1" timeOffset="67316">8246 3270 5734,'8'-2'0,"-2"0"0,3 2 8,-2 0 32,11 0 1,3 0-40,11 0-1381,-8 0 0,3 0 1425,-2-1 0,4 1-23,-1 0 1,4 1-1,3-1 1,0 1-437,-4 0 0,1 0 0,0 0 0,1 0 1,-1 0 413,1 0 0,-1 0 0,1 0 0,-1-1 0,0 2-34,2-1 0,-1 0 1,0 1-1,3-1 34,0 1 0,3 0 0,1 0 0,-3 0 0,-5 0-262,6-1 0,-1 1 262,-6 0 0,6-1 0,1 1 0,-3 0 0,-8-1 1395,8 1-1305,-3-1 0,0 1-90,-17-1 2776,-3 1-2776,-8-1 93,-5 1 1,-1-1 0,-6 0-1</inkml:trace>
  <inkml:trace contextRef="#ctx0" brushRef="#br1" timeOffset="68832">13591 3291 5781,'-7'2'42,"1"-1"49,2 1-1,0-1-90,7 2 90,11-1-3367,13 1 3251,5-1-2242,5-1 2268,-3-1-66,-7 1 0,6-1 1,2 0-1,-1 0 88,-2 0 1,-1 0 0,0 0-1,2 0-92,-2 1 0,2-1 0,0 0 0,0 0 0,-2 0 70,2 0 0,-3 0 0,2 0 0,4 0 0,-4-1 0,4 1 0,2-1 0,2 1 0,-2-1 0,-1 0 0,-4 0 0,6 1 0,-5-1 0,1 0 0,3 0 0,-5 0 0,4 0 0,1 0 0,1 0 0,-1 0 0,-4 0 0,-4 0 176,3 0 1,-5 0 0,-1-1 3,6 0 0,-2 1-625,-5-1 0,-3 1 488,-1 0 0,-3 0 46,-6 0 1608,-8 1-1517,3-1 1909,0 1-2359,1 0 270,-2 0 0,-3-2 0,-2-1 0</inkml:trace>
  <inkml:trace contextRef="#ctx0" brushRef="#br1" timeOffset="70784">19115 3351 5748,'-7'-3'615,"1"1"-615,13 0 0,-2 1 0,12-1-2397,-1 1 2397,7-1 45,0-1 0,4 0-572,2 0 1,4 0 0,2 0 0,-3 0 526,2 0 0,-2 0 0,3 0 0,-7 0 0,2 1 0,1-1 0,1 1 0,2-1-123,-5 1 1,2 0-1,1 0 1,1 0-1,0 1 1,1-1-1,-1 0 123,1 0 0,0 0 0,0 1 0,1-1 0,0 0 0,0 1 0,0-1 0,-1 0 0,3 0 0,-1 0 0,-1 0 0,1 0 0,0 0 0,0 0 0,0 0 11,0 1 0,3-1 0,0 0 1,0 0-1,-1 1 0,-3-1 1,-3 1-1,-5-1-406,3 1 1,-6 0 0,0 0 399,10-1 0,0 1 1,-4-1 441,-6 1 1,-6 1-268,-2-1 1611,1 0-1970,-5 1 807,-7-1-628,0 1 0,-14-6 0,-3-1 0</inkml:trace>
  <inkml:trace contextRef="#ctx0" brushRef="#br2" timeOffset="93216">688 7276 24575,'22'-18'0,"-4"14"0,-36-14 0,-4 18 0,-2 6 0,-4 6 0,7 7 0,-2 8 0,0 1 0,1-4-1093,0-4 1,1-2 0,1 3 436,2 1 1,0 1-1,1 3 1,-1 2 0,2 1 376,2-1 1,0 2-1,0 2 1,1 0 0,1 1-1,2 0 1,0-2 282,2 2 0,1-1 1,2 0-1,0 0 1,1 1-1,-1 1-4,0 1 0,0 2 0,0 0 0,0 1 0,1-1 0,1-1 0,1-4-739,0 9 0,0-2 0,5-4 0,7-7 739,12-5 0,8-6 0,0-5-999,-4-9 0,0-3 0,-1 1 999,5 7 0,3-3 720,-1-12 1,6-7-1,-3-3 1,-11 2-721,-8-5-90,5 3 1,5-2 0,-8-1 89,-15-5 0,-6-2-326,-2 3 1,-2-1-1,1 1 326,5 0 0,-2 1 1092,-11-3 0,-5-2 0,5 5-560,6-2-532,-8 0 0,3-1 0,18 5 0,8 2 0,1 8 0,6 0 0,1-1 0,7-2 0,3-1 0,-1 1 0,-4 5 0,-1 3 0,-2 4 0,4-2-37,2-5 1,6-2 0,2-3 0,0 1 0,-4 2 0,-5 4 36,1 3 0,-3 4-720,4-1 0,2 0 0,-7 3 720,-7 2 0,-23 27 0,-8 3 0,9-22-1510,-6 19 0,2 2 1510,8-11 99,-8 10 0,-1 5-99,6-6 0,3 1 0,-2-1-57,-4-3 0,-2-2 0,4 1 57,7 2 0,4 0 0,1 0 961,2 5 0,2 1 1,0-6-962,0-10 0,1-1 0,2 8 0,3 5 0,-1 0 0,-2-7 0,5 2 0,8-5 0,0-2 0,-12-1 0,2-18 0</inkml:trace>
  <inkml:trace contextRef="#ctx0" brushRef="#br2" timeOffset="93966">1310 7157 24575,'0'-15'0,"-18"4"0,23 29 0,3 11 0,-8-2 0,-1 4-1093,6 2 1,2 2 0,1 3 436,-2-9 1,0 2-1,1 1 1,-2 1 0,1 1 330,-2 1 0,0 1 0,-1 2 0,1 0 1,-1-1-1,1-2-239,0 0 1,0-2-1,0-1 1,1 1-1,0 0 564,0-2 0,1 1 0,0 1 0,0-1 0,0-1 0,0 0-73,1 1 1,0-1 0,-1 0 0,1-2 0,0-2 72,1 1 0,0-3 0,1 2 0,0 2 0,2 3 0,0 1 0,-1-3 0,-4-8 0,-2 3 0,14 4 0,-18-29 0</inkml:trace>
  <inkml:trace contextRef="#ctx0" brushRef="#br2" timeOffset="94318">1270 7342 24575,'0'-22'0,"0"5"0,0 5 0,0 9 0,0-27 0,18 8-3277,-2 0 2529,4 5 615,8 7 1,8 1-1,-6-2 133,-11-1 0,1-1 0,5 3 0,7-1 0,2 0 0,-1 1 0,-6 1 0,0-3 0,-2 2 0,11-1 0,-3 4 0,-16 7 0</inkml:trace>
  <inkml:trace contextRef="#ctx0" brushRef="#br2" timeOffset="94552">1310 7633 16398,'14'26'0,"1"0"0,-8-1-820,17-16 1,15-4 0,3-3 0,-5-1 176,-11 0 1,-1-2 0,4-2 642,1-1 0,6-2 0,3-2 0,1-1 0,0 1 0,-3 1 0,-4 2-119,-2 2 0,-3 2 0,-1 0 0,1-2 0,8-6 0,2-1 1,-2-1-1,-9 5 0,2 6 0</inkml:trace>
  <inkml:trace contextRef="#ctx0" brushRef="#br2" timeOffset="97584">1124 8983 24575,'18'-22'0,"-13"4"0,12 18 0,-17 0-3277,18 35 0,-14-14 3011,-2 6 1,-2 10 0,-1 3 0,0-6 265,-1-2 0,0 2 0,-1-5 0,0 5 0,0 3 0,-1 1 0,1-1 0,1-5 0,1 0 0,1-2 0,1-2 0,-1 1-820,0 3 1,-1 1 0,1-1 0,1-1 490,4 5 1,2-2 0,-1-1 278,-4-3 0,-2-2 0,2-1 50,7 8 0,0 0 0,-8-8 0,-1 1 0,-1-3 0,1-4 0,0-3 0,0 15 3276,12-11-2365,-9-4-911,22-23 0,8-8-1639,-9 12 1,-1-2 1516,0-7 1,1-4 0,3 3 121,4 5 0,3 3 0,1 1 0,-1-3 0,-7-4 0,-2-2 0,1 1 0,1 1 0,9 4 0,1 2 0,1 0 0,-3-2 53,1-6 1,-3-3-1,1 4-53,3 7 0,1 4 0,-6-3 0,-9-8 0,0 2 0,4 7 0,4 4 0,-7-5 0,-2-16 0,0 14 3276,8-14-2015,-27 18-442,8 0 0,-11 0 0,0 0 0</inkml:trace>
  <inkml:trace contextRef="#ctx0" brushRef="#br2" timeOffset="98100">2037 9710 23319,'-22'-22'0,"5"5"618,17-1-618,17 31 210,-12-26-210,15 25 0,7 11-1639,0-5 1,0-2-1,-6-4 1,-1 1 1704,1 2 0,1 1 0,0 0-66,4 1 0,-1 0 0,-3-3 0,-1 0 0,1 0 0,6 5 0,0-4-617,2-3 0,-7-6 617,-19-6 3276,14 0-379,-36 18-2897,-7 5 0,-1 5 0,12-6 0,-2 3 0,-2-4 0,-6 2 0,-2 2 0,2 0 0,5-3-1639,1 10 1,2-1 1586,-4-5 0,-5 2 0,1 0 0,6-2 52,6 3 0,2-3 0,-7 1 0,-1-2 0,7-9 0,0 0 0</inkml:trace>
  <inkml:trace contextRef="#ctx0" brushRef="#br2" timeOffset="107334">3334 9313 24575,'-15'0'0,"-14"0"0,4 4 0,-2 4-1093,6 4 1,0 2 0,-1-2-1,-3-5 1,0-2 0,1 4-1,1 9 1,1 6 0,-2-1 272,-2-5 1,-2 0 0,0-1 0,3 2 696,1 0 1,3 2-1,-2 2 431,1 1 0,-3 4 0,-1 2 0,3-2 0,3-4-308,-4 1 0,5 1 0,9 0 0,1 5 0,2 1 0,-1-5-1415,-2 3 0,3-1 1415,4 8 0,6-2 1415,4-17 0,3-2-1415,14 13 0,4-5 0,-6-19 0,3-2 0,6 9 0,4 2 0,-3-4 0,1-9 0,-1-2 0,2 2 0,0-2 0,-6-7 0,0-2 307,-1 1 1,-3-4-308,-9-6 0,-4-2 0,1 4 0,-6 1 0,-14-4 0,-6 1 0,4 2 0,-2 1 0,-5-4 0,-1 0-1517,1-7 0,0 2 1517,-8 0 1011,4 9 1,-4-2-1,6 5-1011,10 9 0,-15-6 0,1 2 0,20 8 0,-26 0 0,25 0 0,-14 0 0</inkml:trace>
  <inkml:trace contextRef="#ctx0" brushRef="#br2" timeOffset="151399">22318 5966 24575,'22'-22'0,"-5"22"0,-17 5 0,0 24 0,0 2 0,0 6-1093,4-3 1,0 4 0,0 0 272,-3-8 1,-1 1 0,1-1 0,0 0 582,2 3 0,1 0 0,1 3 237,-2-1 0,1 5 0,0 1 0,0-3 0,-2-6 0,0 1 0,1 0-596,2-3 0,1 5 1,2 3-1,1-2 1,-2-6 595,4 7 0,0-5-1639,0-2 1,0-1 1615,-1-1 0,-2-2 0,-8 3 1,0-29-1</inkml:trace>
  <inkml:trace contextRef="#ctx0" brushRef="#br2" timeOffset="152283">22966 6138 24575,'0'-14'0,"0"-16"0,-18 26 0,14 4-1093,-10 15 1,-5 12 0,5 0-547,9-6 1,2 3 982,0 7 1,0 9-1,0 3 1,1-3 0,2-8 589,0-6 1,4 1 65,5-1 0,4 6 0,2 3 0,2 1 0,-1-5 0,-4-6 0,0 0 0,4-5 0,10-3 0,9 0 0,4-2 0,-1-2 0,-8-6 0,-3-3 0,0-8 0,-1-1 0,5-3 0,3-3 0,0-2 0,-3-2 0,-6-2 0,-1-6 0,-6-3 0,-2-3 0,-2-3 0,-3 4 0,-1-2 0,-1-2 0,-2 0 0,0 0 0,-1 2-553,1-4 1,-1 2 0,-3 0 0,-4 0 552,-5 2 0,-4 0 0,-2 0 0,-2 2 0,0 3 0,-6-1 0,-2 4 0,1 2 0,-1-3 0,-3 4 0,-1 8 0,-5 2 0,0 2 0,3 4 0,-8 6 0,2 6 345,6 2 1,-1 2 0,1 1-346,2-3 0,1 0 0,3 6 0,5 9 0,5 9 0,2 2 0,-1-2 125,-1-4 1,1 0-1,0-1 1,2 2-126,2 1 0,2 1 0,2 0 0,0-3 1010,2 0 1,1-1-1,4-4-1010,11 1 0,0-7 0,-11-13 0,12 9 0,3-2 0,4-14 0</inkml:trace>
  <inkml:trace contextRef="#ctx0" brushRef="#br2" timeOffset="153166">24024 5993 24575,'-22'0'0,"-13"0"0,19 0 0,-9 13 0,-7 8 0,3-2-1639,6-7 1,1 1 818,1 2 1,-2 4 0,0 1 0,3-1 169,1 1 0,2 0 1,2 3-56,2 3 1,3 3-1,0 0 1,0-1 704,-3 0 0,1-2 0,3 5-111,6-1 0,2 4 0,3 2 0,1 0 0,2-2 0,1-5 111,6 0 0,3-4 0,1 2-626,-4 2 0,1 4 1,0-2-1,4-4 626,9 0 0,4-5 0,1-6 0,0-11 0,1-5 0,-1 2 0,-4 9 0,-2 2 0,4-7 0,2-11 0,3-8 0,2-3 0,-2-1 0,-6 3 0,3-2 0,-3-2 0,0 1 0,3-2 0,-1-3 0,-9-1 76,-9-3 0,-7-2 0,-1-3-76,1-3 0,-1-4 0,-2 0 0,-1 3-108,-4-1 1,-1 2 0,-1-2 107,2 6 0,2-3 0,-2 0 0,-2 2 0,-4 2 0,-7 0 0,-5 2 0,-1 2 0,0 3 0,2 2 0,-1 3 0,-1-2 0,1-5 0,-1-5 0,-1 4 0,0 9 973,-4 13 1,0 8-1,0 2-973,-1 0 0,0 2 0,1 1-897,3 2 0,0 1 0,0 1 897,-1-2 0,-1 1 0,4 1 0,4 9 0,2 1 0,-4-3 0,0 1 0,7 2 0,0 1 0,0-1 0</inkml:trace>
  <inkml:trace contextRef="#ctx0" brushRef="#br2" timeOffset="156200">22529 7779 24575,'-11'22'0,"8"13"0,-9-31 0,-6 26 0,14-10 0,-14-11 0,0-1 0,14 9 0,-14 1 0,18-14 0,36-4 0,-18-1 0,2-2 0,4-7 0,3-5 0,0 5-1639,7 7 1,-1 1-1,-1-7 1,-3 1 1408,5 8 230,-8 22 0,-5 9 0,-16-12 0,-3 4 0,3 7 0,2 6 0,-2 3 0,-4-1-656,-5-6 1,-3 0-1,-2 1 1,-1-1 0,1 0 403,2-2 0,0 0 0,0-1 0,-1 0 0,-1-1 188,-2 6 0,-2-1 0,0-1 0,-1 1 64,0-4 0,-2 1 0,0-1 0,1-2 0,2-4 0,0 4 0,1 1 655,0-1 0,-3 6 1,-1 2-1,3-3 0,5-8 479,5 6-1355,-4 5 1,2-6 220,5-24 1638,19 10 0,9-1 1462,1-11-3100,-2-2 0,8-1 0,1 0 0,-6-1 0,-3 0 0,1-1 138,1-4 1,5-2-1,0-1 1,-4 3-139,4 3 0,-3 1 0,4-7 0,-2 1 0,-13 8 0,-2 0 0,11-18 0,-7-4 0</inkml:trace>
  <inkml:trace contextRef="#ctx0" brushRef="#br2" timeOffset="156766">23654 8361 24575,'0'-34'0,"0"13"0,-12 10 0,9-7 0,-26 14 0,3 7 0,0 5 0,3 12 0,-1 3-970,1-11 0,-2-1 1,4 4 969,5 10 0,3 4 0,2 0-1639,-1 0 1,2 0 790,2-4 0,1 0 0,5 2 798,9 6 0,7 2 1,0-5 49,-1-5 0,0-3-638,6 6 0,2-4 638,2-12 0,1-7-1139,-3-11 1,1-5 1138,2 5 0,2-4 819,-7-7 0,2-6 0,-3-1 0,-3 2-583,-3 0 1,-3-1-967,-1-4 1,-1-2 0,-5-2 729,-4-4 0,-5-1 0,-6 3 0,-7 3 0,-6 4 0,3-4-598,10 3 1,3-3 0,-1 1 0,-2 4 597,-10-5 0,-5 8 1092,0 11 0,-3 4 0,8 8-792,6 16-300,-7-5 0,-7 1 0,10 2-547,17 3 1,5 2 0,-7 8 0,0 0 0,6 6 0</inkml:trace>
  <inkml:trace contextRef="#ctx0" brushRef="#br2" timeOffset="157283">24421 8176 24575,'0'-15'0,"-18"-14"0,14 24 0,-19-7 0,-1 6-3277,17 24 1773,-16-16 0,-1 1 2866,2 26-1362,9-7 0,0 5 0,-1 2 0,2-4 0,-1 1 0,1 2-111,4 1 1,1 6 0,0 2-1,2 0 1,3-6 110,3-2 0,3-3 0,2 0 0,5 6 0,2 0 0,2-2 0,0-6 0,1-2 0,3-5 1638,10-1 0,2-11-1148,-7-12 1,0-6 0,-3-2-2130,0-4 1,-4-3 549,-2-1 0,-2-2 1,-3 0-551,-1 0 1,-6-1 1557,-5-7 0,-8-3-567,-2 12 1,-5-3 0,-3 0 0,1 0 0,2 3 647,2-6 0,1 2 0,-7 2 0,-5 6 0,-7-1 0,-4 2 0,-1 1 0,2 4 0,8 3-1083,-4 2 1,1 6 1082,0 3 0,-4 2 0,0 2 0,8 2 621,5 2 1,5 5-622,-1 11 0,3 3-44,3-9 0,2 2 0,2 3 0,2 3 0,2-1 0,4 3 0,0 0 0</inkml:trace>
  <inkml:trace contextRef="#ctx0" brushRef="#br2" timeOffset="157951">21550 10504 24575,'-14'0'0,"-16"0"0,26-18 0,16 2-1093,6-1 1,9-3 0,0 1-1,-2 6 1,1 1 0,3-1 545,-4 3 1,2-1 0,2-1 0,2 0 0,4 0 0,4 0 483,-13 4 1,4 0 0,2 0 0,2-1 0,2 1 0,1-1 0,2 0 0,1 0 0,0 0 0,1 0 0,0 0-1,-1 0 1,0 0 0,-1 1 0,-1-1 0,-2 1 0,-1 0 0,-2 0-225,4-2 0,-2 1 0,-3 0 0,0 1 0,-2-1 0,1 1 0,1 0 0,1-1 0,2 0 0,3 0 0,4 0 287,-15 3 0,1 0 0,1 0 0,1 0 0,2-1 0,0 1 0,2-1 0,0 1 0,1-1 0,1 0 0,1 0 0,0 0 0,1 0 0,0 0 0,0 0 0,1 0 0,1 0 0,-1 0 0,0 0 0,1 0 0,0 0 0,-1 1 0,0-1 0,0 0 0,0 1 0,-1-1 0,0 1 0,0 0 0,-2 0 0,0 0 0,0 0 0,-2 0 0,0 1 0,5-1 0,-1 0 0,-1 0 0,0 1 0,-1 0 0,0-1 0,-1 1 0,0 0 0,0 0 0,0 1 0,-1-1 0,1 0 0,0 1 0,-1-1 0,1 1 0,0-1 0,1 0 0,0 1 0,0-1 0,1 1 0,1-1 0,0 0 0,1 0 0,0 0 0,-2 1 0,0-1 0,0 1 0,0-1 0,0 1 0,0 0 0,0-1 0,0 1 0,0 0 0,-1-1 0,1 1 0,0 0 0,-25 2 0</inkml:trace>
  <inkml:trace contextRef="#ctx0" brushRef="#br1" timeOffset="188618">24713 6174 5734,'5'-4'0,"0"0"0,-3 2 0,2 0 0,-1 3 0,-7 2 0,-8 6 0,-1-2 0,-2 4 0,0 4 0,6-4 0,-7 11 0,0 1 0,6-5 0,-6 12 0,1 1-3277,8-4 3219,1-8 1,1-1 57,2 9 0,3-8 0,2 4 0,1-4-497,1-2 497,3 0-1845,5 6 1845,-2-4 0,5 2 1845,-7-12-1845,7 3 0,1 0 0,8 1 0,-5-2 0,0 0 0,5-5-419,-8-4 419,-3-2 2503,11-9-2483,-8-4-9,8-4 6,-8-10-1251,-8 8 1234,0 0 0,-1 0 1105,1-5-1105,1-11 0,-2 0 469,-1 5-469,-3 0 0,-1-7 0,-2 7-2893,-4-4 2893,1 4 0,-1 3 0,-4 5 1008,-2 4-1008,-8-1-659,2 4 650,-14 1-212,-3 17 1,-1 6-1,14-5 1,-1 1-1,-3 3 1,0 0-1,0 1 1</inkml:trace>
  <inkml:trace contextRef="#ctx0" brushRef="#br1" timeOffset="190864">24772 8217 5734,'-4'3'28,"2"-2"-25,-8 27-6,6-15 4,-3 13 1,-1 4-2,3-10 0,1 1-1155,-2 5 0,1-1 1155,2-5 0,1-2 0,1 1 2,3 3 1,2 0-1209,2 4 1207,1 0 0,3 1 2,10-4 0,1-2 0,3 7 3,0-13 1,4-1-1,-5-4 0,0-6-2,0 1 0,1-3 2,11-11-1119,-18 0 0,0-1 1113,3 0 0,-1-1 45,-4-2 0,-2 0 1266,0-6-1311,-6-4 0,0-7 0,-1 3 0,-1 8 0,-2-1 22,-1-9 1,0-7 0,-2 0-1,-2 7-807,-2 5 1,-3 2 784,-1-14 0,-2 2 0,-6 5 343,-7 7-373,-1 14 0,-5 3 0,1 0-15,1-2 0,-3 4 45,4 3 0,-5 2 0,-2 1 0,1 2 0,3 0 0,-1 2 0,3 1 0,-1 2 0,-5 0 0,0 0 0,0 1 0,0-1 0</inkml:trace>
  <inkml:trace contextRef="#ctx0" brushRef="#br1" timeOffset="202264">8837 4158 5770,'-3'-6'234,"-3"1"-234,1 4 0,-3 1 90,0 3-90,0 1-1639,-7 10 1,-1 3-746,1 0 2883,2 4 1,-1 4 0,4-1-500,6 10-15,-1-9 1,3 0 14,15 1-1903,18-9 1903,-11-7 951,11-9 1,-1-7-952,-8-8-372,-2 3 0,-2-1 372,-8-5 0,-7-3 388,-9-4 1,-6-2-389,-3 5 0,-2 2 0,1-6 0,-2 4-45,-1 10 0,1 6 3014,1 8-3149,-2 5-813,8-2 993,-1 3 219,9-3 0,1-2 0,0 2 1</inkml:trace>
  <inkml:trace contextRef="#ctx0" brushRef="#br1" timeOffset="202534">8930 4298 5914,'7'-4'180,"-1"0"-180,-3 2 0,-1-1 0,1 0 0,-1-1 0</inkml:trace>
  <inkml:trace contextRef="#ctx0" brushRef="#br1" timeOffset="202899">9201 4189 5824,'0'-10'90,"2"33"-90,0-15 0,0 21 0,0 4-3277,2-2 2085,-2-9 0,-1-2 1192,4 5 1409,-2-13-1409,8 10 0,-3-10 0,7 7 0</inkml:trace>
  <inkml:trace contextRef="#ctx0" brushRef="#br1" timeOffset="204131">13773 4192 6004,'-8'2'90,"-9"9"-3367,5 2 893,-6 9 2429,7 1 0,2 2-568,1 5 523,0-6 0,4 1 523,13 9-523,5-16 0,1-2-323,5 11 323,1-12 0,2-4 0,0-9 0,5-1 0,6-12 0,-17-10 0,-1-2 0,-2 10 0,-3-3 695,-8-15 0,-6-9 1,-2 8-696,-9 1-412,4 7 1,-2-2-1,1 7 412,-4 7 0,2 3 0,-5 3-431,-11 8 304,4 3 127,-6 12 0,19 0 0,2 5 0</inkml:trace>
  <inkml:trace contextRef="#ctx0" brushRef="#br1" timeOffset="204398">14116 4411 5824,'5'-6'180,"-1"0"-414,-3 2 234,0 0 0,1 1 0,0-1 0</inkml:trace>
  <inkml:trace contextRef="#ctx0" brushRef="#br1" timeOffset="204847">14323 4222 5751,'1'-9'73,"-1"2"-73,2-1 0,1 2 90,10-2-90,-4 2 0,9 2 0,2 2 0,-5 1 0,17 1 0,-22 3 0,8 5 0,-9 17 0,-1-4 0,-15 11-660,-8-13 660,-4-2 0,-1 2-1587,3-5 0,0 0 1587,-5 4 0,1 0 0,3-3 0,3-1 0,0 1 0,5 1 0,1 1 0,6-4 0,-1 10 442,31-6-442,-4-8 1017,-5-1 0,-1-2-1017,9-2-90,-3-2-646,8 0 1,-9-1-1,1-1 1</inkml:trace>
  <inkml:trace contextRef="#ctx0" brushRef="#br1" timeOffset="207463">8801 4658 5734,'7'-4'0,"-1"0"0,-2 3 17,4 5-1,-1 21-10,0-3 0,-4 11-663,-1-14 660,-1 3-3169,2 12 3166,-1-10 3,0 6-6,2-3-17,-3-15-403,2 12 423,-2-19 0,0 0 102,1 0 1,-1-2 0,1 0 0</inkml:trace>
  <inkml:trace contextRef="#ctx0" brushRef="#br1" timeOffset="207947">9109 4698 5734,'13'-13'45,"-4"4"-15,2-2-15,-6 6 75,-11 27-3367,3 0 2302,-6 12 975,6-8 860,4-13-860,3 7 0,1 0 0,1-3 0,8 7 0,2-4 0,3-13 0,10 3-635,-11-11 635,3-6 45,-4-4 0,0-3-45,5-3 0,-7-17 0,-6-3 0,-10 10-122,0-1 1,-5 1 121,-20 0-830,5 25 0,-1 3 793,3-7 0,0 4 37,-12 17 0,4 7 0,9 1 0,4-3 0,1 0 0</inkml:trace>
  <inkml:trace contextRef="#ctx0" brushRef="#br1" timeOffset="209047">13866 4716 5914,'11'-5'90,"-3"2"-90,0-1 0,10-1 0,2 1 0,2-2-1985,-4 3 1985,-10 1-30,9 5 30,-11 1 0,-17 25 0,-4-13 0,-6 4 0,-6 5 0,4-4 0,9-8 0,0 0-630,-13 11 1,4-3 629,12-7 0,7-2 0,11 6 0,-1-6 636,16-2 0,5-3-636,3-5-786,-5 0 1,-1 0 785,4-5-90,0 1-1000,-7-3 1,0 1 1089,8-1 0,-10-1 0,-1 0 0,-4-1 0</inkml:trace>
  <inkml:trace contextRef="#ctx0" brushRef="#br1" timeOffset="209481">14478 4781 5824,'-5'-6'0,"0"0"0,1 4 0,-1 0 0,-23 4 0,12 2 90,-20 6-974,20 0 884,3 3 0,-1 1-3099,-6 17 3099,9-16 0,1 2 0,0 16 0,16-11 0,3-2 0,-1 3 0,2-4 0,3-3 0,19-13-1931,1-10 1931,-14 3 0,0-2 0,9-11 253,-14 1-208,-8-15 0,-9-5-75,-10 15 0,-7 1 0,0-1-21,4-2 1,1 0-1,-4 2 51,-4 5 0,-4 3 0,2 5 0,1 8 0,3 5 0,-2 3 0,-1 4 0,1 1 0</inkml:trace>
  <inkml:trace contextRef="#ctx0" brushRef="#br1" timeOffset="-209932.73">8931 5102 5734,'15'2'5,"4"-2"1,3 0-3283,8-2 3115,-6 0 1,6 1 163,-4-1 1,5 1 0,3 0 0,-2 0 0,-4 0-1076,8 1 0,0-1 1073,-7 1 1,4-1-1,1 0 1,1 0 0,-4 1 1,7 2 1,-3 2 0,0-1-11,-4 0 0,0 0 0,0 0 8,3 1 0,0-1 0,-3 1 0,0 0 0,-4 0 0,4 1 0,-18-2 0,13 2 132,-18-4-132,2 0 0,1 0 0,-3 0 0,2 0 0,-1-1 0</inkml:trace>
  <inkml:trace contextRef="#ctx0" brushRef="#br1" timeOffset="-208982.73">13645 5117 5734,'-8'1'78,"1"1"24,3 0-102,5 1 0,2-2 0,5 2 90,16-1-45,2 0 0,3 0-1614,-2-1 1,0 1 1568,10 0 0,1 0 30,-14-2 0,1 1 0,1-1-30,9 1 0,2-1 0,0 1-589,-8-1 1,0 0 0,1 0 0,-2 0 588,9 0 0,0 0 0,2 0 18,-7-1 0,3 1 0,1-1 0,-2 0 0,-5 0-18,6 0 0,-1 0 0,-2 0 0,5 0 0,2 0 0,-3-1 0,-8 1 0,-8 0 0,-2 0-87,15 0 1,-3-1 86,-14 1 0,-12 0 0,3 1 0</inkml:trace>
  <inkml:trace contextRef="#ctx0" brushRef="#br1" timeOffset="-201448.73">18860 11880 5734,'-7'-6'59,"-1"0"-28,2 3 59,-2-3-90,2 3 0,0-1 0,2 1 90,-4-2-90,4 2 0,-15-9 90,12 8-90,-10-5 0,11 5 0,-7-2 0,-6-1-1282,2 0 1282,-1 2 0,7 2 90,-21-5-90,15 4 0,-8-1 0,-3 1-2968,0 3 2968,-7-1 0,10 2 0,11 0 0,-6 2 0,-3 1 428,-2 1 1,-1 1-429,-5 0 0,-1 0 0,5 2 0,3-1 0,-2 1 0,-8 5 1016,18-6-1016,-12 4 0,9-2 0,-1 0 0,-4 3-247,4-3 1,0 1 246,-8 4-1221,10-4 0,0 0 1221,-11 6 745,-1 1 0,-1 3-745,11-2 0,1 0-1063,-5 1 0,0 0 1063,7-1 0,3-2 0,2 0 287,-1 2-287,1-1 0,1 1 1531,-6 7-1531,6-7 0,-1 1 0,-2 10 0,2-2 0,-1 1 1154,1-1 1,0 2-1155,6-6 0,1 0-1395,1 2 1,-1 1 1394,0 1 0,0 0 0,2-5 0,0 1 340,1 11 0,-1-2-340,1 0-620,0 2 0,0-1 620,2-11 0,-1-1 0,1 14 0,0-4 0,1 2 0,-1-4 0,1 3 76,1-1 1,1 4 0,0 1 0,0-5-77,0-1 0,0-2 502,1 3 0,0 2 0,1-2-502,3 3 0,1 0-750,-3-9 0,0 1 0,1 0 750,0 0 0,0 0 0,0-1 555,2 7 1,0 0-556,0-4 0,2 1 0,-2-4 0,-3-6 0,1 1 57,3 6 1,4 5-1,0 0 1,-1-5-13,1-3 0,0-2-248,4 7 0,1-1 203,-6-10 0,0-2 2714,0-2-2714,6 6 0,2 0 0,-2-1 0,0-2 0,5 3 0,-3-4 0,11 4 0,-12-6 0,1-1-2011,7 1 2011,-12-8-1024,6 1 0,2-2 1024,-1 1 344,3-3 1,7 0-1,-4-2-344,-9-1 0,1-2-310,11 1 0,1-2 310,-6-2 0,0-3-214,7-4 1,-1-1 213,-8 5 0,1-2 510,-1-2 1,4-2-1,0 0 1,-6 1-511,-1 1 0,-2-1-571,3 0 1,2-1 0,-3 0 570,6-7 0,1-2-287,-8 6 0,0-1 287,-6 7 0,-1-1 713,4-2 0,-1-2-533,-3-1 0,-2 1 0,3-5-136,-2 1 1,0-1-8,-2-3 52,-3 4 1,-1 1 202,2-6-292,-4 10 0,0-2 1327,2-9 1,-2 1-1328,0 1 30,0-2 0,1-6 0,-1 3-1313,-3 6 0,0 1 1283,2-9 0,-1 1 0,-2 8 0,0 2 0,-1-6 0,0 2 0,-2-7 0,0 0 0,-2-1 0,-1 0 0,0-2-150,0 4 0,1-1 0,-1 0 0,0 2 150,-2-2 0,0 2 0,0 3-759,-1 1 1,0 5 758,-2-3 0,-5-5 0,0-2 0,-1 1-285,1 0 0,0 1 285,2 3 617,3 9 1,0-1-618,0-1 0,0 0 668,0 2 0,1 1-713,-2-4 0,-1-1 45,-4-3 0,1 0 0,3 6 0,0-1 386,-5-6 0,-2-4 0,3 6-386,2 1 0,1 2 0,-3-6 0,3 4 0,-2-6 0,4 7 0,0 1 0,-2-4 0,-1 6 0,0 1 627,1 1-627,-3 2 0,-6-4 0,3 4 0,-8 0-45,5 1 0,-1 3-225,-11 2-1359,8 13 0,0 2 1494,7-4 0,-1 2 73,-7 5 0,-3 5 0,4-2 0,-6 4 0,5-2 0,0 0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51:53.81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5859 11944 5734,'-3'-6'11,"-2"-2"3,2 4 39,-1-4-41,9 1-12,7-4 90,13-1-90,-7 5 0,2 1 45,4 0 0,0 0-45,-3 1 0,1 1-1639,12 1 1,4 1 1629,-9 2 1,1 2 0,1 0-230,-4-1 1,1 0-1,0 1 1,2-1 237,-1 1 0,2 1 0,0-1 0,-1 1 0,-1-1-584,8 1 0,-3 0 0,4-1 584,-7 0 0,3-1 0,1 0 0,2 0 0,-2 0 0,-2 0 0,0-1 0,-2 0 0,0-1 0,-1 1 0,2 0 0,-1 0 0,1 0 0,1-1 0,-1 1 0,0 0 0,-2-1 0,7 0 0,0 0 0,-3-1 0,-1 1 0,1 0 0,-3-1 0,0 0 0,-1 1 0,-1 0 0,5-1 0,-3 1 0,5 0 0,3 0 0,0 0 0,-3-1 0,-3 2 0,4-2 0,-3 1 0,3 0 0,-4 0 0,4 1 0,1-1 0,1 0 0,0 0 0,-2 0 0,1-1 0,-1 0 0,0-1 0,-1 1 0,1-1 0,-5 1 0,-1 0 0,0-1 0,1 1 0,-1-1 0,0 1 0,7-1 0,0 0 0,0 0 0,-1 0 0,-3 0 0,-1 0 0,-1-1 0,-3 1 0,-4 0 0,10-1 0,-11 2 0,3-1 0,1 0 0,6 0 0,1 0 0,-9 1 0,2-1 0,-3 1 0,2 0 0,-4 0 0,-3 1 0,2-1 0,1 1 0,-1-1 0,-1 1 0,1-1 0,13-1 0,-6-1 0,-7 2 0,2 0 0,-5 0 0,-1-1 0,6 1 979,-1-1-979,4 1 0,-14 2 0,14-2 0,-17 2 0,10-1 0,13-1 0,-6 1 1952,6-1-1952,-10 2 0,0-1 0,-2 0 0,2 1 0,0 0 3276,9-1-3224,1 0-2703,3 0 2651,-9-2 0,-12 3 0,3-2 0,2 0 0,2 0 0,1 0 0,-1-1 0,-6 2 0,0 0 0,-8 0 0,6 3 0,-6-1 0,14 9 90,-9 8-90,3 3 0,-8-1 0,-1 6 0,-4 3 0,0 7 0,-2 0 0,1-2 793,0-2 1,0-2 0,0 3-794,-1-4 0,0 2 0,-1 2 0,0 1 0,0 1-180,-1-4 0,-1 1 0,0 2 0,0 0 0,0-1 0,0-1 0,1-1 180,-1 1 0,1-2 0,0-1 0,0 2 0,-1 1-395,1 0 1,-1 3-1,0 1 1,0 0-1,0-1 1,1-2 0,0-3 394,0 3 0,0-4 0,1-2 0,-1 1-90,1 5 0,-1-1 0,1 3 90,0-1 0,1 3 0,-1 2 0,0 0 0,0-5 0,1-4 0,-1-2 0,0-1 0,0 2 0,0 2 0,1 3 0,-1 0 0,1 0 0,-1-1 0,0 5 0,-1 0 0,1-2 0,-1-3 0,1 3 0,0 0-389,-1-3 0,0 5 1,1-1-1,-1-8 389,0-8 0,0-3 0,0 18 304,0-14 0,-1 0-304,0 6 0,0 0 53,0-7 1,0 0-54,0 2 0,0-1 113,-1 1 1,1-1-114,-1 2 45,1-3 0,0-1-45,1-8 2324,-1 4-2324,1-5 0,0 5 0,0-9 3276,1-4-3257</inkml:trace>
  <inkml:trace contextRef="#ctx0" brushRef="#br0">9874 14287 5919,'-13'-4'-655,"-10"-5"-983,-1 0 1625,2 0 1,0 0-530,1 1 0,0 0 542,-2 1 0,-1-1-607,0 1 1,-2-1 0,1 1 651,-8-3 0,0 1-308,6 2 0,-1 0 1,3 1 262,2 1 0,-2 0 183,-4 1 0,-8-1 0,-4 0 0,2 0 1,5 1-184,5 1 0,2-1 0,-5 1 29,6 0 1,-5 1 0,-3-1 0,-3 0 0,0 0 0,-1 0 0,2 1 0,2 0 0,4 0-154,-5 1 1,3 1 0,1 0-1,0 0 1,-1 0 123,-1-1 0,-1 1 0,0-1 0,-1 0 0,1 1 0,0 0 192,-2 0 1,1 2 0,0-1-1,0 1 1,-2 0-181,4 0 1,-1 1 0,-1 0 0,0 1 0,1-1 0,1 0 0,2 0-13,-7 0 0,4 0 0,0-1 0,-3 2 15,3-1 0,-2 0 0,-1 1 0,-1-1 0,2 1 0,3-1-15,-2-1 0,2 0 0,1 0 0,1 0 0,1 0 0,1 0 0,0 0 0,-1 0-233,-3 1 1,-3-1 0,2 0 0,1 0 232,0 0 0,2 0 0,4 1 685,7-2 1,0 1-686,-8 0 0,-4 0 0,4 0 219,8 0 1,0-1-220,-16 2 0,-1-1 0,10-1 0,3-1 0,5 0 0,0 1 0,-7-1 0,0 1 0,-4-1 2268,14 1-2268,-4 0 0,0 0 0,0 0-1134,-1 0 0,1-1 1134,9 1 0,-4-1 0,7 0 0,-11-1 0,9 1 2268,-7-1-2268,7 1 0,-5 0 0,3-1-812,-2 0 812,6 0 0,-13-2 0,9 1 0,-9-3 0,-12-8 0,11 3-580,4 2 0,0 0 580,-1 0 0,0-2 328,1 0 0,0-1-328,-5-3 418,5 3 0,3 1-418,5 2 0,0 0 0,-1-4 0,-9-7 0,7 5 1514,-5-4-1514,-8-8 0,13 14 0,-1-2 0,-1-2 0,1 0-90,-6-8-854,-1-3 944,4 5-90,4 5 90,5 7 0,-3-9 0,0-1-1812,0 0 1812,-1-1 0,-1-3-834,4 0 0,0 0 834,3 7 0,0-2 0,-5-10 0,1-1 0,4 11 0,0-2-90,1-3 1,-2-6-1,0-4 1,-1-1-1,1 0 1,1 4 89,-1-2 0,1 2 0,0-1 0,-1-5 27,2 10 1,0-4 0,-1-2 0,0-2 0,0-1 0,-1 0 0,1 0 0,1 1 0,-1 2 0,2 2-28,-2-6 0,2 2 0,-1 1 0,1 1 0,0 0 0,0 0 0,0-1 0,0 0 0,-1 0 0,1 1 0,0 0 0,1 1-18,0 1 0,0 0 0,1 2 0,0-1 0,1 0 18,1-8 0,1-1 0,1 2 0,-1 3 255,-1 3 0,1 3 0,0-4-255,1 2 0,1-5 0,-1-1 0,1 3 0,0 7-45,0 4 0,0 2 45,1-9 0,0 2 0,-2 2 0,-1 15 544,0-17-544,-1 15 631,1-19-901,-1 21 90,1-2 2768,0 5-2588,9-3 0,-5 6 0,10-8 0,-7 7 0</inkml:trace>
  <inkml:trace contextRef="#ctx0" brushRef="#br0" timeOffset="4116">8729 12568 5734,'6'2'0,"-1"1"42,-1 9-25,-1-3-1,1 6-1,0 13 30,0-7 0,0 1-45,0 1 0,0 2 30,2 2 0,0 3 0,-1-4-30,3 8 0,-2-7 0,1-1 0,2 1 0,-2-8-1306,2 5 1306,-4-12-90,-3-6 90,0 1 0,-1-3 0,0 1 0</inkml:trace>
  <inkml:trace contextRef="#ctx0" brushRef="#br0" timeOffset="4432">8645 12949 6004,'13'9'90,"-2"-2"-1,6 3 1,2-1-90,1 1-2890,14 7 2890,-20-12 0,0-3-90,17-8 0,-12 0-245,4-11 0,-1-5 0,-6-2 0,-2 1 0,0 0 0</inkml:trace>
  <inkml:trace contextRef="#ctx0" brushRef="#br0" timeOffset="7432">9416 12999 6004,'-2'-10'90,"1"-5"-1405,3 5 1315,-2-5 254,0-4 0,0-2-254,-1 0-1129,1-2 1,-1 0 1128,-1 6 0,1 1 0,-2-6 90,-1-12-1488,1 12 1398,-1-6 90,-2 1-90,4 15 0,-4-12 1986,3 12-1986,-1 1 0,0-2 0,1 3 2565,1 4-2565,-1-1 0,1 3 0,-1-1 0,1 2 0,-2 10 0,1-4 0,-2 10 0,1-7 0,-1 1 0,-10 13 0,6-9-1259,-8 9 1259,10-12 0,0 0 0,-1 1 0,-3 4 0,3-4 0,-1 2 0,17-28 0,-2 8 0,13-20 0,-6 13 0,3-2 187,-6 7-187,1 0-90,2 8 90,-4 3 0,13 10 0,-5 6 0,3 3 0,-4-4-360,15 3-2128,-18-13 2488,14 5 0,-20-11 0,2-1 0,1-1 0</inkml:trace>
  <inkml:trace contextRef="#ctx0" brushRef="#br0" timeOffset="11768">11484 11950 5734,'0'-7'0,"0"-2"3,-1 3 39,0-1-17,0 2-5,-1 1-20,-7-3 0,1 3 90,-12-3-90,5 3 0,0 0 0,-2 1 0,-16 2 0,13-1 90,-15 2-90,4 3 0,1 2 0,9-2 0,1 1 0,-7 2 0,8 1 0,1 1 0,3-1 0,-15 9 0,17-1 0,3 1-3277,-4 8 3219,3-5 1,1 0 57,1 6-1424,4-7 1424,-1 3-594,2 4 0,1 1 594,-1 1 0,4 1 0,2 6 0,2-5 0,6 5 0,-1-3 0,0-1 0,5-5 0,4-2 0,1-6 0,1 0 0,-4-4 0,2-1 571,8 0 0,5 1 1,-3-5-572,-3-3 0,0-3 0,1 0 0,3 0 0,-2-2 0,0-4 0,0-2 0,6-2 0,0-1-279,-11 2 1,-1 0 278,3-1 0,-2-1 0,0 0 698,6-11 1,0-4-699,-13 10 0,0-2 0,6-13 0,1-6 0,-5 5-1061,-9 10 1,-2 1 1060,3-12 0,-4-2 0,-8 1 0,-7 0-145,-1 8 1,-2 0 0,-1-1 144,1-3 0,-1 0 0,-4 0 50,-7 4 0,-5-1 0,-2 3 1,5 4-51,-1 1 0,1 4-67,-3 0 0,-3 0 0,4 5 67,-2 7 0,0 5 0,-3 2 0,10 2 0,0 2 0,0-1 0,1 0 0,-1-1 0,1 2 0,-10 8 0,5 1 0,2 5 0,7 2 0,1 2 0,4-3 0,1 1 0,0-1 0,1 0 0,-1 0 0</inkml:trace>
  <inkml:trace contextRef="#ctx0" brushRef="#br0" timeOffset="12803">11694 12925 5742,'-20'1'65,"-4"0"-48,2 0-17,1 1 90,-8 0-90,14-1 90,-16 1 0,5 2-90,-4 1 0,8-1 0,-1 1 44,5-1 1,-1 1-45,-11 6 0,-5 3 0,4-1 0,11-5 0,0 2 22,-8 5 1,-5 4 0,0 2-1,7-2-22,9-1 0,2 0-1093,-2 0 1,-2 1 0,4 0 977,-1 14 115,7-9 0,3 1 0,5 10 0,1 4 0,0-20 0,1 0 0,0 10 0,2 3 0,2-1 0,6 5 0,2-3-1134,0 0 0,2 0 1134,-2-7 0,1 0 0,1-2 0,2 0 0,5-3 0,3-5 0,5-1 0,-2-2 0,-5-2 0,3-3-42,2-5 0,8-3 0,2-2 0,-1-2 0,-5 0 42,-2-4 0,-4-3 0,3 1-101,2 1 0,3-1 0,-1 0 1,-4 0 100,2-5 0,-5 0 403,-2-3-403,1-8 0,-1-4 1059,-10 14 1,-1-3-1060,-2-4 0,1-8 0,-1-2 0,-1 0 0,-2 7 0,-4-3 0,-2 1-455,1 0 0,0-5 1,-1 2-1,-3 4 455,-3 7 0,-4 0 0,-10-7 0,-6-2 0,-1 1 0,3 9 0,0 2 0,-2-1 0,1-2 0,-2-1 0,-1 1 0,1 4-235,-1 3 1,1 4 0,-1 1 234,-1 1 0,-1 1 0,-4 2 0,3 4 0,-4 1 0,-1 1 0,0 0 0,3 0 0,-4-2 0,3 0 0,-4 4 0,4 3 0,-4 3 0,-2 3 0,2 0 0,3 0 0,8-1 0,1 1 0,4 3 0,-7 5 0,-3 4 0,9-3 0,9 3 0</inkml:trace>
  <inkml:trace contextRef="#ctx0" brushRef="#br0" timeOffset="48699">1173 3011 5914,'9'0'90,"9"1"-90,-9-1 0,8 1 0,7-3 0,3 0-2591,3-1 2591,-3-1 579,-13 2-534,13-3 0,1 0-45,-3 1 0,2-1 0,2-1 0,-9 2 0,0 0 0,-2 0 0,1-1-1021,2 1 1,0-1 1020,7-2 0,-15 3 1512,16-7-1512,-15 4 45,7-7 0,1-2-2595,0-7 2550,-7 8 0,-1-1 90,6-8-90,-9 9 45,4-7 0,-1-2-45,-1 3 29,0-4 1,2-6 0,-2 2-270,-5 4 1,-1 0 239,4-7 0,-1-1 0,-2 4 0,-2 0-295,-1 4 1,0 0 0,0 1 294,-1 0 0,1 0 265,1-2 1,0-4 0,1 0 0,-1 6-266,-2 5 0,1 1-532,3-13 1,0 2 531,-1 7 0,-1 0 0,1 1 0,-1-1 0,2-6 716,1-7 1,0 0-717,-3 10 0,-1 4 0,0 0 0,1-4 0,2 0 538,-1 3-538,1 0 2585,7-9-2585,-6 18-1245,7-16 1245,-10 21 0,4-3 0,6-4 1091,-3 4-1091,2-1 0,11 6 0,-13 3 328,16-2-328,-18 6-90,11 2-2552,11 8 2732,-4-3-90,2 6 333,-7 5 1,-1 2-334,-2 0-267,3 0 0,-1 3 267,-8-2 0,-2 0 0,0 4 0,1 2 0,2 2 0,1 3 257,-3-1 0,0 3 0,0-1-257,-2-5 0,0-2 0,0 2 0,3 5 0,0 0 0,-1-1 0,1 1 0,-1-5 0,-3-9 0,-2-3 0,-2-4-1600,7 11 1600,-5-8-542,6 7 632,-9-12-1030,13 16 940,-10-14 470,6 9 0,0 0-470,-3-4 477,9 11-477,-13-17 0,2 0-772,14 11 772,-9-8 942,13 2 0,2 0-942,-1-7-902,-4-1 1,-1 0 901,2-5 0,3-1-363,5-2 0,2-1 363,-13 0 0,1 0 365,6-2 1,7-1 0,0 0-1,-7 0-365,-4 0 0,-2 0-488,5-1 1,3 0 0,-6 0 487,2-1 0,-3 1 0,10-5 0,-10 3 1366,4-1-2265,-2-6 432,-15 7 467,12-8 0,-19 10 26,0 0 1,-2 1 0,0-1 0</inkml:trace>
  <inkml:trace contextRef="#ctx0" brushRef="#br0" timeOffset="56733">4549 2418 5824,'4'-1'0,"-4"0"0,16-1 0,-11 2 0,4-2 90,-1 1-90,12-2 0,-8 2 0,7-2 0,1-1 0,-1 1 0,12-3 0,-3 0 0,-9 1 0,0 1 90,9-2-90,-2-1 0,-2-1 90,-8 3-90,8-5 0,-16 5 0,-1 1 0,5-4 0,-4 2 0,4-3 89,4-4-3366,-7 5 3162,7-6 115,-5 1 0,5-10 0,-4 5 45,3-9 0,0-3-45,-2 1-1023,-3 5 0,0 0 1023,0 0 0,-1 1 45,-1 1 0,0 0 45,2-8-30,-2 5 0,0-5 0,-1 5-60,-1 0-598,1-3 1,0 3 597,-3 8 0,5-12 0,1-2 0,-1-1 53,2-2 786,-4 9 1,0 0-840,1-5 0,-2 6 0,1-1 90,1-11-90,1 0-42,-5 18 1,1-1 41,3-10 2336,1 0-2336,-5 16 0,4-15 0,-6 21 0,2-7 90,3-7-90,-2 4 0,1-1 0,5-9 3188,-6 14-3188,4-8 0,0 0-3277,-2 5 3162,4-7 115,-5 12 0,-2 0-90,11-16 90,-7 10 0,4-4 0,1 0 0,0 1 0,3-5 0,-3 6 0,0 1 2418,-4 5-2418,2-3 0,5-5 0,-5 7 0,6-8 0,-5 10 0,0-1 0,-2 4 0,1-2 0,3-3 0,-8 8 0,7-8 974,-2 4-974,3-2 0,-1 1 0,10-6 0,-16 12 0,7-5 0,-1 3 0,2 1-992,2-2 992,-2 2 0,-6 2 0,22-8 0,-16 7 0,10-3 0,1-1-3064,3 1 3064,6-1 0,-2 1 0,-5 2 0,2 0 0,1 1 0,1-1 0,0 0 0,0 0 0,-10 3 0,0-1 332,-4 2 0,1-1-332,2 0 0,1 0-948,0 0 0,-1 0 948,-2 0 0,-1 1 1226,5 0 1,-2-1-1227,0 1 0,0 0 0,1 0 0,12-1 0,-15 1 0,0 0-924,0 0 0,1 0 924,14-2 1063,-11 2 1,-1-1-1064,-1 1 0,0 0 0,1-1 0,4 0 0,-11 2 0,10-2 0,-10 2-768,-3 0 768,3 0 2302,21-2-2302,-19 2 0,9-1 0,0 1-3054,-5 1 3054,7 0 0,-8 0 0,8 1 0,-12 0 0,12 2 684,-14-2-684,3 3 0,2 0 0,-4 0 0,5 3 0,1 1 0,-3-1 0,4 1 0,1 1 3276,3 3-3218,-8-1 0,1 0-58,-3-2 0,1 0 0,14 12 0,-1-1 0,-2-1 0,-2-1 0,1 1 0,-11-6 0,0 0 0,8 6 0,-1 2 0,-2-3 0,-1 1 0,1 2 0,2 3 0,-3-3 0,-5-4 0,1 1 0,3 4 0,3 2 0,-3-2-1639,-4-5 1,0 0 1580,2 2 1,-1 0 57,-3-5 0,-1 1 0,7 5 0,-1 0 0,2 4-136,-3-6 0,0 1 136,7 7 0,-2-1 0,-7-8 0,-1-1 0,5 8 0,-3-5 0,0 0 0,-3-3 0,8 9 0,0 1 0,-5-8 0,8 10 0,-11-13-436,-5-6 436,1 1-1864,15 18 1864,-11-14 45,7 9 0,2 1-45,-6-6 621,-2-4 1,-1 0-622,-2-2 0,1-1 0,13 13 0,-9-9 195,7 5 1,-1-1-196,-5-5 0,0-2 0,-2 1 2928,-1-2-2928,5 4-993,-8-5 993,4 2 1244,7 3-1244,-12-8-964,12 8 964,-16-11 0,0 0 0,3 1 0,4 4 0,-3-3 0,2 3 1029,5 3-1029,-8-6 0,13 7 0,-8-7 0,11 3 0,-3-2 543,-1-1 0,0-1-543,-3-1 0,11 1-1275,-19-3 1275,0-1 0,5 1 0,14 1 0,0-1 0,3-1 0,1 1 0,4 0 0,-2-1 0,1-1 0,-13 0 0,-2 0 0,6 0 0,-2 0 0,13-2 0,-2 0 0,2-1 0,-18 2 0,2-1 0,13 0 0,6-1 0,-6 0-1059,-14 2 1,-1-1 1058,12 0 0,0 0 0,-7 0 0,-1 1-804,0 0 0,0 0 804,8-1 0,0 1 0,-10 0 0,-1 0 0,14 0 0,-3-1 0,-2 1 0,-1 0 0,-2-1 0,-7 1 1297,-1 0 1,2-1-1298,2 0 0,-1 0-494,-1 0 1,-2 1 493,16-3 0,-23 2 0,0 1 0,2-2 0,4 0 0,-3 0 0,0-1 0,-6 1-270,0 0 3122,-4 1-2852,-3-5 0,-3 2 0,-11-4 0,1 2 0</inkml:trace>
  <inkml:trace contextRef="#ctx0" brushRef="#br0" timeOffset="64232">2074 2996 5734,'-1'-6'90,"1"-1"0,-2 0 0,0 2 0,1-2-1,-1 3-44,3 26 0,2 14-45,-1 1-510,0-13 0,-1 3 1,1-2 509,1 1 0,-2-2-135,0-1 0,-1-1 45,1 13 90,-1-14 0,-2-4 0,-3-7 0,-2 3 0</inkml:trace>
  <inkml:trace contextRef="#ctx0" brushRef="#br0" timeOffset="64766">1899 3053 5824,'-2'-7'90,"1"1"-90,7 1 90,13-5-90,10-6-2351,0 2 2351,2-1 531,-15 9-531,3 0 0,1 2 90,10 10-90,5-7-914,-20 16 914,-14-8 0,-2 2 1622,-3 6-1622,-3 14 0,2-9 0,6 4 0,1-1-3024,4-10 3024,7 14 0,-4-18 744,11 7-744,2 6 0,-3-3 0,-5 1 0,-25 0 0,-7 0-2269,2-1 2269,-4 3 0,-2 0-45,3-9 0,1-2-135,-6 4 180,-4 3 0,19-12 0,8-5 0</inkml:trace>
  <inkml:trace contextRef="#ctx0" brushRef="#br0" timeOffset="65067">2284 3007 5824,'-4'-9'0,"-1"0"180,-2-4 269,2-1-359,5 17 0,4 14-1244,3 11 1199,-3-6 0,1 1-90,2 9 0,1-1 0,-4-11 0,1 0-141,2 8 0,1-2 186,5-5 0,-3-8 0,7 4 0,-5-11 0</inkml:trace>
  <inkml:trace contextRef="#ctx0" brushRef="#br0" timeOffset="65931">2487 3152 5824,'-4'-7'449,"-8"5"-449,5 2 0,-5 6 90,7 1-90,-4 10 90,2 4-90,-1 0-696,4-3 696,5-9 170,15 10-260,11-16-3187,0 6 3246,-2-18 31,-17-2 0,-6-1 0,-14-17 352,4 12-352,-6-3 0,-2 3 0,6 8 0,-3-10 0,36-1 0,-6 5 1092,2-4 0,3-7 0,-3 2-1034,-8 5 0,-2-1-438,4-1 1,1-2 0,-4 1 379,-6-1 0,-3 2 0,-4-16 0,1 8 90,-3 14-90,4 21 0,0 10-1515,3 0 1515,0 4 0,2 15-1257,-1-5 1,0 1 1256,0-10 0,-1 0 317,1 6 0,-1 0-317,-2-4 0,0-2-1831,0-1 1831,-1 17 703,0-27-703,5-11 2268,-2 1-2268,5-12 0,6-14 0,5-4 0,3 11 0,3 1 0,-6 0 0,0-1 0,1 5 0,4 3 0,-1 8 0,6 18 0,-23 8 0,-7 4 45,-10 3 0,-4 1-1179,5 1 0,-1-3 1134,-8-4 0,-1-6-90,2-7 90,21-27 0,1 0 0,7-3 0,0 1 0</inkml:trace>
  <inkml:trace contextRef="#ctx0" brushRef="#br0" timeOffset="66632">5774 2276 5821,'6'-6'3,"-1"1"-3,-4 1 0,-1-1 0,1 0 0,-3-1 0,-2 2 0,-1 1 0,-6 2 0,-1 0 0</inkml:trace>
  <inkml:trace contextRef="#ctx0" brushRef="#br0" timeOffset="67467">3049 2864 5756,'-5'-6'248,"0"0"-69,3 2-89,-2 13-3367,-1 21 2483,1 0 1223,1-8 1,0 2-400,-2 4 0,-1 3 0,0-4-30,3-7 0,-1-1-237,-3 9 0,0 4 1,1-6 326,-2-1-180,0 0 90,6-46 0,4-11 0,0 3 0,2-4 0,0 3 0,1-1 0,0 2-1017,1-4 1,0 1 971,0-2 0,0 1 282,-2 7 1,4 9-238,15 22 0,-9-1 0,0 7 0,-1 5 0,1 10 0,-2 4 0,-2-4 0,1 1 0,2 7 0,0-2 1134,-6-11 0,-1-1-1314,4 11 3456,-7-20-3247,-2 1 0,-7-19 0,-4-6 0</inkml:trace>
  <inkml:trace contextRef="#ctx0" brushRef="#br0" timeOffset="67682">3020 3036 5914,'31'-11'90,"-8"3"0,2-1-46,6-3 1,1-1-480,-2 2 0,3-2 435,-7 1 0,6-3 0,2-2 0,0 1 0,-1 0 0,-6 3-253,-1 0 1,-3 2 0,3-1 0,2-2 0,6-2 0,1-2 0,1 1 0,-4 0 0,-4 4 0,-6 2 0,0 0 0,1 0 0</inkml:trace>
  <inkml:trace contextRef="#ctx0" brushRef="#br0" timeOffset="68434">5840 2232 6094,'3'11'89,"0"2"1,-2-2-90,1 22-1639,-1-12 1,1 1 491,-1 1 1,0-1 1537,0 1 1,0-2-392,1 16 704,0-8-929,-1-7 0,1-1-210,-1 3 0,0-5 0,-1-13 0</inkml:trace>
  <inkml:trace contextRef="#ctx0" brushRef="#br0" timeOffset="68948">5682 2301 5914,'-2'-11'269,"16"-3"-269,-5 5 0,14-1-3277,-10 6 984,2 1 2383,17-1 260,-2 0-350,-9 2 0,0 0 0,11 2-846,5 4 846,-15 0 0,0 3 0,-26 15 0,1-11 1777,-10 14-1777,5-15 0,0 0 0,-3 3 0,2 5 0,0-4 0,5 5 879,25 6-969,-9-9 90,2-4 0,1 1-90,9 8 90,-8 0 0,2 7 3159,-15-8-3159,-17 1 0,-6-2 0,2-2 0,-1 0 0,-2 0-180,-7 2-2960,13-11 3140,-7 7 0,18-13 0,2-1 0</inkml:trace>
  <inkml:trace contextRef="#ctx0" brushRef="#br0" timeOffset="69249">6090 2212 5914,'-2'-7'359,"8"15"-359,-4-1 0,8 13 90,-2 6 0,0 0-3367,1 1 2085,0-1 1,0 3 1191,-1-2 0,0-2 1195,0-3-1195,5 9 0,-1-4-339,-4-17 0,10 8 0,-8-15 0</inkml:trace>
  <inkml:trace contextRef="#ctx0" brushRef="#br0" timeOffset="70098">6354 2415 5914,'1'-6'539,"1"-3"-449,-7 12 0,-4 9 0,0 3-90,0 6 90,7 13-180,3-15 0,2 1 0,3-2-3187,6-9 3072,1-2 115,-1-13 90,-3-27 0,-4 15 0,-7-11 0,-3 0-2268,-5 8 2268,-4-9 0,7 19 0,4 7-90,0-1 2358,6 1-2268,9-6 0,3-1 0,9-10-1207,-7 3 1207,1-6 0,-5 0 0,0-2 0,-5 7 0,0-1 0,2-6 0,-1-2 0,0 3 0,0-9 90,-1-2-90,-5 37 0,-3 28 0,0 5-531,0-10 1,0 0 530,-1-5 0,1 1 0,-2 13 0,-1-2 0,1 2 0,0-3 0,0-3 0,1-11 0,-2 8 90,1-4-90,1-1 90,12-24-90,-2-6 0,10-16 2024,-4 7-2024,-1 2 0,3-1 0,3 2 0,1 0 0,-2 0 0,1 1 0,-1 4 0,-2 4 0,-2 6 0,0 13 0,-1 5 0,-3 7 0,-4 8 0,-5 3-1094,-11-10 0,-4-2 1094,2 1 0,-1-3 0,-15 7 164,13-18-254,-16 2 0,17-6-90,-12 1 747,22-17 0,5-2 0,2-8 0</inkml:trace>
  <inkml:trace contextRef="#ctx0" brushRef="#br0" timeOffset="70315">6932 2283 6094,'7'-3'359,"1"1"-179,-4 1 180,17-3-270,-10 1 0,15-2-225,-6 1 0,1-1-1504,-3-1 1,0 0-1,8 0 1,-1-1 2145,9-7-507,-14 3 0,-1 0 0,9-5 0,-7 3 0,-1 0 0</inkml:trace>
  <inkml:trace contextRef="#ctx0" brushRef="#br0" timeOffset="70616">7474 1903 5914,'-3'-7'269,"0"0"-89,2 2 360,5 9-450,-1 7 45,2 18 0,0 7-1774,-2-4 1,-1 0 1373,-1-7 0,1 2 0,-1-3 148,0 2 0,-1-3 27,2-3-360,0 2 0,0-1 450,0-1 0,2 12 0,-3-28 0</inkml:trace>
  <inkml:trace contextRef="#ctx0" brushRef="#br0" timeOffset="71099">7432 1918 5914,'-7'-11'449,"2"0"-89,21 1-360,-6 5 135,13-2 0,4 0-90,-7 4 0,1 0-1684,1-1 1,1 1 996,12 1 1452,-6 13-810,-18-1 0,1 19 0,-22 0 0,-2-4 0,3-1 0,12-6 0,4 1 1554,5 4 1,2 1-1555,-3 2 0,-1 2 0,4 4 0,-6-1-1639,-13-8 1,-3-2 1580,2-1 1,-2-1 57,-7 2 0,-3-2-360,-5-3 0,1-2 91,-4 4 269,4-6 0,3-5 0,15-9 0,-3-3 0</inkml:trace>
  <inkml:trace contextRef="#ctx0" brushRef="#br0" timeOffset="71633">7884 1575 5914,'-23'-10'149,"0"-1"1,3 2 0,0 1-15,-7 1 0,-3 2-1228,2 2 1,-3 2 0,2-1 417,3 0 1,0 0 0,0 0 1053,-4 1 0,-2 0 1,-3 4-321,4 3 1,-3 4 0,-3 1 0,1 1 0,1 0 0,5-2-60,-3 2 0,5-2 0,-5 3-195,2-2 1,-4 1 0,-3 0-1,0 2 1,3 2 0,4 2 212,5 3 0,2 2 0,2 2 0,2 1 0,2 1 0,1 2 0,4 1 0,0 1 0,1 0 0,-2 0-308,-3-1 0,-1 0 1,1 0-1,1 1 1,4-1 289,2 5 0,2 1 0,6 0 0,6 0 127,6-7 0,7 1 0,3 1 1,1-2-1,0-1 0,-3-4-127,0 5 0,-2-4 0,7 2-10,-4-8 0,4 2 0,4 3 0,1 0 0,2 0 0,1-2 0,-1-2 0,-1-3 0,-3-4-204,6-3 0,-2-5 0,0-4 0,1 1 1,0 1 213,1 2 0,0 2 0,1 1 0,0-2 0,0-1 0,-2-3 156,4-3 1,-1-2-1,-1-3 1,0-2 0,1-3-157,-5-1 0,0-4 0,0-1 0,0-2 0,0-1 0,-2 2 0,-1 2 212,2 0 0,-3 3 0,0 0 1,-1-3-1,3-5-212,-5 0 0,2-4 0,1-3 0,1-2 0,0-3 0,0 0 0,-1-1 0,-1 1 0,-3 1 0,-3 3 0,-4 2-231,1-5 0,-6 2 0,-3 2 1,0-2-1,3-2 231,1 2 0,2-3 0,2-1 0,-1-1 0,0 0 0,-3 1 0,-2 3 0,-5 4 0,-7-12 0,-6 5 0,-5 1 0,2 10 0,-2 0 0,-4 2 0,-5 0-87,0 5 1,-5 0 0,-4 1 0,-2 0-1,0 0 1,-1 1 0,3 1 0,2 0 86,-2-4 0,4 1 0,0 1 0,-3 1 0,-6 2 0,11 6 0,-4 1 0,-2 0 0,-3 1 0,-1 0 0,-2 1 0,0 1 0,-1 0 0,1 1 0,1 0 0,2 1 0,2 1 0,3 1 0,3 0 0,-12 5 0,5 2 0,4 1 0,-2 2 0,-3-1 0,6-3 0,-4 0 0,-1 0 0,-1 1 0,0 0 0,1 0 0,2 1 0,4 0 0,3 1 0,-1 5 0,4 1 0,4 0 0,-1 1 0,-4 6 0,1 0 0,2 1 0,4-3 0,1-1 0,1 2 0,-3 5 0,0 1 0,2-1 0,5-4 0,0 0 0,0 1 0</inkml:trace>
  <inkml:trace contextRef="#ctx0" brushRef="#br0" timeOffset="74882">3768 959 5824,'-7'-5'359,"-1"0"-269,17-1 0,8-3-1686,9 0 1596,4 0 464,-10 4-464,3 4 0,1 2 0,-3 3 45,2 16 0,-7 8-1539,-18 0 1,-5 1 1493,4 6 0,-2-1-999,-5-3 0,-3-4 999,-1 1-168,-3 1 0,0 0 168,2-3 0,-4 7 0,8-4 0,21-17 973,-3 5-1033,14-19 0,10-8 0,-3 0 60,4-1-90,-5 1 0,3-2 0,-3-1 357,-5-2 0,-4-1 1,-3 4-1,-1-1 1,2-4-1,0 0 1</inkml:trace>
  <inkml:trace contextRef="#ctx0" brushRef="#br0" timeOffset="75249">4131 938 4907,'-3'-13'360,"3"2"-270,3 0 0,3 5-90,3 5 0,6 4-1639,7 7 1,3 1 141,3 2 2005,-4 2 0,3 5 0,-6-3-508,0 6 281,-4-5 0,-2 1-281,-7 2-269,0-5 179,-2-2 127,8-9 1,-10-8 0,5-4 0</inkml:trace>
  <inkml:trace contextRef="#ctx0" brushRef="#br0" timeOffset="75502">4301 884 5824,'-3'-12'359,"0"5"-179,-12 10-135,2 13 0,0 5-1675,1-4 0,-1 1 1630,1 3 0,-1 3 0,0 2-60,-2 5 0,1 2 0,0 0-691,3-8 0,0 0 1,0 0 692,-2 6 0,-1 1 0,3-4-236,2-7 1,2-4 293,-2 6 0,0 2 0,0 0 0</inkml:trace>
  <inkml:trace contextRef="#ctx0" brushRef="#br0" timeOffset="76631">4251 143 5734,'-6'-7'5,"-1"0"57,-13-3-39,1 5-23,-16-1-533,11 9 1,-3 4 0,3 0 532,1-1 0,-1 1 131,0 1 0,-4 1 1,3 1-87,-8 9 0,4 0-1527,9-5 0,0 1 1482,-1 1 0,-2 2 0,3 0-874,2 3 1,1 0 873,-2 2 0,0 4 0,6-3 0,-1 6 0,0 3 0,0-2 0,2-3 0,0 2 0,2-4 0,-1 4 0,0-1 0,-1 1 0,0 2 0,2 2 0,5 1 0,6-4 0,3 2 0,2 2 0,2 0 0,2 0 0,-1-3 0,1-2 0,1 4 0,1-3 0,2-1 0,3 4 0,-3-7 0,3 3 0,1 2 0,1 2 0,2-1 0,-1-1 0,1-2 0,0-3 0,-1-5 0,11 3 0,-1-6 0,1-3 0,1 0 0,-4 0 0,0 0 0,1 0 0,1-4 0,0-3 0,1-5 0,2-4 0,0-3 0,-3-1 0,-2 1 0,-2-1 0,-3-2 0,3 0 0,3 0 0,4 0 0,0-3 0,-2-5 0,-8-5 0,-1-5 0,0-3 0,-2-1 0,-1 1 0,-3 3 0,4-2 0,-4 2 0,1-3 0,-1 2 0,2-5 0,1-2 0,-2 1 0,-2 2 0,-5 3 0,-5-8 0,-5 2 0,1 7 0,-1 0 0,-2-2 0,-1-7 0,-3-3 0,-3-2 0,-1 9 0,-2-2 0,-2-1 0,-1 0 0,0 0 0,0 1 0,0-2 1,0 1 0,0 1-1,-4 0 1,-4-2 8,2 10 0,-2-1 0,-3 0 0,-3-2 0,0 1 0,-1 1 0,1 1 0,1 1 0,1 3 0,4 2-9,-10-6 0,4 4 0,-1 3 0,-4 0 0,6 3 0,-5 0 0,-1-1 0,-1 2 0,1 1 0,4 4 0,4 4 168,-9 5 0,2 10-198,6-1 0,-4 4 0,-3 2 0,1 3 0,2 2 0,4 3-12,6 2 1,3 5-1,3 2 1,1 1-1,-2-2 1,-2-1 41,-5-5 0,-3-1 0,-2-2 0,2 1 0,4 2 0,5 1 0,7 4 0,4 3 0,3 1 0,3-1 0,3-2 0,1-7 0,13 6 0,-1-1 0</inkml:trace>
  <inkml:trace contextRef="#ctx0" brushRef="#br1" timeOffset="81282">7669 5229 7193,'-3'-6'-588,"0"0"360,0 2 96,1 0 48,-1 0 29,1 1 59,-2-3 6,-1-1-184,0 0 320,-4-6-706,3 7 655,-2-4-6,-6-7-85,6 6 72,-12-18-75,8 7 18,0-3 7,2 6-16,-1-1 0,-2 1-20,2 3 53,-11-11 0,-3 0-1461,10 14 1,-1 2 1443,-2-5 0,-1 1 25,-9-3-3,14 11 60,-11-2 1,-1 0 148,0 1-139,-1 3 1,-8 1 0,-3 0 0,4 3 76,3 2 1,2 1-1,-2 1-614,-4-1 0,-2 0 0,-1 1 1,3 0 619,4 1 1,2 1 0,-1 1-29,-4 3 1,-4 2-1,2 1 1,5-3 1265,1 0 1,1 2-1303,4-1 1,-6 3 0,-1 1-1,0 1 1,2 0 0,5-2 441,-5 6 0,2 1-879,3-3 0,-3 3 0,0 0 0,5-1 750,2 1 1,3 0-79,1 0 1,0 2-184,-2 7 0,-1 5 1,3-3 1061,2-7 1,2 3-1176,2-1 0,-1 6 1,0 5-1,0 0 0,2-2 1,2-5-810,3 1 0,3-3 0,-1 3 557,0 1 0,0 3 1,-1 2-1,2-1 0,1-3 434,3 2 1,2-3 0,3 4-454,-2-8 1,3 4 0,0 2 0,1-1-1,-1-1 1,0-3-158,0 7 0,0-4 0,4 5 216,-2-8 1,3 4 0,2 3 0,1 1 0,0 0 0,0-1 0,-1-4 0,-1-4-671,2 0 1,-2-4 0,1-1-1,1 2 607,1 3 1,2 2 0,1 2-1,0 0 1,-1-3 0,0-3-143,6 4 1,-1-4 0,2 0 222,-1-2 1,2-1-1,0 0 1,-2-2-35,-1-2 1,-2-2 0,1 1 41,4 2 0,2 1 0,3-3 31,2-3 1,3-2 0,0-2-1,-5-1-244,2 1 1,1-3 322,-8-3 0,4 0 0,4 0 0,2-1 0,-1-1 0,-2-1 0,-5-2 0,2-3 0,-4-1 0,-1-2 0,2 0 0,7 1 0,2-1 0,0 0 0,-4-1 0,0-2 0,-3 0 0,-3-1 0,-4 2 0,0-2 0,4-5 0,5-4 0,1-1 0,-5 2 0,2-1 0,-1-1 0,-1 1 0,4-4 0,0 1 0,-8 2 0,-6 3 0,-2-2 0,0-3 0,3-4 0,0-2 0,-1 1 0,-1-5 0,0-1 0,0 0 0,-1 3 0,2-1 0,-2-1 0,-1 2 0,-2-4 0,-2 1 0,-2 2 289,0 0 1,-2-3-290,-5 3 0,-1-6 0,-1-3 0,-1 2 0,0 3 499,2 3 1,-2 2 0,-2-6-491,-2 11 0,-1-6 0,-2-2 0,-1-2 0,0-2 0,-2 0 0,0 1 0,0 1 0,-1 3 0,1 4-360,-6-7 0,-1 5 1,0 2-1,-1-1 1,0-2 350,2 1 0,1-2 0,-1-1 0,-1 0 0,0 0 0,0 2 0,0 4 306,-4-2 0,0 3 0,0 2 0,-2 1 0,-1-1-306,-1 3 0,-2-1 0,-1 2 0,-1-1 0,2 2 0,2 0-113,-2-1 1,4 0 0,-2 1 0,-6 0 103,6 5 0,-3-2 0,-4 0 0,-2 0 0,-1 0 0,0 1 0,0 0 0,3 2 0,1 1 0,5 3-343,-9-2 1,6 5-1,-1 1 1,-4-1 351,7 0 0,-4-1 0,-2 0 0,-1 0 0,-1 1 0,2 0 0,2 2 0,2 3 220,-8 2 1,4 3 0,1 2-1,-2 2-218,1 2 0,-1 1 0,0 2 0,1 0 1,1 1-1,-2 1 0,2 0 0,0 2 1,0 0-1,4 1 0,0 0 0,0 0 1,0 0-1,0 0 0</inkml:trace>
  <inkml:trace contextRef="#ctx0" brushRef="#br1" timeOffset="83667">3869 5705 10632,'4'5'-2181,"3"0"1887,1-4 821,6 0-112,5-2-36,0-1-172,6-2 0,4-3-148,-1 1 1,3-1 0,-2 0-1153,-4 1 1,0 1 0,0-1 1243,5-1 0,2 0 0,0 1-185,6 0 1,0 1-1,-4 0-120,-9 2 0,0 0-709,8-1 0,4 0 1,-9 0 335,-11 2-48,9 0 153,-5 0-7,-1 0-418,-6 2 517,-9-1 2054,3 1-2127,-2-1 369,5 0 1,-8 0 0,1 0 0</inkml:trace>
  <inkml:trace contextRef="#ctx0" brushRef="#br0" timeOffset="136032">11745 11438 5734,'4'-6'0,"-1"-1"0,-2 2 31,0 1 28,1-5 31,-1 4 0,1-4 0,-2 4-1,1 0-89,1 15 0,-1-7-311,3 12 311,-2-8 0,8 14 0,-4-12 0,5 10 0,1-12 0,7-10 90,3 1-3367,4-10 3265,-7-2-42,2-4 1,5-7 0,2-2 0,-4 4 53,1-2 0,1 0-426,-6 5 0,2-2 1,2-1-1,0-2 0,-1 1 419,1-1 1,0-1-1,-1 0 1,1 1-1,-1 0-18,0 2 1,0 1 0,0 0 0,0 0 0,1-1-12,2-4 1,1 0-1,0-1 1,-1 2 0,0 2 35,-1 1 0,-1 2 0,-1 2 0,-2 4 87,0 1 0,-1 2-74,11-5 0,1 2 0,-4 3 0</inkml:trace>
  <inkml:trace contextRef="#ctx0" brushRef="#br0" timeOffset="180567">7376 5940 5734,'-5'-7'0,"0"2"0,3 1 0,0 1 3,1-2 33,0 1-33,6 11 5,4 4-8,0 3 3,1-1-6,-7-8 9,2 2-3,5 5-1,-4-5-2,4 3 3,-1-11 2,11-12 1,2-6-1645,-1 2 1,0-2 1602,-2 3 1,1-2 0,-1 0-1100,3-5 1,-2 2 1134,-6 5 0,2-2-40,7-4 1,5-6 0,1-1 0,-4 5 39,-2 0 0,1 1 0,-1 0 0,4-3 0,0 1 0,-5 4 0,-3 6 0,-2 3 394,1 1 1,-1 2-395,15-6 0,-11 11 0,-15 12 0</inkml:trace>
  <inkml:trace contextRef="#ctx0" brushRef="#br0" timeOffset="182148">12955 6107 5734,'-5'-7'90,"1"1"-90,7 8 0,2 5 0,5 4 0,5 5 0,-6-8 0,4-1 0,7-11 0,2-6-3277,4-2 3219,2-1 1,1-2-711,-13 5 1,2-3 767,3-5 0,7-5 0,1-2 0,1-1 0,-2 2 0,-4 3 0,0 2 0,-1-1 0,4-3-6,-5 3 0,3-1 0,2-2 0,0-1 0,1 0 0,-2 1 0,-2 2 0,-2 2-207,2-2 1,-2 3 0,-2 1 0,1-1 212,3-2 0,0-1 0,-1 2 0,-3 2 0,-2 4 0,-2 1 0,1 0 0,-1 0 0,0 1 0,-1 0 0</inkml:trace>
  <inkml:trace contextRef="#ctx0" brushRef="#br0" timeOffset="183498">18261 6110 5737,'1'-8'61,"1"2"-35,-1 1-26,0 2 0,1-1 0,1 5 0,0-1 0,3 9 0,-4-3 0,2 2 0,-2-2 0,7 9 0,-3-6-3277,18 7 3162,-12-13 92,10-2 68,-2-9 0,0-5-1176,1-2 1,0-1 1130,8-2 0,-1-2 0,-3-1 0,-1 1 0,-4 3 0,0 0 0,-3 2 0,2-2-60,2 0 1,3-2-1,1-1 1,-4 2 59,-1 2 0,0-1 0,2 0 0,3-2 0,-1 0 0,-6 5 0,2 0 0,8-6 0</inkml:trace>
  <inkml:trace contextRef="#ctx0" brushRef="#br0" timeOffset="187567">11598 3440 5824,'-1'9'0,"2"2"0,1 2 0,1 1-3277,9 15 983,-6-15 2294,7 10 1409,-7-18-1409,11-1 0,2-5 0,0-4 0,3-4 0,1-6 0,5-6 0,0-1 0,-3 2 211,-2 2 0,-3 1 0,3-2-211,3-4 0,2-1 0,0-3 0,0 1-100,-3-1 0,-1-1 0,0 0 0,0 1 61,-2 2 0,-1 1 1,1 1-1,-1-2 39,3-1 0,0-1 0,-1 1 0,-1 2 0,0 1 0,-2 2 0,-3 5-406,-2 2 0,0 1 1,-2 1-1</inkml:trace>
  <inkml:trace contextRef="#ctx0" brushRef="#br0" timeOffset="190398">8173 3320 5734,'-8'-7'0,"1"1"0,4 4 0,-1-1 0,1 1 0,-1 0 0,0 0 0,15 8 0,1-2 0,11 1 0,9 1 0,3-2 0,-1-3 0,4-2 0,0 0 0,-1 1-227,-3 1 1,-1 0 0,0 1 0,1-2 226,-3 0 0,2-2 0,0 1 0,-2-1 0,-4 1-1343,6 0 1,0 1 1342,-6 1 0,3 0 0,1 0 0,2 0 1,-1 1 0,2-1 0,0 1 0,0 0 1,-1 0-3,0-1 0,-1 1 1,-1 0-1,3-1 2,-3 1 0,3-1 0,1 0 0,0 1 0,-4-1 0,-5-1-1078,8 0 1,-4-1 1076,-1 1 0,1 0 0,-4-1 0,9-1 0,-22 1 0,7-1 0,4-1 0,0 1 0,-1 0 998,-15 2-998,5-1 2714,-6 0-2714,3 1 2047,-1-1-2044,10 0-3280,-7 0 3162,8-1 87,-10 1 31,1 0-3,9-2 3,-9 1-3,4 0 0,-10 1 3,2 0-3,1 0 0,0 0 0,0 0 3276,-1 0-3030,-2 0-205,0-2-41,-4-2 90,-3-1-90,0-2 0,0-2 0,-2-16 0,0-4-3277,-1-7 3238,1 14 1,1-4 0,0 0 38,1-2 0,0-1 0,0-3-139,0 4 1,1-4-1,-1-1 1,0 0-1,0 1 139,1-3 0,-1 0 0,0-1 0,0 1-384,0 4 0,0-2 0,0 1 0,1 2 1,-1 2 383,1-2 0,0 2 0,-1 1 0,2-3 0,-1 0 0,1 1 0,0 3 0,1 0 0,-1 1 0,0-12 0,1 3 0,0 12 0,0 4 0,0 9 343,-1-5-343,0 9 2269,-4 7-2269,2 0 3276,-12 13-3160,3-4-648,-4 3 532,-5-1-155,-10 1 0,-7 2 155,12-6 0,-2 1 0,0 0 0,-1 0-779,1-1 1,0 1 0,0 0 0,0 0 778,0-1 0,0 0 0,0 0 0,-2 0 0,1-1 0,-3 1 0,0 0 0,1-1 0,3 0-683,-5 0 0,3 0 0,-3 1 683,-3 0 0,-3 2 0,1-1 0,5-2 0,-3 1 0,5-2 0,9-2 0,1 0 0,2-1 0,-1 1 0,-16 3 0,-2 1 0,4-1 0,1-1 0,-3 1 0,1 0 0,8-2 0,4 0 0,4-2 0,1 1 0,-16 2 0,-2 2 0,0-1 0,7-2 79,15-4-79,-13 3 2138,-2-1-2138,2 0 0,2-1 390,15-2-390,-3 0 0,3 0 3276,-2-1-3162,3 0-107,-1 1-7,1-1 0,3 2 0,1 2 0,1 10 0,2 1 0,-2 10 0,0 11 0,-1 2 0,1-6 0,0 0 0,-1 1-656,2-5 1,-2 5-1,1 2 1,-1-2 0,2-5 597,-2 3 1,1-2 57,0-2 0,0 3 0,0 3-159,0-3 0,0 4 0,-1 1 0,1 0 0,0-3 159,1-2 0,1-2 0,-1 1 0,1 1-364,-1 2 1,0 3-1,0 0 1,1-3 0,1-5 363,1 0 0,4-3 0,6 6 0,2-3 0,-2-8 0,2-2 0,1-3 0,-3-11 0</inkml:trace>
  <inkml:trace contextRef="#ctx0" brushRef="#br0" timeOffset="-197965.73">22080 754 5734,'1'-6'90,"0"0"0,0 2-90,0 17 0,0-2-1639,-1 11 1,0 3 753,-1 12 885,1-10 0,-1 2 0,1-5 0,-2 0 0,1 5 49,1-1 1,-1 4 0,0 3 0,0 1-1,0 0 1,0 0-35,0-1 0,1 2 0,-1-1 0,0 0 0,1 1 0,-1-1-15,1 2 0,-1 1 0,1-1 0,-1 0 0,1-1 0,0-3-513,0 6 0,0-2 0,0-3 0,1-7 513,2 7 0,-1-12-88,1 3 88,-1-9 717,1-6-627,-2-22-90,1 1 0,-2-4 492,1 7-492,0 0 2563,1 1-2563,15 1 0,-7 3 0,12-1 1816,-7 1-1816,5-2 0,4 0-1583,7-1 1,1-1 1582,1 0 0,0 0 0,-6 1 0,1 0 0,2 0-64,-2 1 1,2 0-1,0 0 1,-2 0 63,0 0 0,-2 1 0,2 0 0,6-1 0,3 0 0,0 0 0,-6 1-1016,1 1 0,-5 0 1016,2 0 0,-4 1 0,5-1 294,-19 2-294,18 0 2178,-12 0-2178,18 2 0,-18-1 0,-1 0 272,-6 0-182,3 0 3186,-4-5-2890,6-10-386,-9 3 0,-2-7 0,-3-7 0,0-4-1639,-1 7 1,0-1 1625,1-12 1,0 0 12,-2 9 0,1 1-41,0-3 1,0-3 40,-1 2 0,1-5 0,-1 0 0,1 3 0,-1 3 0,1 2 0,-1-4 0,0 1 0,0-5 0,-1-3 0,0 1 0,1 3 0,-1 7-1121,0-3 0,0 3 1121,-1-2 0,1-4 0,-1 0 0,0 6 0,0 4 0,-1 2-346,-1-4 0,0 0 346,0 3 0,0 2 1899,-3-8-1899,-2-2 69,5 17-69,-4-10 0,5 16 2873,-3-4-2873,-2 4 0,-1-2 0,-1 3-1826,-15 3 1826,11 1-285,-15 1 285,1 0 0,-1 0-1087,8 0 0,-1 0 1087,-12-1 0,0 1-481,12 0 0,2 0 481,-10 0 962,-2 0-962,6 1 0,-5-1 0,3 1 95,7 0 1,1 0-96,-6-1 0,-2 1 0,1 1 0,-4 0 0,2 1 0,-5 1-90,3 0 0,1 0 2268,6 1-2897,-3 9 719,14-6 0,-3 8 0,13-6 0,0 2 0</inkml:trace>
  <inkml:trace contextRef="#ctx0" brushRef="#br0" timeOffset="-197282.73">22681 833 5762,'-5'-7'45,"-1"2"-28,-8 1 73,-7 4-2618,0-1 2528,-3 5 0,5 1 328,-11 10 0,-3 4-283,15-6 0,1 2-45,-6 7 0,-3 5 0,7 1-1371,10 2 0,5 0 1371,-2 0 0,4 1 0,7-4 0,4 0 0,0-4-476,6 7 476,3-1 0,3-1-859,7-6 859,1-1 0,-11-14 0,0-1 0,3-3 0,3-6 0,5-4 0,-3 0 2037,8-5-2037,-9-3 0,6-7 0,-1-1 0,-7 3 0,-10 4 0,-1-1-190,6-9 1,1-5-1,-6 2 190,-11 4 0,-5 0 0,-3-3 0,-1-1 0,0 6 0,-1 2 0,-14-9 0,9 23 0,-16 4-508,4 11 0,-4 4 1,3-2 507,2-3 0,-1 2 0,-4 4 0,-3 4 0,7-2 0,3 3 0,-6 5 0</inkml:trace>
  <inkml:trace contextRef="#ctx0" brushRef="#br0" timeOffset="-196865.73">22514 1287 5779,'-15'-7'45,"5"4"45,-22 10 0,3 13-1574,11-10 0,1 1 1484,2 3 0,1-1 649,0 6-604,0 13 0,1 3-45,1 0 0,0-1 0,4 2 45,12 0 0,4-2-1357,-1-13 0,1 0 1312,0 3 0,3 3 0,1-4 0,2-6 0,3-3 640,12 1 1,2-4-641,-5-7 0,0-2 0,4 0 0,-2-3 0,-9-6 0,0 0 0</inkml:trace>
  <inkml:trace contextRef="#ctx0" brushRef="#br0" timeOffset="-196516.73">22702 1420 5818,'-2'-12'96,"2"6"-6,9-5-90,-3 9 90,8-1-1,14 16-3366,-5 4 2790,-6-6 0,0 1 532,-2 8 0,-2 3-452,-3 7 0,-3 1 407,2-8 0,-3 1-30,-5 6 0,-3 3 0,-1-5-150,-6-2 90,1 0 0,-1-4 90,1-11 0,0-5 0,-3-2 0,-3-1 0</inkml:trace>
  <inkml:trace contextRef="#ctx0" brushRef="#br0" timeOffset="-195729.73">22502 1019 5914,'5'7'0,"-1"0"0,2-2 0,-1 0 0,3-1 0,-1-3 0,5-5 0,-5 2 0,5-9 0,-13 4 0,1-1 0,-7 1 0,2 4 0,-10 3 0,7 1 0,-6 4 0,5 7 0,5-3 0,-2 6 0,8-8 0,4-2 0,3-9 0,-3-4 0,-1-2 0,-8 7 0,5 7 0,1 7 0</inkml:trace>
  <inkml:trace contextRef="#ctx0" brushRef="#br0" timeOffset="-195315.73">22729 1063 5767,'1'-9'147,"0"1"-57,-1 2 269,-1-1-359,-1 8 0,1-1 90,-1 8-90,3-2 0,3 8 0,-1-8 0,12 1 0,-10-8 0,9-8 0,-12-1 0,-3-3 0,-2 2-90,-10 4 0,7 7-89,-5 5 179,8 5 0,0-5 0,1 3 0</inkml:trace>
  <inkml:trace contextRef="#ctx0" brushRef="#br0" timeOffset="-194815.73">22562 1169 5815,'-1'-7'99,"4"12"-99,-1-2 0,6 10 0,-3-9 0,1 0 90,4-1-90,14-4 0,-8 1 0,8-7 0,-1-2 0,-7 1-45,1-1 0,0-1 45,-9 2 0,3-2 0,-3 2 0,-1-1 0,-1 1 0</inkml:trace>
  <inkml:trace contextRef="#ctx0" brushRef="#br0" timeOffset="-192548.73">23658 714 5824,'-2'11'180,"1"-1"-2004,3 4 1914,1-1-90,0 5 90,2 16-1626,-1-2 0,0 1 1536,-1-6 0,-1 1-507,2 9 1,-1 0 506,-2-15 0,0 2-23,0 3 0,0 7 0,1 3 0,-1-1 0,-1-6 23,1-3 0,-1-3 0,1 5 25,-1-1 1,1 6 0,-1 3 0,1 2 0,-1-2-1,1-2 1,-1-6-26,0 3 0,0-4 0,0 1-85,0 1 0,0 4 0,0-2 0,0-4 85,1 1 0,0-4 0,0 0 0,2-4 0,-1-4 917,2 11-827,7-20-1097,-2-7 1007,6 2 0,-4-8 1121,-2 1-1121,1-1 0,8-2 0,1 0 0,1-1 0,7 0 0,8-3 0,-6 3 0,5-1 413,-11 3 1,3 0 0,0 0-414,8-1 0,1 1 0,-3 1 0,2 1 0,0 0 0,-6 0 0,0 0 0,0 0 0,4 0 0,0 1 0,3 0 0,2 0 0,0 1 0,-2-1 0,-4 1 0,5 0 0,-4 1 0,3-1 0,-2 1 0,4-1 0,1 1 0,-3 0 0,-5 1 0,4 0 0,-5 1-784,-1-1 1,-2 1 783,1 0 0,-16 0 196,16 0-196,-16-1 180,20 1 90,-22-1 480,5 0-660,-6-2 2379,-5 0-2379,1-11 2962,-3 3-3052,0-9 30,0-5 0,0-6 0,0 1-30,0-5 0,0-2-1093,0 0 1,0-4 0,0 4 1053,0 9 1,-1 1 0,1 2-1096,-1-5 0,0 2 1134,1 0 0,-2-4-304,-1 3 1,-1-4 0,0-3-1,-1 1 1,1 5 303,0 2 0,1 2 0,-2-2-114,1-1 1,-1-2 0,0-2 0,-1 0 0,0 3 113,-4-6 0,-1 1 0,1 5 0,1 2 0,0 1 0,0-2 0,-1-2 0,1 6 1059,2 3-1059,2 7 0,-3-6 0,3 7 1672,-3-7-1672,4 14 0,0-3 1205,1 5-1205,-1-1 3231,0 1-3231,-1-1 486,-14-9-486,8 8 0,-21-5 0,-9 1-1639,4 7 1,-1 1 1599,8-1 1,-1 1 0,-1 0-82,-4 2 1,-1 2 0,-3 1 119,10 0 0,-3 2 0,-1 1 0,0 0 0,1-1 0,3 0 0,-8 0 0,3 0 0,-5 2-77,7-2 1,-5 2 0,-4 1 0,0 1-1,2-1 1,3-1 0,5 0 76,0 1 0,5-1 0,-2 1-498,-2-1 0,-2 1 0,1 0 1,4 0 452,-5 2 0,5 0-135,4-1 0,1-1 90,-8 4-203,5-1 0,1 0 24,10-4 179,-9 5-42,16-5 132,4-3 0,1 1 0,2 0 0</inkml:trace>
  <inkml:trace contextRef="#ctx0" brushRef="#br0" timeOffset="-191530.73">24517 738 5770,'-8'-4'48,"-2"0"-42,-1 0-6,1 2 0,0 0 90,-2 0 90,-16 1-180,-2 1 59,-1 5 1,-6 2 0,4 0-60,9-2 0,-1 1-1055,-9 4 0,-3 1 0,3 2 1100,2 4 0,3 3-45,2 0 0,-1 2 0,1 1 0,4-3 0,1 1 0,1 3 18,4 0 0,1 5 0,1 0 0,2 0 0,1-4-941,-1 7 1,3-1 952,0 2 0,0 3 0,4-2-30,6-8 0,3-1 0,0-1-767,2 11 1,2 1 766,-1-5 0,0 2 0,1-3 0,1 0 0,2-1 0,7 0 0,3 2 0,-2-5 0,-6-9 0,0-2 199,4 7 1,2 2 0,2-3-200,7-3 0,1-3 45,2-2 0,1-2-45,-4-1 0,1 1 0,0-3 997,2 0 0,2-4-997,-4-3 0,3-1 0,-1-2 0,-3 1 45,0-1 0,0 0-45,6 0 0,4-1 0,-4 0 377,-7-2 1,-2 0-378,-1 0 0,2-2-561,0-1 0,3-2 0,0-2 0,-3 2 561,4-1 0,0-2-104,-1 1 0,2-3 0,-1-2 104,-1-7 0,-1-3 0,-4 2-486,-3 4 0,0 0 486,-2 1 0,3-2 0,-2-1 0,-3 3 0,-3 2 0,-3 0 0,1 0 0,-1-2 251,3-6 0,0-4-221,-3 0 0,-1-2 0,-1 1-326,2-2 0,-1 0 296,-2 6 0,-1-1 0,-5-1 301,-8 0 0,-6-1 1,-1 1-1,2 3-301,-1 0 0,-1-1 0,0 1 0,-3-6 0,0 2 0,0 7 0,2 7 0,-3 3 0,-4-2 0,-4 0 0,-4 0 0,0 2-75,3 4 1,-3 2-1,0 1 1,0 0 0,0-1 74,-1-1 0,-1-1 0,1 0 0,0 1 0,0 2 0,-5 1 0,-1 3 0,2 1 0,5 2 0,-4 3 0,5 2 0,0 2 0,0 2-278,1 3 0,-1 1 1,0 2 277,5-4 0,1 0 0,-2 4 31,-1 3 1,-2 5-1,1-1 1,4-2 0,3 0-1,2-1 1,2 0 0,1 1-1,-1-1 1</inkml:trace>
  <inkml:trace contextRef="#ctx0" brushRef="#br0" timeOffset="-190829.73">24226 1154 5824,'2'-6'270,"-1"0"-91,-1 2-179,-6 10 90,4-3-90,-5 10 0,7 6 0,1-6 0,6 10 90,8-18-90,-3-2 0,1-7 0,1-20 0,-9 12 0,5-15 0,-11 16 0,-4-4 0,-6 1 0,-2 1 0,0 5 0,-8 12 0,13-1 0,-7 16-90,19-10 90,12 1 0,-5-8 0,3-16 0,-15 9-90,-4-6-179,-2 11 269,2 3 0,1 2 0,6 3 0,3 0 0</inkml:trace>
  <inkml:trace contextRef="#ctx0" brushRef="#br0" timeOffset="-190277.73">24819 1098 5824,'-3'-12'180,"2"5"-90,-3 0 89,-5 1-89,4 3 0,-19 8 0,12 16-90,-5-2 90,17 8-90,10-19 0,2 0 0,5-10 0,9-17 0,-12 9 0,-1-7 0,-3-2 0,-11 5 0,-1-7 0,-4 13 0,-8 8 0,8 1 0,-6 3 0,6 3 0,3-2-90,-2 3 180,3-5-180,1 1-270,-1-1 360,0 2 0,-1-2 0,1 3 0,-1 0 0,-1 1 0</inkml:trace>
  <inkml:trace contextRef="#ctx0" brushRef="#br0" timeOffset="-189645.73">24343 1506 5824,'-7'-5'449,"-2"-2"-359,9 10 0,5 5-90,8 9-1164,0-1 1164,7 6-183,-1-2 183,0-4 0,1 0 0,6 4 0,-9-9 0,-1-2 0,1-3 45,5-3 0,2-2-45,5 0 0,-4 0 0,3-3 30,-3-5 0,1-3 0,-3 0-30,-3 2 0,-1-2 30,6-3 0,3-3 0,-6 1-2388,-1-10 2358,-5 1 0,-9 9 403,-5 8-583,1-5-449,-3 5 629,-2-2 0,-3 10 0,-3 3 0</inkml:trace>
  <inkml:trace contextRef="#ctx0" brushRef="#br0" timeOffset="-183729.73">22357 1809 5734,'-11'5'0,"1"-1"0,0 3 0</inkml:trace>
  <inkml:trace contextRef="#ctx0" brushRef="#br0" timeOffset="-182529.73">22078 2319 5824,'6'1'539,"-5"20"-449,-4 10-60,1-4 0,-2 6 0,1-1-30,-2 5 0,1 0-1093,1-8 1,1 2 0,0-2-100,-1 0 1,1-2 1191,2-2 0,0 1-295,2 4 1,1 5 0,0-3 294,-1-1 0,0 1 157,1-3 1,1 2-1,-1-1-157,2 4 0,-1-3 0,0 6 0,0-6 0,-2-2-89,-1-7-294,-2-2 383,0-9 399,-2 0 0,1-14 1,-1-3-1</inkml:trace>
  <inkml:trace contextRef="#ctx0" brushRef="#br0" timeOffset="-181465.73">22066 2357 5824,'3'-5'0,"1"0"0,2-2 0,7 0 90,-1-1-2207,5 1 2117,-5 3 163,16-2 1,10 0-1,-3 0-163,-10 1 0,3 1 15,0-1 0,8-1 0,4 0 0,1 0 0,-2 0 0,-6 1-947,1 0 1,-5 1 0,3 0 931,4 0 0,4-2 0,-2 1 0,-4 1-792,0 0 1,-4 1 791,-11 1 0,-1 1 431,15-2-386,-6 1 0,-1 0 47,1 1-47,-6 0 0,-1-1 2313,-1 2-2268,-10-1-90,9 0 0,-13 0 90,0 1 3186,7 4-3160,-6 0-116,8 5 90,-2 17-60,-6 3 0,-1 8 0,0 0 0,0-7 0,-1-1 0,0 2-850,-1-1 1,0 3 0,0-1 0,-1-2 806,0 7 1,-1-3-1122,0-10 0,1 0 1134,0-1 0,0 3-334,1 3 1,2 6 0,-1 0 0,1-4 333,-1 1 0,2 2 0,-1-8 0,1 7 0,1 2 0,0-1 0,0-3 0,-1-7 0,0 0 0,0-3 11,3 10 1,1 3-1,-2-8-11,-3-11 0,2 5 90,-3-6-90,-1-3 0,0-1 1537,-4-4-1537,-4-5 2164,-1-1-2164,-9-6-183,6 1 183,-6 0 1572,-12 3 1,-3 0-1573,-4 1-1049,10 0 1,-4 0 0,3 1 1048,3 1 0,0 0 0,-10 0 0,-5 1 0,-2 1-421,10-1 0,-2 1 1,-1 0-1,0 0 1,0-1 420,-5 1 0,0 0 0,1 0 0,-1 0-219,4 0 0,0 0 1,-1 0-1,3 0 0,3 0 219,-9 0 0,-1 1-43,11-2 0,-5 1 1,-1 0-1,1 0 1,5-1 42,-5 1 0,1-1 0,1 1 0,-4 0 0,2 0 0,9-1-90,6-1-52,-3 0 142,10 0 0,13-4 0,5-1 0,13-4 0</inkml:trace>
  <inkml:trace contextRef="#ctx0" brushRef="#br0" timeOffset="-179149.73">22531 2478 5824,'-4'-4'90,"0"1"-90,-1 2 90,-4 0-90,1 1 0,0-1 90,-5 2-90,1 1 0,-7 5 0,4 1 44,-4 15 1,1 5-45,4-3 22,5-1 1,-2 8 0,3 1-1,4-2-22,7-2 0,5-2 0,-2 2 0,-3 2 0,-2 2 0,3-3-398,9 6 1,3-6 442,2-13 0,0-4-45,2 3-1119,-1-3 1,-1-2 1118,0-6-1194,6-2 0,3-1 1194,5-1 0,-5-1 0,5-1 0,-3-3 0,2-3 0,-3 1 203,-9 2 0,1-1-203,13-5 0,5-3 0,-10 2-148,-10-2 148,-1 2 0,-1-4 1302,-3-18 1,-8-6-1303,-8 5 0,-4-1 0,1 0 0,6 3 0,2 0 0,-4 0-767,-8-2 1,-3 0-1,0 7 767,-4 4 0,-2 0 90,-8-2-733,3 10 0,-2 2 643,5 2 0,-2 1 0,-12 2 0,0 4-90,0 6 788,14 1 1,0 2-834,0 4 0,1 0 45,3 1 0,0-1 0,-3 3 0,1 0 90,3 3 0,2-1 587,0 3 0,-5 12 0,8-7 0</inkml:trace>
  <inkml:trace contextRef="#ctx0" brushRef="#br0" timeOffset="-178614.73">22489 2991 5824,'-3'-7'90,"0"0"0,-1 5 0,-5 2-1,4 1-89,-6 2 90,-4 8 0,0 4-90,-6 10 30,5-6 0,-1 5 0,2 1-1123,6 0 1,3 0 0,0 0 605,-4 4 0,3 2 679,11 4 0,7 4 0,2-7-237,-2-15 0,3-1 45,6 6 0,4 2 0,-1-7 0,-3-9 0,1-5 0,3 0 0,0-3 0,9-5 0</inkml:trace>
  <inkml:trace contextRef="#ctx0" brushRef="#br0" timeOffset="-178182.73">22957 2993 5767,'1'-8'57,"0"-1"-57,1 4 180,8-4-180,-2 5 90,5-2-1,2 7 1,8 19-90,-5-7 60,-5 8 0,0 7 0,-3-4-60,1 11 0,-2 1 0,-1 1-90,-7-4-45,-6-9 1,-2 0 44,-2 2 90,-3-4 0,-2-3 0,-1-10 0,-9 4 0</inkml:trace>
  <inkml:trace contextRef="#ctx0" brushRef="#br0" timeOffset="-177548.73">22526 2650 5824,'-1'3'359,"1"-2"-3636,-1 18 894,1-11 2383,2 6 1409,5 3-1409,-3-10 0,4 8 0,-4-13 859,2-2-859,2-7 0,-3 2 0,1-6 0,-9-7 0,0 10 0,-2-9 3276,-4 13-3160,-1 4-205,-2 2-181,0 7 261,6-2 9,1 4 0,5-6 0,0 3 0</inkml:trace>
  <inkml:trace contextRef="#ctx0" brushRef="#br0" timeOffset="-177029.73">22732 2690 5821,'0'-6'183,"0"-1"-183,-2 9 0,1 4 0,0 7 0,3 2 0,1-6 0,1-2 0,7-9 0,-7 1 0,7-5 0,-7-6 0,-3 0 90,0-5-90,-3 7-3277,-5 0 3162,4 6 115,-7 1-90,6 4-90,-1 4 180,4-1 0,1-1 0,0-1 0</inkml:trace>
  <inkml:trace contextRef="#ctx0" brushRef="#br0" timeOffset="-176512.73">22614 2776 5756,'1'-7'158,"1"7"-158,0 2 0,1 6 0,0 13 0,0 1-90,1 4 28,-2-8 62,-1-12 0,0-3 0,-1-2 0</inkml:trace>
  <inkml:trace contextRef="#ctx0" brushRef="#br0" timeOffset="-176148.73">22507 2924 5824,'8'6'90,"2"1"-90,-5-3 90,19 7-90,-14-7 0,14 3 0,-1-8 0,0-2-90,7-2 0,-9-2 90,2-5 0,-11 2 0,8-5 0</inkml:trace>
  <inkml:trace contextRef="#ctx0" brushRef="#br0" timeOffset="-169249.73">22225 3906 5824,'3'-7'270,"-1"1"-1,8 24-89,-1 13-1819,-4-13 1,1 2 1196,-3 2 0,0-1 532,-2 9-500,0 2 0,-1 7 1,0-3 409,0-9 0,-1 3-41,0 0 1,0 7 0,-1 4 0,0 1 0,0-2 0,1-7 70,-1 0 0,0-4 0,1 2-249,-1-1 1,0 3-1,0 0 1,0-2 0,0-4 218,1 5 0,1-5 0,0-4 0,0-1 0,1 5 0,0-1 0,0 10 193,2-8-386,-3-32 193,1-9 0,-1-22 0,1 2 0,1-1 0,0-3 0,0 3 0,1 0 0</inkml:trace>
  <inkml:trace contextRef="#ctx0" brushRef="#br0" timeOffset="-168480.73">22188 3987 2104,'-12'-11'0,"1"2"1741,-7-9-1741,10 10 818,-6-14-818,16 12 428,0-2-428,12 2 90,-2 4-827,11 1 1,10 0-1,-2 0 737,4 0 0,2 1 0,-11 0 0,3 1 0,1-1 0,-2 1 30,9 0 0,0 0 0,-3 1-786,-8 0 0,-2 0 0,1 0 756,8-1 0,1 1 0,0-1-265,-7 1 1,0 0 0,0-1 264,-1 1 0,-1 0 0,5 0 0,1-1 0,6-1 0,2 0 0,-2 0 0,-5 1 0,-1 0 0,-4 0 0,3 0 0,0 0 0,4-1 0,2 1 0,-1-1 0,-3 0 0,-8 2 0,-2-1 0,-2 1 0,11-2 0,-3 2 0,-11 3 0,-2 21 0,-1-4 571,-8-2 1,-1 4-572,-2 4 0,-2 4 0,0-2 0,0-2 0,0 1 0,0 2 0,0 3 0,0 2 22,-1 3 1,1 4-1,-1-1 1,1-5-23,-1 0 0,0 0 0,0-5 0,1 4 0,-1 2 0,0-1 0,0-4 48,-1 8 0,0-1-18,0-2 0,-1 1 0,1-2-503,0-6 0,-1-1 0,1-1 473,0 12 0,-2-1 709,-1-5 1,0-4-710,-1 0 533,1-2 1,-1-3-534,1-13 4,-4 1-4,-4-4 90,-1-1 1308,-14-8 1,-2-3-1309,-2 1-90,5 0 0,-4 0 0,0 1-116,-1 2 0,-1 1 1,-2 1 115,1 0 0,-1 0 0,-1 1 0,1 0-383,3-1 0,2 1 1,-1 0-1,0 1 383,-4 0 0,-1 1 0,-1 0 0,0 1 0,0 1 0,-3 0 0,1 1 0,1 0 0,2-1-725,-3 0 0,4 0 0,-4 0 725,6 0 0,-4 0 0,0 0 0,2 0 0,4 0-90,-1-2 0,5 1 0,0-1-45,-4 0 0,1 0-208,-7 1 0,3 0 163,-4-1 649,13-5 1,8-5 0,-2-4 0</inkml:trace>
  <inkml:trace contextRef="#ctx0" brushRef="#br0" timeOffset="-167715.74">22697 4045 5787,'-3'-7'17,"0"0"3,0 2 70,-2-3-90,1 3 90,-3-1-90,2 4 90,-15 2-1,10 2-89,-11 3 45,-1 6 0,-1 1-3322,1 2 3219,-3 0 1,1 2 57,2 6-1322,7-3 1322,-3 6-780,7-1 1,3 1 779,-2 5 0,3 2 0,0 3 0,6-1 0,1 0 0,1 4 0,1-1 0,0 0 0,0-3 0,2-7 0,0-3 374,1 1-329,8 1 0,2 14-45,-11-19 0,-1 6 0,-1 4 0,0 5 0,-1 2 0,0 3 0,0 1 0,-1 1 0,1 0 0,-1 0 0,1-1 0,0-3 0,0-2 0,1-4 0,0-4 0,3 13 0,1-8 0,1-2 0,-2 2 0,0 7 0,-4-3 0,0-1 0,0 0 0,0 0 0,0 1 0,0-1 0,0 0 0,0 0 0,0 0 0,0 1 0,0-1 0,0 0 0,-1 0 0,1 0 0</inkml:trace>
  <inkml:trace contextRef="#ctx0" brushRef="#br0" timeOffset="-164782.74">22512 5896 6004,'15'10'0,"13"0"0,-17-20 0,1-8 0,3-8 0,-1-7 0,1-5 0,0-3 0,-1-3 0,-1-1 0,-2 1 0,-2 0 0,-3 4 0,-3 6 0,-4-1 0,-1-1 0,-2 0 0,-1-1 0,-2-1 0,0 0 0,-1 0 0,1-1 0,0 1 0,0-1 0,2 1 0,1 1 0,3 0 0,1 0-235,3 1 1,2-1 0,2 1 0,2 0 0,1 0 0,0 0 0,1 0 0,-1 1 0,0-1 0,-1 1 0,-2 0 0,-1 0 0,-2 0 0,-3 0 159,-4-4 0,-3-3 0,-3-3 0,-2 0 0,-1-2 0,-1 2 0,-1 2 0,2 2 0,1 5 0,1 6 0,4 5 0,3 8 0,4 9-186,8 10 1133,-3-1-855,3 1 33,1-1-50,5 0 90,2-1-2268,14-1 2178,-16 1 2268,13-2-2178,4 0-88,-7 0-2,8 1 0,-17 0 0,13 3-2269,-6 0 2269,9 1 0,-14 0 0,3 2 0,1 1 0,-4 0-86,3 1 0,0 0 86,-2 2-131,-1 5 1,0 1 130,6 2 175,-2 2 1,-2 2-176,-6-3 0,-1 0 0,7 9 0,-9-11 0,-1 1 0,5 16 0,-7-12 0,0 0 0,0 0 0,-4-5 0,0 2 172,-2-1-172,-1-2 2268,0 13-2268,-1-10 0,-1 2-2268,-2 2 2268,0-11 0,0 7 2268,-3 6-2178,3-13-279,-3 14 189,3-19 0,-7 13 0,-6 3 0,1 1 0,-4-2 3276,10-11-3254,-7 3-899,6-5 877,-3 2 258,-11 2-258,5-4 0,-14 6 0,16-8-779,1 0 779,7-3-2835,-11 2 2835,9-2 0,-10 1 553,-7 1-553,13-3-246,-13 2 246,14-2 0,-4 0 0,-7 0 0,4 0 0,3-1 0,6 1 0,-4-1 0,1 1 0,-1-1-1630,-5 0 1630,11 0 0,-8 0 2179,-5-1-2179,11-1-283,-11 0 283,16 1 257,-7-2-257,-3-2 0,2 1 3246,0-1-3246,-6-2 0,0-1 45,2-1 0,1-1 395,-3-1-440,5-1 0,2-1 0,-1-2 0,-2-4-1041,6 6 1041,7 5 0,-7-9 0,6 8 0,-4-8-90,2 2-90,2 4 90,-1-4-211,3 6 211,2 4 90,-1-2 0,-1-1 0,-2-2 0,0-3 0</inkml:trace>
  <inkml:trace contextRef="#ctx0" brushRef="#br0" timeOffset="-163661.74">22618 4312 5807,'-7'-5'17,"0"3"-17,3 4 0,0 1 0,1 1 0,-1 8 90,1-6-90,2 11 0,7-11 0,2 1 0,9-12 0,-7-2 90,2-10-90,-11 5 0,-1-1 0,-6 0 90,2 7-90,-13 4 0,10 6 0,-7 2 0,10 1 0,6 3 0,1-4 0,11-1 0,-7-6 0,7-5 0,-10 1 0,-3-5 0,-1 4 0,-2-2 0,-1 5 0,-10 3 0,7 0 0,-6 3 0,9 5 0,3 0 0,1 0 0,2-2 0,1-4 0,3 0 89,0-2-268,1 0 89,-2-1 90,0 8 0,-1-2 0,4 8 0,-1-4 0</inkml:trace>
  <inkml:trace contextRef="#ctx0" brushRef="#br0" timeOffset="-163015.74">22925 4391 5824,'5'-4'629,"0"-1"-629,-7 13 0,2-3 0,-4 8 0,5-6 0,11 4-90,1-8 90,9 3 0,-7-9 0,2-6 0,-5-10 0,-2 5 0,-11-16 0,-3 23 0,-7-7 0,6 14-90,-5 5 90,5-3 0,-1 5 0,4-4 0,8-4 0,-7-7 0,6 2-90,-22 0 90,5 16 0,-4-2 0,9 6 0,6-8 0</inkml:trace>
  <inkml:trace contextRef="#ctx0" brushRef="#br0" timeOffset="-162282.74">22765 4430 5804,'1'-6'110,"0"0"-20,3 8-90,-2-2 0,2 6 0,-2-1 0,0 5 0,0 4 0,0-1 0,0 5 0,-1 5 0,1-8 90,-1 10-90,0-18 0,3-5 0,-2-3 0,1-5 0,0-4 0,-1-20 0,0 9-1598,-1-10 1598,-1 20 0,-1 2 0,1 3 0,1 8 0,1 4 0</inkml:trace>
  <inkml:trace contextRef="#ctx0" brushRef="#br0" timeOffset="-161766.74">22659 4603 5756,'-7'2'62,"2"1"-56,3 2-6,3 1 90,0 0-90,1 0 0,0-2 90,11 14-90,-6-9 0,10 10 90,3-3-90,2-4 89,3 3-89,3-6 0,-3-8 0,-1-2 0,8 0 30,-2-4 0,6-4 0,-7 1-30,-2-2 0,-4 1 0,3-3 0,-5 0 0,2-7-90,-1 1-89,-8 3 179,-8 10 0,-3 3 0,0-1 0</inkml:trace>
  <inkml:trace contextRef="#ctx0" brushRef="#br0" timeOffset="-151899.74">21156 1364 5914,'-4'8'45,"1"11"0,2 2-3322,1 11 2085,0-8 0,0 1 1192,0 5 1409,0-9-1409,0-1-45,0 2 0,-1 1-1454,1-1 1499,0-1 0,-1-2 0,0-9 0,-1 0 0,-1 0 0,-1 1 0</inkml:trace>
  <inkml:trace contextRef="#ctx0" brushRef="#br0" timeOffset="-151413.74">20977 1426 5762,'4'-5'45,"0"0"-28,5 4 73,17-4-3123,-6 1 3033,12-1 375,-9 0 1,1 1-376,6 0 0,-6 0 0,-2 1 0,0 8 90,-21 12-90,2-3 0,-15 16 0,12-14 0,-2 4 2372,8-9-2372,-1-4 0,1 0 0,8 7 0,-3 17 0,0-8 0,-16 10 0,-6 1 0,-2-14 0,-1-2 0,-1 8 0,0-2 0,-10 3 0,18-20-90,-4 3 90,2-7 0,1 0 0,6-11 0,4-1 0</inkml:trace>
  <inkml:trace contextRef="#ctx0" brushRef="#br0" timeOffset="-151099.74">21298 1496 5801,'-4'-10'23,"1"1"157,-1-4-90,2 5-1,15 29-89,-8-10-597,4 6 0,0 1 597,-5-3 0,3 15 0,-1-2-90,0 1 0,-2-8 90,-1-7-389,-1-6 389,1 3 0,-1-8 0,0 0 0</inkml:trace>
  <inkml:trace contextRef="#ctx0" brushRef="#br0" timeOffset="-150216.74">21474 1582 5824,'-1'-6'180,"-1"6"-180,-1 1 90,0 6-90,0 0 0,-2 16 0,3-11 0,-1 24 0,5-23-90,1 6 90,1-12 0,3-3 0,2-6 0,0 0 0,-1-4-3277,-5-9 3162,-3 6 115,-2-6 0,-13-5 0,8 11-366,-8-9 366,11 14 0,1 1 0,0 0 0,6-4 0,-1 3 1561,13-9 0,3-1-1561,-5 3-532,3-3 1,0 0 531,-10 3 0,3-11 0,-5-9 90,0 1 153,-4 9 0,-1 2-243,-1 5 0,5 12 0,-1 9-1428,4 14 1428,-2-7 0,-1 11 0,1 2 0,-1-2 335,0 1 0,-1 1-335,-5 4-2769,-1-9 2769,0 4 0,2-13 1038,1-10-1038,5-4 0,-2-2 90,4-6-90,9-16 0,2 4 0,-5 7 0,1 0 220,6 0-220,13 13 3276,-20 3-3218,4 10 0,-4 5-58,-12 1 0,-2 18 0,-12-17 0,-10 2-1607,9-10 1607,-3-1 0,13-8 0,0-1-90,1-2 0,0-1 90,2-2 0,2-3 0,2 0 0,2-6 0,2 0 0</inkml:trace>
  <inkml:trace contextRef="#ctx0" brushRef="#br0" timeOffset="-149666.74">21877 1333 5824,'-3'-6'0,"1"11"0,2-1 0,1 12 0,0 14 0,0-4-1413,0 10 1413,-1-12 354,0-9-354,0 18-3012,0-13 3012,0 8 0,1-30 0,0-16 223,0-4-223,0-6 0,1 6 0,-1-6 0,1-2 3121,5-6-3121,-3 11 0,3 8 0,7 19 0,-3 16 0,-2 5 0,1 3 0,0 0 0,1 1 0,-1 1 408,1 3 1,-1-3-409,2 3 0,-4-13 0,-7-22 0</inkml:trace>
  <inkml:trace contextRef="#ctx0" brushRef="#br0" timeOffset="-149482.74">21892 1464 5734,'-8'1'90,"2"2"0,7-1-90,5 0 0,12-4 0,-3 0-3277,6-2 2827,-8 2 362,8-1 1,-5 0-1,6 0 1</inkml:trace>
  <inkml:trace contextRef="#ctx0" brushRef="#br0" timeOffset="-148865.74">20979 2670 5807,'-7'-13'736,"1"1"-646,5 18 0,2 31 0,2-3-180,-2-5 0,0 4 0,0-5-3095,-1 2 3095,1-2 0,-1-2-180,-1-12 51,1-4 219,-2 0 0,1-5 0,1-2 0,-1-2 0</inkml:trace>
  <inkml:trace contextRef="#ctx0" brushRef="#br0" timeOffset="-148415.74">20883 2741 5914,'-2'-9'90,"2"-5"-90,1 8 90,5-6-1,4 2 1,7-2-1731,-2 1 1641,2 2 90,3 3-90,-7 4-475,7-2 475,-10 4 0,8 4 0,0 12 0,-2 0 775,-15 8 0,-5 2-775,-1-5 0,-4 1 0,-2-1 0,2-7 0,1 1 100,3-4-100,6-5 0,4-3-90,17 6 0,-11-5 90,14 6 0,-17-4-90,4 11 90,-10 0 0,2 6-1309,-12-5 1309,-9 6-1267,2-9 0,0 1 1177,-7 7 90,5-7 0,5-7 0,11-14 0,0-1 0</inkml:trace>
  <inkml:trace contextRef="#ctx0" brushRef="#br0" timeOffset="-148148.74">21182 2692 5824,'-2'-8'180,"0"2"-90,8 13-90,-3-3 44,5 17 1,-1 5-45,-1 3-1367,-1-4 0,0-1 1278,0 1-2262,1 4 2351,-1-12 0,2 7-196,-2-14 1,2 2-1,1 0 1</inkml:trace>
  <inkml:trace contextRef="#ctx0" brushRef="#br0" timeOffset="-147299.74">21375 2866 5824,'-6'-5'180,"-3"7"-180,3 2 0,-4 8 0,2 6-1653,2-5 1653,0 6 206,11-2-206,-2-10-9,7 5-13,-5-12 2,1-1-10,3-3 30,4-12-3,-5 6 11,1-8 31,-15 4-16,-3 2-15,-1-2 659,1 6-664,5 6-3,-1-2 0,20-9 0,-9 5 0,17-9 0,-10-1 0,0-2-3192,3-9 3192,-3 6 0,-1 1 0,-2-4-566,-7 11 566,0 1 0,-2-13 0,1 14 90,1-1-90,-2 25 0,1 5-574,-2 6 574,-1 9 0,0-1 0,-1 1 0,1-10 0,0 1 437,-1 6 0,0 1-437,-2-3 0,0-3 0,1-2 45,0 1 0,-1-3-45,3-14 0,1-10 0,1-1-551,3-10 551,-1 3 304,6-7 1,3-2-305,6-1 0,-3 3 0,1 4 0,4 12 3089,-3 31-3089,-10-12 0,-7 22 45,-12-20 0,-4-3 0,-3 0 0,-2-1-45,4 1 0,-1-2-90,-14-2 1004,26-20-914,4 4 0,2-8 0,6 2 0,2-1 0</inkml:trace>
  <inkml:trace contextRef="#ctx0" brushRef="#br0" timeOffset="-147015.74">21636 2747 5824,'-3'-9'270,"0"0"-181,2 4 181,0 0-180,1 20 0,2 9-90,-2 2-1325,1 2 1,0 2 1324,0 0-90,-1 7-1332,1-15 0,0 0 1332,-1 9-870,2-1 960,-1-26 0,3-11 0,0-4 0</inkml:trace>
  <inkml:trace contextRef="#ctx0" brushRef="#br0" timeOffset="-146595.74">21622 2769 5824,'-3'-7'90,"3"-1"0,3 3-90,2 0 90,11-6-90,-2 3 44,3-1 1,1 1-3322,9 0 2303,0 1 974,-9 7 859,-11 3-859,-1 2 90,-2 17-90,-2-9 0,-2 13 0,-6-3 0,3-4 0,-2 2 2641,5-8-2641,1-7-90,18 12 90,-11-9-1572,4 8 1,-2 2 1571,-8-5-97,-2 14 97,-12-6 0,-8 3 0,2-2-1035,0 3 0,0 0 1035,0-3 0,-1 2 0,2-2 0,3-3 0,3-5 0,6-6 0</inkml:trace>
  <inkml:trace contextRef="#ctx0" brushRef="#br0" timeOffset="-145949.74">20831 4424 5824,'6'-4'359,"2"3"-359,-5 3 90,3 3-45,0 17 0,0 5 0,-2-8 0,0 2-45,0 4 0,0 2 0,0 1 0,-1 9 0,-1-1 45,-2-6 0,0 0-497,0-3 0,0-1 362,0-4 0,-1-4 90,0-1 0,-5-14 0,0-17 0</inkml:trace>
  <inkml:trace contextRef="#ctx0" brushRef="#br0" timeOffset="-145482.74">20784 4520 5824,'0'-9'359,"13"-10"-359,-4 8 90,10-9 0,9 0-2397,-9 7 2397,12-8 433,-14 12-478,7 2 0,-1 0 45,-2 2-90,2-2 0,-2 5 0,-4 14 0,-9 6 0,1 5-1145,-11 0 1145,-5-5 45,-3 4 0,-2 1-45,1-1 0,-1 5 0,3-2 0,10-14 0,5 8 1453,9-11-1453,3-2 0,0 0 0,4 2-90,10 4 1476,-23 11-1386,-12 0-2557,-2 10 2557,-11-7 0,-1-7 0,0 1 0,-4-2 0,0 1-2281,-1 0 2281,3-2 0,-1-3 0,1-7 0,12-5 0,-3-7 0,13-6 0</inkml:trace>
  <inkml:trace contextRef="#ctx0" brushRef="#br0" timeOffset="-145165.74">21205 4394 5914,'1'-13'359,"0"4"-179,0 1-90,1 14 0,-1 6-90,0 6 90,1 17 0,0 3-90,0-3-1093,0-11 1,0 4 0,0-5 28,3 5 884,2-2 0,1 2-795,-2-11 1,1 1 974,1 5 0,0-2-163,3-5 163,-6-12 0,0-1 0,1-2 0</inkml:trace>
  <inkml:trace contextRef="#ctx0" brushRef="#br0" timeOffset="-144248.74">21412 4688 6004,'-2'-7'449,"-1"1"-89,-9 14-360,6-3 90,-7 10 0,4 8-90,3-1-90,-2 6 0,7-12-360,7-5 360,1-10 0,2 1-89,4-19 179,-8 3-90,3-9 180,-11-2-3367,-10-1 3252,2 5 114,-17 2-89,20 18-89,-8 0 89,24-5 0,-3 2 0,10-6-45,-1-7 0,-1-2 45,1-1 0,2-5 0,0-2 1638,-8 6 0,-1 0-1580,4-12 0,-1-1-58,-4 12 0,0-1 45,1-13 0,-1 5 44,-5 14 1,2-11-90,-5 36 0,1-2 0,-1 15-1472,2-6 1472,1 3-1437,0 12 0,0 3 1437,1 2 0,-1-2 0,1 3 30,-2-9 0,-1 0 0,1-3-30,0 12-944,0 1 1,-1-5 943,1-18 0,0 4 616,1-7-616,14-39 0,-2 3 0,-3 3 0,1-3 0,0 2 0,1 4 0,1 2 0,8-13 0,-5 17 0,-9 10 89,9 17-89,-10 1 0,-5 8 0,-3 3 45,-5-7 0,-3-2-45,-2 7 0,-1-2 2226,-6 0-2316,-8-6 90,16-12 0,-15-20 0,21 4 0,2-7 0,1-1 0,6-3 0</inkml:trace>
  <inkml:trace contextRef="#ctx0" brushRef="#br0" timeOffset="-143945.74">21863 4304 5914,'11'-12'449,"-5"4"-179,3-2 180,-26 39-3727,10-12 2879,-5 3 1,0 5 487,3 4 0,3 2-705,4-7 1,0 1 614,-2 7 0,2 0-1150,7 5 1240,1-19-360,21 6 180,-12-15-149,17 4 87,-3-21 1,0-9 151,-9 2 0,0 0 0,11-4 0,-2-1 0,-14 2 0,-2 0 0,0-3 0</inkml:trace>
  <inkml:trace contextRef="#ctx0" brushRef="#br2" timeOffset="-126412.73">22412 984 5734,'8'0'360,"-1"0"-360,-4 2 0,-1 1 89,-1 1-89,0 1 0,1 2 0,-1-1 0,0 1 0,0-2 90,0 10-90,0-5 0,1 6 0,-2-6 0,1 2 0,-1-2 0,1 2 0,-1-4 0,1-3 0,-1 1 0,2-2 0,0-1 0,1-1 0,1-1 0,3 0 0,4-1 0,2 0 0,1 0 0,1 0 0,-3 0 0,0 0 0,1 1 0,-6-1 0,4 1 0,-4-1 0,-2 1 0,2-1 0,-1 0 0,-2 0 0,1-1 90,-2 1-90,0-3 0,0-2 90,-1 1-90,0-3 0,0 4 0,0-7 0,-1-6 0,1 1 90,-2-4-90,1 8 0,0-2 0,-1 5 0,1-4 0,-1 5 0,1 0 0,-1 0 0,0 2 0,0 0 0,0 0 0,0 0 90,-1 0-90,-2 0 0,1 2 0,-3-1 0,2 2 0,-1 1 90,-2 0-90,1 1 0,-2 0 0,1 2 0,-3-1 0,-2 1 0,-1 1 0,2-1 0,-6 1 0,0 0 0,-7 0 0,4-2 0,4-1 0,7 1 0,-2-2 0,-1 2 0,-1-1 0,2 1 0,2-1-180,3 0 180,0-1 0,-1 2 0,2 0 0,-2 2 0</inkml:trace>
  <inkml:trace contextRef="#ctx0" brushRef="#br2" timeOffset="-123183.73">22446 2608 5753,'7'-3'430,"-1"3"-430,-5 3 0,-2 7 0,-1-3 0,-5 19 0,4-15 0,-4 12 0,5-15 0,-1 6-3277,1 0 3162,-1-1 115,2-2 0,0-6 90,0 5-90,0-4 0,0 4 0,1-5 0,-1-1 3276,3-1-3160,1-1-116,4-2 0,2-1 0,-1-1 0,0 1 0,-3 0 0,13-1 0,-8 0 0,10 0 0,2 0 0,-9 1 0,8-1-3277,-12 2 3162,-4-1 115,6 0 0,-1 0 0,3 0 0,-4 0 0,-5 1 0,0-1 3276,0-1-3160,-2-2-116,0 1 0,2-3 0,0 1 0,1-4 0,0-1 0,-2 3 0,1-1 0,-3 4 0,1-9 0,-1 2 0,0-4 0,-1 5 0,-1 5 0,0-2 90,-1 2-90,0-1 0,0 2 0,-2 3 0,-1-1 0,-8 2 0,0 0 0,-3 1 0,-7 2 0,4 0 0,0 0 0,-10 1-3277,-6 2 3162,24-4 115,-8 1 0,6-1-90,-5 1-89,10-1-1,2 0 180,3 1 819,-1 0 0,2 0 0,-1 1 0</inkml:trace>
  <inkml:trace contextRef="#ctx0" brushRef="#br2" timeOffset="-121149.73">22471 4226 5812,'4'-5'282,"0"3"-282,-1 4 0,1 6 89,-1 8-89,0 1 45,-1 3 0,0 1-45,-1-1 0,1 12 0,-1-13 0,0-3 0,0 4 0,1-3 0,0-10 0,5 6 0,0-10 0,1 1 0,-2-2 0,-1-1 0,9 0 0,-6 0 0,8 0 0,-10-1 0,10 0 0,-1-1 0,3 0-1344,-5 0 1344,-6 0-90,15-3 90,-12 2 0,18-4 0,-19 4 0,4-1 0,-5 1 1344,-3 1-1344,2 0 0,-3 0 0,0-1 0,0 0 0,-1-3 0,2-8 0,-2 5 0,0-13 0,0-1 0,-1-1 0,0 1 0,-1-1 0,0-1 0,-2-5-1640,0 11 1640,0-1 0,0 6 0,0 5 0,0-4 90,-1 8-90,-1 2 0,-2 2 1640,-4 2-1640,1 0 90,-15 3-90,7-2 0,-12 2 0,5-1 45,4-1 0,-2 0-45,-11 2 0,1 1 0,0-1 0,6 0 0,-11 2-90,19-5-359,4 2 449,-4 0 0,9-2 0,5 0 0</inkml:trace>
  <inkml:trace contextRef="#ctx0" brushRef="#br2" timeOffset="-118812.73">22202 1436 5765,'5'-5'-9,"0"4"9,-3 3 0,-1 3 0,0 0 6,0-1 16,0 0-8,1-6 3,-1 0-8,-1-7-9,-2 3 0,-4-1 0,2 5 0,-3 1 0,2 2 0,2 2 0,0-5 90,0 1-90,-1-2 0,0 4-90,-2 3 90,3 0 0,0 0 0,2-3 0,0 0 0</inkml:trace>
  <inkml:trace contextRef="#ctx0" brushRef="#br2" timeOffset="-117382.73">22128 1330 5734,'-2'-7'11,"0"1"-11,-2 7 6,0 4-6,0 2 2,-2 12 1,4-6-3,-1 4 0,2-5 9,-1 14-9,0-12 0,0 16 0,1-18-3,1-1 3,-1-2 0,1-2-3,0-1 6,0 1 0,1-2 8,0 4-6,1-5 4,4 1 8,6-4-12,-1 0 1,8-2-3,-6 1-1,0 0-1,1-1-1,1 0 0,-3 0 0,2 0 0,-5 0 0,-4 1 0,4 0 0,-5 0 0,1 0 0,0-1 0,-2-1 90,3-7-90,-3 4 0,2-5 0,-2 6 0,0-1 0,2-6 0,-2 3 0,2-3 0,-1-7 0,-2 9 0,1-12 0,-3 10-3277,-2-6 3252,1 6-711,-2-4 736,1 11 0,0-3 0,0 1 0,-2 1 0,1 0 3028,-2 1-3028,-1 0 1100,-3 1-1100,-2 0 0,-1 1 0,1 2-3277,-5 2 3162,5-1 115,-4 1 0,-7 2 0,11-2-90,-13 2 90,18-2 0,-7 2 0,7-1 0,-3 3 0,6-3 0</inkml:trace>
  <inkml:trace contextRef="#ctx0" brushRef="#br2" timeOffset="-116181.73">22224 2968 5781,'6'0'133,"-3"1"-133,-2 6 0,-2-2 0,2-1 0,2 1 0,4-8 0,-2-3 0,1-4 90,-7-5-90,-2 7 0,-1-1 0,0 7 0,-5 5 0,3 1 0,-6 8 0,8-6 0,-2 4 0,4-6 0,-4-2 0,1-2 0,-2-2 0</inkml:trace>
  <inkml:trace contextRef="#ctx0" brushRef="#br2" timeOffset="-114830.73">22085 2974 5779,'-1'-7'225,"1"0"-225,2 10 0,1 0 0,0 5 90,-1-2-90,-1-1 0,3 14 0,-2-10 0,1 20 0,-4-17 0,1 5 0,-1-9 0,0 1 0,2-5 0,7 4 0,-2-5 0,4-1 0,-3-2 0,-2 0 0,3 0 0,6-2 0,-3 1-1684,4-1 1684,-7 2 0,19-6 0,-15 3 0,13-2 0,-12 2 0,-4 0 0,2 1 0,-4 0 0,-1 0 1684,1 0-1684,-1-1 89,0 0-89,-4 0 0,1 0 0,2-5 0,-2 3 0,2-3 0,-2 1 0,0-3 0,0-2 0,1-11 0,-3 13 90,0-9-90,-3 10 0,0-2-197,0 2 197,-1 2 0,1 3 0,-3-4 89,-1-2-89,-1-1 0,1 2 0,3 5 378,-2-2-378,2 1 0,-2-2 0,2 3 0,0 0 0,-6 4 0,5 0 0,-5 2 0,4-1 0,-8 3 0,5-2 0,-24 7 0,15-5-1492,-11 2 1492,15-2 0,4-3 0,1 1 0,-9 2 0,8-3 0,-12 3-89,15-3-1,-4 2-180,5-3 1582,0 2-1402,1 0 90,-2 2 0,1 1 0,-3 2 0</inkml:trace>
  <inkml:trace contextRef="#ctx0" brushRef="#br2" timeOffset="-112848.73">23301 3975 5914,'0'-8'449,"0"1"-449,3 8 0,-1 0 0,-1-4 0,-2 0 0,-1-6 0,1 5 0,-3 6 0,2-2 0,-2 7 0,4-3 0</inkml:trace>
  <inkml:trace contextRef="#ctx0" brushRef="#br2" timeOffset="-111897.73">23218 3952 5824,'-2'-11'270,"1"3"-270,-1 18 0,0-3 0,-1 16 0,3-10 0,1 6 0,-1-9 0,8 8 0,-2-14 0,3 2 0,1-6 0,2-2 0,-1 1 0,2-1 0,10 1 0,-12 0 0,14 0-90,-16 1 90,8 1-90,4 0 90,0 0 0,6 2 0,-18-2 0,6 1 0,-11-3 0,1 0 0,-2-3 0,-1-3 0,-3-4 0,-1 2 0,-1 0 0,-3-12 0,2 11 90,-6-18-90,6 19 0,-2-5 0,4 8 0,-2-1 0,1 2 0,-2 0 90,1 5-90,-2 1 0,0 1 89,-9 2-89,5-1 90,-8 2-90,6-3 90,-17 6-90,7-3-886,-9 2 616,9-1 50,3 0 220,4-2 0,1 2 0,9-4 0</inkml:trace>
  <inkml:trace contextRef="#ctx0" brushRef="#br3" timeOffset="-103748.73">21702 10961 17930,'-6'-4'-3277,"1"1"1361,1 0 834,1 1 350,-1 2 1879,3 3-16,0 5-709,3 0-2061,0 12 1,0 4 1429,-1 0 483,1 2 1,0 2 135,-1-6 0,1 0 32,-1-4 0,1 3-548,0 9 0,0 7 0,1 3 1,-1-2-667,-1-5 0,0-2 0,0 1 0,1 2 679,-1-3 1,0 3 0,0 1 0,0 0 0,0-1 0,-1-2-20,1 2 0,-1-2 0,0 0 1,0 3 74,0-1 0,-1 3 0,1 2 0,-1-1 0,1-2 0,-1-5-67,1 3 1,0-5 0,-1 3 21,1 0 1,0 2-1,-1 2 1,1-1 0,1 0-70,0 2 1,1 0 0,1-1-1,-1-3-106,0-2 0,0-3 1,0 3 93,1 1 1,-1 4-1,1-1 1,-1-6-86,1 0 1,-1-5-272,0 6-156,-1-1-287,0 1 1,-1 0 473,0 1 812,-2-5 0,1 5 0,-1-6-616,0-3 147,-1-2 0,1 2 137,-1 4-275,1-5 2399,-1 5-2278,2-9 3385,0-9-3134,-1 1 1,1-2 0,-1-1 0,0-3 180,0 1-270,6-1 0,-1-2 0,7-1 60,13-2 0,9-2 0,-1 1-60,3 0 0,4 0-212,-12 1 1,4 0 0,4-1 0,1 1 0,1 0 0,0 0 0,-2 1 226,3-1 0,1 1 0,-1 1 0,0-1 0,0 1 0,0-1-413,-5 0 1,1 1-1,0-1 1,-1 1-1,1-1 1,-1 1-1,0-1 398,4 1 0,1 0 0,-1 1 0,0-1 0,-2 0 0,-2 0-281,0 0 0,-4 1 1,2-1-1,6 0 287,-9 1 1,2-1 0,3 0 0,2 1 0,3-1 0,1 1 0,1-1 0,0 0 0,2 1 0,-1-1 0,0 1 0,0-1 0,-2 0-105,-3 1 1,1-1 0,0 0 0,0 0-1,0 1 1,0-1 0,1 0 0,0 0 0,0 0-1,0 1 1,0-1 0,0 0 0,0 0-1,1 1 1,0-1 97,-3 0 0,1 1 0,0-1 0,1 1 0,-1-1 0,1 0 0,0 1 0,0-1 0,0 1 0,0-1 0,0 1 0,-1-1 0,1 1 0,-1-1 0,0 0 0,-1 1 0,0-1-18,5 1 1,-1-1 0,1 0 0,0 1 0,0-1 0,0 0 0,-1 1-1,-1-1 1,0 1 0,-1-1 0,-2 0 0,-1 1 0,-1-1 0,-3 1 17,8 0 0,-3-1 0,-2 1 0,-2 0 0,0 0 0,-1 0 0,2 0 0,6 0 0,0 0 0,-15 0 0</inkml:trace>
  <inkml:trace contextRef="#ctx0" brushRef="#br3" timeOffset="-100231.73">22253 13068 6093,'0'-9'64,"0"1"-69,3 0 29,1-6-1568,0 2 1641,0-6 65,-1-7 1,-1-2-193,0-3-1486,0-2 0,-1 0 1489,0 3-1073,0-2 1079,-1 10 0,1-3-391,1-12 1,0-1 411,-1 10 0,0 1 0,1-6 0,1 0 0,-1 7 0,1 3 0,0 0 0,0 2 0,0 3 0,-2 9 424,0 2-413,0-2-10,1-2 1,-2 3 2266,3-7-2267,-3 9-2,2-4 198,-1 5 3079,-6 9-2629,3-4-300,-5 10-54,4-7-11,0 2-4,0 1-21,1-2-198,-2 8-33,3-8-180,1 5-12,0-5-4,3 0-55,6-12 278,-5 6-46,5-15 8,-10 9-91,-3-6-23,1 7-30,-3-2 10,-6 8-3148,7 0 3117,-7 2 32,9 2 179,0-1 89,1 6-23,2-4-20,2 3-3,6-2-233,-2-4 38,5-3 3367,-7-5-3270,0-3-61,-5 2-3222,-6-5 3079,2 8 88,-18 4 247,12 9 99,-8 2-128,9 2-274,6-1 150,3 1 0,0-1 0,3-4 1</inkml:trace>
  <inkml:trace contextRef="#ctx0" brushRef="#br2" timeOffset="-99366.73">22168 13514 5745,'-1'-9'59,"0"0"-40,1 4-18,1 0-1,0 1 0,1-2 90,0-3 0,0-1 0,1-7-90,-1 7 89,-1-9 1,-1 9-90,-1-2 90,-7 6 0,-1 10-90,-7 3-767,-9 14 767,-2 5 0,10-10 0,-1 3 0,-4 10 0,0 1-1569,5-5 0,2 1 1569,0-1 0,1 0 0,4 6 0,8-18-90,16 20 90,-6-17-2098,13 14 2008,-8-23 90,19 2-270,-3-5 270,-10-2 0,0-1 0,3-3 0,-5-8 0,-13 4 0,2-6 0,-23-4 0,4 7 0,-9-5 0,9 9 433,6 3-433,-1 0 2269,-8 3-2269,8 0 0,-5 2 0,9-1 0</inkml:trace>
  <inkml:trace contextRef="#ctx0" brushRef="#br2" timeOffset="-98899.73">22395 13713 5824,'1'-12'449,"-1"4"-449,-4 5 90,-2 9-90,-2 4 0,2 8 0,1 1 0,1-1 0,-1 17 0,7-22-90,9 11 90,4-8-1628,3 3 1628,-2-13 0,-7-5-2852,16-15 2852,-13 5 0,11-13 0,-20 4 0,-3-1-1793,-3-6 1793,1 5 0,-2 2 0,-7 1 613,-4 7-883,-12 3 2449,9 2-2348,-5 5 169,18 1 0,2 0 0,1-1 0</inkml:trace>
  <inkml:trace contextRef="#ctx0" brushRef="#br2" timeOffset="-97277.73">23096 13063 6094,'3'-7'269,"6"-10"-179,0 1-90,6-17-3277,-5 6 2172,-1-6 1127,-4 6 1,0-7-1,0-1 1,0 4-23,0-4 0,1-4 23,-3 12 0,0-7 1,1-3-1,0-4 0,0-1 1,-1 0-1,1 2 0,-1 4 1,-1 5-417,1-2 1,-1 5 0,0 0 0,0-4 420,1 0 1,-1-5 0,0-2-1,1 0 1,-1 0 0,0 4-1,0 4-179,-1-5 0,0 4 0,-1 1 214,1-1 0,0 1 0,-1-3-248,0 1 1,-1-3-1,0 1 1,0 2 184,0 6 0,1 1 0,-2 0 296,1-2 0,-2-1 1,0 2-318,-1 2 1,-1 3 43,0 1 5,-3-14-4,7 30 1514,-1 1-1569,0 1 2145,-1 5-1735,-1 6-67,1-1-150,0 5 3114,2-7-2537,0 0-338,0 0 33,0-1 184,-1 1-501,-1 2 73,-1 8-2,2-5 108,2 13-256,4-14-521,4 2 28,9-14 457,-8-2 436,5-7 196,-7-16-443,-5 11-1474,1-12 1369,-6 19 94,1 5 26,0 0-880,-3-1-232,0 12 874,1-4 365,1 9-178,7-4-752,7-5 796,-3 0 1195,8-14-303,-12 5-60,1-9-1458,-9 8-583,-1 1 125,-4 3 1096,3 4-61,-1 3 175,-2 10-489,4-6 251,-1 7-179,8-2 376,2-1 33,0 3-523,0-4 1,-2 1-1,0 0 1</inkml:trace>
  <inkml:trace contextRef="#ctx0" brushRef="#br2" timeOffset="-96382.73">23168 13415 5745,'-3'-10'25,"2"0"29,-2-3 36,2 5 179,-5-5-179,-1 10 0,-20 8-90,10 6 0,0 2-899,0-1 1,0 0 898,0 3 0,1 1 0,2 3 45,2 12 0,2 3-45,5 2-30,4-11 0,1 4 0,4-5 30,17 2 0,6-2 0,-7-16 0,7-16 0,-17 3 90,4-16-1595,-15 15 1505,-6-6 0,-1 10-90,-2 3-2718,-9 8 2651,8-4 133,-4 9 0,10-7 0,0 2 0</inkml:trace>
  <inkml:trace contextRef="#ctx0" brushRef="#br2" timeOffset="-96049.73">23379 13712 6004,'0'-7'359,"-2"-3"-179,3 5-90,-7 22-90,4-7 0,-5 22 45,4-9 0,0 0-225,0 11 135,0-9 0,1 0-45,2-2 90,6-5 0,1-15 0,6 2 0</inkml:trace>
  <inkml:trace contextRef="#ctx0" brushRef="#br2" timeOffset="-94582.73">24095 13100 6094,'-1'-9'179,"1"2"1,3-4-180,-1 5 0,0-7 0,0 6-663,-1-1 663,0-1 0,1-2-3277,3-25 2848,-2 12 429,1 3 0,-1-3 330,1-5 0,-1-3 1,0 4-331,0 6 0,-1 1-585,1-8 1,0-3-1,0 6 585,-2 3 0,0-9-855,-1-1 855,0 6 1883,-2 4-1883,-2 28 0,0-2 0,-1 8 0,3-4 0,2-3 0,-1 6 0,0-1 2158,0 7-2158,1-5 2126,4-8-2126,-2-2 0,3-11 0,-4 4 0,-4 18 0,2-9-90,-2 17 90,5-15 0,1-2 0,3-5 0,-1-2 0,0-4 0,-3 2 0,-1 2 0,0-1 0,-2-3 0,0 2 0,-4-2 0,0 7 0,-1 2-90,2 2 90,1 0-359,3-7 179,-5 8 28,4-4 152,-8 13 0,1 2 0,-2 5 0</inkml:trace>
  <inkml:trace contextRef="#ctx0" brushRef="#br2" timeOffset="-93932.73">23925 13432 5824,'2'-7'90,"1"2"269,-3-2-269,-3 2 0,-1 0-90,-3 4-3277,1 3 2393,0 0 1833,-18 16-949,9-6 0,1-1 0,0 3 0,-1 4 0,2 1 90,-2 13-135,4-12 0,1 0 45,7 11-90,18 0 3366,-5-11-3218,6-5 0,1-4-58,-1-8 0,9-1-45,-4-6 0,0-4 45,1-14 0,-4 12 0,-4-1 0,-20-13-3277,-11 17 3072,0 3 205,3 4-90,7 1 90,-8 3 0,7-2 0,-6 3 0</inkml:trace>
  <inkml:trace contextRef="#ctx0" brushRef="#br2" timeOffset="-93461.73">24091 13612 6004,'7'-8'179,"1"1"-918,-1 3 739,1 0 330,3-1-330,9 1 90,-5 1 33,3 1-123,-5 23 0,-9-9 0,2 18-673,-12-11 673,-1-1 0,-2 2 175,-3 2 0,-1 0-175,4-2 0,-1-1 0,-1-3 0,1-1 0,2-3 0,3-6 0,3 4 0,6-9-2693,27-10 2693,-12 2-403,5-2 0,3-1 313,2-1 0,1 0-903,-4 0 1,0 1 992,4-2 0,-2 1 0,3-4 0,-9 2 0,0-1 0</inkml:trace>
  <inkml:trace contextRef="#ctx0" brushRef="#br3" timeOffset="-90315.73">23349 1461 5915,'1'-6'89,"0"0"-29,-2 2-75,-4 3 96,-21 12-87,5 2 3,2-1 1,-1 1-1,-6 11-8,9-4 0,2 0-2563,-3 4 2574,0 8-90,17 4 90,1-20-1303,4 17 1303,1-24 0,8 5-2108,12-1 2108,-5-1 0,6-4 1429,-1-9-1429,-14-1 0,11-3 0,-19 2 0,-1-9 0,-5-3 0,-5-4 1164,-1 4-1164,-11-5 3276,8 13-3247,-4-3 0,10 10 0,5 2 0</inkml:trace>
  <inkml:trace contextRef="#ctx0" brushRef="#br2" timeOffset="-89830.73">23404 1646 5823,'4'-6'1,"2"-1"-1,8 2 0,-5 2 0,5-1 0,-3 1 0,-5 3 0,4-1 0</inkml:trace>
  <inkml:trace contextRef="#ctx0" brushRef="#br2" timeOffset="-89615.73">23419 1743 5734,'4'5'0,"10"-3"0,-6-2 0,8-2 0,-4-1 0,0-2 0,4-1 0,-5 0 0,-2-1 0,0-1 0,-1 0 0</inkml:trace>
  <inkml:trace contextRef="#ctx0" brushRef="#br2" timeOffset="-89365.73">23618 1505 5734,'6'0'3,"-1"13"-3280,-1 1 904,-2 8 2379,-2 0 92,-2 13-98,1-17 0,0 1-32,-1 8 0,0 0 0,-1 8 0,1-14 0,0-1 1</inkml:trace>
  <inkml:trace contextRef="#ctx0" brushRef="#br2" timeOffset="-88616.73">23541 2628 5824,'-19'15'90,"-3"3"-3367,-5 3 1664,2 0 1703,8-5-90,1 1 0,-4 10 0,-1 2 0,9-10 0,1 0-372,-2 6 1,0 3 0,2-3 371,3 12 356,16-8 1,6-2-357,5-14 0,1-4-357,0 6 1,0-3 356,15-9 343,-23-8-343,-12-7 0,0 4 2269,-24-11-2359,14 15 90,-13-4-141,18 8 51,-1-1 909,-3 2 0,5 0 0,-3 0 0</inkml:trace>
  <inkml:trace contextRef="#ctx0" brushRef="#br2" timeOffset="-88348.73">23596 2957 5759,'3'-8'155,"-1"0"-65,3 2 0,-1 3-90,2-3 89,19 1-178,-8 2-91,14-2 180,-13 3 0,-7 2 0,-1 1 0</inkml:trace>
  <inkml:trace contextRef="#ctx0" brushRef="#br2" timeOffset="-88130.73">23647 3002 5824,'1'6'90,"1"-3"-90,23-6-90,-6-2 90,10-1-71,-12 1 71,1-4 0,-4 1 0,5-5 0</inkml:trace>
  <inkml:trace contextRef="#ctx0" brushRef="#br2" timeOffset="-87713.73">23922 2714 5756,'7'-2'158,"2"-2"-68,0 2-90,0 0-501,2 1 501,-2 2 212,20 7-212,-8 2 45,-3 12 0,-5 5-45,-10-7 0,-7 1-817,-4 5 1,-5 5-1,-2 0 1,2-4 816,-3-2 0,0-1-23,0 2 1,-3 5-1,2-2 1,5-6 22,4-1 0,8 8 0,8-2-1008,10-17 0,3-3 1008,-2 4 0,2 0-217,4-5 1,-1-3 216,6 0 171,4-1 1,-1 1-172,-2 0 0,-1 1 0,-4 1 0,-15 1 0</inkml:trace>
  <inkml:trace contextRef="#ctx0" brushRef="#br2" timeOffset="-86983.73">23814 4250 5779,'-3'-7'45,"0"1"-45,-6 4 90,-7 6-780,2 0 690,-6 4 84,-2 11 0,0 3 6,2-2-1700,-4 4 1,3 0 1609,11-7 0,-1 14-1077,10-11 1,1-1 1076,-2 15 233,11 0-233,8-21 0,2-3 0,-2 0 0,4-1 0,1-4 0,-2-11 0,-3-6 0,-6 1 2269,-11-3-2269,-22 0 3276,10 7-3160,-19-2-3393,19 11 2982,0 2 295,5 2 0,4-3 0,-1 0 0</inkml:trace>
  <inkml:trace contextRef="#ctx0" brushRef="#br2" timeOffset="-86647.73">23894 4454 5824,'-1'-8'449,"4"-3"-449,-1 7 90,6-3-90,5 3 0,6 1-1024,-3 1 934,1 0 0,-8 2 90,12 1 0,-12-1 0,7 0 0</inkml:trace>
  <inkml:trace contextRef="#ctx0" brushRef="#br2" timeOffset="-86480.73">23961 4485 5824,'-4'7'90,"9"-2"-3367,15-7 893,-4 1 2384,9-5-64,-2-2 1,-7 1 0,9-5 0</inkml:trace>
  <inkml:trace contextRef="#ctx0" brushRef="#br2" timeOffset="-85999.73">24206 4348 5824,'1'-9'90,"2"-1"0,1 5-90,4-2 0,4 3 0,4 2 0,-2 0-2188,-2 2 2188,-6 1 0,10 9 0,-9-5 0,5 7-90,-15 6 90,-4 2-834,-1 3 834,-1-4 0,5-9 0,-2 23 0,5-16 980,6 11 1,4 1-981,0-12-749,3 2 0,-1-2 749,-4-5 0,2 12-2545,-10 5 2635,-3 0-90,-11 0 594,-2-10-639,-11 3 0,-1 0-1359,5-2 1404,-3 0 0,4-2 0,16-12 0,3-4 0,2 1 0</inkml:trace>
  <inkml:trace contextRef="#ctx0" brushRef="#br3" timeOffset="-83649.73">20532 10971 19761,'-7'4'3276,"6"1"-3229,15-6 545,-2 0-573,17-9 791,-4-5-757,5-4-3330,-6 2 3203,-7 2-747,-12 8 1247,-4-21-2055,-2 15-76,-5-14-766,-15 18 1317,2 8-417,-10 2 1223,7 9 783,4 5 2465,2 2-2352,4 12 1,3 4-150,5-14 0,1 0-30,-1 17 0,3 0-599,7-17 0,3-3-476,9 3 0,2-3-2571,4 3 2265,-5-11 1,-1-2 460,-5-6 1784,4-4-839,-4 0 0,7-5 1,-5 0-1</inkml:trace>
  <inkml:trace contextRef="#ctx0" brushRef="#br3" timeOffset="-82799.73">20838 10949 19565,'-7'-8'-2997,"2"1"628,5 12 1986,4 18-439,0-7 168,5 19 32,6-17 406,-1-5-1253,5-4 2337,-8-13 1467,8-11-4653,-1-15 3767,0 7 366,-6-5-391,-10 22-286,-1 2-341,4 22-1678,-2 11 707,2-2 0,1 9 0,1 2 0,-2-5-877,1 2 0,0-1 231,0-2 1,1 3 0,-1 0 0,0-8-1570,4 7 1717,-3-9 1,0 1-531,-2-7 0,-1-1 595,2 3 1,-1-3-504,-1 2 1011,-4-13 30,-13-7 1879,5-1-638,-12-11 0,-2-2-457,8 3-446,-2-2 0,2 0 2186,8 8-2121,1-5-705,11-8 965,5-3-880,12-5 0,3-1 671,-11 12 0,-1 0 385,10-7 0,0-5-572,-9 4 0,-1-4 0,-1 0 1,-1 4 266,0-3 1,0 0-222,0 1 1,1-4-1,0 0 1,-4 5 1236,-1-10-1551,-6 8-735,-6 5-810,-13 19 1416,6-1 210,-8 19 95,14 7 1,3 2 487,1-1-896,-1 2 0,5 1-237,11-8 1,1-3 145,3 3 471,-1-3 1,0-2-1156,-3-8 668,-1-2 86,17-2 1464,-15-3-823,12-2 1,-18-2 0,0-2-1</inkml:trace>
  <inkml:trace contextRef="#ctx0" brushRef="#br3" timeOffset="-78830.73">22929 11305 20372,'-1'7'-3277,"-1"0"633,1-2 1830,-2 13 203,0 10 46,-1 1 267,2 4-58,1-14-364,-2 14 0,0 2 464,0 0 151,0-2 1,0 7 0,0-6 7,-1 0 30,1-5 1,1-3 31,0-9-6,2-4-62,-1 6 8,1-7-67,3 8-208,1-15 19,3 3 42,1-5 1227,12-2 414,-6-1 230,9-1-1010,2 0 0,6-1 0,-4 1 296,-6 0 1,0 0-187,9 0 0,6-1 0,-6 1 1186,7 1-977,-18-1 0,0 1-569,8 0 1,2 1-271,8-1 1,0 1-13,1 0 0,-2 0-86,-2-1 1,-3 1-6,-10 0 0,-3-1-79,1 1 12,13 0 59,-16-1 26,13 1 133,-16-1 5,0 0 38,-2 1-123,-3-1 154,-1 0-83,-2 0-133,3 1 197,-3-1-118,-1-1 588,-1-1-513,-1-7-1113,-2 3-589,-1-9-2,0 0 18,0-1-93,0-2 72,-1-20 520,1 20 0,0-2 159,-1-10 0,1-2 756,0 4 0,-1-2 0,1 3 65,-1 3 1,1-1 90,-1 0 1,0-2-1,0 3-193,-3-13 25,1 3-24,0 8-81,3 16-154,-1 1 40,0 4-237,0-4 216,1 5 224,-2-1 105,0 2 699,-5-1 244,-10 2 1,-6 1-125,-7 0 1,-6 0-1,-1 1-162,6-1 0,-1 0 0,0 1 0,0-1 51,-1 1 0,0 0 1,1-1-1,1 1 166,-2 0 1,2-1 0,-3 1-324,6 1 0,-2 0 0,-1 0 0,1 1 0,1-1 72,-3 1 0,2 1 0,-1-1 0,0 1-144,-5-1 1,-2 0 0,1 0 0,4 0-222,4 1 0,2 0 1,7 0-14,3 3 0,10-4 0,-1 2 0</inkml:trace>
  <inkml:trace contextRef="#ctx0" brushRef="#br2" timeOffset="-72999.73">16277 5048 5734,'6'-6'0,"0"0"22,-4 3 15,0-1-6,-1-3 59,-1-1 0,-1-2-90,-14-1-3277,-14 11 3162,3-2 4,-6 12 111,15-1 0,0 2 0,-6 8 0,7-6 0,1 1 0,3 4 0,14 18 0,2-18 0,6 5 0,6 6 0,-1-3 0,-3-7 0,1-1 0,2 3 0,1 2 0,-2-4 0,8 10 111,-1-2-111,-9-7 0,0 1-1602,6 8 1602,-9-12 0,-2 0 0,-11 2 0,-3-2 0,-5 5 846,2-4 0,-1 0-846,-14-3 0,9-7 0,-4-1 0,0-1 0,4-2 1938,-20-3-1938,34-10 0,-2-1 0,15-6 0,0 4 0</inkml:trace>
  <inkml:trace contextRef="#ctx0" brushRef="#br2" timeOffset="-72099.73">16539 4851 5762,'-5'-3'62,"6"0"-62,5 0 0,23 0 0,1 1 30,-5 0 0,5 0 0,-3 1-75,-5 0 0,-1 0 39,17-1 0,-5 1 6,-15 3 0,-8 4 0,-15-1 0,-9 5 0</inkml:trace>
  <inkml:trace contextRef="#ctx0" brushRef="#br2" timeOffset="-71499.73">16504 4930 5734,'-5'-4'90,"3"14"-1365,2-3 1365,3 12 137,2 12 0,1 5-227,-2-11 0,-1 0 0,1 2-982,0 3 1,1 1 0,-1 1 1011,0 2 0,0 0 0,0 3-30,0-6 0,-1 3 0,0 0 0,0-1 0,1-2-705,-1 2 0,0-2 0,1 2 705,-1-3 0,0 4 0,1 0 0,-1-2 0,0-7-62,-1-3 0,1-2 62,1 12 0,0 2 0,1-3 0,1 0 0,-2-1 0,1-2 0,0-4 0,0-5 0,-2-4 0,4 6 0,-3-9 0,6 13 0,-7-18 523,13 8-523,-10-13 2358,10-1-2448,20-13 1,-16 5 0,-1 0 1,1-2 88,1-3 0,-1-1 0,6-8 0,-4 5 0,-1-1 0,1-6 0</inkml:trace>
  <inkml:trace contextRef="#ctx0" brushRef="#br2" timeOffset="-70765.73">16928 5345 5801,'-1'-8'23,"-1"-2"67,1 2-90,1-1 90,7-10-90,-3 11 0,6-6 90,-4 9-90,6-2 0,5 1 0,1 2 0,5 27 0,-15-9 0,-1 20 0,-12-10 0,-4 0 0,2-5 0,0 0 0,-3 9 0,0 0 0,-3 0 0,2-2 0,7-16-90,-3 6 90,18-28 0,1-5 0,8-10 0,-6 6 0,1-3 0,-2 2 0,7-9 0,-2 1 0,2-3 0,-1 7 0,-2 3 0,2-3 0,-2 4 0,-1 3 0,-7 11 0,-1 20 0,-5-3 0,0 13 0,-4 1 0,0 0 0,0-1 0,1 4 0,1 0 0,2-4-90,4 6 90,-2-10-90,1-2 90,3-9 0,-1-2 0,6 2 0</inkml:trace>
  <inkml:trace contextRef="#ctx0" brushRef="#br2" timeOffset="-70465.73">17506 5504 5824,'3'-7'270,"-1"2"-181,-1 0 1,-7 21-90,4-9 0,-7 17 90,4-13-180,-7 17 0,3-9-90,0 0 1,-1-1 179,-1 1 0,0-3 0,6-8 0</inkml:trace>
  <inkml:trace contextRef="#ctx0" brushRef="#br2" timeOffset="-69683.73">17681 5266 5824,'4'-9'0,"0"1"90,-2 4 90,1-5-1,-2 5-89,0-3-90,-2 15 0,1-4 0,-2 11 90,1-6-90,1 22 0,0-14 0,1 17 0,7-2 0,-3-14 0,7 13 0,-2-20-90,12-7 90,-8-4 0,8-5 0,3-20 0,-9 4 0,-3 2 0,0-1 0,-2-5-90,-2-3-1677,-3 13 1767,-2 0 0,2 25 0,-3 5 0,3 9 0,-3-1 0,-1 5 0,-1-3 0,-1 2 0,1-1 0,1 3 0,-1 2 0,-1 5 0,-1 4 0,0-8 0,0-8 0,-1 4 0,-2-2 1767,-2-12-1767,-5-1-1387,0-4 1387,0-6 0,3-3 0,-22-14 0,16 7 0,-2-3 0,1-2 0,7-3 0,8-13-1868,2 7 1868,10-4 457,9 2 0,2 2-547,-3 1-161,3-1 0,0 0 251,6 0 0,-10 8 0,-3 2 0,0 0 0</inkml:trace>
  <inkml:trace contextRef="#ctx0" brushRef="#br2" timeOffset="-69366.73">18347 5348 5824,'3'-7'359,"-1"1"-3636,-12 30 984,3-10 2710,-1 3 1,-2 4-418,-9 8 0,-1 1-584,6-11 0,0 0 584,-2 3 0,-1 2 0,1-3-90,3-5 0,1-2 90,-10 13 0,13-15 0,2-2 0</inkml:trace>
  <inkml:trace contextRef="#ctx0" brushRef="#br2" timeOffset="-68749.73">18871 5147 5823,'2'-8'1,"-1"2"89,0 2 0,0 0 89,-1-1-179,-3 2 90,-3 2-90,-2 4 45,-11 8 0,-3 3-45,2-1-1512,-3 2 0,2 0 1512,4 0 0,1 1 0,-6 7 0,9-3 0,-1 1 0,4-6 0,0 2-45,0 16 0,4-2-45,5-8 90,3-3 0,5-1-90,10-5 90,10 0 39,-3-4-129,2-5 90,-11-4 0,7-3 0,1 0 0,-3-1-45,3-1 0,-1-2 45,-11-7 0,-3-6-317,-4 1 317,-10-6 1454,-8 5 0,-3 1-1454,0-3 0,0 3 0,0 2 0,-3 4-89,4 5-1,-4-1 0,9 6 90,1 2 0,6 0 0,-2 0 0</inkml:trace>
  <inkml:trace contextRef="#ctx0" brushRef="#br2" timeOffset="-67998.73">19131 4787 5801,'-2'-7'113,"0"-2"-113,1 5 0,0-3 0,3 4 90,4-2-1729,11-1 1,3 0 1523,2 0-54,-2 0 1,4 0 213,1 1 0,0 1-2202,7-2 2157,-7 1 0,-1 1 0,-5 1-208,-8 2 208,-2-1 1963,9 7-1963,-11 17 0,-2 8-906,3-5 0,-1 2 936,-4-2 0,-1 3 0,-1-1-30,0 3 0,0 0 0,-1 4 0,0 4-49,0-11 1,0 5 0,1 1 0,-1 0 0,1-3 48,-1 3 0,0-2 0,1 4 0,1-3 0,0 5 0,1 3 0,0 1 0,0-2 0,-1-4 0,1-6 0,0 6 0,1-2 0,1 3 0,0 5 0,1-1 0,-2-8 0,3 3 546,-1-3-456,-3-11 2235,-11-21-2325,2-2 0,-8-6 90,7 4-90,-2 0 683,-7 0-683,-13 0 90,-7 1 995,17 2 0,-3 0-1115,-11 4 0,-6 0 0,3 1-105,5-2 1,-1 1 236,-1 0 0,-5 1 0,0-1 1,7-1-103,6 0 0,2-1 0,-11 1 0,3-2 0,5-1 0</inkml:trace>
  <inkml:trace contextRef="#ctx0" brushRef="#br2" timeOffset="-54631.73">20428 8802 5734,'5'5'0,"-1"0"0,-4-1 0,0 12 0,-1-6 0,0 18 16,0-2 1,-1 5-3,0 0 0,0 3 0,-1 0-215,1 1 1,-1 1 0,0 3 200,0-7 0,-1 4 0,0 2 0,0 0 0,0-2 0,0-5-1029,0 2 0,1-4 0,-1 3 1029,1-4 0,-1 3 0,0 1 0,0-2 0,1-2 0,-1 2 0,0-3 0,1-2-1061,1 0 1,0 0 1075,-1 1 0,0 2 0,0-3-15,2 8 0,1-13 0,-1-1 208,2 0-208,1 12 0,1-23 0,2 3 0,-1-7 0,9-3 0,-5-1 1179,12-2 1,5-2-1180,8-2 0,-7 1 0,0 0 556,-6 1 0,-1 0-556,7-1 0,4 0 0,-2 1 0,3-1 0,0 1-879,-5 0 0,0 0 0,1 0 879,6-1 0,1 1 0,-3 0-142,-3 1 0,2 1 142,-5 0 0,6 1 0,3-1 0,2 1 0,1 0 0,-3-1 0,-3 1 0,6 0 0,-3 0 0,1 0 0,4-1-81,-10 1 1,3 1 0,1-1-1,3 0 1,1 0 0,0 0-1,-1 0 1,-1 0 0,-1 0 0,-2-1 80,6 1 0,-2-1 0,-1 1 0,-1-1 0,0 1 0,0-1 0,0 1 0,0-1 0,-1 1 0,1-1 0,0 1 0,0-1 9,3-1 0,1 1 0,1-2 0,-1 1 0,-3 1 0,-6-1-27,0 0 0,-5 1 0,2 0 18,10-2 0,1 1 0,-7 0 0,-1 0 417,-8 1-417,3-1-362,-12 2 362,-7 0-55,8 1 55,-7-1 948,12 1-948,-13-1 1213,6 1-1213,-6 0 900,-2 1-1597,1 1 1516,-11-4 0,-2 0 0,-11-3 0</inkml:trace>
  <inkml:trace contextRef="#ctx0" brushRef="#br2" timeOffset="-51999.73">19463 9468 5801,'-3'-5'-6,"0"5"6,-3 2 3,-1 6-3,2-2 3,-1 4-6,2-2 6,-2 9 0,1 7-3,1 0-3277,7 7 3156,1-19 121,9 1 0,-7-12 0,3-1 0,-3-2-8,7-8 8,-7 3-3,3-17 0,-9 15 3279,-3-8-3160,0 11-119,-1 0 6,-7-5-3,3 3-5,-6-5 2,9 8 0,-1 0 0,9-3 3,-1 3-3,5-4 3,-1 5 0,0-1 3,7-4-3,5-4 0,-2 1-3277,0 1 3171,-10 6 114,-2 2-154,1-1 146,-2 2 2,5-2-2,-4 3 3,7 2 0,-6 1 3273,9 5-3237,-9-4 198,11 8-237,-9-7 0,5 3-2,-7-4 4,7 0-2,-6-3 3,11-5 0,-10 2-6,4-4 6,-5 1-3,1-5 3,-1 2-3,1-2 0,-4 3 0,-1 3 0,1-4 3,-2-1-6,-1 1 8,1-2-10,-2 4 10,0 3-4,0-1-1,0 1 0,-1-1 0,1-1 0,-2 1-1,1-1 1,0 3 1,-1-2-1,1 1 0,-2-1 0,1 2 0,0 1 0,0 0 0,15-4 0,-7 2 0,12-2 0,-5-8 0,-6 6 0,4-8 0,-7 5-3277,-4-12 3145,0 6 129,-2-8 0,-1 14-14,-4-15 9,4 14-1,-3-9 7,15 51-1134,-3-10 0,1 2 1136,0 4 0,1-1 0,-1-1 0,1-1 1136,0-1 0,1-2-1150,2 3-227,-2-5 0,-1-2 241,3-4 0,-5-7 0,1-2 0,-1-4 0,1 0 0</inkml:trace>
  <inkml:trace contextRef="#ctx0" brushRef="#br2" timeOffset="-51783.73">19743 9209 5734,'6'-6'0,"6"-2"0,-5 5 0,12-7 0,13-7 0,-13 7 0,13-6 0,-25 15 0,0 1 0</inkml:trace>
  <inkml:trace contextRef="#ctx0" brushRef="#br2" timeOffset="-51396.73">19677 9828 5734,'6'-8'90,"-1"1"0,-2 3 0,4 6-90,-3 0 0,6 15 0,-1 4 90,2 9-1217,-3-8 1,0 1 1126,0 4 0,-2-4-702,3 8 612,-2-6 90,0 1 0,-5-18 0,0-4 0</inkml:trace>
  <inkml:trace contextRef="#ctx0" brushRef="#br2" timeOffset="-51067.73">19671 9866 5776,'-6'-11'48,"17"-12"-2926,-3 15 2878,13-9 879,-4 8-834,1 2 0,1 0-2425,7 0 2380,8-2 0,-24 9 89,-1 6-89,-20 15 0,3-4 0,-16 8 1078,7-13-1078,2-2 0,16-12 0,2-4 0</inkml:trace>
  <inkml:trace contextRef="#ctx0" brushRef="#br2" timeOffset="-50782.73">19939 9637 5751,'-4'-7'73,"-3"-4"107,2 4-180,-3 10 0,4 17 45,2 6 0,0 2-1015,1-8 1,1 0 969,-1 4 0,1 1 0,4 2 0,1-2-90,0-4-3,3 4 0,2-6 93,1-19 0,3-3 0,-4-9 0</inkml:trace>
  <inkml:trace contextRef="#ctx0" brushRef="#br2" timeOffset="-50599.73">19916 9696 5765,'5'-7'59,"23"-11"-528,-8 8 1,2-1 0,-1 0 0,0 1 0,1-1 0,-1 1 0</inkml:trace>
  <inkml:trace contextRef="#ctx0" brushRef="#br2" timeOffset="-49300.73">20677 9882 5742,'6'-2'59,"-1"-1"-36,-2 2-23,0-2 0,-1 1 0,1-1 0,0-4 90,1-11-90,0 5 0,-1-10 0,-2-1 0,0-2-1639,0 5 1,0-1 1580,0-10 1,0 0 57,0 11 0,-1 1 0,1 1 0,-1-1 0,-1-4 0,0-1-658,1-11 658,-2-1 0,0 15 0,0 12 3066,-1 5-3156,2 8 90,-1 17 0,1-12 0,0 4 984,0-1-984,1-4 0,-1 4-45,2-3 42,3-7-3,-2-1 3,2-6 3,-4-4 3,0 3-6,-1-3-2,0 5 2,-2 6 11,4-9 1,-6 4-9,5-5-9,-7 6 9,4 10 0,0 1 0,4 5 0,0-2 0</inkml:trace>
  <inkml:trace contextRef="#ctx0" brushRef="#br2" timeOffset="-47700.73">21056 9850 5776,'1'-7'36,"1"1"-25,-1 2-10,4-17-1,-3 11 0,2-15 0,-4-5 0,-1-4 0,1 13 0,-1-1 0,-1-9 0,0-6 0,1 22 0,-2-14 0,0 13 0,1 4 0,0-1 0,-1 4 0,1 3 0,0-1 0,-1-1 0,1 4 0,-1-2 0,1 3 0,-3-7 0,0-7 0,0 2 0,1-2 0,2 6 0,1 1 0,1 0 0,-2-1 0,1 6 0,-3 3 0,1 3 0,-2 11 0,4-4 0,-1 4 0,2-6-17,0 0 0,2-2 6,3-5 8,-2-2-11,0-8 14,-4 7 0,1-4 0,2 15 0,2 1 0</inkml:trace>
  <inkml:trace contextRef="#ctx0" brushRef="#br2" timeOffset="-46099.73">21378 9813 5781,'4'-11'43,"-1"-2"-43,-2 1 0,-1 0 0,0-3 0,-1-9 0,0-4 0,-1-4 0,0-1 0,1 0 0,-1 1 0,0 4 0,1 4 0,0 8 0,0 0 0,-1 7 0,2-1 0,-2 6 0,1 0 0,-2 1 0,0-1 0,-3 6 0,2-1 0,-1 9 0,4-2 0,0 2 0,1-3 0,2 2 0,1-4 0,2-1 0,0-5 0,-1-7 0,-3 2 0,-2-4 0,0 5 0,-3 0 0,-1 4 0,1 2 0,5 2 0,4-4 0,1-4 0,-4-3 0,-6 5 0,-2 2-40,-1 6 40,3 1 0,1 0 0,-2 2 0,1 0 0</inkml:trace>
  <inkml:trace contextRef="#ctx0" brushRef="#br2" timeOffset="-44267.73">21615 9817 5914,'-2'-9'0,"0"1"0,2-3 0,0 3 0,1-4 0,0 5 0,0-2 0,3-14 0,-2 7 0,2-9 0,0-7 0,-2 12 0,2-12-325,-3 19 325,0 2-3277,0-3 3270,0 4 7,0-7 0,-1 12 0,0-5 0,-2 5 217,0 8-217,0-2 3276,0 7-3160,0-2-116,1 1 0,0 0 0,0 2 0,1-4 0,0 1 0,2-3 0,1-1 0,1-3 0,-2-3 0,0-2 0,-3-1 0,-1 2 0,4 3 0,0-1 0,4 0 0,-3-1 0,1 0 0,-5-1 0,0 1-90,-6 5 90,1 2 0,-2 4-120,2 0 1,-2 0-1,-2 2 1</inkml:trace>
  <inkml:trace contextRef="#ctx0" brushRef="#br2" timeOffset="-28199.73">22099 2900 5759,'-5'4'65,"2"-1"-65,6 2 0,0-1 0,0-2 90,5 4-307,-3-2 217,4 2 90,12 6-90,-11-6 0,15 9 0,-7-3 0,3 1 0,2 0 0,-6-4-180,5 0 135,-12-6 45,6 1 0,-17-11 0,-3-2 0</inkml:trace>
  <inkml:trace contextRef="#ctx0" brushRef="#br2" timeOffset="-27882.73">22195 2854 5734,'-1'-7'90,"1"-1"0,0 22-90,-1-9 0,-1 19-546,-1-11 546,-7 14 0,-4 7-53,6-15 1,0 0 186,-7 11-134,5-9 0,2-6 0,-1 2 0</inkml:trace>
  <inkml:trace contextRef="#ctx0" brushRef="#br2" timeOffset="-26600.73">22076 1329 5745,'6'0'59,"4"5"-39,-3 4-20,6 7 0,-4-5-663,2 2 663,-5-5 0,17 13 0,-11-9 162,11 8-162,-11-11-3226,-4-2 3226,2 0 0,-4-3 0,-1-1-1,2 2 84,-1-1 1,-2-2 0,-1 0 0</inkml:trace>
  <inkml:trace contextRef="#ctx0" brushRef="#br2" timeOffset="-26383.73">22195 1311 5734,'-3'-6'0,"0"0"0,-1 7 3,0 1 5,-1 6 6,-1 6-3,-1 6 0,0 1-8,-4 8-1642,3-5 1,-1-1-768,-1 1 2406,-1-3 0,-1 0-15,1-2 1,1-1-1,-4 5 1,-1 1-1,5-7 1,-1 0 0</inkml:trace>
  <inkml:trace contextRef="#ctx0" brushRef="#br2" timeOffset="-24631.73">22530 2578 5793,'10'3'31,"-1"5"-31,-5 4 0,0-1 0,0-2 0,-1-6 0,1-2 0,10-9 0,-5 2 0,6-8 0,1-1 0,0-2 0,-2 2 0,0 0-899,4-3 899,-2 1 0,2-1-1559,0 2 1,0 0 1531,0-2 1,-1 2 26,10-7 0,-17 15 0,-1 1 0,1-1 0,1-1 0</inkml:trace>
  <inkml:trace contextRef="#ctx0" brushRef="#br2" timeOffset="-18699.73">24056 1013 5759,'7'4'53,"3"0"-41,5-4-12,-4 0 0,5 0 0,11 0-3277,-12-1 2302,14 0 975,-9 0 860,9 0-770,3-1-90,-6 1 0,-10 0 0,-4 1 0,-4-1 0,7 0 3276,-6 1-3160,1-1-116,1 0 0,-3 0 0,-1 0 0,2 0 0,-2 0 0,1-1 0,-2 1 90,0 0-90,1 0 90,-1 0-90,0 1 0,-3 2 0,-3 10 0,-2 4 0,-3 3 0,1 2 0,0 5 0,1-7 0,0 6 0,1-16 0,1 8 89,-2 3-89,2-2 0,-1 0 0,1-13 0,1 5 0,0-5 0,-1 5 0,2-6 0,-2 0 0,1 0 0,-1 2 0,0-1 0,-1 1 0,3-2 0,-1 0 0,2 0 0,0-2 180,0 1-180,-7-3 0,-2 0 90,-17-3-90,6 1 0,-6 1 0,10 0 0,2 0 0,-7-1 0,-1 0 0,0 0 0,5 0 0,9 2 0,-6-2 0,1 0 0,-1 0 0,4 1 0,-2-1 0,2 2 0,-3-2 0,3 2 0,1 0 0,1-1 0,-2 2 0,2-2 0,-5 2 0,2-1 0,-1-1 0,2 1 0,-2 0 0,1 0 0,-1 1 0,2-1 0,3 1 0,-1-1 0,1 0 270,0 0-270,3-3 0,0 0 90,4-14-90,1 3 0,0-6 0,0 1 0,4-16-3277,0 6 3162,0-5 115,-2 18 0,-3 8 0,0-1 0,-1 2 0,3-7-180,-3 6-359,2-7 539,-3 9 819,-3 0 0,-6 5 0,-3 1 0</inkml:trace>
  <inkml:trace contextRef="#ctx0" brushRef="#br2" timeOffset="-15663.73">24179 1924 5734,'-7'1'180,"-1"-1"-180,4 0 0,-1-1 90,-2 0-90,3 1 0,-3 2 0,0 0 0,-2 1 0,1-1 0,-1 1 0,6-2 0,-2 1 0,2 0 0,0 0 0,0 1 0,1 0 0,-1 0 0,1 0-90,0 0 90,1 0 0,0-1 0,1 0 0</inkml:trace>
  <inkml:trace contextRef="#ctx0" brushRef="#br2" timeOffset="-14315.73">24157 1915 5824,'-7'4'90,"-3"1"-90,4-1 0,-13 10 0,11-7 0,-6 6 0,0 2 0,3 0 0,-6 7 0,0 6-3277,8-8 3162,-5 6 205,7-10-90,1-1 0,2 11 0,1-8 0,8 2 0,2-2 0,1-8 0,9 10 0,-9-16 0,11 2 0,7-1 0,-4 0 0,1-2 0,-4-2 0,-11-1 0,8-7 0,-17-6 0,1 0 0,-5-3 90,-16-12-90,7 12 44,-2-2 1,-3 0-45,-5 2 0,1 1 2948,-3 5-2948,16 7 0,-2 1 0,8 1 0</inkml:trace>
  <inkml:trace contextRef="#ctx0" brushRef="#br2" timeOffset="-13067.73">24089 1953 5739,'-6'-6'85,"0"0"5,10 29-90,-5-3 0,1 1 0,2 1 0,-1 1 0,-1 1 0,-2 1 45,0 2 0,0-1-1684,0-7 1,1 0 1580,0 6 1,-1-2 57,1 1 0,1-14 0,1 9-90,-1-10 90,1 7 0,-3-19 0,-2-1 0,-2-8 0</inkml:trace>
  <inkml:trace contextRef="#ctx0" brushRef="#br2" timeOffset="-12430.73">24051 2023 5737,'-1'-10'87,"1"-2"-87,0 3 90,2 2-90,1 0 0,-1 4 90,3-1-90,-2 1 90,21-6-90,-10 3 0,19-1 0,1 0 0,-9 4-901,2 0 0,-1 1 901,-13 3 0,9 7-483,-9 9 483,-3 4 0,-25 9 0,-8-1 0,2-3 0,-5 0 0,1-2 0,9-10 0,1 1 1783,6-4-1783,18 5 0,-2-11 295,8 7 1,2 0-296,-6-4 0,4 7 0,0 2 0,-8 0 0,3 9 0,-11-10 0,-14-1 0,-4 0 0,-2-2 0,1 1 0,-4 0 45,-3-5 0,2-2-135,-1-1 0,1 0 1,4-2-1,13-7 90,7-6 0,7-3 0,4-4 0</inkml:trace>
  <inkml:trace contextRef="#ctx0" brushRef="#br2" timeOffset="-12050.73">24436 1977 5824,'3'-16'90,"-2"5"179,2 2-179,-2 18-3367,0 0 2303,-2 12 974,0 4 949,0-9-949,-1 11 0,1 2 0,1-3-150,-1-2 0,1 6 1,0-6-17,1-2-135,0-1 1,0-2 300,0-10 0,3 3 0,0 0 0</inkml:trace>
  <inkml:trace contextRef="#ctx0" brushRef="#br2" timeOffset="-11150.73">24556 2198 5914,'-1'-8'269,"-1"2"-179,-5 6 0,-9 10 0,6-3-90,-3 7 0,1 1 0,6-5-90,-6 13 90,12-17-90,4 4-89,7-6 89,16-8 90,-9 0 0,5-7 0,-17 5 0,2-2-3277,-2-2 3162,0 1 115,-3-1 90,-2 2-90,1 0 0,0-1 0,1 3 0,11-9 0,4-3 0,7-7 3276,-3 1-3218,-4-4 0,-1 1-3335,-3 2 3219,-1 0 1,-1 0 146,-7 0-422,-1 7 423,0-6-90,-2 29 0,-2 1 0,-2 14 0,-2 9 0,-1-3 0,0 3-1079,-2 7 0,1-3 1079,1-16 0,1-2 2158,-2 3-2158,-2 7-772,2-8 772,-1 3 0,5-14 90,0 0 2754,9-21-2844,10-6-1312,1-5 1312,3 3 1401,10 11-1401,-17 8 0,17 3-90,-23 15 90,-2 3-1283,-4 2 1283,-5-1 0,-2-5 1333,-2 0-1288,-7 5 0,-6 1 0,2-7 0,-1-1-90,-1 6 0,0-2 45,-9-6 0,22-24 0,5 2 0,0-13 0</inkml:trace>
  <inkml:trace contextRef="#ctx0" brushRef="#br2" timeOffset="-9866.73">24995 2009 5824,'2'-7'270,"3"3"-270,-2 4 89,5 12 1,-5-3-90,2 8 90,-2 11-90,0 8 0,-2-16 0,1 2 45,-1 8 0,1-2-135,-1-5 90,1 9-359,0-20 359,0-6 0,1-3 0,0-7 0</inkml:trace>
  <inkml:trace contextRef="#ctx0" brushRef="#br2" timeOffset="-9530.73">24992 2040 5824,'-3'-7'90,"-1"-4"0,3 6 0,0-6-1,4 6-89,0 0 0,4 3 90,-2 1-3367,29 7 2393,-17-2 884,2 1 0,1 1 78,6 17-78,-10-4 0,-8 12 0,-4 3 0,-7-3 0,-7 1 0,-5 0 0,0-13 0,-2-2-45,-5 6 0,0-2-45,3-3 0,1-2 90,-2-1 0,3-2 0,4-6 0,1-1 0</inkml:trace>
  <inkml:trace contextRef="#ctx0" brushRef="#br2" timeOffset="-2650.73">24583 2535 5734,'5'-6'0,"-1"1"11,0 4 68,1 1 101,0 1-180,-6 2 0,0-1 90,-17 7-90,11-4 0,-12 5 0,2 2 0,5-3 0,-9 9 0,5-2 0,1 0 0,-3 4 0,-1 5 0,2 1 0,6 0 0,5-7 0,1 0 0,1 4-90,12 13-1183,-4-20 1273,8 14-394,12-2 394,-13-17 0,15 13 0,0-19-90,-14-4 180,13-7-90,-22 0 0,-2-7 0,-17-6 0,-11 1-2047,4-3 2047,-3 7 0,20 11 232,0-1-232,-1 1-105,-1-2 105,1 1 0,1-1 0,4 3 0,2 0 0</inkml:trace>
  <inkml:trace contextRef="#ctx0" brushRef="#br2" timeOffset="-2266.73">24662 2766 5823,'27'-3'-25,"-5"0"-8,4-1-1528,-11 1 1561,-8 2 123,1 0 0,-4 0 0,-1 0 0</inkml:trace>
  <inkml:trace contextRef="#ctx0" brushRef="#br2" timeOffset="-2016.73">24684 2831 5751,'0'8'163,"18"-7"-208,1-5 0,1-4 45,-2 3 0,0-2-1356,3-1 1,-3-1 1355,-7-1 0,-1 2 0,-2-2 0</inkml:trace>
  <inkml:trace contextRef="#ctx0" brushRef="#br2" timeOffset="-1400.73">24948 2629 5734,'2'-6'90,"0"0"0,0 3 0,6-4-90,14-1 90,-6 1-90,9 1 0,-15 5 0,8 0 0,5 3 0,-2 3 0,-8 20 0,-12-11 0,-8 13 0,-4-4 0,4-3-747,-3 3 747,8-7 0,3-9-90,7 13 90,-3-9 0,5 8 0,2 0-3145,-4-6 3145,3 7 0,-6-9 500,-2 1-500,-9 15 0,0-6 0,-2-3 0,-3 0-90,-14 8 90,4-4-982,2-5 982,13-10 0,4-5 0,2-1 0</inkml:trace>
  <inkml:trace contextRef="#ctx0" brushRef="#br2" timeOffset="-1150.73">25245 2890 6004,'-6'-6'-90,"-1"2"90,-3 3 0,-1 2 0,-5 2 0</inkml:trace>
  <inkml:trace contextRef="#ctx0" brushRef="#br2" timeOffset="6317.27">19422 12248 5824,'6'-6'180,"-1"1"-90,-1 3-90,1 0 89,2-1-89,4-1 0,-2 0-242,2 2 242,-5 1 90,20 7-90,-16 9 0,-2 3-1639,2 0 1,-1 1 1620,-5 5 1,-5 0-594,-5-4 1,-3-1 610,-2 0 0,-3 1 35,-3 4 1,-2 1 0,1-2-36,2-1 0,0 0 0,-3 2 0,-2 2 0,5-6 0,9-7 0,-3 7 0,16-14 0,18-5 1166,-7-1-1166,11-3 707,-4-2 1,-1-1-754,3-1-295,-3 1 1,-1 1 204,-6-1 182,-9 3-34,2 0 0,-6 2 1,0-1-1</inkml:trace>
  <inkml:trace contextRef="#ctx0" brushRef="#br2" timeOffset="6650.27">19791 12552 5824,'4'-6'90,"-1"0"90,0 2 179,0 1-269,-7 6-90,-5 9 45,-6 6 0,-5 7 0,-1 2 0,2-4-45,0 0 0,0 1-820,0 1 1,-3 3 0,0 0 0,5-6 287,2-3 0,3-3 262,0 0 0,0 2 225,-3 3 0,-1 2-831,-4 8 0,2-1 876,4-10 0,2 0 0,-3 4 0,4-4 0,8-12 0,1-2 0,0-1 0,2-1 0</inkml:trace>
  <inkml:trace contextRef="#ctx0" brushRef="#br2" timeOffset="7234.27">19640 12947 6004,'-1'-6'359,"6"-1"-359,14-1 90,-2 2-2501,3 0 2411,-8 4-2822,18 0 2822,-14 1 981,17 3-981,-20 9-1983,-6 2 2073,-2 4-90,-11-2-170,-4-2 170,-1 2 0,-4 5 0,0 0 0,2 0 0,0 8 0,6 0 0,14-6 1463,5 13-1508,3-20 0,2-1-489,1 4 1,0 0 533,-2-6 0,-4 4 1093,-7 20 0,-10 2-1093,-7-19 0,-5 0 30,1 3 0,-2 4 0,0-4-30,-5-2 0,0-2-45,1-1 0,1-2-135,-4 3 310,3-12 0,18-12 1,1-11-1</inkml:trace>
  <inkml:trace contextRef="#ctx0" brushRef="#br2" timeOffset="7968.27">19501 12076 5824,'-4'-12'0,"-1"1"0,0 1 0,0 1 90,-3-4 90,-10-5-180,0 4 89,-10 11 1,-1 4 0,1 7-1042,2 1 1,-1 6 1019,9 4 0,2 6 0,1 2 3,3 1 1,1 3-1,1 2 1,-1-2-656,-1-1 0,-1-1 0,2 1 1,0 0 592,3 4 0,0 0 0,2 1 1,2 3 26,3-7 1,1 3-1,2 1 1,0 1-1,0-1 1,0-2-1,0-3-130,-1 3 0,1-4 0,-1 0 0,1 4 108,0-3 0,0 3 0,0 1 0,0 2 1,1 0-1,1 0 0,0-1-117,1-2 0,1 1 1,0 0-1,1-1 1,0 0-1,1-1 1,-1-2 79,4 5 0,0-1 0,0-2 0,0 1 0,1 2-160,-3-4 0,-1 2 0,1 1 0,0 0 1,0-1-1,1-2 0,1-2 195,5 6 0,1-2 0,2-2 0,1-3-22,1-4 1,2-1 0,1-3 0,2-2-10,2-3 0,2-4 0,1 0 0,-2 0-21,-2 1 1,0 2 0,-1-3 0,0-4 153,6-6 1,0-6 0,-4-4-115,-5-4 0,-2-5 0,-2 1-320,2-2 1,0-2 319,-1 0 0,2-2 0,-4 0 558,-1-1 0,-1-5-558,-5 4 0,2-6 0,0-4 0,-1-1 0,0 2 0,-1 4 510,0-5 1,-1 2 0,1-3-511,-1 5 0,2-2 0,0-2 0,-1-2 0,-2 0 0,-3-1-120,-3 3 1,-2-3 0,-3 0 0,0 0 0,-2 0 0,0 1-1,0 3 120,-1-2 0,-1 3 0,-1 1 0,0-1 0,0-3 0,2 4 0,0-1 0,0-3 0,-1 0 0,0 0 0,0 2 0,-2 2 0,0 4 0,-6-6 0,-1 3 0,-1 3 0,-3 1-70,-2-2 0,-3 2 0,-1 1 0,-5 0 70,3 5 0,-5 1 0,-1 0 0,-1 1 0,1 0 0,1 0-267,3 0 1,1 0 0,1 1 0,-1 1-1,-2 0 267,1 2 0,-2-1 0,-1 2 0,0 1 0,-1 1 0,2 4-41,-4 3 1,-1 4 0,1 1 0,2 2 0,3 0 40,1 1 0,3 1 0,-2 1 0,-6-1 0,-5 0 0,3 1 0,9 4 0,4 20 32,13-7 146,3 0 0,5 5 0,1 0 1</inkml:trace>
  <inkml:trace contextRef="#ctx0" brushRef="#br3" timeOffset="9168.27">16392 12196 7376,'7'-5'684,"1"0"-414,-4 3-220,2 0 342,2 6-638,-1 5-100,2 0-415,-3 2 658,-3-3-32,9 16-25,-4-10-17,12 13-317,-1-22 585,-1-3-3022,6-10 3436,-5-4-332,1-5 1,5-8-1,2-2 1,-4 4 99,1-1 1,-1 0-536,-4 5 1,2-3 0,1-2 0,0 0 0,-3 1 400,1-1 0,-2-1 1,-1 0-1,0 1 42,3-4 0,-1 2 0,1-2-492,-4 5 1,1-1 0,0 0 0,-2 3 404,5-8 1,-4 5 1547,-4 6-1748,-3-9 81,-5 15 1,-7-7-1,-5 15 1</inkml:trace>
  <inkml:trace contextRef="#ctx0" brushRef="#br2" timeOffset="13832.27">15620 11604 5734,'1'-6'90,"-1"1"180,-2 2-270,-1 11 0,1 4 0,0 15 44,2-1 1,0 3-45,2-2 0,1 2 0,0-1 0,-1 7 0,2-1 0,0-7 0,0-1 0,1-4-89,4 4 89,8-2 0,-8-12 0,10-6 0,-8-11 0</inkml:trace>
  <inkml:trace contextRef="#ctx0" brushRef="#br2" timeOffset="14320.27">15965 11590 5824,'-5'-9'90,"0"1"0,-5 10-90,3 0-930,-5 5 930,5 1 209,-2 11 0,0 4-209,1-1-80,0 0 0,1 3 80,7-6 0,3 1 0,2-2 0,1 1 0,1 4 0,1-1 0,10 7 44,1-18 1,1-4 456,-1-2-501,-1 0 0,1-4 0,2-10 0,-3-4 0,3-6 0,-1 1 0,-4-1 0,-13-15 90,-14 12 0,-6-2 0,0 3 130,4 1 1,-3 2-154,-12-1 1,-8 0-1,-1 1 1,5 6-68,9 6 0,-1 4-1093,-11-2 1,-6 1 0,9 4 1067,5 11-1858,-5 7 1883,15-3-315,10 3 1,4 2 314,11 3 0,2 1 0,-2-2 0,2 0 0,9-1 0,1-1 0</inkml:trace>
  <inkml:trace contextRef="#ctx0" brushRef="#br2" timeOffset="14569.27">16489 11557 6094,'-4'-8'539,"-13"-4"-449,9 7 0,-10-3 90,6 5-900,4 6 226,-2-2 494,7 6 0,2-2 0,0 0 0</inkml:trace>
  <inkml:trace contextRef="#ctx0" brushRef="#br2" timeOffset="22883.27">15913 13675 5734,'-2'-7'0,"0"2"0,0 0 39,-3-2 11,1 1-49,-1 0-1,0 1 0,3 8 90,1 7-90,4 11 0,2 5-1639,1 2 1,0 1 1580,1 2 1,-1 1-1078,1-4 1,-1-3 1134,2 9-16,-2-7 0,2 5 0,-1-3 16,-2-8 0,1 0-69,0 5 1,1 3 0,-1-5 68,4 6 0,-1-9 0,1 2 1957,-4-12-1957,-3-9 0,1 0 0,0-2 0</inkml:trace>
  <inkml:trace contextRef="#ctx0" brushRef="#br2" timeOffset="23435.27">16201 13707 5734,'-3'-8'0,"1"2"0,-1-1 5,2 3 26,0-1-8,-1 23-15,0-4 0,-1 20-2,-1-10 2,0 7-1989,2-12 1981,0 2 0,12-6 0,6-11 0,15 2 0,-11-9 0,0-1-1028,8-1 1028,1 0 1734,5 17-1734,-14 20 0,-4-20 0,-2 2 0,-9 7 0,-6 1 0,-11 10 0,-5 0-1091,1-2 1091,3-11 1120,7-13-1120,-5-6 0,5-6 0,-5-7 0</inkml:trace>
  <inkml:trace contextRef="#ctx0" brushRef="#br2" timeOffset="23683.27">16198 13765 31,'-7'-2'11,"0"-2"2302,0 2-2308,4-4 994,3 2-984,11-9 1,7-2-2235,9-6 2219,-7 5 0,1-1-3,0 3 0,-1 0-384,10-6 387,-3 2 0,-9 6 0,-14 9 0</inkml:trace>
  <inkml:trace contextRef="#ctx0" brushRef="#br3" timeOffset="24249.27">16232 13429 19490,'-31'-10'-2285,"11"4"1977,2 2 0,-2-1 342,-7 1 1,-1 1 123,6 2 0,0 0 13,-7-2 1,-3 4 157,2 9 1,-1 5 0,3-1 163,5-2 1,2 1-275,-9 5 0,-2 3 0,4 0 237,9 0 0,2 0-205,-2 4 1,0 0-89,0 2 0,2 1-209,0 0 0,2 1-92,1 0 1,2 2-243,3-7 1,1 2 0,3 2-131,4 1 1,3 3-1,2 0 1,-1-1-218,0-1 0,0-1 1,2 1 192,1-4 1,1 2 0,2 0 0,5-3 140,9 1 0,7-1 0,2-3 0,0-3 193,-2-4 1,-27-14 182</inkml:trace>
  <inkml:trace contextRef="#ctx0" brushRef="#br3" timeOffset="24249.27">16421 14287 14785,'7'-6'82,"20"-19"243,0 0 0,-2 1 64,0-1 1,-1-1-1,-1 1 1,-1-1 0,0-2-153,-2 0 1,1-2-1,-1 0 1,-1-1 0,-3 2-1,-4 2-162,-1-5 0,-5 2 0,-4-3-241,-6 3 1,-4-4-1,-2 0 1,-2 1-1,2 5-622,-4-7 0,-3 2 221,3 1 0,-2-3 0,-3 0 1,-5 7-90,-1 10 1,-5 3-1,-2 4 1,-1 1 0,0 2 604,1 2 0,0 2 0,-1 2 0,-1 1 0,-4 1 135,8-1 0,-3 1 0,-2 0 1,-1 0-1,0 1 0,-1 1 1,1 1-1,2 2 0,0 0-22,1 3 0,0 2 0,1 1 0,0 2 0,1 0 0,1 0 0,0 0 0,1-1 146,-5 1 0,1 0 0,0 0 0,2 1 0,1 0 0,3 1 346,-5 6 1,2 2-1,4-1 1,7-3 1549,4 12-1962,12-11 0,4 0 1,6 11-1,1-12 0,0 1 1</inkml:trace>
  <inkml:trace contextRef="#ctx0" brushRef="#br2" timeOffset="45116.27">24621 3152 5734,'5'-3'0,"-4"-1"0,14 6 0,-5-3 0,1 1 0,23-1-3277,-8 0 2085,-3 0 0,-1 0 1192,10 0 0,2-1 1409,1 2-1409,-4 0 0,7 0 0,-2 0 0,-7 0 0,-1 1 0,2-1-470,7 0 1,2 1-1,-4 0 470,2-1 0,-6 1-73,-1 0 73,-2 0 0,0 0 0,2-1 0,-7 1 0,-3-1 0</inkml:trace>
  <inkml:trace contextRef="#ctx0" brushRef="#br2" timeOffset="46168.27">23343 3388 5734,'-6'-3'0,"8"0"0,0 1 0,9 1 0,-3 0 0,10-1 0,11 0 0,-8-1 0,3 0 0,5 0 0,5 0 0,-4-1-1639,0 1 1,0 0 1599,-1 1 1,1-1 0,-3 0 38,-6 2 0,-2-1-1135,7 1 1,1-1 1134,-6 0 0,0 0 0,11 0 0,-1-1 0,-9 2 0,-2 0-37,1-1 1,-1 0 36,14 1 1579,-2-1-1579,-7 1 3015,0 0-3015,-14 0 0,-6 1 0,2 0 0,-3 0 1140,2 0-1140,-1 0 0,1-1 0,-1 2 0,-2 1 0,-1-2 0,-1 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24:03.57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6443 12417 5823,'3'-8'1,"1"0"89,-3 5-90,1-2 0,0 2 90,0 0-90,2 4 0,-2 1 90,0 24-90,-2-13 0,0 16 0,0 3 0,1-5-611,-1-4 1,1 0 610,4-1 0,-2-11 0,13 6-570,-5-12 570,22-4-58,-10-8 0,6-6 1,1-3-1,-3 3 58,7-1 0,0-2-490,-4 2 1,3-2 0,0-1 0,-5 2 489,-2 0 0,-1-1 0,1 1 0,2-2 0,0 0-705,0 0 0,-1 0 0,1 0 705,2-2 0,2 1 0,-3 0 40,2-1 0,-2 3-40,-6 5 0,-3 2 0,-2 6 0,6-1 0</inkml:trace>
  <inkml:trace contextRef="#ctx0" brushRef="#br0" timeOffset="533">6713 13543 5824,'-8'-14'0,"2"3"90,-1 3 0,3 2 0,-2-1-90,1 8 0,2 1 0,-2 14 0,1 1 89,0 1-1000,1-2 911,1-8-3090,4 9 3090,0-9 0,21-7 0,5-5 0,3-9 0,-5 1 0,7-5 0,1-1 0,-3 1-168,-2-1 1,-2 1 0,5-3 128,-5 4 1,4-3-1,3-1 1,1 0-1,-1 0 1,-2 2-1,-4 1 39,1 0 0,-4 2 0,0 1 0,2-2 0,1 1 0,3-2 0,1-1 0,-1 2 0,-3 1 0,-5 3 0,0 1 0,-3 1 0,6-2 0,1 0 0</inkml:trace>
  <inkml:trace contextRef="#ctx0" brushRef="#br0" timeOffset="12933">13133 7185 5734,'-2'-6'0,"-1"0"0,1 2 0,0 1 0,0-1 0,-1-2 0,0 2 25,-2-5-11,0 2-6,0 1 6,-1-2 15,-5 0-29,3 1 0,-6-1 0,-13-3 0,7 4 0,-3 0 0,-1 1 0,-10 2 0,15 3 0,0-1 0,-11 3 0,6 6 0,-5 3 0,4-1 0,7-1 0,0 0-497,-7 2 1,-2 3 0,2 2 496,5 3 0,3 3 0,2 0-1450,-3 9 1,1 2 1449,2-9 0,-1 2 0,4-1-718,1 5 0,5-3 718,2 4 0,6-4 0,2 4 0,1-2 0,-1-6 0,1 0 0,2 6 0,1 2 0,1-4 0,9 3 0,-1-10 0,3 0 0,1-1 0,3 0 0,2-1 0,-3-1 0,1 2 0,-1-4 0,3-3 0,-3-3 0,11 2 0,1-2 0,-9-5 0,3 0 0,-1-1 0,-5-1 0,1 0 0,4 0 0,3 0 0,-5-1 0,11-3 0,-1 0 0,-9-2 0,5-2 0,-2-1 0,1-1 0,1-1 0,-2 0 0,2 0 0,-4 0 0,-3-3 0,-3 0 0,7-9 0,-1-1 0,-10 2 0,1-3 0,-2 1 0,-3 3 0,-1 0 0,3-3 0,1-1 0,-5-4 0,-6-2 0,-5-3 0,-2-1 0,0 5 0,1 0 0,-3-2 0,0-1 0,-2-7 0,-3 1 0,-5 5 0,-8 4 0,-6 6 0,-3-1 0,7 7 0,-2 0 0,-2 0 0,0 1 0,1 0 68,-5-3 0,0 1 0,-1 1 0,-3 3-113,3 5 0,-4 3 0,-2 1 0,0 2 0,3 1 0,4 1 45,-5 2 0,4 4 0,-1 1 0,-3 1 0,-3 1 0,1 2 0,6 2 0,1 8 0,4 2 0,1 0 0,0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8:53.23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7689 3839 5734,'-7'-3'0,"0"0"0,3 1 0,0 1 0,-1-3 0,2 2 0,-3-2 0,5 3 0,-1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34:02.380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8220 3298 21908,'-8'-9'-3277,"2"2"0,1 1 0,2 2 2745,0 1 207,-1-1 531,0 3 167,0-2-1248,0 1 2180,0 0-776,13 4 1012,-1-2 144,15 3-337,0 0-252,6 0-160,11 0-537,-18-1 0,2 0-131,2 0 1,1 0 192,1 1 0,1-1-385,0 1 0,2 0-114,1 1 0,2-1 1,-1 1 105,7-1 1,1 1-57,-5-1 0,2 1 0,-2-1 45,2 0 1,-1-1-48,3 2 1,0-1-18,-3 0 1,1 0 9,0 0 1,-1 0 0,-1 1 0,0 0 50,-4-2 1,0 1-57,-1 1 0,0-1-4,-1 0 1,0-1-9,-2 1 0,0 0 37,-1-1 1,0 1-41,-2 0 0,0-1 39,-4 1 0,0-1-40,19 2 48,-19-2 1,0 0-27,7 2 52,3-2 164,-18 1-27,2-2-27,-5 0-124,2 0 99,-6 0 156,0-1-9,-1 0-50,1 0 128,-1 0-872,2 2-1078,-3 0 1296,1 2 1,-4-2 0,-1 0 0</inkml:trace>
  <inkml:trace contextRef="#ctx0" brushRef="#br0" timeOffset="2045">7930 7135 18987,'-1'-7'-2153,"0"1"1216,-1 2 410,1-1-232,-1 1 51,-1 0 105,-1 1 315,1 0-519,-2 1 1191,1 0 15,-3 2 664,3-1-17,-3 0 544,3 1 92,-3-1-151,2 1-185,-1 0-592,-2 1 250,2 0-405,-3 2 569,0-1-485,-1 3 268,-1-1-40,-8 3-117,5-1-236,-7 2-69,5-2-155,-13 7-141,7-2 159,-11 4-1322,11-3 1248,-1 0-79,1 1-164,1 0 297,-1 0-27,2 2-3,1-1-430,0 2 289,2 0-194,0 1-596,2 0-65,2 1-243,0 1-123,3 0-149,1 1 9,1 0-47,2 2-86,1 3-291,0 3 706,2 3 519,1 0-114,2-7 1,0 0-445,1 14-682,0-13 1,0 0 813,3 10 91,0 1-77,1-2 487,0-11 0,1 1-114,3 11 26,-3-12 0,2-1-10,4 10-19,1-3-494,2-1 321,3-2-10,1-3 41,2 0 1347,-4-9 0,1 0-830,2-2 1,1 0 84,1 0 1,0-1 80,-1-3 1,0-1 48,10 0 453,2-1-133,-10-4 0,2-1 392,12-1-421,-5-1 0,1-1 317,8-3-434,-15 1 1,1-2 50,-1-1 1,0-1 1450,11-5-1496,-6 1 1,-2 0 199,1-4-473,-8 4 0,-2 0 284,7-8-71,-2 0 275,0-3-743,-9 6 0,-1 0-208,9-14-28,-9 10 0,-1 0-630,5-13 496,-7 7 0,-1-1 1,-4 6 1,0 0-8,2-6 1,-2-1-1557,0-11 1321,-4 3 339,-2-2 253,-1 18 1,-1 0-1,-2 0 0,0-1 73,-1 0 0,-1-1 56,-1 1 1,0 0-43,-2 0 0,-1 0 41,-6-7 1,-2-1-38,4 8 0,-2 0-704,-5-6 0,0 1 766,3 9 1,1 2 85,-2-1 1,1 1-622,-1 1 1,0 1 722,1 0 0,-1 1 24,0 1 1,-1 0-315,-7-2 0,-2 0 478,7 5 0,-1 1-124,-16-4 1,1 3 152,14 5 0,2 2-206,-10-1 0,1 2 484,-11 4-321,19 0 1,0 1 298,2 0 1,0 2 63,-20 7-453,4 3 1,11-4 0,1 2 0,-2 0 0,0 0 0</inkml:trace>
  <inkml:trace contextRef="#ctx0" brushRef="#br0" timeOffset="5587">13604 3412 21230,'-8'-5'-2741,"6"-1"-536,4 3 3381,4 0 2394,-1 1-967,3 2-647,4-1-192,3 0-459,9-1 1097,5 0 1065,11 0-1998,-17 1 1,0 0-625,3 1 0,1-1 99,1 1 0,1-1 50,2 1 1,0 0-11,0 0 0,3 0 65,2 0 1,3 0 0,-2 1-47,-8 0 1,-1 0 0,2 0 40,7 1 0,2-1 0,-1 0-66,2 2 1,1-1 39,-7 1 1,1 0 0,-1-1 19,6 1 1,1 1-21,-8-1 1,1 0 0,-3 0-35,1 0 1,-3 1-3,0-1 1,0 1 18,-1-1 0,-1 0-2,-2 1 1,0-1 7,-3 0 0,-2-1-43,17 4-28,-10-2 105,-4-1 123,-1 0-29,-8-1-48,1 0 120,-7-1-135,-2 0 236,-1-1 54,1 0 127,-1 0 242,1-1-105,0 0-199,-2 0 15,4 1-324,-3-1-1145,3 2 59,-2-1 1000,1 1 1,-2-1 0,1 1 0</inkml:trace>
  <inkml:trace contextRef="#ctx0" brushRef="#br0" timeOffset="18750">18891 3272 24474,'2'-8'-3277,"1"1"0,0 3 3197,1 2 1238,1 1 260,3 0-524,-2 1-292,5 0-456,1 1 1323,3 0-190,8 1-730,4-1-2141,12 3 1394,-17-2 1,0 0-748,4 0 0,0 0 831,2 1 1,0 0 64,2-1 0,1 1 23,3 0 1,1 1-23,1 0 1,0 0-1078,1 0 0,0 0 1087,2 1 0,1-1 28,-3-1 0,1 1 3,3-1 1,1 1 9,-1 0 1,0-1-756,0 1 0,1-1 763,-2 0 1,0 1 11,-4-1 1,2-1-203,-5 1 1,1-1 0,-1 0 211,2 0 0,1 1 98,-6-2 0,1 0 0,-1 1-54,1-1 1,-2 1-16,0-1 1,-1 0 366,-1 1 0,0-1-326,-4 0 0,0 0 4,-2 0 1,0 0 1378,13 0-1279,-5 0 61,-6 0 2251,-5-1-2375,-3 0 409,-4 0-849,-1 0 1568,-1 0-1501,-2 0 732,0 0-781,-1 0 112,0 0-28,-2 0 108,1 0-221,2 3-568,-3 0-850,2 2 463,-4-1 784,-1 1 1,0-2 0,-1-1 0</inkml:trace>
  <inkml:trace contextRef="#ctx0" brushRef="#br0" timeOffset="20352">16754 7899 20904,'-4'-6'-3277,"0"1"0,1 0 0,1 1 1550,-3-2 1504,2 2-143,3-6 702,2 7-545,4-3 2574,9 4-278,-1 0 77,8 0-132,1 2 11,4-2 35,7 1-716,2 1-1195,-14-1 1,0 0-399,2 1 1,0 0 107,4-1 0,-1 1 34,2 0 1,0 0-6,1 0 1,1 0 49,2 0 0,0 0-59,4 0 1,1 0 53,1 0 1,1 1-668,-11-1 1,0 1-1,0-1 690,0 1 1,0 0 0,0-1 34,0 1 0,0-1 0,0 1-475,1 0 0,0 0 1,0-1 452,-1 1 0,0-1 1,4 1-115,-1-1 1,5 0-1,2 1 1,-1-1-1,-4 0 73,6 0 1,-4 1 0,4-1-37,-6 0 1,4 0 0,1 0-1,-2 0 1,-4 0-3,1 0 1,-4 0 0,0 0 236,0 0 1,0-1 0,2 1-182,4-1 1,3 1-1,0-1 1,-3 0-83,-5 0 1,-2 0 0,3 0 29,5 0 1,4 0-1,0-1 1,-5 1 0,4-1 0,-3 0 251,0 0 0,-2 0-173,-9 0 0,-2 1 68,-1 0 1344,-5 0-1565,-4 0 2507,-3-1-2530,-1 0 1122,-1 1-1406,-2 0 2135,0 0-2278,-2 0 217,0 0-132,1 0 304,-1 1-300,0 0-164,1 2 263,-3 0-688,1 0-939,-1 2 1886,-1-1 0,-4 1 1,-1 0-1</inkml:trace>
  <inkml:trace contextRef="#ctx0" brushRef="#br1" timeOffset="32195">16699 6077 7623,'2'-7'1979,"0"1"-1979,-1 17 89,0-6-89,-1 14 0,0-10 0,-1 0 0,1 2 90,-1 1-90,1 1 0,-1 1 0,-1 3 0,1 0 0,-1 2 0,0-1 0,-1-1 0,1-2-90,0 5 1,0-1 89,0-2-90,1-2 90,0-8-90,1 3 0,0-4 0,-1 2 0,0-16 90,1 4 0,-2-13 0,1 8 0,-1-2 0,1 0 0,-1-2 0,0 0 0,0-1-90,0-2 180,1-7-180,0 5 90,0-5 0,1 7 0,0 2 0,0-1 0,0 3 0,1 1 0,-1 1-90,0 1 90,1 2 0,0 0 0,0 2-270,1 1 180,0 8-270,0-1-989,1 12 1349,-1-5 0,2 9 0,0-2 0</inkml:trace>
  <inkml:trace contextRef="#ctx0" brushRef="#br1" timeOffset="33354">19256 6049 8522,'2'-6'1979,"0"0"-1529,0 2-360,1 5-90,-1 1 90,1 4-90,-3 0 90,1 0-90,-1 2 90,0 5-90,-1 0 89,-1 5-89,1-3 0,-1 1 0,0 2 0,0 6 0,1-4-593,0 3 593,1-7-90,1-2 0,-1-1 90,1-1-90,-1-1 90,1 0-90,0-1 90,0-1 504,0-2-594,-1 0 90,1-1 0,-1 0 0,1-1 180,-1-15-180,0 4 90,0-15-90,0 4-406,0-2 496,0-3-90,1-1 0,0 0 0,-1 0 0,0 1 90,-1-7-90,0 9 0,-1-4 0,2 12 0,-1 1 0,1 3-450,-7 29 180,3-1 90,-5 18-419,6-9 420,1-9-271,-1 9 180,2-8 90,-1 5-90,1-10-989,0 2 1169,1-5 90,0 1 0,0-7 0,0 0 0</inkml:trace>
  <inkml:trace contextRef="#ctx0" brushRef="#br1" timeOffset="34763">18885 3859 7892,'-4'-8'0,"2"3"0,-1-2 180,1 4 450,-3-6 449,0 0 540,-3-2-1439,0 10-90,1 3 0,-1 18 90,1 12-180,1-6 0,0 8 0,3-17 90,1 1-90,-1-1 0,0 8 0,2-7 0,-1 5 90,1 8-90,-1-10 0,1 8 0,0-13 90,1-2-180,3-44 135,-1 8 0,1-3-75,0-1 0,-1-3 0,1 1-866,0-9 1,0 4 940,-1 11 0,0 2-45,0-2 0,-2 10 0,2 0 90,-2 3-90,1-4 0,-2 19 0,0 8 0,-2 18 45,2-10 0,1-1 964,-2 10-1009,1 0-90,0-1 90,0-9-90,0 16 90,0-20-90,-1 17 90,2-23-90,-1 6 90,4-38 0,-1 9 0,4-26 692,0-2-872,0 5-3097,0-6 3039,-5 23 1,-4 12-1,-4 10 1</inkml:trace>
  <inkml:trace contextRef="#ctx0" brushRef="#br1" timeOffset="36004">17046 3862 9152,'-3'-8'-360,"1"3"540,-2-7 0,3 6 449,-2-7-179,2 6-90,0 0 0,-1 2-270,-1 15 0,-1 20 0,0-4-90,1 7 0,0 1 45,1-12 0,0 0-45,-2 15 0,0-2 89,0 4-504,1-8 415,2-25 0,0-1 0,0 0 90,-4-9-90,3-6 0,-3-17 0,3-7 0,2 9 0,0-1 162,-1 6 1,1-2-163,-1-14 0,1-1 0,-1-1-45,0 8 1,1 2 44,0 3 0,2 15 89,1 39-89,-2-3 0,1 1 0,-2 1 0,1-1-448,-1-1 0,0-4 448,0-3 0,-1-2 0,1 11 90,-2-8-90,1 5 0,-5-25 0,2-22 0,0-8-244,2-10 244,3 10 0,0 0-172,1 9 0,0 0-817,0-3-1710,5 19 2699,-5 15 0,0 10 0,-1 2 0,-1 8 0</inkml:trace>
  <inkml:trace contextRef="#ctx0" brushRef="#br1" timeOffset="88560">7248 10607 8792,'-1'-8'2159,"1"14"-2159,-2-2 0,3 12 0,-1-9 0,0 0 0,0 0 0,0 2 0,0 1 0,0 0 90,0 1-90,1 1 0,-1-1 0,0 0 0,-1-1 0,1 1 0,0-3 0,0 1 0,0-2 0,2 3 0,0-4 0,1 2 0,4-6 0,2-2 0,5-4 0,5-4-1000,2-3 1000,8-5-1337,4-4 1381,-15 9 1,1-2-45,3-2 0,1-1 0,0 0 0,2-1 0,1-2 0,1 0 45,-1 1 0,2-1-15,-4 1 0,3-1 0,-2 1-875,4-3 0,0 1 874,-5 3 1,0-1 0,-1 1-30,-1 1 0,-1-1 45,6-2 0,1 0-651,-4 2 0,0 0 561,1 1 0,-2 1-63,11-7-195,-18 12 416,-3 1-1407,-1 3 1666,-3 1-361,0 2 1,-3 2-1,0 0 1</inkml:trace>
  <inkml:trace contextRef="#ctx0" brushRef="#br1" timeOffset="119627">11993 11394 8792,'-11'-9'180,"1"2"-180,2 2 90,2 1 0,1 2 0,0 0 0,-1 0 0,-1 0 0,0 0 89,0 0-89,0 0 0,-1 0 0,0 1 0,0-1 0,0 1 0,0-1 0,1 1-90,-1-1 180,-3 0-180,2 1 90,-7 0-90,6 1 0,-4-1 90,2 2-90,0-1 0,-2 1 0,0 0 0,-2 0 90,-1 0-90,-2 1-295,0 1 295,-1 0 0,-3 0 0,-1 2 0,-4 0-732,1 1 732,0 0 0,1 1 90,0 1-90,2 0 0,-1 1 0,-7 4 0,7-2-441,-5 5 441,10-3 0,1 1 0,1 1 0,1 1 0,-8 11 0,6-5-1007,-6 9 1007,6-6 0,0 2 0,-2 4 0,6-7 0,0 1 0,2-5 0,1 0-538,-4 7 1,0 1 641,4-8 0,1-1 114,-1 2 0,1 0-4,0-1 1,-1 1 45,0 0 0,1 0-48,0 0 0,-1 2-287,-4 8 0,0 2 381,0 2 0,-1 1 36,1-1 0,1 0-616,0-1 0,1-1 331,6-10 0,0 0-10,0-1 0,0 1-10,-3 10 1,1 1-13,3-8 1,-1 0-64,-1 7 1,0 1 61,3-11 1,1 1-126,-1 10 1,0-1-6,3-9 1,-1 0 4,0 6 1,0 2 3,1-3 0,0-1-6,2-6 1,-1 0 7,0 7 1,1 0-89,-1 10 309,1 1-270,0 0 38,0-1-1333,0 1 1368,1-1 36,0-8 1,0 0 356,0-8 0,1 0-351,0 5 0,0 2 0,1-2-9,-1-5 0,1 0-219,0 8 0,0 1 162,1 6-4,1 2-13,3 1-182,-2-11 0,2 4 1,0-3 209,-2-4 1,1 0 63,1 4 0,0 2 1,0-4 449,2 7-499,1 3-86,0-3 104,0-2 7,1 0-87,-1-5 211,0-2 44,7 10 62,-3-10 68,6 7 48,-5-14 90,1 0 568,2-2-456,0-2 2222,2-1-2149,-3-5-240</inkml:trace>
  <inkml:trace contextRef="#ctx0" brushRef="#br1" timeOffset="119627">11541 14287 19408,'9'-3'81,"27"-9"36,-2-1-704,4-3 593,-1-2-53,-18 8 0,-1-1-39,0 0 0,1-1-52,6-6 1,1-1-17,-7 5 0,0-1-3,5-4 0,-1-1-168,7-9-103,-2 1 81,-2-1 36,-2-1 14,0-1 19,-3-1-18,-1-3-121,-1-1 88,-3-2 766,-8 18 1,0 0-615,-1-1 0,0 0-1,0-1 1,1 0-212,-2 0 0,1-1 229,-1 0 1,0 0-30,0-1 1,-1 0 58,0-1 1,0 1-18,-1-2 0,1 0 47,-1 1 0,0 0 9,-1-1 0,0 0 7,0 1 1,0 0-1,0 0 0,-1-1-3,-1 3 1,0 0-1,0-2 1,0-1-257,-1 3 0,0-1 260,-1-1 0,0-2-1,0 2 0,0 0-40,0-1 1,0 0 54,0 0 1,0 0 2,0 1 0,0-1 17,-1 1 0,1-1 7,0 1 1,-1 0 8,0-1 1,1 0 11,-1 0 1,0 1 5,1-2 0,-1 1 11,1 0 1,0-1 6,0 1 1,1-1 53,-1-1 0,1 1-45,-1-1 0,0 0-1,0-1 0,0 0-4,0 0 1,-1 0 34,1-1 1,0 0 45,0 0 0,-1 1-57,1 0 1,-1-1 17,-2-11 1,-1 1-92,1 10 0,0 0-165,-3-9 0,0 1 124,1 13 1,-1 1 59,-4-9 1,-1-1-706,2 9 1,0 0 691,-4-6 1,0 1 77,2 9 0,0 1-140,-1 1 0,-1 1 176,1 0 0,-2 0 259,-9-6 0,-1 2-324,6 5 0,-1 1 5,-7-4 1,-1 1-130,7 7 1,1 2-118,-1 0 0,0 0-30,-1 1 1,0 1-44,-1 0 1,0 1-158,0 0 1,-1 1-140,1 1 1,-1 1-291,1-1 0,0 1 534,2 1 1,0 1 352,-19-1 0,11 3 0,-3 2 0,-2-1 0,0 1 0</inkml:trace>
  <inkml:trace contextRef="#ctx0" brushRef="#br2" timeOffset="204676">5848 12500 24575,'4'17'0,"3"2"0,2 2 0,4 3 0,1 0 0,-1-2 0,1-1 0,-2-5 0,0-3 0,-2-3 0,-2-2 0,-1-3 0,-1-2 0,1-2 0,3-3 0,6-10 0,13-14 0,-9 5 0,1-3-1093,-2 4 1,1 0 0,-1-2 1052,1 1 1,0-2 0,0 1 39,2-3 0,0 0 0,1 0 0,1-2 0,-1-1 0,1 1 0,-1 0 0,0 0 0,0 0 0,2-3 0,0-1 0,0 2 0,-4 3 0,0 1 0,-1 1 0,-3 1 0,1 1 0,-1 1-1073,7-11 0,-1 2 1073,-5 8 0,-2 0-161,0 1 0,-1 2 161,8-10 0,-6 8 0,-2 4 0,-4 5 0,-3 5 2904,-2 3-2904,-1 2 0,-3 2 0,0 0 0</inkml:trace>
  <inkml:trace contextRef="#ctx0" brushRef="#br2" timeOffset="207718">5679 13445 24575,'14'26'0,"8"4"0,-7-8 0,0 1-1582,3 2 1,2 1 1581,1 3 0,1 1 0,-1-3 0,0-1 0,-1-1 0,0-2 0,-2-3 0,0 0 0,-2-4 0,0 0 0,12 12 996,-6-10-996,-4-2 0,-7-9 519,1-2-519,-1-5 0,1-7 0,3-8 0,6-14 0,-7 9 0,0-3-706,7-7 0,2-3 706,-4 6 0,0 0 0,1-1 0,0 0 0,0-1 0,0 0-1045,2-1 1,0 0 0,-1 1 1044,0 0 0,0 1 0,-1 0 0,1 0 0,-1-1 0,0 1 0,2-1 0,-1 1 0,0 0 0,-1 1 0,0 0 0,0 2-590,5-7 1,-1 2 589,-3 5 0,0 1 0,-4 5 0,-1 1 0,8-9 0,-1 2 0,-6 8 2302,-2 3-2302,-3 4 3276,-5 4-3172,-2 4 318,-1 1 1,-2 0-1,0 1 1</inkml:trace>
  <inkml:trace contextRef="#ctx0" brushRef="#br0" timeOffset="211866">12451 11594 26507,'-1'-7'-3277,"1"1"0,-1 0 773,1-1 2603,-1 1 220,1-1 82,0 1-138,-1 1-1849,-2 9 3040,-1 9-544,-4 19-354,0-1-2491,0 8 2231,1-7-973,2-9 1,0 1 897,-2 12-662,2-12 1,1 0-823,-1 8 117,1 0 163,1-4-1492,2 7 320,0-10 1250,2 4 798,2-11 0,2 5 1,2-1-1</inkml:trace>
  <inkml:trace contextRef="#ctx0" brushRef="#br1" timeOffset="212544">12549 13101 10771,'3'-6'809,"1"-1"-629,-2 4-90,2 0 0,1 2 0,0 0-90,1 2 90,0 0-90,1 0 90,2 2-90,1 1 0,1 1 0,1 2 90,-1 1-90,0 2 0,-1 2 0,-2 2 90,-1 1-90,-2 2 0,-2 0 0,-2 3 0,-4 3-1505,-3 3 1595,-3 3 0,0-2-90,-2 0 90,0-3-737,-2 0 737,0 0-90,0-2 90,0 0-90,2-4-25,2-2 25,3-3 0,1-2 90,1-1 1283,2-1-1373,2-1 837,0 0-837,2-1 147,2-1-147,1 0-90,9 1-90,-3-3 0,8 1-360,5-5 270,-3 0-180,7-2 1,-8 0-443,0-1-547,0 0-1,-3 0 1440,0 1 0,1-1 0,2 0 0</inkml:trace>
  <inkml:trace contextRef="#ctx0" brushRef="#br0" timeOffset="214125">8639 11508 24753,'3'-8'-3277,"-2"1"697,0 1 1650,0 1 477,-1-1-191,0 1 249,-2 11 565,-2 9-1328,0 7 949,-1 8 24,2-5 328,-2 3 3065,1 1-3078,2-2-143,0-2-682,1-1 76,0-2 96,0-1-202,1-1 37,0-2-18,0-3-70,0-1-149,1-1-484,-1-2 115,1-2 1150,1-2 0,1 0 0,2 0 0</inkml:trace>
  <inkml:trace contextRef="#ctx0" brushRef="#br0" timeOffset="214566">8926 11478 11756,'3'-7'966,"-9"7"-765,2 3-100,-7 6-141,5 0 117,-1 1-103,0 1 148,-2 1-149,1 1 137,-1 0 2,-1 6-72,3-5 22,-1 4 14,4-7 56,2 5-191,2-4-152,5 8-82,2-7 133,3 3-119,7 0 188,-4-4 80,8 3-9,3 1 74,-5-4 161,4 4-9,-10-7-112,3 5 4,-5-3-107,1 4-56,-6-4-208,-3 0 9,0 1-26,-4 0 102,-4 8 87,-3-2 129,-5 5 45,-2-4 108,-1-2 117,-2 0 88,-7 3-37,7-7-459,-6 2 143,11-8-960,-3-1 39,5-3 406,-2 0 480,7-5 0,-2-4 0,0-2 0</inkml:trace>
  <inkml:trace contextRef="#ctx0" brushRef="#br0" timeOffset="-214730.73">9036 11471 12988,'-3'-6'-967,"0"0"701,2 2 107,1-1 323,13-5 147,2 3 82,13-5-551,2 2-487,5 0-679,-14 4 1,0 1 654,2-1 0,-1 1 164,2-1 0,-1 1 297,0 0 1,2 0-1,7-1 1,2-1 0,2 1-1,-1-1 1</inkml:trace>
  <inkml:trace contextRef="#ctx0" brushRef="#br1" timeOffset="-211421.73">8649 13547 8792,'7'-1'450,"-1"-1"-360,-1-1-90,-1 1 90,0 0-90,2-1 90,-2 2-90,3-1 90,0 1-90,1-1 89,1 1-89,1 0 0,1 0 0,0 1 90,0 0-90,0 1 0,1 1 0,-1 0 0,-1 1 90,1 0-90,-1 1 0,0 1 0,-1 1 0,-2 1 0,0 1 0,-2 0 0,-2 1 0,-2 0 90,-1 0-90,-2 1 0,-1 1 0,-1-1 0,-1 2 0,-1-1 0,-3 5 0,3-5 0,-2 2 0,4-4 90,0-2-90,2 1 0,0 0 0,3-1 0,0 1 90,3 1-90,1-1 0,2 1 0,3 0-90,2 0 0,4 1-338,2 1 338,0 0 0,-2 0 0,-1-1 90,-3 0-90,-1 2 0,-2-1 90,-3 1 0,-4 0-90,-2 2 90,-4 0 0,-4 5 0,-4 1 0,-12 10-1244,4-6 1154,-7 3 90,8-9-249,3-3 69,2-3-89,3-2 182,3-2-812,3-2 899,3 0 0,7-5 0,2-1 0</inkml:trace>
  <inkml:trace contextRef="#ctx0" brushRef="#br1" timeOffset="-211004.73">9387 13715 8792,'-3'-8'630,"-1"-2"-450,0 3-1,0-2 1,1 4 180,1 1-180,-1-1 90,1 1-180,-3 1 0,0 4 0,-1 1 0,-2 4-90,-1 2 90,-3 5 0,-1 3-1030,-1 4 1030,1 1-257,1 1 167,2 2 90,2 2 0,1 8-90,4-8 0,2 4 90,10 2-180,1-9-540,2-4 1,2-1 629,7 0-90,7-2 895,-6-10-895,8-5 90,-6-5-2887,9-4 2887,-10-4 0,-1-2-238,4-12 328,-9 4-45,-7 4 0,-2-1 45,-2-6-90,-4-10 45,-6 13 0,-3 1-45,-7-15-167,4 12 1,-2 0 166,-10-5 89,-3 3-89,0 4 0,-2 6-179,1 6-541,-12 8-180,9 7 816,-8 7-995,14 5 1079,4 2 0,0 6 0,1 0 0</inkml:trace>
  <inkml:trace contextRef="#ctx0" brushRef="#br1" timeOffset="-194264.73">12725 7973 7892,'-7'2'270,"-2"0"-270,3-1 360,0 1-270,7 2-90,3-2 90,6 1 0,3-1 0,4-1-845,7 1 845,5 0-1379,11-1 1289,-18 1 0,0 0 45,4-1 0,0 0 0,1 1 0,1-1-1264,1 1 0,0-1 1219,2 1 0,0 0 45,1 0 0,0 0-45,5 0 0,-1 1 0,-2-1 0,0 0 0,5 1 0,2 0 30,-10-1 0,1 1 0,-1-1-30,8 1 0,-1 1 0,-8-2 0,0 1 0,-1 0-567,1-1 0,-2 2 567,0-1 0,0 1 0,-3-1 0,1 0 0,-4 0 0,-1 1-49,17 1 49,-9-1 90,-5 0 0,-6-1 763,-4-1-763,-3 0 2167,-3 0-2167,-1 0 1787,-2 0-2687,-2 0 1024,-1 1 1,-3 2-1,0 1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31:27.21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13699 4089 5734,'-9'0'0,"1"0"0,3 1 0,3 2 5,3 0 29,18 10-31,-7-6-1642,13 1 1,2-1 1537,-6-4 102,-1-1 1,3 0 3,13-6 1,-1-1-6,0-1-943,3 0 1,-3-1 945,-12-1 4,-4 0 0,2-3-279,1-2 0,0-2 272,-1 2 0,-1 0 0,-3 0 0,0-2 272,0-6 0,0-2-242,-2 2 0,-1-1 0,1 0-242,1-1 1,-1 0 0,0 0 211,-1 1 0,0 0 0,0 0 0,3-7 0,0-1 0,-3 4 0,2-1 0,-1 1 0,3-6 0,-1 2 0,-3 6 0,0-1 0,-1 0 0,-1 2 0,-1-1 0,0 1 0,1-2 0,0-1 0,-1 1 0,1-1 0,0 0 0,2-6 0,1 1 0,-2 6 0,0-1 0,0 1 0,1-3 0,1-1 0,-1 3 0,2-3 0,0 1 0,-3 5 0,-2 5 0,-1 2 0,3-6 0,2-3 0,-2 5 253,6-6-253,-5 8 0,-1 2 838,3-3-838,3-3 2683,10 0-2683,-14 12 0,12-2 0,0 2 0,-10 7 0,18-1-479,-22 6 479,12 7-589,-6 4 0,1 2 589,-3-4 0,-1 0 0,3 5 0,-1 3-53,-1 9 0,0 5 1,-3-3 52,-4-8 0,0 0 0,2 4 0,2 4 0,-1 1 0,-1-3 45,-1 8 0,-1-1-45,-1-5 0,1 1 0,-1-1-606,-1-5 0,0 0 0,-1 0 606,2 2 0,0 1 0,2 1 0,-1 2 0,2 1 0,1 2 0,0-1 337,-1-4 1,0 1 0,1 0-1,0 0 1,-1 0-338,1 1 0,0 0 0,-1 1 0,1-2 0,-1-2-480,1 1 0,1 0 0,-2-4 1,-1-3 479,-1-2 0,0-3 0,9 14 0,0-2 0,0-1 0,-6-9 0,0-1 173,7 7 0,4 2 0,-2-5-173,5 0 0,-2-3 0,1 0 405,8-4-405,-9-7 0,1-1 0,9 3 0,-12-5 0,1-1 844,5-3 0,1-1-844,-6-1 0,0 0 0,10-1 0,1-1 0,-13-2 0,0 1 0</inkml:trace>
  <inkml:trace contextRef="#ctx0" brushRef="#br0" timeOffset="2351">17380 4226 5734,'11'2'0,"0"1"0,-1-2 0,4 1 0,4 0 0,2-1-3277,11 1 2789,-9-1 1,0 0 487,4 0 863,-6-1-848,8-1 0,3 0-1141,-6-1 1,-1 1 1129,9-1 0,-2 0-1,-11 0 0,-2 0 5,1-1 0,10-5 1,1-2-9,-11 4 0,1-1 0,10-3 0,0 0 0,-4-1 0,-10 2 45,1-1 0,1-3 0,-3 0 0,-1-1-45,3 0 0,-1 0-58,3-10 58,-7 6 0,-1-2 0,1-1 0,-1 0 0,3-4 0,0-1 0,-3 6 0,0-3-20,1-2 0,2-4 0,-1 1 20,-1 3 0,-1 0 0,0 0 0,3-6 0,1-1 0,-2 2 0,1-3 0,-2 5 1702,-1 2-1702,-1-2 0,1-2-964,-1 4 1,0-1 963,1-4 0,1 1 0,-5 7 0,1 2 1531,0-2-1531,2-2 0,2-4-511,-1 7 1,1-1 0,-1 1 510,3-9 0,1 0 0,-2 7 0,1-1 0,-2 5 0,0 1 0,5-9 259,-9 15-259,9-11-259,-3 4 259,2-3 0,-4 8 629,-1 0-629,12-9 0,-6 7 1715,7-4-1715,7 0-610,-16 12 610,15-10 0,0 6 0,-15 7 0,10-3 0,4 1 0,-6 5 0,-1 1-522,0-2 0,-1 1 522,-1 1 0,-1 2 0,17 2-690,1-1 690,-15 0 0,0 0 0,14 0 1415,-16-1-1415,4 0 0,1 1-1383,4-1 1383,-5 1 0,2-1 0,1 1 0,2 0 270,-1 0 0,2 0 0,0 0-270,5 0 0,0 1 569,-9-1 0,2 0 0,-3 0-569,0 0 0,-1 0-1124,-1 0 0,0 0 1124,3 0 0,0 1 0,-3-1 0,0 1 735,5 1 0,-2-1-735,8 2 0,3 0 0,0 1-1771,-9 1 1771,-8-3 0,-1 1 0,4 3 0,3 7 0,-10-4 343,8 6-343,-2 12-343,-5-4 343,-4-6 0,-1 1 0,4 6 0,-4-5 0,0 0 472,0 0 0,2 4 0,0 1-472,0 3 0,-1 2 0,1-1 0,0-1 0,1 0 0,-2 0-472,-1-1 0,0 1 0,-4-6 472,0 3 0,-2-3 0,1 4 0,-1 0 0,2 3 0,-2-2 0,2 3 0,0 2 60,1 1 0,2 6 0,0-1 0,-2-8-60,-2-8 0,0-2-80,2 10 0,2 2 0,-2-5 80,2-3 0,-2-3 0,2 3 0,3 4 0,1 1 0,-2-4 0,-1 0 332,1-1 1,1 1-333,5 2 0,-1-1-665,-1-2 665,1 2 0,-1-3 0,-7-11 433,8 8-433,-2-4 0,0 1 2269,8 6-2269,-5-7 0,3 3 0,-2-4-2269,4 2 2269,-3-2 0,-1 0 0,5 1 0,4 2 0,-5-4 45,2-1 0,-1-2-45,-9-4 0,19 5 0,-6-7-262,-6-3 1,1 0 261,-5 0 0,3-1 100,5-1 0,5-2 1,1 0-1,-7 1-100,-3-1 0,-2 0 399,10 0 0,3-1 1,-1 0-400,4-1 0,-2 1 0,-7 1 0,-2 0 0,7-1 0,-3 0 0,-1 0 0</inkml:trace>
  <inkml:trace contextRef="#ctx0" brushRef="#br0" timeOffset="7283">11210 9406 5734,'-6'-4'5,"1"0"401,6 1-183,1 0 95,5 0 595,2 1-249,12-2-217,-7 1 325,7 1-21,15-3-167,-18 3-302,1 0 0,0-1-281,-6 2-79,19-3-1561,-8 0 1,1 0 1557,-2 1 1,0 0 2,8-2 0,3-1-60,-2 1 1,3 0 0,-3 0 16,-5 1 0,2 0 61,3 0 0,6-1 1,1 0-1,-7 2-68,0 0 1,-2 1-551,-4 0 1,1 0-1,-2 0 540,2 0 1,-4 1 188,0 1-133,12-2 1,1 1 2376,-1-1-2314,-1 1 1,3-1 3,-7 1 1,-1-1 5,-4 1 1,-1 0 3,12-1 1,-1 0 95,-16 2 1,0-1-91,12-1 0,-2 0 3014,-3 1-3013,3-1 1,6-1 0,-5 1-3280,5 0 3230,-4-1 1,0 0 58,4 1-1142,-12 0 1,0 0 1137,13 0-7,-11 0 1,4 0 0,-4 1-1,7-1-450,-4 1 0,-1-1 442,-5 1-1,1 0 55,-5 1 1,1-1 49,9 1 1821,9-1-1874,-8 1 0,1 1-3,-11-1 1,1 1 0,17-1 0,0 1-2,-15-1 1,0 1 1,11-1 0,-1 0-123,-10 1 1,0-1 72,6 0 1,2 0 851,0-1 1,3 0 0,-3 0-840,-9 0 1,1 1-340,6-1 1,3 0-1,-2 0 344,4 0 0,0 0-726,-9 1 1,2-1-1,-1 1 759,1-1 1,1 1 0,-1-1 19,8 1 1,2 0 374,-5-1 1,1 0 0,-3 1-440,-8-1 1,1 1-1,7-1 1,6 0 0,1 0-1,-7 0 1,-3 0 1,-1 0 1,1 0 1,3-1 0,-3 1-6,-3 0 0,-2 0-97,14-1 689,-11 1-641,5 0 0,5-1 1144,-9 1 0,0 0 0,0 1-1008,11-2 0,1 1-45,-3-1 1,2 1 0,-5 0-1560,-7 0 1,-1 0 1577,7-1 1,0 1 181,4-1 3,-18 1-177,7-1 1,0 0-420,-2 1 176,9-2 1,0 1-416,-11 0-91,7-1-776,-14 2 649,-6 0 34,4 0 77,-4 0 3374,5 0-2757,-5 0 0,-1 0 0,-3 0 0</inkml:trace>
  <inkml:trace contextRef="#ctx0" brushRef="#br0" timeOffset="9351">15032 2689 5767,'-6'-3'0,"0"3"9,1 1 2,-1 3-3,1-1-2,1 3-6,1-1 6,0 5-4,1-4-4,3 7 2,0-7 5,3 1-5,3-8 11,2-8-10,-1-2-1,-4-4 0,-4 2 0,-4 9 0,1 1 0,-2 7 0,3 6 0,3 0 0,-1 0 0,8-3 0,-3-5 0,5-8 0,-5-3 0,-2-3 0,-3 2 0,-1 5 0,-5-1 0,-3 10 0,1-4 0,1 13 0,8-7 0,1 2-40,6-8 12,-3-1 28,2-6 0,-8 2 0,0-3 0</inkml:trace>
  <inkml:trace contextRef="#ctx0" brushRef="#br0" timeOffset="10051">14942 2506 5734,'-5'-2'0,"-7"-1"0,7 3 0,-6 0 0,-1 3 0,-2 4-398,-2 0 412,-2 4 50,5 3 1,0 1-62,-2 2 4,0 9 0,3 3-3284,10 5 3273,-1-13 0,2 0 5,3-2 1,5 1 2,8 10 1,8 0-5,-2-9 1,3-1 0,1 1-1,-1 1 0,0 0 0,1-3-689,0-4 1,2-3 0,-3-2 691,10-3-85,-9-6 1,-1-2 81,-3-1 54,3-7 1,6-4-1,-7 1-54,1-7-82,1-1 1,-2-1 81,-11 1 0,-3 0 163,0-8-163,-7-3 0,-1-1 1134,0 12 1,-2-1-1135,-6-5 0,-3-5 0,-3-1 0,2 7 0,0 6 0,-2 1-577,-2-6 1,-4-3-1,2 6 577,-9 2 45,2 6 0,-3 3-75,4 4 0,-2 1 0,-1 2 30,0-1 0,0 1 0,-1 3 0,-7 5 0,0 4 0,3 2 0,-2 6 0,3 2 0,7-2 0,0 0 0,-1 0 0</inkml:trace>
  <inkml:trace contextRef="#ctx0" brushRef="#br0" timeOffset="16184">14429 2335 5734,'2'-6'0,"0"0"0,0 0 0,0-1 0,1 0 0,2-4 0,0-3 0,-1 3 3,2-7 8,-5 12 11,2-4-13,2 21-7,-1-4 7,1 14 1,1 9-1,-1-3 0,1 9-1102,-1-9 1,0 4 0,-1-4 1037,-1-7 1,-1-1 54,0 7 0,1 5 0,-1 1-568,0-2 1,1 3 0,-1-1 0,0 0 567,1 5 0,0 0 0,0-1-11,-1-7 0,0 1 0,0 0 0,1-1 11,1 1 0,0 0 0,0-1 0,0-4 0,-1 1 0,0-1-40,1 8 0,1 3 1,-1-9 39,-1-10 0,-1-4 209,0 2-209,0 2 0,-1-5 0,0 0 2246,-1-8-2246,2 7 67,0-2-67,0 3 3276,-1-4-3160,0-4-116,9-1 0,-5-2 0,13-2 0,5-1 0,2-1 0,0 0-1489,3-1 1,1 1 1488,2-1 0,0 0 0,-12 2 0,2-1 0,9 1 0,6-2 0,3 1 0,0 0-138,-3 2 0,0 0 0,1 0 0,2 0 138,-3 0 0,3-1 0,-1 1 0,0 0 0,-3 0-556,-2 2 0,-1-1 1,-2 1-1,-3 0 556,4 1 0,-6 0 0,-1 1 0,-4-1 0,1-1 210,-1 1-210,15 1 386,-6 0-386,-12-1 0,10 1 0,-20-2 2519,-2-1-2519,4 2 0,-3-2 0,5 1 2637,-6-1-2637,2 1 359,-3 0-359,-5-7 0,1 2 0,-4-6 0,1 4 45,-4-13 0,-1-2-45,0-3-614,-1 0 0,0-3 614,4 3 0,0-2 0,1 0-995,0-1 0,1-1 0,-1 0 995,0-4 0,0 1 0,1-2-41,0 1 0,2-2 0,0-1 41,2 2 0,1-2 0,0-1 0,0 2 0,-1 3 0,0 0 0,1 1 0,-1-1 0,1-5 0,0-1 0,0 1 0,0 4 0,0-5 0,-1 7 0,-3-4 804,0 16-804,-1 1 3276,1 6-3229,1 7 162,0 0-209,0-1 0,-2 2 0,-5 0 0,-17 2 0,2 1 0,-8 0 0,12 2 0,-3 1 0,-12 0 0,-2 1-1639,7-1 1,-1 0 1599,5 0 1,-2 0 0,-2-1 38,0 1 0,-3 0 0,-1-1 0,0 1 0,2-1-756,-4 1 0,3 0 0,-4 0 756,5-1 0,-2 0 0,-2 1 0,-1 0 0,2-1 0,4 0-57,0 0 0,2 0 1,1-1-1,-1 1 57,-7-1 0,-1 1 0,-1-1 0,2 1-119,3-1 0,2 0 0,-1 0 0,1 0 119,1 0 0,0 0 0,0-1 0,-2 1 0,-1 0 0,-4-1 0,0 0 0,3 0 0,5 1 70,-4-1 0,2 1-70,-4-1 0,-7 0 0,2 0 0,11 1 0,7-1 0,-14 2-90,29-1 1989,-1 4-2078,3 5 89,-1-2 313,3 3-223,-2 4 0,-2-1 0,-4 8 0</inkml:trace>
  <inkml:trace contextRef="#ctx0" brushRef="#br0" timeOffset="21204">9090 9457 5824,'11'-2'0,"1"1"90,24-4-45,-10 2 0,1-1-1684,3 0 1,0 0 1314,3-1 0,-1 1 324,-11 1 0,3 0 0,4 0 0,8-1 0,3 1 0,-1 0 0,-6 0-292,-3 1 0,-4 0 0,5 0 292,-1 0 0,6 0 0,4-1 0,0 1 0,-1 0 0,-3 0 0,-7 1 0,10 0 0,-4 1 0,2 0 0,2-1 0,-6 1 0,1 1 90,-4-1-90,-8 0 0,3 0-90,-9-1 0,-10 1 2427,0 1-2337,0 0 0,-3 1 0,1 1 0</inkml:trace>
  <inkml:trace contextRef="#ctx0" brushRef="#br0" timeOffset="22899">8655 12343 5751,'-11'-2'0,"1"0"0,2 0 0,-8-1 0,8 1 0,-5-1 0,3 2 0,4 0 44,-4-1-15,37 2 1,-4-1 0,5-1 0,-1 1-1669,9 0 1,1-1 1629,-4 0 1,1 0 0,8-1 24,-16 1 0,5-2 1,3 1-1,3-1 0,1-1 1,1 1-1,0-1 0,-1 1 1,-1 0-1,-3 0 0,-3 1-394,3-1 0,-3 1 0,-3 0 0,1 1 0,3-1 0,4-1 384,-8 1 0,3 0 0,3 0 0,1-1 0,2 0 0,1 0 0,1 1 0,0-1 0,0 0 0,-1 0 0,-1 0 0,-1 1 0,-3 0 0,-2 0 0,-3 1-109,9-1 1,-4 0 0,-3 1 0,-1 1 0,1-1 0,3 0 102,0 0 0,2 0 0,0 0 0,1 0 0,0 0 0,1 0 0,1 0 0,-4 1 0,2 0 0,0 0 0,1 1 0,-1-1 0,1 0 0,-1 1 0,-2-1 0,-1 1 0,5 0 0,-2-1 0,-2 1 0,1 0 0,1 0 0,2 0 0,-5 0 0,2 0 0,2 0 0,1 0 0,-1 0 0,1 1 0,-2-1 0,-2 0 0,-2 1 0,6 0 0,-4-1 0,-2 2 0,4-1 0,4 2 0,-10-1 0,1 0 0,3 1 0,2 1 0,1-1 0,2 1 0,0 0 0,0 0 0,1 0 0,0 0 0,-1 0 0,-1 0 0,-1 0 0,-1 0 0,-1-1 0,0 1 0,0 0 0,0 0 0,-1 0 0,1 0 0,0 0 0,0 0 0,0 0 0,0 0 0,1 0 0,0-1 0,0 1 0,1 0 0,1 1 0,-1-1 0,2 0 0,-1 0 0,0 0 0,0 0 0,0 0 0,-1 0 0,-1 0 0,0 0 0,-2 0 0,0 0 0,6 1 0,0-1 0,-1 1 0,-1 0 0,0 0 0,-3-1 0,-1 0 0,-2 0 0,-3-2 0,9 1 0,-5-1 0,-2 0 0,-1-1 0,4 0 0,0-1 0,-2 0 0,-4 1 0,-1-1 0,1 1 0,6-2 0,0-1 0,-6 1 43,-2-1-43,-4 1 0,-1-1 0,-7 1 1380,-3 0-1290,7 2-90,-6-1 2268,18 7-2358,-14 2-2268,3 0 2358,-8-2 1728,-6-3-1728,-3-2 0,-6-5 0,-4-4 0</inkml:trace>
  <inkml:trace contextRef="#ctx0" brushRef="#br0" timeOffset="73085">12795 4967 5734,'3'-6'90,"0"-2"90,-2 1-90,-1 1-1,-3 1-44,-14 8 0,-6 6-45,2 0 0,-1 1-1639,-6 1 1,0 1 1580,6-1 1,-1 2 57,0 2 0,-2 3 0,3 1 32,0 6 0,0 1-32,1-6 0,-2-1 0,5 0-650,6 2 1,6-3 649,7-7 0,9 9 0,16 5 807,-5-2-807,11-3 12,-8-12 0,-1-2-12,-1 0-69,2-1 0,-3-1 69,-10-4 0,5-6 0,-3-1 1895,1-4-1895,-7-8 0,-5-4 0,-9-6 0,-2-2 0,6 4 0,-2 0 820,-6-3 1,-4 5-910,-13 5-3188,2 10 2873,-1-1 317,7 14 1,17-1 0,0 3 0</inkml:trace>
  <inkml:trace contextRef="#ctx0" brushRef="#br0" timeOffset="74288">14187 5315 5742,'-5'4'0,"1"0"0,4 0 0,2-1 0,9 1 0,-4-2-3,6 0 12,-6-1-1,2-1 15,12 0-9,10-4-9,-1 2-2884,2-4 2887,-11 1-2,12-5 0,4-6 53,-15 0 1,0-2 0,0 0-60,4 0 0,1 0 0,-2-1-812,-7-1 0,-1 0 0,-4 1 857,-4 0 0,-1 1-45,0-1 0,1-2-258,3-7 1,1-3 0,-1 1 257,0 4 0,-1-1 174,0 1 1,1-3-1,0 4-174,-2 4 0,0 2-523,3-5 523,-3 4 0,3-1 951,1 1 1,3 0-952,8-4 0,3 0 0,-9 7 0,2 0 0,0 1 0,4 0 0,1 1 0,-2 2 0,-3 4 0,-2 1 0,-1 0 0,0 2 0,18 0 0,-18 4 0,8 2 0,0 2 0,-7 4 0,10 5 888,-6 10-888,-11-3 0,1 5 0,-1 2-567,0-1 0,1 3 0,-1 0 0,0-1 567,3 7 0,0 0 0,0 2 0,-3-6 0,1 2 0,0 0 0,-1-1 0,-2-6 0,1 2 0,-1-2 0,2 1 0,0 2 0,1-2 45,0-1 0,0-3-45,5 8-307,-5-8 1,0-1 306,-2-2 0,8 7 0,-8-11 0,8 9 523,6-3-613,0-5-343,5 4 433,-7-10 0,0-3 0,-10-4 0,10 1 0,-10-3 0</inkml:trace>
  <inkml:trace contextRef="#ctx0" brushRef="#br0" timeOffset="75170">12888 5173 5804,'-9'-1'20,"-3"-2"-20,4 3 180,-1-3-90,23-2-90,-8 3 0,15-5 89,-1 6-178,-10 1 89,10 0 0,1 2 0,-10 0 0,12 2 0,-15-1 0</inkml:trace>
  <inkml:trace contextRef="#ctx0" brushRef="#br0" timeOffset="75386">12871 5295 5753,'6'5'28,"1"-1"-19,1-4 13,15-3-13,-6 1-6,12-2-3,2-1 0,0-1-3277,-4 1 3219,3-1 1,-2 0 57,-16 4 0,4-2 0,0 0 0</inkml:trace>
  <inkml:trace contextRef="#ctx0" brushRef="#br0" timeOffset="78089">13335 5155 5734,'6'-3'50,"-1"1"-10,3 1-40,-3 0 0,12-3 0,-8 1 0,7-2 0,-3-1 0,7-13 0,-5 6 45,1-11 0,-2-1-45,-5 7 0,-1-1 0,-1 0 0,-2-1 0,-1 4 0,8 25 0,-6-3 0,0 11 0,-1 5 0,-2 6 0,-1 2-45,-1 2 0,0 0-1594,1 1 1,-1-1 1580,-1-6 1,-2-1-138,-1 0 1,-1-1-1,-2 5 1,1-3-1,0 0 1</inkml:trace>
  <inkml:trace contextRef="#ctx0" brushRef="#br0" timeOffset="78338">13384 5487 5734,'21'-2'9,"-1"-1"0,3 0 1,1-1-1649,5-2 1,5-2 1467,-4 1 1,4-1 0,0-1 0,-2 1 170,1-1 0,-3 1 0,2-1-164,0 0 0,3 0 0,-1-1 0,-1 1 0,4-2 0,-2 0 0,-1 0 0,-5 2 0,0 0 0,0 0 0</inkml:trace>
  <inkml:trace contextRef="#ctx0" brushRef="#br0" timeOffset="80374">18469 5281 5734,'0'7'0,"0"-1"0,0-2 0,4 3-3277,3-2 2308,1 0 1837,0-1-837,19-4-26,-13-1 1,17 0 11,-1-7-1143,-12 3 0,0-2 1126,18-4 0,-5-3 0,-9-3 0,-1-1 0,0-1 911,0-1 1,0-1-912,-7 4 0,-1 1-993,1-2 0,-1 0 993,1 0 0,-1 1 0,8-12 993,-6 7 0,0 2-993,1-3 0,0 1 0,4-4 0,-2 2-993,-5 6 0,0 1 993,5-6 0,-1 1 0,5-7 81,-12 13 1,1-1-82,2 0 0,1-1 0,-1 0 0,-1 1 0,9-8 0,-4 9 0,9-3 0,-10 8 0,1 1 0,5-2 0,-2 2 0,5-2 2269,8 1-2269,-24 8 0,10-3 0,-14 5 0,7-1 0,10 2 0,-4 0 0,5 2 0,-2 3 0,1 1 0,4 2 0,5 3 0,0 1-1135,-11 0 1,-3 1 1134,0-3 0,-2 0 0,10 13 0,-9-5 0,0 2 0,1 4 0,2 1 0,1 1 0,-1 0 0,-2-2 0,-3-3 0,-3-4 0,5 7 0,0 1 629,2 1-629,-4-4 0,-7-11 0,4 5 0,0 2 0,-1-3 0,7 10 0,0 1 0,-4-8 0,7 10 0,-10-15 0,-1 0 0,12 16 820,-6-12 0,0 1-820,-2-1 0,-1-2-1132,12 12 1132,-16-19 0,8 6 0,6 4 0,-2-2 0,1 0 0,-1-5 0,0 0 0,0-1 0,1 0 0,2 1 45,-1-3 0,1 0-45,1-1 0,1 0-524,1 2 1,0-1 523,-5-3 0,0 1 1134,8 1 1,-1-1-1135,0-1-169,-1 1 1,1 0 168,7-1-2157,-5-3 2157,4 2-89,-13-3 2246,-12-2-2157,7-5 0,-10 2 0,7-4 0</inkml:trace>
  <inkml:trace contextRef="#ctx0" brushRef="#br0" timeOffset="81305">17886 4955 5739,'7'-2'0,"-1"1"0,-1 0 85,1-1 5,1 2 0,-17 6-1729,-6 2 1,-2 1 1580,1-1 1,-1 0 57,-5 1 0,-2 3-727,4 1 1,-2 2 0,4-1 726,-7 6 0,-4 0 0,6 3 0,22 7 0,5-11 0,9 13-30,7-18 0,9-1 0,-4-1 30,9 5 726,-3-5 0,6 2 1,-6-4-727,-5-7 0,10 2 0,-25-8 3276,-21-12-3218,-11-2 0,-4-1-1697,5 2 1,-1 1 1580,-6-4 1,-1 2 57,8 6 0,2 1-2269,-8-4 2269,1 1 0,17 4 0,12 8 0,12-1 0,-4 2 0</inkml:trace>
  <inkml:trace contextRef="#ctx0" brushRef="#br0" timeOffset="81625">18027 5086 5742,'7'-2'34,"1"-1"-3311,19-4 935,-11 4 3046,13-4 1,1 0-733,-11 3 273,1-1 1,-1 1-246,-10 2 0,-2 1 0,0 0 0</inkml:trace>
  <inkml:trace contextRef="#ctx0" brushRef="#br0" timeOffset="81838">18102 5172 5776,'10'4'48,"24"-7"-3325,-2-5 2800,-13 3 0,0 1 1,3-6-1,-13 5 0</inkml:trace>
  <inkml:trace contextRef="#ctx0" brushRef="#br0" timeOffset="82290">18352 4928 5781,'8'-5'43,"18"-3"-43,-11 3 0,9 1 0,1 1 0,-10 3 0,14 21 0,-33-5 0,-6 3-1639,5 1 1,-1-1 1580,-7 2 1,0-1 147,-5 3-90,-1 3 0,0 1 0,4-3 0,-2 5 0,7 0-2269,20-15 2269,0 5 0,9-10 0,-7-7 0,11-1 0,3-2 378,-5 0 0,-1 1 0,5-1 0,-2 1 0,3 0 1</inkml:trace>
  <inkml:trace contextRef="#ctx0" brushRef="#br0" timeOffset="84392">14701 6516 5748,'1'-7'22,"1"1"-16,3 3-1,0-1 9,5-1-11,-1 1 6,8-3 8,11 2-17,-9 1 0,6 5 0,0 3 0,-4 3-1083,-3 0 1,-1 0 1082,-2 3 90,2 5-1428,-1 5 1,1 2 1337,3 3 0,-6-2 0,2 5 0,-2-3 0,-6-6 0,0-1-537,3 8 0,0-1 537,1 4 0,-7-15 335,4 5 0,1 4-335,-1-2 0,0 2 0,3 5 0,-1-1 0,-3-8 0,-1-1 0,2 4-670,2 4 670,-3-8 126,1 4 1,0 0-127,-3-4-253,5 11 253,-7-17 0,1 0 0,5 12 0,-3-9 848,4 5 1,-1-1-849,-1-6 0,7 10 0,-8-9 0,5-1 825,4 2-825,-3-3 3276,-1-5-3160,-3-5-26,7-2-90,-3 0 0,21-8 0,-17-3 0,9-3 0,-10-5 0,-8 0 0,-1 0 0,3-6 0,-3 1 0,1-4 0,-2 4-3277,-1-2 3219,0 0 1,0 0 57,-2 10 0,2-14 0,-2 7 0,1-1 0,1-13 30,-1 13 0,0-4 0,0 5-2299,1-1 2269,-1 0 0,1-1 0,0 4 0,1 1 0,1-3 0,1 0 0,0-1 0,0 0 0,0 4 0,-1-1 0,3-3 0,0 3 0,-2 0 0,1-1 0,-1 3 0,-5 8 0,4-7 0,2-2 0,-2 3 2269,0 2-2269,-6 10 0,4-7 0,-2 5 0,2-4 0,-2 5 0,0 1 3122,4 0-3122,2 2 0,-2 2 0,-1 1 0,-5 1 0</inkml:trace>
  <inkml:trace contextRef="#ctx0" brushRef="#br0" timeOffset="86892">18288 6461 5734,'6'-5'0,"-1"1"17,18-1-6,-12 3 8,11-1 1,2 1-6,-2 4-8,9-1-4,-14 4-1,11 17-360,-14-7 359,5 12 0,5 8 0,-5-4-1637,-8-11 1,-2-1 1636,5 7 0,1 4 0,0-1 0,-4-4 0,-1-1 0,-1-2-605,-1-3 1,0 1 604,4 10 0,2 4 0,-2-1-328,-4-7 0,-1-1 1,0-1 327,3 8 0,0-1 0,-1 1 0,-1 0 0,-2-6 0,-1 2 0,0-4 0,-1-5 0,0 0 295,1 5 1,0 3-1,1-2-295,0-1 0,0-1-443,2 3 0,0 1 443,0-2 0,0-1 1017,-1-2 0,1-1-1017,1 4 0,-1-1-2034,0 1 2034,0-2 0,-1 2 0,-4-6 0,0-1 0,1 3 0,-1 0 0,1 0 0,0 0 171,-1-2 1,0-1-127,4 6 0,-1-1-45,-1-1 0,4 11 0,1 0 0,-4-6 0,3 7 2269,-3-10-2269,3 3 3276,3 6-3160,1-1-1868,-3-10 1752,-5-14 0,-1 0 0,5 5 0,-3-5 0,9 12 0,-9-13 0,5 5 0,-2-6 0,5-4 0,-3 1 1752,20-9-1752,-18 1 0,12-5-1868,-15 5 1868,0-1 0,5-4-1387,2-3 0,0-2 1387,6-4 0,-3 0 0,2-4 0,-3 2 0,1-3-178,-2 2 1,1-3 177,-4-2 0,-1 1-477,-5 8 0,0-1 477,6-9 0,0-1 0,-4 5 0,-1 0 45,0 0 0,0 1-45,-1 2 0,-1 0 0,0 2 0,-1-1 45,3-12 0,0 1 44,-2 2-149,2-3 0,-1-2 104,-4 10 1,0 0 0,3-8 0,-1-1-45,0 3 0,-1 0 1032,1 0 1,1-1-1003,0 2 0,1-2 0,-1 3-30,-2 8 0,1-1 0,2-8 0,1-6 0,1-1 0,-2 6 0,0 2 0,0 2-827,2-10 1,0 1 826,-5 13 0,0 3 2268,-1-3-2268,3-6 0,1-4 0,1 0 0,-1-1 0,-2 9 0,0-1 0,0 1-853,1-4 0,-1 4 853,-1 2 0,0 5 1273,1-1 0,2-3-1273,2 0 0,0-1-1273,0-1 0,0 2 1273,9-11 0,-11 19 0,0 2 0,9-7 1706,-7 6-1706,3-1 0,1 1 0,-2 5 0,7-6 0,-3 8 0,7 2 3276,-5-1-3218,3 4 0,-1 0-3335,-2 1 3162,10 1 115,-7 1-2268,7 2 2268,-7-1 0,1 2 0,-1-1 0,-9-1 0,13 4 0,-19-5-90,6 3 90,3 4 0,-2-1 0,1 1 2268,3 9-2268,-9-8-90,10 16-180,-14-11 181,-1-1-246,-4 0 335,-3-4 0,-3 4 0,-2 1 0</inkml:trace>
  <inkml:trace contextRef="#ctx0" brushRef="#br0" timeOffset="87826">18305 6416 5787,'-11'-1'37,"-6"1"-37,2-1 0,0 1 0,-1 0 0,-12 3 0,12-2 0,-6 4 0,0 0 0,5 2-1640,-9 4 1640,13-3 0,0 2 0,1 4 0,0 2 0,-2 1 0,-6 13 0,13-7-8,3-4-15,0 3 23,4-6 0,3-6 0,0-1 0,0-1 0</inkml:trace>
  <inkml:trace contextRef="#ctx0" brushRef="#br0" timeOffset="89459">15428 7348 5734,'1'5'81,"-2"3"-73,0-4-7,-1 2-1,2-1 0,6-10 0,-3 1 0,3-6 0,-5 3 0,-1 0 90,-6-6-90,3 6 0,-13-1 0,11 13 0,-4 0 0,10 3 0,1-5 0,3-1 0,-1-3 0,0-1 0,0-1 0,-6-7 0,1 6 0,-8-7 0,4 11 0,-3-1 0,4 4 0</inkml:trace>
  <inkml:trace contextRef="#ctx0" brushRef="#br0" timeOffset="89926">15405 7229 5745,'-1'-7'50,"-12"3"-38,2 9-10,-8 2 5,-6 18 1,3 8-8,13-5 0,2 0 0,-5-4 0,-2-1 0,6 0-1227,7 3 1,6-4 1226,6-5 0,17 7-1290,-9-15 1,0-1 1289,-1 1 0,-1-2 0,19-2 0,-9-18 0,-2-4-792,-2 2 792,2-1 0,-3-5 0,-16 0 0,-6-3 0,-6-4 0,-2-1 0,3 1 0,0 0 171,-6 1 1,-5 5-172,-8 9 0,-2 6-343,-1 2 343,1 1 0,0 4 0,0 26 0,15-11 0,-4 19 0,16-13 0</inkml:trace>
  <inkml:trace contextRef="#ctx0" brushRef="#br0" timeOffset="91210">19143 8164 5804,'-8'-2'110,"0"1"-110,-1 4 90,-2 4-90,1-1 0,-4 12 0,12-11 0,1 9 0,8-11 0,2-3 90,3-13-90,-8 4 0,2-7 0,-7 9 0,-2-4 0,0 1 89,-2 1-89,-2 9 0,4 2 0,0 4 0,7 1 0,2-3 0,1 0 0,0-8 0,-9-5 0,1 1-89,-8 1-91,6 6 180,-1 2 0,4 1 0,2 1 0</inkml:trace>
  <inkml:trace contextRef="#ctx0" brushRef="#br0" timeOffset="91743">19188 8046 5824,'-1'-6'90,"-7"-5"0,4 7-90,-7-5 0,5 6 90,-11 1-3367,-4 1 2302,-1 1 975,2 3 860,6 1-816,-9 10 1,-2 8-45,11-2 0,2 2 0,-2 0 0,-11 5 0,2-1-185,7 6 1,8-2 184,15 4 0,6-15 0,2 0 0,-5 0 0,1-2 0,6-1 0,3-3 45,10-5 0,1-5-45,5 1 0,-12-4 0,7-2 0,0-1 0,-5-2 0,1-6 0,-2-3-500,-1 5 0,1 0 0,-4-2 500,0-8 0,-5-5 78,-10-3 0,-4-4 0,0 2-78,3 4 0,-4-1 22,-8-3 1,-6-6-1,-3 1 1,-2 9-68,-12 5 0,-4 5 19,9-2 1,-2-2 0,-1 5-65,2 8 0,-2 4 0,1 2-39,-8 6 0,1 2 1,4-1-1,0 0 1,-3 5-1,-1-1 1</inkml:trace>
  <inkml:trace contextRef="#ctx0" brushRef="#br1" timeOffset="96494">18511 7799 11937,'2'3'-2579,"11"1"3100,5 5-417,11-2 13,-4-3 0,7-1 0,2 1 0,-5-1-33,2 0 0,3-1-382,-9 0 1,5-1 0,4 0-1,2 1 1,1-1 0,0-1-1,-2 1 1,-2-2 329,0 0 1,-1-1-1,-2 0 1,1-1 0,0 1-1,0-1-475,4 2 1,0-1 0,1 1-1,-1-1 1,0 0 0,-2 0 585,-1-1 0,0 0 0,-1-1 0,-1 1 0,0-1-32,5-1 1,1-1-1,-3 0 1,-4 2-281,1-1 1,-1 0 244,-2 1 0,4-1 0,-2-1 0,-4 2 165,11-3 58,-10 2 175,4-1-325,-11 3 2055,3 3-2484,-3 5-151,2-1-13,-11 4-129,-7-3-276,-1 3-42,5 27 494,-5 0 0,1 3 31,-1-2 1,1 1-84,-2-11 0,-1 1 0,0-1 289,-1 11 0,-1 0-634,2-8 1,-1 1-1,0-1 716,0-2 0,0-1 0,1 0 696,-1 3 1,1-1-1,2 2-633,1-1 1,1 3 0,1-2 0,-1-3-64,0 0 1,1 0-186,1 8 0,0 4 1,1-6 155,-2-12 0,1-2 35,3 12-67,0 1 1167,-5-15-980,0-5 3047,-3-4-3105,3 5 156,-3-9-146,-3 1 1075,-1-2-1075,-5-1 45,-25 0 0,-8-1-45,21 0 0,-3-1 0,-1 0 0,-6 0 0,-4 0 0,-2-1 0,-1 0 0,1 1 0,2-1-656,-4 0 1,2-1-1,0 1 1,-1-1 0,-1 0 638,6 1 1,-1 0-1,-1-1 1,0 1 0,-1 0-1,1-1 1,1 1 16,-5-1 0,-1 0 0,0 1 0,1-1 0,3 1 0,2 0-21,-6-1 0,3 1 1,1 0 20,-2 0 0,1-1 0,3 2-551,3-1 0,5 1 551,-3-1-942,4 1 1,0-1 941,-2 1 941,-3-1 1,3 0-942,13 1 0,-13-1 52,20 1-52,-1 0 1112,0 0-1112,0-1 3276,-1 1-3160,0-4-116,3 0 0,-1-2 0,4 1 0,-1-6-3277,-2-11 3162,1 3 115,0-7 0,3-7 0,1-2 0,-1 0-756,1 10 0,0-4 0,1 4 756,0-8 0,0-1 0,1-5-415,-1 4 1,1-1 0,1-2 414,-2 11 0,1-1 0,-1 0 0,1-3 146,1-2 1,1-3-1,0-1 1,0 3 0,-1 4-192,1-5 0,0 3 15,0 1 0,1-1 0,-1 7 30,-1 4 0,-5 13 0,1-5 0</inkml:trace>
  <inkml:trace contextRef="#ctx0" brushRef="#br0" timeOffset="104945">19570 2162 5734,'-4'-5'90,"1"-1"90,0 3-90,4-2-90,3 3 89,30-2-3366,-4 3 3264,-7 0 1,-1 0 12,8 1 0,-2 2 45,-4 2 0,-4 6-45,-20 15 0,-5 4 45,6-6 0,-4 1-801,-9-2 0,-5 1 0,-1-4 756,0-1 0,1-3 0,1-1 0,1 0 0,-1 4 0,0 0 0,-7 7 0,18 10 0,21-29-793,8 4 793,0-10 0,2-2 633,6-3 0,1-1-633,-9 0 0,0-1 0,9-1 0,-2-2 0,-4-5 0</inkml:trace>
  <inkml:trace contextRef="#ctx0" brushRef="#br0" timeOffset="105478">19676 1900 5914,'-9'-18'0,"0"5"0,-2-2 90,-8 6-45,-8 16 0,-2 5-1684,9-5 1,0 1 1313,-1 1 0,-2 3 0,0 5 361,4 4 0,0 7 0,1 2 0,1 0 0,2-4-332,2-4 1,2-3 0,0 6 295,1 2 0,-2 6 0,1 4 0,0 1 0,3 0 0,4-2 0,5-4-228,7-2 1,7-2 0,2-1 0,1-1 0,-3 2 227,-4 2 0,-4 0 0,1 1 0,2-2 0,7-2 0,5-7 0,5 0 0,5-2 0,1-2 0,0-2 0,-3-2 0,-5-3 0,11-1 0,-1-4 0,-8 0 0,4 1 0,2-1 0,-2-2 0,-1-3 0,-2-7 0,-1-3 0,-1-3 0,-1-1 0,-1-3 0,-2-1 0,1-1 0,0 0 0,4 1 0,1 0 0,-1-2 0,-3-1 0,-3-2 0,-1-2 0,-3-2 0,-4-3 0,-4-2 0,-3-3 0,-3-2 0,-4 0 0,-5 2 0,-5 5 0,-5 1 0,-4 1 0,-2-1 0,1 1 0,2-1 0,4 0 0,1-2 0,0 1 0,-1 1 0,-1 2 0,-5 3 0,-4 3 0,-4 1 0,-2 3 0,-1 2 0,1 4 0,3 3 0,-8 5 0,2 6 0,-1 3 0,5-1 0,0 1 0,0 1 0,-3 2 0,5 1 0,-2 2 0,0 1 0,-1 0 0,0 1 0,2 0 0,-3 0 0,1 1 0,1-1 0,0 2 0,-1-1 0,-1 3 0,0 0 0,-1 0 0,3 1 0,2-1 0,-3 7 0,4-1 0,1 0 0,7-4 0,-1-1 0,0 0 0</inkml:trace>
  <inkml:trace contextRef="#ctx0" brushRef="#br0" timeOffset="107643">6476 8914 5734,'-7'1'90,"1"1"180,2-1-270,5 3 179,9 0-179,1 1 90,8-2 0,4 0 0,4-2-90,-5 0 0,2 0-1093,8 1 1,5 0 0,-3-1 1079,-2 0 1,0 0 42,-1-1 0,2 1 0,0 0-30,1 0 0,1-1 0,-3 0-1134,3 1 0,0-1 1134,-7 0 0,2 1 0,-3-1 135,0-1 0,-4 1-45,3 0 929,-7 0 0,-1 0-929,-7 0 0,-1-1-180,-2 1 90,2-1 0,-13 2 0,0 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49:53.21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17959 11542 5734,'7'1'0,"-2"0"0,-2 0 22,1 8-13,-2-1 5,1 6 1,-2 9 0,-1 7 0,0-2-1654,0-6 1,1 0 1599,-1 10 1,0 3 0,0 1-689,0-2 1,0-1 0,1-2 726,-1 3 0,0 0-85,0 0 1,1 4 0,-1-3 84,-1-2 0,1 3 0,0-10 0,-1 6 0,1 2 0,0 2 0,-1 0 0,1-3 0,0-3 0,-1 7 0,1-4 0,-1 6 0,1-9 0,0 4 0,0 4 0,0 2 0,-1 1 0,1-1 0,0-2 0,0-3 0,0-4 0,1 4 0,-1-5 0,1-1 0,0 3 0,-1 3 0,1 3 0,0 0 0,0-1 0,0-4 0,0-1 0,0-4 0,1 0 0,2 3 0,1 1 0,0-6 0,0 7 0,2-3 0,-1-3 0,-3-16 0,3 7 0,-2-5 0,1 3 0,-1-2 0,-2-8 486,13 2 1,6-2-487,-2-4 0,2-1 186,8 2 1,5 0-165,-8-3 1,3 0-1,2-1 1,2 0-23,-1 1 0,3 0 0,2-1 0,1 1 0,-1-1 0,1 1 0,-7 0 0,-1-1 0,0 1 0,1-1 0,1 1 0,2 0 0,3 0 0,-5 0 0,2 0 0,2 1 0,2-1 0,2 0 0,0 1 0,1-1 0,0 1 0,0 0 0,-1-1 0,-2 1 0,-1-1 0,-3 1 0,-3-1 0,8 1 0,-5 0 0,-2-1 0,-1 1 0,1 0 0,1-1 0,3 1 8,-3 0 0,3 0 0,1 0 0,2 0 1,1 0-1,-1 0 0,0 0 0,-2 0 1,-3 0-1,-2 0 0,-4-1-390,7 2 1,-5-1-1,-2 0 1,5 0 381,-5 0 0,3-1 0,1 1 0,1 0 0,1 0 0,0-1 0,0 1 0,-1-2 0,0 1 0,1-1 0,0 1 0,0-1 0,0 0 0,-1 1 0,0-1 0,0 1 0,1 0 0,-2 0 0,1 0 0,-1 0 0,0-1 0,0 0 0,3 0 0,0 0 0,0 0 0,0-1 0,-2-1 0,-1 0 0,6-2 0,-1-1 0,-2 0 0,-5 1 0,2-1 0,0 1 251,1-2 0,5 0 0,-1 0 0,-9 1-251,-2-2-90,6-2 2195,-22 5-2824,-13-6 719,-13-5 0,-7-3 0,6 9 0,0 0 0</inkml:trace>
  <inkml:trace contextRef="#ctx0" brushRef="#br0" timeOffset="1350">18587 13518 5824,'1'-7'90,"0"1"-90,0-3 90,1 2-90,1-12 90,0-2-2084,1-1 1994,-1-1 90,0 7-90,0-13 0,-1-2 0,1 3 30,-1 1 0,0-4 0,-1 4-2762,-1 0 2732,1-10 0,-1 22 0,-1 9 90,1-4 1243,-1 4-1333,0-3 0,-4 9 0,0 4 3276,-1 2-3160,2 0-116,-1 2 0,3-5 0,-1 5 0,3-4-90,1 2 90,4-4 0,-2-2 0,3-4 0,-4 0-90,-1-6 90,-2 5 0,0-6 0,-4 12 0,4 0 0,-2 4 0,4-2 0</inkml:trace>
  <inkml:trace contextRef="#ctx0" brushRef="#br0" timeOffset="2433">19048 13527 6004,'3'-6'0,"-1"0"90,3-17-90,-2 9-3277,4-19 2696,-4 11 581,0-7 372,0 5 0,0-5-372,-1 4 0,-1-4 0,1-1 0,-1 0-132,1-4 0,-1-1 1,-1-4 131,0 8 0,-1-4 0,0-3 0,-1-1 0,0 2 0,1 1 0,-1 6-734,0-7 1,0 5 0,0-4 733,-1 2 0,0-4 0,0-2 0,0 4 0,1 6 0,-1-1 0,1 5-81,0-6 0,0 3 81,1 9 0,0 1 43,2-18-43,0 28 77,1-5-77,-1 17 2269,-2 8-2269,-1 1 3276,0 5-3160,1-10-116,1 1 0,1-5 0,2-4 0,1-1 0,1-10 0,-3 3 0,0-2 0,-2 3 0,-3 2 0,-4 9-90,2-1-51,-1 7 141,8 1 0,3-4 0,3 1 0</inkml:trace>
  <inkml:trace contextRef="#ctx0" brushRef="#br0" timeOffset="3804">19495 13568 5914,'1'-10'180,"0"-1"-180,2-2 0,-1 3-1708,1-5 1708,0 5 312,0-18 1,1-2-313,-1 3 0,0-4 0,0-7 0,0 4-1408,-1 9 0,0 1 1408,0-7 0,-1 0-1393,2-4 1393,-3 21 0,0-15 0,0 15 464,0-14-464,1 13 0,0 2 0,0 0 0,0 3 0,-1 0 0,1 1 2637,1-7-2637,-1 10 2280,1-8-2280,0 7 0,-1 0 0,2-1-269,-3 4 269,-1 4 0,-4-3 0,0 8 0,-1-6 0,-2 7 0,4 0 0,-3 2 0,4-2 0,1 1 0,2-2 0,1 0 0,4-10 0,-1 2 0,1-6 0,-4 5 0,-3-8 0,0 6-90,-3-6 90,1 11 0,0 2 0,2 5 0,2 0 0</inkml:trace>
  <inkml:trace contextRef="#ctx0" brushRef="#br0" timeOffset="5399">20120 13538 5770,'5'-3'54,"0"1"36,-3-2 0,1 1-90,-2-2 90,-1-4-90,0 0 89,-1-2-89,1 1-1639,-1-8 1,0-3 1613,0-1-136,1 0 1,-1-2 160,1-6 0,0 1-2162,0-4 2162,1 4 0,-1 2-51,-1 9 51,0 4 0,-1-4 0,1 6 0,0-2 208,1 4-208,0 4 2195,-1-6-2195,0 8 311,1-3-401,0 1 90,1-1 0,1 3 3276,0 0-3160,0-4-116,1 2 0,1-6 0,-2 5 0,0-5 0,-1 5 0,-1-2 0,0 1 0,0-2 0,-1 3 0,-1-5 0,1 6 0,0-2 0,0 4 0,-2-8 0,1 5 0,0-10 0,3 4 0,0 2 0,-1-1 0,0 2 0,0 2 0,0-4 0,-1 5 0,0 1-90,-1 1 90,0 3 0,-2 2-90,0 1 90,-1 5-89,3 0-1,1 0 90,3-1 0,3-5-90,0-4 90,0-1 0,-3-2 0,-4 2 0,-1 2 0,-1 2-90,-1 1 90,-4 1 0,3 1 0,-2 0 0</inkml:trace>
  <inkml:trace contextRef="#ctx0" brushRef="#br0" timeOffset="13800">19087 12259 5734,'2'-9'0,"-1"0"0,-3 4 0,-5-3 3,1 5 25,-25-3-26,17 7 4,-23 1 0,9 5-4,5 0-3015,-3 3 3016,13-3 0,-3 8 0,-1 1-3,0 2-931,1 0 1,2 0 930,5-1 3,3-1-3,-2 12 0,5-6 0,1 1 1,0 0 1,2 1-94,6 6 0,3 3 0,0-4 93,-4-9 1,3-1-1,13 7 0,5 2 0,-2-8-1,0-8 594,2-1 0,3-2-594,-2-10 0,0-4 0,0-1 0,0-2 1,-3 1 0,2-1 0,-3 0-1,2-1 0,-1-5 1,-3-9 0,0-4 0,-4 1 0,-5 7 0,-2-1 588,4-3 0,1-4 0,-6-1-588,-6 3 0,-5-1 0,-2 1-1332,-6-11 1,-1 1 1330,5 8 0,0-1 0,-3 1 0,-2 2 0,-3 1 0,-2 1-319,-9 0 0,-4 3 0,2 2 319,3-2 0,-1 1 0,-1 2 0,-3-1 0,0 9 0,0 12 0,0 6 0,3 1 0,4-2 0,1 2 0,-8 2 0,-2 3 0,5 1 0,10-1 0,2 1 0,-7 8 0,-2 2 0,0 2 0,0-1 0</inkml:trace>
  <inkml:trace contextRef="#ctx0" brushRef="#br0" timeOffset="16317">19170 12287 5734,'3'1'87,"8"-6"-84,8-2-3,8-5 0,-3-1 0,8-3 0,2-1 0,-2 1 0,-2 0 0,-1 1 0,6-2-243,-9 4 0,3-2 1,3-1-1,1-1 1,2 1-1,-2-1 1,0 1-1,-2 1 243,1 0 0,-1 0 0,-1 0 0,0 1 0,0 0 0,0 0-402,0-1 1,1 1 0,0-1 0,0 1 0,-1 0 0,-2 1 401,8-4 0,-1 2 0,-3 0 0,-2 3-16,2-2-1,-1 0 39,-1 0 1,3-2 0,1 0-1,-3 1-22,-4 3 0,-2 0 0,2-1 0,-1 0 0,2-1 0,-1 1 0,-5 1-179,9-4 128,-35 15 51,-7 5 0,-9 4 0,-2 1 0</inkml:trace>
  <inkml:trace contextRef="#ctx0" brushRef="#br0" timeOffset="17234">19178 12106 5734,'5'6'0,"-2"-1"0,0-3 0,0 0 0,-1 1 14,1-1 3,-1 2-12,-1 1 4,-1-1 2,0 4-3288,-5 9 3190,2-4 92,-4 7-5,-2-1 1,1 0-1,0-2-461,-2 3 0,1-2 461,4-8 0,-2 6 0,1 0 0,1-2 0,12 0 0,-2-11 0,9 1 0,22-12-1347,-8 3 1347,-7 0 0,1 0 0,11-2 0,-15 4 0,3 0 0,0 1 0,0 0 0,14 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38:28.56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8144 9475 10321,'-5'-8'2069,"5"2"-1889,3 3 0,3 2 0,1 0 0,0 1-1,2 0-89,2-1 90,3 0 0,3 1 0,7-1 0,3 2-90,8-1-758,-14 1 0,1 0 713,3-1 0,0 1 45,2 0 0,2 0-45,1 0 0,2 0-862,3 0 0,1 1 862,2 0 0,1 0-15,-10-1 0,1 1 0,0-1-773,0 1 0,0-1 0,1 1 773,1 0 0,0 0 0,0 0-517,1-1 0,0 1 0,0-1 487,1 1 0,0 1 0,1-1-195,-1 0 1,1 0 0,0 0 224,0 0 0,1 1 0,-1-1-18,1 1 0,1-1 0,-1 0 18,0 0 0,0 1 0,1-1-30,0 0 0,1 0 0,-1 0 29,0 1 1,0-1 0,0 1-30,0-1 0,0 1 0,0-1 30,-1 1 0,0-1 0,0 0-30,-1 1 0,-1 0 0,1-1 0,-1 0 0,-1 0 0,1 0-119,-2 1 1,0-1 0,0 1 118,-1-1 0,0 0 0,-1 0 30,-1 1 0,0-1 0,0 0-30,9 1 0,-1 1 0,-2-1 0,-1 0 45,-4 0 0,-1-1 417,6 1 0,1 0-372,-6 0 0,-2-1 0,0 1 0,-3-1 1328,9 1-1239,-19-1 91,-2-1 1995,-3 0-2085,-2-1 3096,-1 0-3074,-1 0 354,-1 0-377,-1 0 543,2 0-633,-1 0 1,0 0-269,0 0-3098,-1 1 2457,-5 2 1,-6-2 0,-6 3 0</inkml:trace>
  <inkml:trace contextRef="#ctx0" brushRef="#br0" timeOffset="4388">17883 1074 10321,'7'5'180,"-1"-1"-180,-2-2 90,0-1-90,3 1 0,-3 0 0,3 0 90,-2-2-90,0 1 0,0 0 0,1-1 90,0 1-90,0-1 0,1 0 0,0 0 90,-1 1-90,1-1 0,0 0 0,0 0 90,-1 0-90,1 1 0,0-1 0,0 0 0,7-1 90,-3-1-90,3 1 0,-5-1 0,-2 2 0,0-1 0,0 0 0,3 0 0,-3 0 90,3-1-90,-3 1 0,0 0 0,-1 0 0,0 0 0,0 0 0,1 0 0,-1-1 0,0 0 0,0 0 0,1 1 90,-1-1 0,2-1-90,-1 1 0,1-1 89,-2 0-89,0 1 0,-1-1 90,3 0 0,-2 0-90,1 0 90,0-1-90,-1 1 90,1-2-90,-2 2 90,0 0-90,0-1 90,0 0 0,0 0 0,0-1-90,1 1 90,-1-1 0,1 0 0,0-1-90,0 1 90,0-1-90,0 0 90,0-1-90,1 0 90,0-1-90,0 0 90,0 0-90,-1 0 90,1-1-90,-1 0 90,4-5 0,-4 4-90,4-3 90,-1 0-90,-2 4 0,2-3 89,-3 3-89,-1 0 90,3-3-90,-2 2 90,3-7-90,-3 6 0,1-1 90,-3 3-90,1 0 0,-1 1 90,1-3-90,0 2 0,0-1 0,0-1 90,2-2-90,-1-2 0,1 1 0,-2 1 0,-1 4 90,0 1-90,0 0 0,-1 0 0,1 0 0,-1-1 0,1 2 0,-1 0 0,0 0 0,0 0 0,-1 1 0,0 0 0,1 1 0,0-2 0,1 0 0,-1 1 0,0-1 0,-1 3 0,1-1 0,-1 0 0,0 2 0,0-2 0,0 2 0,1-1 0,-1 1 0,1-1 0,0 1 0,-1 0 0,2-2 0,-2 2 0,1 0 0,0-1 0,2 1 0,-2 0 0,2 0 0,-1 1 0,1-1 0,-1 1 0,2-1 0,-1 0 0,-1 1 0,2-1 0,-1 2 0,0 0 0,0-1 0,0 1 0,0 0 0,1-1 0,-1 2 0,1-2 0,-1 1 0,0-1 0,0 1 0,-1 0 0,1-1 0,1 2 0,-1-1 0,2 1 0,-1-1 0,-1 1 0,1-1 0,0 1 0,-1 0 0,1 1 0,-1 0 0,0 1 0,0-1 0,0 0 0,3 2 0,-3-2 0,4 3 0,-4-1 0,1-1 0,3 2 0,-2 0 0,1 1 0,-1 0 0,-1-1 0,0 1 0,1 0-90,1 2 90,-1-1 0,0 1 90,-2-2-90,0 0-90,-1 1 90,1 0 0,0 1 0,-1 0 0,1 0 0,-1 0 0,0 1 0,0-1 0,0 0 0,0 1 90,0 0-180,0 1 90,-1 0 0,0-1 90,0 1-90,0 0 0,1 0 0,-1 1 0,0 5 0,1-3 0,-1 5 0,0-6 0,1 7 0,-1-6 0,2 11 0,1 2 0,-2-5 0,1 4 0,-2-12 0,0 0 0,0-1 0,0 0 0,1 1 0,-2-2 0,1 1 0,-1-1 0,1 1 0,0-1 0,0 0 0,2 3 0,-2-3 0,2 3 0,-2-5 0,1 3 0,-1-2 0,0 1 0,0-3 0,-1 0 0,1 0 0,-1-1 0,0 0 0,0-1 0,0 0 0,-1 1 90,1-1-90,0 0 0,0 0 0,0 0 0,1 0 0,0 1 0,0 0 0,1 1 0,-1-1 0,0-1 0,-1-1 0,1 1 0,-1-1 0,0 0 0,0 0 0,1 0 0,0 0 0,0 1 0,1-1 0,-1 1 0,1 0 0,0-1 0,0 0 0,1 0 0,0 0 0,1 1 0,0-1 0,0 0 0,2 1 90,-1-1-90,1-1 0,0 0 0,0 2 0,0-2 0,-1 1 0,1-1 0,2 1 0,-1-1 0,1 1 0,-3-2 90,0-1-90,0 1 0,0-1 0,-1 0 0,0 0 0,0 0 0,-1 0 0,1 0 0,0-1 0,0 1 0,0-1-90,0 1-90,-1-1 0,0 1-90,0-1-89,1-1-91,-2 1-899,1-2-360,0 0-180,-2 0 1889,1-1 0,-2 0 0,1-1 0</inkml:trace>
  <inkml:trace contextRef="#ctx0" brushRef="#br0" timeOffset="6933">20553 1167 10321,'3'1'1709,"-4"0"-1709,13 2 90,-7-2-90,1 0 90,-2-2-90,1 2 180,5-1-180,-3 0 90,5-1-90,-5 0 0,2-1 0,-2 2 90,-1-2-90,2 1 0,-1-1 0,1 1 0,-1-1 90,3 0-90,-3 0 0,3-1 90,-3 1-90,0-1 0,0 1 90,3-2 0,-2 0 0,2-1-90,-3 2 179,2-4-179,-2 2 90,3-3-90,-4 3 90,1-1-90,-1 0 90,2-1-90,-2 0 0,1-1 90,4-4-90,-3 2 90,3-3 0,-4 5 0,-1-1-90,1 1 90,-1 0 0,0-1 0,1 1-90,-1-2 180,4-4-180,-3 3 90,3-4-90,-2 3 90,0 0-90,0-1 0,0-2 90,0 1-90,0 0 0,0-1 0,0 1 90,1-2-90,-2 1 0,1 0 0,0 1 0,0-1 90,3-5-90,-3 5 0,2-3 0,0 1 0,-3 5 0,2-4 0,-2 6 0,-2-1 90,1 2-90,-1-1 0,0 1 89,2-5-89,-1 5 90,3-7-90,-4 7 0,3-5 0,-4 7 0,2-3 0,-2 3 90,0-1-90,1 2 0,1-5 0,-2 5 0,2-4 0,-2 5 0,0 0 0,0-1 0,0 2 0,0-1 0,0 2 0,1 0 0,-1-1 0,0 0 90,0 0-90,1 0 0,0 0 0,0 0 0,-1 0 0,1 0 0,2-1 0,-1 1 0,1-1 0,-2 1 0,1 2 0,1-1 0,0 0 0,1 1 0,0-1 0,5-1 0,-2 1 0,4-2 0,-4 3 0,0 0 0,-1 0 0,1 0 0,-1 0 0,0 0 0,1 0 0,0-1 0,2 0 0,4 0 0,-4 1 0,3-1 0,-4 1 0,0 1 0,0-1 0,2 1 0,1-1 0,1 1 0,2-1 0,-1 1 0,1-1 0,-1 1 0,-1 0 0,-1 0 0,0 1 0,0 0 0,-1-1 0,0 1 0,3 0 0,-3 0 0,1 1 0,-1-1 0,-5 1 0,3-1 0,-5 1 0,0 0 0,0 0 0,0 0 0,-1 1 0,0-1 0,0 1 0,0-2 0,-1 2 0,0-1 0,0 0 0,0 1 0,0 0 0,1 0 0,2 1 0,-2-1 0,2 1 0,1 0 0,-3 1 0,6 2 0,-5-3 0,2 2 0,-3-2 0,0 0 0,-1 0 0,1 0 0,-1-1 0,1 2 0,1-1 0,0 1 0,0-1 0,0 1 0,-1 0 0,0-1 0,1 1 0,-1-1 0,1 1 0,-2 0 0,0 0 0,0 0 0,0 2 0,0-2 0,1 3 0,-1-3 0,0 2 0,1 0 0,0 1 0,0-1 0,1 2 0,-2-1 0,2 1 0,0 0 0,0 1 0,0 0 0,0-1 0,0 1 0,4 5 0,-3-4 0,2 3 0,-3-4 0,0 0 0,0 0 0,0 1 0,0-1 0,0 1 0,0-1 0,0 2 0,0-2 0,-1 2 0,1-2 0,-1 1 0,0-1 0,-1 1 0,1 0 0,0 0 0,-1 1 0,1-1 0,0 0 90,-1 0-90,1 0 0,-1 0 0,0-1 0,0 0 0,0 0 0,0 0 0,0 0 0,-1-1 0,1-1 0,-1 2 0,1-2 0,-1 2 0,1-2 0,0 2 0,0-1 0,0 0 0,2 4 0,-1-2 0,2 2 0,-2-3 0,0-1 0,2 5 0,3 0 0,-1 0 0,0-1 0,-2-3 0,-1-1 0,0 0 0,0 0 0,1 0 0,0 0 0,-1 0 0,1 0 0,0-1 0,-1 0 0,0-1 90,0 1-90,3 1 0,0 0 0,1 0 0,-2-2 90,-2-1-90,1-1 0,0 0 90,2 0-90,1 1 0,0-1 0,1 1 90,1 0-90,0-2 0,1 3 0,0-2 90,1 1-90,0-1 0,-1-1 0,-1 1 0,1-1 0,-1 2 0,0-2 0,-1 0 90,-1-1-90,0 1 0,-2-2 0,0 1 0,-2 0 0,3-1 0,-2 1 0,0 0 0,-2-1 90,-2 0-180,2 1-90,-2-2-899,2 1-2159,-1-2 3238,-1-1 0,1 0 0,-1-1 0</inkml:trace>
  <inkml:trace contextRef="#ctx0" brushRef="#br0" timeOffset="9263">23341 1229 10681,'9'-3'180,"0"1"90,4 2-90,6-1 359,10-4-269,-4 1-45,-5-2 0,0-3 89,0-3 1,1-1-180,-1 0 0,-1 0-90,-1-1 0,-2 1 45,-2-3 0,-7 7 0,-1 2 270,6-13-270,-5 9 0,10-18 0,-8 12 0,1-2-90,1-1 90,-2 5-90,3-5 90,2-5-90,-5 7 0,2-2 0,-7 11 90,8-14-90,-6 10 0,8-13 0,-5 6 0,0 0 0,5-9 44,-5 8 1,0 2-45,-1 2 90,-1 1 0,0 1-90,1-2 90,-2 3-90,-3 6 0,0 0 90,1 0 0,3-9 0,4-4-90,-2 1 0,3-4 0,-7 14 0,1-1 0,-1 3 0,11-4 0,0 2 0,3-1 0,-4 4 0,-3 3 0,-3 2 90,13-4-90,-6 2 0,2 0 0,-4 1 0,-5 1 0,1-1 0,16-2 0,-1 1 0,4-1 0,-8 2 0,16-2 0,-17 2 0,7 0 0,3-1 0,-8 1 0,-1 1 0,17-3-1639,-3 3 1,-1 0 1523,-14 0 115,3 0 0,-2 1 0,-8 1 0,-4-1 0,5 0 0,-7 1 0,5-1 3276,-2 1-3160,0 0-116,11 0 0,-10 0 0,10 1 0,-11-2 0,0 3 0,1-2 0,-1 1 0,0-1 0,1 1 0,-2 1 0,3-1 0,-3 0 0,2 1 0,-5-2 0,0 0 0,-1 1 0,1-1 0,-1 1 0,0 0 0,0 1 0,0-1 0,3 1 0,-2-1 0,3 1 0,-3 0 0,5 0 0,-3 1 0,3-1 0,-3 1 0,1 0 0,-2 0 0,1 0 0,0-1 0,0 1 0,2 0 0,-3 0 0,1 0 0,-2-1 0,-1-1 0,0 1 0,-1 0 0,1 0 0,-1-1 0,1 1 0,0 0 0,1 0 0,-1 0 0,-1 0 0,1 0 0,-1 1 0,0-1 0,0 0 0,0 1 0,0 0 0,1 0 0,0 1 0,-1-1 0,-1-1 0,-1 1 0,2 0 0,-1 1 0,3 1 0,-2 0 0,0 0 0,-1-1 0,-1-1 0,1 1 0,-1-1 0,2 3 0,-2-1 0,2 1 0,-2-1 0,1 0 0,-1 0 0,1 1 0,-1-1 0,1 2 0,0-1 0,0 1 0,0-1 0,1 5 0,0 0 0,1 2 0,-1-2 0,-2-3 0,1 0 0,-1 1 0,0 0 0,0 0 0,1-1 0,-1 1 0,1-1 0,-1 1 0,1 0 0,0 0 0,0 0 0,1-1 0,-1 2 0,0-2 0,1 2 0,-1-1 0,1 0 0,-1 1 0,1-1 0,1 4 0,1 0 0,0 0 0,-1-1 0,-2-4 0,0 1 0,1-1 0,0 0 0,-1-1 0,0 1 0,0-1 0,0 1 0,0 0 0,1 1 0,0-1 0,0 1 0,2 2 0,-1-1 0,1 1 0,-2-2 90,1-1-90,-2 0 0,3 1 0,-2-1 0,1 1 0,1-1 90,0 2-90,0-1 0,0 1 90,0-2-90,-2-1 90,2 0-90,-1 0 90,3 3-90,-2-3 0,1 2 0,-3-3 90,1 0-90,0 1 90,3 2-90,-2-2 0,2 2 0,-4-3 0,-1-1 0</inkml:trace>
  <inkml:trace contextRef="#ctx0" brushRef="#br0" timeOffset="13024">17953 1664 9062,'-3'-2'3058,"-1"2"-3058,-8-3 90,3 3 0,0 0-90,-1 1 90,-2 0 0,-10 1-90,5 1 0,-7 0 0,8 0 90,-2 1-90,2 0 0,0 2 0,0 0 0,1 0 90,1 1-90,2 0 0,0 0 0,-2 3 0,4-2 0,-2 3 0,4-3 0,2 0 0,0 0 0,2 0 0,-1 0 90,2-1-90,1 1 0,1-1 0,0 1 0,2 0 0,0-1 0,1 2 0,2-2 0,0 1 0,1 0 0,2 0 0,1 0 90,2 0-90,4 4 0,3-1 0,5 1 0,-5-3 0,2-2 0,-9-3 0,3 0 0,-2-1 90,-3 0-90,1-2 0,-3 0 0,-1-1 0,1-1 0,-2 0 0,2-3 90,-4 1-90,1-4 0,-2 1 0,0-2 0,-2 0 0,-1-2 0,-1 0 0,-1-1 0,-6-7 0,3 3 0,-7-9 0,5 10 0,-3-2 0,4 5 0,0 1 0,1 2 0,0 0 0,1 1 0,0 0-90,0 2-90,1 0 0,0 0-90,0 1-90,0 1-180,0 1-1618,1 1 2158,-3 0 0,1 1 0,-2 0 0</inkml:trace>
  <inkml:trace contextRef="#ctx0" brushRef="#br0" timeOffset="19088">18031 1848 9422,'-6'-2'1169,"-1"-1"-1169,18 4 0,-8-2 0,16 3 0,-9-1 0,1 0-180,-1 0 0,-3 0-90,-1 0-179,1-1-721,0 1 1170,0 0 0,-4 0 0,1-1 0</inkml:trace>
  <inkml:trace contextRef="#ctx0" brushRef="#br0" timeOffset="19338">18069 1937 8612,'1'9'90,"1"-3"-90,2-3 0,0-1 90,4 0 0,3 0-90,1-1-90,0-1-180,-3 0-809,5-1 539,-3-1 540,3 0 0,0-3 0,1 0 0</inkml:trace>
  <inkml:trace contextRef="#ctx0" brushRef="#br0" timeOffset="19937">18629 1840 8432,'-7'-4'1349,"1"0"-449,2 2-810,8 0 0,-3 0-90,9 0 0,-6 1 90,2 0-90,-1-1 90,0 1-90,1-1 0,-1-2 90,1 0-90,0-2 0,1 1 0,-1-2 90,1 0-180,-1-2 180,1-1-90,0-4 0,1-3 90,-1 3-90,-2-1 0,-3 9 89,0 2-89,0-2 0,-1 2 90,1 0-90,-3 13 0,0-3 90,-1 12-90,1-7 0,0 4 0,0 0 0,1 2 0,0 0 90,1 10-90,-1-8 0,2 10 0,-1-10 0,1 2 0,-1-3-90,1 0-90,0-1-89,0-2-721,0 4-359,0-5 90,-1 0 1259,0-5 0,0 2 0,-1 0 0</inkml:trace>
  <inkml:trace contextRef="#ctx0" brushRef="#br0" timeOffset="20179">18642 2092 10681,'-6'4'1169,"5"-1"-1079,4-1 0,5 0 0,1-2 0,2-1 0,1-1-90,3 1-90,2-1-270,1 0-90,-1 0-1978,7-3 989,-7 3 1439,4-3 0,-3 1 0,0 0 0</inkml:trace>
  <inkml:trace contextRef="#ctx0" brushRef="#br0" timeOffset="23970">17872 3051 9781,'4'-8'180,"-1"1"-180,3 5 90,-2 0-90,2 0 0,-2 0 0,1 1 0,0-1 0,1 0 90,-1 1-90,1 0 0,0-2 0,0 2 0,0-2 0,1 2 0,0 0 0,0 0 0,1 0 90,0 0-90,-1 1 0,2-2 0,-2 2 0,1-1 0,0 1 0,0-1 0,1 2 90,-1-1-90,1 0 0,-1 0 0,0 0 0,0 0 0,0 0 0,-1 1 90,5 0-90,-5 1 0,4 0 0,-5 0 0,1 0 0,-1-1 90,4 2-90,-2 0 0,2 1 90,-2-1-90,-1 0 0,1 1 0,-1 0 90,0 0-90,0-1 0,0 1 0,-1 0 0,0-1 90,-1 1-90,0-1 0,0 0 0,-1 0 90,0 0-90,0-1 0,0 1 0,0-1 90,-1 1-90,0 0 0,-1-1 0,1 0 90,2 2-90,-2-1 0,2 1 0,-1-1 0,-2 0 0,1 0 0,0 0 0,0 0 0,-1 0 0,2 2 90,0 0-90,-2-1 0,1 2 0,-1-2 90,-1 0-90,2 2 0,-2-2 90,1 3-90,0-2 89,0 1-89,0 0 90,1 4-90,-1-1 0,1 1 0,-1-1 90,0 0-90,0 1 0,1 0 0,-1 0 0,-1-4 0,0 1 0,0 1 0,0-2 0,0 2 0,0 0 0,0-1 90,-1 0-90,1 0 0,-1 0 90,1 0-90,-1 2 0,1-1 90,0 5-90,0-6 0,-1 3 0,1-4 0,-1 1 90,1-1-90,-1 1 90,1 1-90,0 3 90,0 0-90,0-1 0,1-1 90,-2-2-90,1 1 0,0 1 0,0 0 90,-1 0-90,1 3 0,-1-3 0,1 3 90,0-2-90,-1-1 0,0 1 0,1-1 90,-1 3-90,0-2 0,0 3 0,0-3 90,-1 0-90,1-1 0,0 3 0,0-2 90,1 1-90,0-1 0,0 1 0,0 0 90,0 0-90,0-1 0,0 1 0,0-1 90,1 5-90,-1-4 0,2 8 0,-2-8 90,1 3-90,-1-4 0,1-2 0,0 2 0,-1-2 0,1 1 90,-1-1-90,1 1 0,0 2 0,-1-2 90,1 3-90,-1-1 89,1 1-89,-1-1 0,1 3 90,-1-5-90,0 2 0,0-3 0,0 1 90,0-1-90,0 1 0,1 0 0,-1-1 0,1 1 90,0-1-90,-1 1 0,2 4 0,-2-3 0,2 2 0,-1-3 90,0 0-90,-1 1 90,0 5-90,0-4 90,1 4-90,-2-5 0,1 0 90,-1 1-90,1-2 0,-1 1 0,1 0 90,-1 1-90,1 0 0,-1 0 90,0 0-90,1-1 0,-1 0 0,1-1 0,-1-1 90,1 1-90,0 2 0,1-2 0,-1 1 0,0-3 0,0 3 0,1 0 0,0-1 0,-1-1 90,1-2-90,-1-1 0,1 0 0,-1 0 0,1-1 0,-1 0 0,1 0 0,-1 0 0,1 0 0,-1 0 0,0 0 0,0 0 0,1 0 0,0 2 0,0-2 0,0 3 0,0-4 0,0 3 0,0-3 0,0 1 0,0-1 0,-1 1 0,1-1 0,1 2 0,-1-1 0,0 0 0,0-1 0,1 1 0,-1-1 90,1 1-90,0-1 0,-1-1 0,2 1 0,3-1 0,-3-1 0,5 0 0,-4-2 0,1 1 0,-1-1 0,0 0 0,0-1 0,0 0 0,0 0 0,0 0 0,0 0 0,0-1 0,3-1 90,-2 0-90,2-1 0,-3 1 0,1 0 0,0-1 0,-1 1 0,1-2 0,-2 1 0,1 0 0,-1-1 0,1 0 0,2-5 0,-2 2 0,1-3 0,-1 3 90,-1-2-90,0-1 0,0 1 0,-1-2 0,0 1 0,0 0 90,0-1-90,0 0 0,1 0 0,-2 1 90,1-1-90,0 1 0,-1-1 90,2 0-90,-2 0 90,2 0-90,-2 1 89,2-2-89,-1 2 90,0-1 0,0 2-90,-1-2 90,2-3-90,-1 2 90,2-10 0,-2 9 0,3-11-90,-1 3 0,1-1 0,0 0 90,-2 7-90,0-1-249,0 1 249,0-1 90,0 2 0,0-1-90,0 1 90,0 1-1,-1 1-89,1 1 90,0 0 0,-1-1-90,0 0 90,1 0-90,-2 1 0,2-1 90,-1 1-90,1-6 90,0 3-90,0-3 250,0 6-250,1-6 90,-1 4-90,1-4 0,-2 6 0,0 0 0,-1 0 0,3-6 0,-3 4 0,2-4 0,-2 6 0,1 1 0,-1 1 0,0-2 0,0 2 0,0-1 90,1-3-90,-1 3 0,1-4 0,-2 5 0,2-4 0,-2 4-90,2-2 180,-2 4-90,1 0 0,-1 1 0,1 0 0,-1 1 0,1-3 0,-1 3 0,0-2 0,0 3 0,0 1 0,0 0 0,0-1 0,1-3 0,-1 2 0,1-2 0,-1 5 0,0-2 0,0 1 0,0-1-90,0 0 90,0 0 90,0 1-90,2-3 0,-2 4-90,1-2 90,1 0 0,0-1 0,0-1 0,1 1 0,-3 3 0,1-1 0,0 1 0,0 1 0,0-2 0,1 2 0,-1-1 0,1 1 0,1-2 0,0 1 0,1 0 0,1-2 0,-1 3 0,0-1 0,0 0 0,-1 2 0,-1-1 0,1 1 0,0 0-90,3-2 90,2 2 0,1 0 0,0 2 0,-3 0 0,1 1 0,-2-1 0,0 1 0,0-1-90,-2 1 90,1 0 0,-2 1 0,2-1-90,3 4 0,-1 0 90,2 2 0,-3-2-90,4 6 90,2 5 0,0 0-90,-4 1 90,-6-9 0,-2-1 0,0 2 0,-1 14-90,1-7-630,0 13 181,2-17-2738,3 3 2457,-1-8 1,1-1 0,-4-5 0</inkml:trace>
  <inkml:trace contextRef="#ctx0" brushRef="#br0" timeOffset="25249">20771 1728 10591,'3'-6'450,"-1"0"899,0 2-1169,-5 0-90,-2 2 0,-2 0 0,-2 3 0,0 0 0,-1 1-90,-1 1 90,-2 0-90,-2 1 89,-1 1 1,-8 3-90,5-1-640,-5 3 640,7 0 90,-5 4-90,4-2 0,-2 2-207,8-3 207,2 0 0,1 1 0,0-1 0,2 1 0,1 1 0,1-1 0,2-1 0,0 1 626,2-2-715,1 0 89,0 0 220,3 1-220,3 4 0,0-2-90,2 2 90,0-5 0,0-1 0,2-1 0,-1-1-89,1 0 89,1-2 0,-2 0 0,1-2 0,-2 0 0,0-1 0,0-2 0,-1-1 0,0 0 0,-1-2 0,0-1 0,-2-1 0,1-5 0,-2-2 0,-1 0 0,-3-1-90,-3 3 90,0 0 0,-2 0 0,-1-1 0,-2 1 0,-2 0 0,0 1-90,-1 1 0,1 1-90,0 1 0,0 0-90,1 2 0,0 1-90,2 1 1,0 0-721,-1 0-1528,2 1 2608,-2 0 0,7 1 0,-1 0 0</inkml:trace>
  <inkml:trace contextRef="#ctx0" brushRef="#br0" timeOffset="25588">20816 1888 10861,'17'-4'180,"-6"1"-360,4 1-180,-9 1-1889,4 1 2249,-4 0 0,2 0 0,-3 0 0</inkml:trace>
  <inkml:trace contextRef="#ctx0" brushRef="#br0" timeOffset="25793">20796 1996 8882,'6'9'450,"-1"-3"-360,3-3 0,0-2-90,2 0 179,7-1-179,-4 0 0,7-1-179,-6 0-181,-1-1-720,0 0 1080,5-3 0,-1-1 0,4-2 0</inkml:trace>
  <inkml:trace contextRef="#ctx0" brushRef="#br0" timeOffset="26315">21202 1827 8882,'-3'-9'720,"1"2"-451,0 1 1,1 2-180,2-3 0,-1 3 0,5-2 0,0 3 0,2-1-90,0 2 90,2 1-90,-2 0 0,3 0 90,1 1-90,0 0 0,2 2 90,-2 1-90,-5 1 0,-3 2 0,-3-1 0,-2 2 0,-1 1 0,-13 13 0,5-8-614,-11 13 614,8-12 0,0 2 0,-3 4 0,6-4-27,-2 3 27,6-6 0,1-1 0,3-1 0,-1-2 0,3 3 0,1-3 0,3 2 0,2-5 702,2 0-702,1-2 29,1-1-29,1-1 0,2 0 0,0-1 0,0-1 0,1 0-90,-1-1-180,1 0 0,-2 1-180,-1 0-809,-1 0 180,0-1 1079,-2 1 0,5 1 0,-1-1 0</inkml:trace>
  <inkml:trace contextRef="#ctx0" brushRef="#br0" timeOffset="29996">20641 2890 8342,'-7'-1'1709,"6"-3"-1619,1 2-90,7-2 0,-4 2 0,1 0 0,0-1 0,1 2 0,-2-1 0,3 0 90,-3 0-90,3 0 0,-2 1 0,2-1 0,-2 1 0,2 1 0,0-1 0,0 1 0,0 0 0,1 0 0,-3 1 0,2 0 0,-2 1 0,2 0 0,-2 0 0,0 0 0,0 1 0,0-1 0,0 2 90,0 0-90,0-1 0,0 1 0,0 1 90,-1-1-90,1 2 0,1 1 0,0 0 0,-1 3 0,-1-3 90,0 1-90,0 0 0,1-1 0,-1 1 0,0 0 0,1 4 0,0-2 0,0 2 90,-1-3-90,-1 0 0,0 0 0,1 0 0,-1 0 0,1 0 90,-1 1-90,0 0 90,1 1-90,-1 1 90,1 4 0,0-2-90,1 4 90,0 2-90,1 1 90,-1 0-90,1 0 0,-2-8 90,2 8-90,-2-5 90,1 5-90,-1-7 89,0 0-89,0-1 0,-1 1 90,1 0-180,-1 0 180,1 0-90,-1 0 0,1 0 90,0 0 90,0 0-90,-2 1 0,1 0 90,0 4-90,0-3 0,0 9 90,-1-9-90,0 4-90,0-6 90,-1-1 0,1 0 0,0 0-90,-1-1 90,0 2 0,1 0 89,-1 1-89,1-1-90,-1 1 90,0 0 0,0-1 0,0 1 0,0 1 0,-1 1 0,1-1 0,-1 1 0,1-2 0,-1 8 0,0-3 0,0 6-352,0-7 262,1-3 90,-1 2 0,1-1-90,0 1 90,0-1-90,0 1 90,0 0 0,-1 1 0,0 11 0,1-7-90,-2 6 90,2-10-90,0-2 90,0 3-90,0-1 441,0-1-441,1 9 90,-1-9-90,0 9-276,0-10 366,0 2-90,1-2 0,-1 0 0,1 0 90,-1-1-90,1 8 0,-1-5 0,0 5 0,0-6 90,1-2-90,-2 2 0,1 5 0,0-4 276,0 17-186,1-13-90,0 5-334,-1-10 334,2-7 0,-1 1 0,0-1 0,0 0 0,-1 1 0,1-1 0,0 1 334,0-1-334,0 1 0,0-1 0,-1 0 0,2 1 0,-1 1-3277,0 4 3162,0-4 115,0 8 0,0-8 0,0 9 0,-1-9 0,1 4 0,0-6 0,-1-2 0,0 3 0,1-2 3276,-1 1-3160,0 0-116,0-2 0,0 1 0,1-1 0,-1 1 0,0-1 90,1 0-90,-1 1 0,1 0 0,0 1 0,0 3 0,2 0 0,-1 0 0,1 0 0,-1-5 0,0 1 0,0-2 0,0 2 0,0-1 0,0 0 0,-1-1 0,1-1 0,-1 1 0,1-1 0,0 2 0,2 2 0,-1-2 0,3 5 0,-3-6 0,2 2 0,-2-4 0,0 0 0,0 0 0,0-1 0,0 1 0,0-1 90,-1 1-90,1-1-90,-1 0 90,1-1 0,-1 1 0,1-1 0,-1 0 90,1 0-90,0-1 0,-1 0 0,2 2 0,-1-1 0,0 0 0,1 0 0,-1-1 0,1 1 0,-1 0 0,1 0 0,-1-2 0,0 1 0,1-1 0,0 2 0,0-1 0,0 1 0,0-1 0,-1 0 0,0 0 0,0 0-90,0-1 90,0 0 90,1-1-90,2-2 0,0-1-90,-1 0 180,-1 0-90,1-2 0,-1 1 0,1-2 0,0-2 0,0 1 0,1-4 0,-1 2 0,0-1 0,1 0 0,0-2 0,1-1 0,-1-2 0,1-1 0,0 0 0,2-4 0,-1-1 0,1 0 0,-1 0 0,1 0 0,-2 1 0,1-1 0,-2 1 0,-1 1 0,0 0 0,0 0 0,0 1 0,-1 0 0,-1 1 0,2-15 0,-1 11-645,1-13 645,-2 14 0,1-4 0,1 0 0,2-15 0,-1 11-847,1-8 847,-3 12 0,1 1-470,-1 0 470,0 2 0,-1 2 0,0-1 0,1 0 0,-2 0 556,2 0-556,0-7 0,-1 4 0,1-5 0,1 1 0,-2 6 855,3-5-855,-3 6 0,2 0 551,1-3-551,3-9 0,-1 3 0,1-4 0,-1 3 0,-1 8 0,0-4 90,-1 6-90,-1 1 0,-1-1 0,1 1 0,-1 0 0,1 0 0,0-1 0,2-8 0,-1 3 0,2-5 0,-3 7 0,1 3 0,-1 1 0,0-1 0,0 1 0,1-9-3277,-1 6 3162,0-5 115,0 8 0,-2 1 0,3-8 0,-3 8 0,3-6 0,-2 9 0,0-2 0,-1 1 0,0 0 0,0 0 0,1 1 0,-1-1 0,0 1 0,0 0 0,-1 1 0,1-2 0,0 1 0,0 0 0,-1 0 0,1 0 0,0 0 3276,1-6-3070,-1 4-206,1-10 0,0 5 0,0 0 0,-1 2 0,-2 7 0,0 1 0,1 0 0,0-1 0,0 0 0,0 0 0,0-1 0,0 1 0,0 0 0,0 1 0,0-2 0,0 1 0,1-1 0,0-4 0,0 4 0,2-8 0,-2 9 0,0-3 0,-1 5 0,1 1-90,-1 0 90,0 0 0,0 1 0,-1 0 0,1 0 0,0 1 0,-1 0 0,1 0 0,0-2 0,0 1 90,0-1-90,0 2 0,0 0 0,-1 1 0,2-5 0,2-4-90,-1 1 90,1 0 0,-2 7 0,0 0 0,0 0 0,0 1 0,0-2 0,0 2 0,0-1 0,1-1 0,-1 2 0,1-1 0,-2 2 0,2-1 0,-1 1 0,3-2 0,0 0 0,-1 2 0,3 1 0,-2 0 0,0 2 0,0 0 0,0 0 0,-1 1 0,1-1 0,0 0 0,0 1 0,0 0 0,0-1 0,0 2 0,0-1 0,2-1 0,-2 2 0,2 0 0,-3-1-90,1 1 90,-1 0 0,4-1 0,-3 2 0,2 0 0,-3 0 0,-1 1 0,-1 0 0,0 0 0,0 0 0,0 2-90,1-1 90,-1 1 0,1-1 0,-1 1-90,1-1-90,1 3 90,-2-2-90,2 2 0,-2-3-89,-1 0-361,1 0 270,-1 1-719,0 0 1079,1 0 0,-2-3 0,0 0 0</inkml:trace>
  <inkml:trace contextRef="#ctx0" brushRef="#br0" timeOffset="31465">23823 1650 10591,'8'-2'0,"-2"0"809,-1 0 631,-1 0-1350,-10 8-90,3-4 90,-11 7 0,3-3-90,-2 0 89,-1 1-89,-4 2-448,-1 1 448,-2 1 0,0 1 0,1-1 90,2 0-90,2-1-90,-2 3 90,2 0-89,1 1 89,4-2-90,5-3 0,2 0 90,0 0 448,2-1-538,2 1 90,1-1-90,2 1 0,0 0 0,2 0 0,2-1 90,1 0-90,1 1 0,0-2 0,1 0 0,0-1-90,-1-1 0,4 2 90,-4-3 90,3 0-90,-6-3 0,2 0-89,-2-1 179,3-4-90,-6 0 90,1-3-90,-4 0 90,0 0 0,-2-1 0,-1-1-90,-1 0 90,-1-1 0,-2 0 0,-1-1 0,-2 1 0,0 1-90,-1 0 90,-4 1-180,4 1 0,-3 0-90,6 4-90,0 0 1,1 2-1710,1 0 2069,-1 1 0,4 1 0,-1-1 0</inkml:trace>
  <inkml:trace contextRef="#ctx0" brushRef="#br0" timeOffset="31781">23939 1891 9332,'9'-2'359,"-2"0"-269,-2 1-90,0 0 90,-1-1 0,1 1-3367,1-1 2393,-1 1 1743,0 0-769,1 0-180,0 1 0,0-1-90,0 0-89,0 1 3121,0-1-3842,1 0 541,-1 0 449,2 0 0,2 0 0,1 1 0</inkml:trace>
  <inkml:trace contextRef="#ctx0" brushRef="#br0" timeOffset="32000">24069 1951 8792,'4'7'90,"0"-2"0,0-3-90,0-1 90,2 0-90,0 0 0,1 0 0,0 0 0,1-1-270,-1 0-90,2 0-449,0-1 719,1-1 90,1-1 0,4-1 0,1-2 0</inkml:trace>
  <inkml:trace contextRef="#ctx0" brushRef="#br0" timeOffset="32491">24364 1789 8702,'-1'-8'540,"1"3"-540,4 0 180,7 2-180,-3 0 90,9 0-90,-7 2 90,2 0-90,-4 1 89,-1 0-89,1 0 0,-1 1 0,-1 0-89,0 0 89,0 0 0,-1 1 0,0 1-90,-3 0 90,-2 2 0,-1 2 0,0-1 0,-3 2 0,2-2 0,-2 1 90,1-1-180,-1 4 90,1 0 90,0 1-90,2-1 0,2-2 0,1 0 0,0 0 0,2 0 0,0 1 0,2 0 0,0 1 0,0-1 0,4 4 0,-2-3 0,1 2 0,-4-3 0,-2 0-90,-1 0 180,-1 1-90,-3 0 0,-3 1 0,-9 8 89,-2-3-89,-8 6 90,1-6-945,-2-1 855,1-2 0,0 0-90,4-2-90,2-2-179,4-1-271,3-1-180,2 0 630,3-2 180,3 1 0,1-2 0,2 1 0</inkml:trace>
  <inkml:trace contextRef="#ctx0" brushRef="#br0" timeOffset="32696">24803 2191 9961,'5'-4'900,"1"1"-900,-1-1 0,-2 2 0,0-1 0</inkml:trace>
  <inkml:trace contextRef="#ctx0" brushRef="#br0" timeOffset="40363">23211 2971 8702,'-4'-8'2429,"3"1"-2339,2 4 0,4 0-1,0 2-89,1 0 90,0 0-90,1 1 0,-1-1 90,0 0-90,1 1 0,0-1 90,0 0-90,1 1 0,-1 0 0,0-1 0,1 0 0,-1 0 90,1 2-90,-1-2 0,0 2 0,3-1 0,-3 0 0,3 1 0,-3 0 0,0 0 0,-1 0 0,1 1 0,0-1 0,-1 1 0,0 1 0,1 1 0,-1-1 0,1 1 0,-1-1 0,3 2 0,1 3 0,-1-1 0,0 2 0,-4-4 90,4 4-90,-3-2 0,2 2 0,-3-3 0,0 1 0,1-1 0,-1 1 0,0 0 0,0 1 0,-1 0 0,0 1 0,1-1 0,0 1 90,0 1-90,0 0 0,0 2 0,1-2 0,0 1 0,-1 0 0,1 1 0,-1 0 90,4 6-90,-2-3 90,2 5-90,-3-5 0,0-1 90,-1 1-90,1-1 0,0 1 90,1 0-90,-1 0 0,0 0 90,0 0-90,-1 0 90,2 0 0,-1 0-90,0 0 90,0-1 90,2 10-90,-3-8 0,2 7 0,-3-8-1,0 2 1,0 0 0,0 0 0,-1 0 0,0-2 0,0 2 0,0 0 0,0 0 0,0 2 0,0-1 0,-1-1 0,0 0 0,0 1 0,0 2-90,1-1 90,1 0 0,0 0 0,2 7 0,-1-5-90,1 5 90,-1-9-90,0-1 0,0-1 89,0 0-89,-2-1 0,1-1 90,-1 1-90,1-1 0,0 0 0,-1 0 90,1 5-90,-1-4 0,0 4 0,-1-6 0,0-1 0,-1 1 90,1-1-90,0 0 0,0-1 0,0 5 0,0-4 0,1 4 0,-1-4 0,-1 0 0,1 0 0,0-1 0,0 1 90,0-1-90,-1 0 0,1-1 0,-1 1 0,0-2 0,1 1 0,-1-1 0,-1 0 0,1 0 0,0-1 0,0 1 0,0-1 0,0 1 0,0-1 0,0 1 0,0-1 0,0 1 0,0-1 0,0 0 0,0 0 0,0 0 0,0 0 0,0 1 0,0-1 0,0 1 0,1-1 0,-1 1 0,0 1 0,1-1 0,-1 0 0,1 4 0,-1-3 0,1 2 0,-1-3 0,1 1 0,0 5 0,1-4 0,-1 2 0,0-6 0,-1-1 0,1 1 0,-1-1 0,1 0 0,0 0 0,0 0 0,0 1 0,0-1 0,0 1 0,0 0 0,1-1 0,1 5 0,-1-4 0,1 3 0,-1-4 0,0 0 0,0 0 0,0 0 0,0-1 0,1 0 0,-1 0 0,1 0 0,-1-1 0,1 1 0,-1 0 0,1 0 0,-1 0 0,1-1 0,0 0 0,-1 0 0,0-1 0,1 0 0,2 1 0,-2 0 0,3 0 0,-3-1 0,0 0 0,0-1 0,0 1 0,0-1 0,1 1 90,0-2-90,2 0 0,-2-1 0,1 0 0,-1 0 0,-2-1 0,3-1 0,-1 0 0,3-2 0,-3 1 0,2-1 0,-2 0 0,1 1 0,-1-2 0,1-1 0,0 0 0,1-2 0,0 1 0,0-2 0,0 0 0,1-2 0,0-1 0,0 0 0,0 0 0,-1-1 0,1 0 0,-1 0 0,0 0 0,-1 0 0,1-1 0,-2 0 0,1-1 0,-1 0 0,1 0 0,-1-1 0,0-1-370,0-3 370,0 1 0,1-3 0,-2 4 90,0 0-90,-1-1 0,1 0 90,-1 0-90,1 0 89,-1 1-89,0 1 0,0 0 90,0 0-90,2-6 90,0-2-90,0 0 90,-1 2-90,0 7 0,0 1 90,-1 0-90,0 3 0,1-1 90,-1 0 281,1 0-371,-1-1 90,1-1-90,-1-2 0,1 2 0,-1 0 0,1 0 90,-1 1-90,0-1 0,0 0 0,0-1 0,1-1 0,0-5 0,-1 5 0,0-3 0,0 6 90,-1 0-90,1 0 0,0 0 0,0 0 0,-1 1 0,1 0 0,-1 1 0,1-1 0,-1 2 0,1-1 0,-1 2 0,0-1 0,1-3 0,-1 3 0,0-2 0,0 4 0,-1 1 0,1-4 0,0 2 0,1-3 0,-2 5 0,1-1 0,0 1 0,0-1 0,1 0-90,0 0 180,-1 0-90,2 1 0,-2-1 0,2 0 0,-2 0-90,3-3 180,-2 3-90,1-3 0,-2 5 0,1 0 0,0-3 0,-1 4 0,1-3 0,-1 3 0,0 1 0,0-1 0,1 1 0,0-2 0,0 0 0,0 2 0,0-2 0,-1 2 0,1-2 0,0 1 0,0-2 0,2-1 0,-1 1-90,1-2 180,-1 1-90,1 0-90,0 0 90,0 0 0,3-5 0,-3 4 0,2-3 0,-2 2 0,0 4 0,0-1 0,-1 2 0,-1 1 0,1-1 0,-1 2 0,1-1 0,-1 1 0,0 0 0,1 0 0,0-3 0,2 1 0,-1 0 0,-1 1 0,-1 2 0,1-2 0,0 2 0,1-2-90,-2 2 90,1 0 0,0 1 0,1 0 0,-2 0 0,0 0 0,0 1 0,0 0 0,2-1-90,-1 1 90,1-1 0,-1 2-90,1-1 90,0 0-90,0 0 0,2 0 90,-1 0-90,0-1 90,-1 2 0,0-1-90,-1 1 90,3-1 0,-3 1 0,2 1-90,-1-1 90,1 2 0,0-2 0,-1 1 0,0 0 0,1 2 0,-1-1-90,1 1 180,-2 0-180,1 1 90,-2 0 0,1 0 0,-1-1 0,-1 1 0,1 1 0,-1-1 0,1 1 0,0 1 0,-1 0 0,1 2 0,0-2 0,-1 1 0,2 2 0,-1-1 0,1 2 0,-2-2 0,0-1 0,0 1-90,0 0 90,0-1 0,0 0 0,-1 1 0,0 0 0,0 0 0,1 0 0,-2 0 0,1 0 0,0 0 0,0-1-90,0 1 90,-1-1-90,1 0 0,-1-1-179,1 0-91,-1 1-540,1 0 900,-1 0 0,0-2 0,0-1 0</inkml:trace>
  <inkml:trace contextRef="#ctx0" brushRef="#br0" timeOffset="41234">23334 2926 9781,'-7'-4'-269,"1"1"269,0 2 90,0 0-1,1 1-89,-2 0 90,2 0-90,-2 0 90,0 1-90,2 0 0,-3 0 90,3 0-90,0 1 0,0-1 90,1 1-90,-1 0 90,0 2-90,1-1 0,-1 1 90,0 1-90,0 0 90,0 0-90,0 1 0,1 0 0,-1 1 90,1 0-90,0 0 0,1 0 0,0 1 90,0-1-90,1 1 0,0 0 0,1 0 0,0-2 0,0 2 90,1-1-90,-1-1 0,1 1 0,0 1 0,0-2-90,1 2-180,-1-3 270,0 2 0,0-5 0,0 0 0</inkml:trace>
  <inkml:trace contextRef="#ctx0" brushRef="#br0" timeOffset="42371">21916 2865 8882,'9'1'-270,"0"0"360,-5 0 0,0 2 0,2 0 0,-1 0 0,0 0 0,0 0 0,1 1 0,-2-2-90,2 2 90,-2-1 0,0 0-90,0 0 90,0 1-90,0 1 0,0-1 89,2 2 1,-2-1-90,2 1 90,-2-1 0,0 2 0,1 2-90,-1 0 0,0 0 90,-2-2-90,0 0 90,0 0-90,-1 0 0,0 0 0,0 0 0,1 0 0,-1-1 90,0 1-90,1 2 0,-2-1 0,1 0 0,-1-2 0,0 0-90,0 0-180,0 0-899,-1 0 1169,-1-2 0,2-1 0,-2-1 0</inkml:trace>
  <inkml:trace contextRef="#ctx0" brushRef="#br0" timeOffset="43288">20619 2905 9062,'-4'-2'2069,"3"0"-1979,-7 6 0,4-1-1,-1 0 1,-2 1 0,1 0 0,-2 0 0,2 1-90,-3 0 90,1 1-90,-2 1 90,-1 2-90,0 1 90,-4 6 0,-6 4-90,4-1 90,-6 7-90,13-12 0,-3 4 0,6-5 0,-3 3 0,4-4 0,-2 2 0,3-4 90,-1 0-90,2-2 0,-1 1 0,2-2 0,0-2 0,-2 3-270,3-4-629,-2 1-1530,1-4 2429,0-3 0,1-3 0,2-2 0</inkml:trace>
  <inkml:trace contextRef="#ctx0" brushRef="#br0" timeOffset="44313">19129 3144 8522,'9'3'90,"-2"-1"0,-3 0 0,1 0 0,-1 1-90,1-1 90,-1 1 0,-1-1-90,1 1 90,0 0 0,-1 1-90,1 0 90,0 2 0,-1 0-90,1 1 90,-2-1-90,0 1 0,-1 0 90,1 0-90,-1 1 0,0-1 89,0 1-89,0 0 0,0 0 0,0 0 0,0-1-89,0 0-1,-1-1-90,1 0-1170,-1-1 1350,1-1 0,0 1 0,0-1 0</inkml:trace>
  <inkml:trace contextRef="#ctx0" brushRef="#br0" timeOffset="45107">18135 3037 8612,'-3'-6'-90,"-1"1"90,1 2 90,0 0-90,-1 0 90,0 1 0,0-1-90,-2 1 90,1 1 0,-2 1 0,1-1 90,-2 1-90,0 0 0,0 2 90,-6 1 89,-2 4-179,0-1 0,-1 4 0,5-4 0,-5 7 0,4-3 0,-4 5-90,5-3-181,1 0 271,-2 3-90,0 2 90,0-1-90,2 1 90,2-1 0,1-1-90,0 1 90,1 0-90,0 0 90,1 0-90,1 0 90,0 0-90,1 0 0,1-2 0,0 0 89,0-2 183,-1 4-272,2-4 0,-2 5 90,3-8-90,0 2 0,1-5 0,-1 0-90,2-1 0,-1 0-990,1-1 1080,2 0 0,-3-2 0,2-2 0</inkml:trace>
  <inkml:trace contextRef="#ctx0" brushRef="#br0" timeOffset="48205">17692 6591 8162,'8'-8'810,"0"1"-540,-5 2-90,-1 1 359,0 0-359,-3-2 90,-1 0-90,-3 0 90,-2 0-90,-3 0 90,-3 1-91,-3 0 91,-1 2-90,-3 1 0,1 0 0,-6 3 180,0 1-315,5 2 0,-2 1-1301,-13 7 1301,12-4 0,0 2 44,-11 9 1,1 4 0,4 3 0,0 1-90,6 3 90,3-2-952,5 0 862,5-2 90,3 0-90,3-3-498,3 0 588,2-2-94,10 12 4,6-1 0,3 0 424,3-8-424,-5-11 379,7 0-469,-5-5-90,4-1 403,-9-6-493,0-1 0,-1-2-69,1-1-111,-1-1-90,0-2-269,-1-2-630,0 0-180,0-1 1830,-1-1 1,4-3 0,0-2 0</inkml:trace>
  <inkml:trace contextRef="#ctx0" brushRef="#br0" timeOffset="48681">17959 6697 9691,'4'-10'-179,"1"0"179,-3 5 90,0-1-1,0 2 1,-1-1 90,0 1 90,-1-2-180,-1 0 0,0 0 0,-3 1 0,0 3-90,-1 0 90,-1 1 0,-1 2-90,-2 1 90,-2 1-90,0 1 0,-2 2 90,-1 0-90,0 2 0,-5 6 90,6-3-90,-3 5 0,7-4 0,2 1 0,2-1 0,2 6-3277,3-4 3252,2 4-402,3-4 427,2 0-204,11 10 114,-3-6 90,8 7-90,-5-8 90,0-2-90,1 1-299,-1 0 299,-3-2 0,-3 0 3065,-3-3-3065,-3-1 598,-3 0-508,-1-2 0,-3 1-90,-2 0 90,-2 0 173,-2 1-173,-4-1 0,-3 3 486,-11 3-396,-5 2-90,2-2 0,2-4-90,8-2-90,6-4 0,1 1 180,5-3 0,9-5 0,3-1 0</inkml:trace>
  <inkml:trace contextRef="#ctx0" brushRef="#br0" timeOffset="48916">18449 6855 9781,'0'-9'1440,"2"1"-1261,0 5 1,3-1 90,2 2-180,8-1 90,-2 0-90,6 0-90,-5 1-360,4 0 0,-5 1-179,2 0-2738,-5 2 3241,-5 1 1,1 0 0,-4 1 0</inkml:trace>
  <inkml:trace contextRef="#ctx0" brushRef="#br0" timeOffset="49123">18420 7002 10681,'4'5'719,"0"-2"-539,4-3 0,1-1-90,2-1 180,10 0-180,-4-1-180,13-1-270,-13 2-539,5-2-720,-10 2 1619,4-1 0,-3 0 0,3-1 0</inkml:trace>
  <inkml:trace contextRef="#ctx0" brushRef="#br0" timeOffset="50288">19611 6761 9961,'0'-9'450,"0"1"-270,-1 2-90,-2 0 0,0 1 0,-1 2 90,1 1-90,-2 0-90,0 1 90,-2 0 0,0 1-1,-3 1 1,-1 2-90,-4 1 90,-4 2-433,-2 3 343,-4 2 90,-1 1-90,-3 2 0,0 2-1158,1 0 1158,0 1 90,-3 7-90,8-6 0,-5 6-375,13-8 375,3-1 0,3-1 0,3 0 0,2-1 357,2 0-267,3-1 1142,1 1-1232,3 0 0,2 1 0,2-1 0,2-2 557,2 0-557,0-3 0,2 0 0,1-1 0,6-1 0,-4-2 0,4-1 0,-7-3 0,0-1 0,-1-1 0,-1-1 0,-1-1 0,-1-1 0,-1-1 0,-1-1 0,-1 0 0,-2-1 0,-1-2 0,-2 1 0,-2-1 0,-1 0 0,-2-1 90,-2 0-90,-3-1-90,0 2 90,-3 0 0,-1 2 0,-5-1-90,4 4 0,-3 0-180,6 4 0,-1 1-179,3 1-91,-1 0-899,2 1 0,1 0 1439,2 1 0,0 0 0,1 0 0</inkml:trace>
  <inkml:trace contextRef="#ctx0" brushRef="#br0" timeOffset="50647">19779 6991 10321,'3'-8'1169,"-1"2"-539,-2 1-540,-2 7 0,-2 4 0,-1 5-90,0 2 90,1-1-90,0 3 0,0 0 90,0 3-90,-1 1 0,1-1 0,-1 1-90,1-1-90,0 0-90,0 0 90,1-2-539,0 5 269,2-7-180,-1 2-629,2-7 0,0-1 1259,1-1 0,0-2 0,1-1 0</inkml:trace>
  <inkml:trace contextRef="#ctx0" brushRef="#br0" timeOffset="50914">20016 6946 9961,'2'-7'1529,"0"1"-1439,2 3 270,7 1-180,14-1-360,-2 3-539,6-2 179,-16 2 540,-2 1 0,-6 1 0,0 0 0</inkml:trace>
  <inkml:trace contextRef="#ctx0" brushRef="#br0" timeOffset="51117">20027 7061 9691,'-4'6'540,"5"-1"-360,1-3-90,5 1 0,0-3 0,2 1 0,1-2 0,8 0-360,3-2 0,0 0-1619,4-3 990,-12 3 899,5-3 0,-3-1 0,0-1 0</inkml:trace>
  <inkml:trace contextRef="#ctx0" brushRef="#br0" timeOffset="51557">20479 6903 9602,'-7'-4'719,"1"0"-449,1 2 90,1-1 89,1 0 1,0 0-360,4-2 0,0 2 0,4-1 0,-2 1 180,6-2-180,0-2 0,2-1-90,-1 0 90,4-6 0,-5 3-90,10-13 0,-11 11 90,4-6-90,-5 6 0,-1 1 0,-1 2 0,0 1 0,-2 2 0,0 0-90,-1 2 90,-5 16 0,1-2 0,-5 15 0,1-3-878,0 3 878,0 3 0,0 1 0,1 0 0,1-2 0,1-2 0,1-2-364,-1 5 184,1-7-89,1 5-1,0-11-180,1-1-270,1-2-809,0-2-180,0-1 1709,1-1 0,1 0 0,0 1 0</inkml:trace>
  <inkml:trace contextRef="#ctx0" brushRef="#br0" timeOffset="51764">20515 7083 10681,'3'6'270,"3"-2"-3547,3-4 1073,4 0 3793,11-1-1679,11 1-1169,-5-2 0,1 0 674,-9 2 0,0-1 595,3 0 0,-2-1 0,4 0 0,-1 0 0</inkml:trace>
  <inkml:trace contextRef="#ctx0" brushRef="#br0" timeOffset="52647">19644 7599 10231,'-1'-10'990,"0"3"-721,-2 3-89,-3 1-90,1 1 90,-4 1-90,0 0 0,-2 2 0,-4 1 90,-5 2-758,-3 1 578,-5 3 90,-4 4 0,-2 1 0,-4 4-1379,1 1 1289,1 3 90,2 0-2804,3 3 2804,4 0-90,4 0-234,1 9 234,8-9 0,2 6 0,8-11 90,3 0-90,4 2 0,2-2 0,5 4 0,2-4-90,2 1 90,4-3 0,-1-1 0,0-4 0,0-2 270,-1-3-270,5-2 0,-5-3 0,4-1 0,-7-2 927,0-1-927,11-12 0,-12 6 0,7-10 0,-15 9 3191,0-1-3191,-3-6 0,-1 4 0,-2-4 0,-2 5 0,-1 0 607,-2 0-607,-6-3 0,3 4 0,-7-3-90,7 8 0,-2 0-180,4 4-180,2 0-180,0 1-1169,0 1 1799,2-1 0,-1 3 0,1-1 0</inkml:trace>
  <inkml:trace contextRef="#ctx0" brushRef="#br0" timeOffset="53097">19626 7934 11400,'-7'-5'450,"3"1"-360,4-2 0,2 3-90,4-3 90,0 3 0,3-1-90,2 2 90,8-2-90,-4 2 90,9 0-90,-11 2 90,2 2-90,-6 0 0,-2 2 0,-1 2 90,-2 0-90,-3 2 0,-3 1 0,-8 14 0,-1-4-1208,-10 13 1298,2-6-90,-4 1 0,7-8 0,0 0 0,-10 11 0,11-12 0,0 0 0,-5 6 0,4-2 0,3-3 0,2-2 0,4-4 0,2-1 0,2-2 0,3-1 0,4 0 0,8 2 0,0-3 0,19 2 0,8-7-280,0 0 280,-16-3 0,-1-1 0,9-1-850,-1-1 850,0 0-90,-2-2-90,1 1-89,-4-1-181,-3 0-1889,5-1 2339,-3-1 0,4-2 0,-4 0 0</inkml:trace>
  <inkml:trace contextRef="#ctx0" brushRef="#br0" timeOffset="53358">19989 8045 10861,'-5'-7'719,"2"0"-449,3 1-90,2 2 0,2 0 0,1 0 0,2 0 0,2 0-90,1 1 180,7-2-181,-4 2 1,4 0-90,-6 1-179,-1 1-721,2-1 90,-3 2-899,-1-1 1709,-3 2 0,-1 1 0,-1 1 0</inkml:trace>
  <inkml:trace contextRef="#ctx0" brushRef="#br0" timeOffset="53557">20049 8119 11311,'11'2'359,"10"-2"-3636,-7-3 984,8-1 3612,-8 1-2219,6-1-629,-6 0-180,5-1 1709,-6 0 0,4-2 0,1-2 0</inkml:trace>
  <inkml:trace contextRef="#ctx0" brushRef="#br0" timeOffset="54030">20516 7697 10501,'-8'-9'360,"0"0"-180,4 6 179,1-2-269,5-1 0,0 2 0,6-2 0,-1 4-90,1 0 90,3 0-90,1 1 0,1 0 90,1 1-90,1 2 0,0 1 90,0 0-90,6 6 90,-8-2-90,5 5 0,-10-2 0,0 3 0,-4 0 0,-2 3 0,-4 1-466,-2 5 466,-4 2-1068,-4 7 1068,-2 0 0,-3 2 0,-2 0 0,1-5 0,0-1 0,-4 6 0,7-10 0,-2 5 0,10-14 0,1 0 0,3-4 0,0 0 0,2-1 414,2-1-414,0 0 1120,2 0-1120,1 0 0,2-1 0,0-2 0,3 1 0,1-1 0,1-2 0,2 1-90,1-3 0,2 0-90,2-1-90,4-2-179,2 0-361,2-2-539,1-1 0,-3-1 1349,2 0 0,3-4 0,0 1 0</inkml:trace>
  <inkml:trace contextRef="#ctx0" brushRef="#br0" timeOffset="54554">21165 7901 9871,'7'-7'360,"0"0"270,-1-1 89,0 1-449,-1-2 360,-1 1-90,-3 2-91,-1-4-269,-1 5 0,-2-3 0,-2 6-90,0 0 90,-3 1-90,-1 2 0,-3 0 0,-2 2 0,-4 2 0,-3 2-2856,-4 3 2856,-1 1-90,0 1 90,-1 1-90,2 2 90,0 0-90,2 2 0,-5 8-1231,9-5 1141,-4 5 51,12-8-51,3-2 0,2-1 0,2 0 2296,1-1-2296,2-2-90,2 0-269,8 8 269,-1-8 90,7 7-90,-3-11 90,1 0 0,1-3 1676,1-1-1676,0-1 90,0-1-90,0-1 0,-1-1 64,7-3-64,-1-2-193,0-3 193,-4 0 90,-6 0 0,-4 0 0,-1-1-89,-3 1 89,-1-1 0,-3 1 0,-1-1 0,-3 0-90,-2-1 90,-3 2 0,-1 0 282,-2 2-282,0-1 0,0 4 0,2 0-90,1 1-90,1 1-90,2 1-90,0 0-2158,-1 0 2518,2 1 0,2-1 0,2 1 0</inkml:trace>
  <inkml:trace contextRef="#ctx0" brushRef="#br0" timeOffset="54873">21629 8124 10321,'-8'-2'1529,"2"0"-449,1-1-811,1 5-179,2 3 0,1 2 0,1 3-90,-1-1 90,0 2 0,0 2 0,-1 3-180,-4 13-180,2-6-135,0-1 1,-1-1-1292,-1 4-103,-1 6-450,2-11 2249,2-1 0,-1 5 0,-1 2 0</inkml:trace>
  <inkml:trace contextRef="#ctx0" brushRef="#br0" timeOffset="55839">19648 8694 10861,'7'-3'270,"-2"0"89,-2 0-269,-6-1 0,1 2 0,-6-1 0,1 4 90,-3 1-90,-14 5 0,2 1-1018,-12 4 973,10-1 0,0 0 0,5-2 0,-1 0 0,-8 4 0,-1 0-1347,8-3 1,1 0 1346,-1 0 0,-1 0-45,1 1 0,0 0-574,0 0 0,1 0 574,0 0 0,1 1-440,0-1 1,1 1 439,-15 10-22,3 1 22,5-4 0,3 1 1406,7-2-1406,3-2 1313,5 0-1313,2-2 0,3 0 0,2-1 0,3 1 90,4 3-90,12 6 1371,-1-3-1371,0-6 0,1-1-90,5 2 392,9 1-392,-11-7 0,-2-1 715,-2-2-715,-2-2 0,3-1 90,-6-2 0,2 0-90,-6-2 90,-1-1 0,0-1 923,-2-1-1013,-1-1 90,-1-1 0,-1-1 0,-1-5 0,-2 2 0,-2-5-90,-1 3 90,-3-1 0,-4-2 0,-1 1 0,-1-1 0,-1 4 0,-1 1 0,0 1 0,-1 2 0,0 1-90,1 2-90,1 2-360,-4 1 1,6 1-451,-4 2-269,7 0 90,1 1 1169,2 0 0,2 1 0,1 0 0</inkml:trace>
  <inkml:trace contextRef="#ctx0" brushRef="#br0" timeOffset="56398">19562 9126 10051,'-7'-5'450,"0"1"-270,2 1 270,1 0 179,1 0-539,6-2 0,0 1 90,6-1-90,1 1 0,10 0 0,-2 0 0,7 0 0,-7 2-90,0 0 90,-2 2-90,-1 0 90,-1 1-90,-1 1-90,1 2-90,-2 1 0,-1 2 90,-6 0-180,-8 7 180,-2-4 90,-6 6-90,0-6 0,-3 2 90,-1-1-90,-1 1 90,1-2 0,2-2-90,0 1 90,2-1-90,1 0 90,2-1-89,2 0 89,0 2 0,4-3 0,2 2-90,3-2 90,2 0-180,5 4 90,-1-2 0,3 3-180,1 1 180,-3-1-90,1 2 90,-4-2-90,-1 0 90,-3 0 0,0 1 0,-2-1 90,-2 1-90,-1 1 1,-3 0 89,-10 11 0,-7 1-1153,-1 1 1153,-1-5-262,9-9 262,0-3 0,3-1 0,1-1 90,0 0-90,3-2 1017,-1 0-1287,3-2 308,0 0-38,2-2 0,2 0 0,1-1 0</inkml:trace>
  <inkml:trace contextRef="#ctx0" brushRef="#br0" timeOffset="56672">20133 9182 9512,'-4'-8'809,"0"2"-269,1 1 269,1 1-359,1-1-270,2 1 0,1 0 90,6 0-180,-1 3 0,4-2 0,-2 2 0,1 1-180,0 0-180,0 0 0,0 1-270,-1-1-89,-1 1-1080,-1-1-360,0 2 2069,-2 0 0,-1 1 0,0 0 0</inkml:trace>
  <inkml:trace contextRef="#ctx0" brushRef="#br0" timeOffset="56879">20054 9343 10411,'2'5'540,"1"-2"-360,11-3-90,0-2 0,6-1-406,-1 0 406,0 1-270,1 0-90,0-1-449,0 0-630,0 0-1,-1-1 1350,0 0 0,9-2 0,1-1 0</inkml:trace>
  <inkml:trace contextRef="#ctx0" brushRef="#br0" timeOffset="57708">20617 8915 9602,'-4'-6'89,"1"1"91,1 2-90,0-2 180,1 1-180,0-2 90,2 1-90,1 0 0,2 1 0,2-1 0,3-1 0,2 0 0,3 1 0,2-1 0,15-2-90,-9 3 90,18-4-90,-21 6 89,5-1-89,-12 3 0,0 1 90,-1 0-90,-3 2 0,0 1 0,-3 1 0,0 1 90,-3 0-90,-1 3 0,-2-1 0,-1 2 0,-7 7 90,2-2-90,-5 6 0,0 0 0,3-4 0,-2 4 0,5-6 0,1 0 0,2-1 0,2-1 0,2 1 0,2-1 0,3 2 0,3 1 0,2 1-563,3 2 563,2-1-285,-1-2 285,0-1 0,-3-3 0,2 5 0,-6-4 0,2 2 0,-8-5 0,0 0 0,-4 0 0,-7 6 0,0-4 89,-6 5 458,0-4-547,-3-1 0,-1 1-157,-1-1 157,3-1-180,-6 3-90,3-2-180,2-1-1619,2-1 2069,8-3 0,0-1 0,4-1 0</inkml:trace>
  <inkml:trace contextRef="#ctx0" brushRef="#br0" timeOffset="58214">21547 9101 10411,'6'-9'720,"-1"1"-91,-3 1-89,0 2-270,-3-4 0,0 4-90,-2-1-1,-1 2 1,-2 0 0,-1 1-90,-3 0 90,-1 2-90,-2 2 0,-3 1 0,-4 1-728,-3 3 728,-3 2-1,0 3 1,-2 4-90,-1 3 45,8-3 0,0 1 0,0 2 0,0 0-675,1 0 1,1 0 674,3 0 0,2-1-45,-2 6-90,4 0 0,1 0 0,3-2-359,3 6 269,4-10-360,4 11 270,3-13 90,4 4-90,-1-7 90,1-2 1,1-1 89,-1-1 542,2-2-722,4 0 180,-2-3 1445,3 0-1445,-6-3 90,0-1 90,-2-1-90,0-1 180,1-4 90,-2-3-180,-2-2 90,-5 0-90,-3 2 0,-3-1 0,-2 0 0,-2-1 0,-1 1 0,-3 1 0,-5-1-90,3 4 0,-4-1-180,2 5-180,5 0-90,-2 2-1888,2 1 269,4 1 2069,-2 0 0,5 1 0,1 0 0</inkml:trace>
  <inkml:trace contextRef="#ctx0" brushRef="#br0" timeOffset="58464">21586 9367 12030,'7'-7'900,"0"6"-810,-5 4 0,1 5-90,-3 2 89,-1 3-3366,0 4 2393,-2 7 983,0 4-369,-1 5-90,1 2-1343,0 1-96,1 0 1799,2-10 0,0 0 0,1-4 0,0 0 0,1 6 0,0 0 0</inkml:trace>
  <inkml:trace contextRef="#ctx0" brushRef="#br0" timeOffset="62454">18585 4554 7533,'0'-8'157,"1"-1"0,-1 7 1,0-1-1</inkml:trace>
  <inkml:trace contextRef="#ctx0" brushRef="#br0" timeOffset="64874">18509 4568 7982,'6'-7'180,"-1"1"-90,-2 2 90,-1 0 0,0 1-90,0-2 90,0 1-180,-4 11 0,3-4 0,-4 9 0,4-6 90,0-2-90,1 0 0,3-4 0,-2 0 0,4-5 0,-4 3 0,1-3 0,-1 2 0,-1-1 0,1 0 90,-1-3-90,0 1 0,1 0 0,-3-1-90,1 2 180,-3 0-180,-2 3 90,-2 3 0,2 2 0,0 2 0,3 0 0,2 1 0,0-2 0,2 0 0,0-2 0,1 0 0,3 0 0,0-2 0,2-1 0,-4-1 0,2 0 0,-3 0 0,0-1 0,-1 0 0,1-1 0,-2 1 0,0-3 0,-3 2 0,-3-1 0,-3 2 0,0 2 0,-1 1 0,3 1-90,-2 2 0,4-1-360,-2 2-629,4 1 539,2 0 540,1 0 0,3 2 0,0 0 0</inkml:trace>
  <inkml:trace contextRef="#ctx0" brushRef="#br0" timeOffset="66996">17414 4496 7623,'6'-8'359,"-1"-1"-179,-4 5-90,2-1 180,-2 1-180,2-2 90,-2 2 90,1 0-180,-1 7-90,0 0 0,-2 11 90,0-4-90,-2 11 0,1-7 0,-1 5 0,2-4 90,-1-1-90,0 0 0,1-1-90,-1 0 0,1-2-90,0 0-180,0-1-539,1-1 719,-1 0 180,1-3 0,-1 1 0,1-2 0</inkml:trace>
  <inkml:trace contextRef="#ctx0" brushRef="#br0" timeOffset="67433">17620 4481 8252,'8'-4'90,"-1"2"0,-2 0 90,-2 1-180,0 2 0,-3 5 0,-2 1 90,-1 2-90,-1-1 0,-2 4 0,1-2 0,-2 3 0,3-5 0,0 0 90,1 0-90,0-1 0,0 0 0,2-1 0,1 1 0,1-2 0,1 1 0,2-1 0,0 0 0,2-1 0,4 3 0,-2-2 0,4 1 0,-4-2 90,0-1-180,0 0 90,2 1 90,-3-1-90,1 1 0,-5-2 0,0 1 0,-4 1 0,0 0 0,-4 1 0,-1 1 0,-2 0 0,-2 1 0,-1-1 0,-2 2 0,0-1 0,-1 0-90,1-1 90,0 1-180,2-2-360,-5 4-179,6-4 179,-1 1 540,4-3 0,2-1 0,-1 0 0</inkml:trace>
  <inkml:trace contextRef="#ctx0" brushRef="#br0" timeOffset="67657">17644 4514 7982,'7'-5'270,"-1"1"-270,-2 1 180,2 1 90,10-4-180,-4 1 0,10-2-90,-7 3-291,3 0 381,4 0-873,2 0 603,4 0-540,-7 2 1,0 0 269,9 0 450,8-1 0,-8 1 0,1 0 0</inkml:trace>
  <inkml:trace contextRef="#ctx0" brushRef="#br0" timeOffset="68662">20352 5391 8162,'6'-9'360,"0"2"-270,-4 3 180,2-1-90,1-1-90,0 0 0,1 1 90,3-1-90,0 2-90,2-1 90,-1 2-90,-1 0 89,2 2-89,-1-1 90,1 2-90,0-1 0,1 1 90,-1 1-90,-1 1 0,0 0 90,-1 0-90,1 4 0,-3-3 0,0 3 0,-5-2 0,-2 3 0,-1-1 90,-4 2-90,1-2-90,-2 2 180,-1-1-180,-1 1 90,-1 4 0,1-4 0,0 4 0,4-5-90,0 4 90,2 0-90,1 0 90,2-1-90,2-3 90,1 1-89,1 0 89,1 0-90,-1-1 90,1 0-90,-1 0 90,1 0-90,-2-1 90,-1-1 0,-1 1-90,0 0 90,-3 0 0,-3 3-90,-1-1 0,-3 3 90,-1-3-180,-1 0-90,-5 2 90,4-1-270,-4 1-269,5-2 269,1-1 450,1-1 0,-10 13 0,0 2 0</inkml:trace>
  <inkml:trace contextRef="#ctx0" brushRef="#br0" timeOffset="69096">20766 5525 8252,'-1'-9'270,"-1"0"-180,0 3 90,-1-2-90,1 4 0,-2-3 0,1 5 0,-3-1 0,-1 4-90,0 1 90,-1 4-90,2-1 90,-3 8-90,3-3 90,-3 6-90,4-4 0,1 1 0,1-1 90,1 0-90,2 4 0,2-2 0,2 2-90,1-5 90,1-2 0,2 0 0,1-2 0,1-2 0,0-1-90,2-2 90,-1 0 0,0-2 0,1-2 0,-1-2 0,1-2 90,1-5-90,-4 0 0,2-6 90,-7 4-90,-1-3 89,-3-8 1,-2 5-90,-3-10 90,-8-2-90,1 7-650,-5-4 650,2 13 0,1 3-19,-1 3 19,1 3-180,3 3-180,1 2-1439,-2 4 1259,4 0 540,0 3 0,5-1 0,1 1 0</inkml:trace>
  <inkml:trace contextRef="#ctx0" brushRef="#br0" timeOffset="70279">23249 4569 7982,'10'-1'180,"-2"-1"90,2-1 0,0 0-90,1-1 0,4-1 0,1-1-90,0 1 0,0 0 0,-3 1 0,3 1-1,-3 1-89,3-1 90,-6 3-90,-2 0 90,0 1-90,0 0-180,0 4 91,-3-1-91,0 3 0,-5 1 0,-2 2 90,-3 2-270,-11 12 90,-5 5-1003,-2 1 1183,0-2 0,8-10-647,-3 4 647,4-6-188,0 1 188,5-7 90,2-2-90,1-1 0,1-1 1177,2 0-1087,1 0 615,3 0-615,3 0 227,0 0-227,8-1 0,2-1 0,1-1 90,0-1-90,-4-1-90,0 0-90,0-1-270,0 1 90,0 0 360,-1-1 0,5 0 0,1-1 0</inkml:trace>
  <inkml:trace contextRef="#ctx0" brushRef="#br0" timeOffset="70713">23626 4646 7623,'2'-7'719,"1"-1"-359,-2 3-90,-1-2-90,-2 1 90,-1 1-180,-3 2 0,1 2-1,-3 3 1,1 1 0,-1 2-90,-1 2 90,-1 1 0,0 2 0,-3 8-90,3-4 0,0 5 0,4-6 0,2-1-90,1-1 90,2-1-90,1 0 0,2 0 0,2-1 0,1-1 1,2-1-1,2 0 90,1-3-90,1 0 0,0-2 90,1-1-90,0-1 90,0-3-90,1 0 90,0-2-90,1-6 90,-3 2 0,1-6 0,-4-4-90,-4 3 90,-1-5 0,-4 4 0,-3 0-360,-3-3 360,-2 1 0,-5-1 0,-1 2-90,-1 4 0,-1 3-90,-1 4-629,2 3 179,-1 2 180,0 3 450,0 1 0,-7 6 0,0 1 0</inkml:trace>
  <inkml:trace contextRef="#ctx0" brushRef="#br0" timeOffset="82737">18027 364 6633,'2'-8'540,"0"1"-450,-1 1 0,0 0 0,0 2 90,1-1 0,-1 1 89,1-3-179,0 2 0,0-3 180,0 4-270,-6 15 0,1-2 90,-11 29-90,4-13 0,3-4 0,-1 0-866,-6 12 911,4-7 0,-1 2-45,1-3 0,-1 0 0,0 2 0,0-2 0,-1 4 0,7-18 0</inkml:trace>
  <inkml:trace contextRef="#ctx0" brushRef="#br0" timeOffset="83979">17976 352 6273,'3'-7'810,"0"1"-540,-2 0-180,1 1 90,-1 0-90,0-2 0,0 3-1,0-2 181,0 2-270,0-3 90,0 2 0,0-1 0,1 2 0,-2-1 0,1 1 0,0-2-90,2 10 0,-1-1 0,1 9 0,0 5 90,-1-1-90,2 8-1171,2 12 1171,-1-7 0,-1-2 0,0 1 90,1 7-718,-2-13 1,0-1 627,1 9 0,0-1 0,0-1 0,2 8 0,-2-10-387,1 4 387,-1-12 0,0-3 947,0 1-857,0-4-90,1 4 0,-1-5 1421,0 1-1421,-1-4-720,-1-3-90,-2-12 1346,-2 1-536,-3-12 0,-1 3 0,-1-1 0</inkml:trace>
  <inkml:trace contextRef="#ctx0" brushRef="#br0" timeOffset="84237">17900 603 7353,'12'4'0,"-1"-1"0,-2-2 0,1 1 90,1-1-90,1 0 0,1 0-90,2 0-180,2-1-180,1 0-597,1 0 1047,2-1 0,10-2 0,2-1 0</inkml:trace>
  <inkml:trace contextRef="#ctx0" brushRef="#br0" timeOffset="85212">20620 329 7263,'0'10'90,"0"1"-90,1 0 0,-1 2 0,0 3 0,-1 2 90,-1 2-863,0 5 773,-1 0-776,0 2 776,-1 1 89,0-4 275,2 0-364,-2 4 0,3-9 0,-1 3-270,1-4 183,0-6-273,0 3 565,2-8 1,-2 0 0,2-1 0</inkml:trace>
  <inkml:trace contextRef="#ctx0" brushRef="#br0" timeOffset="85705">20554 344 6993,'-1'-7'360,"0"-1"-270,2 3-90,0 0 90,2 2 0,1 0 0,3 1 0,0 0-1,3 0 1,1 0 0,2 1-90,2 0 90,1 0 0,2 0-90,1 1 90,1-1-90,1 2 90,9 1-90,-7 1 0,5 1 90,-12-1-90,-2 1 0,-3 0 0,-2-1 90,-2 1-90,-3 1 0,-2 1 0,-3 0 0,-2 1 0,-3 1 0,-3 0 90,-18 12-90,5-6 0,-7 7-393,14-10 393,5-3 0,3-1 0,1 1 0,3-2 0,2 1 0,1 1 0,4 0 393,1 0-393,3 2 90,2-1-90,5 3 0,0 0 0,2 0 0,-2 0-239,-1-1 239,-3-2 0,-1 0 0,0 3 0,-5-4 0,-3 7 0,-7-8 90,-5 4-90,-3-4 0,-7 2-47,-2 0 137,-6 0-1077,0-1 987,-1 0 90,1-2-180,3 0-180,4-1-90,5-1-449,4 0 269,3 0 540,4 0 0,3-3 0,1 1 0</inkml:trace>
  <inkml:trace contextRef="#ctx0" brushRef="#br0" timeOffset="86430">23602 265 7623,'-3'-7'-90,"0"1"180,-1 4-90,0 1 269,-10 0 1,-12 3-90,-14 5-90,2 1-3185,-1 3 3185,13-1-90,0 2 90,3 2 0,-7 11-90,10-3 90,5 3 0,2 1 0,5 0-90,2-5 0,3-1-260,6 2 260,3 1 90,13 10-180,2-6 0,-6-10 0,1-2-180,14 7-630,2-4 900,-8-8 0,1-1 0,-4-3 0,2-1 0,4 1 0,1-1 0</inkml:trace>
  <inkml:trace contextRef="#ctx0" brushRef="#br0" timeOffset="91747">20549 5161 8522,'5'-9'720,"-1"1"-450,-3 4-1,-1-3 91,0 2-180,-2-3 0,0 2 0,0-2 180,-4-2-90,-2 0-181,0-1 1,-3 1 90,3 3-90,-2 0 0,0 1 0,-5-3 0,3 4 0,-10-4 0,7 6-90,-3-1 0,4 3 90,1 1-90,-2 0 0,-2 2 90,-15 6-90,6 1-736,7-2 0,-1 2 736,-8 7 0,-2 5 0,1 2 90,0 4-90,3 3 0,8-7 0,2 2-759,4-5 0,0 0 759,-2 7 0,0 1 45,4 3 0,2 0-45,3-9 0,0 1 0,0 7 0,1 0 0,4-9 0,0 0 0,3 20 0,0-18 0,-1-1 0,2 0 0,1 0 0,0-1 0,1 0-567,1 0 1,0 0 566,1-1 0,1 0 0,1 0 0,0-1 0,1 0 0,0 0 0,2-1 0,-1 0 0,2 0 0,0-1 0,2-1 0,0 0 0,0-1 0,2-1-348,0-1 1,2-1 347,9 4 0,1-2 0,-6-4 0,1-1-45,6 3 0,2-2 45,2-2 0,-1-3 0,-7-2 0,0 0 0,9 1 0,0-2-207,-10-2 1,0 0 206,0-1 0,0 0 0,0-1 0,-1-1 91,0 0 1,0-1-92,-1-1 0,0-1 0,8-4 0,-1-3 0,-8 3 0,0-1-110,6-4 1,-2-1 109,-9 3 0,-1 0 0,0-2 0,-2 0 257,1-1 0,-1-1-257,-1 0 0,-1-1 0,-1 0 0,0-1 420,-1 0 1,-1-1-421,0-1 0,-1-1-307,2-10 1,-2-1 306,-2 7 0,-2 0 0,2-9 0,-3 1 0,-3 9 0,-1 1 0,-3-2 0,0 1 19,-1-1 1,-2-1-20,-2-1 0,-2-1 0,0-1 0,-2 1-589,-3-3 0,-1 2 634,-2 0 0,-2 1-45,-2 1 0,-1 1 0,-3 1 0,-1 1-526,-2 0 0,-2 2 526,-1-1 0,-2 2 0,-1 0 0,-2 2 0,12 6 0,-1 1 0,0 1-30,0-1 0,-1 2 0,-1 0-30,1 1 0,-1 0 0,-2 1-192,-1 2 0,-2-1 1,0 2-1,2 0 102,-3 0 0,2 1 0,-1 1-223,-7-1 0,-2 1 0,3 1-392,1 3 0,2 1 26,4 1 0,0 2 739,3-1 0,0 2 0,-9 3 0,-1 0 0,-1 1 0,0 1 0</inkml:trace>
  <inkml:trace contextRef="#ctx0" brushRef="#br0" timeOffset="103346">18708 10796 7533,'1'-9'1079,"0"1"-719,0 3 90,0 0-91,0 0 1,1 0-270,0 1 90,0 0-90,0 1 0,1 0 0,0 1 90,1-2-180,1 1 90,0-1 0,2 0 0,2 1 0,-1 0-90,1 1 90,0-1-90,-1 1 89,0 1-89,0 0 0,-1 1 90,-1 2-90,0 0 90,0 2-90,-2 2 0,-1 2 0,-1 2 90,-1 4-90,-5 4 0,-2 5-534,-3 4 624,-3 3-896,-1 2 806,-4 2 0,0 0 0,4-11 0,-1 1 0,-5 8-625,5-10 0,1-2 625,-2 3 0,0-2 0,3-3 90,-1 2-90,5-7 0,0 0 421,4-6-511,1-2 821,6-3-731,6-5 90,12-9-90,-1-3 0,0-2 0,1-2 0,7-7-262,-8 6 0,1 0 262,7-8 0,2-1-320,-1 1 320,-1 2 0,-4 2-734,-2 2 734,-4 3 90,-3 4-128,-3 1 38,-2 4 1794,-3 2-1794,-1 1 357,-2 2-267,0 2 849,-5 8-939,-1 1 0,-4 10 0,-1 2 0,-4 17 0,2-4-100,3-9 0,1-1 100,-1 11-633,3-1 633,0 1 90,2-4-90,2-7 0,1 0 0,3 8 0,5 9 0,1-15 0,12 6-180,-2-9-90,10 3-1079,8-9-90,-7-6 719,-11-3 1,1-2 459,8-3 0,4-2 0,1-2 1</inkml:trace>
  <inkml:trace contextRef="#ctx0" brushRef="#br0" timeOffset="104679">18395 10636 7263,'2'-7'719,"1"1"-539,-1 0 0,0 1-3457,-1-1 2663,1 0 1743,-1 1-859,0 0-90,-1 0 359,1-1-359,-2-1 90,-1 1 3006,-1 0-2890,-1 1-206,-1 1 90,-6 0-180,1 3 0,-7 3-1,-1 5 1,-5 5 0,-5 7-1567,-2 7 1522,14-10 0,0 1 0,-1 3 0,0 4-15,1 1 0,0 4 0,0-1 15,-3 8 0,1 0-45,3-3 0,0 1 0,2 0-719,-1 3 1,2 1 748,2-2 0,1 3 0,1-2-876,-1 3 0,1 0 846,2-5 0,0 2 0,1-3 0,3-2 0,0-2 82,3 0 1,0 0-345,0-1 0,2 1 324,4 9 1,2 0 4,-1-10 0,0-1-215,3 7 0,2-1 111,-2-12 1,0-3-39,0 0 0,2-2-103,12 14 143,0-6-1215,0-7 1282,-2-5 259,-1-5 1,3-5 0,-2-2 0</inkml:trace>
  <inkml:trace contextRef="#ctx0" brushRef="#br1" timeOffset="105465">16871 10713 11390,'-1'-6'-149,"1"-1"342,-1 1 148,-1 0 12,0 1-335,-1 1 200,0 1-62,-3 1-134,2 1 153,-3 1 32,0 2 55,-2 2 42,0 1 12,-2 3-101,-1 2 62,1 0-82,-4 9-161,3 0-777,0 5 678,4-3-71,3-1 93,2 1-178,2 0-934,2 5 1043,3 1-71,1 3 15,4 1 15,2 2-2780,2 0 2907,1-1 16,-3-11 1,-1-1 333,5 9-331,-2-5 1,-1-1-4,-1 2-433,3 6 437,-9-13 2,-1-2 1,-2-1 632,-2-2-629,-2 1-90,-2 0 90,-4 0 3103,-3 2-3103,-5 0-217,-4 0 217,-3-1 0,-15 3-2634,10-7 2634,-10 2 0,15-6-355,2-3 175,4-2-108,4-1-162,2-2 232,1-1-592,3-2 1133,1-6-323,3 1 0,3-11 0,3 2 0</inkml:trace>
  <inkml:trace contextRef="#ctx0" brushRef="#br0" timeOffset="105685">16640 11100 10321,'-7'-6'900,"7"-2"-721,5 3-89,9-2-3367,4 0 1164,5 0 2293,4-2 551,4 1-641,0 0 0,0-1-180,-1 1 0,0 0-270,-1 0-89,-1 1-361,-3 0 328,-4 0-957,-4 1 927,-3 1 1,0-3-1,-1 0 1</inkml:trace>
  <inkml:trace contextRef="#ctx0" brushRef="#br0" timeOffset="105991">17064 10802 10591,'1'-9'630,"1"15"-630,-2 1 90,0 15-90,-1-4 89,0 8-1772,-1 2 1683,0 7 45,0-8 0,-1 2-177,1-9 0,0 1 177,-2 16 0,0-1-45,-2 3 45,1-3 0,-1-1-135,1-4 0,2-8 0,0-1-90,1-7-89,1-2-91,0-3 0,0-1-1439,1-2 1799,0-1 0,1-3 0,-1-1 0</inkml:trace>
  <inkml:trace contextRef="#ctx0" brushRef="#br0" timeOffset="106333">17063 10761 9781,'-3'-8'1080,"2"-1"-810,2 5-90,2-2-1,2 2 91,1-1 0,10-2-180,-3 2 90,8-3-90,-4 2 0,1 1 0,0 2 0,0-1 0,-2 2-90,0 1 90,-2 2-90,-1 1 90,-1 2-90,-2 0 90,-2 2-90,-3 1 0,-2 2 0,-1 1 90,-4 1-90,-2 2 0,-4 3 0,-3 2 89,-4 1-89,-1-1 0,-9 6 0,7-7 0,-9 6 0,14-13-179,-1 2-91,6-7 0,2 0-180,1-1 450,1-1 0,9-2 0,3-1 0</inkml:trace>
  <inkml:trace contextRef="#ctx0" brushRef="#br0" timeOffset="106624">17543 11071 12120,'-8'-3'1529,"8"-1"-1349,3 2-90,8-2 0,-3 1-90,1 2-90,1-1-90,0 1-719,3-1-2378,0 1 2769,-2 1 1,-3-1-1,-7 2 1</inkml:trace>
  <inkml:trace contextRef="#ctx0" brushRef="#br0" timeOffset="106797">17439 11248 10681,'2'6'360,"0"-1"-270,3-3 0,3-2-90,2-1-180,5 1-450,19-4-2248,7-1 2878,-20 2 0,0 0 0,1 0 0,-1 0 0,9-2 0</inkml:trace>
  <inkml:trace contextRef="#ctx0" brushRef="#br0" timeOffset="111640">19730 11293 8432,'3'-7'900,"-1"0"-451,0 3 91,0-1-180,-1 2 629,1-2-809,-5 13-90,-4 6 0,-4 10 0,-1 2-90,0-2-180,-1 1-630,-2 3 180,-3 0-1009,5-7 1,-1-1 1321,-9 9 0,3-7 1,-3 1-1,4-5 1,0-1-1</inkml:trace>
  <inkml:trace contextRef="#ctx0" brushRef="#br0" timeOffset="114733">20575 8417 7263,'-8'0'899,"0"-1"-719,2 0 180,2 0-90,-4 1-90,3-1 0,-2 1 90,2 0 89,0-1-89,-1 0 0,0 1 0,-1 0 0,0 0 449,1 0-629,10 2 0,0 0 0,10 1 90,0 0-90,9 0-910,4 0 910,11 1-832,-17-2 0,1 1 787,4-1 0,0 0 0,2 1 0,1-1 0,5 1 0,1 0 0,2 0 0,1 0-872,-10-1 1,1 0 0,0 0 856,0 1 0,1-1 0,2 1-8,3-1 1,2 1-1,0 0 1,-1-1-566,3 1 0,-1 0 0,1 0 543,-1 0 0,2 0 0,0 0 0,-3-1-278,1 1 1,-2-1 0,-1 0 307,2 1-1,-1-1 1,0 0-196,-1 0 0,1 0 1,-1 0 195,0 0 0,0 0 0,0 0-30,-1-1 0,0 1 0,-1-1 29,-1 1 1,1 0 0,-2-1 225,-3 1 1,0-2 0,0 1-196,5 0 0,2 0 0,-3 0-15,-2 0 0,0 0 363,7 0 1,-3-1-229,-3 1 89,-5 0 1756,-2-2-1845,-8 1 90,4-2-90,-10 2 2400,1-1-2490,-6 0 661,0 1-661,0 0 2062,0-1-2062,-1 0-450,1 0-360,0 0 720,0 1 0,-8-4 0,-3 0 0</inkml:trace>
  <inkml:trace contextRef="#ctx0" brushRef="#br0" timeOffset="116301">20254 10923 6993,'-9'-3'360,"1"-1"-90,1 1-90,-1 0-91,2 0 91,-2 0 90,3 0-90,1 1 0,0 0 360,0 0-360,1-1 359,-1 1 1,0-1 0,1 1-91,1-2-359,3-1 0,2 0 0,3-1 0,1 1 0,2 0 0,3 0 0,1 0 0,10 0 0,0 1-90,1 0 90,-3 3-90,-7 1 0,-1 2 90,-2 0-90,0 3 0,-2 1 0,-1 2 90,-2 2-90,-2 2 0,-3 2 0,-2 6-961,-3 2 961,-4 6 0,-3 3-90,-4 0 90,-2 4 0,-3-1 0,-1-1-1499,-2 0 1499,0-2 0,2-4-2577,1-3 2577,3-3 0,0-1-326,3-3 326,1-1 515,4-3-515,1-2 1056,3 0-1056,2-1 3239,2-1-3329,2-1 553,7 2-463,0-2 0,12 4 0,0-5 0,8 1 0,-8-4 0,1-1 0,14 1 0,-3-1 0,1-1-1763,8 0 1718,-15-1 0,1-1-180,0 2 0,-2-1-45,12 0-270,-11 1 0,0 0-1349,5 0 719,-4 0 1170,-10 0 0,-9-2 0,-2 0 0</inkml:trace>
  <inkml:trace contextRef="#ctx0" brushRef="#br0" timeOffset="116916">21054 11153 9602,'3'-9'0,"0"0"179,-2 2 1,1 0 0,-1 1 0,-1 0 0,1 1 180,-1 0-180,-1-3 0,0 3 89,-2-4-179,-2 3 0,-1 0 0,-2 2 0,-1 2 0,-5 1 0,-2 2-90,-6 1 90,-15 7 0,6-1-512,11-2 1,0 1 511,-6 5-90,1 1 0,1 1 90,2 2-90,3 0 0,1 1-573,3 1 663,2-1-90,1 6 0,6 0 0,0 1 0,6-2 0,2-5 0,1-1 0,2 1-90,7 8 0,-2-7 90,7 8-90,-5-12 90,1 0-90,-1-2 0,5 1 90,-4-4-90,4 1 90,-6-5 702,0-1-702,-1-1-90,0 0 714,-1-2-624,-1-1 0,-1 0-90,0-1 90,-1-1 0,0-1 0,-2-2-90,-1 1 90,0-2 0,-2-1 0,-1 0 0,-1-2 0,-1-1 0,-2-1 90,-1-1-90,-6-7 90,-6-2-90,1 0 90,-8-3-90,11 12 0,-3-2 0,7 7 90,0 1-90,2 0-90,0 2 0,1-1 0,1 2-180,0 0-359,2 1 629,-2 0 0,3 2 0,0-1 0</inkml:trace>
  <inkml:trace contextRef="#ctx0" brushRef="#br0" timeOffset="117291">21118 11390 9781,'-4'-7'450,"1"0"-270,1 2 180,0 1 0,0-2 89,1 2-359,-2 9 0,1-1-90,-1 10 0,1-1 90,-1 3-45,-1 6 0,-2 3 0,2-4 0,0 2-45,-3 17 0,-1 0-45,4-13 0,1-2-180,0 4 0,1-2-224,0 0-1,2-2-1079,0-12 0,1-1 709,1-2 1,1 1 0,1 1 0</inkml:trace>
  <inkml:trace contextRef="#ctx0" brushRef="#br0" timeOffset="119412">21483 10534 9691,'2'-7'-89,"-1"-1"-1,0 5 90,2-1 90,3 6-90,3 4 89,6 6 1,4 4-90,6 6 90,5 3-583,-13-11 1,0 2 537,10 9 0,1 2-939,-6-4 0,0 0 894,-3-2 0,1 1 0,-1 0 45,1 5 0,-1-1-45,-1 2 0,-2 1 45,-1-3 0,-1 1-45,-1 1 0,-2 0 45,-2-2 0,-1-1-45,-1 3 0,-2-1 45,-1 1 0,-1-1-45,-1 3 0,-3-1 44,0 1 1,-3 0-1023,-1 3 1,-3 1 1022,0-1 0,-3-1-45,-1 3 0,-2-1-745,-2 0 0,-1-2 700,1-1 0,-3 0-135,1-5 0,-2 2 0,1-2-225,-2 2 0,1-1 45,2-5 1,-1 2-1,2-3 45,0-2 0,1-1 315,1-1 0,-2 0 0,-5 4 0,-2 0 0,-1 0 0,0 0 0</inkml:trace>
  <inkml:trace contextRef="#ctx0" brushRef="#br1" timeOffset="120446">17048 12049 26692,'11'-4'797,"2"0"-184,-1 2 114,8-1-397,7 0-45,13-1-191,-17 1 1,2 1-61,7-1 1,2 0 131,4 0 1,1 0-98,-10 1 1,2 0-1,0 0-73,1 0 0,1 1 1,1-1-47,1 0 1,1 0 0,0 1 20,2-1 0,1 0 0,0 1-9,2 0 0,0 0 0,2 0 20,-7 0 0,2 0 0,0 0 1,-1 1 2,-2-1 0,-1 1 0,1-1 0,3 1-454,-4 0 1,3 0 0,2-1 0,0 1 0,1 0 0,-1 0 0,-3 0 317,3 1 0,-2-1 0,0 0 0,1 1 0,1-1 148,-2 0 1,3 1 0,0 0 0,1-1 0,0 1 0,-2-1 0,-2 1-19,4 0 0,-2 0 1,-2-1-1,1 1 1,-1 0-12,2 1 0,-1-1 0,0 0 1,1 1-1,-1-1 50,-1 1 1,0-1-1,1 1 1,0-1-1,2 1-97,-4 0 1,2 0-1,1 0 1,1 0-1,-1 0 1,-1 0 0,-1 0-90,4 1 0,-1-1 1,-1 0-1,0 0 1,2 0 74,-2 1 1,1-1 0,2 0-1,-1 1 1,-2-1 0,-2 0-52,3 0 1,-2 0 0,-2 0-1,0 0 2,-3 0 0,0 0 1,0 0-1,0 0 78,-1 0 1,1 0 0,-1 0 0,1 0-56,-2 0 0,1 0 0,-1 0 0,1-1-90,8 2 1,1-1 0,-1 1 224,-1-1 0,0-1 0,-1 1 2,-2 0 0,1 0 0,-1 0 2,-2 0 1,0-1 0,-1 1 66,-1-1 1,0 0 0,-1 1-30,10-1 1,-2 1-185,-1-1 0,-3 0-42,-5 0 0,-1-1 51,-4 0 0,0 1-8,-4-1 1,0 1-135,11-1-445,-5 1 77,-7-1 1157,-4 0-593,2 0 885,-6 0-1085,1 0 1897,-5 0-2437,-2 0 3472,0 1-3206,0-1-107,-2 1-55,2 0-619,-4 2-870,0 1 514,-2 2-1603,-5 2 3179,-4 0 0,-6-1 0,-3-1 0</inkml:trace>
  <inkml:trace contextRef="#ctx0" brushRef="#br0" timeOffset="159008">21112 5470 8252,'-6'-6'45,"1"0"0,3 4 0,1 0 0</inkml:trace>
  <inkml:trace contextRef="#ctx0" brushRef="#br0" timeOffset="164828">20421 5864 7803,'-7'-7'359,"1"1"-269,3 3 90,0 0 0,0-1-90,0 2 90,-1-1-180,9 6 0,-2-2 0,10 4 90,-4-3-90,8 1 0,-3 0 0,7 1 0,-4-2 90,0 2-485,2-2 395,1 0 0,0 0 0,1 1 0,2 0 0,2 1 0,9 1 0,-8-2-956,4 1 956,-11-2 0,-1 0 0,-3-1 0,5 1 90,-7-1-90,3 1 454,-8-2-365,0 1 1,-1-1 0,-1 1 1167,-1 0-1167,1-2 0,-1 0 0,1 0-450,0 1-89,-1 0-1260,0 1 1709,0 1 0,-2 0 0,1 0 0</inkml:trace>
  <inkml:trace contextRef="#ctx0" brushRef="#br0" timeOffset="180497">16221 10380 9152,'-6'-5'3276,"0"0"-1335,2 3-1851,0 3 90,-1 2-90,-1 4 0,-1 2-1,0 3 1,-3 5-90,-2 3 90,-1 4-1008,0 2 918,-1 1 90,1 0-90,0 1 90,1-1-90,0-1 0,0-1 90,1 0-90,2-4 0,1-2-171,2-5 171,1-1 0,0-1 0,1-2 0,1-1 0,0-3 0,1 2 990,5-11-990,0 0 189,6-11-189,5-15 0,-4 5 0,6-14-1124,-5 7 1124,1 0 0,-4 8 0,0-1 0,4-10 0,-5 12 0,0 1-208,2-7 208,0-4 0,-2 10 0,0-1 0,-3 11-90,-1 2 90,1 2 0,-2 1 0,1 3 1099,1 2-1099,0 3 233,-1 4-233,1 8 0,-1 0 0,0 8 0,-2-2 0,1 14 0,-1-3 0,-1-4 0,0 0-1065,-1 8 1065,-1 7 0,1-17 0,0-3 0,0 0 0,1-2 0,0-1-90,0-3 90,0-1 0,0-2 0,1-2-90,-1-1 90,0-1 0,1-1 975,0-2-1065,1-1 90,2-10-90,-2-4 90,-1-5 0,-4-2 0,-2 3 0,-2-2 0,-3-1-641,-2 1 641,-4-2 0,-3 2 0,-2 1 0,-3 1 0,-1 1-52,-2 2 52,-11-3 0,11 6-1066,-6-2 1066,15 6 0,4 0 0,2 1 0,1 0 0,2 1 0,1 0 566,1 0-566,1 1 50,1 0-50,12 0 1143,-4 0-1143,11 1 0,-5 0 0,1-1 0,2 1 0,7-1 0,-2 0 0,14-3 0,-11 2-503,8-2 503,-7 1 0,-1 1 0,1-1 0,-1 0 0,0 1 0,8-2 0,-8 2 0,5-1 0,-9 1 0,-2 0 0,-1 1 0,-1 0 0,-2 0 0,1 0 0,-3 0 0,1 0 0,-3 0 503,-1 1-503,2 0 0,-3 0 0,2 1 0,-2-1 180,0 2-90,-6 5 0,-2-1-90,-4 3 90,-2-1-3367,1-2 3252,-2 1 25,-2 0 90,-14 7 0,6-3-718,-12 5 718,10-5-90,0 3 0,-1-2 0,0 2-90,1-1 0,1 0-180,2-1-171,3 0-98,2-2-361,3 0 2592,2-1-3671,1 1-630,3 0 2609,1-2 0,2 4 0,1 1 0</inkml:trace>
  <inkml:trace contextRef="#ctx0" brushRef="#br0" timeOffset="191036">10451 2876 7713,'-2'-8'1889,"1"1"-1530,2 1 901,1 1-1260,0 7 179,-1 0-89,1 22-90,-1-7 90,-1 18-1643,1-4 1598,0-10 0,-1 1-45,0 1 0,0 3 30,0 1 0,0 3 0,0-1-30,-1 5 0,1 2-827,0-5 1,0 1 0,0-1 826,0 4 0,0 0 0,0 3 0,0 2 45,-1 0 0,0 1-45,0-2 0,0 3-646,0-2 1,-1 3-1,0-3 646,0 1 0,0-1 30,0-3 0,0 3 0,-1-4-408,1-2 1,0-2 377,0 0 0,-1 0 45,1-1 0,-1-1-45,0-1 0,0 0 0,0-2 0,0-1 0,0-1 0,0-1 0,1-3 0,-1 0 79,0 5 0,-1-2-79,0 9 1429,-1 5-1339,2-19-90,0-3 0,1-2 2394,0-2-2394,0-2 1727,0-2-1727,1-2 1376,0-1-1826,-1 0 180,-1-8-179,2 0-1620,-1-8 360,3 3 1709,1-3 0,-1-3 0,1-1 0</inkml:trace>
  <inkml:trace contextRef="#ctx0" brushRef="#br0" timeOffset="191752">9692 4191 9961,'-7'-2'-359,"1"0"359,0 1 0,1-1 89,0 1 271,0 0-90,-1 0 90,1-1-360,8 0 90,8 0 0,17-1 0,3 2-90,9 0-1021,-18 0 0,-1 1 1066,3-1 0,2 1-45,2-1 0,2 1-1258,1 0 1,2-1 1302,6 1 0,1 0-45,-12 0 0,0-1 0,4 0 22,5 1 1,4-1-1,2 1 1,-2-1-494,-8 0 0,0 0 1,0 1-1,2-1 489,4 0 0,3 0 0,1 1 0,-1-1 0,-1 0-333,1 1 0,-1-1 1,0 1-1,1-1 333,-5 1 0,1-1 0,-1 0 0,2 1 0,-1 0-102,0-1 0,1 1 1,-1 0-1,1 0 1,0 0 83,-1 0 0,-1 0 0,1-1 0,1 1 0,2 0 2,-3 0 0,1 0 0,1 0 0,1 1 0,0-1 1,1 0-1,-1 0-2,-4 1 0,0-1 0,0 1 0,0-1 0,1 1 0,0-1 0,1 1 0,0-1 0,-2 1 0,0 0 0,1-1 0,1 1 0,0 0 0,0 0 0,0 0 0,-1 0 0,-1 0 0,-1 0 0,3 0 0,-1 0 0,-1 0 0,-1 0 0,0 1 0,0-1 0,-1 0 0,1 1 0,2-1 0,0 1 0,0 0 0,-1-1 0,0 1 0,0 0 0,-1 0 0,4 1 0,-1 0 0,0 0 0,0 0 0,-2 0 0,0 0 0,1-1 0,-1 1 0,-1 0 0,0 0 0,1 0 0,5 0 0,0 1 0,0 0 0,0-1 0,-3 1 0,-1-1 0,-2 0 0,-1 0 0,0 0 0,-3 0 0,0 0 0,-1 0 0,1 0 45,0 0 1,-1 0-1,1 0 1,0 0-46,-1 0 0,0 0 0,1 0 0,-1 1 41,9 0 1,1 0 0,-1 0-42,0-1 0,0 1 0,-1-1 30,-1 1 0,0 0 0,-1-1 0,0 0 0,-1 0 0,1-1-30,-3 1 0,1-1 0,-1 1 30,-1-1 0,0 1 0,-1-1 0,0 0 0,-1-1 0,-1 1 15,11 1 0,-2-1-45,-3-1 0,0 0 45,-6 1 0,-1-1 0,-1 0 0,-2 0 565,-2 0 0,-2 0-520,19 0 1357,-11 0-1088,3-1-89,-14 0 1848,3 0-1938,-11 0 3096,2-1-2832,-3 0 15,1 0-369,-5 0 0,-1 1 90,0-1 0,2 0-360,-1 0-360,1-1-359,-2 0 899,-2-1 0,-4-3 0,-2 0 0</inkml:trace>
  <inkml:trace contextRef="#ctx0" brushRef="#br0" timeOffset="193308">10754 4057 10681,'5'-5'270,"-1"-1"0,-2 3-180,1-1-90,-2 9 0,0-2 0,-1 8 0,0-2 89,0 0-89,-1 2-89,0 1-91,1 2-360,-1 6 0,0-6-809,0 5 180,1-8 1169,0 1 0,-1 5 0,-1 0 0</inkml:trace>
  <inkml:trace contextRef="#ctx0" brushRef="#br0" timeOffset="193795">10671 4482 10141,'7'-5'180,"0"1"-90,-5 1 90,4-2-90,0 0 0,2 0-90,-1 1 90,1-1 0,0 1-90,0 0 90,0 0-90,5 0 90,1 0-90,0 1 0,-2 2 90,-5 2-90,1 1 0,-2 2 0,1 1 0,-4 0 0,-2 2 0,0 1 0,-5 7 0,0-2 0,-4 5 0,0-4-90,-5 6 90,1 2-90,-1-1 90,4-3 0,3-8 0,1 0 0,2-3 0,-1 3-90,3-3 90,0 1 0,3-2 0,1-2 0,2 0 0,0-2 0,2-1 0,5 0 0,-3-1-90,6 0 0,-5-1-180,1 0 0,-1-1-270,0 1-1618,4-2 2158,-5 0 0,7-1 0,-4 1 0</inkml:trace>
  <inkml:trace contextRef="#ctx0" brushRef="#br0" timeOffset="194653">10705 4475 10771,'10'-3'180,"-1"1"-180,-3 0 180,9-4-90,-3 1-90,5-3 0,-6 2 0,0-2 0,-4 2 0,3-2 90,-4 2-90,-1 0 0,0 0 0,2-1 0,-3 1 0,2 0 0,-3 2 0,-1 8 0,-1-2 0,-1 8 0,-1-1 0,0 2 0,0 2 0,1 9-90,-1-3 180,0 13-90,2-12 0,-1 5 0,0-8-360,1 11-270,0-7 0,-1 3-539,0-11 180,0-5 989,0-2 0,0 0 0,-1-1 0</inkml:trace>
  <inkml:trace contextRef="#ctx0" brushRef="#br0" timeOffset="194884">10714 4730 9422,'5'6'809,"10"-1"-719,-3-6 270,17-2-270,-6-2 0,9-2-135,-7-1 0,0 0-315,7-3-1279,-7 2 1,-2 0-352,0-3 1180,-1 0 982,-2 0 1,2-4 0,-1 0 0</inkml:trace>
  <inkml:trace contextRef="#ctx0" brushRef="#br0" timeOffset="195237">11439 4114 9332,'0'-8'629,"0"0"-269,0 4 90,0-3 0,1 2-1,0-1-449,3 9 90,-1 0 90,3 24-90,-4-4 0,0 9-180,-2-8-90,0-7-180,1 0-179,-1-1-2738,0 5 3241,0-6 1,1 10 0,-1-6 0</inkml:trace>
  <inkml:trace contextRef="#ctx0" brushRef="#br0" timeOffset="195688">11406 4527 10861,'9'-1'180,"-1"0"-180,0-2-3277,-1 0 983,1 0 3793,0 0-1499,0 0 860,1 1-860,0-1 90,6 1-90,-6 1 3276,4 0-3160,-8 3-116,0 0 89,-2 1-89,1 4 0,-3 6 0,-2 2 0,-2 3 0,-16 14 0,6-16 0,0 1-45,0 1 1,-1 0 133,-7 11-89,38-8 0,-1-10-89,17 2 89,-13-9-90,-5-1 0,0-1-360,11 3 180,-10-2-90,7 3 0,-14-5-269,-1 1-361,-1 0 451,-2-1 539,-1 0 0,-1 1 0,1 0 0</inkml:trace>
  <inkml:trace contextRef="#ctx0" brushRef="#br0" timeOffset="196304">12199 4057 9691,'11'-6'1709,"0"6"-1619,-4 1-90,-2 8 180,-3 4-180,0-1 0,0 6 90,-1-3-90,-2 1 90,2 1-90,-2 1-180,2-1 0,-2 0-179,2 0-451,-1-1-539,1-1 1349,-1 4 0,1 0 0,1 5 0</inkml:trace>
  <inkml:trace contextRef="#ctx0" brushRef="#br0" timeOffset="196801">12137 4537 10681,'7'-6'270,"0"1"-90,1 0-90,0 1-90,2 0 90,2 1-1,-5 2-89,3 0 0,-4 1 90,4 2-90,-4-1-90,1 2 90,-3 1-89,-3 0-91,-2 9 180,0-6-90,-5 9 90,2-8 0,-1 2-90,0-2 90,1-1-90,-5 11 90,5-6-90,-2 8-450,13 2-269,11 8 719,-5-7 0,4 1 0,-15-17 0,-2 0 0,-4 3 0,-2-2 90,-2 3-90,-14 3 0,4-2-90,-6 1-180,9-5-359,5-3 179,2-1 540,1-1 0,-3 1 0,0-1 0</inkml:trace>
  <inkml:trace contextRef="#ctx0" brushRef="#br0" timeOffset="197233">13053 4090 8612,'2'4'1619,"-2"-1"-1529,2 14 0,-2-6-90,1 0 90,-1 3-90,0 1 0,0 2 0,1 7-180,-1-4-180,0 5-359,0-9-361,0-1 451,0-1 629,0-1 0,0 6 0,1 0 0</inkml:trace>
  <inkml:trace contextRef="#ctx0" brushRef="#br0" timeOffset="197861">13057 4503 12120,'-1'8'180,"-2"1"-180,0-2 90,-4 7-90,1-3-90,-4 4 0,3-3-90,0-1 0,0 2-90,0-3 90,0 1-89,1-2 89,1-1-270,-1 0 270,3-2-629,-1 0 539,6-3 90,4-4 180,1 0 0,1-4-90,-4 2 90,-1 1 0,1 0-90,-1-1 90,1 1 0,-1 0 0,2 0 0,-1 0-90,2 1 90,-2 0 0,2 0 0,0 1 0,1-1 0,-1 1 0,0 0 0,-1-1 0,1 0 0,2-1 0,2-4 0,-1 1 90,1-4-90,-5 3 180,1-3 0,-3 4-180,1-2 270,-2 3-270,-4 11 0,-1-2 0,-3 10 90,2-5-90,1 2 0,-1 1 0,0 1-90,-1 8-1170,4 2 1,2 1 1259,-1 3 0,2-4 0,2-1 0,2-9 0</inkml:trace>
  <inkml:trace contextRef="#ctx0" brushRef="#br0" timeOffset="198295">13965 4255 8972,'-6'-8'2069,"3"9"-1979,3 2 90,0 16-180,0-9 89,0 7-89,-1-7 90,1 2-180,-2 3-179,1-2-91,0 2-180,1-6-899,-1 0 180,1-1 1259,0 0 0,0 3 0,-1 1 0</inkml:trace>
  <inkml:trace contextRef="#ctx0" brushRef="#br0" timeOffset="198730">13967 4547 10951,'-4'8'180,"-1"1"-180,0-3 0,0 1 90,2-1-90,0-1 0,1 1 0,-2 4 90,3 4-180,-1-2 0,5 6 0,0-10 0,3 2 0,-2-3 0,1 0 0,0 0 0,0 0 0,0 0 0,-1 0-180,1 10 90,-11 3 180,2 0 0,-9-2-90,3-9 90,-1-1 0,1-1-90,-1 0-539,-7 3-451,7-4 1080,-7 3 0,11-6 0,0-1 0</inkml:trace>
  <inkml:trace contextRef="#ctx0" brushRef="#br0" timeOffset="198943">13983 4594 10051,'5'-3'540,"2"0"-450,-3 0 0,3 1 90,2-1-90,2 0 0,2-1-180,9-3-810,2 0-449,1-2-690,-2 0 2039,-8 3 0,5-2 0,1-2 0</inkml:trace>
  <inkml:trace contextRef="#ctx0" brushRef="#br0" timeOffset="199419">14784 4246 11580,'4'9'360,"-1"0"-270,-1-3 0,1 6 0,0-2 0,0 11 0,-1 1-90,-2 0-90,2 0-540,-2-1 181,2-6-1260,-1 4 1709,0-4 0,0 1 0,0 4 0</inkml:trace>
  <inkml:trace contextRef="#ctx0" brushRef="#br0" timeOffset="199882">14803 4651 12120,'-18'24'270,"8"-5"0,-1 2-450,-2 2 0,1 0 0,1 2 0,4-2-1965,2 5 1966,6-10-91,0-6 90,3-2 609,1 1-969,10 4 412,14-7 757,0-15-539,-4 1 360,-40-31-450,-13 26 0,-5-8 0,10 17 0</inkml:trace>
  <inkml:trace contextRef="#ctx0" brushRef="#br0" timeOffset="200477">15204 4409 8882,'-7'-2'1349,"-1"1"-629,4-1-630,8 0 0,1 0 0,10-1 0,-1 2-90,4-1 89,6 0 1,3-1-90,10 0-424,4-1 424,-10 1 0,6 0 0,-2 0-304,1 0 0,5 1 316,-12 0 1,7-1 0,3 1 0,2 0 0,-1-1 0,-2 1 0,-4 0-289,3 1 0,-5 0 0,0-1 0,5 1 288,-3 0 1,3 0 0,2-1 0,2 1 0,-2 0 0,-1 0 0,-4 0-13,5 1 0,-2 1 0,-3-1 0,-1 0 30,2 1 0,-3-1 0,0 0 15,13 1 0,-9 0-45,-25 0 419,7-2-599,-12 0 196,1 0-16,-2-1 0,-3 1 0,0-1 0</inkml:trace>
  <inkml:trace contextRef="#ctx0" brushRef="#br0" timeOffset="200920">16012 4217 9602,'2'-8'1079,"0"15"-1079,0-1 90,-1 11-90,0-2 0,-1-2 0,0 2 90,0 0-90,0 17 90,0-11-90,0 12 0,0-16 0,1-1-180,-1 1 0,1-3-270,0 0-179,0-2-1350,1 2 1979,-1-4 0,0 2 0,0-6 0</inkml:trace>
  <inkml:trace contextRef="#ctx0" brushRef="#br0" timeOffset="201399">15867 4775 10051,'10'-1'630,"8"-2"-540,4 1 0,0-1 0,0 1 0,2 1-90,-6 0-215,5 2 215,-9-1 0,0 0 165,1 2-75,-1 2-90,-4 4 0,-7 5 90,-10 5-90,-2 0-517,-3 4 517,2-6-180,1 1 90,0-1-90,2-1 130,1-1-220,1-1-90,1-2-269,1 0-451,1-2 361,2-1 719,0-1 0,2 3 0,2-1 0</inkml:trace>
  <inkml:trace contextRef="#ctx0" brushRef="#br0" timeOffset="201952">16376 4381 8882,'-8'1'1079,"1"0"-989,10 1 0,-1-1 0,8 1 0,-1-2 0,3 1-3367,2 0 3252,4 0 115,5 0 0,3 0-90,7 0 0,0 0-1141,3 0 1141,1-1 90,2 0-279,-12 0 0,1-1 279,14 1-90,-3-2 0,-1 1 0,-3 0 925,-10 0 0,-1 0-835,-7-1-360,-3 2 270,-1-1 0,-3 1 0,-1-1 1583,-1 0-1583,-2 1 150,-1-1 0,-3 1 0,0-1 1</inkml:trace>
  <inkml:trace contextRef="#ctx0" brushRef="#br0" timeOffset="202266">16703 4258 9422,'2'-10'1799,"0"16"-1709,1-5-1,0 17 1,-2 5 0,1-2-45,1 11 0,0 6-225,-1-1 1,0 1 179,4 3 0,0 0 0,-2-3 0,0-4 0,2-13 0,0-1 0</inkml:trace>
  <inkml:trace contextRef="#ctx0" brushRef="#br0" timeOffset="203088">16830 4813 9242,'-6'-7'-90,"1"0"0,0 5 90,0 0-90,0 1 90,0 0 0,-1 0 0,0 1 0,0 0 0,0-1 0,1 1 0,-2 0 0,1 0 0,0 0 0,1 1 0,-3 0 0,-2 2 0,1 0 0,0 0 0,4 0 0,0-1 0,0 2 0,-1 2 0,1 2 0,1 6 0,5 1 0,2-1 0,3-3 0,0-2 0,8 6 0,4 1 0,0 0 0,0-1 0,-6-5 0,0 0 0,-1-1 0,-1 0 90,-1 0-180,0-1 90,1 2 0,-4-3 0,1 1 0,-4-2 0,-2-2 0,0 1 90,-2 0-90,-1-1 0,-2 0 0,0-1 0,-1 0 0,-1-1 0,-2-1 0,0 1 0,0-1 0,-1-1 0,0-1 0,0 0 0,0-1 0,1-1 90,-3-3-90,1-8 0,3 2 0,3-7 90,6 4 0,2-4-90,4-3 180,2-2-1322,1 0 1322,-1 2 0,-1 3-390,3-4 390,-4 6 0,1-3-90,-3 9 90,-2 1 89,0 1-179,-1 1 90,-1 1-90,-2 0 1166,0 1-1076,-2-1 365,-1 2-455,-3-1 0,-2 2 0,-3-1-90,-3 1-90,-1 0-90,-6-1-269,-1 0-271,-4 0-719,2-1-705,1 1 2144,0 0 0,-4-3 0,-2-1 0</inkml:trace>
  <inkml:trace contextRef="#ctx0" brushRef="#br0" timeOffset="208083">12196 4200 9332,'8'-3'629,"-1"0"-539,-3 1 0,0-1-90,-1 1 90,1 0-90,-1 0 0,2-1 0,-1 2 0,1-2 0,-1 2 90,0-1-90,1 0 0,-1 0 0,1-1 0,-1 1 0,1-1 90,-1 1-90,2-2 90,-2 1-90,0 0 90,-1 1-90,1-1 90,-1 1 0,1-2 0,-2 1 0,2-2 0,0-1 0,2-1-90,-1 0 0,0 0 90,-2 2-90,1 0 0,2-3 90,-1 3-90,1-3 0,-2 2 0,1 1 89,0-1-89,-1 0 90,-1 1-90,1 0 0,-1 0 90,1 0 0,0-2-90,0 2 90,0-3-90,-1 3 0,0 0 90,1-3-90,1 1 90,0-2-90,0 2 0,-2 1 0,0 0 0,2-2 90,-2 2-90,4-4 0,-3 5 0,0-2 90,0 2-90,-1-1 0,0 1 0,0-1 0,0 1 0,0 0 0,0 0 90,0 0-90,0 0 0,-1 0 0,1 1 0,0-2 0,-1 2 0,1-1 0,-1 0 0,1 0 0,1 0 0,-2-1 180,2-1-180,-1 2 90,0-2-90,-2 2 90,2 0-90,-2 1 0,2-1 0,-1 0 90,1 0-90,0 0 0,0-1 0,-1 0 90,2-2-90,-1 2 0,1-1 0,-1 2 0,0 0 0,1 0 90,-2 0-90,2 1 0,-2-1 0,1 0 0,0 1 0,0 0 0,0 0 0,-1 0 0,1 0 0,-1 0 0,1 0 0,-1 0 0,0 1 0,1-1 0,-1 1 0,1 0 90,-1-1-90,1 0 0,-1 0 0,0-1 0,1 0 0,-1 1 0,1-1 0,-1 1 0,1 0 0,-1-1 0,0 1 0,0 0 90,0 0-90,0-1 0,0 0 0,0 0 0,0 0 0,0 0 90,-1 0-90,2 0 0,-2-1 0,1 1 0,1 0 0,0-3 0,-1 2 0,2-3 0,-2 4 0,0-1 0,1 1 0,-1-2 0,0 1 0,1-2 0,0-1 0,0 1 0,1 0 0,-1 1 0,-1 1 0,1-1 0,0 3 0,-1-1 0,1 0 0,0 1 0,0-1 0,2-2 0,-2 2 0,2-2 0,-2 2 0,3-2 0,-1 0 0,0 1 0,0 0 0,-1 2 0,-1 0 0,0-1 0,0 1 0,0 0 0,0 0 0,0 0 0,0 1 0,0-1 0,0 0 0,0 0 0,2-1 0,-1 0 0,1 0 0,-2 1 0,0 0 0,1-1 0,-1 0 0,2-1 0,-2 2 0,0 0 0,-1-1 0,1 1 0,1-2 0,-2 2 0,2 0 0,-2 1 0,1-2 0,0 1 0,1-1-90,0 1 90,0 0 0,-1 1 0,1 1 0,0 0 0,0-1 0,0 0 0,0 1 0,1-1 0,0 0 0,0 1 0,0-1 0,0 1 0,-1 0 0,2 0 0,2-1 0,-1 1 0,1 0 0,-4 0 0,0 1 0,0-1 0,1 0 0,-1 2 0,4-2 0,-2 0 0,1 0 0,-1 0 0,0 0 0,0 1 0,0 0 0,1 0 0,-1 0 0,3-1 0,0 0 0,1 1 0,-1-1 0,-2 1 0,0 0 0,-1 1 0,1-1 0,0 0 0,1 1 0,-1-1 0,0 1 0,1-1 0,-1 1 0,0-1 0,0 1 0,0 0 0,0 0 0,-1 1 0,1-1 0,-1 0 0,0-1 0,3 1 0,1 1 0,-1-1 0,-1 0 0,-3 1 0,0-1 0,0 0 0,0 0 0,1 0 0,-1 0 0,0 0 0,1 0 0,-1 0 0,1 0 0,-1 1 0,0-1 0,0 0 0,1 0-90,3 0-3187,-1 0 3252,0 0 25,-2 1-90,-1-1 90,3 0 0,-3 1 0,1-1 0,-1 0 3276,0 1-3160,1 0-116,0-1 0,1 2 0,0-1 0,-2 0 0,-1 0 0,5 1 0,-3-1 0,5 2 0,-7-1 0,3-1 0,-1 2 0,-1-1 0,1 0 0,-2 0 0,1 0 0,-1-1 0,0 1 0,-1 0 0,1-1 0,-1 1 0,1 0 0,0 0 0,0 0 0,0 0 0,1 0 0,-2 0 0,2 1 0,-3-1 0,1 0 0,0 0 0,0 0 0,0 1 0,0-1 0,0 1 0,0 1 0,0 0 0,1 0 0,-1 0 0,0 0 0,0 1 0,0-1 0,0 1 0,1 0 0,0 0 0,-1 1 0,1-1 0,0 1 0,0-1 0,-1 0 0,1 1 0,-1-1 0,0 1 90,1 0-90,-1 0 0,0 1 0,0-1 0,1 1 0,-1 0 0,2 3 0,-1-2 0,1 3 0,-2-3 0,0-1 0,0 0 0,0 0 0,1 1 0,-1-1 0,1 1 0,-2-1 0,1 0 0,0-1 0,-1 1 0,1-1 0,-1-1 0,1 1 0,-1 0 0,0 1 0,1-1 0,-1 1 0,0-2 0,0 2 0,0-2 0,1 1 0,-2-1 0,1 1 0,0-1 0,0 1 0,1 0 0,-1 0 0,0 0 0,1 1 0,-1 0 0,0 0 0,0 0 0,1 1 90,0-1-90,-1 0 0,1 0 0,-1 2 0,1-1 0,0 0 0,0 0 89,-1-1-89,0-1 0,0 1 0,0-1 0,0 1 0,0 0 0,0 0 0,0 1 90,1 2-90,-1-1 0,2 1 0,-3-2 0,1 0 0,1 0 0,0 4 0,-1-2 0,2 2 0,-2-3 0,1-1 0,-1 0 0,0 0 0,0-2 0,1 2 0,0-2 0,-1 1 90,1 0-90,0 0 0,-1 0 0,1 2 0,-1-2 0,1 2 0,-1-3 0,-1-2 0,1 2 0,-1-2 0,1 4 0,-1-2 0,1 3 0,0-2 0,0 0 0,0 1 0,0-3 0,0 3 0,-1-3 0,1 1 0,-1 0 0,0-2 0,1 2 0,0-2 0,0 1 0,0 0 0,-1-1 0,1 1 0,0 1 0,0-1 0,1 1 0,-2-2 0,1-1 0,-1 1 0,1 0 0,-1 0 0,1 2 0,0 0 0,0 3 0,1-2 0,0-1 0,-1 0 0,-1-2 0,1 0 0,0 0 0,0 0 0,-1-1 0,1 1 0,0 0 0,0-1 0,0 1 0,1 4 0,1-1 90,-1 1-90,0-2 0,-1-2-90,0 0 90,1-1 0,1 3 0,-1-1 90,1 1-180,0-1 180,-1-1-90,0 1 0,-1-2 0,0 1 0,0-1 0,0 0 0,2 1 0,-2-1 0,2 1 0,-1 0 0,-1-2 0,2 1 0,0-1 0,0 1 0,0 0-90,1-1 0,0 1-449,5-1-91,-3 1-539,3-1-450,-3-1-180,-1 0 1799,1-1 0,-2 0 0,1 0 0</inkml:trace>
  <inkml:trace contextRef="#ctx0" brushRef="#br0" timeOffset="210841">19223 10711 8702,'-1'-8'1349,"0"-1"-1169,2 4 0,1 0 0,1 2-90,1 1 0,2 2-90,-1 1 90,2 3-90,-2-1 0,0 2 90,1 1-90,-1 1 0,1 2 0,0 0 0,3 6 90,-2-4-90,1 6 0,-1-7 0,-1 2 0,1-2 0,0 0 0,0-1-90,-1-1 90,0-1-180,0-1 90,0 0-90,0-2-90,-2-1-1889,3-1 2159,-1-5 0,-2 4 0,-1-5 0</inkml:trace>
  <inkml:trace contextRef="#ctx0" brushRef="#br0" timeOffset="211084">19383 10701 8702,'1'-9'1619,"0"0"-1529,-6 9-90,2 0 90,-4 6-90,2 0 90,-1 2-90,0 0 90,0 2-90,-1 0 0,1 1 90,-1 0-3367,0 0 3162,1 0 25,-1 0 0,1-1-90,1-1-90,1 0-90,0-1-1079,-2 1 2258,2-1 0,-1 0 0,2-2 0</inkml:trace>
  <inkml:trace contextRef="#ctx0" brushRef="#br0" timeOffset="211324">19279 10740 8882,'0'-8'270,"-3"8"-180,1 1-90,-2 9 0,2-3 0,0 1 0,1 1 0,0 1 0,0 0 0,0 1 0,0-1-90,1 0-90,-1-1 0,1-1-180,0 0-449,0-2 719,0 1 90,0-3 0,1 0 0,-1-3 0</inkml:trace>
  <inkml:trace contextRef="#ctx0" brushRef="#br0" timeOffset="211511">19224 10812 8882,'10'-3'360,"0"1"-360,-1 1-90,0 0-360,2 1-449,1-2 629,1 1 270,2-1 0,7 0 0,2 0 0</inkml:trace>
  <inkml:trace contextRef="#ctx0" brushRef="#br1" timeOffset="-213213.73">12931 2724 21717,'10'-5'1611,"1"1"-1051,-2 0-53,0 1-185,0 0-96,-1 0-32,0 2-37,2-2 368,-2 1-422,1 0-109,-4 1-237,0 0 154,0 1-187,0-1 49,-2 3-1227,-3 2-748,-2 1 172,-1 1 804,0-2 976,1-1 1,-1 2 0,0-1-1</inkml:trace>
  <inkml:trace contextRef="#ctx0" brushRef="#br1" timeOffset="-212774.73">12921 2757 21541,'0'0'0</inkml:trace>
  <inkml:trace contextRef="#ctx0" brushRef="#br1" timeOffset="-212744.73">12921 2757 21451,'0'0'0</inkml:trace>
  <inkml:trace contextRef="#ctx0" brushRef="#br1" timeOffset="-212679.73">12906 2970 6470,'1'24'0</inkml:trace>
  <inkml:trace contextRef="#ctx0" brushRef="#br1" timeOffset="-212579.73">12907 3013 21271,'1'23'-3277,"0"-9"0,1 6 0,-1-12 561,0 0 2322,0 0-154,0 2 312,-1-3-1593,1 1 1699,-1-2 117,1-2 0,-1 0 0,0-3 0</inkml:trace>
  <inkml:trace contextRef="#ctx0" brushRef="#br1" timeOffset="-212312.73">12954 2737 21269,'0'0'0</inkml:trace>
  <inkml:trace contextRef="#ctx0" brushRef="#br1" timeOffset="-212294.73">12954 2731 21179,'0'0'0</inkml:trace>
  <inkml:trace contextRef="#ctx0" brushRef="#br1" timeOffset="-212262.73">12953 2725 2725,'-2'-5'0</inkml:trace>
  <inkml:trace contextRef="#ctx0" brushRef="#br1" timeOffset="-212236.73">12951 2720 21089,'0'0'0</inkml:trace>
  <inkml:trace contextRef="#ctx0" brushRef="#br1" timeOffset="-212069.73">12948 2717 21179,'-3'-7'-820,"0"1"1,3 3 0,-1 1 0</inkml:trace>
  <inkml:trace contextRef="#ctx0" brushRef="#br1" timeOffset="-212021.73">12941 2699 20232,'10'-8'0</inkml:trace>
  <inkml:trace contextRef="#ctx0" brushRef="#br0" timeOffset="-210547.73">12861 2519 7443,'-7'-7'629,"0"0"-449,4 4 0,0 0 360,0-1-90,0-1-181,0-1 181,-1 1 0,2 0 180,0 1-1,-1 0-539,1 6 0,0 0 0,1 7 0,0-1-90,0 3 90,1 1-90,0 3-3277,0 3 3342,1 1-65,1 6-529,0-1 619,0 5-45,0-8 0,0 0-45,2 15-540,-2-13 0,0 0 540,1 10 90,1 0-90,-1-1 0,-1-1 0,1-3 90,-2-2-90,1-3 0,-2-3-126,1-2 126,0-1 0,0 5 90,-1-7-90,1 2 0,-1-7 2532,0 2-2532,0-4 730,0 2-730,0-4 1708,1-1-3687,-1 1 607,-3-9-517,1 2 1889,-3-7 0,0-3 0,-1-1 0</inkml:trace>
  <inkml:trace contextRef="#ctx0" brushRef="#br0" timeOffset="-209730.73">12704 2488 9602,'-1'-9'-270,"1"1"270,1 2 90,0 1-90,1 2 90,1-1 0,0 1-1,1-1 91,2 1-90,1-1 0,1 0 90,1 0-90,2 0 0,1-1 90,1 1 0,7 0-90,-3 2-255,5-2 255,-6 3-90,0-1 90,1 3 0,2 0-90,0 0 0,0 2 90,-1 1-90,-1 0 0,0 2 90,-1 0-90,-1 2 90,-1 0-90,-2 1 0,2 6 90,-6-3-90,1 4 344,-5-5-344,-2 1 0,-3 5 90,-2-4-90,-3 5 0,-2-5 0,-1 0 0,-3 1 0,-3 0 0,-2 0 90,-2 0-90,2-2-325,0-2 325,2-2 0,0-1 0,0 0 0,2-1 0,0 0 0,1-2 90,-3 2-90,4-3 0,0 1 0,3-2 325,-1 0-325,3-1 0,-1 1 90,2 0-90,18-4 0,-3 1 0,12-2 0,-8 2 0,-3 0 0,6 0 0,-2 0 0,5 1 0,-5 0 0,3 1 0,0 0 0,2 0 0,0 0 0,0 0-416,0 0 416,-1 1 0,0 0 0,0 0 0,-1 1 0,-1 2 0,0-1 0,-2 1 0,-2 0 90,5 4-90,-7-1 0,4 8 0,-10-6 416,0 3-416,-5-2 90,-2 1-90,-3 2 0,-1 0 0,-5 3 90,-3 0-739,-3 1 649,-3 0 0,-1-1 90,-3-2-90,-2 0 0,0-1-204,-1-1 204,1-2 0,0-1 0,1-2 90,2-2-90,2-1-90,4-2-90,3-1-270,2-1-269,0-1-361,3-2-809,0 0 1889,1-2 0,1-2 0,-1-2 0</inkml:trace>
  <inkml:trace contextRef="#ctx0" brushRef="#br0" timeOffset="-205029.73">18453 12424 7803,'5'-6'899,"-1"0"-719,0 3 180,-2 0-270,2-2 269,-2 3-179,3-3-90,-2 3 0,1-2 0,-1 2 0,2 0 0,0 1 0,1 0 0,1-1-90,0 1 90,2 1-90,0 0 90,1 1-90,0 1 0,1 1 90,-1 0-90,-1 1 0,0 0 0,-2 0 0,0 1 0,-2 1 0,-1-1 0,-1 1 0,-2 0 0,-1 1 0,-2 1 0,-2 0 0,-1 0 0,-1 1 0,-1 0 0,-1 0 0,1-1 0,-1 0 0,1 0 0,1 0 0,0 0 0,1-1 0,2 0 0,0 0 0,3-1 0,-1 1 0,2 0 0,1 1 0,2-1 0,0 0 0,2 1 0,0 0-90,1 1 90,-1-1-90,0 0 90,0 1-90,-2 0 90,-2 1-90,0 0 90,-2 2 0,-2 0 0,-3 3-90,-1-1 90,-6 2 0,-2 0 0,-4 0 0,-7 4-90,7-6 90,-5 1 0,7-4-90,4-3 0,-1 1-180,6-3-89,2-2 359,1 0 0,6-2 0,3 0 0</inkml:trace>
  <inkml:trace contextRef="#ctx0" brushRef="#br0" timeOffset="-204677.73">18739 12694 8792,'-5'-4'1349,"5"-1"-1259,2 2 0,6-1-90,0 3 90,1-1 0,2 1 0,0 0-90,2 0-90,-2 0-90,1 1-90,0-1-179,-2 0-721,2 0 271,-2 0 899,1 1 0,4 0 0,1 0 0</inkml:trace>
  <inkml:trace contextRef="#ctx0" brushRef="#br0" timeOffset="-204230.73">19164 12595 9332,'1'-7'719,"-1"0"-539,-1 1 270,1 0-270,-2-1 90,0 3-1,0 0-89,-1 1-90,-3 3 0,1 1-90,0 4 90,0-1 0,-1 4 0,1-1-90,-1 3 90,3-2-90,0 1 0,1-1 90,2 0-90,0 0 0,2 0-90,1 0 90,2 1-90,1 0 0,2 1-90,2 0-3097,0 2 2892,1-2 206,0 2-1,-2-2 90,1 0-90,-3 0 90,-1 0 0,0 0 0,-3-1 0,-1 1 3366,-2-1-3340,-1 0 64,-3 1-90,-1-1 90,-4 1 0,0-1 0,-2 1 0,-8 3 0,5-4 0,-5 1 0,7-3 0,0-2 0,2 0-90,-3 0-90,4-2-90,-1 0-1259,5-2 1529,0-2 0,3-3 0,-1-3 0</inkml:trace>
  <inkml:trace contextRef="#ctx0" brushRef="#br0" timeOffset="-204036.73">19128 12616 9062,'-5'-6'450,"1"0"-271,0 2 271,1 1-180,0-1 270,1 1-360,2-3-90,1 3 0,3-2 89,2 1-89,1 2 0,1-2 0,1 2-180,1-2-90,1 2-269,0-1-91,-1 1-899,0-1-90,0 0 1529,-1 0 0,4-2 0,0-1 0</inkml:trace>
  <inkml:trace contextRef="#ctx0" brushRef="#br0" timeOffset="-203747.73">19460 12352 10681,'-4'-6'989,"12"14"-899,-2-1 90,18 24-90,-9-11 0,7 11-90,-7-6 90,-2 3-1106,-2 2 1106,-1 1-90,-3 2 90,-2 1-90,-3-1 0,-3 1 0,-3-1-3145,-5 3 3055,-3-1 0,-4 1-369,-2-3 99,-1-5 0,-4-2-180,8-12 1,-2 0-810,-10 6 106,-8 1 1243,9-8 0,-4-2 0,-1 1 0</inkml:trace>
  <inkml:trace contextRef="#ctx0" brushRef="#br0" timeOffset="-203337.73">18320 12294 9691,'1'-9'2339,"0"0"-2249,-8 22 0,0 0 0,-8 23-2762,2-1 2717,5-14 0,1 0 0,0 2 0,0 1-597,0 1 1,0 1 596,-1 0 0,1 2-15,1-1 0,-1 1 0,1 0-152,1 1 0,-1 0 0,2 2-306,0 0 1,2 4 0,0-1 0,1-3-83,0-1 0,1-2 0,2 0 510,3 8 0,3 0 0,3-3 0,5-6 0,2-1 0,6 6 0,0 0 0</inkml:trace>
  <inkml:trace contextRef="#ctx0" brushRef="#br0" timeOffset="-193347.73">20378 2285 8972,'-6'4'540,"0"-1"-450,9 1-1,0-1 1,7 1-90,0-1 90,6 0 0,6 1-90,6 0 90,9 1-1255,-17-3 1,2 0 1209,2 1 0,0-1-45,2 0 0,0 1 45,1 0 0,1-1-738,0 0 1,1 1 692,0-1 0,0 0 45,0 0 0,-1 0-45,1-1 0,-1 1-651,1 0 0,-1 1 651,0-1 0,-1 0 44,0 0 1,0 0-45,0 0 0,-1-1 0,-2 1 0,1 0 45,6 1 0,-1 0-45,-8-1 0,-1 0 0,3 0 0,-1 1-101,6 0 281,-11-2 1028,5 1-1118,-13-1 1749,1 0-1749,-5-1 2015,-1 1-1925,0-1 459,-1-1-549,0 0-79,1-1 1,-9-4 0,-1-1-1</inkml:trace>
  <inkml:trace contextRef="#ctx0" brushRef="#br0" timeOffset="-186943.73">19062 7258 6363,'-9'0'1170,"1"0"-541,4 1-539,4 2 0,2 0-90,6 1 90,2-2 0,4 1 0,7 0-955,4 1 865,6 0 90,7 1-90,-18-2 0,1-1-631,3 1 0,-1-1 676,2 1 0,0-1-731,2 1 0,0 0 686,1-1 0,0 1 0,1 0 0,1-1 45,0 1 0,1-1-45,3 1 0,2 0 0,0 0 0,2-1 0,-1 1-494,-9-2 0,-1 1 0,1-1 494,8 2 0,1-1 0,0 0 0,-3-1 0,-1 0 0,-2-1 0,8 1 0,-1 1 0,-6-2 0,2 1 0,-2-1 45,2 1 0,-2-1 0,-1 0 0,0 0-45,-1 0 0,-1 0 45,-1 0 0,-1 0 152,-2 0 1,-2 0-153,-1-1 0,-2 1 135,15-1 374,-6 0-285,-5 0 91,0 0-180,-9 0 1118,2-1-1118,-8 1 0,-1-1 1924,-1 1-2014,0-1 296,-2 2-206,0-1 693,1 1-783,-1-2 0,1 2 0,-1-1-90,1 2 90,-1 0-180,0 0-180,-1 0-89,0 0-541,0 2 900,-1-1 0,-1 0 0,0-1 0</inkml:trace>
  <inkml:trace contextRef="#ctx0" brushRef="#br0" timeOffset="-184329.73">20705 2186 8702,'0'0'0</inkml:trace>
  <inkml:trace contextRef="#ctx0" brushRef="#br1" timeOffset="-181538.73">20585 8374 7161,'-8'2'1383,"2"0"-1104,1-1 450,1 1-634,8 1-42,0-1-3,9 0 10,0-1-2,8 0-1158,5 0 1240,13 1-116,-17-1 0,1 1 0,5-1 0,0 1 15,6 1 0,1 0-1459,4-1 1,0 1 1449,-9-1 0,0 1 0,0-1-681,2 1 1,0-1 0,1 1 680,0 0 0,1 0 0,0 0-455,0 0 0,1 0 0,0 1 425,1-1 0,-1 1 0,1 0-227,-1 0 0,0-1 1,0 1 256,0-1 0,0 0 0,-1 0-30,0 1 0,-1-1 0,0 0 20,0 0 1,0 0 0,-1 0-21,-1 0 0,1 0 0,-1 0 144,-1 0 0,0-1 1,0 1-101,10 0 1,-1 0-45,-3 0 0,0-1 45,-5 0 0,-1 0 0,-3 0 0,0 0 408,-4-1 1,-2 0-274,15 2 1245,-10-1-1246,-7-2 2162,-3 0-2161,-5-1 1833,-2-1-1923,-2 0 1317,-2 0-1137,-1 0 656,-1 0-1105,-1 6-361,0 0 0,-2 5 0,1-2-1259,-2-1-359,1-1 2158,-2 2 0,-3 2 0,0 1 0</inkml:trace>
  <inkml:trace contextRef="#ctx0" brushRef="#br1" timeOffset="-180222.73">20054 11786 26692,'-8'-5'-3277,"1"2"917,13 1 4334,-3 2-1218,11 0-179,-3 1-407,2-1 107,4 1-273,6 0 1123,5 0-209,7 0-1060,-14-1 1,1 1 96,1-1 1,1 1 50,3-1 0,0 1 76,1 0 1,0-1-36,1 1 1,0 0-41,0 0 1,0 0 41,0 1 1,1-1-63,-1 0 0,0 0 7,0 0 0,0 0 39,-1 0 1,0 0-38,-1-1 1,-1 1-9,0 0 0,-1 0 46,-2 0 1,-1 0-40,19 1-16,-9-1 123,-6 1-46,-5-1 109,-3-1-18,-5 1 8,0-1 89,-3 1-117,-1-1 139,-1 0-191,-2 0 118,0 0 64,-1 0 3019,1 0-2485,-2 0-791,3 1-68,-4 0-1300,0 2-1687,-1 0 2584,-2 2 0,-2 0 0,-3 1 1</inkml:trace>
  <inkml:trace contextRef="#ctx0" brushRef="#br0" timeOffset="-178379.73">20407 10140 7173,'1'-7'630,"0"1"-451,1 0-89,0 2 90,1-1 0,-1 1-90,1 0 0,0 0 0,0 0 0,1 0 0,0 1 0,1 0 0,2-1-90,0 2 90,2-1 0,1 2-90,0 1 90,1 0-90,0 1 0,0 2 90,0 0-90,1 1 0,-1 2 0,-1 1 0,-1 2 90,-1 0-90,-1 2 0,-2 0 0,-1 1 0,-2 1 0,-2 2 90,-1 1-90,-8 10 0,2-4-699,-7 6 699,4-9 0,0-2 0,0-1 0,1-2 0,1 0 0,1-2 0,0 1 0,2-3 0,2 1 0,1-2 0,2 4 0,2-4 0,3 3 90,3-4 608,2 1-698,3-2 0,3 0 0,3-1-616,2 0 527,4-1 89,0 0-90,13 0-197,-9-3 62,-7 0 0,-1-1-45,1-1-629,2 0 719,-12 0 180,-1 0 0,0-3 0,0-1 0</inkml:trace>
  <inkml:trace contextRef="#ctx0" brushRef="#br0" timeOffset="-177853.73">20484 10010 8252,'-8'-13'-90,"1"1"-3187,-1 1 894,0 1 3338,-7-4-955,3 5 844,-6-4-844,5 7 0,-2 0 0,0 3 90,-2 1-90,-1 3 0,-4 4 0,-14 13 2676,5 2-2676,12-5 0,0 3 0,2 6 0,3 2-336,4-5 0,1 1 336,-3 8 0,3 1 0,5-9 0,2-1 45,0 3 0,2 0-1366,1-2 1,2 1 1320,-1 1 0,3 2 0,6 8 0,1 0-651,-2-7 1,2-1 650,4 7 0,2-2 105,-3-10 1,0-1-106,10 6 0,1-1 0,-5-7 0,0-1-230,7 4 1,1-1 229,-7-9 0,0-2 45,0 0 0,1-1 640,0-2 1,0 0-686,2-2 0,-1 0-337,2-2 1,-1-1 336,1-1 0,1-1 45,0-2 0,0-1-764,12-5 1,0-1 718,-8 0 0,0-2 214,-5 2 0,1-1 0,-1-2-184,1-3 0,-1-2 0,-2 0-434,4-3 0,0-2 404,-6 3 0,1-2 0,-3 1 45,-1-2 0,-3-1 224,0 0 1,-3-2-225,-1 1 0,-2 0 429,-1-2 0,-2 0-429,-1-1 0,-1-1-45,-2 0 0,-2-2-403,-1 1 1,-2-2 402,-3-2 0,-1 0 45,-2 0 0,-3 0-45,-2-1 0,-3 0 0,-1 3 0,-3 0 45,-4 2 0,-1 1-45,-3 2 0,-3 2 0,-2 1 0,-2 2 12,10 8 0,-1 1 0,0 1 18,-2 1 0,0 0 0,0 2-30,-2 0 0,0 1 0,-1 2 0,0 0 0,1 0 0,-3 3-206,-1 0 0,-3 2 1,-1 1-1,3 0 56,-2 1 0,1 0 1,-1 1-239,2 1 0,-2 1 1,0 0-1,3 1 356,1 1 0,2 1 1,1 1 31,0 1 0,1 0 0,-1 2 0,-5 2 0,0 3 0,-1 0 0,0 1 0,0-1 0,0 1 0</inkml:trace>
  <inkml:trace contextRef="#ctx0" brushRef="#br0" timeOffset="-171021.73">19647 6395 6273,'-4'-8'180,"-2"-2"-180,2 4 90,-2 0-90,1 1 0,-1 1 90,0-1-90,-2 1 0,0 1 90,-11 1-90,-2 3 0,-4 0 81,-1 6 238,-5 6-92,5 0-1286,3 0 1,-1 1 1404,-5 6-106,9-6 1,0 0 321,-8 9-117,0 1 58,1 3 149,1 3-39,0 2-360,14-15 1,0 1-65,1 1 0,-1 0-711,1 1 1,1 0 656,-1 1 1,0 0-47,1 2 1,1-1-352,-1 0 1,0 1 150,-3 11 0,2 1-43,2-8 0,0 1-342,-1 8 0,1 2 397,3 0 1,2 0-15,2-9 0,0 1-52,1 8 0,1-2-13,1-11 1,2 0 0,4 10 0,1-1 288,-1-9 1,1 0-360,3 8 0,1-2-2,-1-10 1,0-1 117,1-1 1,1-1 21,1-1 1,1 0 51,1-2 0,0 0 101,1-1 0,0-1 81,1-1 0,0-1-79,1 0 0,0-2 301,19 7 64,1-4-45,-2-3-20,1-4-35,-3-2-21,5-4-308,-11-2 0,0-2 73,-5 0 1,-1 0-45,7-3 1,-1-1-9,-10 1 1,0-1-620,7-6 0,1-2 624,-7 4 1,-1-1-65,7-5 1,-2-1 77,-7 4 0,-2 0 23,0-2 1,0 0-15,0 0 1,-1-1-265,0-2 0,0 0 243,-1 0 0,0-1-55,0 0 1,-1-1 46,-1-1 1,-1 1-44,0-1 0,0 1 47,-1-2 1,-1 1-42,-1 0 1,0-1 0,-1 0 0,-1 0 128,-1 0 0,-1-1-57,0 0 0,-2 0-13,-1 1 1,0-1-12,-2 1 0,-1-1-16,0 1 0,-2 0-14,-1 1 0,-2-1-68,-5-8 0,-2-1 30,3 9 0,-1 0-66,-5-7 1,0 2 35,2 9 1,1 2 37,-1 0 1,-1 0-8,-9-5 1,-1 0 80,6 7 1,-1-1-196,-7-3 1,0 0 265,8 8 1,0 0-10,0 1 1,-1 1-47,-1 0 1,1 1 882,-1 0 1,-1 1-900,1 1 0,-1 1-52,0 0 0,-1 1-1252,-11 0 1,-1 1 1310,10 2 1,-2 0-1,-1 2 1,-3 0 0,1 1-1,-6 1 1,0 0-1</inkml:trace>
  <inkml:trace contextRef="#ctx0" brushRef="#br0" timeOffset="-164289.74">19809 12929 6543,'4'-9'630,"0"1"-360,-2 5 0,0-1-1,1 0 1,-1 0 90,1 0-90,-1 0 360,0 0-181,0 0-89,-1-1 0,0 0 90,1 1-360,-1 9 0,0-2-90,0 9 89,-1-4-89,0 2 0,-2 2 0,1 0-89,-3 3-91,0 0-180,-7 16 180,2-8-933,-5 10 753,4-10-1978,-3 4 2338,4-7 0,-4 8 0,4-8 0</inkml:trace>
  <inkml:trace contextRef="#ctx0" brushRef="#br0" timeOffset="-163510.74">20236 12596 9332,'-1'-6'-180,"1"-2"270,0 2-90,1 0 180,-1-1-90,2 0-90,0 1 90,2-2-1,-1 2 1,3-1-90,0 0 0,2 0 0,1 1 90,1 0-90,1 0 0,1 2 0,-1 0 0,1 2 90,0-1-90,-1 2 0,0 0 0,0 1 0,-1 1 0,-1 1 0,-1 0 0,-1 1 0,0 0 90,-2 0-90,0 1 0,-3 0 0,0 0 90,-3 4-90,-1-2 0,-1 2-90,-1-2 90,-1 1 90,1-1-90,0 1 0,0-1 0,-1 4 0,3-1 0,1 2 0,3-1 0,2 0 0,1 1 0,2 2 0,3 1 90,9 11-90,-3-6-1447,6 7 1447,-6-9-509,-3-1 509,-1-2 0,-3-1 0,-2-1 0,-2 0 0,-2 0 0,-2 0 1363,-3 0-1363,-3 1 90,-4 2-90,-3 0 0,-13 9 593,6-6-593,-9 4 0,12-9-294,-1-1 294,3-1 0,2-1-180,1-1 0,1 0-180,2-2-269,1 1-361,1-2 541,2 0 449,1-1 0,0 0 0,2-1 0</inkml:trace>
  <inkml:trace contextRef="#ctx0" brushRef="#br0" timeOffset="-160239.74">17975 12303 8342,'1'-10'540,"0"1"-180,-2 3-90,0 0-270,-4 6 90,1 2-90,-4 5 89,1 3-89,-2 6 90,-2 5-90,-2 8 0,0 4-871,6-14 1,0 2 915,0 0 0,0 1-45,1 2 0,-1 1-778,1 1 1,0 1 777,0 1 0,0 0 0,1 1 0,0 0 0,0 1 0,1 1-837,0-1 0,0 0 837,1 1 0,0 1 0,2-2 0,-1 1 45,1 1 0,0-1-45,2 1 0,-1-1 0,2 0 0,1 1 0,0-2 0,1 1-798,2 3 0,2-1 798,1 0 0,2 0 0,1 3 0,1-1-35,2-1 0,1-1-10,1-2 0,1 0-45,0-1 0,3-1-210,1-3 0,1-1 1,0 0-443,5 2 1,2 0 591,-5-5 0,3 0 0,-1-2 150,3-2 0,1-1 0,-5-4 0,2-1 0,0 1 0,1-1 0,-1-1 0,1 1 0</inkml:trace>
  <inkml:trace contextRef="#ctx0" brushRef="#br0" timeOffset="-159261.74">21290 12459 8342,'1'-8'-90,"1"-1"180,1 1 90,1-1-90,1 0 0,1 1 90,-2 3-90,2-1 0,-1 1 0,0-1 0,1 2 0,-1 1-90,1 0 90,0 2-90,1 1 90,1 1-90,2 3 90,1 2-90,3 4 0,2 3 89,2 5-89,1 5-1422,1 5 1422,2 4 45,-5-4 0,-1 1-45,-4-6 0,0 2 30,2 4 0,1 5 0,-1-1 0,-4-5 0,-1 0 0,1 0-951,0 2 0,0 0 0,-1 0 921,-1-2 0,-2-1 0,0 0 44,-1 3 1,0-2-257,-1 1 1,0 0 211,-1 0 0,-1 0 0,-1-1 0,0 0-491,-1 0 1,-1 0 490,-1-1 0,-1 0 0,-1-1 0,-1-1 0,-1 0 0,-1 0 45,-1-2 0,-1 1 76,-6 6 0,-2 0-166,-2-1 0,0-2 648,-1 0 1,0-1-739,1-4 0,0-3 324,-6 3-909,8-9 1,0 0 180,-8 3 539,-5 2 0,5-9 0,-1-2 0</inkml:trace>
  <inkml:trace contextRef="#ctx0" brushRef="#br0" timeOffset="-158236.74">20248 12564 8162,'-7'-5'-270,"1"1"360,2 1 90,0 1 0,0-1 180,-1 1 270,2-1-540,6-2 269,9-1-179,8 0-90,1 1-778,1 1 778,-6 3-90,3-1 90,-1 1 0,11 0-90,-6 0 90,7 1-90,-9 1 0,-1 1 89,0 0-439,0 1 350,-1 0 90,0 1-90,-3 2-82,-1 1 172,-1 1-90,-4 1 0,-1 2 0,-3 2 90,-4 1-90,-1 5 0,-4 6-1055,-4 6 1145,-3 7-90,3-18 0,-1 0 0,0 1 0,-1-1 0,-1 0 0,0-1 0,-1 1 0,0 0 0,0-1 0,0-1 45,-1 1 0,1 0-45,-1-1 0,0-1 0,-10 18 0,0-1 0,3-1 0,1-4 45,7-9 0,1-2-45,-3 8 0,-2 4 453,7-13-453,2-3 0,2-2 0,1-2 325,0-2-325,2 1-90,1-2 90,3-1 79,2-2-79,10-3 0,-2 0 1257,9-2-1257,14-5 0,-6 1-800,-8 1 0,1 0 800,14-3 0,0-1-151,1 1 151,-1 1 90,-4 1-1227,1 2 1137,-1-1 90,0 2-90,-1 1 0,-2 0 0,-5 1-629,-4-1 629,-4 0 1337,-2 1-1337,2 0 139,-6 1-229,1 0-1412,-6 0 692,-9 1 1036,0-1 1,-10 0 0,2-3 0</inkml:trace>
  <inkml:trace contextRef="#ctx0" brushRef="#br0" timeOffset="-157488.74">20271 12616 8612,'4'-7'0,"2"0"0,-2 3 90,2 0 0,0 0 90,2-1-90,0 1 90,1-2-90,2 1 90,1 0-90,3-1-1,0 2 91,10-3-90,-6 3 0,5 0-90,-6 2-124,-2 1 214,1 0-90,0 1 0,-1 1 90,-1 2-90,-1 0 89,0 1-89,-1 2 0,-1 3 90,-1 0-90,-2 3 90,-3 10-90,-3-1 45,-5 3 0,-1 2-360,-5 9 315,2-8 0,-2 0-1397,-7 11 1487,0 0-90,6-19 0,0 0 0,0 0 0,-1 0-781,-8 17 871,-1-1-90,-1-1 0,1-1 0,1-3 90,2-2-90,0-3 0,2-1 0,-2-1 0,2-1 0,-1-1-2495,3-3 2495,0-2-142,3-4 142,1-1 945,1-2-855,0 0 515,1-2-605,1 0 3193,-1 0-3193,3-2 512,-1 0-512,1-1 0,2-1 0,2 1 0,2-2 0,4 0-90,-1-1 90,3-1 0,2 0 0,11-2 0,-2 1 0,12-2-429,-5 1 474,-4 1 0,1-1-1000,12 0 955,-12 1 0,0 0 0,8 1 0,-9 0 0,-1 1 0,10 0-1048,6 1 959,-18-1-181,-4 0 273,-2 0-273,-2 0-269,-3 0-541,0 0 1300,-4-1 1,1 0-1,-2 0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33:25.95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11363 8102 5734,'-5'-33'0,"-1"-3"-410,3 15 0,0 0 1,0-12-1,0-2 1,1 9-1,0 1 0,0 0 1</inkml:trace>
  <inkml:trace contextRef="#ctx0" brushRef="#br0" timeOffset="5305">9173 9945 5734,'-11'-7'36,"1"0"-25,1 3 3,2 2-2,3 0 5,-13-4-17,8 2 45,-9-1 0,-2-1-45,-8-2-1625,-8-1 1670,18 5 0,-1 0-1472,-11 1 0,0 0 1427,12 1 0,-2 1-1,-6 1 0,-5 0 0,-1 2 0,5-1 1,2 3 0,2 0-507,-5 0 0,-1 0 0,3 1 507,7 0 0,2 1 0,-1 1 0,-1 2 0,-8 7 0,-4 4 0,3-1 0,2-3 0,0 3 5,2 1 0,-5 6 1,0 3-1,1-1 0,6-4-5,0 5 0,2 0-7,3-7 1,-2 3-1,1 0 1,3-1 6,-1 10 0,6-1 0,4 3 0,2-1 0,-1-4 0,1-1 467,3 2 1,4 1-468,5-4 0,5 2 0,-2-3 45,-3-8 0,1 1-136,2 7 0,3 3 0,0-2 91,7 2 0,3-2-251,-5-7 0,2-1 1,-1 1 250,0 1 0,-1-1 0,1-1 645,-3-3 0,2-2 1,1 0-646,3-3 0,2 0 0,1 0 0,1-3 0,3 0 0,0-2 0,2-1 0,0 1-373,-1 1 0,1 1 0,0 0 0,0 0 0,-2-3 373,2 0 0,-1-3 0,-2 0 0,-2-1-36,8 0 1,-4-2 35,2-1 209,-3-2 0,7 0 0,0-1-209,-9 0 0,1-1 0,1 0 0,0-1 0,6 1 0,0-1 0,1 0 0,-3 0-209,2-1 0,-1 0 0,-4-1 209,1-1 0,-2-3 168,-3-5 1,1-3 0,-2 1-169,-2 3 0,0-2 0,-2-2 0,3-4 0,2-2 0,-3 0 0,-4 4 0,1-4 0,-3 1 306,3-1 0,1-2 0,-3 0-261,-1 0 0,-5-1-802,-7-8 0,-4-2 757,5 10 0,-6-2 0,-9 5 0,-7-5 0,-4-2 0,-2 0 0,1 2 0,2 6 44,2 3 1,0 3-1,-5-2-44,1 1 0,-6-5 0,-3-1 0,-3-2 0,0 1 0,1 1 0,1 2 0,3 5-34,-6-1 1,4 4 0,-1 2 0,-1-2 33,-1-1 0,-1-2 0,0 1 0,0 0 0,1 2 0,2 3 0,1 1 0,0 1 0,-3 2 0,1 2 0,-2 1 0,-1 1 0,0 2 0,-2 2 0,3 2 0,0 2 0,-2 1 0,1 1 0,-1 0 0,1-2 0,-1 0 0,0-2 0,1 0 0,-1 0 0,2 2 0,0 2 0,-2 6 0,0 0 0,0 1 0,0-1 0,0 0 0</inkml:trace>
  <inkml:trace contextRef="#ctx0" brushRef="#br0" timeOffset="6656">7736 9139 5824,'-3'0'-3,"1"2"5,-2 6-4,3-2 5,0 16-3,1-11 0,1 8 0,0 2-3277,3 3 3162,0 5 115,1-8 0,2 2 0,-2-10 0,8 10 0,3-22 45,1-6 0,4-6-590,1-4 0,4-7 1,0-1-1,-2 3 545,-2 2 0,-1 1 0,4-4-12,-3 2 1,5-3 0,2-4 0,1 0 0,1-1 0,-1 1-1,-2 3 1,-3 3-24,1 0 1,-4 3 0,1 1-1,1-2 35,2-2 0,3-3 0,0 0 0,1 0 0,-2 2 0,-3 4-13,3-1 0,-2 5 0,-2 0 0,4-2 1,0 0-1,-5 3 0,0 0 0,0-1 1</inkml:trace>
  <inkml:trace contextRef="#ctx0" brushRef="#br0" timeOffset="11124">3636 9020 5734,'4'-8'0,"-1"2"0,4 3 75,16-4-60,2 3-15,6-3 0,-4 6 0,5 1-1093,-5 0 1,2 0 0,0 1 797,-3-1 0,0 1 0,1 0 581,5-1 1,2 1 0,-2 0-287,6 0 0,-2 0-1135,-7 0 1,0-1 1134,-6 1 0,2-1 0,2 0 0,2 1 0,5-1 0,0 0 0,-1 1 0,-4-1-127,6 0 1,-1 1 126,0-1 0,4 1 0,1-1 0,-6 1 0,3 1 0,-7-1 0,-2 1 0,10 2 0,-3-1 0,-21 0 0,13 1 0,-11-1 0,-8-1 253,9 3-253,-10-3 0,2 0 2269,-4 0-2269,1 0 3276,-2 1-3160,2 0-116,-3-1 0,1 0 359,1-1-269,-1-5-90,-3-3 90,-3-23-90,1-4 0,1-3 0,-1 3 0,0 0-828,1 7 0,1-1 0,0 0 828,1-1 0,0 0 0,0-2 0,1-2 0,0-3 0,0-1 0,-1-2 0,1 7 0,-1-1 0,0-1 0,1 0 0,-1-1 0,0 1 0,0 0 0,0 0 0,0 1 0,0-1 0,0 0 0,0 1 0,0-2 0,0-1 0,-1 1 0,1 0 0,0 3 0,-1 3-857,0-4 1,0 4 0,1 0 856,-2-1 0,2 1 0,0-2-22,2-4 1,2-1 0,1 1 21,0 1 0,1 1 0,0-1 0,-2 3 0,1-1 0,0 0 0,0 3-247,1 1 1,0 3-1,-1 3 247,0 2 0,-1 3-513,2-3 513,-1 0 0,-2 7 1917,-3 7-1917,2-2 0,-1 2 0,0-2-18,-1 1 18,-1 2 989,1-2-989,-4 3 3276,0 1-3160,-18 2-116,-4 0 0,2 2 0,-2 0-1079,-12 0 1079,11 0 0,-3 1 0,2-1-1518,7 0 1,-1-1 1517,-13 1 0,-5 0 0,10 0 0,-2-1 0,1 0-677,-2 1 1,0-1 0,0 0 676,-3 0 0,-1 1 0,2-1-74,6 1 1,1-1 0,-1 0 73,-1 0 0,-1 1 0,-1-1 0,3 0 0,-2 0 0,0 0 0,1 0 0,-8 0 0,1 1 0,1-1 0,1 0 0,1 0 0,4 1 0,5 0 0,4 1 0,-1 0 0,1 0 0,-15 2 0,3-1 0,3 1 0,17-3 0,-16 2 0,18-2 613,1 0-613,0 0 2268,4 0-2268,1-1 3276,-1 1-3160,1 0-116,1 5 0,1-1 0,0 4 0,0 6 0,0 12 0,1 4 0,0 2 0,0 8 0,0-12 0,1 2 0,0 1 0,-1-1-1093,1 4 1,-1-2 0,0 1 1063,1-3 0,0 1 1,0 1-1,-1 3 29,0-4 0,1 4 0,-1 2 0,-1 0 0,1 0 0,0-3 0,0-4-567,0 0 0,1-5 0,-1 1 0,0 4 567,0 0 0,0 4 0,0 2 0,-1 2 0,1-1 0,1-2 0,-1-4-59,1 6 0,0-4 1,0-1-1,1 0 59,0-1 0,1-1 0,0 0 0,0 0-95,-1 2 1,0 0-1,0 0 1,1-2 94,0 1 0,1-1 0,0-4 0,0-3 0,0-2 234,1 5 0,0 0-234,-1-6 0,0-1 537,0 2 1,0-5-538,-2-10 293,1 3-293,-1-5 0,1 4 2830,-2-5-2830,2 5 0,-2-4-90,2 5 1787,-1-5-1697,2-6 0,-1-4 0,2-8 0</inkml:trace>
  <inkml:trace contextRef="#ctx0" brushRef="#br0" timeOffset="13308">5407 8917 5793,'-5'4'121,"0"-2"-121,9 1 45,11-3 0,8 0-45,11 0 0,5-1 0,1 1 0,-7-1 0,0 1 0,1 0-820,-3 0 1,2-1 0,0 1 0,-3 1 794,3-1 1,-3 1 0,0 0-833,8 1 1,-2 1 856,0-2 0,-2 1-471,-5 0 1,-5 1 470,-3-1 0,5 2 0,0 0 0,-1-1 147,-1 1 1,1-1-148,4 1 0,1-1 0,2 0 2200,1 0-2200,-21-2 3276,7 1-3082,-13-1-194,3 0 90,-5 0 398,0 0-398,-1-6-90,-1-4 45,1-14 0,1-8-45,-1 4 0,-1-4 0,0-2 0,0 1-820,0-3 1,1 1 0,-1-1 0,0 0 790,0-2 0,0 1 1,-1 0-1,0 0-45,-1 6 1,0 1 0,0 0-1,0-2 74,1 0 0,0-3 0,0 1 0,0 0 0,0 3 0,0-4 0,0 2 0,2-5 0,-1 8 0,2-4 0,-1-4 0,2-1 0,-1 1 0,1 1 0,-1 2 0,1 6-724,1-9 1,0 6-1,0-3 724,0 1 0,1-3 0,0-1 0,-1 2 0,0 5-433,2-5 0,0 5 433,-2 3 0,0 0 0,-1 2 0,0-1 0,-1 2 0,1-3 0,0 2 47,1-5 0,-2 0-47,-1 4 0,0 4 0,-1 0 0,0 1 0,0-1-90,0 3 90,-2 2 0,1-2 1485,-1 8-1485,0 5 1367,-1-4-1367,0 3 3201,-1-3-3201,1 2 0,-1 4 0,-2-1 576,-16 5-576,-12 3 0,-8 1 0,7-2 0,-4 0 0,-1 1 0,1-1-820,3 0 1,1 0 0,-1 1 0,0-2 790,-1 1 0,-2 0 1,2-1-1,4 0-910,-3-1 1,4-1 938,1 0 0,-1 0-455,-3-1 0,-3 0 1,3-1 454,-2 1 0,1 0 0,4 0 0,-3 0 0,1-1 0,7 2 0,-7-1 0,7 1 0,3 0 0,9 1 1168,4 0-1168,-3-1 0,1 1 2410,-5 1-2410,8-1 0,-3 2 0,8 13 2965,1-7-2965,3 14 0,1 5-1639,0 9 1,0 3 1580,-1-5 1,1 2-33,-1-9 0,0 2 1,-1 4 89,0-6 0,-1 3 0,-1 3 0,1 0 0,-2 2 0,0-1 11,0-3 0,-1 1 0,-1 1 0,0 1 1,0 0-1,0 0 0,0 0 0,1 0-284,0 0 1,1 2 0,0-1-1,0 1 1,0 0 0,-1-1 0,1 0-1,-1-1 273,-1 3 0,-1 0 0,-1 1 0,1-2 0,0-1 0,1-3 0,0-3-264,0 6 0,1-4 0,1-1 264,0-4 0,0 0 0,1 3 118,0-1 1,1 4 0,1 1-1,-1 0 1,1 0-97,1 3 1,0-1-1,0 1 1,0 0-23,-1 2 0,1 2 0,0-3 0,0-3-45,3 5 0,0-7 45,0-9-277,-3-10 277,2-1 541,2-12 0,-2-9 1,2-9-1</inkml:trace>
  <inkml:trace contextRef="#ctx0" brushRef="#br0" timeOffset="19190">12580 10868 5734,'-4'-5'0,"0"0"0,2 1 0,0 0 67,-1-4-44,-5-1 67,0 1-90,-4 0 0,6 5 90,-8-1-90,8 2 90,-5-2-1,6 4 1,24 7-90,-9-5 90,24 8-90,0-6 0,4 0 22,-11-2 1,2 1 0,1 0-1,-1 0-1115,7 0 1,0 1 0,1-1 1063,-8-1 0,0 1 1,1-1-1,2 0 29,-2 0 0,3-1 0,1 0 0,1 1 0,-2-1 0,-3 0-567,1 0 0,-3 0 0,0-1 0,4 1 567,-3 0 0,3 0 0,3 0 0,1-1 0,0 1 0,-1 0 0,-3 0 0,-2-1-199,6 0 1,-4 0 0,-1 0 0,0 0 198,7 0 0,0 1 0,-4-1 0,0-1 0,-3 1 0,-11 0 0,-2 0 0,-2 0 0,15 0 883,-18 0-793,-4 1-90,3 0 2268,-5 1-2178,6 1-90,-8-1 0,8 2 3276,-6-1-3160,-1 0-116,2 1 0,1 2 0,-5-2 0,5 3 0,-7-4 0,4 1 0,-4-1 0,3 1 0,1 2 0,2 0 0,-1-1 0,-2-4 0,8 4 0,-8-3 0,8 2 0,-4-2 0,0 0 0,2 0 0,-2 1 0,6 0 0,-5-1 0,5 1 0,-2-2 0,-2 0 0,2-1 0,-1 0 0,-1-1 0,0 1 0,4 0 0,-7 1 0,5 0 0,-6 0 0,-9-8 0,1 3 0,-7-8 0,5-20-1639,5 0 1,1-2 1580,-2 4 1,0 0 37,2 5 1,0-1-1,1-2 20,1-6 0,1-5 0,-1 2 0,0 3 0,0 0 0,-1-2-76,-1 9 0,0-5 0,1-4 1,-1-2-1,0 1 0,-1 3 0,-1 3 76,0-8 0,-2 3 0,1 0-519,0 0 1,0-2 0,0 1 0,0 3 518,-1 3 0,-1 1 0,1 5 1036,0 5 1,0 1-1037,0-6 0,0-3 0,-1 2 27,0 0 1,-1 0-28,1-8 0,-1 2 0,-2 5 0,1 19 535,-4 3-535,1 2 3276,-11 3-3160,7 2-116,-5 0 0,6 0 0,-4 1-1639,-8 1 1,-3 0 1523,-8 2 115,8-3 0,-7 1 0,-4 0 0,-1 0 0,3-1-567,-2-1 0,1-2 0,0 1 0,-1 0 567,0 1 0,-1 0 0,-2 1 0,2-1 0,0-1-266,-2 0 0,1-1 0,1-1 1,3 1 265,4 0 0,2-1 0,-4 1 0,0 0 0,-5 0 0,-2-1 0,-1 1 0,2 0 0,5 0 0,-5-1 0,5 1 0,-7 0 0,12 0 0,-4 0 0,-4 1 0,-2-1 0,0 0 0,1 0 0,2 1 0,3-1 0,6 1 0,-6-1 0,6 1 0,-2 0 0,-8 0 0,-3 1 0,1-1 0,8 0 0,9 0 0,4 0 0,-8 1 670,-13 2-625,18 0 0,0-1-45,0 0 0,2 0 0,-9 3 0,16-4 483,-1 0-483,-12 1 2178,2 1-2178,-1 0 0,9 1 0,16 10 0,-2-4 1638,7 20 0,3 6-1535,-4-13 0,0 0-866,0 0 0,1 3 0,0 0 763,-1 2 0,1 1 0,-1 1 22,0-3 1,0 2-1,0 1 1,-1-2-901,2 7 0,0 0 0,0 0 878,-2-7 0,0-1 0,1 2 0,0 2 18,0 2 0,2 4 0,-1 0 0,1-2 0,-2-4-605,0-3 0,-1-3 0,1 2 587,0 4 0,2 5 0,0 1 0,0-2 0,-2-8-200,0-2 1,0-3 199,1 2 0,0 3 0,2-1 0,-1 1 0,1 1 0,0-1 0,2 8 0,0-1 128,2 1 1,-1-11-129,-6-21 0,4-3 0,-6-14 0</inkml:trace>
  <inkml:trace contextRef="#ctx0" brushRef="#br0" timeOffset="31200">17203 10727 5781,'-8'-1'582,"12"5"-402,6-3-180,11 4-299,-4-4 389,14-3 3,0-1 0,6 0-63,-5-1 0,2 0 0,1 0-30,1 1 0,1-1 0,-2 0-1093,-6 1 1,-1 0 0,-2 0 1083,-3 1 0,-2 0 9,2-1 0,-3 0 0,0 1 0,0 0 0,0-1 196,1 0-196,-6-1 0,7 0 0,-11 2 0,0 0 3276,6-2-3070,-1 0-206,2 0 0,-9 3 0,-5 0 0,0 0 0,0 0 0,-2-2 0,-1-2 0,-1-5-3277,-4-23 3072,2 8 102,0 0 0,-1-7 0,0-3 0,0 4 58,0-5 0,0 0-421,1 8 0,-1-3 0,1-1 0,-1 2 436,1-2 0,0 1 0,1-1 0,-1-3 0,2-2 0,-1 2 30,-1 8 0,1 0 0,0-1-23,0-3 1,1-4-1,0 2 1,0 6 22,0-8 65,0 6 0,0 1-65,1 9 0,0 2-1005,-1-4 1005,1 5 0,-2-1 828,-2 3-828,1 7 0,-2-6 0,1 7 2233,-1 1-2233,0-1 3276,-2 2-3160,2 2-116,-9 2 90,-5 4-90,3 0 0,-3 2 0,-2 1 0,-1 0 0,0 1 0,-1-1 0,-2 1 0,-2 1 0,0-1 0,0 0 0,0 0-1639,-6 1 1,1 1 1580,6-3 1,2-1 57,-1 1 0,-4 1 0,1 0 0,0 1 0,4 0 0,-5 1 0,6-1 0,5-1 0,-8 5 0,0 0 0,7 0 0,-5 1 3276,11-6-3160,3-3-206,4-1 90,-5 3 0,6-1 0,-1 1 0,5 1 0,0-2 0,4 13 0,2 4 0,-2 0 30,3 6 0,3 8 0,-2-2-30,0 1 0,0 0-1093,-1-8 1,0 1 0,-1 0 1088,-1-4 1,0 1-1,-1 1-33,1 8 0,0 1 0,0 1 37,-2-8 0,1 0 0,-1 1 0,0-1 0,1 1 0,0 1 0,0-1 0,0-2-756,-1 0 1,-1-2 0,0-4 755,1 0 0,-1-5-878,3 8 878,-2-8 180,3 10 0,-5-23 0,1 5 0</inkml:trace>
  <inkml:trace contextRef="#ctx0" brushRef="#br0" timeOffset="35425">17477 6509 5795,'-7'-2'119,"0"2"-119,9 2 0,5 1 0,3 0 0,12 0-3277,-10-2 3162,5 1 115,-4 1 90,13-1-90,-9 0 0,6-2 0,0 0-2269,-3-1 2269,14-1 0,-16 1 2269,3-1-2269,3-1 0,2 0 0,9-1 0,-11 1 0,5-1 0,4 0 0,0 0 0,-2-1 22,4 1 1,-2 0-1,0 0 1,2-1-477,-3 1 0,1 0 0,0 0 1,0 0-1,-2 0 454,0 0 0,0 1 0,-2 0 0,-1 0 0,-1 0 0,-1 1 0,1 0 472,3 0 1,1 0 0,2 0 0,1-1-473,0 0 0,2 0 0,1 0 0,0 0 0,-2 0 0,-3 1 0,0-1 0,0 1 0,-2 0 0,0 0-536,5-1 0,-1 0 0,-2 1 0,-5-1 536,-5 2 0,-3 0 0,14 0-90,-5 0 0,1 0 90,8 0 90,-12 1 0,3-1 0,-4 1-90,-1 0 0,-3 0 0,-1 1 0,-1-1 253,-6 0-253,2 0 0,-5 1 2358,-1-1-2358,-3 0 3276,4 1-3160,-3-1-26,1 1-90,0-2 90,-2 1-90,2-1 90,-2-1-90,2-1 90,-3 0-90,2-2 0,-4 1 0,3-5-3277,3-11 3162,-1 3 115,0-8 13,-3 2 1,0-4-1,0 2-13,1-11 0,-1 7 0,1-8 0,-1-2 0,0 4-751,-2 5 1,0 2-1,0-1 751,0-3 0,1-1 0,0 1 0,-1-5 0,1 1 0,0 4 0,0 4 0,-1 1 0,1-4 0,0 2 0,-2 18 0,0-9 2252,-1 14-2252,-5-4 50,2 6-50,-19-2 0,3 7 0,-9 1 0,5 2 0,-4 1-183,-1 0 0,-3 0 1,-4 1-1,-3 0 170,6-2 0,-3 1 0,-2 0 0,-2 0 1,0 1-1,1-1 0,2 0 13,2-1 0,2 1 0,0-1 0,0 1 0,-1-1 0,1 0 0,-1 1-290,-2-1 1,-2 1-1,-1-1 1,1 0 0,2 0-1,2 0 1,3-1 289,-7 1 0,4-1 0,1 0 0,0-1 0,0 1 0,-2-1-97,4 0 0,-2 0 0,-2 0 0,1 0 1,2 0 96,-4-1 0,2 1 0,-4 0 32,8 0 0,-5 0 0,-2 1 0,-1-1 0,2 1 0,4-1 0,4 0-32,-8 0 0,2 0-56,4 1 0,-4-1 0,2 1 0,6-1 56,-6 2 0,4-1 0,2 1 0,0-1 0,-9 2 197,9-1 1,-5 2-1,6-2-197,1 0-296,-1 1 0,2 0 296,12-3 1610,-4 1-1610,0 0 2629,1 0-2719,-2 0 90,8-1 0,-3 0 2304,6 14-2304,2-7 0,1 12 0,1-3 0,-1 3-1639,0 14 1,-1 3 1580,1-4 1,0 0-699,0-6 0,0 2 0,0-3 756,1-5 0,1 0-265,0 12 1,0 5 0,1-4 264,0-5 0,-1 0 0,1 3 0,-1 4 0,2-1 0,2-1 0,1 0 0,0-4 0,-3-7 0,1-2 0,1 8 0,1 3 0,0-9 0,-2-9 0,1 6 0,0-3 0,0 0 0,-1-5 190,-3-9 1,0 0-1,-1-2 1</inkml:trace>
  <inkml:trace contextRef="#ctx0" brushRef="#br0" timeOffset="40589">19186 10707 5824,'-7'1'90,"0"0"-90,1 0 0,-2-1 0,1 2 90,-3-1-90,2-1 90,-2 1 89,-6 0-179,9 0 90,-14 1 0,15 2-90,-3 1 0,5 3 45,2 10 0,0 2-45,0-2 0,0 3 0,0 0 0,1 11 0,0-1 0,0 2 0,2-10 0,5-5-3277,-1-11 3162,6 6 115,11-21 0,5-11-545,-7 1 1,3-3-1,-1-2 1,1 2 544,4-2 0,0 1 0,1-2-87,-4 0 1,0-1 0,1-1 0,1-4 47,-6 6 1,3-3-1,0-2 1,1 0-1,-1 1 1,-2 1-1,-1 3 16,0 0 1,-2 3 0,-1-1-1,3-2-16,0-1 1,3-4 0,2-1-1,-1-1 1,0 1 0,-2 3 0,-4 5 38,0-1 0,-3 5 0,1-3 0,2-3 0,2-2 0,0 0 0,-2 1 0,1 0 0,-1 2 0,0-2 0,1-1 0,0 0 0,0 0 0,0 1 0</inkml:trace>
  <inkml:trace contextRef="#ctx0" brushRef="#br0" timeOffset="66391">19916 6085 5734,'5'6'5,"1"-2"9,-2-2 23,5-1-3,17 0-34,-5 0 0,6-1 0,11-1 0,2-1 0,-7 2 0,-3-1 0,2 0-201,-5 0 0,6 0 0,5 0 1,1-1-1,0 1 0,-1 0 1,-4-1 218,-2 1 0,-2-1 0,-1 1 0,0-1 0,1 1-559,4 0 0,1-1 0,0 1 0,0-1 0,-1 1 541,5-1 0,0-1 0,-3 1 0,-6 0 0,-7 1 0,-3 0 0,8 0 0,-1-1 0,9-1 0,-19 2 0,17-5 0,-27 4 616,7-4-616,-11 3 0,1-2 0,-3 4 0,-1-1 0</inkml:trace>
  <inkml:trace contextRef="#ctx0" brushRef="#br0" timeOffset="66925">20838 5949 5734,'-5'-5'90,"0"1"-90,13 11 0,-3-3 0,14 13 0,4 4-1639,-8-9 1,0 1 1150,8 6 1,0 1 518,-7-9 0,0 0 14,2 0 0,0 1-907,14 3 0,-1-1 862,-10-3 0,-1-1 0,8 2 0,-2-2 0,-4-6 2245,0-4-1542,-3-1 746,-19-6-1197,-18 12 1,-12 9 0,2-2 163,4-4 1,0 1-130,-7 5 1,-3 4-1,0 4-237,8 0 0,-1 3 1,0 3-1,1-1 0,3-4 1,-2 0-1,2-2 0,-1 3 1,1-1-1,0 1 0,0-1 1,0 0-1,1 1 0,-1-1 1</inkml:trace>
  <inkml:trace contextRef="#ctx0" brushRef="#br0" timeOffset="67825">20259 5895 5734,'-4'6'0,"-11"6"0,5-4 20,-10 4 0,-9 5 1,-2 2-1,3-3-16,1 1 1,-1 0-5,2-2 0,-4 3 0,0-1 0,3 0 0,-1 1 0,1 0 0,4-1-1639,2-1 1,1 0 446,-9 5 0,4 0 1896,10-3 1,9-1-705,22 10 430,0-10 0,3-1-430,-2-4 0,1-2-774,5-3 0,-2-2 774,-5-2 21,8 2 1,2 2 1311,-8-3 1,1 1-1315,17 6 1,0 1-2309,-6-1 2316,2 3-34,-22-7-334,9 8 0,-6-4 0,7 8 0</inkml:trace>
  <inkml:trace contextRef="#ctx0" brushRef="#br0" timeOffset="91724">18029 10759 5824,'10'7'359,"3"1"-269,0-3 0,-1 0-90,-4-3 90,3 0-3367,22 2 2483,-10-1 1110,3-1 1,6 1-1,-5-1-316,4 1-1062,2-1 1,-1 0 1151,-10 0-90,-4-1 0,3 0-649,5 0 0,0 0 649,-5 0 0,0 0 694,11 1 0,-5-1-694,-13 0-407,12 1 407,-20-2 1941,2 1-1941,0-1 0,1 0 3100,2 1-3010,-5 0 719,2 0-719,-3-17 350,3-7 1,1-2-441,-2-1 0,-1 0-955,4-5 1,0-1 954,-3 9 0,0-1 0,0-2 0,2-4 0,1-1 0,0-2 0,1-1-93,-2 5 0,0 0 0,0-1 0,1 0 0,-1 0 93,1 0 0,-1-1 0,1 1 0,-1 1 0,0 1 0,3-9 0,-1 2 0,-1 4-1303,-2 1 1,-1 5 1302,1-5 0,-2 6 0,-1 3 0,-3 7 0,3-9 1205,-4 12-1205,-1 2 382,1-2-382,-1-2 3276,0 5-3160,-1-5-116,0 8 0,0-2 0,0 2-89,-2-2 89,0 2 0,-6-6 0,1 7 0,-15-5-1639,2 6 1,-1 0 1523,-11-3 38,7 4 0,-8 0 0,0 1 0,6-1 77,5 2 0,1-1-772,-11 0 0,-6 0 0,8 0 772,0 2-45,8-1 0,-3 0-745,-6 1 1,-1 1 744,9-2 0,-2 1 511,-1 1 1,-3 1-1,6 0-466,-3 1-45,6-2 0,0 1 131,0 1-86,2 0 1455,3-1-1455,0-1 2899,1-1-2899,4 1 0,-13-1 0,10 0 0,-1 0 0,1 0 0,3 6 0,-1 9 0,4-1 1216,3 6-1171,-1 12 0,0 2-3322,0-1 3238,2-10 1,-1 4 0,0-1 68,1 0 0,1 0 0,0-1-1164,-2 11 0,1 0 1134,1-7 0,-1 1 0,1-2-757,1 5 1,0-5 842,0 4-97,1-2 0,-1 6 0,1-1 41,-1-3 0,1-1 0,-1 1-30,1-4 0,-1 1 0,0 0 0,1-3 526,-1 12 1,1-5-527,-2 2 1011,2-16 0,0 0-1011,-1 2 0,0-1 0,0 16 0,0-15 3025,2-16-3025,-1 4 96,0-3-96,4 0 0,-3-3 0,3-4 0</inkml:trace>
  <inkml:trace contextRef="#ctx0" brushRef="#br0" timeOffset="95106">4286 8865 5804,'-5'-8'-6,"1"1"32,-4-6 64,1-1 0,-3-2 0,5 4-90,2 6 0,4 10 89,2 4-89,9 17 0,2-6 0,2-7 0,5-5 0,6-13 0,5-9 0,-2 1 0,-1 5 0,1-3 0,-4-1 0,3-4 0,0-1 0,-2 0 0,3-3 0,-2 0 0,-2 2 0,4-3 0,1 0-90,-4 3 0,5-3 0,-1 2 1,-5 6 89,-7 8 0,0 1 0,12-9 0,-2 6 0,-11 20 0</inkml:trace>
  <inkml:trace contextRef="#ctx0" brushRef="#br0" timeOffset="95938">6068 8747 5737,'-5'-6'87,"1"0"3,2 2 90,0 0-180,-4 9 89,2 10-89,-2-2 0,3 20 0,4-23 0,-1 10 0,4-11 0,1-7 0,16-7 0,-5-6 0,5-7 0,6-6 0,-2-1 0,-2 2 0,-1 0 0,1 0-989,3-3 0,0 0 0,0 0 989,-3 4 0,0-1 0,0 2 0,-3 2-45,5-1 0,0 3-3,5-2 0,5 0 0,-5 2 48,-7 5 0,-1 2 0,10 0 0,-4 3 0,-9 7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43:39.41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18672 430 6723,'1'-8'630,"1"1"-450,-2 1 0,1 1 89,-1-1 1,1 0-90,0 1 0,1-2 270,-2 3-180,2-2 179,-1 1-179,0-2 90,-1 2 90,-1-4-270,-1 3-90,-2-1 0,-2 3 0,-1 2-1,-2 1 1,-2 1 0,-3 0-90,-2 3 90,-5 1-340,-3 2 250,-2 3 0,0 0 90,-10 8-90,2 2-771,2 1 861,9-1-462,13-5 372,2 0-90,3 1 90,3 0 0,4 5-173,3 2 173,3 4-90,3 0 90,3 0-90,2-1 90,1-1 0,2 2 0,1-3 636,0 1-636,7 7 0,-7-9-526,6 6 436,-12-11 0,-2-2 90,-2-2-180,-3 4 90,-4-5 580,-1 4-580,-4-5 0,-2-1 90,-3 2-90,-3-1 90,-4 1 346,-3-1-436,-4 1 90,2-3 0,0-1-90,3-2 0,2-2-90,1 1-89,2-1-181,2-1-720,2-1 1170,2-1 0,2 0 0,2-1 0</inkml:trace>
  <inkml:trace contextRef="#ctx0" brushRef="#br0" timeOffset="953">18799 902 9871,'12'-3'90,"-1"1"0,-5 0-90,1 1 0,0-1 90,4-2-90,-2 1 0,3-3 0,-3 2 90,-1-3-90,4-3 90,-3 1-90,2-4 0,-6 5 0,1-1 0,-3 0 0,0 1 90,-1-5-90,-3 4 0,0-1 0,-2 5 0,-1 0 0,-1 2 0,-2 2 0,0 2 0,-2 1 0,-1 4 0,-1 1 0,-7 10 0,4-2 0,-6 12 0,10-9 0,0 5 0,5-1 0,3-5 0,2 4 0,1-6 0,4 0 0,1-2 0,8 6 0,3-3 0,10 2 0,-4-8-321,1-4 321,-7-4 0,0-2 0,0-1 0,1-2 0,0-2-552,2-3 552,-1-1 0,1-3 0,-2-2 0,-1-2 0,-1-1 0,-3-1 0,-1 2-3103,-3 1 3103,-2 1 293,-2 2-293,1-2-90,-3 2 90,1 1 381,-2 3-381,-5 14 3276,0-2-3160,-2 9-116,1-3 0,1 1 0,-1 2 0,0-1 0,0 1 0,0-1 0,0 0 0,0 0 0,0-1 0,1 0 0,0-1 0,-1 2 0,1-2 0,-1 0 0,2-4 0,1-1-90,-1 0 0,6-14 90,0 2 0,6-12 0,-2 1 0,11-13-90,3-4-1271,2 1 1361,-3 7 0,-7 14 0,-2 2 0,-2 3 0,0 2 0,-1 3 0,-1 3 0,-1 1 1361,1 4-1361,-2 1 0,1 3 0,-1 2 0,-1 2 0,-1 1 0,0 2-90,-2-1 180,0 7-90,-1-4 0,-1 11 0,1-13 0,-2 4 0,1-7-90,0-1 90,1-1 0,0 0 0,1-1-90,0 0-90,1-2 1,0-1-1,1-1-180,1-1-90,1-1-449,2-1 719,0-2 180,2 0 0,6-5 0,2 0 0</inkml:trace>
  <inkml:trace contextRef="#ctx0" brushRef="#br0" timeOffset="1815">19409 790 8162,'4'-7'90,"0"1"0,-1 2-90,0 0 180,0 1-90,0-1 180,1 0 90,-1 1 0,1-2-1,-1 2-89,0-1 720,0 1-811,-8-1-89,2 3 0,-9 0-90,3 4 90,-3 1-90,-2 1 90,-4 3-90,0 1 90,-2 3-90,-1 2 90,-7 11-613,0 5 568,12-10 0,1 1-45,-6 13 0,13 2 0,4 0 0,3-4-45,4 6 0,7-1-1594,3-20 1,3-3 1516,9 18-328,2-18 1,3-5 449,0-10 0,1-4 0,-2 4 0,-1-1 0,5-7 0,-1 1 0</inkml:trace>
  <inkml:trace contextRef="#ctx0" brushRef="#br0" timeOffset="2734">19741 950 9781,'0'-11'1080,"-1"4"-1080,-5 3 90,0 5 0,-3 3 0,2 2-90,-2 1 90,-4 8-45,1 3 0,1 4-315,4 5 0,2 1 180,-2-2 0,3-2 45,6-1 0,3-4-45,5-8 0,-1-6 0,0-1 90,1-3-90,0 0-90,22-20 90,-12-15 90,-11 2 0,-4-2 45,-2 13 0,-4 0-45,-11-9 0,-1 5-90,6 16 90,1-8 0,11 14 0,7-2 0,4 2 0,0 0 90,0 1-90,-2-1 0,2 0 0,-1 1 0,1 0 0,-2 0 0,-1 0 0,-1 0 0,5 1 0,-4 0 0,9 8 0,-13 10 0,-3 11 0,-12 10 0,-4-5-2031,-1-5 2031,3-11 0,3-7 90,0 2-90,1-4 90,-1 1 0,3-4 180,1-1-270,9-7 90,14-18-90,7-5 812,-13 10 0,0-1-812,1 0 0,0 2 0,3-4 0,5-3 0,-9 10 0,-3 4 0,-1 2 0,-1 2 0,-2 1 0,1 3 0,-3 2 0,0 2 0,2 7 497,-4-1-497,1 7 0,-4-4 0,-1 2 0,-1 1 0,0 1 0,-1 1 0,0 14 0,1-4 0,-1 3-437,2-11 437,0-9-90,0 0 0,2-2-90,0-1 0,1-2-180,2 0-90,1-3-192,1 0-77,1-2 719,3-3 0,6-3 0,3-2 0</inkml:trace>
  <inkml:trace contextRef="#ctx0" brushRef="#br0" timeOffset="3225">20534 1026 9781,'-3'-9'990,"0"1"-720,-2 5 269,-3 1-359,0 0 0,-1 1 0,1 1-90,-2 1 90,0 1-90,-3 2 0,0 1 0,-3 2 0,-2 2-416,1 2 416,-3 4-90,3 0 0,1 1-90,4-1 0,2-2-90,3 0 1,1 0-91,3-1 90,1 0-90,2-2 0,1 0-90,5 3 180,0-5 1,4 1 414,0-6-325,0-2-180,10-4 180,-4-2-45,9-8 0,1-5 135,3-4-346,-4 1 0,0-1 301,-11 6 0,-1 0-369,0-1 1,1-1 368,4-11 0,-1-3 0,0-3 0,-1-1 45,1 0 0,-2-1 0,-3 1 0,-2 0 0,-2 1 0,-1-1-1099,-1 2 0,-1 0 1099,0 2 0,0 1 0,-2 6 0,-1 4 11,0 2-11,-1 3 403,-1 6-313,1 4 553,-4 10-643,0 10 90,-3 10-90,-2 11-362,5-15 0,-1 1 407,0 3 0,0 0-45,1 1 0,-1 1-543,0 0 1,1 1 542,-1-1 0,0 1 45,1-1 0,0-1-45,0 0 0,0 0-376,1 6 0,0 0 376,1-8 0,0 0 0,2 12 0,1-2 90,2 3-135,2-8 0,2-2-45,4 0-269,7 5-617,-2-16-14,4-3 630,3-3 360,4-4 0,6-4 0,4-2 0</inkml:trace>
  <inkml:trace contextRef="#ctx0" brushRef="#br0" timeOffset="3468">21340 1097 11131,'-10'2'539,"1"1"-449,3-1 0,-1 1 0,-1 1 0,-2 1 0,-1 1-180,-8 8 0,2 0-90,-3 4 0,8-2-449,0 2-271,4 3-449,1-2 180,5-1 1169,3-7 0,2 5 0,2 0 0</inkml:trace>
  <inkml:trace contextRef="#ctx0" brushRef="#br0" timeOffset="4002">21301 1352 9332,'9'-5'-180,"-1"-1"180,-2 1 90,0-2 0,-2 0 0,0-1 0,-3-1 0,0-1-1,-1-1 91,-2-1-90,-1 0 0,-2-1 0,-1 2-90,-2-2 90,0 2 0,0 0 0,-1 1-90,2 3 0,0 1 90,1 2-90,1 0 0,0 1 0,1 0-180,0 1 90,9 0 90,-1 0-90,7 0 0,5-2 0,11-5 0,-4 2 90,5-4 0,-14 4-90,15-19 0,-15 12-183,9-15 273,-19 17 0,-1 1 0,0 0 0,-2 1 90,0-4 0,-1 2-90,0 0 0,0 3 0,0 1 363,1 2-363,0 1 90,3 2-90,0 3 0,3 0 0,0 1 0,1 1 0,3 1 0,2-1 0,2 1 0,1 1 0,2 0 0,-2 0 0,-1 0 0,-2 1 0,-1-1 0,-2 1 0,-1-1 0,-2 0 0,-2 1 0,-2 0 0,-3 1 0,0 2 0,-3 1 0,-1 2 0,-2 1 0,0 1 0,-2 2 0,1 2 90,0 2-90,-3 14 0,5-10-215,0 9 215,6-17 0,1 0 0,2 0-89,2-1 89,1 0-180,3-1-360,7 2-90,1-5-269,7 2 899,7-4 0,0-4 0,7-1 0</inkml:trace>
  <inkml:trace contextRef="#ctx0" brushRef="#br0" timeOffset="5247">22016 1253 9062,'6'-10'809,"-2"2"-269,-1-2-270,-2 2 270,-1-5-271,-1 3-89,-1-1 90,-2 2-90,-1 0 0,-2 0-90,-1 1 90,-1 0-90,-2 1 90,-2 1-90,-2 2 0,0 0-90,-1 3 90,0 1-1,-2 2-3366,-10 5 3252,5 1 115,-7 7-90,10-1 0,2 3-90,5 0-233,1 0 144,5 1-91,3-2 90,2 1-90,4-1 0,1 2 0,4 1 0,2-1 91,3-2-91,-1-2 90,2-4 0,0-1 90,1-4 3187,0-1-3277,8-6 0,-1-3 90,5-6 45,-8-1 0,-1-2-500,9-10 545,-8 3 0,3-5 0,-3 2-1364,-3 3 0,-1-1 1364,1-2 0,1-2 0,-2 2 0,-3 0 0,-1 2-1141,0-3 0,0-1 1186,-1 0 0,-1 0-45,0-1 0,-1 0-306,1 0 0,-1-1 351,-1 1 0,1 0 0,-2 0 0,1 0 0,-1 2 0,0 0 0,-1 1 0,0 1 45,2-17-1283,0 5 1282,-2 9 1262,1-1-1351,-2 11 0,0 1 2102,-2 10-2012,-4 22-90,-2 1 52,1 2 1,-1 1-53,-3 18 45,4-17 0,-1 1-45,1 0 0,0 1 0,-2 0 0,1 1 662,0 0 0,0 0-662,-1 0 0,0 1 45,1 0 0,0 0-90,0 1 0,0 0 90,0-1 0,1 0-1243,-1 1 0,1 0 1198,1-1 0,-1-1 0,1-2 0,1 0-94,0-2 0,1 1 139,1 4 0,1 0-45,1 13 0,2-9 0,1-1 90,4 2 160,6 4-250,-1-15 0,2-5 0,0-2 0,2-4 1086,-1-4-1086,12-5 90,-4-3 416,10-7-596,-4-4 90,0-4-31,2-3 31,-10 2 0,-1 0 0,-5 4 0,-1 0 0,8-10 0,-2-1-164,-1-2 164,1-5-442,-14 15 442,-3 3 2217,-1 2-2217,-4 2 0,-2 2 0,-1 1 367,-2 3-367,-2 0 1083,-1 3-1083,-2 2 719,-2 2-719,-1 3 0,-1 2 0,-3 5 0,1 2 0,-1 3 0,-3 13-1040,7-6 1040,-2 7 0,5 2 0,5-9-289,0 6 289,4-12 0,2-1 0,1 1 0,2 0 0,1-1 0,1-2 0,2 0 0,1-3 0,7 2 90,-4-5-90,8 1-90,-5-6 90,2-1 0,2-3 90,3-2-90,-3-2 0,2-2-238,13-5 238,-10 2 0,0-2 0,11-7-90,1-3 90,-19 10 0,1-1-1343,7-7 1,0 0 1387,-6 3 0,-2 0-45,6-5 0,-1-1-102,3-8 102,-4 1 0,-4 3-225,-6 4 225,-4 3 0,-4-4 0,-3 8 812,-3-2-812,-3 6 3207,-6 0-3207,2 3 168,-3 0-168,3 4 392,2 2-392,-1 1 0,1 1 0,1 1 0,-1 1 0,2 0 0,1 2-90,2-1 0,0 0 0,4 4 0,1-2 0,3 2 90,0-2-90,3 0 0,7 1 0,9 1 0,2 0-842,6-1 932,-7 0-90,-2-3-265,-4 0 355,-3 0-90,-1-1 90,-4 0 0,0 0-90,-1 0 90,-3 0 819,-1 2-819,-3 1 288,-3 2-288,-2 1 0,-2 5-90,-5 4 90,-1 2 0,-2 4-330,-1 0 420,0 2-90,-3 13 0,4-10-1048,-2 10 1048,7-15 0,2-1-189,2-4 189,1 0-90,1-3-90,2-1-94,1-1-175,2-2-541,1 0 540,3-3 522,2-2 1,9-1-1,3 0 1</inkml:trace>
  <inkml:trace contextRef="#ctx0" brushRef="#br0" timeOffset="5413">23612 1455 9781,'-2'-7'247,"0"1"1,1 12-1,1 3 1</inkml:trace>
  <inkml:trace contextRef="#ctx0" brushRef="#br0" timeOffset="6412">22015 2391 9691,'1'-10'990,"0"2"-720,-3 1-90,1 3 269,-3-4-269,0 4 0,-3-3 0,1 4-90,-2 1 0,-1 0 0,-1 2 90,-2 2-180,-1 2 90,-4 3-437,-1 2 436,-1 5-89,0 1 90,2 1-90,0 1 0,3 1 0,1 0 0,4 0-164,2-3 74,2-1 0,2-2-90,2 0-180,6 5 180,-1-6 0,6 3 434,2-9-344,-2-3 78,7-2-77,-3-4-1,4-5 0,2-2 90,4-7-90,1-3-1441,-1-7 1531,2-1-1494,-3-4 1449,-10 15 1,0 0 44,0-1 0,-2 0 0,1-2 0,0 1 0,0-2 0,-1-1-1255,-1 0 0,1 0 1255,-2 0 0,1 0 45,-1 0 0,-1 0-155,-1 1 0,-1 1 110,5-17 90,-4 4-90,-2 9 90,-2 4-90,0 5 764,-2 4-674,0 4 1020,-6 9-1110,-7 22 45,2-1 0,0 4 969,-3 10 0,1 2-969,1-3 0,1 0-45,1 0 0,1 0 0,3-9 0,1-1 0,0 0 0,0 1 0,1-1 0,0 0 0,1-3 0,0 1 45,0-2 0,1 1-148,2 4 0,1 1 13,1-1 0,1-1-45,1 0 1,1-1-924,9 14 518,-1-18-991,2-4 452,2-4 1079,0-4 0,8-5 0,0-1 0</inkml:trace>
  <inkml:trace contextRef="#ctx0" brushRef="#br0" timeOffset="7142">22319 2573 10861,'8'4'1259,"25"-7"-1169,-18 0-821,21-5 731,-21 3 90,2-1 0,1-2 0,0-2-90,0-2 90,-3 0 266,1-6-356,-6 4 136,0-11-136,-11 6 0,-6-1-90,-11 7 90,-1 7 0,-18 14 0,13 2 0,-10 9 0,13-1-934,5-2 1,2 1 933,-6 9-45,7-9 0,1 2-2619,-3 19 2574,6-11 0,0 7-1516,7-15 1516,3-1-240,1-1 330,3-1 850,9 9-850,-2-11 0,7 6-90,-4-13 2079,2-2-1989,3-3 0,5-2 0,3-2 0,6-6 2163,2-3-2163,1-4-117,-2-2 27,-2-5 90,-2-3 0,-3-3 0,-3-4 0,-2-1 0,-5 1 0,-4 2 0,-5 2 0,-1-4 0,-5 3 0,-2 4 0,-3 6 0,-1 9 241,0 2-241,0 2 557,-2 2-557,1 2 1023,-2 2-1113,-1 7 90,3-1 0,0 5 0,5-2-90,1 1 90,6 4 0,0-2-90,4 3 90,0-5 0,2-2 0,0-1 0,2-1-90,1-1 90,0-1 0,0 0 0,-2-1 0,-3-1 0,0 0 0,-2 0 0,-2 1 0,0 0 0,-3 1 0,-1 2 0,-3 0 0,0 2 0,-2 3 0,-3 9 0,-1 5 0,-2 11 0,2-8 0,2 6-90,4-16 0,2 6-89,2-9-91,1 1-180,2-3-180,2-1-629,2-2 180,2-2 1079,2-2 0,9-1 0,2-1 0</inkml:trace>
  <inkml:trace contextRef="#ctx0" brushRef="#br0" timeOffset="7309">23372 2757 11580,'4'5'-1093,"0"-2"1,-5 0 0</inkml:trace>
  <inkml:trace contextRef="#ctx0" brushRef="#br0" timeOffset="7746">20758 3272 10681,'-13'-7'-180,"3"-1"90,3 2 90,3-1 0,2 1 90,2 0 0,1 0 0,1 1 90,1-1-90,0 1 180,2 0 89,3-1-179,0 2-90,6-1 270,9 4-180,3 1-689,6 3 1,3 0 553,-4 1 0,2 1-974,-3-1 0,3 0 1,0 1 958,-3-1 0,0 1 0,0-1-409,3 1 1,1 0-1,0 0 409,2 0 0,1 1 0,0-1 0,2 0 0,0 0 0,2 0-30,-6 0 0,0-1 0,1 1 0,1-1-372,0 1 0,0-1 1,1 0-1,0 1 390,-5-1 0,1 0 0,0 0 0,0-1 0,0 1-168,0 0 0,0-1 1,-1 1-1,1-1 0,-1 1 172,5 0 1,0-1 0,0 1-1,-1-1 8,1 1 0,-1-1 0,-1-1 0,0 1-8,-3 0 1,0-1-1,-1 1 1,0-1-125,1 1 0,0-1 1,0 0-1,-1 1 124,0-1 1,0 0-1,0 0 1,0 0-23,9 1 0,1-1 0,-1 1 0,-2-1 0,0-1 0,-1 1 0,-2-1 0,0 1 0,-1-1 202,-2 0 1,-2 0 0,1 0-203,2-1 0,-1 0 0,-2 0 0,2 0 0,-3 0 0,2 0 0,-4-1 0,-5-2 1365,-8 0-1365,-6-1 1753,-4 0-1843,-3 1 2910,-5-1-3179,-1 1 1364,-3 0-1725,-1 2-1259,0-1-539,-1 1 2518,0 0 0,-6 0 0,0 0 0</inkml:trace>
  <inkml:trace contextRef="#ctx0" brushRef="#br0" timeOffset="34378">8009 6432 7173,'-9'-1'630,"0"0"-361,4-1-179,-1 2 360,2-3-270,-2 2 90,2-1-90,-1 1 90,1-1-91,0 0 91,1 0 0,-2-1-180,2 1-90,8 2 90,0-1-90,10 2 0,1 0 0,2 0-919,8 0 919,7 2 0,8-1 45,-17 0 0,1-1-1008,1 1 0,1-1 963,2 0 0,0 0 0,3 0 0,0-1-1110,5 2 0,1-1 1110,2 1 0,0-1 0,-10 0 0,0 1 0,1-1-552,0 1 1,0-1-1,0 0 552,1 1 0,0-1 0,0 0 30,1 0 0,0 0 0,1 0-30,-1 0 0,1 0 0,0-1-288,0 1 1,1 0 0,0 1 287,-1-1 0,1-1 0,0 2 33,-1-1 0,1 0 1,0 1-34,0-1 0,0 0 0,0 0 0,-1 1 0,1-1 0,0 0 65,0 1 1,0-1 0,0 0-66,-1 0 0,0 0 0,3 1 0,-1-1 0,2 0 0,1 0 0,-3 0 0,2 0 0,-2 0 0,3 0 18,-5 1 0,3-1 0,2 0 0,-2 1 0,-4-1 47,-1 0 0,-2 0 1,0 0-66,9 1 0,1-1 0,-4 1 0,-2-1 0,-3 0 44,-1 0 1,0 0-16,-2 0 0,0 0 16,-4 0 0,-1 0 712,19 0-757,-10 1 180,-6-1-90,-6-1 90,-5 0 0,-2 0 0,-2 0 1740,-2 0-1650,2 0 2265,-2 0-2265,1 0 1379,-4-1-2188,-2-1 806,-1 1 0,-1-1 0,0 2 1</inkml:trace>
  <inkml:trace contextRef="#ctx0" brushRef="#br0" timeOffset="41401">12574 10949 10231,'-7'-4'-270,"1"2"180,2 0 90,-1 1 90,0 0 0,0 0 180,-1-1-90,0 2 90,0-1 0,0 0 89,1 0 271,-1 1-540,10 4 0,0-2 0,9 5 0,1-4 0,6 2-1013,5 0 923,7 0-1331,5 1 1421,4 0-892,-18-3 1,1 1 846,1 0 0,1-1-45,2 0 0,0 1 45,5-1 0,1 1-939,1 0 0,2 0 894,3 0 0,1 0 30,-13-2 0,0 1 0,1 0-30,0-1 0,1 1 0,-1-1 0,1 1 0,1-1 0,0 1 0,0-1 0,-1 1 0,2-1-350,-1 1 1,1 0 0,0-1 349,0 1 0,0 0 0,0-1 0,0 0 0,0 1 0,2-1-172,0 0 0,3 0 1,0 0-1,-2 1 202,2-1 0,-2 0 0,2 0-133,-2 0 1,1 0-1,1 0 1,-4 0 132,0 0 0,-3 0 0,1 0-30,-1 0 0,0 0 0,0-1 30,-1 2 0,0-1 0,-1 0-4,12 0 0,-2 1 19,-2-1 0,0 1 134,-5-1 1,-1-1-180,0 1 0,-1 0 302,-2-1 0,0 0-257,-2 1 0,0 0 466,2-2 1,-1 1-422,8 1 1134,1-1-1135,-20 0 1516,2 0-1515,-6-1 1635,2 1-1545,-4-1-90,-3 1 1461,1-1-1372,-2 0 602,1 0-691,-1 0 396,1 0-396,-1 0 0,-1 0-90,2 0 90,-2 1 90,-1-2-90,-3-3 0,-2-2 0,-3-2-90,3 0 0,-1-1 0,0-1 0,-1-9 0,1 1-617,0-7 617,0 1 0,2-3 0,0 2 0,1-1 0,0-15-954,0 11 0,1 0 954,0 6 0,-1 1 0,2-4 0,-1 0 0,1 0 0,-1 0-635,1-2 1,1 1 634,-1-1 0,1 0 0,0-1 0,0-1-776,1 1 0,-1 0 776,1-1 0,-1 1 0,1-1 0,0 1-45,-1 0 0,1 0 45,0 1 0,-1 1-677,1 0 1,-1 1 721,1 0 0,-1 1-45,1 2 0,-1-1 304,0 1 1,0 1-305,0 2 0,0 0 0,2-17 0,0 5 333,-2 12 1,-1 0-334,3-14 0,-2 1 0,-1 5 0,-1 14 0,-1-2 1526,0 4-1526,0 0 3098,-1 1-3098,0 2 496,0 2-496,-1 3 0,-1-3 0,1 4 303,0 0-303,-1 1-90,-1-1 90,0 1 0,0 1 0,-2 0 0,2 0 0,-3 1 0,2 1 0,-1 0 0,-1-1 0,-7 0 0,2 1 0,-15-1 0,6 1 0,-14 0 0,6-1 0,-8 0-1472,4-1 1,-1-1 1471,6 2 0,0 0 0,-11-2 0,-4 0-806,8 1 1,-1 0-1,0 0 806,8 0 0,1 0 0,-2 0 0,-11 0 0,-2-1 0,3 1-539,10 0 0,1-1 1,0 1 538,0 1 0,0 0 0,0-1-361,0 1 1,-1-1-1,1 1 361,-10-1 0,0 1-112,-3-1 0,0-1 112,2 2 0,0 0 258,1-1 1,-1 1-259,1 0 0,0 0 0,4 1 0,0 0 0,0-1 0,-1 1 262,1 0 0,1-1-262,0 1 0,0 0 0,1 0 0,0 0 0,1-1 0,0 1 0,2 0 0,0 1 0,-12 0 0,1 0 0,11 0 0,0 0 0,1 0 0,-2 0 0,3 0 0,4-1 0,2 0 0,-3 1 0,1-1 1240,-4 1-1240,6-1 2070,3 1-2070,2-2 0,3 1 1242,1 0-1242,2 0 0,1 0 0,1 0 1845,1 0-1845,1 0 636,1 0-636,-1 0 118,1 0-208,-1 0 90,1 0 0,-1 0 0,1 0 0,-1 0 0,1-1 0,0 2 0,2 2 0,1 1 0,1 1 0,1 1 0,-1 0 0,0 2 0,0 3 0,-2 3 0,0 6 0,-2 6-3277,-1 9 3162,-2 4 115,4-16 0,-1 1-392,0-1 0,0 3 392,-2 12 0,-1 4 0,2-12 0,0 2 0,-1 2 0,1 1 18,-1 3 0,1 4 0,-1 0 0,1 0 0,-1-3-521,1 1 1,-1-2 0,0-1 0,1 1 502,-1 4 0,2 1 0,-1-3 0,1-5 0,1-5 0,0-3-335,0 11 0,0-1 335,1-11 0,1 0 0,-1 6 0,1-1 0,0 5 0,2-6 0,0-3 1560,0-4-1560,1-4 0,1-1 0,-1-3 0,1 0 639,0 1-639,0 1 90,0-4 2586,1-1-2676,-2-8-775,0 1-1474,2-7-1028,0-3 3143,-1-3 1,-2-5-1,-2 2 1</inkml:trace>
  <inkml:trace contextRef="#ctx0" brushRef="#br1" timeOffset="45396">12844 6476 18259,'-4'-7'-3277,"0"1"662,2 2 2025,-2 0 516,1 0-29,0 0 256,0 1 34,0 0-598,0 0 1076,0 0-71,-1 1-306,8 2 303,-1-1 133,9 2-232,-1-1 66,3 0-2,8 1-82,3 0-68,8 2-1182,7-2 757,-18 0 0,0 0-92,3 0 0,1 0 111,2 0 1,0 0-600,2 0 0,-1 0 589,2 0 0,1-1 17,0 1 1,1 0-985,0-1 0,1 1 994,-1 0 0,0-1-8,1 1 1,0-1 69,-1 1 1,0-1-71,0 0 1,1 0 3,-2 0 1,0 0-690,0 0 1,-1 0 683,-1 0 1,0 1-3,-2-2 1,1 1 122,-3 1 0,0 0-127,4-1 1,0 0 11,10 0 348,-18 0 1,-1 0-366,-1 0 11,-3 1 1885,-4-1-1703,6 0-115,-9 0 2294,4-1-2262,-9 0 784,-1 0-596,-1-1-403,0-1-1340,1 1 1473,-1 3 0,0 0 1,-2 1-1</inkml:trace>
  <inkml:trace contextRef="#ctx0" brushRef="#br0" timeOffset="51417">13324 5021 7533,'6'5'719,"-1"-1"-539,-1-3-90,2-1 90,-2 0-90,4 0 0,-3-1 0,3-1-90,-1 1 90,-1-1 0,1 0-90,0 0 90,0 0 0,1 0 0,1-1-90,0 1 90,0-2-90,0 1 90,0 0-90,1 0 89,1-1 1,0 0-90,0-1 0,0 0 90,0 0 0,0-1 0,-1 1 0,5-4 0,-5 2 0,9-5 90,-5 3-90,0-1 0,3-2-90,-7 2 90,3-1-90,-3 2 0,0 0 90,0 0-90,1 0 0,0-1 0,0 1 0,0-1 90,-1 0-90,1 0 0,0 0 0,4-6 0,-4 5 90,7-8-90,-6 5 0,0 2 90,-1-1-90,-4 5 0,1 0 0,-1-1 0,0 0 90,-1 1-90,0 0 0,0 1 0,0-1 0,1 1 0,-1-1 0,0 0 0,3-2 0,-2 2 0,2-1 0,-4 3 90,1 0-90,-1 0 0,1 0 0,-1 0 0,0 0 0,0 1 0,0 0 0,-1 1 0,2-3 0,-2 3 0,1-2 0,-1 2 0,-1 1 0,1-1 0,2 0 0,-1 0 0,0 0 0,1-1 0,-1 2 0,1-2 0,-1 2 0,-1 0 0,1 0 0,0 0 0,0 0 0,0 0 0,0 1 0,-1-1 0,1 1-90,3-1 90,-3 1 0,3 0 0,-2 0 0,-1 1 0,1-1 0,-1 1 0,1 0 0,-1 0 0,0 0 0,0 0 0,2 1 0,-2 0 0,3 0 0,-4 0 0,2 0 0,-3 1 0,2 0 0,0 1 0,0 0 0,-2 0 0,2 0 0,-1 0 0,0 1 0,1-1 0,2 3 0,-1-2 0,2 4 0,-2-4 0,0 2 0,-2-1 0,3 1 0,-3-1 0,2 2 0,-2-2 0,-1 1 0,0 0 0,1-1 0,0 1 0,-1 0 0,1 0 0,0 1 0,0 1 0,0 0 0,1 0 0,-1 0 0,0 1 0,0-1 0,0 2 0,0-2 0,2 4 0,-1-3 0,1 3 0,-2-4 90,0 1-90,0 1 0,0-1 0,0 0 0,0 0 0,0-1 0,1 3 0,-1-2 0,1 2 0,-2-4 0,0 0-90,-1-1 90,2 3 0,-1-1 90,1 4-90,-1-4 0,1 2-90,-1-3 180,0 1-90,0 1 0,1 2 0,0-2 0,0 2 0,-1-3 0,0-1 0,0 0 0,1 3 0,-1-2 0,0 1 89,0 0-89,-1-1 0,1 0 0,-1-1 90,0-1-90,0 1 0,0 0 0,-1-1 0,1 2 0,-1-1 0,1 1 0,-1 0 90,1 1-90,0 0 0,0 0 0,-1 0 0,1 0 0,-1 1 0,1-1 90,0 2-90,0 0 0,0 0 0,-1 0 0,2 5 0,-2-5 90,2 5-90,-1 0 0,0-3 0,1 9 0,-1-9 90,0 4-90,-1-6 0,1 1 0,-1 0 0,1 0 0,0 0 90,0 0-90,-1 0 0,1 0 0,0 0 0,0 1 0,0-1 0,0 1 0,1 1 0,-1-1 0,0-1 0,1 0 90,-1-1-90,2 9 0,-2-6 0,1 6 0,-1-9 0,0 0 0,0 0 0,-1 1 0,1 0 0,-1 0 0,1-1 0,-1 1 90,1 0-90,-1 0 0,1 2 0,0 5 0,0-3 0,2 6 0,-2-8 0,1 2 0,-1-3 0,0 0 0,0 0 0,0 0 0,0 0 0,0-1 0,0 0 0,-1-1 0,1-1 0,-1 0 0,0 0 0,1 4 0,-1-3 0,0 5 0,0-5 0,0 1 0,1-1 0,-1-1 0,0 1 90,1-1-90,-1 0 0,0 0 0,0 1 0,0 0 0,1-1 0,0 6 0,0-4 0,1 3 0,-1-5 0,0 0 90,0-1-90,1 1 0,0-1 0,0 1 0,-1 0 0,1-1 0,0 0 0,0 0 0,0-1 0,1 3 0,-1-2 0,1 1 90,0-1-90,-2-2 0,3 2 0,-3-4 0,0 1 0,0 0 0,0 0 0,1-1 0,0 3 0,0-2 0,1 2 0,-1-1 0,0-1 0,1 0 0,0 1 0,4 4 0,-3-5 0,4 5 0,-5-6 0,1 1 0,-1-1 0,1 1 0,-1-1 0,1 0 0,0-1 0,0 0 0,0 1 0,0-1 0,1-1 0,-1 1 0,1 0 0,0-1 0,-1 0 0,2 1 0,-2-2 0,1 1 0,0 0 0,0-1 0,-1 1 0,1-1 0,0 1 0,0-1 0,0 0 0,0 0 0,0 0 0,0 0 0,-1-1 0,1 1 0,0-1 0,0 1 0,1-1 0,0 0 0,0 0 0,-1 0 0,1-1 0,0 0 0,-1-1 0,7-1 0,-3-2 0,2-1 0,-1-2 0,-5 3 0,2-2 90,-3 2-90,0-1 90,0 1 0,-1-1-90,1 0 90,-2 0 0,1-1-90,0 1 90,0-2 0,0 0-90,-1 0 90,1-1-90,-1 0 89,1-2-89,0-1 90,0 0 0,0-2 0,0 1 0,-1-2-90,0 1 90,1-1 0,-2-2 0,2 1-90,-1-3 90,0 3 0,-1 0-90,0 0 90,1 1-90,-2-1 90,2 1-90,-1-7 90,1 4-90,0-4 0,-1 7 90,2-7-90,-2 4 0,2-6-147,-2 8 147,0 0 0,1-1 0,-1 1 0,1-1 90,0 2-90,0 0 0,-1 0 0,0 0 90,0 1-90,0-1 0,0 1 0,0-1 90,-1-5 0,0-3-90,0 1 90,-1-7-90,0 13 90,-1-5-90,1 5 0,0 1 90,0-1 146,0-1-236,0-1 0,1-1-319,0 0 319,1-1 0,0 1 0,0 0 0,1 0 90,0 0-90,1 1 0,-1 1 0,2 0 0,-2 1 0,2 0 0,-2 2 0,1 0 0,0 1 0,0 0 0,-1 0 0,1 0 319,0 0-319,-1 0 0,0 0 0,1 0 0,-1 0 0,2-6 0,-1 4 0,0-4 0,0 6 0,-1 1 0,0 0 0,2-6 0,-1 5 0,1-5 0,-1 7 0,-1 0 0,0-1 0,0 2 0,0-3 0,0 3 0,0-1 0,1-5 0,-1 6 0,1-6 0,-1 6 0,0 0 0,-1 0 0,1 0 0,-1 1-90,2-5 90,-1 4 0,0-3 0,0 5 0,-1 1 0,1-3 0,0 2 0,1-1 0,-1 2 0,1 1 0,-1 0 0,2-2 0,-1 3 0,2-2 0,-2 3 0,-1-1 0,2 2 0,-1-1 0,1 0 0,0 0 0,0 1 0,2-2 0,3 0 0,0 0 0,0 1 0,-3 1 0,0 1 0,0-1 0,1 1 0,-1 0 0,1 0 0,-1 0 0,1 1 0,3-1 0,-2 1 0,3 0 0,-5 0 0,0 0 0,0 1 0,3 0 0,-3 0-90,4 0 90,-5 1 0,2 0 0,-3 1 0,3 2 0,-2-1 0,1 2 0,-2 0 0,0-1 0,0 1 0,2 3 0,-1-2 0,1 2 0,-3-2 0,0 0 0,1 1 0,-2 0 0,1 0 0,-1 0 0,1 4 0,-1-3 0,2 7 0,-3-6 0,2 2 0,-2-2 0,0 0 0,0 0 0,0 1 0,-1-1 0,1 0 0,0 4 0,0-3 0,0 2 0,-1-4 0,1 4 0,-1-4 0,1 4 0,-1-4 0,0 4 0,0-4 0,-1 3 0,1-3 90,-1 3-90,0-3-90,0 3 180,0-3-90,0-1-90,0 1 90,1 0 90,-1-1-90,0 1 0,1 0 0,-1-1 0,1 1 0,-1-1 0,1 0-90,0 1 90,0 1 0,0 3 0,0-1 0,0 3 0,0-6 90,0 1-90,0-2 0,0 1-90,0-1 180,0 0-90,-1 0 0,1 0 0,-1 0 0,1-1 0,0 0 0,-1-1 0,1 0 0,-1 0 0,1 0-539,-1 1-2738,1-1 2457,-6-5 1,3 0 0,-5-5 0</inkml:trace>
  <inkml:trace contextRef="#ctx0" brushRef="#br0" timeOffset="52486">13485 4831 10501,'-8'-1'-630,"1"0"450,0 0 91,1 1-1,-1-1 90,1 1 0,-1 0 90,-1 0-1,-3-1 1,3 1 90,-3 0-90,4-1 0,1 2 180,0-1-180,-1 0 180,2 0 359,-1-1-359,16 3-90,0-1-354,20 2 264,-2-2 0,3-1-426,-6 1 0,3 0 426,9-1 0,7-1 0,-3 1-1058,-12 0 1,-1 0-1,2-1 1013,1 1 0,1 0 0,1 0 0,-1-1-682,3 1 0,-1 0 0,1 0 667,1 0 0,1 0 0,0 1-406,2-1 1,0 0 0,0 0 405,1 1 0,0 0 0,1-1-202,-9 1 1,-1-1-1,1 0 1,0 1 171,0 0 0,1-1 0,0 1 0,1 0 22,3 1 1,1-1-1,0 0 1,0 0-23,-4 0 0,1 0 0,-1 1 0,1-1 22,2 0 1,2 1-1,-1-1 1,-1 1-1,-4-1 0,-1 0 1,1 1-1,2-1 8,-2 0 0,2 1 0,2 0 0,-1-1 0,0 1 0,-2-1-30,5 1 0,-3 0 0,1-1 0,3 1 25,-5 0 1,3 0 0,2 0 0,0-1 0,0 1-1,-3 0 1,-3 0-26,4 0 0,-4 0 0,-1 0 0,3 0 18,-1-1 0,2 1 0,0 0 0,0 0 0,-4 0-18,9 1 0,-4 0 0,0-1 30,-1 1 0,1 0 0,-1-1-30,-2 1 0,0 0 0,0 0 30,-2-1 0,0 1 0,-1 0 6,-1-1 0,-1 0 0,-1 1-36,10 0 0,-1 0 173,-3 0 0,-2 0-173,-4 0 0,-2-1 348,-1 1 1,0 0-349,-4 0 0,0-1 1040,17 3-950,-8-2 1018,-5 0-1018,-4-1 1399,-5 0-1399,-4-1 1263,-2 1-1353,-1-1 90,-1 0 0,-1-1-90,-1 1 1151,-1 0-1151,0 0 1154,1-1-1154,-1 0 555,1 1-555,-1-1-450,-1 0-2827,-1 1 0,-10 0 3026,2 0 1,-16 1 0,3-1 0</inkml:trace>
  <inkml:trace contextRef="#ctx0" brushRef="#br0" timeOffset="59234">17199 10770 9781,'-10'0'-629,"0"0"629,3 0 90,2-1 0,-2 1 90,1-1 89,0 0 91,0 0-90,0 0 180,1-1-90,0 2-270,12 0-1,-2 1-89,13 1 0,-2-1 90,2 1-952,5 0 952,3 1-90,4 0 0,1 0 0,0 2 0,1-1 89,1 1-89,0-1 0,-10-1 0,0 0 0,13 1 0,-14-1 0,-1 1 90,5-1-90,-4 0-126,-5 0 126,-3-1 90,-2 0-90,-2-1 90,-1 0 90,-1 0 761,-2 0-851,0 0 138,-1 0 42,0-1-180,0 1-1170,0-1 1080,0 0 0,-2-4 0,-1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35:16.39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3231 3088 5734,'-2'-7'0,"0"1"0,1 1 0,-1 0 0,1 1 0,0-1 0,0-1 0,7 12 0,1 4 0,4 6 0,-2 2 0,4 12-3277,0-2 3165,1 4 112,4-7 2,8-34 1,7-14-4,-8 6 0,3-3 1,1-2-1,0 0-454,-2 0 1,0-1 0,0-1 0,1-1 0,-2 2 454,-2 1 0,-1 0 0,0 1 0,0 0 0,-3 1 0,7-5 0,-3 1 0,-5 4-19,1-1 0,-5 9 0,-2 1 0</inkml:trace>
  <inkml:trace contextRef="#ctx0" brushRef="#br0" timeOffset="3967">4899 7718 5734,'-8'0'0,"1"0"270,2 0-270,19 2 90,-8-1-90,17 0 0,0-1 44,0-1 1,4 1-15,5 0 0,4 0 0,-2 1-30,-5-1 0,-1 0 0,0 0-462,3 0 0,0 1 0,-2 0 462,-1 0 0,-1 0-1467,-3 0 1,-1 0 1466,-3-1 0,0 1 0,7 0 0,-4 0 0,-13 0 0,19 0 0,-20-1 1017,4 0-1197,-6 0 999,-2 0 0,-2 0 0,-1 1 0</inkml:trace>
  <inkml:trace contextRef="#ctx0" brushRef="#br0" timeOffset="5349">5896 7786 5824,'3'1'359,"6"-1"-299,11 0 0,9 1 0,-2-1-60,-8 0 0,2 0 0,8 0 0,6 0 0,0-1 0,-4 1 45,-1-1 0,-2 1-1019,-2 0 0,2-1 0,-2 1 974,-3 0 0,-1-1 320,2 2 1,-2-1-321,5 0 0,-2 0 0,-2 1 0,-12-1 90,10 0-90,-11 1 570,1-1 0,-5 0 1,-2 0-1</inkml:trace>
  <inkml:trace contextRef="#ctx0" brushRef="#br0" timeOffset="26416">1183 8752 5824,'3'-5'0,"0"-1"90,-2 3 0,0-2-90,-5 4 0,-4 3 0,-3 3 45,-6 12 0,-2 2-45,1 5-1194,2-3 0,1-1 1194,6 1-90,5-1-2511,8 16 2601,-2-13-508,11 3 1,3-2 507,-4-13 0,16 11 0,-20-20 0,1-1 0,5-7 0,-7 2 490,2-18-490,-9 13 2386,-13-19-2386,8 20 2831,-10-9-2831,14 11 0,16-10 0,-4 6 103,14-3 1,1 0-104,-8 5 0,1 0 0,-2 0 0,-9 5 0,3-1 0,-3 3 0,1 2-3277,-7 17 3162,-3-6 115,0 14 90,-2-12-90,1 9-1132,-1-6 1132,1 5 0,2-2-1480,7 11 1480,-2-11 1390,12 9-1390,-10-25 0,6-2 0,-6-8 0</inkml:trace>
  <inkml:trace contextRef="#ctx0" brushRef="#br0" timeOffset="26816">1383 8714 5745,'2'-7'28,"0"0"22,0 4-49,5 7-1,-3-1 45,4 12 0,0 5-3322,3 14 3219,-5-12 1,1-1 57,2 12 0,-2-12 0,0-1-90,-1-2 90,6 17-82,-9-24 82,-1-6 0,-1 2 0,0-6 0</inkml:trace>
  <inkml:trace contextRef="#ctx0" brushRef="#br0" timeOffset="27099">1365 8712 5818,'2'-9'96,"25"-10"-3373,-13 12 983,19-10 2294,-22 12 1319,9-5-1462,2-1 143,-4 2 0,-2 2 0,-14 6 0,-1 0 0</inkml:trace>
  <inkml:trace contextRef="#ctx0" brushRef="#br0" timeOffset="27300">1461 8725 5739,'1'7'51,"-1"-2"-17,15-4-34,1-2-1639,2-2 1,1 0 663,6-1 955,7-3 841,-16 3-821,15-4 0,-12 2 0,11-3 0</inkml:trace>
  <inkml:trace contextRef="#ctx0" brushRef="#br0" timeOffset="27619">1613 8309 5734,'-35'-11'0,"3"1"0,11 7 0,-3 1-1093,-4 3 1,-4 2 0,2 0-79,-5-3 0,-3 4 1179,12 3 0,-5 3 0,-1 3 0,-1 0 0,3 1 0,6-2-90,-7 6 1,3 2 81,-1-2 0,-4 3 0,2 0 0,8 0 0,10 0 0,5 0 0,2 0 0,0-1 0</inkml:trace>
  <inkml:trace contextRef="#ctx0" brushRef="#br0" timeOffset="27966">972 9255 5847,'14'18'0,"-1"0"0,1-1 0,2 0 0,7 1 0,5 1 0,2-3 0,1-5 0,3-4 0,-1 1-1093,1 3 1,-1 1 0,1-4 338,-4-4 0,1-5 0,1-4 754,-3-6 0,2-4 0,1-3 0,-2 0 0,-4 3-103,-1 2 0,-3 0 1,3-4 102,-2 0 0,2-5 0,4-2 0,0-2 0,0-2 0,-2 1 0,-3-1 0,-5 3 0,-2-5 0,-6 1 0,-1 0 0,-1 0 0,2-1 0,5-4 0,2 0 0,0 0 0,-2 1 0,-5 0 0,-2 1 0,-3 0 0,-3 1 0,-6 1 0,-9-2 0,-6 0 0,-3 3 0,2 2 320,-1-3 0,-6 3-320,3 10 0,-6-1 0,-5-1 0,-2 0 0,0 3 0,2 2 0,4 4-214,-7 3 1,4 6 0,-4 0 213,3-2 0,-3-1 0,-2 0 0,2 3 0,4 3 0,-4 6 0,3 4 0,4 6 678,7 6 0,4 5 0,0-2-678,-1-8 0,1-2 0,3 3 0,4 8 0,5 3 0,4-4 0,13 4 0</inkml:trace>
  <inkml:trace contextRef="#ctx0" brushRef="#br0" timeOffset="28699">2087 9254 5734,'-5'-13'360,"-5"-6"-91,1 6-179,-1-3 0,5 11 0,1 6 0,10 33-90,-2-7-435,1-4 1,1 2 434,1-2 0,0-1-1597,1 2 0,1-1 1597,-3-3 0,2-1 0,5 6 0,0-4 0,-5-13 0,9 7 0,9-24-844,-5-4 1,1-2 843,-3 3 0,2 0 0,7-7 0,3-2 0,-4 3 431,-10 7 0,0 1-431,14-10 0,1 2-902,-14 9 1,-1 2 901,10-5 0,-4 3 0,0 1-16,-3 1 0,-1 2 16,11-5 0,1 1 0,-25 7 0,2-1 0,-7 1 0</inkml:trace>
  <inkml:trace contextRef="#ctx0" brushRef="#br0" timeOffset="29099">2534 9170 5824,'1'-7'180,"3"2"-1,13 5-179,-4 2 0,6 1 45,1 1 0,1 1-45,2 0 0,4 2 0,0-1 90,-10-1-90,4 0 0,-16-1 0,-21 24 0,2-4 0,1-3 0,0 1-2007,2 3 2007,4-5-90,5-7-1362,0-2 1452,1 0-90,1-2-177,1 1 267,3-3 0,6 1 0,2-3 0</inkml:trace>
  <inkml:trace contextRef="#ctx0" brushRef="#br0" timeOffset="29516">3097 9024 5824,'4'-10'449,"-2"0"-89,-8 2-180,-7 8-180,-2-1 90,-6 11 90,-2 15-180,10-11-45,7 6 0,5 1-3232,10-7 3072,4 10 25,10-4 90,-8-5 0,-2 3 45,-5 7 0,-3 3-1089,0-3 0,-3 0 1134,-7-2 0,-4-2 0,-8 0-90,1-5-180,-5 3 1489,6-6-1219,0-1 0,17-19 0,2-1 0</inkml:trace>
  <inkml:trace contextRef="#ctx0" brushRef="#br0" timeOffset="29833">3304 8982 5914,'4'-9'449,"-1"3"-449,4 8 90,-1 6-45,2 6 0,2 5 0,-1 5 0,0 2-1539,0-5 1,-1 1 1493,0 0 0,-1 1-180,2-2 0,-2-1 90,0-4 90,1 4 0,-1-3 0,-5-14 0,0 2 0</inkml:trace>
  <inkml:trace contextRef="#ctx0" brushRef="#br0" timeOffset="30150">3334 9002 5914,'1'-8'180,"1"2"-91,4 0 181,18-3-180,-1 6 0,2 1-90,0 1 0,-1 1-1146,3 1 0,-2 3 1146,4 8 0,-5 5-1257,-11 0 1,0 2 1256,4 3 0,-15 9 0,-9 1-45,-3-17 0,-4 0 0,0 6 0,-2 0-90,0-8 0,-1-2 135,0-1 0,-1-1 0,-9 5 0,8-6 0,0 0 0</inkml:trace>
  <inkml:trace contextRef="#ctx0" brushRef="#br0" timeOffset="30767">3381 8601 5824,'-7'-12'90,"-15"-16"0,8 12-90,-11-10 89,9 17 1,-3 4-90,-6 6 0,-1 2-1639,-1-2 1,0 2 1196,-4 7 0,3 5 442,8-3 0,0 5-264,3 3 0,-2 6 0,0 2 1,0 0-1,3-4 264,0-2 0,3-3 0,0 7-65,3 0 1,0 5 0,0 5 0,1 3 0,0-1 0,3 0 0,1-3 0,3-6 64,4 2 0,3-4 0,2-1 0,-1 3-32,-2 1 0,-1 3 1,0 1-1,1 1 0,2-3 1,3-3 31,5 1 0,4-3 0,2-2 0,3-3 0,3-2 0,3-2 0,2-3 0,2-1 0,1-1 0,0-4 0,2-1 0,2-3 0,0 0 0,-1 0 0,0 0 0,-5 1 0,-1 0 0,1 0 0,-1 0 0,-1-3 0,1-3 0,5-3 0,1-4 0,-1-3 0,-3 0 0,-5 0 0,1-4 0,-3-4 0,-5 2 0,2-3 0,0-2 0,-1-4 0,-3 1 0,-2-4 0,1-1 0,-1-2 0,0 2 0,0 1 0,5-2 0,0 3 0,-2-2 0,-4-6 0,-9 6 0,-1-4 0,-1-4 0,-2-2 0,-2 0 0,-1 1 0,-1 2 0,-1 4 0,-2 5 0,-5-5 0,-3 6 0,-2-3 0,1 0 0,0-5 0,-2-2 0,0 1 0,-2 4 0,0 8 0,-4 6 0,-2 6 0,-3 1 0,-1 1 0,-5 0 0,-1 2 0,-3 1 0,0 3 0,5 2 0,-2 3 0,0 1 0,-2 2 0,1-1 0,1 0 0,0-1 0,-1-1 0,1-1 0,0 0 0,0 0 0,0 2 0,0 2 0,-1 1 0,-2 2 0,0 1 0,2 1 0,2 3 0,3 1 0,3 5 0,3 2 0,3 2 0,1-1 0,1 0 0,-2 4 0,2 0 0,0 2 0,2-2 0,0 1 0,0 0 0,0-1 0,0 1 0</inkml:trace>
  <inkml:trace contextRef="#ctx0" brushRef="#br0" timeOffset="52599">10731 2628 5734,'-1'7'539,"1"-2"-359,4 2-180,-1-2 180,11 19-180,-5-11 0,5 11 90,-1-5-90,11-5 0,6-25 0,1-6-1639,-9 10 1,-1-1 1599,-1-7 1,1-5 0,0-2 38,-4 0 0,0-1 0,0-1 0,0 0-567,0 1 0,-1 0 0,1 1 0,0-1 567,1-2 0,0-1 0,0 1 0,-1 1 0,0 0 0,0 1 0,-2 1-90,3-1 0,-2 3-793,0 1 883,0 0 0,-1 2 0,-8 13 87,7-1-87,-1 2 0,6 0 0,-3 3 0</inkml:trace>
  <inkml:trace contextRef="#ctx0" brushRef="#br0" timeOffset="53648">15009 2560 6183,'6'4'90,"-1"-1"0,1 11 0,-2-5-90,2 5 0,0 0 0,3 1 0,-2-2 0,3-1 0,28-16 0,-16-2-1639,3-2 1,1-1 1523,3-10-943,-13 8 0,2-2 1103,8-6 0,3-5-390,-1 2 0,1-2 0,0 1 345,-6 4 0,-2 1 0,3 0 0,-2-1 0,2-1 0,1 0 0,0 0 0,1 0 0,1 1 0,-1 0 0,-2 1 0,-3 2 0,-2 2 0,3-1 35,3-1 0,4-2 0,2-1 0,-3 3 0,-5 4 0,-2 4 1,-2 3-1,5-4 0,1 1 0,-1 0 0</inkml:trace>
  <inkml:trace contextRef="#ctx0" brushRef="#br0" timeOffset="54383">18871 2245 5824,'-6'3'449,"2"2"-359,2 0 0,2 1-90,1-2 90,1 0 180,4 10-270,-3-6 90,2 10 0,-1 4-90,-2 0 0,0 0-1639,1 0 1,-1 1 1580,0-2 1,2-1 57,4-3 0,-1-9 0,12-5 0,3-3 0,4-7 0,1-5 0,8-7 0,2-1 0,-7 2 0,-3 1 0,-1-1-567,0 0 0,4-3 0,0 0 0,-5 3 522,1-1 0,-4 2 45,-4 3 0,0 1 0,2-2 0,1 0-270,3-2 0,-2 1 90,1 1 45,-4 3 0,0 0 135,-2 4 0,-7 4 0,3-1 0</inkml:trace>
  <inkml:trace contextRef="#ctx0" brushRef="#br1" timeOffset="70300">9654 8415 6443,'-4'-12'140,"0"3"-63,-1 0 51,-8 3-1201,4 3 1052,-8 1 367,-3 5-267,-1 4-1564,-1 2 0,0 1 1606,-5 5-64,9-5 1,2 1 141,-3 4-154,-1 11 1,0 3 38,7-9 0,1 0-176,-7 11 0,1 1 124,9-3 0,3 1-1068,1-1 1,2 1 994,-1-4 1,1 1 997,2-2 0,1 2-1001,7 8 0,2-2-2030,-1 0 1995,0-1 1,3 0 7,8-5-933,6-9 1006,2 4 689,-1-15-653,-8-8-26,4-5 0,7-6 0,0-2-15,-6-2 1,-1-4 0,0 0-1,2-1 0,4-1 0,1-1 1,0 0-1,-2-1 2,-6 2 0,0-2 0,-3 1 1,-2 0-7,-1 0 1,-3-1 0,-4-1 528,-7-9 0,-4-2 0,-1 3-543,4 3 1,-5-1 5,-6 6 0,-6-5 0,-3-1 0,-2 4 0,1 5-24,-7 5 0,-2 7 0,-3-1 3,5 0 0,-2 0 0,-2 0 0,1 1 0,3 3 7,-5 1 0,1 2 1,0 5-152,1 3 0,-2 4 0,1 1 0,5 0 180,-1 4 0,3 2-166,0-2 0,-1 0 0,4 2 0,6 1 0,4 0 0,-5 9 0</inkml:trace>
  <inkml:trace contextRef="#ctx0" brushRef="#br1" timeOffset="80516">10050 9068 7193,'-6'5'451,"0"-1"-290,2 1-99,1-1-30,8-2-175,12-2 263,3-1 0,1-1-60,-2 0 0,1-1-428,0 1 1,1-1 370,4-1 1,2 0-1011,1 0 0,1 1 0,0-1 1030,3 0 1,4-1-21,-7 2 0,6 0 1,3 0-1,0 0 0,-2 0 1,-7 1-1031,9 0 1,-2 0 960,-6 1 0,3-1 0,2 0 0,1 0 1,-2 1 41,3 0 1,-1 0 0,1 1 0,1-1-315,-2 1 0,2-1 1,0 1-1,0 0 1,-1-1 282,0 1 1,-1-1 0,0 1 0,0-1 0,-1 1 54,0-1 0,0 1 0,-1 0 0,1-1 0,3 1 0,-4-1 0,3 1 0,0-1 0,1 0 0,0 1 0,0-1 0,-1 0 0,0 0 0,-1 0 0,0 0 0,-1 0 0,2 0 0,-1 0 0,1 0 0,-2 0 0,1 0 0,0 0 0,1 0 0,-1 0 0,-1 0 0,0 0 0,-3 0 0,3 0 0,-1 0 0,-2 0 0,0 0 0,-3 0 0,-1 0 0,8-1 0,-4 0 0,0 1 0,-3-1 0,0 1 0,1 0 0,0-1 0,1 1 0,-3-1 72,2 1 1,-4-1-73,9 0 468,-20 1-378,22-1-90,-28 2 0,4 0 2268,-4 1-2627,-4-1 3635,-4 3-3427,-3-2 151,-4 3 0,1-3 0,-3 1 0,-2 0 0</inkml:trace>
  <inkml:trace contextRef="#ctx0" brushRef="#br1" timeOffset="81717">13937 8940 7424,'-15'-1'565,"4"1"-327,1-1-195,4 1 39,0-1 46,1 2 32,18 0-71,13 0-18,-9-1 1,4 1-263,6-1 1,5 0 0,5-1 206,-8 1 1,5 0 0,1 0 0,2-1-1,-2 1 1,-2 0-297,-2-1 1,-3 1-1,0 0 1,2 0-1,6 0 296,-8 0 1,4 0-1,3-1 1,3 1-1,1 0 1,1 0-1,1 0 1,-1-1-1,0 1 1,-2 0-1,-3 0 1,-2 0-1,-4 0-531,8-1 0,-6 1 0,-2 0 0,3 0 0,7 0 517,-13 0 0,2-1 0,3 1 0,3 0 1,1 0-1,1 0 0,2 0 0,1-1 0,0 1 1,0 0-1,0 0 0,0-1 0,-1 1 0,0 0 1,-3 0-1,-1 0 0,-2-1-199,8 1 1,-1 0 0,-2-1 0,-1 1 0,-1 0 0,0-1 0,0 1 0,0 0-1,1-1 1,1 1 180,0 0 1,0-1-1,1 1 1,1 0 0,-1-1-1,1 1 1,-1-1 0,0 1-1,-1 0 1,-1-1 0,-1 1-25,5 0 1,-2-1-1,0 1 1,-1 0-1,-1 0 1,0-1 0,1 1-1,-1-1 55,0 0 0,-1 0 0,1-1 0,-1 1 0,1 0 0,-2-1 0,0 1 0,-1-1 37,3 0 0,-1 0 0,0 0 0,-1 0 1,0 0-1,2 0-60,0 0 1,3 0 0,0 0-1,0 0 1,-2 0 0,-1 0-1,-5 0-214,4 0 1,-3-1 0,-3 0 0,-7 1 338,2-2-2,-8 2 1416,8-1-1321,-3 0 1494,1 0-1835,-12 1 665,-3 1-2026,-2 0 4580,-13 1-3098,0-1 1,-14-1 0,3 0-1</inkml:trace>
  <inkml:trace contextRef="#ctx0" brushRef="#br0" timeOffset="86099">19855 7386 5745,'4'-11'0,"-1"-1"0,-1 0 0,-2 3 0,-1 1 34,-7-7-26,4 8 29,-14-17-3314,9 14 3162,-5-5 115,6 7 0,-1 0 90,-16-14-90,8 10 0,-1 0 0,-1-1 0,1 0-1541,-14-3 1541,15 10 0,-3 3 0,-5 3 0,-3 2 0,-7 0-15,11 4 0,-6 3 0,1 2 0,4 0 15,3 3 0,2 4 0,1 0 0,-3 3 0,2 3 0,5 1 0,7 4 0,6 2 0,1 0 0,1-1 0,-4 0 0,1-1 0,3 3 0,5-3 0,3 3 0,2 3 0,0-1 0,1-3 0,-2-6-461,3 4 1,1-2 460,0-1 0,2 5 0,1-2 0,-3-6 0,10 5 0,0-6 0,4 0 0,0-8 0,3-1 0,-2 0 0,-6 0 0,0-1 0,3-2 0,3-4 0,5-2 0,2-2 0,-2-1 0,-6-1 0,-1-2 0,-2-1 173,9 0 1,5 0 0,-4-4-174,0-9 0,-3-5-174,-10 3 0,-1-3 1,1 0 173,1 2 0,0 0 0,-2-1 421,-3 0 0,-2-2 0,-4-3-421,-6-4 0,-3-4 0,-2-1 0,0 5 0,0-1 0,-1-1-303,0 1 0,1-4 0,-2 0 0,-6 2 303,-6 4 0,-5 2 0,-3 1 0,-1 1 0,-4 1 0,-4 2 0,0 0 0,0-1-11,8 2 1,0-1 0,0 1 0,0 0 0,-1 3 10,-5-1 0,-1 3 0,-2 2 0,-1 3 0,1 5 0,-4 3 0,0 1 0,1 2 0,5-1 0,2 0 0,4 0 0,-3 1 0,-3 0 0,-5-1 0,-2 2 0,3 0 0,6 2 0,-2 5 0,3 2 0,-3 0 0,0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0:30.28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5079 3570 5914,'5'-2'0,"-1"0"-90,-2-2 90,-2 8-1,3-7-1,-1 7-1,4-9 0,-3 2 3,0-2-6,0-4 6,-1 3 6,-1-4-3,-1 5 0,-3 2-1,-2 3-7,1 1-26,1 4 9,4-2 16,3-2 0,1-3 6,-2-4 3,-4 2-3,-5 3-3,1 3 3,-2 5 0,5 0 0,1 1 0,4-1 0</inkml:trace>
  <inkml:trace contextRef="#ctx0" brushRef="#br0" timeOffset="1898">9668 3497 5734,'-3'7'0,"-1"1"0,2-4 0,0 1 0,0-1 0,3 0 0,2-9 0,1 7 0,2-10 0,-2 8 0,-2-4 0,-6 0 0,2 2 0,-3 1 0</inkml:trace>
  <inkml:trace contextRef="#ctx0" brushRef="#br0" timeOffset="3565">14211 3504 5734,'-3'-6'84,"0"1"-78,-1 3-6,-1 2 0,-2 3 0,0 1 0,2 0 0,9-2 0,-2-2 0,6-3 0,-5-2 0,-1 1 90,0-1-90,-1 1 0,1 6 0,0-2 0,1 6 0</inkml:trace>
  <inkml:trace contextRef="#ctx0" brushRef="#br0" timeOffset="5782">18826 3496 5734,'3'3'180,"-1"-1"-180,-6 4 0,3-3 0,0 1 0,1 0 0,4-4 0,-2 0 0,1-9 0,-7-1 0,-3 6 0,0 0 0,1 8 0,3-2 0,-1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21:13.66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1029 761 5734,'-3'-7'180,"0"2"-180,0 8 90,-3 23-1179,-1 5 1089,3-7 0,-1 6 0,0 1 0,0-2 30,1-5 0,-1-2 0,1 6-20,-1-2 0,0 6 0,-1 3 0,0 4 0,-1 0 0,1 1 0,0-3 0,0-3 0,1-4-10,-1 3 0,1-5 0,0 0 0,-1 6 0,2-6 0,-2 6 0,0 2 0,-1 4 0,1 1 0,-1 0 0,0-1 0,1-2 0,0-2 0,1-5 0,1-5 87,-1 6 0,0-6 0,1 4-87,-1 1 0,-1 5 0,0 3 0,1-1 0,0-5 0,2-8 90,2 7-90,4-4 0,2-3 0,1-11 90,7 0-90,-4-14 0,13-5 0,-3 1 0,2-1 0,-2 0 0,1 0 229,13-3 1,6 1-212,-9 2 0,4 1 0,2 0 0,-1 0 0,-2 1-259,4-2 0,-2 1 0,4 0 241,-9 1 0,3-1 0,1 1 0,1 0 0,-3 0 0,-4 1-1010,2-1 0,-4 2 0,4-1 1010,0 1 0,4 0 0,3 0 0,0 0 0,-1 0 0,-2 0 0,-1 0 0,-3 1 0,1-1 0,-1 1 0,3-1-338,0 1 0,3-1 0,1 0 1,0 1-1,-3-1 0,-2 1 338,-1 0 0,-2 0 0,-2 0 0,0 0-3,5 1 1,-1-1 0,2 1 2,-4 0 0,3 0 0,0 0 0,0-1 0,-3 1 0,6 0 0,-3 0 0,1 0 0,-1 0 0,1 0 0,-1 0 0,-5 1 0,-1-1 0,-6 1 89,5 0-89,12 1 323,-24-1-143,2 0 2272,-2-2-2452,-1-2 0,-4-2 3276,-1-15-3198,-1-12-2246,1-4 2168,-4 15 0,-1-3 22,-1-2 1,1-4 0,0-3-1,-2-1-447,0 2 1,0-3 0,-1-1 0,0-1 0,0 0 0,0 3 424,1-2 0,1 1 0,0 0 0,-1 1 0,0-2-24,0 2 1,-2-1 0,1-1 0,0 1 0,-1 1 0,1 3 23,0-1 0,0 2 0,0 2 0,1 0-552,-1-6 0,0 2 0,1-2 552,-1 6 0,0-2 0,0 0 0,0-1 0,1-6 0,-1-3 0,1 2 0,-1 5-139,1 3 0,0 2 139,0-6 0,-1-3 0,1 5 649,0 10 1,-1 4-650,1-3 124,-1-11-124,0 20 2268,0 5-2268,-3 0 0,-11 6 0,4 2 0,-18 4 0,5-4 0,-5 0 0,-2 0 0,5-1 0,-2 0 0,-1 0 0,-1-1 0,0 1 0,-1 0 0,-1 0 0,0 0 0,2-1-160,-3 0 1,2-1 0,-2 1 0,-3-1 159,3 0 0,-4 0 0,-2 0 0,-1 0 0,1 0 0,2 1 0,5-1-187,-1 0 0,4 1 0,0 0 0,-4-1 187,2 1 0,-3-1 0,-3 0 0,0 1 0,1-1 0,2 1 0,6 0 0,-5 1 0,5 0 0,-1 0 0,1 0 0,0 0 0,-5 1 0,4 0 0,-3 0 0,-4 0 0,0 1 0,-1 0 0,3 0 0,3-1-453,-5 0 1,4 1 0,0-1 0,-2 1 452,1 0 0,-4 0 0,-1 0 0,1 0 0,3 0 0,6-1 439,-9 2 1,9-1-620,5-1-80,0 1 170,9-1 352,0 3-262,6 3 0,1-3 0,4 1 0</inkml:trace>
  <inkml:trace contextRef="#ctx0" brushRef="#br0" timeOffset="1033">1498 918 5824,'5'-7'0,"-2"2"90,2-3 0,-3 4 0,3-4 89,-3 4-179,-3 20 0,0-6 0,-3 18 45,-1-7 0,0 1-45,1-1 0,-1-1 0,0 5 0,-1-1 0,1-4 0,1-1 0,-1 16-3277,2-14 3162,1 5 115,10-21 0,0-3 0,5-2 0,-3-2 0,-2-1 0,1 0 0,16-5-862,-10 4 952,13-4 1978,3 3-2068,-11 3 0,14-2 0,-6 5 0,1 2 45,-8-1 0,2 0-944,8 1 0,4 1 0,-4 0 899,-11-1 0,-1-1-598,8 2 0,-4 0 598,-11-3 612,8 0-612,-4-5 0,1 0 482,-6-4-482,-5-13 0,-3 10 2737,1-15-2737,-3-7-1144,-1 8 1144,-1-11 90,0 17-831,-1 6 741,0 1 0,-4-7 0,-1-1 0,1 3 0,-5-8 0,-1 1 0,4 12 0,-6-7 0,9 13 0,-1 1 90,-6-1-90,4 3 0,-5-2 0,8 4 3025,-10 0-3025,2 0 0,-10 0 1108,3 2-1108,-6-1 0,-2 2-3277,-8 0 3219,7 0 1,-4 0-47,-3 2 0,-3 0 1,4 1 58,5-2 0,0 1-717,-5 0 0,-4 1 1,8-1 671,1 0-270,11-1 355,3 1 0,4-3 1,5 1-1</inkml:trace>
  <inkml:trace contextRef="#ctx0" brushRef="#br0" timeOffset="5249">4556 5928 5770,'-1'-11'144,"-1"2"36,2 2-91,-2 12-89,2-2 0,7 4 0,-2-15 0,2-1 0,-8-7 0,-3 9 0,-3 2 0,1 7 0,-2 9-179,4 2 89,0 1 90,3-2 0,-2-10 0,1 0 0,0-3 0</inkml:trace>
  <inkml:trace contextRef="#ctx0" brushRef="#br0" timeOffset="6348">4414 5691 5742,'-8'1'82,"-1"3"8,6-1-90,-2 2 0,2 0 0,-3 12 0,0 3 0,0 0 45,-1 3 0,0 0-944,3-3 899,-1 1 0,1 2 0,1 1 0,0-1 0,-1 0 0,1-1 0,1-3 0,0 0 0,4 13 0,-1-15 0,2 13 0,1-20 0,4 0 0,-4-5 0,4 1 0,11-1 0,-3-3 0,6 1 0,4-1 0,5-1 0,2-1 0,-1 0 0,1 1 0,0-1 0,3 0 0,-5 0 0,-10 0 0,-1 0-494,8 0 1,-3-1 493,-10 1 90,-2-1 714,1 0-804,-4 0 90,-4 0 0,2-3 0,-5 1-90,3-2 0,-4 1 1081,-1-11-991,0 1-90,0-7 0,0-3-1639,0-3 1,1-1 1580,-1 1 1,1 0-849,0-3 0,0 3 906,1-3 0,-1-3 0,-1 0 0,1 3 0,-1 2 0,0 2 0,-1 9 0,0 9 0,-2-6 2495,0 11-2495,-7 4 0,4 1 2709,-6 3-2619,-10 5-3367,2-4 3162,-12 5 115,-5-4 0,10-3 22,2 0 1,-6 1 0,-3 0-1,1 0-90,3 1 1,0-1 0,0 1-1,0 0-612,-3 0 1,-1-1 0,1 1-1,2 0 627,-3 1 1,2 0 0,7-2-44,7 0 96,9-4 0,-2-2 0,0 0 0</inkml:trace>
  <inkml:trace contextRef="#ctx0" brushRef="#br0" timeOffset="105480">5088 3521 5734,'-6'-4'0,"1"1"90,2 1-90,-1 4 0,4 1 0,2 6 0,2-2 0,2 0 0,0-3 0,0-4 0,-2-2 90,-1-4-90,-4-2 0,-1 2 0,-2-2 0,1 6 0,0 12 0,2-6 0,2 10 0,2-12 0,2 0 0,2-5 0,-2 1 0,-2-8 0,-6 3 0,-1 1 0,-1 1 0,6 16 0,-1-8 0,7 11 0,-2-13 0,2-3 0,-3-4 0,-6-3 0,-2 1 0,-3 2 0,-3 6 0,8 7 0,-2-1 0,10 3 0,0-10 0,5-4 0,-5-1 0,0-6 0,-6 4 0,-1 1 0,-7 6 0,4 3 0,-2 3 0,3 1 0,3 2 0,-1-1 0,6 1 0,0-9 0,0-6 0,-3 0 0,-9-7 0,2 11 0,-4-2 0,0 10 0,3 1 0,0 3 0,7 3 0,1-5 0,6-1 0,-4-5 0,3-5 0,-6 1 0,-1-8 0,-1 3 0,-2-2 0,-1 5 0,-4 12 0,4-3 0,-1 7 0,4-5 0,1 5 0,1-3-90,0 2 90,2 0 0,-1-5 0,0 0 0,-1-4 0</inkml:trace>
  <inkml:trace contextRef="#ctx0" brushRef="#br0" timeOffset="107832">9726 3418 5798,'-6'-4'26,"1"3"-26,-1 3 90,2 0-90,-6 7 0,4-2 0,-5 7 90,6-5-90,1 2 0,3 0 0,7-1 0,9-10 0,3-5 0,-2-3 0,-7-1 90,-4 1-90,-2 2 89,-2-2-89,-8 9 0,1-1 0,-2 6 0,2 0 0,2 8 0,1-4 0,12 7 0,0-14 0,10-1 0,-7-8 90,2-11-90,-6 8 0,-1-7 90,-12 7-90,-15 13 0,7-6-90,-8 12 90,16-6-90,1 5 90,7-1 0,-2 0 0,6-3 0,9-9 0,-9 1 0,8-4 0,-12 2 90,-2-1-90,-4-4 0,0 4 0,-12 2 0,8 6 0,-5 4 0,7 0-90,0-1 90,0 0 0,0 0 0,2-4 0,-1 1 0</inkml:trace>
  <inkml:trace contextRef="#ctx0" brushRef="#br0" timeOffset="110030">14241 3455 5742,'1'-7'262,"-2"0"-262,-3 9 0,1 0 0,-2 4 0,2-1 90,0 3-90,1-1 0,3 6 0,5-7 0,4-1 0,5-9 0,-6 0 89,0-14 1,-11 9-90,0-7 0,-7 8 90,1 5-90,-3-1 0,3 4 0,2 1-90,-1 8 90,5-4-90,6 10 90,5-9-89,3 1 89,0-8 89,-2-8-89,-3 3 90,-4-11-90,-6 12 0,-5-3 0,0 9 90,-3 6-90,10 5 0,0-1 0,12-2 0,-5-8-90,1-3 90,-2 0 0,-1 0 0,-3 0 0</inkml:trace>
  <inkml:trace contextRef="#ctx0" brushRef="#br0" timeOffset="112013">18851 3487 5734,'-3'-6'360,"-3"5"-360,4 2 0,-2 7 0,3-3 89,4 7-89,-1-7 0,4 2 0,-1-7 0,4-4 0,-3 0 0,1-11 0,-7 7 0,0-4 0,-4 6 0,-4 4 0,1 0 0,0 4 0,2 5-89,6-3 89,6 1 0,-2-4 0,6-4 89,-11-7-89,0 4 0,-15-5-89,4 10-1,-6-1-141,9 3 231,4 1 0,1 0 0,0 1 0</inkml:trace>
  <inkml:trace contextRef="#ctx0" brushRef="#br0" timeOffset="114697">5104 2522 5734,'-1'-8'90,"1"-1"0,2-1 0,9-6-45,2 2 0,4-1-45,-3 3 0,2 0-357,1-1 0,1 0 357,8-3 0,0 5 90,-12 13-90,-15 21 0,-10 3 0,0-9 0,0-1 0,0 4-90,6 1 90,9 0 0,0-1 714,6-8-714,4 3 0,-5 1 0,4 2 0,-9-2 0,-13 15 0,-7-1 0,8-12 0,0-1 0,-11 8-180,3-9 81,8-9 99,-6 4 0,15-17 0,1-3 0</inkml:trace>
  <inkml:trace contextRef="#ctx0" brushRef="#br0" timeOffset="115147">5550 2468 5765,'-2'-8'149,"-1"0"-149,-1 5 90,-14 14 0,1 13-90,6 0 0,2 3 0,4-9 0,3 1 0,5 5 0,5-2-3277,10-8 3162,2-3 115,-5-11 0,-6-3 0,5-17 0,-9 8 0,4-13 0,-23-9 0,-5 9 0,9 8 0,-1 1 0,-13 1 0,-2 18-90,9-2 3366,-6 8-3374,13 10 98,8-1 0,2 5 0,7-6 0</inkml:trace>
  <inkml:trace contextRef="#ctx0" brushRef="#br0" timeOffset="115566">5715 2448 5781,'-5'-11'133,"-2"1"47,-4 9-180,3 19 89,2 3-89,5 11 0,8-5 0,6-7 0,3-1-89,0 4 89,0-6 0,1-3 0,4-14 0,6-19-3277,-5 2 3162,-3-12 115,-20 3 0,-10 5 0,-4 1 0,-3-5-45,-1 6 0,0 7 45,-3 22 0,9 1 0,4 10 0,12-6 0</inkml:trace>
  <inkml:trace contextRef="#ctx0" brushRef="#br0" timeOffset="115831">5953 2429 5823,'-1'-8'1,"1"1"-1,3 5 0,2 2 90,19 8-90,4 3-2830,4 3 2830,-3-2 0,-11-3 0,-1-1 0,7 3 0,7 4 0,-18-10 0,-10-4 0</inkml:trace>
  <inkml:trace contextRef="#ctx0" brushRef="#br0" timeOffset="116014">6131 2367 5770,'-8'-9'54,"0"8"-54,-8 16 45,9 6 0,1 2-45,0-4 0,1 0 0,1 4 0,0-1 0,1 14 0,2-14 0,-1 13 0,3-19 0</inkml:trace>
  <inkml:trace contextRef="#ctx0" brushRef="#br0" timeOffset="116531">6292 2200 5767,'9'-2'57,"0"1"-57,12 0 0,-10 1 0,24-5 0,-22 6 0,6 0 0,-13 15 0,-7-6 0,-2 14 0,-1-12 0,-1 5 0,1-6 0,-1 17 0,3-12 0,4 16-1387,2-21 1387,5 0 0,4-2 0,-4-3 0,6 2 90,-1 4-90,-7-6 0,4 7 0,-11 0 1387,-1-4-1387,-7 7 0,-4 3 0,-8 4 0,8-8 0,0 0 0,-4 0 0,11-12 0</inkml:trace>
  <inkml:trace contextRef="#ctx0" brushRef="#br0" timeOffset="116971">6681 2276 5748,'-7'-6'76,"-1"3"-76,-4 5 90,2 4-90,-2 3 0,5 0 0,3 0 0,0 8 90,2 0-90,2 3 0,2-6-90,5-2 90,21-2 0,-11-4-45,6-12 0,-1-5 45,-8-5-2292,8-12 2292,-18 12 90,-4-1-886,-10-8 796,2 8 0,-7-2 0,-12 23-90,12 3 76,-11 5-245,18 0 259,6-1 0,2 1 0,1 3 0</inkml:trace>
  <inkml:trace contextRef="#ctx0" brushRef="#br0" timeOffset="117331">6861 2161 5824,'-4'-6'90,"-1"5"0,1 11 0,-2 13-2696,3-1 2606,1 2 582,3-9-582,5 3 0,1 0-2812,5 0 2812,6 13 0,-5-25 0,-4-5-90,17-17-825,-9-6 915,7-4 0,-16 0 0,-7 12 45,-7-4 0,-2-1-45,-6 0 0,4 2 0,-1 3 1845,-4 8-1845,4 7-8,0 3-82,-3 7 0,0 5 90,6 1 0,1 1 0,-4 3 0,2 1 0,8-2 0,-1 0 0</inkml:trace>
  <inkml:trace contextRef="#ctx0" brushRef="#br0" timeOffset="119049">9150 2420 5784,'0'-9'130,"1"2"-40,0 2-90,0 7 0,1 6 0,-1 4 0,1 3 0,-1-4 0,1 11-3277,3 8 3072,-1-5 205,1 0-82,3-12 0,-2-7 0,4 3 0</inkml:trace>
  <inkml:trace contextRef="#ctx0" brushRef="#br0" timeOffset="119447">9328 2402 5773,'4'-7'141,"1"2"-51,-11 20-90,4-9 0,-12 27 0,12-18 0,-2 5-491,7-9 491,0-7 0,18 10-90,-1 1 90,4 2 0,-11-3 0,-16 1 0,-11 5 0,2-4 0,-5 3 0,-3-6 0,11-8 0,-8 5 0,12-10 0</inkml:trace>
  <inkml:trace contextRef="#ctx0" brushRef="#br0" timeOffset="119681">9296 2355 5793,'12'-12'60,"5"2"1,2 2-151,15-7 90,-12 6 0,0 0-1672,-2 1 1672,-7 2 0,-4 2 0,1-1 0</inkml:trace>
  <inkml:trace contextRef="#ctx0" brushRef="#br0" timeOffset="120065">9527 2316 5824,'3'11'180,"-2"-3"-90,-2 2-3367,-1 8 983,0-5 2554,1 6 1,1 0-261,0-1 490,2 2 1,2 0-491,3-3 0,2 4 0,0-11 0,1-4-2025,4-5 2025,-2 0 0,1-4 1935,-5-2-1935,7-20 856,-10 12-856,-1-9 0,-4-1 0,-16 2 0,-10-2 0,7 13 0,2 13 0,12-1 0</inkml:trace>
  <inkml:trace contextRef="#ctx0" brushRef="#br0" timeOffset="120366">9745 2336 5914,'9'-6'449,"16"4"-3726,-4 4 984,8 3 2293,-9 2 1499,5 3-1589,-2 1 0,0-1 859,8 4-769,-3-1 0,-3 0 0,-15-8 0,8 5 0</inkml:trace>
  <inkml:trace contextRef="#ctx0" brushRef="#br0" timeOffset="120566">10024 2337 5824,'-6'-12'359,"-3"6"-269,-2 12 0,1 2-90,-5 15 0,6-4 0,1 0-90,-4 6 90,4 1 0,1-1 0,8-10 0,0 9 0</inkml:trace>
  <inkml:trace contextRef="#ctx0" brushRef="#br0" timeOffset="120831">10255 2171 6004,'6'-2'179,"-3"3"-89,1 31-90,-2-2-45,-1-11 0,0 0-134,3 11 179,2-4 0,0-5 0,3 2 0</inkml:trace>
  <inkml:trace contextRef="#ctx0" brushRef="#br0" timeOffset="121280">10421 2146 5914,'6'-9'359,"-2"3"-269,0 4-90,-3 6 90,-1 2-90,-3 4 180,-7 20-180,5-14 0,0 5 0,1 1 0,7-6 0,-1 4 0,7-8 0,7-3 0,-6-2-90,9 13 90,-17-8 0,1 5 0,-12 2 0,-7 5 0,4-5 0,-10 6 0,15-24 0,-4 2 0</inkml:trace>
  <inkml:trace contextRef="#ctx0" brushRef="#br0" timeOffset="121515">10396 2134 6094,'2'-8'179,"8"-2"-179,2 4 0,3-2 0,9-3-494,6-2 494,-5 2 0,4 0 0,-15 6 0,0 0 0</inkml:trace>
  <inkml:trace contextRef="#ctx0" brushRef="#br0" timeOffset="121897">10706 2023 6183,'-6'7'180,"0"-1"0,-9 22-180,7-12 0,-6 18 180,10 3-3457,6-2 2790,-1-15 0,0-1 577,8 13 769,14-11-859,-9-8 0,8-9 0,0-5 0,0-15-457,6-2 457,-14-8 1628,-16 0 0,-5 0-1628,2-2-90,-15-3 0,-7 6-1549,8 21 1,-2 3 1514,-3-4 0,-1 1-101,0 8 0,3 3-208,-7 3 1,-1 1-1,5-2 1</inkml:trace>
  <inkml:trace contextRef="#ctx0" brushRef="#br0" timeOffset="126713">13471 2354 5734,'-7'-3'180,"0"0"-180,5 0 0,0-1 0,3-1 0,0 0 0,1 1 0,-4 0 0,2 1 0,-2 2 0</inkml:trace>
  <inkml:trace contextRef="#ctx0" brushRef="#br0" timeOffset="129331">13458 2337 5734,'3'-2'90,"-2"-1"-90,19 0 0,-9 0 0,5 0 0,10-3-3277,-8 2 2302,10-2 975,-15 4 860,-2-1-770,6-1-90,-6 2 90,7-2-90,-12 5-2269,-2 8 2269,-4 0 0,-6 6 1179,-3 6 1,0 1-1180,0 2 0,-1-1 0,1 3 0,2-7 0,1 0 0,-5 16 0,1 0 0,4-11 0,3-8 3276,1-7-3430,1 6 154,6-20 0,-1 1 0,4-10 0</inkml:trace>
  <inkml:trace contextRef="#ctx0" brushRef="#br0" timeOffset="130447">13790 2342 5737,'4'-8'72,"0"1"-57,-2 3 75,-1-1 0,1 1 0,-13 21-3367,3-1 3162,-6 11 115,7-8 0,3-9 0,2 13 0,2-12 0,1 9 89,10-16-89,4-3-681,1 1 681,-1-4 0,-7 1 3055,16 0-3055,-13 2 0,15 11-90,-24 2 90,4 3 0,-13 2 0,-16 9 929,10-11-929,-3-1 0,2-2 0,9-10 0,-6 3 0</inkml:trace>
  <inkml:trace contextRef="#ctx0" brushRef="#br0" timeOffset="130713">13811 2308 5823,'-9'-3'91,"12"-4"-1,23-4-90,-1 1 0,-5 4 0,0 0 0,3-2 0,1-1 0,1 0 0,3-1 0,-4 1 0,-1 0 0</inkml:trace>
  <inkml:trace contextRef="#ctx0" brushRef="#br0" timeOffset="130967">14132 2272 5914,'9'9'180,"14"6"-180,-6-5 29,4 0 1,6 2 0,-3-1-30,8 3-1639,-1 0 1,-3-1 574,-8-5 974,-6-1 950,-1-1-860,-2-1 0,-4-1 0,-6-4 0</inkml:trace>
  <inkml:trace contextRef="#ctx0" brushRef="#br0" timeOffset="131197">14336 2290 5824,'-2'-8'90,"-3"-1"-90,1 5 180,-20 21-91,11-4-89,-1 2 0,-1 3 45,-4 13 0,2 3-180,8-7 1,0 0 134,-7 7 0,3-1 0,11 4 0,6-30 0,3-3 0</inkml:trace>
  <inkml:trace contextRef="#ctx0" brushRef="#br0" timeOffset="131697">14526 2166 5824,'1'-6'180,"1"0"-90,1 2-1,5-3-89,2 0 0,4 0 0,9-3 90,7-2-2229,-4 2 2139,2 0 0,-2 3 0,-15 7 0,8 10 45,-19 8 0,-6 3-2533,0 12 2488,0-10 0,0 1 741,-1 10 1,0-2-742,1-1-986,0 1 1,1-3 985,3-15 0,2 11 0,0-12-90,2 7 1853,6-14-1763,1-7 0,6-3 0,0-7 0</inkml:trace>
  <inkml:trace contextRef="#ctx0" brushRef="#br0" timeOffset="132148">14922 2046 5914,'6'-6'269,"-1"1"-269,-4 9 90,-2 6 90,-10 25-180,2-9-233,2-8 1,1 0 322,-1 7-3328,7-3 3238,0-2 0,4-2-632,14-3 632,-9-7 0,11 6 90,-12-9-90,7 5 0,-4 2 0,2 2-268,-8-2 268,-4-4 1396,-8 9 0,-3 2-1396,2-2-45,-10 11 0,-2-1-2323,1-9 2278,-6 6 90,13-14 0,7-11 0,2-5 0,1-7 0</inkml:trace>
  <inkml:trace contextRef="#ctx0" brushRef="#br0" timeOffset="132397">14964 2109 5824,'-1'-5'90,"1"-4"-3367,2 1 1073,1 0 2204,4 0 1499,5 1-1409,12-5-974,-1 1 884,8-4 0,-7 4-166,5-2 0,7-3 0,-4 2 166,-10 4 0,0 1 0,10-6 0,4-1 0,-7 2 0,0 1 0,0-1 0</inkml:trace>
  <inkml:trace contextRef="#ctx0" brushRef="#br0" timeOffset="134419">18151 1904 5734,'3'-5'45,"0"0"-31,0 3 0,0 0 3,15-5 73,-4 3-90,6-1 0,0 0 0,8 0 0,1-1-3277,-12 4 3159,-10 1 933,7 10-815,-10-4 0,3 9 0,-20 10 0,-1 2 0,5-9 0,0 0 0,-3 7 0,10 7 2670,26-5-2670,-6 4-1307,-3-18 0,2-4 1307,-2-1 0,-6-1 0,-2-1 0,-4 14 0,-4-11 0,-5 12 0,-22-3 0,2-3 0,-6 4-2152,9-6 2152,14-8 484,-2 1 1,7-4 0,0 1 0</inkml:trace>
  <inkml:trace contextRef="#ctx0" brushRef="#br0" timeOffset="135613">18554 1871 5756,'4'-6'248,"0"1"-248,-11 10 90,-3 5-90,-4 4 0,2-1 0,8-4 0,4 3 0,1-5 0,2 3 0,25 0 0,-15-6-1639,11 3 1,-1 0 1523,-11-4 115,10 20 0,-27-5 0,2 5-676,-10-6 676,4-7-2026,-14 12 2026,13-11 138,-12 11 0,18-18 1,-1 1-1</inkml:trace>
  <inkml:trace contextRef="#ctx0" brushRef="#br0" timeOffset="135896">18597 1792 5824,'16'-9'0,"-3"3"0,8 0 0,1-1 0,4-1 0,-2 0-3277,10-2 2482,-11 2 1,4 0-1,-3 0 795,-1-2 0,-3 1 0,5-3 0,-5 2 0,1-1 0</inkml:trace>
  <inkml:trace contextRef="#ctx0" brushRef="#br0" timeOffset="136147">19027 1681 5745,'3'6'79,"2"3"-79,-2-3 0,3 2 45,9 6 0,1 2 45,1-1-1729,2 3 1,-1-1 1083,-2-3 555,-2-1 0,1 0-840,0-1 0,0 1 840,12 10-90,-7-6-4,-11-10 0,-5-3 0,2 1 0</inkml:trace>
  <inkml:trace contextRef="#ctx0" brushRef="#br0" timeOffset="136349">19241 1801 5804,'-5'-11'20,"3"5"-20,-6-3 90,3 9-90,-6 3 45,-5 12 0,-1 4-45,-2 3-80,1 1 0,-3 5 1,5-3-3198,1 4 3254,1-5 0,2-1 0,8-3 0,2-6 0</inkml:trace>
  <inkml:trace contextRef="#ctx0" brushRef="#br0" timeOffset="136914">19452 1684 5914,'11'-7'90,"6"0"-90,-3 3-2094,3-2 2094,-6 3 735,11-1-735,-9 1 342,18 1-342,-19 5-303,4 1 303,-14 3 1070,-6 3-1070,-14 13 0,6-7 0,-8 7 0,3 5 0,11-16 0,-5 14 0,27-2 170,-3-8 0,2 0-170,-2 1 0,1 0-839,0-2 1,-2-2 838,-6-2-90,-12 8 90,-1-9 0,-11 6 0,-3-1 0,2-4 0,1-1 0,0-1 0,-5-1 0,12-7 0,-6 2 0</inkml:trace>
  <inkml:trace contextRef="#ctx0" brushRef="#br0" timeOffset="137465">19770 1723 5804,'5'-6'110,"-1"0"159,0 3-269,-6 11 0,1-4 90,-8 14-90,-4 4 0,5-8 0,-4 19 0,12-24 0,1 9 90,12-10-90,7 0 0,0 0-255,0-1 255,-9-1 0,-1 1 0,-1 0 0,-3 8-90,-15 5-1056,2-3 1056,-9 3 0,-2-9 0,-1-2-90,-1 0 94,2 0 0,1-3-20,3-7 0,5-2 1,-2-3-1</inkml:trace>
  <inkml:trace contextRef="#ctx0" brushRef="#br0" timeOffset="137671">19758 1680 5914,'24'-13'89,"-1"-1"1,0 1 0,4-3 0,-2 2-135,2 3 0,1 0 45,-2 1 0,3-1 0,-3 0 0,2-1 0,-1 0 0,0 1 0,0-1 0,0 1 0</inkml:trace>
  <inkml:trace contextRef="#ctx0" brushRef="#br0" timeOffset="141116">5090 3538 5765,'-9'0'149,"3"1"-149,2 1 0,1 1 0,1 0 0,0 1 0,1 1 0,1-1 90,2 4-90,1-4 0,6 2 0,2-8 0,1 0 0,-2-4 0,-7 2 0,-1-3 0,-2 2 0,-1-4 0,-3 3 0,-2 2-90,-1 8 90,4 3 0,4 4 0,3-6 0,4-1-90,9-5 90,-3-6 0,2 1 0,-11-6 0,-9 3 0,1 1 0,-5 1 0,2 7 0,-2 1 0,4 3 0,4 2-1,10-8 1,-4 2 0,5-5-2,-4-4 4,-4 0-2,0-4 0,-4 3 1,-13-1-1,7 7 0,-22 6 0,21 4 0,-9 6 0,14-5 0,2-2 0</inkml:trace>
  <inkml:trace contextRef="#ctx0" brushRef="#br0" timeOffset="143047">9694 3477 5824,'-2'8'0,"1"-2"0,-1-1 0,1 2 0,5 6 0,-2-4 0,15 5 0,-10-12 90,7 1-90,-5-4 0,0-2 0,6-5 0,-5 0 0,-2-11 0,-9 7 0,-3-1 0,-4 9 0,3 5-90,-3 7 90,7-3 0,-3 5 0,6-4 0,1-2 0,1-1 0,1-2 90,1-3-90,0-1 0,-1 0 0,-3-1 0,-4-8 0,-1 5 0,-9-9 0,0 12 0,0 0-289,3 5 289,4 1-90,-5 10 90,5-6 0,-3 7 0,8-6 0,3-3 0,1 1 0,10-15 289,-8 5-289,4-18 0,-14 13 0,1-4 0,-5 7 0,-4 9 0,5-1 0,-5 7 0,11-1 0,3 1 0,4 0 0</inkml:trace>
  <inkml:trace contextRef="#ctx0" brushRef="#br0" timeOffset="144951">14238 3448 5734,'-7'-3'89,"1"0"-88,1 2 89,0 0-90,0 0 90,-5 1-90,2 4 0,-1 0 0,4 2 0,5 2 0,3 0 0,-1 0 0,4-1 0,12-5 0,-9-1 0,10-2 0,-13 0 0,6-4 0,-2-1 0,0 0-224,-2-2 224,-5 4 0,-2-11 0,-1 7 0,-8-9 0,0 15 0,-3-2 0,3 6 0,3 0 224,-7 9-224,7-6 0,-4 12-90,10-13 90,1 3 0,2-6 0,1-1 0,1-12 0,-8 0 0,4-3 0,-9 5 0,-2 7 0,3 2 0,-4 1 0,6 3 0,-2 3 0,4 4 0,-1-2 0,4 1 0,11-2 0,-6-4 0,8 3 0,-6-7 0,3-5 0,-3 1 0,-10-12 0,-3 12-90,-18-6 90,9 14 0,-3-1 0,7 3 0,8-3 0</inkml:trace>
  <inkml:trace contextRef="#ctx0" brushRef="#br0" timeOffset="147747">18832 3506 5790,'-7'0'34,"0"0"-34,3 2 90,-1 1-90,3-1 0,-2 2 0,-2 4 0,3-2 0,-1 9 0,5-10 0,2 5 0,0-9 0,5 1 0,-3-2 0,7-3 0,-4-2 0,0-3 0,-5 2 0,-4-7 0,-8 1 0,1 1 0,-3 4 0,6 9 0,2 0 0,-2 2 0,3 1 0,1 4 0,3-5 0,6-1 0,-2-15 0,-3-4 0,-4 1 0,-5 3 0,1 10 0,-3 7 0,4-2 0,-3 4 0,8 3 0,0-6 0,8 5 0,1-10 0,3-3 0,-10-3 0,-6 7 0,-5 1 0,2 9 0,6-4 0,5 2-90,-3-3 180,12-1-90,-5-7 0,2-1 0,-2-2 0,-3-2 0,-2 1 0,-4-5 0,-3 6 0,-3 0 0,0 5-90,1 5 90,1 0 0,7 7 0,1-6 0,5 2 0,-3-6 0,9-6 0,-9 3 0,9-12 0,-13 9 0,1-8 0,-6 7 0,-15 3 0,-2 10 0,1-2 0,6 8 0</inkml:trace>
  <inkml:trace contextRef="#ctx0" brushRef="#br0" timeOffset="153084">4557 5891 5734,'-2'-7'90,"-1"1"0,-1 4 0,-4 0 0,1 4-90,-2-1 0,2 1 89,2 0 1,-6 5-90,4-2 90,-8 15-90,12-9 0,-2 5 0,6-8 0,2-2 0,9 2 0,-5-3 0,17-3 0,-14-5 0,6-3 90,-8-2-90,-5-3 0,0-1 0,-7-4 0,0 9 0,-3-2 0,-1 10 0,1 6 0,0-2-90,8 14 90,8-12 0,2 6 0,1-10 0,-2-7 0,-5 1 0,1-2 0,-5-7 0,-1 6 0,-1-6 0,-4 8 0,-4 3 0,3 0 0,-1 5 0,5 1-90,1-1 90,0 4 0,5-1-90,3-1 90,3-2 0,-1-2 0,7-13 0,-9 7 0,4-8 0,-9 7 0,-2-3 0,-5-3 0,-1 2 0,-11 5 0,1 17-89,2-2 89,6 6 0,11-9 0,0-3 0,5-4 0,-5-2 0,2-4 89,-7-7-89,0 7-89,-7-8 89,4 12 0,-2 0 0,4 4 0,2 2 0</inkml:trace>
  <inkml:trace contextRef="#ctx0" brushRef="#br0" timeOffset="160333">5010 3427 5734,'-6'5'0,"0"-1"0,3-2 36,-2-1-19,5 3-6,-1-1-2,4 4-1,-2-2-2,1 7-3,-2-3-3,2 3 0,-1-1 0,0-3 0,0 1 0,-1-2 0,1 1 0,2 15 0,0 2 0,1-1 0,-1-1 0,-2-19 0,0 5 0,0-6 0,0 1 0,1-1 0,1-2 0,7-1 0,0-2 0,4 1 0,-3 0 0,7-1 0,-7 1 0,6-1 0,10-2-3277,-11 3 3162,12-2 115,-17 2 0,-1 0 0,-1 1 0,3-1 0,1 1 0,-2-1 0,0 0 3276,-4 0-3160,-3-1-116,0 0 0,-3-1 0,-1-6 0,0 3 0,-1-3 0,1-10 0,2-12 0,-2 4 0,2-9 0,-3 23 90,2-4-90,-2 9 90,1 0-90,-2 5 0,-1 1 0,-6 3-3277,-5 2 3162,2-1 115,-2 1 0,-9 1 0,11-3 0,-11 2 0,6-3 0,5 1 0,-5-1 0,-2-1 0,10 0 0,-10 0 0,13 1 0,-3 0 0,2 0 0,2 0 3276,-2 0-3160,1 0-116,0 0 0,-1 0 0,-4 2 0,4-2 0,-3 1 0,5 0 0,1 0 0,4 2 0,2-1 0,3 1 0,2 1 0,1 3 0,1 1 0,0 9 0,-5-8 0,-1 13 0,-4-13 0,1 3 0,0-4 0,0-3 0,2 2 0,4-6 0,0-1 0,3-7 0,1-7 0,-4 6 0,2-5 0,-5 7 0,-3 9 0,0-2 0,-7 20 0,3-8 0,-1 6 0,6-10 0,6-12 0,1-3 0,6-12 0,-7 8 0,1-6 0,-5 7 0,-1 4 0,0-3 0,-1 4 0,0 0 0,-7 10 0,2 5 0,-3 2 0,5 5 0,10-21-90,-4 6 90,5-13 0,-5 4 0,-1 0 0,2-10 0,-2 1 0,-2 0 0,-5 12 0,-4 19 0,2-3 0,1 16 0,7-20 0,5 6 0,0-15 0,6-8 0,-4-1 0,4-10 0,-6 5 0,-1-2 0,-4 7 0,-10 13 0,3 1 0,-6 14 0,8-10 0,1 4 0,9-11 0,-2 1 0,4-6 0,5-16 0,-8 11 0,7-12 0,-10 15 0,-1 0 0,0 0 0,0 0 0,-6 18 0,2-5 0,-2 20-3277,5-16 3162,2 0 115,-1-7 0,3-2 0,10-15 0,-6 5 0,6-13 0,-14 8 0,0 3 0,-3-2 3276,-9 17-3160,2-1-116,-4 13 0,7-5 0,3 5 0,5-10 0,3 0 0,0-8 0,2-7 0,-4 3 0,-1-11 0,-5 3 0,-2 1 0,-8 10 0,4 9 0,-2 5 0,6-4 0,-2 7 0,4-7 0,4 4 0,2-12 0,2 1 0,0-8 0,-3 0 0,1-3 0,-10-5 0,2 6 0,-6-3-3277,2 8 3162,2 1 115,-4 1-297,4 1 297,-1 2 0,-8 5 0,3 1 0,-4 18 0,11-14 0,4 8 0,8-12 0,3-2 0,13 0 0,-8-4 3245,7-1-3245,5-10 0,-14 3 0,11-4 444,-16-2-444,-9-4 0,-1-1 0,-21-3-3277,8 14 3162,-8 0 115,9 12 0,4 3 0,1 0 0,4 2 0,12 1 0,-3-4 0,8 2 0,2-10 0,-2-3 0,2-1 0,-4-3 0,-4 3 3276,1-7-3160,-7 4-116,1-3 0,-18-1 0,7 9 0,-9-4 0,9 11 0,5-1 0,-4 8 0,7-6 0,0 5 0,10-1 0,-2-6 0,4 4 0,-4-8 0,2-1 0,0-2 0,-1-3 0,-8-8 0,-18-2 0,2 2 0,-10 5 0,13 9 0,1 5 0,3-1 0,4 3 0,12 2 0,10-8 0,-1 4 0,4-11 0,-7-5 0,-7 4-357,4-6 357,-8 8 0,-1-5 0,-6-1 0,1 1-519,-3 0 519,4 7-90,-8 2 90,7 3 84,-5 2 1,10 6 0,3 0-1</inkml:trace>
  <inkml:trace contextRef="#ctx0" brushRef="#br0" timeOffset="165414">21851 5431 5734,'3'-5'90,"0"-1"0,-2 3-90,2 0 0,0 7 0,-1-1 90,0 8-90,1 6-1639,-1 12 1,1 3 1580,-2-10 1,1 1-5,0 0 1,-1 3 0,0 3 79,0 1 0,0 5 0,0 2 0,0-2 0,-1-5-18,1-2 0,0-3 0,-1 3-442,1 5 1,0 4-1,0 3 1,-1-4-1,1-6 442,-1 0 0,0-4-155,1 1 0,-1 1 155,1 8 0,-1 2 0,1-10 0,-1 0 0,1-1 0,0 1 0,-1 0 0,1-1 0,0 6 0,0-1 0,0 2 0,0-5 0,-1-7 0,1-2 0,-1-2 0,0-12 613,0 1-613,1 0 2358,-1 1-2358,0 0 90,-1 0-90,5-6 0,4-2 0,4-4 2382,2-1-2382,-2 0-990,9-1 1,6-2 0,-3 1 989,-4 1 0,3 0 0,1 1 0,8-3 0,5 0 0,2 0 0,0 0 0,-2 0 0,-5 2-511,2 0 0,-4 2 0,0-1 0,4 0 511,-5 0 0,2 0 0,2-1 0,1 0 0,0 0 0,-2 1 0,-2 1-87,3-1 1,-1 2 0,-2 0 0,-1 1 0,-2-1 86,5 0 0,-3 1 0,5-1 0,-3 1 0,5 0 0,2 0 0,2 0 0,-1 0 0,-2 0 0,-6 0 0,7 0 0,-6 1 0,7-1 0,-11 1 0,5 0 0,3-1 0,2 1 0,0 0 0,0 0 0,-3-1 0,-3 1 0,-6 1 0,4-2 0,-6 2 0,4-1 0,8 0 0,6 0 0,-2 0 0,-9 0 0,3 1 0,-3 0 0,-14 1 0,0 0 708,-4-1-618,-6 1 544,5-1-544,-6 0 1989,-5-4-1989,-4-14-90,-2 5 0,-3-12 2340,3 6-2340,-1-4 0,1-6-1015,0-1 1,0-4 0,-1 0 1014,1 1 0,-1 0 0,0-4 0,1 5 0,0-5 0,-1-2 0,0 0 0,1 3 0,0 4-679,-1-1 1,1 4-1,0-2 679,0 2 0,0-2 0,0-1 0,0 2 0,-1 2 0,0 0 0,-1 4 0,1 0 0,-4-9 0,-1 1-476,2-3 0,-1 2 476,3 12 0,0 2 1423,-5-7-1423,5 12 2268,-13-15-2268,11 23 0,-5-2 0,-12 6 0,7 3 0,-2 0 0,-10 0 0,-2 1 1482,4 1 0,-4 0-1482,5-1 0,-7 1 0,-3 0 0,0 0 0,1 0 0,6 0-1084,-4-1 1,5 1 0,-5-1 1083,4 0 0,-4 1 0,-1 0 0,-2-1 0,1 1 0,1-1-123,3 0 0,0 0 0,0 0 0,1 0 1,1-1-1,0 1 105,-2 0 0,3 0 0,-1 0 0,0 0 0,-2 0-304,-3 0 0,-1 0 1,-2 0-1,1 1 1,1-1-1,4 0 322,0 0 0,3 0 0,2 0 0,-2 0 0,-2 1 0,-1-1 0,1 1 0,5-1 85,3 0 0,2 0-175,-10 3 0,-3 0 0,9 1-90,10 2 91,-9 5-1,22-6 334,2 0-244,4 4 0,0-4 0,3 2 0</inkml:trace>
  <inkml:trace contextRef="#ctx0" brushRef="#br0" timeOffset="166001">22459 5566 5824,'1'-12'0,"0"4"90,1 0-90,0 5 0,7 35 0,-3-11-787,-1 3 0,1 4 817,-1 1 0,0 4 0,0-1-30,0 0 0,0 0 0,0 1-718,-1-5 0,1 1 1,0 0-1,-1-2 718,1 5 0,-1-3 0,0-2 0,-1-5 0,0 0 0,2 10 0,2 5 0,-1-5 0,-3-10 0,1 1-60,2 10 0,2 5 0,-2-9 60,0-12 0,1 6 0,-3-18 0,-2-5 0</inkml:trace>
  <inkml:trace contextRef="#ctx0" brushRef="#br0" timeOffset="166413">22889 5462 5781,'0'-14'43,"-1"1"-43,2 7 90,0 1-90,1 14 0,0 17 0,2 11 22,-1-5 1,0 3-1,1 3 1,-1-2-23,0-3 0,0-1 0,0 1 0,1 2-88,-1-3 1,0 3 0,1 1 0,-1-1 0,0-1 0,0-4 87,1 7 0,0-4 0,0 0-348,0 5 0,1 0 0,-1-4 348,0-5 0,1-2-45,1 3 0,1-4-135,-1-5 180,9 11 0,-8-35 0,4-6 0</inkml:trace>
  <inkml:trace contextRef="#ctx0" brushRef="#br0" timeOffset="166996">23164 5433 5753,'6'6'28,"-2"-2"15,-1 8-43,-1 11 90,0 0-90,2 11 0,-1-4 0,1 5 0,0-4 45,-1-4 0,0 1-45,0 5 0,2 5 0,-1 2 22,-1-6 1,-1 1-1,0 0 1,1-1-1116,0 2 1,0-2 0,0 2 1069,-1-6 0,0 2 0,0 1 0,1-2 0,-1-3 23,1-1 0,-1-2 0,1-1 29,1 2 1,-1 0 0,1-3-30,2 13 0,-3-13 0,-2-5 0,-4-14 0,-5-20 0</inkml:trace>
  <inkml:trace contextRef="#ctx0" brushRef="#br0" timeOffset="167663">21989 5906 5773,'9'-6'22,"1"0"-10,8 0 14,6 0 1,9-3 0,2 0 0,-4 1-27,3-1 0,2 0-547,-10 2 1,4 0 0,2-1 0,1-1 0,0 1 0,-2 1 87,0 0 0,-2 0 1,1 1-1,1-1 0,2 1 459,-1-1 0,3 1 0,1-1 0,1 0 0,0 1 0,0-1 0,-2 1 64,-2 0 0,-2 1 1,0-1-1,0 1 1,1 0-1,1-1 0,2 1-64,-2 0 0,3 0 0,2 0 0,1-1 0,0 1 0,0 0 0,-2 0 0,-1 0 0,-3 1 0,-3 0 0,10-1 0,-6 1 0,-1 0 0,4 0 0,-2 0 0,4 0 0,3-1 0,0 0 0,-2 1 0,-6 0 0,-7 2 0,-1-1 0,-3 1-30,6 0 0,2-1 0,-8 1 1018,-10 1-988,-13 2 0,-7 1 0,-19 4 0,1 0 0</inkml:trace>
  <inkml:trace contextRef="#ctx0" brushRef="#br0" timeOffset="168166">22144 6110 5762,'-30'7'3,"7"-2"16,11-2 20,4-2 52,0 1-91,8-4 90,34-10-1729,-9 4 1,3-2 1659,2 1 1,4 0-1,1-1-235,-7 3 1,-1-1 0,3 1-1,3 0 225,-4 0 0,3 1 0,3-1 1,1 0-1,0 0 0,0 0 1,-2 1-1,-3 0-180,2 0 1,-3 0-1,-2 1 1,3-1-1,6 0 169,-9 2 0,3-1 0,4-1 0,1 1 0,2-1 0,2 0 0,-1 0 0,0 0 0,-1 1 0,-2 0 0,-2 0 0,-3 1 0,-4 0-296,12-1 0,-6 1 0,-2 0 0,6 0 296,-5 0 0,5-1 0,2 0 0,1 0 0,0 0 0,-3 1 0,-3 0 0,-6 0 0,2 1 0,-4 0 0,-2 1 0,12-2 0,0 0 0,-6 1 0,1 0 0,1 0 0,4-1 0,2 0 0,-3 1 0,-8 0 0,-2 0 0,0 0 0,3 1 0,-1-1 0,-3 1 0,7-3 253,-28 5-253,1-2 0,-29 5 0,-3 1 0</inkml:trace>
  <inkml:trace contextRef="#ctx0" brushRef="#br0" timeOffset="168897">21911 6280 5790,'8'4'-3,"0"-1"40,24-4-37,-4-2 0,4-1-1093,-5 1 1,3 0 0,-1 0 797,-2 0 0,-1-1 0,6 0 307,-1-1 1,5 0 0,3-1 0,2 0 0,0 0 0,-4 0 0,-4 1-343,-2 1 0,-6 0 1,2 0-1,6-1 330,-6 1 0,3-1 0,3 0 0,3 0 0,1-1 0,2 0 0,0 0 0,0 0 0,-1 0 0,-2 1 0,-3 0 0,-2 0-73,7 0 1,-4 0 0,-2 0 0,0 1 0,1-1 0,1 0 72,-2 1 0,2-1 0,0 0 0,1 0 0,0 0 0,-2 0 0,-1 0 0,-2 1 0,4-1 0,-2 1 0,-2 0 0,-1 0 0,-4 1 0,10-2 0,-1 1 0,-4 0 0,4 0 0,-1 0 0,-3 0 0,-1 0 0,1 0 0,6-1 0,5 1 0,-11 0 0,-13 2 0,0 0 0,1 1 163,-9 3-163,-2 1 0,-10 1 0,-5 0 0</inkml:trace>
  <inkml:trace contextRef="#ctx0" brushRef="#br0" timeOffset="173046">22120 6958 5801,'8'1'23,"1"3"67,1 3-90,-1 1 0,4 3 90,12 16-90,-10-9 0,0-1 0,4 4 0,-2-2-1639,-2-5 1,-1 0 1580,6 6 1,-1-1 57,2-1 0,-15-13-180,3-1 180,-4-1 0,0 0 0,-4-3 0</inkml:trace>
  <inkml:trace contextRef="#ctx0" brushRef="#br0" timeOffset="173330">22292 6899 5784,'-3'-9'130,"1"3"-130,-5 12 90,3 0-90,-3 10 0,-3 11 0,0 3-1639,3-11 1,1 0 1150,-5 13 1,-1 1 487,4-11 0,1-2-1374,-7 14 1374,2-5-45,0-5 45,6-13 0,0-4 0,-2 3 0</inkml:trace>
  <inkml:trace contextRef="#ctx0" brushRef="#br0" timeOffset="173665">22112 6961 5745,'5'-7'48,"3"8"-23,-2 4-19,0 6-1098,-3 0 1092,0-1 350,0 1-350,2 8 0,0 0 90,0 0 0,0 0 0,1 0-90,6 13-3277,-5-15 3258,4 11-48,-7-19 442,-1-4-375,-1 0 0,0-2 0,-1-2 0</inkml:trace>
  <inkml:trace contextRef="#ctx0" brushRef="#br0" timeOffset="173913">22023 7133 5737,'10'-3'72,"-2"0"-57,1 1-1654,14-5 1,2-2-656,1 0 2998,2 0 1,3-2-760,6-1 0,-2 2 915,0-1-860,-11 4 0,3-1 0,-5 2 0,3 1 0,5-1 0</inkml:trace>
  <inkml:trace contextRef="#ctx0" brushRef="#br0" timeOffset="175249">22916 7050 5781,'3'-7'133,"-1"1"-43,-2 2 0,-11 2-1,3 2-89,-10 5-2031,4 4 2031,-2 3 0,-10 11 45,8-3 0,0 1-45,1 1 0,2 1 233,-2-1 1,3 2-234,7 1 0,2 3 0,5-2 44,9 4 1,5 0-45,-3 6 0,4-2-1304,2-12 1,2-6 1303,8-10-613,1-13 613,-15 2 0,2-8 0,-2-1 0,-12-1-630,2-9 630,-7 13 0,-2 0 2073,-5-4-2163,4 4 2250,-3-6-2160,21 1 0,-4 5 0,18-8 0,4 1 0,3 4 591,-8 0 0,-1 4-591,3 13 0,-20 7 0,0 12 0,-2 5 0,-1 2 0,-1 1 0,0-2 0,0 0 0,2 7 0,2-6-1829,-1-12 1829,4 10-90,-1-16 90,-1-5-90,2-1 0,3-4 90,15-11 0,-7 1 0,11-10 0</inkml:trace>
  <inkml:trace contextRef="#ctx0" brushRef="#br0" timeOffset="175598">23337 7096 5824,'-4'-9'90,"1"2"90,-1 0-91,2 25 1,2 16-90,-1 3 0,1-17 0,1 1 0,-1 9 0,1-1-3277,0-2 3219,-1 1 1,2-1-122,2-4-178,1-10 357,2 4 0,-3-13 0,-1-4 0</inkml:trace>
  <inkml:trace contextRef="#ctx0" brushRef="#br0" timeOffset="175864">23301 7135 5914,'-2'-9'180,"2"2"-180,26-9 0,-11 8 89,16-8-178,-2 3-3188,-3 4 2032,1-1 1381,-12 7 1,-12 3-1,-2 1 1</inkml:trace>
  <inkml:trace contextRef="#ctx0" brushRef="#br0" timeOffset="176046">23349 7217 5801,'-1'6'23,"0"0"67,2-2-90,11-1 90,3-4-90,5 0-1108,0-2 982,3-2 126,8-1 0,-1 0 0,2 1 0</inkml:trace>
  <inkml:trace contextRef="#ctx0" brushRef="#br0" timeOffset="177080">23730 7379 5824,'5'-9'539,"-1"2"-449,-12 8-45,-9 13 0,-4 5-1684,4-4 1,0 0 1151,-7 8 0,1 0 532,4 0 0,1 0-750,4 2 1,1 0 704,1-5 0,0 1-487,3 1 1,3-2 486,6-7 0,8 13 0,-2-13 0,6 11 0,-4-17 0,11 4 0,7-3 0,-2-1 1567,0-4-1567,-1-10 0,-12 1 0,7-3 2562,-17 2-2562,-4-2 0,-15-11 0,6 6 1252,-9-1 0,0 1-1252,8 6 0,-14-5-360,15 8 360,3 2 0,-2-1 0,6 3 0,3 0 0</inkml:trace>
  <inkml:trace contextRef="#ctx0" brushRef="#br0" timeOffset="177615">23879 7558 5824,'-6'-2'270,"1"0"-91,0 0-179,8 0 0,-1 0 0,8-1 90,-3 1-90,9-3-180,3 1-932,-2-1 1022,0 1 90,-9 4 0,-3 1 0,0 1 0</inkml:trace>
  <inkml:trace contextRef="#ctx0" brushRef="#br0" timeOffset="177830">23896 7647 5824,'-2'6'90,"12"-2"-3367,0-4 893,8-3 2384,-4-1 1316,2-2-1316,6-3 0,-3 0 0,3-2 0</inkml:trace>
  <inkml:trace contextRef="#ctx0" brushRef="#br0" timeOffset="178876">24319 7430 5776,'1'-7'318,"-2"0"-318,-2 5 0,-4 2 0,-2 2 0,2 1 89,1 1-89,-8 6 0,9-4 0,-15 14 0,12-6 0,-2 1 0,5-3 0,9 5 0,2-6 0,14 14 0,-3-14 0,4 1-397,-7-5 397,0-1-3260,9 11 3260,-9-7 0,3 7-2180,-19-2 2180,-1-7-323,-4 8 323,0-9 0,-13 10 0,9-9 164,-11 7-164,4-8 0,7-6 0,-4 2 0,10-8 0</inkml:trace>
  <inkml:trace contextRef="#ctx0" brushRef="#br0" timeOffset="179464">24709 7354 5824,'0'-7'180,"-5"5"-90,-20 18-1,3 1-1728,6-4 1,1 1 1329,-2 3 309,-2 6-849,7-2 1,0 0 848,-6 8 44,6 3 1,3 0-45,8-11 0,0 14-221,5-23 221,4-1 0,10-1 0,-4-3 1807,5-1-1807,12-12 0,-15 1 0,12-4 3240,-18-4-3240,-10-5-1078,1 2 1078,-8-2 407,-20-3-407,10 12 0,-13-8-90,14 15 90,2 4 0,2 0 0,2 2 0,8-1 0</inkml:trace>
  <inkml:trace contextRef="#ctx0" brushRef="#br0" timeOffset="179945">24857 7599 6363,'-7'-2'270,"2"1"-270,-1 7 90,-4 18 0,6-12-90,-4 14 0,10-6 0,4-5 0,6 5-90,17-16 90,-13-5 0,2-7 0,-4-5 0,-9-8 0,3-4-1005,-12 5 1005,-1 10-251,-15-6 161,-2 11-1413,-2 4 0,-1 3 1503,-3 5 0,8 1 0,1 1 0,1 0 0</inkml:trace>
  <inkml:trace contextRef="#ctx0" brushRef="#br0" timeOffset="185898">22459 8038 5734,'1'-7'5,"0"1"60,-1 1 45,1 1-110,0 0 90,0 0-90,2 6 0,2 8-3277,0 7 3252,-1 0 25,0-2 0,-1 6 0,0 2 0,1 11 0,0-7 0,-1 2 0,-1-7 0,-1 0 29,1 2 1,-1 2 0,1 0-1164,0 7 0,1 0 1134,-1 4 0,1-1 0,-1-15 0,0-4 2268,1-1-2268,3 12 0,-1-6 0,1 2 0,-3-11 0,-2-9 0,-1-8 0,1 2 0,-2-12 0,1 3 0</inkml:trace>
  <inkml:trace contextRef="#ctx0" brushRef="#br0" timeOffset="186330">22633 8060 5745,'-3'-6'0,"-1"0"17,3 2 44,-3-2 30,3 1-1,3 13-3367,0 6 3162,5 13 145,-3-1 0,1 7 0,0-1-1,0-5 1,1-1 0,0 2-8,1 7 1,1 4 0,1-1-1,-2-4-22,2 3 0,-1-3-30,0-7 0,0-1 0,-2-5 30,-1-6 0,-3 5 0,-8-13 0,-6-3 0</inkml:trace>
  <inkml:trace contextRef="#ctx0" brushRef="#br0" timeOffset="186779">22347 8529 5824,'-8'-5'180,"1"1"-180,18 14 90,7 8-1,6 5-89,0 2 45,-2-2 0,1 0-1684,-8-7 1,0-1 1196,8 9 0,0 0-473,0-3 915,-9-8 0,1-2 0,3-2 90,17-7-90,-15 1 0,-1-1 0,0-8 0,-3-3 0,6-10 0,-7 1 0,1-6 0,-1 1-30,-1 0 0,-1 1 0,0-2-369,2-2 0,0 0 0,-1 0 399,0-3 0,-3 1 221,-1 6 1,-2 3-1,0 1 1,4-10-1</inkml:trace>
  <inkml:trace contextRef="#ctx0" brushRef="#br0" timeOffset="190083">21904 9325 5742,'3'0'262,"-3"0"-262,12-1 0,-5 0 0,1-1 0,24-3 0,2 0 0,-13 2 0,-1 0-2677,16-1 2767,-16 2 207,6 1 1,2 0-298,0 1-648,-2 0 0,-1 1 648,-9 1 0,-1 0 0,-2 1 0,10 10 0,-11 2 668,5 3-668,-14-3 0,-4-8 0,-3 16 0,0-3 0,-3 11 1421,2 5-1421,2-3 0,1-2 0,1-5 0,1-14 0,0-1 0,0 11 0,0 2 0,0 4 1289,0 7-1289,0-13 89,-1 2-89,-2-11 0,-8-11 0,3-2 0,-7-6 0,6-1 0,-21-16 0,10 8 0,-3-3 0,0 1 45,0-1 0,-1 0-1113,-2-1 1,-1-2 0,3 4 1067,7 6 0,1 1-45,-12-8 0,0 0 45,-3-1-45,10 7 0,4 1 45,9 6 0,5 0 0,6 3 0,3-1 0</inkml:trace>
  <inkml:trace contextRef="#ctx0" brushRef="#br0" timeOffset="190917">22441 9178 5790,'-2'-8'34,"2"2"-34,17-3 0,4 2-1947,0 1 1947,-1 3 449,1 10-359,-6 8-90,5 7 0,-18 4 0,-7 4 0,-4-1 0,-2-1-1448,2 1 0,-2-2 1448,0-5 0,0-3 1002,-5 4-912,8-9-90,0 6 0,26-17 0,14-11 0,0 0 0,-1-3 2499,-18 6-2499,-2 1-90,7-2 90,-5 1 0,0 1 0,-8 3 0</inkml:trace>
  <inkml:trace contextRef="#ctx0" brushRef="#br0" timeOffset="193732">23006 9245 5751,'1'-7'0,"-1"0"36,1 3 1,-2-1-37,0 1 90,-7 6-90,-1 4 0,-3 5-575,2 2 575,-2 9-1601,1 6 0,1 1 1601,3-12 0,1 1 0,-1 12 0,0 5 0,4-6 0,6 4 0,-3-6 0,2 0 0,6-9 0,1-3-625,-1-1 715,8 8 2803,11-15-2893,5-11-2893,1 2 2893,-7-10 0,-17-7 0,-16-9-1259,3 4 1259,-9-1 0,5 16 0,2 1 0,-5-2 2269,17-9-2269,-3 4 0,13-1-194,-3 9 194,0 1 0,9-3 0,-7 4 3276,4 0-3256,-3 15-20,-9-4 0,1 14 0,-3 3-2654,-4-5 2654,0 2 0,0 0 0,-2-6-1288,2 6 1288,-1-4 0,2 3 0,2 8 0,-1-13-89,8 17-63,-1-25 152,2 5 2185,-1-13-2185,-4-2 0,3-3 0,2 0 0</inkml:trace>
  <inkml:trace contextRef="#ctx0" brushRef="#br0" timeOffset="194064">23400 9209 5739,'-4'-5'45,"1"-1"-5,0 1-40,0 7 90,1 25-90,1-9 0,1 2-508,0 2 1,0 1 507,0-1 0,1 1-1528,1 3 0,0-2 1528,0 8 0,3-1 0,0-3-96,-1-15 96,3 9 0,-3-23 0,1-3 0</inkml:trace>
  <inkml:trace contextRef="#ctx0" brushRef="#br0" timeOffset="194329">23368 9220 5779,'-1'-7'45,"2"1"-45,11-2 0,6-2 0,2 0-3277,6-4 2789,-6 4 1,-3 1 487,-5 3 215,-5 2 0,-6 7 0,-1 2 0</inkml:trace>
  <inkml:trace contextRef="#ctx0" brushRef="#br0" timeOffset="194564">23376 9335 5734,'0'8'28,"0"-2"34,11-2-62,-4-3 0,29-7 0,-15 0-1,11-3-1466,-16 4 1467,-6 2-13,1 0 1,-4 2 0,2-1-1</inkml:trace>
  <inkml:trace contextRef="#ctx0" brushRef="#br0" timeOffset="195646">23677 9490 5734,'-5'-7'180,"-2"5"-180,-4 9 0,2 2 45,-10 14 0,-2 5-45,11-12 0,-1 0-1639,-7 12 1,0 0 663,2 0 975,6-10 860,2-1-860,-4 16-1550,7-16 1550,-3 11 0,6-17 0,5 9 0,-1-9 0,6 9 2625,3-13-2715,10 0 90,-7-2 0,13-7 0,-19-2 2317,3-7-2317,-12 0-401,-1 0 401,-3 1 0,2 5 0,-8-9 0,6 7 0,-11-10-90,9 13 90,-4-3-48,5 5 48,-3 1 0,4-1 0,-3 1 0</inkml:trace>
  <inkml:trace contextRef="#ctx0" brushRef="#br0" timeOffset="196914">24043 9290 5753,'0'-7'71,"0"0"-71,1 4 0,4-1 0,1 3 0,2 1 90,11 7-90,-9-3 0,6 5 0,0 1 0,2 3 0,11 9 0,-8-6-3277,7 3 2392,-11-9 795,6 3 323,-15-9-233,-1 0 0,-2-5 0,-2-3 0</inkml:trace>
  <inkml:trace contextRef="#ctx0" brushRef="#br0" timeOffset="197197">24199 9198 5748,'-2'-7'76,"-1"-5"-76,1 6 90,-1-4-90,-3 21 0,4-5 0,-3 14-3277,0 12 3252,2-12 25,-2 15 0,2-10 0,1-2 0,0-2-80,0 1 1,0 0-101,1-6 180,-1 0 0,-2 0 0,-1-3 0</inkml:trace>
  <inkml:trace contextRef="#ctx0" brushRef="#br0" timeOffset="197479">24066 9273 5745,'3'-2'59,"0"3"-48,3 6-2,4 19-9,-4-10 0,1 2 0,-1 1 0,0 2 0,-1-3 0,-3-5 0,-4-7 0</inkml:trace>
  <inkml:trace contextRef="#ctx0" brushRef="#br0" timeOffset="197696">23999 9390 5759,'13'2'25,"7"-4"-16,-6-2-3021,8-4 3015,-3 1 879,2 0-882,3-4 0,2 0 486,3-1-486,-4 2 0,-1-1 0,-1-1 0,1-1 0</inkml:trace>
  <inkml:trace contextRef="#ctx0" brushRef="#br0" timeOffset="199129">24535 9010 5787,'-2'9'37,"-1"12"-37,1-1 0,-1 6 0,2 2 0,0 3 0,1-5 0,0 0 0,0 4 0,0-1-1157,1-8 0,-1-4 1128,0-7 29,0-3 0,-1-1 0,-1-1 0,-1-2 0</inkml:trace>
  <inkml:trace contextRef="#ctx0" brushRef="#br0" timeOffset="199664">24406 9119 5734,'-4'-6'22,"1"0"17,2 2-10,-1 0-29,12-6 0,-5 5 0,10-6 0,18-4 90,-4 4-90,-11 3 0,1 1 0,6-1 0,-6 10 0,-7-1 0,-3 22 0,-13-8 0,-3 10-282,1-11 282,1-2 0,1 7 0,2-5 0,10 11 0,-2-18 0,8 6 0,-9-9 0,5 7 0,-1 12 0,-1-7 0,-11 10 0,-4-1 0,0-7-812,-2 1 0,-1-2 812,2-7 0,-6 5 0,0-2-90,1-2 90,0-8 0,11-10 0,-1-6 0</inkml:trace>
  <inkml:trace contextRef="#ctx0" brushRef="#br0" timeOffset="199997">24682 9031 5767,'1'-10'57,"0"3"33,1 1-90,1 8 90,-1 4-90,3 25 0,-2-13 0,-1 12 0,0 2 0,1-6-276,-1-5 1,0 1 275,2 2 0,-1-11 0,2 4 0,0-5 0</inkml:trace>
  <inkml:trace contextRef="#ctx0" brushRef="#br0" timeOffset="200929">24806 9193 5784,'2'-8'310,"1"1"-221,-7 8-89,2 1 0,-5 6 90,5-2-90,-1 17 0,2-12 0,1 13 0,3-14 0,-1-3-90,13 7-89,2-12 179,8-4 0,-9-4-90,-9-19 90,-10 13 0,-2-7 0,-4 6 0,1 3 0,1 0 0,4-12 0,4 14-45,6-14 0,2-2 45,-1 3-1639,1-1 1,0 1 1523,-4 3 115,-1 2 0,-1 2 0,2-5 0,-3 6 0,6 14 0,-6 11-855,3 11 855,-4-5 0,-1 5 0,-1 2 0,0 1 0,-1 7 0,0 3 0,-1-2 0,1-15 90,-1 11-90,7-35 0,-2-2 427,5-9 1,2-3-428,12-10 0,-2 16 0,1 1 0,4-2 3276,1 21-3160,-20 8-116,-3-5 90,-2 14 0,-11 3-90,3-7 0,-4-2 0,-1-4-180,2-7 180,-10-2 0,15-11 0,0-7 0</inkml:trace>
  <inkml:trace contextRef="#ctx0" brushRef="#br0" timeOffset="201212">25205 9147 6004,'6'-5'359,"-1"1"-359,-1 0 0,-2 3 0,0-1 0</inkml:trace>
  <inkml:trace contextRef="#ctx0" brushRef="#br1" timeOffset="205412">21336 9706 8705,'0'-6'-110,"-1"-2"-115,0 3 89,-1-3 20,-4-2-111,3 4 46,-4-5 1,3 8-3097,-5-2 2628,3 3 682,-4-1-1445,-9 5 1615,7 1 146,-16 5 38,15-1-71,-5 5 0,-1 3-905,7-1 1,0 1 845,-4 1 1,1 0 168,-1 13 1677,10-15-2098,4 8 1,1 2-124,8 11-439,-2-5 1,3-2 163,11 2-208,1-9 286,-5-9 1,3-2 29,3 0 0,0-1 1187,1 1 0,-1-1-1063,-1-2 0,-1-3-47,-2-5 154,-18-11-12,-11-5 24,-8-2 40,-5 3-18,6 5 63,-10-1 0,-2 1 64,4 0-80,3 2 0,-3 0 0,6 2-82,7 3 53,-8-3 1,24 5 0,5-1 0</inkml:trace>
  <inkml:trace contextRef="#ctx0" brushRef="#br0" timeOffset="206028">21341 9514 5737,'1'-8'0,"-1"2"0,1 0 0,2-2 0,4-8 0,4 0 2,0-2 1,1 8 0,-5 5 8,11-1-2,1 9-2,1-1-4,-5 8 24,-10 8 1,-4 3-1667,-2-1 1,-1 1 1588,2 3 1,-1 0 50,-3-5 1,0-1 10,-3 18-9,7-11-3,-1 4 0,8-18-18,12-14 1,3-5-1117,-2 1 0,0 0 1134,6-2 0,-1 0 1128,-6 1 1,-3 0-1162,-3 2 33,9-2 0,-11 4 0,7-1 0</inkml:trace>
  <inkml:trace contextRef="#ctx0" brushRef="#br0" timeOffset="-213651.73">21932 11189 5756,'-3'-7'17,"1"0"-14,2 0 0,-1 2-1,0-1 1,1 1 0,-2-7 0,2 6-3,-1-7-3,1 2 6,0-2-3,0 0 0,1 2 87,-1 6 196,2-7 389,1-3 34,0 1-4,0 2 14,-2 6 245,0 1 176,2-5 30,1-1-111,0 0-196,3-4 179,-4 9-3829,8-12 4251,-7 12-108,3-5-258,-4 8 217,1-2-277,2-1 89,0 0-252,7-3 81,1 2-283,1-1-123,-2 3-39,-4 2-585,5 2-136,-6 0-321,11 2-204,-6 3-834,-2-1 226,2 2-225,-7-3 136,7 4 3,-5-2 337,4 4-143,-7-5 194,6 5 390,-4-3-123,5 3 272,-6-4-37,5 3 311,-4 0-288,2 0 342,-4-2-185,4 3 69,-3-2 61,5 5-128,-5-5 175,0-1-89,-2-2 364,3 3-222,2 2 153,-2 0 33,1-1-70,1 4-135,-4-5-231,5 8 30,-7-9-180,2 2 40,4 11 135,-3-4 46,10 17-2,-5-7 273,2 1 15,-4-6 16,3 5 80,-6-13-37,4 9-17,3 6-53,-4-9 10,5 10-81,-8-15 60,-1-5-87,-1 1 44,6 10 18,-4-8-42,4 7 2,3 6 28,-7-13 23,8 17 46,-5-12 46,2 10 117,1-3-76,-3-2 1,0 1 157,0 0-123,0-2 1,-1 0 119,0 0 17,-1-2-37,-3-4 90,-1-7-245,5 14 90,-4-10-123,5 11 74,-2-3-32,-1-1-5,4 7-45,-4-8 54,4 8-47,-6-13 28,10 23-33,-9-20 52,4 7-86,-3-4-32,1 0 30,0-2-34,-1 0 24,2 9 87,-2-5 175,2 8-180,-4-12 306,3 15-73,-4-15-110,2 7 1,0-1 128,-2-9-118,1 7 0,1 0 34,-3-7-88,3 13 136,-3-6-46,2 4-39,-1-1-20,0-2 9,1 3-68,-2-10 20,4 16-101,-3-15-46,0 0-131,-1-5 6,-1-4 85,3 11-98,2 2-140,0 3 26,1-3-77,-3-12-269,-1 0 45,4 5-11,-3-6-112,2 6 115,-3-8 375,3 6-99,-1-3 345,2 2 179,-3-3 87,-1-2 200,1 0 33,3 3 68,0 0-192,9 7 38,-8-6-184,3 3 91,-4-5 33,-3-2-156,5 2 137,-4-2-42,0 0 163,3 1-56,-4-2 133,9 1 259,-7-2 191,4-1 150,-3 0-77,5-3 504,-6 1-128,4-1 181,-8 0-38,5-1-45,0-3-760,1 1 6,-1-3-370,-3 5-505,10-17-221,-5 9-132,11-19-213,-10 13-341,0-4 332,-4 8-202,6-19 461,-6 12 1,1-1-37,-1-1 1,1 1 75,0-3 0,-1 2-394,-1 0 157,1-12-35,-3 16 321,0-5 0,0 1-327,-2 8 146,2-19 60,-2 14 92,1-12-46,0 4 77,-1 0 27,0 11 143,0 5-20,0-2 136,0 2-33,0-19-7,-1 14-4,1-14 19,0 10 0,0 2 24,0-5-22,1-3 0,-1 0 74,1-6-124,-1 4 85,0 3-13,0-5-13,-1 14-44,0-13-16,0 18-14,0-13-43,0 5 100,0-3 0,0-2-49,-1 4 0,0-1 14,1 0 1,-1 1-23,-1-12-16,2 18 10,-1 0 49,0-15 2,1 10-2,0-10 51,1 1 138,1 9 12,-1-11 28,0 16-2,0 5-81,2-18 184,1 0 41,1-4 21,-1 8-99,-1 14 188,2-10-29,5-12-130,-4 12 1,0 0 22,2-2 1,-1 1 164,1-4-65,-1 4 12,-2 9 35,4-9-160,-4 8 40,7-10-12,-2 8 256,0 0-14,1 0 59,-5 9 114,1-4-100,0 2-97,-1 0 42,0 1-224,2-1 32,-2 2 25,3-2-2,-4 4-12,-2 2-77,5-4 314,-1 3-140,2-3 126,2 4-797,-6 0 26,5 1-372,-2 0-245,1 2-212,5 1-435,-5 0 7,0 2-263,-5-2 255,1 1-286,12 14-95,-8-8 152,9 13 123,-14-15-83,2 2 173,0 1 272,-2-2 306,1 3 186,-1-4 457,-1 0 37,5 11 228,-3-7 197,3 7-11,-3-10-323,-3-3 129,5 5-538,-3-3 382,2 2 128,-2-4 1,-3 1 0,-1 0 0</inkml:trace>
  <inkml:trace contextRef="#ctx0" brushRef="#br0" timeOffset="-212368.73">21146 11365 5773,'-9'-1'0,"-2"-1"0,13 0 0,16-1-1639,15-3 1,3-1 1139,-12 4 1,2-1 502,1-1 0,5-1 0,3-1 0,-1 1 0,-3 0-469,4 0 0,-3 0 0,2 1 465,-1-1 1,1-1 0,1 1 0,-3 0-41,-2 1 0,-1 0 0,1 1 43,1-1 1,1 1-1,2 1 1,-2-1-2,-1 1 1,-1 0 0,0 1 0,0-1-11,5 0 0,0-1 0,0 0 0,-1 1 8,-2 1 0,0 0 0,1-1 0,-3 1 0,2-1 0,1-1 0,-1 1 0,-4 0 0,-2 0 0,-3 0 0,4-1 0,5 0 0,5 0 0,3-1 0,-1 0 0,-1 0 175,-6 0 0,-1 0 1,0-1-1,0 1 1,0-1-176,4 1 0,0-1 0,0 1 0,1 0 0,-1-1 0,-1 1 0,1-1 0,-1 0 0,0 1 0,-1 0 0,6-1 0,0 0 0,-2 1 0,-5 1-439,-4 0 1,0 0 438,-2 1 0,2-2 0,2 1 0,-2 0 0,6-1 0,-1 1 0,2-1 0,-5 0 0,1 1 0,0-1 0,-1 1 0,4-1 0,-2 1 0,-1 0 0,4-2 0,0 1 0,-5 0 0,1 0 0,2 0 0,0-1 0,2 0 0,1-1 0,-1 1 0,-3 0 0,-1 1 0,0 0 0,0-1 0,1 0 0,0 0 0,-1 1 0,-2-1 0,-2 1 0,-2 1 0,-2-1 0,7 0 0,-2 0 0,-1 0 0,0 0 0,-5 0 0,-2 2 0,-4-1 0,19-4 824,-15 3-393,13-3-162,-20 5 813,7-1 412,4-1-14,-4 1 1796,-3 1-966,-3 1 966,-3 1-2545,4-1 0,-9 1 0,-4 1 0</inkml:trace>
  <inkml:trace contextRef="#ctx0" brushRef="#br0" timeOffset="-209984.73">23004 12488 5734,'3'-6'0,"0"0"0,-2 3 0,4-5 0,-3 4 0,2-4 0,-3 5 0,0-1 0,1 0 0,-2-1 0,1 0 0,-1-1 0,0 0 0,1-2 14,-1 2 3,5 8 19,3 23-25,0 4 1,0 5-1651,-1-5 1,0-1 1580,1 6 1,-2-4-322,1 1 0,-2-16 0,-1-2 0</inkml:trace>
  <inkml:trace contextRef="#ctx0" brushRef="#br0" timeOffset="-209616.73">23112 12659 4867,'-10'-26'-30,"0"0"0,2 5 0,0 1-841,1 2 0,-1 1 871,-8-14-1303,5 12 0,0 1 1303,-4-8 43,-2 0-43,12 20 134,0-1-134,6 18-606,7 12 606,2 6 0,-4-11 0,1 1 0,3 16 0,-1 0 0,-4-17 0,0 0 0,4 18 0,1 0 0</inkml:trace>
  <inkml:trace contextRef="#ctx0" brushRef="#br0" timeOffset="-209250.73">23049 12672 5824,'-2'-10'0,"-3"-10"0,3 10 0,-2-10 0,5 24 0,2 7 0,3 11 0,1 5 0</inkml:trace>
  <inkml:trace contextRef="#ctx0" brushRef="#br0" timeOffset="-204784.73">23349 12657 5734,'4'-5'90,"0"1"180,-2 2-270,0 4 0,0 0 89,1 16-3366,4 5 3162,-1 3 115,3 1 0,-3-11 0,5 17-1134,-3-5 0,0 0 1134,-1-3 0,-2-11-142,-6-30 0,-4-17 0,1 5 142,2-1 0,-3 0 0,-3-9 0,2 3 0,5 15-97,4 16 1877,2 0-1766,-2 2-14,2-1 90,9 0-90,-7 2 0,7-1 3076,-8 3-2986,7 1-2528,2 4 2438,1-2 0,-1 2 0,-7-2 0,17 9 0,-14-6 0,20 10 0,-23-12 0,6 1 0,-9-3 90,7-8 3186,-7 1-3160,14-24-3393,-10 6 3162,5-10 115,-6 11 0,-1-7 0,-1 8 0,0 1 0,2-10 0,0 7 0,-1 3 0,-2 12 0,7 1-90,0 23 90,-1-1 3276,-1 7-3218,-2 1 0,-2 1-3335,2 6 3219,-1-3 1,-1-2 57,-1-1 0,-1-2 90,3 12-90,-2-11-90,2 7 0,4-8 0,-6-12 90,8 9 0,-8-17 0,2-1 0</inkml:trace>
  <inkml:trace contextRef="#ctx0" brushRef="#br0" timeOffset="-204198.73">24124 12656 5765,'-8'-11'59,"0"2"-59,5 4 90,-6-1-90,0 0 90,-2 1-90,2 2 0,-8 12 0,11-3 0,-8 8 0,11-5 90,0 10-90,5 10 0,1-5 0,2 3 0,16-9 0,-10-10 0,21-3 0,-15-21 0,0 1 0,-9-3 0,-6 8 0,-4-14 0,2 13 0,1-16 0,2 24 0,12 5 0,4 10 0,1 2-428,0-2 428,-8-6-3251,18 5 3251,-14-5 0,13 3-269,-10-7 269,-9-3 0,6-2 0,-12-1 0</inkml:trace>
  <inkml:trace contextRef="#ctx0" brushRef="#br0" timeOffset="-203950.73">24295 12593 5765,'9'0'53,"6"3"-47,-6-1-6,10 4 0,16 5 0,-12-3 0,11 4 0,0 0 0,-9-2 0,-3-1 0,-2-1 0,-9-3 0</inkml:trace>
  <inkml:trace contextRef="#ctx0" brushRef="#br0" timeOffset="-203715.73">24512 12543 5753,'-4'-7'71,"1"1"-71,-2 11 180,-9 29-3457,4-13 2789,3 0 1,0 1 487,-1-3 0,0-1 459,-4 15-459,4-10 0,0-1 0,1 1 0,6-10 0</inkml:trace>
  <inkml:trace contextRef="#ctx0" brushRef="#br0" timeOffset="-203399.73">24693 12523 5787,'8'-9'396,"-2"3"-306,1 13-90,-4-1 45,1 13 0,0 2-45,-1-6-180,1 10 1,1-1 89,-2-13 90,2 13 0,-5-21 0,1 1 0</inkml:trace>
  <inkml:trace contextRef="#ctx0" brushRef="#br0" timeOffset="-203150.73">24631 12269 5824,'4'-13'180,"-1"2"-90,1 3-90,-2 2 0,-1 9 0,0-2 0,1 6 0</inkml:trace>
  <inkml:trace contextRef="#ctx0" brushRef="#br0" timeOffset="-202418.73">24834 12610 5914,'2'-6'359,"3"5"-359,-4 2 90,3 5-90,0 19 0,-2-13 0,2 17-90,-4-8 0,1-5 90,-1 3-89,0-8 89,0-16 0,0 2-45,2-14 0,0-4 45,1-9 0,-1 10 0,0 1-1131,1-5 1131,-2 14 0,6-9 0,-4 11 0,11-5 0,-7 15 0,4 2 0,-6 0 0,-2-1 0,3 2 1131,0-7-1131,0 0 0,-1-5 0,-2-1 0,1-2 0,9-13 0,-5 9 0,13-10 0,-12 25 0,4-3 0,-7 11 0,-3 2 0,3 13 0,-2-7 0,2 7-90,1 2-9,-3-14 99,5 11 0,-7-20 0,1-1 0</inkml:trace>
  <inkml:trace contextRef="#ctx0" brushRef="#br0" timeOffset="-201898.73">25164 12524 5801,'1'-6'113,"0"0"-23,-2-1 89,-3-1-179,-3 3 0,-5 10 90,2 12-90,1-1 0,4 1-90,9 8 90,-1-15 0,3 12-89,4-16 89,-1-4 0,3 0-292,-3-4 292,-5-1 0,5-12 0,-5 7-90,2-18 90,-6 17 0,-1-6 0,2 9 0,4 11 292,-2-1-292,14 22-3277,-2-8 3162,3 6-65,1-8 45,-2-6 0,-5-4 1,2 0-1</inkml:trace>
  <inkml:trace contextRef="#ctx0" brushRef="#br0" timeOffset="-184232.73">22606 10100 5734,'-4'-7'0,"1"2"0,2-1 0,0 2 0,1-2 0,0-2 0,0 2 0,2-6 0,1 5 0,0-3 0,2 2 0,-1 4 3,2 3 5,5 22-1647,-4-3 1,0 1 1583,1 1 1,-1 0 54,0 1 0,-1 2 0,0 0 1,-1 3 0,1 0 1,-2 1 0,0 1 0,1-1-2,0 1 0,0-1 0,0 1 1,-2 6 0,0 0 0,-2-5-1136,1-9 1,-2-1 1134,1 5 0,-1 0 1237,1 1-1237,-1-18 0,0 2 0,-1-2 0,1 1 0</inkml:trace>
  <inkml:trace contextRef="#ctx0" brushRef="#br0" timeOffset="-183835.73">22727 10059 5734,'0'-8'0,"-1"1"0,2 3 0,1 6 0,6 25 0,1 7-1047,-4-13 1,1 2 1046,-1 0 0,1 3-75,0-2 1,1 2 0,-1 0 74,2 10 0,1 0-794,-3-10 1,1 1 0,0-3 793,-2 0 0,0-5 0,1 1 0,0-2 0,-1 0 0,1 0 0,4 13 0,-8-24 0,1 2 0,-2-3 0,-1 2 0,0-3 0</inkml:trace>
  <inkml:trace contextRef="#ctx0" brushRef="#br0" timeOffset="-183367.73">22516 10568 5734,'11'1'0,"-3"0"0,-4 1 0,4 2 3,11 11 2,-6-4-2,9 6 14,1 6-1656,-9-9 1,1-1 1155,-1 1 0,0-1 914,1 2 0,0-2-424,3-3 0,0-3-6,2-3 1,0-1-2,0 3 0,0-4-1135,6-11 1,-3-5 1134,-4-2 0,-2 3 0,1-4-13,-5-2 0,0-4 0,-1 0 13,3-10 0,-1 0 0,-2 10 0,0-1 0,-2 2 0,-1-6 0,-4 5 0,-3 9 0</inkml:trace>
  <inkml:trace contextRef="#ctx0" brushRef="#br0" timeOffset="-153468.74">21853 5438 5734,'6'-4'0,"-3"0"0,2 8 0,-1 0 0,-1-1 0,1 5 0,-1-3 0,1 4 0,0 0 0,-1-3 0,0 3-3277,0 1 3162,-1-4 115,1 5 0,-2-6 0,2 14-2269,-1-10 2269,1 12 0,-3-13 0,1 7 0,1 19 0,0 1 0,0-15 0,-1-1 0,1 7 0,-1-12 0,1 7 0,1 0 0,-1 2 0,0-1 0,1-1 0,-2-4 0,1 8 0,0 0 0,-1 2 0,1 1 0,0 0 0,0 0 0,0-2-37,-1-5 1,0-3 36,1-4 660,1 18-660,0-9-272,0 9 272,0-10 2424,0 7-2424,-1 2 2383,0-1-2383,-1-8 0,-1-2 0,-1 5 539,1-3-539,-2 9 0,1-14 0,-1 1 0,1-5 0,0-6 0,-1 1 0,-3 8 0,3-6 0,-3 4 0,2-3 0,-2 3 0,1-1 0,0-1 0,2-4 0,-1 3 0,0-1 0,0 1 0,1-6 0,0 4 0,0-3 0,-1 3 0,1-4 0,1-1 0,0 0 0,4 0 0,6-3 0,7-1 0,-2-1 0,4-2 0,2-1 3,10-2-1588,-10 3 0,0-1 1587,14-2 6,-9 3 0,4 0 1,-2 0-7,1 0 1,0 1-782,1-1 0,3-1 0,-4 2 780,-6 0 1,-2 1-1,0-1 1,1 1-136,9-1 0,-1 0 134,-4 0 0,-2 0 67,4 0 0,0 0-66,1 0 0,1 0 0,-4 0-138,12-1 137,-11 1 0,3 0 0,-6 0 0,1-1 0,-4 1 0,1 0 0,5-1 0,1 0 0,-4 1 0,0 0 0,-1-1 0,0 1 0,8 0 0,-2 0 0,0-1 0,-3 1 0,6 0 0,-4 0 0,8-1 0,-11 2 0,-2 0 0,6-1 0,-1 1 0,-11 0 8,9 0-11,-13 0 6,11 0-3,-9 0 0,14 0 3,6 0-3,-10 0-6,11-1 1,1 1 5,-12 0 0,5 0 0,-1-1 0,-12 1 0,5 0 363,-2-1 1,3 1-364,2-1 0,0 0-364,-1 1 1,0-1 363,-3 0 0,-2 0 0,6 0 0,1 0 0,1 0 803,5-1-801,-5 0-4,-5 2 2,1-1 0,-16 1 0,4 1-3,-2 0 3,2-1 2595,2 1-2595,-5 0 2414,3 0-2416,-2 0 4,1 0-4,-1 0-7,2 0 18,-4 0 98,1 0-107,-10-2 0,3 1 0,-7-3 0,3 0 0,-3-2 0,1 0 0,-1-1 0,3 3 0,-2-3 0,3 3 0,-2-2 0,4 1 0,-3-3 0,-1-9 0,0 4 0,0-7 0,1-2 0,0 5 0,1-5 0,-1-6 0,1 1-1639,-1 0 1,1 0 1580,-1-8 1,1 1-988,-1 7 1,1 2 1044,0-2-217,0-9 1,0 0 216,1 2 0,1 2 0,0-5 0,1 7 0,2 4 0,0 1 0,2-5 0,-1 4 0,2-9 0,-1 9 0,0 2 0,0-1 0,-3 12 0,1-18 0,-1 15 237,0-7 1,-1 0-238,0 7-469,0-9 469,0 16 1846,0 2-1846,0-4 0,0 2 3061,-4-7-3061,2 6 0,-1-1 0,1 3 0,-1-2 0,2 5 1001,-3-11-1001,1 8 0,-1-6 0,1 7 0,0-2 0,1 3 0,0 0 0,1 2-90,-3-1 90,0 1 0,0-1 0,-1 2 0,2 1 0,-3-1 90,1 2-90,-2-1 0,3 1-90,-14-2 90,8 2 0,-12-1-252,11 0 252,-19 1-1609,-3-1 0,-3 1 1564,10 0 0,-2 0 36,4 1 1,-2-1-1,-2 0 9,-5 1 0,-4 0 0,1 1 0,4-1 0,1 0 0,-1-1-551,-2 1 0,-5 0 0,1 0 0,7 0 551,10-1 0,1 1 0,-6 0 0,-5 1 0,-1-1-9,2 0 1,-1 1-1,0-1 1,0 1 8,-6 0 0,1 0 0,0 0 18,7 0 0,0-1 1,0 1-1,-1 0-18,-4 1 0,-1 1 0,1-1 0,3 1 0,-2-1 0,-2 1 0,6-1 0,-5 2 0,-4-1 0,0 1 0,3-1 0,6 0-37,-7 0 1,2 1 36,6-1 0,-2 1 0,1-1 0,4 0 0,2 0 0,2-1 0,1 0 0,-1 1 692,-12 2 0,-4 0-692,10 0 0,0-1 0,1 1-462,0-1 1,1 0 0,1 1 461,-3 0 0,4 0 0,3-2 1478,3 1-1478,-17 2 954,13-1-954,-6 0 0,1 0 0,9-1 0,-14 3 0,17-4-40,3-1 40,0 0 819,2 1 0,7-2 0,0 0 0</inkml:trace>
  <inkml:trace contextRef="#ctx0" brushRef="#br0" timeOffset="-132585.74">22396 6708 2993,'30'-5'0,"0"0"0,0 0 0,0 0 0,2-1 0,-4 2 0,7-1 0,3 0 0,1-1 0,-3 1 0,-5 1 0,-2-1 0,-3 2 0,4-1 0,-2 0 0,5 0 0,1-1 0,1 1 0,-2 0 0,-4 0 0,1 1 0,0-1 0,0 0 0</inkml:trace>
  <inkml:trace contextRef="#ctx0" brushRef="#br0" timeOffset="-126302.73">6728 6321 5734,'2'-8'75,"0"1"-60,-1 3 75,1 0 0,0 1-90,1 5 179,2 20-179,-2-4 90,1 17-1164,-2-14 1134,-1 7 0,0 8 0,1 1-60,0-10 0,0 1 0,0 1 0,1 3 15,1 1 0,-1 3 0,1 1 0,1 2 0,-1-1 0,1-3 3,0 2 0,0 0 0,0-2 0,1 0 0,-1-1-626,0-3 1,1-1 0,-1 0 0,0-1 0,0-1 607,3 10 0,0-2 0,1 0 0,-3-8 0,0 1 0,0-1 0,0-1-647,0 1 0,0-1 0,1 1 647,0 7 0,1 0 0,-2-6-143,2 7 188,-3-17 0,-1-1-45,0 1 0,3 11 0,-4-15 90,-1-6 374,1 7-464,-2-8 2189,0 2-2189,0-4 3276,-1 4-3098,0-4 269,0 3-447,-1-5 0,0 2 0,4 0 0,-2-1 0,7 0 0,-3-3 0,1 1 0,1 0 0,3 0 90,18 6-2553,-8-3 2373,14 4-196,-15-4 0,0-1 286,0 0 0,1 1-1194,4 0 1,0 0 1238,-1 0 0,-1 0-892,12 2 847,-6-2 0,7 1 0,2 0 0,-2-1 0,-6-1 0,-2 0 0,2 0 0,3 0 12,0-1 1,3 1 0,3 1 0,1-1 0,0 0 0,-3 0 0,-2-1-135,5 1 1,-3-1 0,-1 0 0,2 0 121,-2 0 0,3-1 0,0 0 0,-2 0 0,-2 0-133,2 0 0,-4-1 0,9 0 133,-14 0 0,4-1 0,4 1 0,3 0 0,2 0 0,1-1 0,1 1 0,0 0 0,-2-1 0,-1 1 0,-3-1 0,-3 1 0,3-1 0,-4 1 0,-2-1 0,0 0 0,1 1 0,1-1 0,5 1 0,-6-1 0,3 0 0,1 1 0,1-1 0,2 1 0,1-1 0,0 1 0,0-1 0,1 1 0,-1-1 0,0 1 0,-1-1 0,-1 1 0,0-1 0,0 0 0,1 0 0,0 0 0,-1 0 0,0 1 0,0-1 0,-1 0 0,-1 0 0,-1 0 0,-1 0 0,-1 0-29,6 0 0,-2 0 1,-3 0-1,1 0 1,-1 0-1,3 1 1,2-1 28,-6 0 0,1 0 0,1 0 0,1 0 0,0 0 0,2 0 0,0 0 0,1 0 0,0 1 0,1-1 0,0 0 0,0 1 0,-4-1 0,1 0 0,1 1 0,0-1 0,2 1 0,0-1 0,1 1 0,-1 0 0,1-1 0,-1 1 0,0-1 0,-1 1 0,-1 0 0,-1-1 0,-1 1 0,-2-1 0,-1 1 0,6-1 0,-3 1 0,-2-1 0,-1 1 0,-1-1 0,0 1 0,2 0 0,3-1 0,2 1 0,-8-1 0,1 1 0,2-1 0,1 0 0,2 1 0,0-1 0,0 1 0,2-1 0,-1 1 0,1 0 0,0-1 0,0 1 0,-1 0 0,0-1 0,0 1 0,-2 0 0,0-1 0,-1 1 0,5 0 0,-1 1 0,0-1 0,-1 0 0,0 0 0,-1 1 0,0-1 0,0 0 0,0 1 0,0-1 0,-1 0 0,1 1 0,0-1 0,2 1 0,-1 0 0,1 0 0,-1 0 0,-1-1 0,1 1 0,0 0 0,0 0 0,1 0 0,-1 0 0,1 0 0,1 0 0,-3 0 0,0-1 0,2 1 0,-1 0 0,1-1 0,0 1 0,0 0 0,0-1 0,0 1 0,-1 0 0,0-1 0,-1 1 0,0 0 0,-2 0 0,6 0 0,0 1 0,0-1 0,0 1 0,-2-1 0,0 1 0,-2-1 0,-1 1 0,-1-1 0,-2 0 0,3 1 0,-5-1 0,-1 0 0,0 0 0,3 0 0,5 2 0,-8-2 0,2 1 0,3 0 0,2 1 0,1-1 0,2 1 0,1 0 0,1 1 0,0-1 0,-1 0 0,0 0 0,-1 1 0,-1-2 0,-2 1 0,-2-1 0,-3 1 0,8 0 0,-5-1 0,-2 0 0,-1 0 0,0 0 0,3 1 0,2-1 0,5 2 0,-13-3 0,2 1 0,3 1 0,1-1 0,2 1 0,1 0 0,1 0 0,1 0 0,2 0 0,-1 1 0,1-1 0,1 1 0,-1-1 0,0 1 0,-1-1 0,0 0 0,-1 0 0,-1 1 0,-2-2 0,-1 1 0,-2-1 0,-1 1 0,-3-2 0,13 3 0,-3-1 0,-3 0 0,-2-1 0,-1 1 0,0-1 0,1 1 0,1-1 0,2 1 0,-3 0 0,2 0 0,1-1 0,0 1 0,1 1 0,0-1 0,1 0 0,-2 0 0,0 0 0,-1-1 0,-2 1 0,-1-1 0,4 1 0,-2 0 0,-1-1 0,-1 0 0,0 0 0,-1 1 0,1-1 0,1 1 0,1-1 0,1 1 0,1 0 0,-1 0 0,0 0 0,0 0 0,-1 0 0,0 0 0,-1 0 0,0 0 0,-1-1 0,0 1 0,-1 0 0,1 0 0,1-1 0,1 1 0,2 1 0,0-1 0,0 0 0,-3 0 0,-1 0 0,-5-1 0,8 2 0,-5-1 0,-6-1 0,-3-1 1113,-7-1-1113,1-1 1937,3-3-1937,-9 1 0,3-1 0,-5 0 870,3 2-870,25 2 0,-8 1 0,4 0 0,0 0 0,-3-1 0,-1 1 0,1 0 0,7 0 0,1 1 0,-3-1 0,-5-1 0,-1 1 0,3-1 0,5 1-535,-4 0 1,6 0 0,0 0-1,-3 0 535,-2-1 0,-2 1 0,2-1-71,2 1 0,1 0 0,3 0 0,0 0 71,-8 0 0,2-1 0,1-1 0,-1 1 0,-1 0 0,-3 0-189,6 0 0,-4 0 0,8 0 189,-13-1 0,3 0 0,4 1 0,3 0 0,1-1 0,2 1 0,0-1 0,-1 1 0,0 0 0,-3-1 0,-2 1 0,-4-1 0,12 1 0,-6 0 0,-1-1 0,0 1 0,4 0 0,-7-1 0,3 0 0,1 0 0,1 1 0,1-1 0,-1 0 0,-2 1 0,-2-1 0,-4 0 0,9 1 0,-5 0 0,-1 0 0,-1 0 0,-1-1 0,-1 1 0,0-1 0,3 1-156,-2 0 1,3 0 0,1 1 0,0-1 0,-1 0 0,-2 0 155,1 0 0,-2 0 0,0 0 0,3 0 24,1 0 0,6 1 0,0 1 0,0-1 0,-4 0 0,-8 0-24,0-1 0,-4 1 0,5-1 0,1 2 0,-6-2 0,-8 0 0,-5-1 1457,0 1-1547,-1-1 1189,-2 1-1459,-12-8 197,3 4 163,-7-5 0,6 5 0,-5-3 0,1 1 0</inkml:trace>
  <inkml:trace contextRef="#ctx0" brushRef="#br0" timeOffset="-125833.73">20600 8771 5824,'-7'-5'359,"13"6"-359,-2 0 90,15 10 0,4 3-90,3 4-780,-5-5 1,1 2 779,-2 1 0,1 1-1271,3 1 1,0 0 1270,-6-3 0,1 0 45,12 7 0,-4-4-45,-13-9-535,12 7 625,-22-13-1,-1-1-1339,-15 7 1250,-1-3 90,-14 8 534,-1 1 1,-7 6 0,3-3-715,3-1 0,1 1-426,3-3 0,-3 2 0,1-1 1,4-1 425,2-2 0,3 0-54,2-1 0,-1-1 144,-3 2 0,0 0 0,1-1 0,1 0 0,-2 0 0,-1 1 0</inkml:trace>
  <inkml:trace contextRef="#ctx0" brushRef="#br0" timeOffset="-122233.73">11751 6642 5824,'-4'-7'270,"3"12"-270,2-3 0,0 11 89,3 9-89,-2-8 0,5 19 0,1 5 0,-5-18 0,1-1-612,3 13 0,-1 0 612,-2-5 0,-1-1-1493,-1-1 0,0-1 1493,0-2 0,0 1 0,-1-3 0,0 1 0,-1 2 0,0-3 0,1 0-557,-1 0 0,0-1 557,1-10 667,2 6-577,4 0 1814,-1 0-1904,4-4 0,25-3 90,-11-3-763,1-2 1,0 0 672,5-2 0,-8 0 0,4-2 0,2 1-487,5-2 1,4 0 0,1-1 0,-2 1 486,-4 0 0,-1 0 0,0 1 0,1-1-17,-2 0 1,1 0-1,1-1 1,2 0-1,2 0 27,-5 1 0,2-1 0,3 0 0,1 0 0,0-1 0,0 1 0,-1 0 0,-3 0 0,-3 1-10,2-1 0,-4 1 0,-1-1 0,3 1 0,5-1-24,-7 1 1,4-1-1,2 0 1,3 0 0,2 0-1,1 0 1,2-1 0,-1 1-1,1 0 1,-2-1 0,0 1-1,-2 0 1,-3 0 0,-2 1 23,4-1 0,-1 0 0,-3 1 0,-1-1 0,0 1 0,0 0 0,1-1 0,1 1 0,-1-1 0,1 1 0,1-1 0,0 0 0,1 1 0,-1-1 0,0 0 0,-1 1 0,-1-1 0,-1 1 0,3-1 0,0 1 0,0-1 0,-2 1 0,-1 0 0,-2-1 0,-1 1 40,3 0 1,-4 0 0,1 0 0,6 0-33,-6 0 0,3 1 0,5-1 0,2 0 1,1 0-1,1 0 0,1 0 0,-2 0 1,-2 0-1,-2 0 0,-4 0-8,4 1 0,-4-1 0,-2 1 0,0-1 0,2 1 0,4-1-23,-4 1 0,2-1 0,2 1 0,2-1 0,1 0 0,1 0 0,-1 0 0,0 1 0,-1-1 0,-1 1 0,-2 0 23,2 0 0,0 1 0,-2 0 0,-1 0 0,0 0 0,0 0 0,0 0 0,0 0 0,3 0 0,0 0 0,-1 1 0,0-1 0,1 0 0,-1 0 0,2 0 0,-2 1 0,2-1 0,-1 0 0,2 1 0,-2-1 0,1 0 0,-2 1 0,-2-1 0,4 0 0,-1 1 0,-1-1 0,-2 1 0,-1-1 0,-3 1 19,6 0 0,-4 0 0,7-1-9,-11 1 0,6-1 0,3 0 0,1 1 0,2-1 0,0 0 0,-2 0 0,-2 0 0,-4 0-10,2 0 0,-4 1 0,-1-1 0,1 0 0,4 0-17,-3 0 1,2 0 0,3 0-1,1 0 1,1 0-1,0 0 1,-1 0 0,-1-1 0,-2 1 16,2 0 0,-1-1 0,-1 0 0,-1 0 0,0 1 0,0-1 0,1 0 0,-1 0 0,0 1 0,0-1 0,0 0 0,1 1 0,0-1 0,0 0 0,-2 0 0,1 1 0,1-1 0,-1 0 0,1 1 0,0-1 0,-1 0 0,0 1 0,3-1 0,0 1 0,-1-1 0,0 1 0,1-1 0,1 1 0,2 0 0,-6 0 0,2 0 0,2 0 0,0 1 0,0-1 0,0 0 0,0 1 0,-1-1 0,-2 1 0,-2-1 0,5 0 0,-3 0 0,-1 1 0,0-1 0,3 0 0,4 1 0,-10-1 0,3 1 0,3-1 0,1 1 0,2 0 0,1 0 0,0 0 0,0-1 0,0 1 0,-2 0 0,-1 0 0,-3 0 0,-2 0 0,-3 0 0,11 0 0,-6 1 0,-2-1 0,1 1 0,3-1 0,-5 1 0,2-1 0,1 0 0,1 0 0,0 1 0,-1-1 0,-1 1 0,-2-1 0,6 2 0,-2-1 0,-2 1 0,0-1 0,-1 1 0,2 0 0,-1 0 0,0 0 0,-1 0 0,0 0 0,0 0 0,0-1 0,-2 1 0,7 1 0,-1 0 0,-5-1 61,-5 0 1,-2-1-107,-2 0 0,2 0 45,5 1 0,3 1 0,-2-2-17,-4 0 1,0 0 16,-1 1 0,2-1 0,-3 0 0,-3-2 0,-3 0 0,3-2 0,-1 0 0,15 0 1333,0-3-1333,-8 1 0,0-2 0,-1 1 0,1 0 0,6-2 0,0 1 0,0 1 0,-2 0 0,-5 3 0,-2 0 0,-3 1 0,0-1 0,-1 2 0,1-1 1134,9 1 0,-1 0-1134,0 1-1129,0-1 0,-1 0 1129,-12 0 0,12 1-1343,4-1 1343,-4 0 0,-3 0 1343,-3 0-1343,-10 0 0,10-1 0,-13 1 0,-1 0 2258,1 0-2168,-3 1 3186,1-2-2980,-3 0-206,-3-4-90,-1 0 0,-2-1 0,0-1 0,-1-2-180,0-3-180,1 3 90,-2 0-494,0 3 764,-2 1 0,0-1 0,-4 1 0,0 1 0</inkml:trace>
  <inkml:trace contextRef="#ctx0" brushRef="#br0" timeOffset="-121734.73">21362 6907 5824,'-7'-5'0,"2"0"90,2 2 0,0-1 179,1 1-269,7 9 90,6 3-90,2 3-736,7 7 736,-4-6 0,5 6 0,-3-5 90,4 3-90,-10-9 0,18 12 0,-18-12 0,15 9 90,-20-13-90,4 1 0,-11-1 90,-27 18-2746,0-2 2656,7-5 0,0 0-993,-8 5 813,0 2-805,4-5 1,0 0 984,7-4 0,-1-1 0,-4 4 0,0-2 0,1 0 0,-1-1 0</inkml:trace>
  <inkml:trace contextRef="#ctx0" brushRef="#br1" timeOffset="-117786.73">10535 7105 5739,'-2'-7'-1,"-3"3"-1,1 3 3,-4 4-1,2-2 1,-3 3-1,3-1 1,-16 11-1,3 3 0,0 2 1,0 1-1247,-2 7 1246,4-1 1,2 0-2980,4 0 2979,3-6 0,0 0 502,0 2-265,3-1 1,0 1-131,1 0 0,1 0-9,-1 1 1,0-1-1412,2 15 1488,3-17 80,4 2 1,2 4-1,0 0-208,7 6 0,1 1-184,-6-7 1,0 2-1,1-4-56,3 2 1,2-5 30,8 4-1507,2-4 1669,4 3 0,-5-8 525,-10-9-516,12-1 0,2-2 32,-1 0-12,4-4 1,9-2 0,-6-2-367,-12-2 1,0-1 336,15-2 0,-1 0 0,-4-6 63,-12 5 1724,-1-2-1836,1-5 0,0-2 12,-1-2-42,-1 3 0,-2-3-20,-8-5 0,-5-3-10,-3 1 1,-1-1 0,2-6 0,-3-1 25,-3 12 0,-2-1 0,-3 0-27,-8-5 0,-5-2 0,2 3 109,3-1 1,-4 0-45,0 6 0,-6-4 0,-3 0 0,2 2 1,4 5 43,-3 2 0,0 2-29,6 1 0,-3-1 0,0 1 0,1 3 30,-9 1 0,0 5 0,5 6 0,-1 2 0,1 1 0,-6-3 0,1 2 45,6 2 0,-1 1 0,2 5-45,-1 12 0,3 2 0,8-8 0,1 0 1,-8 12-1,0-1 0</inkml:trace>
  <inkml:trace contextRef="#ctx0" brushRef="#br0" timeOffset="-113586.73">15231 7074 5737,'3'-7'152,"-1"2"-93,-2-3 25,-11-2-101,1 2 11,-6 0 6,-9 10 7,0 6 1,-2 2 7,9-4 1,-2 2 9,-3 9 0,-5 7 0,1 1 0,6-3-20,5-3 0,3 1-1098,-7 7 1,-3 5 0,7-4 1014,6 8 83,5-7 1,2 2-1139,3 2 1,2 0 1125,-2 0 0,2-2-264,3 0 0,2-4 271,4 5 0,3-5 0,4 3 0,-1-3 0,-5-7 0,1-1 0,4 6 0,3 3 0,-3-7 0,4-6 0,-2-5 0,3-1 0,5-3 0,1-2 0,-2 2 0,-1-2 154,2-2 0,0-5-115,0-7 0,1-5 0,-4 2-23,-5 3 1,-1 0-170,7-4 0,2-2 1,-4-2 152,-2-12 0,-6-4 4,-6 10 0,-2-1 0,1-1 28,1-1 0,1 0 0,-2 0-32,-2-10 1,-4 2-4,-1 16 1,-3-1-24,-5-7 0,-3-6 0,-2 0 0,2 4 26,0 0 0,-4 0 0,0 5 0,-5-3 0,-3-3 0,-2 2 0,0 2 0,2 6 0,-8 4 0,0 5 0,-1 0 0,3-3 0,-2-1 0,1 1 0,1 4 0,0 3 0,1 3 0,4 1 0,-14 3 78,10 4 0,-5 3 0,3 0-82,10-3 0,-1 3 2,-8 5 0,-3 5 0,10-1-53,18 7 0,3 13 0,18-14 0</inkml:trace>
  <inkml:trace contextRef="#ctx0" brushRef="#br1" timeOffset="-111469.73">20013 7212 14611,'-4'-7'-3277,"1"2"1493,1 0 1160,0 1 29,0 1 227,-1-1 113,-1-1 50,0-1-803,0 2 937,-12-9 292,5 6-26,-6-1 1,-2-1-2969,-8 2 3522,-5-1 41,8 4 80,-4 1-382,4 1 1,-2 0 478,-8-1-630,11 1 1,-1 2 50,1 2 1,0 1-1074,4 2 1,-1 1 1093,-6 0 0,1 1 378,-7 10 210,13-4-533,-2 11 1,-1 3 2494,1 2-2924,8-4 1,-1 7-1,1 2 1,4-5-139,5-2 1,2 0-849,-2 3 1,-1 3-1,3-5 545,4-7 1,2-3-206,1 0 0,2 1-234,9 14 0,2 0-32,-8-11 0,2-1 472,4 1 1,4 3 0,1-1 0,-5-5-648,8 3-148,2 1 1,-1-3 526,-10-13 397,15 2 460,-8-7 0,1-1 170,-2 1 0,1-1 815,1-1 1,1-4-738,2-4 1,1-3 0,-2 0 231,-7 3 0,0 0-753,6-4 0,3-1 0,-6 1 1347,-1-5-905,-3-1 0,0-3-365,1-9 1,-1-2-100,0 5 1,-1 0 714,-2-3 0,-5-3-902,-9 1 1,-4-4 0,-1 4-280,1 9 0,-1-1-91,0-8 0,-1-4 0,-6 4 153,-6 8 1,-5 3 0,1 3-41,-6-3 1,0 0 351,2 2 1,-1-1-1,1 3-50,-2 4 0,1 3 53,1 2 1,-1 2 244,-6 5 1,-2 3-1,1-1 105,1-2 1,0 4-125,4 5 1,-3 4-1,-3 3 1,3 0-1,6-1 1,-2 5-1,3 3 1,1-2-1,-1 0 1,1 1 0,0-1-1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45:56.81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3930 401 7533,'5'6'0,"0"1"0,-3-5 90,0 2-90,1-1 90,0 0-90,2 0 90,-2-1-1,2 1 91,-1-3-180,4 0 180,-1-2-90,2-1 0,-1-2 0,1-1 90,1-2-90,1-2 0,0-1 90,2-3-90,-1-1-446,1-2 446,-1 1 0,-2 0 0,-1 2 0,-1 0 90,2-6 0,-4 8-90,2-4-90,-4 7 90,0 2 0,-1 0 445,1 1-445,-1 2-90,0 4 0,-1 4 90,-3 14-90,0-2-648,-1 13 648,1-1-1059,-1 5 1149,1 1-90,0 1 0,0 2-1256,1-1 1346,0 1-90,1-2 0,1 0 0,-1-6 0,0-1-90,0-5-89,0-3-181,-1-3-640,1-1-169,1-3 628,-1-1 541,1-2 0,0 2 0,0-1 0</inkml:trace>
  <inkml:trace contextRef="#ctx0" brushRef="#br0" timeOffset="228">3961 889 9242,'9'4'360,"-1"0"-271,-2-3 181,2 0 90,6-1-90,-1-1-90,7-1 0,-2-1-90,5 0 45,-1-1 0,1-1-2196,17-2 2016,-13 2 0,1-1-135,3 0 1,-1 0-46,-7 1 0,0-1-540,6 0 1,-2 0-765,7-4 1529,-5 1 0,1-1 0,0-1 0</inkml:trace>
  <inkml:trace contextRef="#ctx0" brushRef="#br0" timeOffset="562">4771 419 10501,'-3'-13'810,"1"3"-451,0 2 91,1 3-450,5 17 90,0 10 0,3 11-90,-2 2-1431,-2-5 1431,-2-1 0,0 5 45,-1-11 0,-1 1-45,0 12 0,0-13 0,-1-2 0,0 6 75,0 3-615,-1-4 91,1-2-91,0-7-989,2-8-90,0-2 1619,-1-2 0,1-2 0,0-2 0</inkml:trace>
  <inkml:trace contextRef="#ctx0" brushRef="#br0" timeOffset="903">4759 356 10501,'-4'-7'450,"-1"1"179,2 3-539,8 0 0,1 2 90,23 4-90,-2 0-1206,-5 0 1,1 0 1205,18 2-45,-20-2 0,3 1-65,8 3 0,6 3 0,-2 3-10,-1 6 0,0 3 0,-1-1-327,1-4 1,0-2-1,-4 4 357,-5 6 0,-3 4 0,-10-4-1183,-17 10 1138,-1-13 0,-4 0 45,-2-3 0,-1-2 0,-3 1 0,-1-1 0,-3 1 0,-2 0 0,-2 0 0,0-1 0,-1 0 0,-1-1 0,0-1 0,0-1 0,2-1 0,0-2 0,1 0 0,-1 0 534,-3 2 0,0-1-939,5-3 0,1 0-404,-16 7-631,17-8 1473,12-6 0,8-8 0,4-3 0</inkml:trace>
  <inkml:trace contextRef="#ctx0" brushRef="#br0" timeOffset="1818">5956 624 10951,'3'3'989,"0"0"-899,12-3 0,-1-1-90,4 0 90,7 0 0,4 1 0,5-2-1729,6 1 1,2 0 1474,-15 0 1,0 0 193,2 0 0,3 0 0,-4 0-207,-4 1 1,-3 0 176,0 0 0,0 0-636,19 2 636,-3-1 0,0 0 90,-3 1-90,-5 0-538,-3 0 538,-5 0 2002,-4-1-2002,-3 1 1189,-1-1-1189,-2 0 1102,-2 0-1102,-1-1 838,-1 0-928,-1 0-180,-2 0-540,1-1 810,-1 0 0,-1 1 0,-1-1 0</inkml:trace>
  <inkml:trace contextRef="#ctx0" brushRef="#br0" timeOffset="2233">6638 529 10141,'2'-7'630,"0"0"-540,0 4 90,6 3-180,-2 1 90,7 4-90,-4 0 90,7 2-90,-2 0 90,5 2-90,-3-3 0,-1 1 0,1 0 89,0-2-89,7 3 0,-7-4 0,11 4 0,-3 0 0,-5-2 0,-1 0 0,-12-4 0,-1-1 0,0 1 0,-2 0 0,-1 1-89,-4 3 89,-1 1 0,-10 6 0,2-3 0,-7 7 0,-5 6 0,3-4 0,-5 7-741,8-9 651,3-1-90,2-3-629,0 3-541,4-5 1,-1 1 1349,6-4 0,-2 1 0,1 0 0</inkml:trace>
  <inkml:trace contextRef="#ctx0" brushRef="#br0" timeOffset="2961">8041 490 10141,'4'-7'1259,"0"1"-629,-2 2-90,0 1-270,1 1-180,3 4 0,0 0 0,2 5-90,-1 0 89,2 2-89,1 0 90,1 1-90,0 2 90,3 0-90,0 2-90,1 1-265,-2-2 266,0-2-451,2 1 270,-3-3-719,3 1-1260,-4-4 720,-2-1 1529,-1-4 0,-6 0 0,-1-2 0</inkml:trace>
  <inkml:trace contextRef="#ctx0" brushRef="#br0" timeOffset="3179">8263 406 9961,'-3'-7'540,"0"1"90,0 3-540,-2 3 0,1 2-1,-2 3 91,2 1 0,-5 16-90,4-7 0,-6 13-801,5-12 801,-2 3-180,0-1 0,0 2-540,-2 4 180,3-7-2788,-6 9 3238,6-13 0,-5 6 0,3-5 0</inkml:trace>
  <inkml:trace contextRef="#ctx0" brushRef="#br0" timeOffset="3451">8101 481 10861,'2'-7'989,"1"1"-899,-1 9 0,-1 0-90,1 8-315,-1 18 0,-2 3-2203,1 2 2518,0 1 0,-1-1 0,-2-11 0,0-8 0</inkml:trace>
  <inkml:trace contextRef="#ctx0" brushRef="#br0" timeOffset="3684">8049 606 11580,'27'-1'225,"0"-1"0,4 1-450,1-2 0,1 0-1414,-9 0 1,-3 0-485,14-4 2123,-13 2 0,-1 0 0,12-5 0,-2-1 0</inkml:trace>
  <inkml:trace contextRef="#ctx0" brushRef="#br0" timeOffset="4446">8842 455 10321,'1'-7'810,"0"-1"719,2-4-450,-2 1-539,1 0-450,-2 14 180,0 7-270,-2 20 0,-2 8 0,0-4-796,0 4 706,1-21 0,0 3-90,0 2 90,-1-9-90,2 5 90,4-20 0,8-12 0,2-8 0,2-3 0,2-2-404,0 1 0,2-1 0,-2 2 449,1-3 0,1 3-45,4-3 0,1 4 520,7 7-430,2 3-90,-5 19 90,-13 8 0,-3 12 0,-5-6 0,-2 7 0,-2-2 0,-2 0 0,2 10 0,-1-6 0,0-1 0,-1-2 0,2-3 0,0-8-90,0-2-90,1 3-90,0-5 1309,2 0-2298,1-5-1799,2-3 3058,0-1 0,4-4 0,-1-3 0</inkml:trace>
  <inkml:trace contextRef="#ctx0" brushRef="#br0" timeOffset="4971">9609 602 10861,'7'-3'2788,"-2"0"-2608,-8 0-90,0 1 90,-7 0 0,-8 5 0,-13 5-90,-2 1-1346,13-3 0,0 0 1256,-12 6 89,1 2-72,0 1-17,3 1 90,4 0-757,2 2 667,1 0 90,2 2-180,2 0 90,3-1-89,3-1 89,4-2-90,1-2-90,3-1 90,1-1-90,2 0 2440,2 0-2440,2 0-90,5 4 90,11 3 90,-3-4 902,6-1-902,-10-10 1,1 0-1,0 0 90,0-2-90,-1-1 0,0-1 90,-1-1-90,0-1 90,0-1 0,0-1 0,-2-2 0,0-1-90,-2 0 90,-1-3 0,-1 2 0,-3-2 0,0 1 0,-2-2 90,-3-6-90,-1 4 0,-3-5 90,-1 6-90,1 1 90,-2 1-90,0 1 0,-1 1 0,0 0 90,0 2-90,1 0 0,0 1 0,0 0-90,1 1-180,1 1-90,0 0-90,1 1-1888,1 0 2338,0 1 0,0-2 0,0 1 0</inkml:trace>
  <inkml:trace contextRef="#ctx0" brushRef="#br0" timeOffset="7735">10068 536 10681,'11'3'450,"1"-1"-270,-2-3-91,4 0 91,3 0-90,6-1 0,3 1-2214,6-1 2214,2 1 0,2-1-988,2 0 988,1 1-90,0 0 90,0 0-90,-1 2 90,-2 0-403,-1 0 403,-3 1-90,-3 0 0,-4-1 90,-5 0 411,-2 0-501,-4 0 0,-1 0 0,-3-1 1249,0 0-1249,-3 0 1177,3 0-1447,-3 0-180,1 0 450,-4-1 0,0 1 0,-3 0 0</inkml:trace>
  <inkml:trace contextRef="#ctx0" brushRef="#br0" timeOffset="8144">10620 470 9422,'4'-7'359,"-1"0"-179,0 4 0,-1 0 0,2 0-90,0 1 0,1 1 0,0 2-90,0 0 90,1 2 0,-2 0-90,4 1 90,-1 1 0,2 1-90,1 0 0,0 1 90,1 0-90,1 0 90,1 2-90,0-1 90,0-1-90,1 1 0,12 3 0,-10-3 0,10 2 0,-15-5 0,0-2 0,-2 1 90,-1-1-180,-1-1 90,-1 0 90,-2-1-180,1 0 90,-10 3 0,0-2 0,-14 6 0,4-2-429,-7 5 519,4-2-90,-3 2-90,3 0 0,1 0-90,1-1-90,4-1-378,-2-1-71,2 2-451,1-3 361,1 1 809,3-2 0,-2 1 0,0 1 0</inkml:trace>
  <inkml:trace contextRef="#ctx0" brushRef="#br0" timeOffset="9121">12025 340 9512,'-7'-7'989,"1"-1"-629,3 6 269,1-2-539,5 0 90,0 1-180,5 0 90,1 2 0,3 1 0,0-1 0,3 2-90,-1-1 90,4 0-90,0 1 90,1 1-90,1-1 0,-1 1 0,-1 0 0,-1 0-90,-1 1 90,-2 0-90,-1-1 90,2 2 0,-5-2-90,1 2 90,-5-1 0,0-1 0,-1 1 0,-2-1-90,0 2 90,-1-1 0,-1 1 0,0 2 0,-1 0 0,0 2 0,-1 1 0,0 0 0,0 1 0,1 2 0,-2 1 0,1 1 0,-1 1 0,0 0 0,1 1-90,-2 9 90,2-7-355,0 7 265,0-8-90,1-1 90,0 1 0,0-2-90,1-1 90,-1-1 0,0-2 90,0-1-90,0-2 0,0 0 90,0-2 176,0 0-266,-1-1 90,-1-1-90,-6-5 90,3-2 0,-6-4 0,4 0 0,-3-3 90,-1-3-90,-2-2 0,-2-3 90,-1-1-90,1-2-630,0 1 630,0-1 0,2 1 90,0-1-90,0 1 0,2 1-3183,0 2 3183,2 2 0,1 2 0,0 1 0,1 1 0,-2-3 0,3 4-90,-1-2-180,2 5 421,1 2-151,0-1 0,1 3 0,0 1 0</inkml:trace>
  <inkml:trace contextRef="#ctx0" brushRef="#br0" timeOffset="10169">12874 334 10591,'-2'12'360,"1"-1"-270,0 7 90,0 3-91,0 10 1,0 1 0,-1 0-548,1-2 0,0-2 458,0-12 311,-1 4-311,1-6 0,0 7 90,0-11-90,1 3 90,-1-7 785,0 1-875,2-16 45,6-9 0,0-4-45,3-12-30,2 4 0,3-5 0,-1 6 30,1-1 0,0 1 0,0 2-90,-1 12 90,-3 4 0,5 1 0,-6 6 0,1 2 0,-1 3 0,0 1 0,0 3-90,0 3 90,-1 1 0,-1 3 0,-1 2 0,-1 1 90,-1 2-90,1 8 0,-2-5-90,0 7 180,-2-1-90,0-7 0,-1 11 0,1-13 0,0 4-270,2-4 180,-2-5-179,2 1 89,-1-5-90,1-2-989,5 1 89,0-4 1170,9 0 0,1-6 0,5-2 0</inkml:trace>
  <inkml:trace contextRef="#ctx0" brushRef="#br0" timeOffset="10770">13774 495 10501,'-5'-5'450,"2"1"-360,-6 6 0,1 0 0,-2 2 0,-1-1-90,-3 1 89,-2 1-89,-4 3-814,-1 0 814,-4 4 45,7-2 0,-1 2-45,0 0 0,0 0 0,0 2 0,0 0 90,-13 12-90,14-6 0,1-1 0,3 2 0,2-3 90,2 1 128,3-3-218,1 6 0,4-5 0,1 4 0,4-6-89,6 5 89,0-5 0,14 10-90,-5-12 90,13 4 0,-9-9-305,2-1 305,-7-5 0,-2 0 0,1-2 664,-1 0-664,-1-2 0,0-2 0,-3-1 0,0-2 0,-2-1 0,-1-1 0,-2-3 0,-2 0 0,-3-7 0,-3 4 0,-3-5 0,-3 6 90,-2-2-90,-1 1 0,-2 1 0,2 4-90,-1 0 90,-3 1 0,4 1 236,-2 1-326,5 4-179,0 0-1,1 1-90,2 1-1529,-1-1 1889,0 1 0,1 0 0,-1-1 0</inkml:trace>
  <inkml:trace contextRef="#ctx0" brushRef="#br0" timeOffset="11525">14258 457 9422,'9'-1'539,"0"0"-179,-4 1-270,2-1 90,-2 2-90,2-1 0,-1 2 90,1 1-180,1 1 90,1 2 0,1 1 0,0 2 0,0 0-1,1 3-89,0 0 90,1 3-90,-1 0 0,1 1 0,-1-1-90,-2-1-89,1 0-91,-1-1 0,0-1-90,0 0 0,-1-3-179,0 0-631,-2-2 451,0-1 719,-1-1 0,0-3 0,0 1 0</inkml:trace>
  <inkml:trace contextRef="#ctx0" brushRef="#br0" timeOffset="11778">14506 421 9152,'-3'-7'90,"1"2"180,1 1-180,-1-1 269,0 2-179,-2 2-90,0 4 0,-1 4 0,1 1 0,1 1 0,-2 3 0,1 2-90,-1 2 90,1 2 0,-2 2-90,0 1 0,0 0 90,1-2-90,0 0 90,0-1-180,1 0 0,-1-1-180,2-1 0,-1-1-1439,2 1 630,0-4 1079,1 2 0,2-2 0,0 0 0</inkml:trace>
  <inkml:trace contextRef="#ctx0" brushRef="#br0" timeOffset="12045">14334 473 9422,'-9'1'269,"4"0"-179,0 6 0,5-3-90,-1 5 180,2 3-90,1-1 0,2 11 0,-1-8-90,3 7 0,-1-6 90,1 1-90,0 0 0,1-1-360,1 4-2158,1 3 2518,-1-6 0,-1 2 0,-2-8 0</inkml:trace>
  <inkml:trace contextRef="#ctx0" brushRef="#br0" timeOffset="12286">14241 616 9691,'9'5'450,"1"-1"-270,2-3-90,5 0 0,1 0 180,14 0-270,-3 0-2019,9-2 1840,-6-1-451,-10 1 0,2-2-225,0 0 1,0-1 854,-1 0 0,0-1 0,0 0 0,-1-1 0,9-5 0</inkml:trace>
  <inkml:trace contextRef="#ctx0" brushRef="#br0" timeOffset="12995">15081 319 8972,'0'-9'809,"-1"1"-629,-2 2 180,1 1-90,-1 0-180,-1 2 180,1 0-180,-3 2-90,2 1 90,-3 3 0,2 2-90,-2 2 90,0 2-90,-1 3 89,1 1-89,0 3 90,-1 4-90,1 1 0,0 2-1615,2 3 1615,1-2 0,0 11 0,3-9 0,0 12-308,3-9 308,0 5-1011,1 0 1011,1 0 0,0 0 90,0-2-90,0-1 0,-1-9 0,1-1 0,1 9 0,3 7-457,-4-18 367,0-1 1423,-1-3-1333,1 0-90,-2-2 392,0 0-392,0-2-90,-2-1 0,-1-2 1190,0-1-1280,-3-1 207,-3 0-476,0-3-541,-4 0 361,2-4 719,-3-2 0,-5-3 0,-3-2 0</inkml:trace>
  <inkml:trace contextRef="#ctx0" brushRef="#br0" timeOffset="13227">14960 702 9512,'9'-2'359,"0"-1"-269,-2 2-90,1 0 90,4-1 0,0 1-90,1-1-90,1-1-90,2 1-269,0-1-631,1-1 271,0-1 809,3-2 0,3-4 0,3-1 0</inkml:trace>
  <inkml:trace contextRef="#ctx0" brushRef="#br0" timeOffset="13588">15371 369 9422,'5'-6'1349,"-1"1"-360,-2 2-989,-5 14 180,0 1-180,-3 10 90,1-2-90,2-4 90,0 2-90,-2 11 90,3-3-728,-2 7 638,2-7 90,2-2-90,-1-3 0,1 2 0,1 8-244,0-8 0,0 0 65,4 10-1,-1-10 0,3 4-90,-2-12 606,1-2-1326,3 2-359,-2-5 0,2 0 1349,-2-6 0,2-2 0,1 0 0</inkml:trace>
  <inkml:trace contextRef="#ctx0" brushRef="#br0" timeOffset="14171">15488 625 9871,'6'-7'0,"-1"2"90,-1 3-90,0 0 0,1 1 90,1-1-90,2 1 0,1 0 90,1 1-90,1 0 0,-1 0 0,2 1 0,-1 0 0,-1 1 90,-1-1-90,-1 1 0,-1 1 0,-2 0 90,0 4-90,-5 2 0,-2 3 0,-4 0-90,-6 6 90,1-4-90,-3 6 90,4-7-90,-4 6 0,3-6 90,-3 5 0,7-9-90,0 0 90,2-2-90,-2 1 90,3-2-90,0 0 90,12-10-89,-2 1 89,10-9 0,-3 0 0,10-11 0,-4 2-1210,7-8 1210,-7 7 0,0-2 0,2-1-259,-1 1 259,7-6 0,-10 11 0,3-3 0,-11 12 0,-3 2 0,0 3 90,-3 1-90,-7 10 0,1 1 0,-7 9 0,1 0 0,-5 13 0,3-6 1186,-2 7-1186,3-4 0,1 5 0,2-5 0,3-1 0,4-11-90,1-4-90,2 2 193,0-6-283,2-1-989,5-2 1169,-1-2 90,5-2 0,2-5 0,3-2 0</inkml:trace>
  <inkml:trace contextRef="#ctx0" brushRef="#br0" timeOffset="14475">15931 363 8612,'2'-7'450,"3"3"-360,1 4 90,1 3-90,1 4 0,1 2 89,2 6-994,2 3 905,1 5 0,0 3 0,-1 1 0,0 1-829,-3 2 829,-2 2 0,-4-8 0,-1 1 0,-1 14-90,-2-11 0,-1-1-1123,-6 11 1078,2-18 0,-2 0-45,-9 18-90,-5-3 45,9-18 0,-1 0-224,-14 13-901,-2-2 1260,9-11 0,0-2 0,2-3 0,0-1 0,-3 3 0,-1-1 0</inkml:trace>
  <inkml:trace contextRef="#ctx0" brushRef="#br0" timeOffset="15534">13191 154 9152,'9'3'719,"0"-1"-539,-5-1 0,2-1-90,-1 1 0,1 0-90,-1-1 90,0 0 0,0 0 0,0 0 0,1 1-90,0-1 90,-1 2-90,0-1 0,0 2 90,0-1 0,-1 2-90,-1 0 0,0 1 0,-2 2 90,0-1-90,-1 3 0,-1 0 90,-2 2-90,-4 6 0,2-3 90,-5 5-90,4-8 0,-2 1 0,2-2 0,-2 2 0,2-3 0,-1 2 0,4-5 0,0-1 0,1 0 0,0-1 0,1 2 0,2-2 0,0 1 0,3-3-90,0 0 90,5-2 0,2-1 0,2 1 0,1-2-90,-3 2-270,4-2 90,-2 1-180,2-1-899,-6 2 180,-1-1 1169,0 1 0,-1 0 0,0 0 0</inkml:trace>
  <inkml:trace contextRef="#ctx0" brushRef="#br0" timeOffset="22079">16259 193 9152,'9'-5'450,"0"1"-361,0 3 1,1 2-90,0-2 90,3 2 0,1-1 0,2 1-90,2-2 90,1 1-90,1 0 90,2 0-90,9 1 90,3 1-1085,-1-1 1085,-4 1-90,-11-1-84,-1 0 84,-3 0 0,-1 1 0,-2-1 90,-1 0-90,-1 0 986,-1 1-986,-2-1 93,1 1-93,-2 0 0,0 0 0,-1-1 0,0 2 0,0-1 0,-1 1 0,1 6 90,-1 4-90,0 3 0,-2 4 0,0 3 0,-1 4 0,-1 5-1093,0 2 1093,-2 2-1519,0 6 1519,1-20 0,0 0 0,0 2 0,-1 0 0,1 1 0,-1 0 0,0 0 0,1 0 0,-1-1 0,0 2-1249,0 8 1,-1 0 1293,1-9 0,0-1-45,0 7 0,0 0-733,0 7 733,0 0 90,2 0-90,0-1 0,1-2 0,1-4 512,0-4-422,0 1-90,1-6 0,0 1 0,-1-6 1028,1-3-1028,-1-3 0,0 0 0,0-2 2987,0-1-2897,0-1 1488,-1-1-1218,0 2-84,-1 1-186,-7 0 0,1-3-90,-7 0 180,-27 2-180,17-4 0,-1 1-1085,-7 0 1,-1 0 1039,2 0 0,2-1-45,5-1 0,1-1 0,-1 1 0,1-1 0,0 0 1,-1 0-1550,-4 0 1,0 0 622,-12 0-333,-1-1-409,21-3 1758,4-1 0,-1-4 0,-1-2 0</inkml:trace>
  <inkml:trace contextRef="#ctx0" brushRef="#br0" timeOffset="22900">11761 136 8792,'-6'2'1889,"1"1"-1889,8-1 90,-1-1 0,6 0 0,0-2 0,6 1 0,4 0-90,8 1-90,-5-1-90,1 1 0,-8-1-450,4 1-989,-1 0 720,-1 0 899,-4 0 0,-6 0 0,0 0 0</inkml:trace>
  <inkml:trace contextRef="#ctx0" brushRef="#br0" timeOffset="23333">11671 173 8882,'5'8'360,"-1"0"-180,-4 5-90,-3 12 89,0 2-1072,-1-7 0,0 1 983,-5 15-45,3-14 0,0 0 0,0-1 0,-1 2 0,-5 11 0,0 2-917,3-9 1,0 0 871,-3 10 0,0 0 45,4-11 0,0 0-1082,1 0 1,-1 0 1036,1-1 0,0-1 0,1 0 0,0-1-679,1-2 1,1-1 768,-4 18-322,2-6 232,0-1-177,2-6 177,1-2 1200,0-6-1110,3 3-90,-1-7 0,2 4 1795,-1-7-1706,2 0 1343,-1-2-1432,2-1 90,-2 0-90,2-2 3276,0 1-3070,0-2-206,1 0 0,1 0-3277,5 0 3252,-1-2-146,6 0 171,-2-1 62,4 0-62,2 0 0,7 1-437,2-2 437,6 1 1941,1 0-2031,2 0 118,0 0-343,-11-1 1,0 0-136,13-1-1189,-13 1 1,-2-1-170,8 0 1808,-3 0 0,4-2 0,0 0 0</inkml:trace>
  <inkml:trace contextRef="#ctx0" brushRef="#br0" timeOffset="24560">17383 550 9062,'7'-4'90,"-1"0"0,-2 3 90,0-1 0,-1 0-1,1 1 91,0-2 0,0 0 270,-1 1-270,2-1 179,-2 0 271,1 0 269,-1 1-899,-8 3 0,0 0 0,-10 3 0,0 1 0,-16 6 0,5-2-751,6-1 1,-1 1 750,-8 7-90,-4 1 90,4 0-965,2-1 965,2-1-90,3-1 0,0 2 0,3-1 0,3 0 0,2-1 0,3-1 0,-1 3-90,4-4 90,-1 4-90,6-5 1,0 1 1190,3-1-1190,1 1-91,5 8 90,0-4 442,6 9-441,0-8-178,10 10 177,2-4 0,1 2-681,-5-8 771,-4-7-90,2 2 0,-5-5 90,2 2 0,-5-3 427,-3-2-427,1 0 85,-4-4-85,0-1 727,-2-4-727,0 0 0,-4-5 0,-1 2 0,-2-4-90,1 2 180,-5-7-90,2 5-90,-3-6 90,4 7 0,-1 0 0,1 0 0,0 0 0,0 1 0,0-1 0,1 3 0,1-1 0,-1 2 0,2 1 0,-1 0-90,0 0-90,1 2 0,1 0-90,-1 0-449,1 1 269,-2-2-1439,2 2 1889,0-2 0,1 0 0,2-1 0</inkml:trace>
  <inkml:trace contextRef="#ctx0" brushRef="#br0" timeOffset="25103">17647 274 9332,'-4'-8'719,"1"1"-449,2-1-180,2 3 270,7-1-270,-1 4 270,29-1-270,-20 4-1,20 0-89,-22 3 90,-1-1-90,-1 1 0,-1 1 90,-1 0-90,-1 2 90,-2 5-90,-4-1 90,-5 13-90,-11 2 90,-2 1-90,-3-5 0,-2 0-1812,-1 2 1812,4-8 0,2 0-255,1-1 165,3-2 180,2-2-180,1 0 90,3-1 0,1-1 0,2-1 0,1-1 0,11 8 0,-1-7 0,7 6 0,-3-10 1827,1 0-1917,2-1 90,2 0 420,0 0-510,8-1-449,0-1 89,-2 0-180,-3-1-719,-10 0 90,-1 0 1259,-1 0 0,2-1 0,0 0 0</inkml:trace>
  <inkml:trace contextRef="#ctx0" brushRef="#br0" timeOffset="25306">18212 715 12840,'7'4'-743,"-3"0"1,2-3 0,-3 1 0</inkml:trace>
  <inkml:trace contextRef="#ctx0" brushRef="#br0" timeOffset="26933">18294 700 7982,'10'0'900,"1"0"-630,-5 0-90,1 0 90,0 0-91,-1 0 91,2 0-90,1 0 0,3 0 90,1 1-90,6 0-926,4 0 926,4 1 90,6-1-180,3 1 0,-16-1 0,1 0-1342,2 0 0,0 0 1297,2 0 0,1 0 0,1-1 0,1 1 0,0-1 0,1 1 45,1-1 0,0 0-860,1 1 1,0 0 814,1-1 0,0 1 0,1-1 0,0 1-643,0-1 1,0 1 597,0-1 0,0 0 45,0 0 0,-1-1-45,0 1 0,0-1-207,-2 1 1,1 0 206,-2-1 0,-1 1 44,-1 0 1,-1 0 311,-3 0 0,-1 0-356,16-1 712,-9 1-622,-6 0 1476,-5 0-1476,-5-1-90,-2 1 1745,-4-1-1745,1 0-35,-2 0 35,-1-2 0,-6-1 0,-3-2 0</inkml:trace>
  <inkml:trace contextRef="#ctx0" brushRef="#br0" timeOffset="27345">19526 555 10411,'11'3'90,"0"1"0,0 2-3367,2 0 984,4 3 2585,2 1-292,3 2-859,-1 1 859,1-1 0,-2 0 90,6 3-90,-8-3 1813,3 1-1813,-10-5 0,0-1 961,-3 0-961,0-2 3276,-2 1-3145,-2-2-131,0 1 0,-2-1 226,-2 1-226,-1-1 0,-5 5 0,1-3 0,-4 3 0,1-1 90,-4 1-90,-3 3 0,-11 9 0,4-3-1124,-7 6 1124,9-7 0,0-1-611,0 1 431,3-3-376,2 0 106,2-2-910,2-2 101,2-1 748,1-1 0,-1 2 1,1 1-1</inkml:trace>
  <inkml:trace contextRef="#ctx0" brushRef="#br0" timeOffset="28263">20980 364 9422,'10'-6'539,"-14"-6"-359,-12 4-90,-6-1 0,-7 6-45,3 6 0,-4 3 45,1 1 0,-3 2 0,0 3-60,0 2 0,0 3 0,0 0-622,3-4 1,0-1-1,6 2 592,2 6 0,8-1 90,13-6 25,3 2-115,4 2 90,10 11-90,1-6 0,8 6-45,-5-13 0,1-1 45,-4-3 0,1 1 0,12 4 0,-2-1 0,-2 1 1241,-23 2-1241,-26-9 0,0-2 0,-1-1 0,-12 5 239,2 2-239,1 8 0,16-7 0,-6 8 0,19-6 0,2-4 0,4 5 0,3-4 0,2-1 0,5 2 0,1-1 0,12 4 0,-6-5-90,2-4 0,0-1-90,0-2-806,15 1 627,-18-5-91,1-1-630,0-1 361,1-3-63,0-1 1,5-4 0,-1-1 0</inkml:trace>
  <inkml:trace contextRef="#ctx0" brushRef="#br0" timeOffset="28578">21048 680 9332,'-1'-10'1259,"2"3"-1079,4 4-90,0 3 0,5 3 90,-1 1-90,3 3 0,2 3-674,4 3 584,1 3 89,0 1 166,0 1-165,8 8 0,-8-6-1086,7 7 906,-12-10 0,-1-2-795,-2-2 615,-2-2-90,-2 0-89,0-3-570,-2-1-330,-1-1 1349,-1-1 0,-1-2 0,-1 0 0</inkml:trace>
  <inkml:trace contextRef="#ctx0" brushRef="#br0" timeOffset="28786">21298 699 9691,'-2'-8'-269,"1"1"179,-2 2 90,0 3 0,-2 0 0,0 2 0,-3 1 90,-1 2 0,-3 4-90,-3 3-484,-2 4 484,-2 3 90,-3 5-90,2 0 90,-1 3-3292,2 0 3202,1 0 90,0 0-482,4-1 392,1-2-180,3-2 1,2-1-1,2-4-809,2 3 539,2-6 450,2 2 0,5-4 0,1 1 0</inkml:trace>
  <inkml:trace contextRef="#ctx0" brushRef="#br0" timeOffset="29131">21580 468 9062,'0'-7'540,"0"0"-1,-1 1 271,2 0 89,-2 0-809,-1 9 0,-1 3 0,-1 10 0,1 5 0,-2 4 0,0 6-90,-1 2-3277,0 5 3252,0 3 115,-1-1-399,2 0 399,1-4-90,0-1 90,2-3-90,1 8 90,1-11-180,4 12 0,1-20-270,5 10 90,-2-16 0,3 1-90,-3-8-89,1-2-1,0-2 721,6-3-271,-4-3 0,10-7 0,-2-2 0</inkml:trace>
  <inkml:trace contextRef="#ctx0" brushRef="#br0" timeOffset="29322">21617 767 9332,'3'-3'180,"-1"1"-90,11 1-90,-3 2-90,16-3-180,-9 1-90,11-1-630,-12 0 631,-1 1 359,0-1 0,5-2 0,1 1 0</inkml:trace>
  <inkml:trace contextRef="#ctx0" brushRef="#br0" timeOffset="29901">21774 960 9152,'-2'7'2069,"2"0"-1710,0-2-89,2 0-90,1-2 0,0 0-90,2-1 180,-2 0-270,4-1 90,-3-1 0,6-3 0,1-3 0,0-1-90,8-13-90,-6 3-583,6-9 673,-5 2-90,-1-1 0,0-1 90,-2 0-90,-1 0 0,0-5-520,-4 9 610,-1-2-426,-3 10 426,-1 3 606,0 0-696,-2 0 0,-2 1 90,0 3 538,-2 2-628,0 6 475,2 1-475,0 4 90,4-2 0,1 3-90,2-3 90,1 2-90,1-2 90,7 3 0,-1-3-90,5 2 90,-3-3 0,-2 0 0,0-1-90,-2 1 90,0-1 0,-2 0 0,-1 1 0,-1 0 0,-2 0 0,-1 1 0,-1 1 0,-2 1 0,0 2-90,-2 1 90,-1 1 0,1 2 0,-2 3 0,0-2 0,-1 9 0,2-7 0,0 5 0,1-7 0,2-1 0,1 4 0,0-4-90,5 5-89,0-9-1,2 2-630,5-5-629,-4-3 180,5 0 1259,-2-4 0,5-2 0,1-2 0</inkml:trace>
  <inkml:trace contextRef="#ctx0" brushRef="#br0" timeOffset="30901">22241 850 9691,'-8'0'1440,"15"-1"-1350,-3 0 0,16-4-1,-11 2 1,3-4-90,-3 2 0,0-2 90,-1-1-90,-1-1 0,0-1 0,-2 0 0,-1-1 0,-1 0 0,-1 0 0,-2 0-90,-1 1 90,-2 1 0,0 1 0,-3 1-90,-4 2 90,-1 3 0,-14 10-89,8 2-639,-7 8 728,8 1 0,1 2 0,-2 12 0,7-8 0,0 6 0,7-12-237,2-1 237,2-1 0,2 1 0,2 0 0,2-1 0,1-1 0,2-3 0,1-1 0,2-2 0,0-1 0,9-2 0,-4-3 90,19-4-90,-12-5 0,10-4-1458,-9-3 1458,0-4 0,0-4-847,-1-4 847,-5-1-90,-1-1 90,-4 2-318,-3 0 318,-2 3 0,-2 2 0,-2 4-90,-1 3 90,-2 3-90,0 0 90,-9 11 1844,1 2-1844,-6 11 0,-4 12 0,5-7 370,-6 11-370,4-9 0,1 1 662,0-4-662,-1 6 0,4-10 0,-1 4 0,4-9 0,0-1 0,1-2 90,1 0-1,1-2 271,0 0 442,9-13-802,-2 0 0,10-14 0,-5 1-90,5-7-90,1-2-585,3-4 675,1-2-919,2 1 829,0 2 90,-2 5-90,5-2 90,-10 12-90,6-2 708,-8 14-618,-2 4 0,-1 12 90,-5 1 0,1 6-90,-4-2 90,0 1 0,-1 1 0,-2 1 616,0 1-706,-1-1 90,0-1 0,0-2 0,0 0 0,0-3 0,0-1 0,1-2 90,-1-1 0,1 0 0,1-2-90,5-8 0,0-2 361,5-8-361,-3 1 0,4-6-337,1-1 337,3-3-517,1 0 517,1 2 0,-1 2 0,3 2 0,-7 5 0,1 2 0,-5 6 0,-2 2 0,-1 2 319,-1 3-319,-1 2 625,0 3-625,-2 1 0,-1 3 0,-1 0 90,0 3-90,-2 1 90,0 2-867,0-1 867,0 0-90,0 0 90,-1 6-90,2-7 90,-1 4-3225,2-8 3225,1-2-90,0-1 0,2-3 430,0 1-520,0-1-180,3-2-270,2 1 2673,3-3-3302,1 0 1169,4-3 0,7-3 0,3 0 0</inkml:trace>
  <inkml:trace contextRef="#ctx0" brushRef="#br0" timeOffset="31926">23123 818 10141,'-5'-5'1619,"1"0"-1529,1 8 0,0 0-90,1 5 90,0 0 90,0 6-90,-3 5-90,1 2 0,0 1 0,1-5 0,1 0-90,0-2 0,1 1 0,0-2-90,2 1 0,0-1 0,1-1 1,0-1 89,2-1-90,-1-1 90,1 0 0,2-2 0,0-1 0,0-2 0,2 0 90,0-2-90,1-2 0,0-1 90,0-1-90,1-3 90,0-1 0,0-3 0,0-1 0,-1-2 0,-1-1 0,-1-2 90,-2-1 0,0-2 0,-1-5 90,-2 5-3457,-1-3 3342,0 7-65,-2 1 90,1 1 0,-1 1-90,1 1 90,-1 1-90,1 1 3276,-1 0-3070,1 0-117,-1 1-89,2 0 0,2 2 0,1 3 0,2 0 0,6 0 0,-3 0 0,4-2 0,3 1 90,-4 0-90,2-1 90,-5 1-90,-1 1 90,-1 0 0,-1 0 0,-1 0 0,0 0 0,1 0-90,-1 3 0,-2 0 90,-1 3-90,-3 2 0,-1 2 90,-3 9-90,0-2 0,-6 17 0,3-9 0,-5 7-350,4-9 260,0-3 0,2-2 0,1-2-90,0-2 90,1-2 0,1 0 0,0-3 90,1-1-90,0-1-270,1-2 621,8-13-261,-1 1 0,7-11 0,5-11 0,-1 3-840,-3 7 0,0-1 840,8-13 0,2-1 0,1 1 0,-2 3-2866,-1 4 2866,-3 3-90,2 2-122,-7 9 212,1 0 0,-6 10 0,1 6 0,-4 1 0,1 5 1024,-3 9-1114,-3 3 90,-1 3 2931,-1-2-2931,-1-5 363,0 3-363,1-6 0,-2 3 90,3-7 0,-1-2-90,1 0 180,0-3 440,2 0-531,3-5-89,1-1 90,4-5 0,8-10-45,3-1 0,2-1-45,0-1 0,0-1-774,4 0 0,-2 0 774,7-4-593,-16 12 593,-4 4 0,-2 2 0,-1 3 90,-2 3-180,-2 3 1623,-2 3-1533,-2 2 0,-3 6 0,-4 14 0,0-1-451,-4 11 451,3-8 0,1 0 0,1 0-366,0-1 186,3-2-90,1-3-90,3-4-179,1 0-901,0-4 1,1-1 1439,0-1 0,1 1 0,1 0 0</inkml:trace>
  <inkml:trace contextRef="#ctx0" brushRef="#br0" timeOffset="32402">20854 1060 9961,'-27'-8'540,"10"3"-270,-6-3 0,13 5 0,1 0-1,2 1-89,0 0 540,2 0-540,8 0 90,6 2-1,16 1-89,12 1-674,-9 0 0,9 0 1,3 0-1,0 0 1,-4 0 523,3 0 0,-2 0 0,3 0-385,-5 0 1,3 0-1,3 0 1,0 0 0,-3 0-1,-3 0 377,-1 0 1,-3 1 0,-1-1-1,1 0-363,5 0 1,1 1-1,1-1 1,-1 1 362,1-1 1,-1 1-1,2 0 1,2 0-165,-2 0 0,2 0 0,2 0 0,0 0 0,-1 0 1,-2-1 159,-4 1 0,-2-1 0,-1 1 0,1-1 0,2 1-9,3 0 0,2-1 1,2 1-1,-1 0 0,-2 0 1,-4 0-10,0-1 0,-4 1 0,0-1 0,2 1 35,5-1 1,3 1 0,1 0 0,-1 0 0,-3 0-36,-2-1 0,-3 1 0,0-1 0,1 1 65,1-1 0,1 1 0,0-1 1,0 1-1,-4 0-35,7 0 0,-2-1 0,-2 1-30,0 0 0,-1 0 0,-1 0 30,-5 0 0,-1-1 0,1 0 0,3 1 0,1-1 0,-3 0 373,-1 1 1,-2-2-359,5 1 0,-4 0 1576,-1-1-1441,-3-1-90,-9 0 1341,0 0-1431,-7 0 2865,-1 0-3675,1-1 603,-2 2 207,1 0 0,-4 0 0,-2 0 0</inkml:trace>
  <inkml:trace contextRef="#ctx0" brushRef="#br1" timeOffset="67458">22452 11425 24575,'0'0'0</inkml:trace>
  <inkml:trace contextRef="#ctx0" brushRef="#br0" timeOffset="105471">3702 1290 11670,'5'1'1080,"-1"-2"-990,19 5 0,2-2-3009,9 0 2963,-13-2 1,2 1-45,3 0 0,1 0-183,1 0 1,3-1 212,2 0 0,3 0 0,0 1-597,-7-2 0,-1 1 0,2 0 567,11 0 0,1 0 0,-1 1 0,-9-1 0,-1-1 0,0 1 30,1 0 0,0 1 0,0-1-581,1 0 1,-1 1 0,0-1 550,1 0 0,0 0 0,-1 1-117,1-1 1,0 1-1,-1-1 117,1 0 0,-1 0 0,0 0 0,0 0 0,-1 0 0,0 0 0,0 0 0,0 0 0,-1 0-215,10 1 1,-1-1 214,-1 1 0,-2 0 0,-4 0 0,-1 0 45,-3 0 0,0-1 163,-3 1 0,-1 0-208,-3-1 0,-1 1 1426,12 0-1336,-6 0 180,-2-1-90,-7 1-90,0-1 90,-8 0 2043,-1 0-2043,-2 0 2274,1 0-2274,-3-1 1345,3 1-1525,-3-1-539,1 0-1080,0 1-1658,0 0 2747,-1 1 0,-2 0 0,-1 1 0</inkml:trace>
  <inkml:trace contextRef="#ctx0" brushRef="#br0" timeOffset="121357">22522 1383 10501,'9'-3'180,"-1"0"270,-3 0-91,0 1 181,-2 0-540,2 3 90,-3 1 0,0 4-90,-4 3 90,1 3-90,-2 4 90,-6 20-90,1-7-975,2-5 1,-1 0 974,-2 9 90,-1 1-1464,4-10 1,0 0 1373,-4 11 45,4-12 0,0-1-154,-1 8 109,2-9 0,1-1 0,-1 9-400,-1 7 400,3-17-90,1-3 1084,2-2-1173,-1 0 2894,1-2-2984,0-1 96,0-2-367,1-1-147,-1-2 687,0 0 0,-1-2 0,1 0 0</inkml:trace>
  <inkml:trace contextRef="#ctx0" brushRef="#br0" timeOffset="121740">22264 1838 10321,'9'5'540,"-1"-2"-360,-5 0 0,0-1-1,2 3-89,-1-1 90,1 2-90,0 2 0,1 0 0,-1 2 0,0 0 0,0 2 0,0 0-90,0 1 90,0 0-90,0 0 0,2 7 0,-1-6-90,2 6 0,-2-8 0,0 1-90,0-3 90,0 0 0,1-1 0,0-3 0,1-1 0,0-3-89,6-2 179,-2-2-90,6-4 90,-2-4-90,1-2 90,2-4 0,7-11-1307,-6 4 1307,4-9 0,-9 10-331,-2-1 331,-1 3-90,-2 2 0,-2 3-180,-1 2 0,-2 2-180,-1 3-809,-1 2 1259,-1 3 0,-1 1 0,0 1 0</inkml:trace>
  <inkml:trace contextRef="#ctx0" brushRef="#br0" timeOffset="122182">22599 2328 9691,'3'-9'270,"0"1"-90,0 0 0,-1 1 90,-1 1 0,0-1 359,0-2-89,-1 3-270,0-5 270,-1 4-360,-2 0-90,-2 2 89,-1 2 1,-7 4-90,1 1 0,-6 3 0,-1 0 0,-11 8 0,-5 5 0,1 1-451,4 0 451,12-5-90,2 2 0,4-2-90,-1 6-90,4 0-180,3 11 270,6-10 0,6 4-310,2-11 311,3 1-1,1-2-90,2 0 90,1 0 353,2-2-443,2-1 0,-1-1-90,-1-3 0,0 0-89,0-2-1,-2 0-1529,7-2 360,-7 0 1529,3-1 0,-2-3 0,1-1 0</inkml:trace>
  <inkml:trace contextRef="#ctx0" brushRef="#br0" timeOffset="122640">22942 2236 10501,'5'-9'450,"0"0"-1,-4 5 91,1-1-180,-2 1-90,-1-2 0,0 2-180,-5 1 0,1 3 0,-3 0 89,-3 4-89,3-1-90,-6 4 90,5-2-90,-1 3 90,0 0-90,1 1 0,0 1 90,2 1-360,-1 24 1,14-2 59,4-6 0,4 5 0,0-3 30,2 4 0,1-1 180,6 2 0,-4-2 0,-10 7 0,-35-22-495,0-5 1,-1-1 179,8-3 0,-1 0 315,-8 1 0,3-2 0,14-4 0,-3 2 0</inkml:trace>
  <inkml:trace contextRef="#ctx0" brushRef="#br0" timeOffset="122816">23325 2654 11131,'7'-2'1079,"0"0"-809,-2 0 629,1-1-1888,1 1-2069,0-1 3058,-1 2 0,-4 0 0,0 1 0</inkml:trace>
  <inkml:trace contextRef="#ctx0" brushRef="#br0" timeOffset="127548">22542 3013 9602,'2'3'1798,"0"-1"-1708,-7 11 0,0-2 0,-1 4-90,-2 4-788,-1 3 788,0 4-523,-1 2 613,1 1-90,-1 2 45,5-8 0,-1 0-45,-2 14-785,4-14 1,0 0 784,0 10 0,2-2 584,1-2-584,1-3 0,2 1 312,0-4-401,2 1 89,0-4-249,0-3 69,1-1 0,-1-3 1699,-1-1-1969,1-2 0,-2-2-989,0-1 1587,-1-2 1,-3-1 0,-1-1 0</inkml:trace>
  <inkml:trace contextRef="#ctx0" brushRef="#br0" timeOffset="127951">22227 3555 10591,'8'1'450,"-1"1"-360,-4 1 0,0 1 0,0 0-1,3 6 1,-2-3-90,2 6 90,2 2-90,-2 0 90,9 13-925,-6-11 835,4 7 0,-5-11 0,2 0-90,-1-1 90,1-2-90,6 3 0,4-3 90,0-3 0,1-4 0,-4-5-90,15-8 90,-8-1-197,-1-3 0,0-2 287,3-9-254,-9 8 1,-1 0 163,4-9 90,-2 0-90,-3 1-481,-3 0 481,-2 2 0,-2 3-20,-3 4 20,-1 3 174,-2 2-444,-1 3-702,-1 1 972,-1 3 0,0 2 0,-1 1 0</inkml:trace>
  <inkml:trace contextRef="#ctx0" brushRef="#br0" timeOffset="128626">22566 4093 10051,'0'-8'270,"0"2"-90,-2-1 180,1 3 449,-3-6-449,-1 4-270,-2-2 0,1 4 0,-2 4 0,2 0 0,-2 1 0,0 2-90,0-1 90,-1 2-90,1 0 90,-2 1-90,1 1 90,0 1-90,-5 9 90,1 12-90,7-8 0,5 3-30,7 4 0,4 3 0,1-3-15,-3-3 0,3 1-217,3 0 1,4 2 0,-3-5 171,3 5 90,1 0-90,-7-6 90,-6-8 0,-1 0-90,-2-2 90,-2-2 0,-1 2 0,-2-3-90,-2 2 90,-3-2 0,-11 6 0,-1-4 694,-4 3-784,2-5-360,5-3-1169,0-2 1619,4-3 0,14-7 0,4-4 0</inkml:trace>
  <inkml:trace contextRef="#ctx0" brushRef="#br0" timeOffset="128875">22724 4442 10591,'-1'4'1799,"1"-3"-1799,1 17-90,0-8-90,-1 0-90,1 0-2248,1 11 719,-1-8 1799,1 7 0,-1-8 0,1 2 0</inkml:trace>
  <inkml:trace contextRef="#ctx0" brushRef="#br0" timeOffset="129091">22773 4233 10861,'-1'-7'629,"0"1"-449,0-2 360,0 4-270,0-3 180,0 3-181,0-3 1,1 3-270,-2-2 0,2 3 0,0 0 0</inkml:trace>
  <inkml:trace contextRef="#ctx0" brushRef="#br0" timeOffset="129894">22891 4386 12750,'3'-2'989,"1"2"-1169,13 2 0,-5 1-89,2 1 89,-4 0 0,2 1 0,-4-1 90,-1 1 0,-1 0 0,-1 0-90,-1 3 90,-2-2 0,0 4-180,-10 13 180,1-4 90,-3 9-90,0 2 90,6-14 0,-2 11 0,4-12-90,2 0 90,0 0-179,2 0 89,-1 0-90,1 1 0,1 1 0,0 0-90,2 8 180,-1-6-298,-3 6 208,-1-10 90,-2 0 0,-1 0 0,-2 0 90,-2 0-90,-1-1 90,-2-1-286,-3 1 286,-3-2 0,-1 0 0,0-1 0,0-4 90,1 0-3289,0-2 3289,1-1-789,1 0 789,1-2 0,2 0 0,2-2 261,-3-9-351,13-4-45,16-16 0,7-2 45,-10 13 0,3 1 0,7-7 0,5-4 0,-2 4-720,-1 1 1,-1 2 719,1 0 0,0-2-124,6-3 0,-1 0 169,-7 5 0,0 0 164,2-3 1,1-3 0,-3 2 60,-3-2 0,-2 1-180,4-2 0,-5 3 1758,-18 2-1848,-6 15 3106,-2-1-3016,-1 3 611,-10-1-611,1 5-45,-5 10 0,1 7-45,-3 18 0,8-14 0,4 2-45,11 14 0,9 0 45,3-11 0,2-1 306,-1 6 1,3-1-487,14 0 0,3-6-449,2-7 359,-9-3 0,0-3-1169,-1-6-90,-8-5 1529,-1-2 0,5-5 0,2-2 0</inkml:trace>
  <inkml:trace contextRef="#ctx0" brushRef="#br0" timeOffset="131093">23801 4437 11580,'-9'-3'1080,"2"2"-810,-1 9-90,1 5-180,-2 2 89,3 1-178,1-3 89,2 0 0,1 1-270,0 6 180,1-5-90,1 4-90,2-3 90,1-4-90,2 3 90,0-5 90,0-2-90,1-1 1,-1-2 89,2-3-90,1-1 90,-1-2 0,5-5 0,-5-1 90,1-3-90,-3-2 90,-2-1 0,0 0 90,-3-2-90,-1 1 90,-2-1 0,0 2 0,-4-6 0,2 6-90,-2-3 90,3 7-90,0 1 90,1 2-90,-1 1 90,2 1-90,0 0-90,5 0-90,0 2 0,12-1 0,-6 2 90,7-2-90,-6 0 90,1-1 0,2-1 0,0 0 0,3-5-90,1 0 90,2-4 0,0-3-373,-1-1 463,0-2-45,-6 2 0,1 0 45,6-9 0,-7 8 0,0 0 90,0 1 0,-2 0 0,7-8 89,3-6 1,-9 12-90,-3 4 90,-1 4-90,-2 2 90,-1 2-90,0 2 180,-1 2 104,1 7-284,-3 4-90,-1 10 90,-4 6-90,-1 8 90,-3 7-1026,4-16 0,-1-1 936,0 1 0,0 2 45,-4 10 0,0 1-45,2-7 0,0 0-890,-2 8 1,-1 1 934,2-10 0,1-1-45,0 1 0,0-1-1092,0 0 1,-1-1 1091,1 1 0,0 0 45,1-1 0,-1 0-254,1 0 1,-1 1 208,2-1 0,0 0 60,0 0 0,0-1-60,1 0 0,0-1 0,2-1 0,-1-1 0,0 18 0,1-8-180,1 6 90,1-14 1052,0 3-1052,1-12 2556,0-2-2556,0-3 897,1-2-897,0-2 1601,1-2-1511,4-6 25,0-1-25,2-7 0,1-5-90,1-5 90,1-4-853,1-2 853,-2-1 0,0 0-605,-2-1 695,0 1-90,-3-1 180,0-6-2909,-4 10 2909,-2-3-90,-1 12 90,-2 1-1,0 1 1,0 1 444,0 2-444,1 2 351,0 0-441,0 1 3186,1 0-3070,1 1-116,0 2 0,1-1 0,1 2-90,2-1 90,3-1-180,2 1 90,2-1-180,3-1-360,12-5 180,-4 2-944,1-1 0,1-2 1304,5-3 0,-10 4 0,-1-1 0,6-5 0</inkml:trace>
  <inkml:trace contextRef="#ctx0" brushRef="#br0" timeOffset="131404">24471 4281 10501,'2'-8'540,"-1"2"-270,2 0 269,-2 2 1,1-1 359,-2 2-629,0 9-180,-2 7 0,-1 8 0,-1 4 0,-2 6 0,1-2-45,0-1 0,0-1-1138,-1 3 1,1 2 0,0-3 1067,0-4 1,1-4-156,-1 8-269,-2 5-181,2-6-359,0 1 359,3-13 630,0-5 0,1-7 0,1-3 0</inkml:trace>
  <inkml:trace contextRef="#ctx0" brushRef="#br0" timeOffset="131854">24433 4323 10591,'0'-29'1169,"5"2"-1079,-1 22 270,27 4-180,2 8-180,-4 2 0,0 1 0,4 3-288,-4 5 288,-26-12 0,-2 0 0,-5 6-90,-4 1 90,-3 2 0,-16 13 0,12-12 0,-4 5 0,1 1 0,6-7-338,-9 14 338,16-18 0,0 2 0,0 10 0,3-7 0,1 7 278,3-4-368,0-5 90,1 6-90,0-1 90,-4 13 0,-11 0 0,3-2-339,-10-10 339,9-14 336,1 1-336,0-2 0,-9 6 0,11-7 0,-7 5 0</inkml:trace>
  <inkml:trace contextRef="#ctx0" brushRef="#br0" timeOffset="132150">24736 4330 10771,'26'-12'1439,"-4"4"-1169,-14 12 134,-5 22 1,-6 11-525,2-9 0,-2 1 1,1 2-271,-1 5 0,0 1 0,0-1 180,0-6 0,-1-1 1,2-2 209,1 3 0,0-5 0,3 1 0,0 10 0</inkml:trace>
  <inkml:trace contextRef="#ctx0" brushRef="#br0" timeOffset="133012">24877 4744 11131,'2'-7'719,"0"0"-269,-1 2 90,-1-1-181,0 0-179,-4 3-90,-11 25-270,8-11-385,-8 19 295,13-19-269,0 5 179,1-4-360,3 6 1,3-6 359,1 0 0,0-4 116,2-4-386,3-4 180,1-8 360,-1-4 180,-5-8-90,-4 3 90,-2 0 180,-4-1-180,0 5 450,-11-24-450,11 18-360,-2-10-270,19 16 450,-2 8-135,7-13 1,2-4 224,-8 4 0,0-3 149,3-3 1,0-3 0,-1 1 300,0-8 0,-2 1-315,-3 7 0,-1 4 134,0-1-89,-12 59-135,-2-8 0,-2 7 0,-1 1 0,2-3-45,-1 7 0,0 0-283,0-5 0,-2 4 0,0-2 1,3-8 282,-1 3 0,-3 7-90,4-13 90,8-16 0,4-13 0,8-11 0,9-14 0,-6 10 1041,7-9-1086,-7 11 0,-1 1 45,2-1 0,13-8-90,-21 21 90,0 1 0,-4 3 0,-2 1 0,-2 8 90,-4 2 0,-6 8 90,-13 9-90,-2-6 0,-2 1-472,9-13 292,7-5-180,3-5-720,1 0 990,-3-6 0,3-2 0,-2-6 0</inkml:trace>
  <inkml:trace contextRef="#ctx0" brushRef="#br0" timeOffset="133215">25198 4737 10321,'6'0'2159,"-1"2"-1979,-2 1-360,-1 1-2698,0 0 2878,-1 3 0,0-1 0,0 2 0</inkml:trace>
  <inkml:trace contextRef="#ctx0" brushRef="#br0" timeOffset="134618">22059 4422 10681,'3'-10'90,"-1"1"90,0 1 0,0 2 0,0-1 89,1 1 1,-2 0 90,1 0-90,-1 1-90,1 0 270,-1 2-181,1-2 361,-1 0-450,0 13-90,-5 3 90,1 9-135,-8 5 0,-1 1 45,-5 11-90,3-9 0,0 1-180,-3 4 90,7-13 90,9-16-90,2-5 90,5-11 0,-1 2 0,0-1 0,0-2 0,1-2 0,0 0 0,0-2 0,1 1-90,0-3 90,1 1 0,0-4-90,-3 10 90,-1 11 0,-5 16 0,-3 24-90,0-11 45,1-6 0,1-2-45,0-4 0,1 3-90,-1-3 0,1-2 90,-1 0 0,1-5-89,0-3-91,-1-3 90,-5-6 90,2 0 0,-7-10-90,-2-4 90,-3-3 90,1 1 0,3 6-90,5 5 90,0 1-90,-2-1 0,-1 0 90,2 2-90,-1 0 90,22 10-90,7-3 90,13 4 0,-4-4-381,-8-3 381,-6 1 0,-1-1 0,-1 1 89,-2 0-89,-2 0 180,3-2-180,-5 2 90,-14 5-1597,-13 20 158,-1-7 90,-1 13 1098,17-16 0,-2 6 0,0 3 0</inkml:trace>
  <inkml:trace contextRef="#ctx0" brushRef="#br0" timeOffset="135667">22081 5326 9961,'0'-7'360,"0"0"0,0 1 0,0 0-1,-1 0 1,1 0 90,-1 0-360,-5 8 0,3 0-90,-5 6 180,-6 17-90,6-10-90,-2 4 0,-1 1 90,-7 13-180,-1 1 90,3-6-90,6-17 90,13-29 0,-1 1-45,5-4 0,3-2 45,0-2 0,0 1-692,0 0 0,1 1 692,-1-2 0,1 2 0,3-7 0,0 1-90,0 2 90,-2 5-90,-4 9 90,-3 13 0,-3 4 1294,0 5-1294,-1 0 0,0 27 0,0-5-388,0-9 1,0 1 387,1 7 0,3 4 0,-2-9 0,1 8 0,-1-14 0,1 0 0,-2-3 0,1 0-90,3 12 90,-2-13 0,1 8-90,-4-17 90,0-1-180,1-1 90,-10-24 90,4 11 0,-9-20 0,6 16 0,-1 0 0,-1 1 0,-1 0 0,-2 1-90,1 0 90,-2 1 0,1 2 685,-22-12-685,16 9 0,-13-7-90,23 14 90,8 0 0,1 1 0,6 0 0,-2 2 0,7 0 0,23-1 0,-7 0 0,-3 1 0,-2 0 90,-3 0-90,-1 0 90,-12 1 0,2 0 90,-3-1-90,-15 7-90,2-3 45,-18 10 0,-5 4-135,4-1-225,-3 3 0,2-1-134,8-4-230,3 0-760,11-9 1439,1-1 0,2-2 0,2-1 0</inkml:trace>
  <inkml:trace contextRef="#ctx0" brushRef="#br0" timeOffset="136044">22654 5349 10141,'2'-9'270,"-1"1"270,1 0-91,-2 1 631,2 1-810,-6 16-3482,-2 20 3302,0-1-45,1 3 0,0 3-900,4-8 0,0 0 855,-1 2 0,1-2 0,3 13 0,2-28 0</inkml:trace>
  <inkml:trace contextRef="#ctx0" brushRef="#br0" timeOffset="136258">22632 5307 10141,'5'-5'450,"-1"1"0,5 3-180,1 1-91,2-1-89,0 0 0,-2 0 0,0 0 0,0 0-90,1-1-180,0 1-269,2-2-1,-3 1-270,1 1-629,-5-1 1349,-2 1 0,-1 0 0,-2 1 0</inkml:trace>
  <inkml:trace contextRef="#ctx0" brushRef="#br0" timeOffset="136450">22656 5421 9781,'2'7'810,"1"-2"-360,3-1-270,0-4-1,4 1 1,-1-1 0,3 0-90,1-1-90,9-1-180,-5 0-540,6 0-89,-7-1-630,1 0 0,-2 0 1439,0 0 0,5-2 0,2 0 0</inkml:trace>
  <inkml:trace contextRef="#ctx0" brushRef="#br0" timeOffset="136742">23185 5365 10951,'-2'-9'1439,"0"3"-899,1-1 359,0 3-629,-2 20-90,0 0-90,0 14-90,1 4 0,-1-11-180,1 7-270,-1-1-449,0-1 269,1-1-1349,-1-5-719,2-10 2698,0-3 0,-1 3 0,0 0 0</inkml:trace>
  <inkml:trace contextRef="#ctx0" brushRef="#br0" timeOffset="137060">23110 5399 11670,'0'-8'180,"0"-1"540,5-1-540,1 5 359,15-5-359,-7 8 0,10-1-505,-7 1 415,1 2 0,1-1 0,-1 1 0,-2 1-90,-1 0 90,-2 0-90,-2 0 0,-1 2 0,-1-1 0,-2 5 0,-4-3 0,-4 7 0,-4-4 415,-11 8-325,-11 1-90,3-2 0,-6 0 0,10-6-392,2-1 302,0 0-450,-1 0-269,4-2-721,-1 1 1530,7-3 0,4-1 0,3-2 0</inkml:trace>
  <inkml:trace contextRef="#ctx0" brushRef="#br0" timeOffset="137649">23395 5171 10771,'-25'-31'270,"5"12"0,-2 1-616,3-1 0,-4 0 526,-2 4 0,-5-1 0,0 1 0,3 3-1680,-1 0-1,0 1 1531,-5-1 0,-5-2 0,5 4 60,7 4 0,1 2-324,-2 0 1,0 1 278,0 0 0,-1 2-306,-13 3 0,-1 2 306,8 1 0,0 1-15,6 0 0,-1 0 0,0 4 30,-5 7 0,0 5 0,2 1-30,8-4 0,1 1 0,0 2 0,-5 2 0,0 3 0,4 0 0,5 1 0,5 1 0,2 2-30,3 3 0,4 1 0,0-1 0,0-4 0,1-2 0,1 2 0,2 4 0,1 1 0,3-4-45,1-3 0,4-2-476,2 1 0,2 3 1,0-3 475,3 5 0,1-1 45,-1-3 0,2 2 0,-1-3-167,4 0 0,0-3 167,0 0 0,4 0-191,0-4 1,6 1 0,0-1 0,-2-2 190,3 4 0,5-4-48,-7-7 0,6 1 0,4 0 0,3-2 0,0 0 0,-1-4 0,-3-2 30,2-5 0,-1-5 0,-2-2 0,2-1 0,0 3 18,-1 3 0,1 1 0,1 2 0,0-2 0,-2-1 0,-2-3 0,0-4 0,-1-2 0,-2-1 0,-4-1 0,-3 1 103,5-6 1,-5-1-104,1-2 0,-1 0 475,-2 0 0,0-2-445,-5 1 0,0-2 0,-2 2-30,2-5 0,-2 1 45,2-9 0,-2 0 0,-8 11 0,-4 0 45,-3-10 0,-3-2-13,-1 10 1,-2-1-33,-5-10 0,-4 1-45,0 11 0,-5 0 60,-2 1 0,-4 0 0,0 1-60,-4-3 0,-5 1 30,5 10 0,-5-1 0,-4-1 0,-1 1 0,3 1 0,3 3-30,-4-1 0,3 2 0,-3 0 18,0 0 0,-5-1 0,-1 0 0,2 2 0,7 3-18,-6 2 0,3 3-150,4 2 0,0-1 0,2 2-75,-1 1 0,0 1-90,-7 1 0,2 2-270,14 0 1,2 1 618,-13 6-34,4 5 0,11-2 0,1 4 0</inkml:trace>
  <inkml:trace contextRef="#ctx0" brushRef="#br0" timeOffset="150049">3864 2825 9691,'6'-6'2699,"0"5"-2519,-4 3-90,0 5 90,0 0 90,0 7-181,0 1 1,0 8 0,0 1 90,-2 4-900,0 3 765,0-7 0,-1 0-1208,-1 12 1208,1-12 0,0 0-45,-1 7-311,0-2 311,0-3 90,0-4-90,1-3 0,0-1 90,1-2-90,-1-1 668,0-3-578,0-2 1204,0 0-1114,1-1 502,0-1-502,-1 0-91,-3-7 1,0-2-90,-2-4 90,0 0-90,1 1 0,-1 0 90,1-1-90,-2 1 0,-1 0 0,-1 1 90,-1 0-90,-1 0 0,-1 1 0,-1 0 0,0 1 0,-1 1 90,-6 0-90,3 0 0,-4 1 0,2 1 0,4-1 0,-2 1 0,7-1 0,1 0 0,0-1 0,1 1 0,1-1 0,1 0 0,0 0 0,1-2 0,1-3 0,3-3 0,1-1 0,4-1 0,1-1 0,1-1 0,2-2 0,6-14 0,-4 5-90,5-9-711,-6 8 801,0-1-90,-1 0 90,0-1 0,-1 0-507,-1 2 507,-1 2 0,-1 3-109,-1 4 109,0 1 0,-1 3 0,0 1 833,0 2-833,0 0 459,-1 1-639,0 0 36,1 1-126,1 0-450,-1 3 450,4 2 0,-1 2-89,2 0-91,-1 0 0,1-1-179,0-1-1080,3-1-360,2 0 2069,3-2 0,9-3 0,3-2 0</inkml:trace>
  <inkml:trace contextRef="#ctx0" brushRef="#br0" timeOffset="150977">4199 2868 10681,'9'-5'719,"-2"1"-449,-3 2-90,1 0 90,0 0-90,1 0 0,1-1-90,1 0 90,2 0-90,1-1 0,1 1 90,3-1-91,-1 1 1,3-1-90,-2 2 90,1-1 0,-1 1-90,0 0 90,2 0 0,-5 1-90,3 0 90,-7 1-90,0-1 0,-2 2 90,0-1-90,-1 1 0,-1 0 90,1 3-90,-2-1 0,0 2 0,-2 0 0,0 0 90,-1 1-90,0 2 0,-2 5 0,1 1 0,-1 4 0,0 1 0,0-1-620,-1 7 710,1-1-90,-1 4 0,0-1-349,-1 3 349,2-3 0,0-1 0,0-4 0,0 8 0,0-10 0,1 7 0,0-12 0,0-1 597,-1-2-597,1 1 0,0-4 462,0 2-462,-1-7 0,1 0 0,-4-2 0,-1-3 0,-1 0 90,-2-3-90,2 0 90,-3-1-90,-1-2 0,-1 0 90,-2 1 0,0 0-90,-1 1 0,1 0 90,-1 1-90,1 0 90,-4 0-90,5 1 0,-3 0 90,7 1-90,1 1 0,-1-1 0,2 1 0,0-1 0,3-1 0,1 0 0,2-4 0,2 2 0,2-4 0,0 1 0,1-3 0,1-2 89,1-1-89,6-17 0,-1 7 0,3-12 0,-5 13 0,0 1 0,0-4-368,-1 4 1,0 2 367,-4 5 0,1 0 0,-2 1 0,-1 2 0,1 1-90,-2 1 0,0 2-90,0 1-90,1 1 270,-2 1 0,5 6 0,0 2 0</inkml:trace>
  <inkml:trace contextRef="#ctx0" brushRef="#br0" timeOffset="151857">6189 3002 11580,'6'-7'2339,"-1"2"-1439,-2 1-271,0 2-449,1 0 0,0 0 0,2 0-90,-1 1 90,2-1-90,1 0 0,1-1 0,3 0 0,1 1-90,2-1 89,2-1 1,2 1 0,1 0 0,8 1-90,-6 0 90,11 1-90,-14 1 0,3 1 0,-9 1 90,2 2-90,-4 0 0,1 2 0,-5 4 90,-1 3-90,-2 1 0,-2 3 0,-2-3 0,0 1 0,-2 3 0,0 1 0,-2 14 0,1-8 0,-1 9-280,2-12 280,1-1 0,0-1 90,0 11-90,2-12 0,-1 8 0,2-15 0,0 2 0,-1-5 0,1 2 0,0-3 280,0-2-280,-8-6 0,3 0 0,-7-7 0,2 3 90,-1-2-90,-9-4 0,3 3 0,-20-7 0,13 6-592,-10-1 592,13 4 0,-3 0 0,0 1-291,0 1 291,2-1 0,3 1 0,1 1 0,2 0 0,2 1 0,1 0 0,1 0 0,1 0 574,1-1-574,0 0 0,3-1 0,0-1 309,4-6-309,2 2-90,3-5 90,0 2 0,2-1 0,0-1 0,1-1 0,0 0 0,0 0 0,1-1 0,-1 1 0,1-1 0,-1 1 0,3-7 0,-3 4-90,2-5 90,-3 8 0,-1 0 0,0 2 0,-1 2 0,0-1 0,-1 3-180,0 0 0,-1 2-89,0-1-91,0 1-90,0 0-270,0 1-89,0-1-630,0 3 89,-1-1-449,1 1 1799,1 0 0,2 0 0,1 1 0</inkml:trace>
  <inkml:trace contextRef="#ctx0" brushRef="#br0" timeOffset="152676">6878 2988 11490,'-6'-8'540,"0"0"-450,2 3 90,2 2 90,-1-1 90,1 0-270,4 0 89,1 1-89,4 0 0,2 2 0,2 0-90,2 1 90,3 0 0,3-1 0,1 0 0,10 0-90,-6 1-351,6 0 351,-11-1 0,-1 2 90,-2-2-90,-3 2 0,0-1 0,-2 0 90,-1 0-90,0 0 90,-2 1 0,1 0 0,-2 0 441,-1 1-531,-2 0 90,-2 1 0,0 2-90,-1 0 0,0 4 90,-2 5-90,1 0 90,-1 8-635,-1-4 545,1 3 0,-1 4 0,0 2 90,0 2-90,0 2 0,2-10 0,0 1 0,0 10 0,1 9 90,0-18-90,1-3-218,0-1 218,0-1 0,1-3 0,-1-1 0,-1-3 90,1 4 622,-1-7-442,0 4 0,-4-10-180,-2-2 230,-2-2-230,-1-3 90,-4-1-90,-3-2-90,0 0 90,-1 0 0,-1 1-90,5 3 0,-4-2 0,6 3 90,1 1-90,-1-1 0,1 1 0,0 0 0,1 0 89,1 2-89,-2-2 0,3 1 0,-1 0 90,1-2-90,-2-1 0,3 1 0,-1-1 0,3 0 90,1-6-90,0 3 0,2-4 0,0 1 0,3 1 0,-1-3 0,2-1 90,1-1-90,0-1 0,1-1 0,1-5 0,0 2 0,3-18 0,-2 10-289,2-11 379,-4 13-90,-1 3 0,-1 2 0,0 2 0,-1 0 0,0 2 0,0 2 0,-1 2 0,0 0 0,0 2-90,-1 1 0,0 1-89,0 2-91,0 0-251,0 2-1008,1 0-1259,1 3 1079,1 1-360,0 3 2069,-1 2 0,0 5 0,-1 2 0</inkml:trace>
  <inkml:trace contextRef="#ctx0" brushRef="#br0" timeOffset="153860">4488 5004 10951,'-7'-2'1259,"0"0"-629,3 0-91,-2 0 181,3-1-540,4-1 0,1 0 0,6 0 0,-2 1 89,8-1-89,3-1 0,9 0-90,-3 0 0,11 1-90,-13 1-214,5 1 214,-9 0 90,-1 2-90,-2-1 90,-1 2-90,-1 0 0,-2 1 0,-1-1 0,-2 1 0,0 0 0,-2 1 0,1 3 0,-3-1 304,1 3-304,-2-1 0,-1 0 0,2 7 0,-2-4 0,0 5 0,0-5 0,0 1 0,0 0-90,0 1 90,-1-1-180,2 7 90,-1-4 90,0 3-90,0-5 0,0 0 90,1 0-90,-1 0-90,2 5 0,0 0 91,-1 1-1,1-3 0,-3-6 0,0 1 0,0-1 90,-1 0-90,0-1 0,0 1 90,-1-1-90,1-1 90,-2 1 0,1-2 0,-1 0-90,1-2 180,-1 0-90,-1 0 0,0-1 90,0 0 0,-1-2 0,-4 1 0,2-1 0,-3 0 90,-3 0-91,0 0 1,-4 0 0,-5 0 0,5 0-90,-6 1 90,5 0-90,0 1 90,1-1-90,0 0 0,2 1 90,1 0-90,3-1 0,-1 0 90,3-1-90,1 0 90,-1-1 0,3 0-90,-1-1 90,3-2 0,1 0 0,0-2 0,1-1-90,-1-1 90,2 0 0,0 0 0,-1 0-90,0-1 180,0-5-180,1 2 90,-1-3-90,2 4 0,0-1 89,0 0-89,3-8 90,-1 4-90,2-5 90,2-4-90,0 6-360,2-10 360,-2 8-756,3-4 756,0 2 90,0-2-90,2 2-90,0-1 0,0 3-180,-2 2-90,0 2-179,-1 2-271,0-1-2158,2-1 1079,-2 5 1972,1-4 0,-4 4 1,0-2-1</inkml:trace>
  <inkml:trace contextRef="#ctx0" brushRef="#br0" timeOffset="177708">5099 3526 8072,'7'2'1799,"-2"0"-1799,-4 3 0,0-1 0,2-5 0,-1-1 0,-1-5 0,-1 1 0,-1 0 90,-2 2-180,-1 1 90,0 4 0,0 2 0,1 9 0,2-6 0,2 5 0,1-8 0,1 0 0,1-1 0,0-2 0,1-1 0,1-3 0,-2 0 0,0-1 0,-2 0 90,-1 0-180,0-1 90,-2 0 0,-2 3 0,-1 1 0,-2 3 0,1 2 0,2-1 0,0 3 0,2-1-90,0 1 180,2 1-90,0-2 0,1 0 0,3-4-90,-2-2 180,2-3-90,-2 2 0,-1-2 0,0 2-90,0-1 90,0-1-90,-5 2 1,0 3-181,-1 1-270,0 5-719,2-2 1259,0 1 0,1 1 0,-1-2 0</inkml:trace>
  <inkml:trace contextRef="#ctx0" brushRef="#br0" timeOffset="184997">4835 7806 9691,'-1'4'720,"1"-1"-630,8 0-90,-2-2 0,1 0 90,1 0-90,2 1 0,8 0 0,-2 0-236,5 0 236,-3 1 90,3-1-90,2 1 0,6 1-1070,0-1 1070,4 2 0,0-2 0,1 1 0,-1-1 45,-9 0 0,0-1-45,11 1-575,-13-1 1,-1 0 574,4 0 0,-3 0 0,-4-1 0,-1 1 0,3-1 0,-6 1 0,1-1 932,-3 1-932,-5-2 90,3 2-90,-5-2 1523,0 1-1523,0 0 0,-1 0 90,2-1-90,-2 1 0,0 1-180,0-1-630,-1 1-1618,-1 1 2428,-3 3 0,0-2 0,-3 0 0</inkml:trace>
  <inkml:trace contextRef="#ctx0" brushRef="#br0" timeOffset="189014">6041 7870 8702,'-7'-4'630,"0"1"-450,2 0 89,1 1 91,0 0-90,-1 0-90,1 1 180,-1-1-90,0 0-1,0 1-89,0-1 360,0 0-540,13 4 90,-1 0-90,13 2 90,1-2-90,18 2-1063,-14-2 1,1 0 1062,0 0 0,0-1 0,0 1 0,-1-1 89,12 1-393,-11-2 0,1 1 304,0 0 0,0 1 0,0-1 0,-1 0 45,-4 0 0,-2 0-45,3 1 0,-5 0 0,-2 0 0,-3-1 0,-2 1 2047,-1-2-2047,-2 1 777,-1-1-777,0 1 0,-2-1 0,0 1 0,0-1-360,0 1 360,-1 0 0,-4 4 0,-1 2 0</inkml:trace>
  <inkml:trace contextRef="#ctx0" brushRef="#br0" timeOffset="196247">10436 7945 9062,'-1'-10'2518,"0"2"-2428,4 5 0,0 2 0,4 1 0,0 0 0,-1 0 0,3 1 0,0-1-90,4 1 90,3 0 0,8 0-574,4 0 574,7 0-1577,3 0 1532,-18 0 0,2-1-45,0 1 0,1-1 45,2 0 0,0 1-761,0-1 1,1 0 715,-1 1 0,1 0 0,-1-1 0,-1 0 45,0 1 0,-2 0-45,-1 0 0,0-1 0,16 1 0,-3 0 90,4 1-90,-5-1 130,-6 1-40,-8-1-90,-9-1 1433,2 0-1343,-5 0 1810,2 0-1810,-3 0 0,-2-1-180,3 1-61,-3 0-839,2 0-1708,-1 1 899,1-2 1799,-1 0 0,-1-1 0,-1-1 0</inkml:trace>
  <inkml:trace contextRef="#ctx0" brushRef="#br0" timeOffset="200422">9684 3490 9871,'-8'-3'1799,"3"2"-1709,1 5 0,3 0 0,-1 1-90,0 0 90,1-1-90,-1 1 90,1 0 0,1 1-90,0-1 90,3-2-90,2-2 0,-1-2 0,1-2 0,-2 0 90,0 0-90,-1-2 0,-4 1 0,1 0 0,-4 2 0,0 2 0,2 3 0,3 0 0,4-2 90,0-3-90,-2-5 0,-5 2-90,-1 1-540,0 5-179,-2 1-2468,3 1 3241,-1 0 1,3-2 0,0 1 0</inkml:trace>
  <inkml:trace contextRef="#ctx0" brushRef="#br0" timeOffset="207443">13833 7741 6723,'-9'0'1169,"1"-1"-359,3 2 719,0-2-1529,8 4 0,1-1 90,7 1-90,1-2 90,2 0-90,6-1-818,5 2 818,7-1-1300,4 1 1300,-15-1 0,0 0 0,3 0 0,0 0 45,3 0 0,0 0-790,1 1 0,0-1 745,1 1 0,0-1-824,1 1 0,0 0 824,1-1 0,-1 1 0,1 0 0,0 0 90,0 0 1,-1-1-91,1 1 0,-1 0 0,1 0 0,-1-1-286,0 1 1,1-1 285,-2 0 0,1 1 0,0-1 0,-1 0 0,1 0 0,-1 0 45,-1-1 0,0 1-428,0 0 1,-1-1 382,-1 1 0,-1-1 0,-3 0 0,0 1 292,4-2 1,-1 1-113,7 0 108,3-1-108,-18 0-1,-4 1 1,0 0 1315,-3-1-1225,2 0 2621,-3 0-2801,1-1 1477,-3 0-1387,1 0 395,1 1-575,1 2-180,-5 0-180,2 1-1619,-4 0-809,-4 3 2788,0-2 0,-3 2 0,0-2 0</inkml:trace>
  <inkml:trace contextRef="#ctx0" brushRef="#br0" timeOffset="209656">18068 7863 9242,'-9'-1'180,"1"-1"89,3 1 181,0 0-450,12 2 90,5-1-90,8 1-777,8-1 867,-1-1-1398,7 0 1308,7 1 0,-19 0 0,1 0 0,2-1 0,2 1-850,-1 0 0,1 0 850,2 0 0,-1 0 45,2-1 0,-1 1-818,2 0 1,1-1 772,0 1 0,1 0 0,1-1 0,1 1 0,3 0 0,1 0 0,1 0 0,1 0-423,-12 0 1,1 0 0,1 0 422,-2 0 0,1 0 0,0 1 0,0-1 0,-1 0 0,1 0-171,10 0 0,0 1 171,-11-1 0,-1 1 0,-1-1 52,8 0 1,1 0-23,-2 0 0,2 0 0,-2 0-142,3 1 0,-1-1 142,-5-1 0,1 1 0,-2 0-30,1 0 0,-2 0 406,-1 0 0,0 0-361,-4-1 0,-1 1 330,4-1 1,-1 0-196,6 0 694,4-2-694,-18 1 1985,-3 0-2075,-2 0 1396,-3 1-1396,0 0 1326,-1 0-1326,-2 1 723,-1-1-723,1 0 0,-2 0-90,1 0 90,-2 0-90,2 1 90,-2-1-90,3 1-90,-3 0-270,1 1-2917,-1 1 3264,-8 2 0,-2 0 0,-6 2 1</inkml:trace>
  <inkml:trace contextRef="#ctx0" brushRef="#br0" timeOffset="212619">14199 3447 10771,'-4'8'90,"2"-2"0,1 0-90,2-2 0,4-4 90,-3 1-90,5-6 0,-5 3 0,1-2 90,0 1-90,-1-1 0,1 0 0,-2 0 0,0 0-2519,0-1 2519,-5 2 0,4 1 0,-4 2 0</inkml:trace>
  <inkml:trace contextRef="#ctx0" brushRef="#br0" timeOffset="214457">18699 3466 9512,'6'-2'2428,"1"-1"-2338,-7 7-90,1 0 0,-3 4 90,0-3-90,1 0 0,1 1 0,1-2 0,1 0 90,2-3-90,0-1 0,0-2 0,-1-2-90,-7 3 90,1 2 0,-3 3-450,4 1-269,-1-3-1530,0 2 1080,-3-3 1169,3 1 0,-1 1 0,1-1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37:01.46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9785 7771 5734,'-7'-2'180,"-2"0"0,4 0 179,-1 0-179,1 2-90,32-4-3367,4-1 3219,-6 2 1,2 0-534,-3-1 1,0 0 590,3 0 0,4 0-596,3-1 0,4-1 1,-3 1 595,1 0 0,0 0-1,-3 0 0,3 0 0,0 0 0,-8 1 90,6-1-89,-6 1 0,-2 0 1965,-9 2-1875,-6 1-90,1-1 1000,0 2-1180,-6 1 3388,-1 0-3978,0 2 773,-3 1 0,0-2 0,-2 0 0</inkml:trace>
  <inkml:trace contextRef="#ctx0" brushRef="#br1" timeOffset="1166">14215 7786 6274,'7'-5'1823,"16"-2"-1668,0 2 0,6 0 0,-1 0-98,-3 1 0,1-1-1150,6 0 1,2-1 0,-4 1-47,-9 2 1,-1 1 1106,5-1 0,2 0 0,1 0-375,1 0 1,1 1-1,-1 0 437,-2 0 1,-1-1 0,-1 1 358,8 1 1,-2-1-874,5 2-6,-21 0 412,13-1 1,-25 1 0,-1 0 0</inkml:trace>
  <inkml:trace contextRef="#ctx0" brushRef="#br0" timeOffset="2117">18414 7754 6094,'10'-2'89,"1"1"1,-2 1-45,16 0 0,5 1 0,-8 0 0,1-1-23,2 1 1,4-1 0,2 1-1,-3 0-22,2-1 0,-2 0 0,1 1-1093,-1-1 1,0 1 0,-2-1 605,6 0 0,-4 0 1188,-2 0-746,-1 0 0,-1 0-45,3 0 45,-6 1 0,-2-2 45,-7 0 0,-19-3 0,-4-1 0</inkml:trace>
  <inkml:trace contextRef="#ctx0" brushRef="#br1" timeOffset="7033">5638 7114 8988,'-2'-6'-924,"0"0"689,0 3-143,0-1 275,-1 0-132,-5-1 123,-4-1 161,-10 0-183,2 2 270,2 2 13,2 2 190,-14 6 11,12-2-98,-1 1 1,-3 4 8,0 8 0,2 0 264,-9 6-291,8-3 1,3 0-298,7-4 340,-3 14-1838,6-10 1,1 0 1553,-5 14-11,6-16 0,2 1-67,3 7 0,2 0-471,0-1 359,4 7 0,5 7 0,1-3-5,2-12 0,2-2 0,-1 1 22,-1 3 1,-1 2 0,2-3-978,7 4 0,-2-6 676,-7-11 4,10 6-137,-6-8 0,1 0 614,13 7 0,3-3 813,-2-11-829,-8-6 1,4-2 0,0-1-369,3 0 1,0-2 383,-3 1 0,2-1 0,-5-1 0,-6 0 0,-2-2 0,-1 1 0,0-2 0,6-8 0,0-2 0,-5 6 0,-1 1 0,4-6 0,-3-2 0,-5-7 0,-4-1 0,-4 9 0,-1-1 0,4-11 0,-4-1 0,-8 3 0,-6-1 0,-1 9 0,-3 0 0,0 1 0,-3-8 0,-1 1 202,4 8 0,-2 1 1,-5 1-203,-7 5 1,-6 2 0,0 1 0,5 2 59,0-1 1,-1 1-244,1-1 0,-5-1 0,-1 2 1,3 4 182,-2 6 0,2 5 0,3 1 215,4-2 0,-1 2-164,1 0 0,-4 1 0,1 2 0,3 0 1,-1 5-1,2 1 0,3-2 0,0 0 1,0 0-1</inkml:trace>
  <inkml:trace contextRef="#ctx0" brushRef="#br0" timeOffset="9733">9767 11002 5767,'-4'-7'40,"-8"-1"-38,6 6 13,-28-5-3292,0 3 2789,14 1 1,-1 1 487,-1 0 0,-1 0 430,-9 0 0,-3 1-430,10 1 0,-1 0 0,-1 1-757,-4 1 1,0 0 0,2 0 756,-4 2 0,2 1 0,6 3 0,-1 3-39,5 3 0,-2 3 0,0 2 0,2 2 39,-1 5 0,1 3 0,1 1 0,0 2 0,2-5 0,0 2 0,0 1 0,1-1 0,3 0 0,0 1 0,1-1 0,4 1 0,5 2 0,6-1 0,6 2 0,3 1 0,1-3 0,-3-5 0,3 2 0,1-2 376,-1-1 1,1 4 0,2 1 0,2-5-347,6 2 0,3-4 0,2-4-30,-3-7 0,2-3 0,2-1 0,-1 1-401,2 3 0,1 2 0,0-1 0,0-4 401,7-3 0,1-5 0,-5-3 30,-2-4 0,-2-3-30,-2 1 0,2-3-20,1-5 0,2-2 0,-2 1 20,0 2 0,0-4 0,-9 1 0,3-5 0,0-2 0,-3 1 0,-5 3 0,-4 1 0,-2 0 0,4-7 0,1-4 0,-5 4 0,-7-5 0,-6-3 0,-3-5 0,-2 12 0,-1-2 0,-1 0 0,2 0 0,-1 0 0,-2 0 0,-1 0 0,-3 0 0,1 4 0,-1 4 0,-4 0 0,-4 2 0,-6-3 0,-4 0 0,-1 1 0,0 2 0,5 7 0,-1 1 0,-1 2 0,0 0 0,0 0 0,0-2 0,-1-2 0,-1-2 0,0 0 0,0 0 0,1 2 0,0 3 0,-8 0 0,-1 4 0,3 2 0,7 3 0,8 2 0,4 3 0,-10 6 0,15 10 0,4 6 0,5 12 0,4-8 0,4 1 0,8-12 0,0 0 0</inkml:trace>
  <inkml:trace contextRef="#ctx0" brushRef="#br0" timeOffset="12432">10743 11706 5734,'-7'0'90,"12"-2"-90,2-1 0,9-1 0,-2 0 45,14-1 0,3-1-3322,2 0 2789,1 0 1,5 0 517,-7 2 0,3 1 0,2-1-383,-2 1 1,1 0 0,2 0 0,-1 0 352,-2 0 0,1 0 0,-1 0 0,1 0-60,0 0 1,-1 1-1,1-1 1,1 1 59,-6 0 0,2 0 0,1-1 0,-1 1 0,-2 0 0,-3 0 0,3 0 0,-4 0 0,4 0-21,1 0 0,5 0 0,1-1 0,-1 1 0,-6 0 21,-1 0 0,-4 0 0,-1 1 0,5-2 0,0 1 0,5 0 0,-2 0 874,3-1-784,-14 1 185,-11 2-275,17-2 0,-21 1 0,6 1 1642,-5-1-1642,-3 1 819,3 0 0,-10 3 0,-1 0 0</inkml:trace>
  <inkml:trace contextRef="#ctx0" brushRef="#br0" timeOffset="18717">19275 9517 5787,'5'-8'127,"-1"2"142,-2-1-89,-2 3 90,0-5-180,-4 5-90,-1 1 90,-27 14-1729,3 1 1,-1 1 1580,2-1 1,-1 0-699,5-1 0,0 1 0,2-1 756,3-2 0,-1 2-5,-3 4 1,-3 4-1,-1 1 1,4 0-56,5 3 0,3 1 0,1 1-179,-2 0 0,-1 1 0,3 1 1,5-3 238,6 8 0,10-4 432,8-9 1,7-3-478,11-3 0,2-4 1174,-4-4 1,-1 0-1130,-4 0 0,-1 0 0,-1-1-630,0-3 1,-5-3 629,-6-1 90,-3-2 2754,-4-17-2759,-13 2 0,-4-2-1451,0 1 1,0-1 1370,-5 1 0,0 2 4,-6-1 17,13 13-404,-10-7 724,9 9 0,-4-5 0,12 9 0</inkml:trace>
  <inkml:trace contextRef="#ctx0" brushRef="#br0" timeOffset="19082">19387 9875 5914,'6'-12'359,"-3"4"-179,2 0 0,-3 4-90,-2 12 0,1-2-1741,-2 12 1651,-1 1 137,-1 7 1,-2 7 0,1-2-138,1-8 0,-1 2-23,0 8 1,-1 8 0,0 0-1,2-7-112,1-2 0,1-4-869,-1-2 0,-1 1 0,3-4 824,3 8 180,17-26 0,-4-8 0,14-7 0</inkml:trace>
  <inkml:trace contextRef="#ctx0" brushRef="#br0" timeOffset="19350">19846 9731 6004,'-6'-6'449,"1"1"-269,3 2-90,5-1 180,31-3-270,-14 4-1064,1-1 1,-1 1 1063,-6 1-360,5 0-522,-2 0 882,-3 1 0,-12 5 0,-8 3 0</inkml:trace>
  <inkml:trace contextRef="#ctx0" brushRef="#br0" timeOffset="19533">19840 9905 6273,'3'5'180,"1"-2"-90,2-3 90,17-4 0,6-1-3457,-2 0 2790,5 0 0,-1 0 670,-5-1-453,-6 2 0,2-1-76,-1 0 0,0-2 1,1 1-1,-2 0 1,14-7-1</inkml:trace>
  <inkml:trace contextRef="#ctx0" brushRef="#br1" timeOffset="20834">20528 9436 6697,'-6'2'310,"0"0"624,4 0-204,0 1-450,3 0-707,2-1 164,3 0 219,2-2-3187,10-2 3272,-4 1-139,9-1 0,0 0-281,-5 2-1123,18-1 1656,-25 3-86,10 9-1104,-12 13 0,-2 4 968,2-11 1,-4 2 321,-8 7 0,-5 7 0,-4 3 0,0-2 1,1-6-355,-3 1 0,-1-1-382,-1 1 1,-2 6 0,-1-1 0,2-8 425,3-7 1,-1-2 55,-1 1 0,-2 2 0,1 0 0,-7 7 0,1 1 0,0-2 0,1-1 146,6-7 0,3-1-146,3-2 321,9-6-231,21-3-90,7-11 0,3-2 0,-6 1 0,1 1 1134,6-4 0,2 0-1134,-3 2 0,1 0 0,-4 1 0,-7 1 0,-1 1-114,6-2 0,5 0 0,-6 1 24,5 0-90,-6 2 1,1-1 179,-8 0 0,-13 3 0,1-2 0</inkml:trace>
  <inkml:trace contextRef="#ctx0" brushRef="#br0" timeOffset="21599">21325 9664 5815,'6'-7'99,"1"2"-9,-4 1 359,0 0-359,-9-2 90,-21 10-3457,5-3 3252,-13 8 25,16-2 0,1 0 0,-2 4 45,-4 5 0,0 2-1179,2-4 0,2 0 1134,-1 3 0,2 2 0,1 9 0,4 0 0,0-2 92,0 1 1,3-1-93,8-11 0,5 11-1428,11 8 1428,-2-5 0,9-1 759,2-16 0,0-3-759,-2 0 0,11 0 0,-1-4 0,-6-12 0,3 1 0,-13-6 0,-14-16 2083,-2 12-2083,-4-17 0,-7 13 0,-3 2 0,-8-7 0,7 6 0,1 1-90,-4 4 90,12 9-630,-7-4 630,4 6 0,-1-3 0,7 7 0</inkml:trace>
  <inkml:trace contextRef="#ctx0" brushRef="#br0" timeOffset="22100">21616 9927 6004,'3'-8'809,"-1"-6"-629,-3 8 450,-9-8-3907,-8 17 2662,0-1 705,-12 20 136,14-5 1,1 5-1,1 1-346,3 4 0,3 2 1,1 0 59,1 1 0,2 1 0,9-4 30,10-7 0,8-3 0,2-7-727,1-8 1,2-8 0,-2-1 756,1-1 0,-2-2 0,-2-2 1134,1-6 1,-6-4-1045,-7-6 0,-10-1-90,-18 7 0,-8 3-180,-1-4 0,-3 4-636,5 11 0,-2 4 0,1 3 681,-9 8 0,3 4 2043,-3 3-1908,12-1 0,-3 2 0,3-2 0,3-1 0,0 0 0,-3 3 0,1-1 0,-1 1 0</inkml:trace>
  <inkml:trace contextRef="#ctx0" brushRef="#br0" timeOffset="23233">19280 11039 5767,'1'-9'124,"-1"2"199,1-1 14,-2 1 318,-3-9-531,-31 30 627,13-12-583,0 11 0,-7 9 1,0 1-1,6-3 209,4-4 1,2 0-1271,-9 6 0,-3 3 0,7-3 1263,4 0-221,6-3 1,1 3-1229,5 7 0,2 0 1171,-3-4 0,5-1-323,14 5 0,9 2 1,-1-7-539,9-1 396,-9-8 1,3 2 0,0-4 16,0-6 1,0-3 134,-2-2 0,0 0 34,1 1 0,-1-2-149,7-4 2041,-13-14-1743,-10 7 8,1-11 15,-17 6 1,-5 0 7,0 3 0,0 1-589,-3-5 0,0 2 568,-13-2 3,19 11 2193,-16 1-2109,17 6 1,-7 1 0,20 5 0</inkml:trace>
  <inkml:trace contextRef="#ctx0" brushRef="#br0" timeOffset="23949">19540 11392 5801,'1'-7'23,"0"-1"67,0 2 0,0-1-90,1 2 0,4 1 90,-2 1-90,18-3 0,-13 4 0,24-2 0,-17 9-983,5-1 983,-9 6 0,-7-2-81,-3 15 1,-4 8 125,-6 2 0,-2 1-45,5-9 0,1-1 0,-3 3 0,-6 2 0,-4 3 0,-1-2 0,3-5-1507,5-6 0,-1-2 1507,-4 6 0,-1 3 0,2-6 646,4-3-646,3-4 0,-1 2 0,6-6 119,8-1-119,25-11 0,-10 3 0,7-6 0,6-2 0,-5 0 0,2 0 860,-8 1 0,3 0 1,-2 0-996,-4 1 0,-3 1 135,11-5 0,7-1 0,-14 1 0,-4 1 0</inkml:trace>
  <inkml:trace contextRef="#ctx0" brushRef="#br0" timeOffset="24232">20116 11301 5914,'-3'-7'180,"1"1"-91,1 2 91,20-5-135,1 2 0,2 2-135,12-6-1214,-10 6 0,-4 2 1124,-9 1 180,2 1 0,-8 0 0,2 1 0</inkml:trace>
  <inkml:trace contextRef="#ctx0" brushRef="#br0" timeOffset="24449">20133 11428 5914,'4'7'269,"-1"-3"-89,27-6-180,0-3 0,2-1-90,-7 2 0,1 0-840,6-2 0,0-2 930,-9 1 0,-2-1 0,7-3 0,-5 2 0,0-1 0</inkml:trace>
  <inkml:trace contextRef="#ctx0" brushRef="#br0" timeOffset="25233">20690 10993 5914,'2'-7'0,"2"0"90,5-1-90,7-2 0,1-1-1709,3 1 1709,-5 3 253,11 0 1,2 1-254,-3-1-30,0 5 0,6 0 0,-6 3-2904,-1 6 2889,-3-2 0,-2 3 45,-7 13-45,-23 8 0,-10 4 45,7-11 0,-1 1 0,0 0-30,-2 2 0,0 0 0,0-2-412,-5 2 0,5-3 442,14-9 0,9 0 0,12 2 0,3 0 2496,2 4-2466,1-2 0,4 2 0,-6 0 60,-3 8-90,0-7 0,-4 0 0,-25 14 90,-12-8 0,-3-1 1261,11-8 1,-1 0-1472,-10 5 0,-3 2 1,6-5-3158,4-4 3254,0-1 0,4-3 0,13-10 0,0 0 0</inkml:trace>
  <inkml:trace contextRef="#ctx0" brushRef="#br0" timeOffset="25783">21830 11066 5824,'11'-8'359,"-2"2"91,0-1-270,-3 1 180,-32 7-270,7 2-90,-1 0 0,-4 3 60,-1 2 0,-3 3 0,1 3-60,-4 3 0,1 3 0,0-1 0,0-4 0,0 0 0,2 4-45,4 4 0,-1 6 0,4-1 0,5-4-45,4 6 30,7 2 0,3 6 0,6-6-30,8-12 0,4-2-1549,0 9 1,0-2 1580,2-11 1,-2-3 57,3-3-45,8-3 0,1-1 45,-2 0-45,0-2 0,-1-1 45,-12-4 0,8-8-2268,-8-3 2268,3-3 0,-10 0-559,-5 3 559,-2-1 693,-9-6 1,-6-4 0,0 3-694,-6-7 0,5 10 0,-5-4 0,0 1 0,3 6-2081,-9 2 2036,5 3 0,3 2-45,6 8 1811,3 3-1721,0 7 0,4 1 0,4 5 0</inkml:trace>
  <inkml:trace contextRef="#ctx0" brushRef="#br0" timeOffset="26318">22143 11369 5914,'-6'-6'180,"-1"2"-1,0 2-89,-16 10-2971,7 0 2881,-11 8 415,7 14 0,2 1-415,2-2 0,0 4 0,3-2-247,12-13 247,5 3 0,2 0-90,3 2 90,10 2 0,8-4-1316,-1-18 1,1-4 1315,0 5 0,0-2 751,0-7 1,-3-7-722,-5-10 0,-2-5 0,-4 2-30,-2 8 0,-3-2 22,-2-8 1,-1-7-1,-3 0 1,-7 7-68,-14 6 0,-8 4-135,0-1 0,-4 0 0,-2 7 180,4 11 0,-2 6 0,-1 3 0,2 0 0,-4 1 0,0 3 0,1 1 0,6 1 0,0 0 0,0 1 0,1-1 0</inkml:trace>
  <inkml:trace contextRef="#ctx0" brushRef="#br0" timeOffset="30983">8320 13021 5784,'-7'-4'-3,"1"1"40,14 0-31,-3 1-6,21-2 45,-2 0 0,6-2 0,1 0 0,-3 1-45,4 0 0,0 0-820,-2 0 1,5-2 0,0 1 0,-1 0 641,-5 1 0,-3 1 1,2 1-1,3-1 178,-2 1 0,2 0 0,2 0 0,1 0 0,0 0 0,0 0 0,-1 0-233,2 0 1,0 0 0,0 0 0,-1 0 0,2 1 0,-1-1 232,0 0 0,0 0 0,0 1 0,1-1 0,-1 1 0,-1 0 0,-1 0-125,3 1 0,-2 0 1,-1 0-1,2 1 1,4-1 124,-9 1 0,4-1 0,1 1 0,2 0 0,0-1 0,0 1 0,1 0 0,-2 0 0,-2 0 0,-2-1 0,5 1 0,-2 0 0,-2 0 0,0 0 0,2-1 0,3 1 0,-6 0 0,2 0 0,1 0 0,2 0 0,0 0 0,1 0 0,-1-1 0,-1 1 0,-2 0 0,-1-1 0,2 1 0,-2-1 0,-1 0 0,0 1 0,0-1 0,1 0 0,3-1 0,-3 1 0,2 0 0,1-1 0,2 0 0,-1 0 0,2 0 0,-1 0 0,1 1 0,0-1 0,-1 0 0,-3 0 0,1 0 0,0 0 0,0 1 0,1-1 0,-1 0 0,0 0 0,1 0 0,-1 1 0,0-1 0,-1 0 0,3 0 0,0 0 0,1-1 0,-1 1 0,1 0 0,-2 0 0,0 0 0,-1 0 0,-1 0 0,-2 0 0,7-1 0,-3 1 0,-2 0 0,1 0 0,0 0 0,3-1 0,-4 1 0,3 0 0,1 0 0,0-1 0,1 1 0,-1 0 0,-1 0 0,-3-1 0,-3 2 0,2-2 0,-4 2 0,-1-1 0,1 0 0,4 0 0,-3 0 0,4 0 0,1 0 0,3-1 0,-1 1 0,0-1 0,-1 1 0,-4 0 0,-2 0 0,8-1 0,-5 0 0,0 1 0,1-1 0,1 0 0,1-1 0,1 1 0,0-1 0,-2 1 0,-3 0 0,-1 0 0,-1 0 0,0 0 0,0 0 0,8-1 0,0 0 0,-2 0 0,-7 1 0,-4 0 0,-6 0 0,3 0 427,-5 0-337,11-1 90,-5 0-180,1 0 0,-9 1 2132,-6 1-2132,-4 1-476,4-1 476,-30 5 0,1-1 0,-2 1 0,1 0 0</inkml:trace>
  <inkml:trace contextRef="#ctx0" brushRef="#br0" timeOffset="31983">8705 13955 5801,'-12'-6'-8,"4"3"22,-1 0 3,4 1-17,-2 0 270,-3-2-181,4 1 1,10-3 90,24-2 0,9 2-180,-14 1 0,1 1-1093,5-1 1,4 0 0,-3 0 1124,-3 2 1,0 0 27,4-1 0,3 1 0,7-1-273,-15 1 1,3 1 0,2-1 0,2 0 0,2 0 0,0-1 0,2 1 0,0 0 0,-1 0 227,-2 1 0,1-1 0,1 0 0,0 1 0,1-1 0,1 1 0,0-1 0,0 0 0,0 1 0,0-1 0,-1 1 0,1-1-104,-4 1 1,0-1 0,-1 0 0,1 1 0,0-1 0,-1 1 0,1-1 0,0 1-1,1-1 1,0 1 0,0-1 0,2 1 0,0 0 93,-3 0 0,2 1 0,1-1 1,1 0-1,1 1 0,0-1 1,1 1-1,-1-1 0,1 1 1,-1-1-1,-1 1 0,0 0 1,-1 0-1,-2 0 0,0 0 1,-3 0-1,-1 0-107,11 0 0,-4 0 0,-2 0 0,-2 0 0,0 1 0,0-1 0,1 1 0,2-1 102,-2 1 0,2-1 0,1 1 0,1-1 0,0 1 0,-1 0 0,-1-1 0,-2 1 0,-3 0 0,-3 0 0,11 0 0,-5 1 0,-3 0 0,-2-1 0,-3 1 0,-3-1 0,3 1 228,3 0 0,4 0 0,0 0 0,-4 0-138,6 0 0,-1 1-151,0-1 0,2 0 0,-8 0 61,-3 0 1569,-17-1-1300,10 0-179,-7 0-90,4 0 1043,-2 0-1853,-9 1 981,4-1-171,-13 3 0,-7 0 0,-9 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32:07.97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5665 12824 5734,'-3'-8'81,"5"2"-72,1 2-9,9 2 0,14 2 0,-8 0 0,12 1 0,-18 0 0,13 3 0,-8 0 0,6 4 0,-12-1 0</inkml:trace>
  <inkml:trace contextRef="#ctx0" brushRef="#br0" timeOffset="215">5727 12936 5737,'2'4'87,"10"-3"-87,2 0 0,20-6 0,-9 1 0,11-5 0,-5 1 0</inkml:trace>
  <inkml:trace contextRef="#ctx0" brushRef="#br0" timeOffset="482">6113 12697 5734,'-1'-11'270,"1"2"-180,0 12-1,2 29-89,0 1-60,-1-2 0,1 7 1,1-3-351,2 2 0,1-1 1,-2-6-1,0 1 1,0-3-1,4 1 0,0 0 1</inkml:trace>
  <inkml:trace contextRef="#ctx0" brushRef="#br0" timeOffset="1300">10468 12723 5824,'-11'-1'449,"-5"-1"-89,2 2-180,1-1-180,12 3 0,9 0-450,14 3 450,0-1 0,-3-1 0,-9 0 0,-7-1 0</inkml:trace>
  <inkml:trace contextRef="#ctx0" brushRef="#br0" timeOffset="1501">10374 12842 5914,'-6'3'0,"0"0"90,10 2-90,7-1-180,13-1 180,2-3 0,4-4 0,-4-1 0,-1 0 0</inkml:trace>
  <inkml:trace contextRef="#ctx0" brushRef="#br0" timeOffset="1950">10822 12607 5824,'-9'-4'180,"1"-1"-90,10-3-1,24-5-1728,-7 6 1,2 0 1196,-1 1 0,-1 1 442,12-2 859,-8 10-859,-13 8 0,5 1-141,-17 5 141,-13 13 0,3-10 0,2-4 0,-1 2-1111,-3 8 0,1-1 1111,2 0 1111,1 10 0,8 3-1111,16-18 0,4-2 0,-6 4 0,3-2 0,7-7 0,7-1 0,3-3 0,-1-2-129,3-3 0,1-3 1,1 0-1,0-1-35,1 3 0,0 0 1,1-1-1,-1-1 1,-5-2-1,1-1 1,-1-1-1,-1 0 1,-3-1-1,0-2 1,0 0-1,0 0 1</inkml:trace>
  <inkml:trace contextRef="#ctx0" brushRef="#br0" timeOffset="2867">15205 12735 5824,'3'-8'0,"0"4"-3277,12 2 893,-6 3 2370,9 1 240,5 2 1,-6 0 0,10 2 0</inkml:trace>
  <inkml:trace contextRef="#ctx0" brushRef="#br0" timeOffset="3082">15215 12899 5823,'10'3'1,"4"-1"-1,-5-4 0,12-1 0,3-2 0,5-2 0,-1 1 0,-1-1 0,9-3 0</inkml:trace>
  <inkml:trace contextRef="#ctx0" brushRef="#br0" timeOffset="3565">15735 12645 5773,'-11'-4'51,"-7"-3"39,9 2-90,-1-3 0,11 4 90,26-7-3367,1 5 3162,7-4 115,-9 7 0,3 4 0,-14 9-535,6-1 535,-21 5 0,-14 4 0,-5 2 0,-3 9 57,4-8 1,1 0-58,5 0-180,25 10 156,2-16 1,3-1 283,-5 4 1,1-2-270,5-3 1,-1-2-819,-7-1 827,-1-2 2880,0 8-2880,-14 5-1996,-3 1 2005,-12 3-613,-3-7 603,-3 1 0,-1 1-258,6-2 1,0 0 0,-3 2 0,1 1 0,2 7 0</inkml:trace>
  <inkml:trace contextRef="#ctx0" brushRef="#br0" timeOffset="4449">19525 12728 5914,'0'-7'180,"0"2"-180,34 5 0,-17 0 0,13 0 0,-23 1 0</inkml:trace>
  <inkml:trace contextRef="#ctx0" brushRef="#br0" timeOffset="4648">19483 12819 5824,'5'6'90,"1"-2"0,10-1-270,17-2-3097,-8 0 2302,10-3 975,-22 0 0,4-3 0,1 0 0</inkml:trace>
  <inkml:trace contextRef="#ctx0" brushRef="#br0" timeOffset="5332">19881 12638 5824,'-6'-8'359,"2"1"-269,-7 14 0,-6 11-3367,-1 5 3109,-4 5 580,6-6 0,-1 1-412,4-5 0,1 0-919,-4 4 0,1-1 919,1 1 0,8-13 0,9-8 2049,5-4-2049,8-8-789,-2 1 789,-3 4 2245,3 5-2245,-1 1-387,4 1 387,-6 1 0,7-1 0,4-7 0,3-1-90,-3-3 90,-5-7-2249,-3 3 2249,0 0 0,-3 3 0,-16 31 0,4-9 0,-7 21 144,3-13 0,2 0-144,1 0 0,1-1 0,-2 2 0,1 0-90,2 1 0,2-4 909,2-11 0,-2 0 0,-1-16 0</inkml:trace>
  <inkml:trace contextRef="#ctx0" brushRef="#br0" timeOffset="5832">19818 12526 5824,'-4'-11'90,"-10"-16"-90,4 12 90,-7-10-90,4 18 89,-8 14 1,-2 7-1729,4-1 1,0 2 1151,-8 6 0,1 2-218,8-2 1,3-1 704,-4 12-44,5-2 0,-1 7 0,3 1 66,7-11 1,2 2 0,0-1-1,-1 1-22,-3 1 0,-1 0 0,2 0 0,4 1 0,7 5 0,5 1 0,4-2 0,2-7 0,4-9 0,3-5 0,-1 0 0,0 8 0,0 1 0,4-6 22,1-8 1,4-5 0,1-3-1,-3-5-22,2-9 0,-3-6 0,2 1-30,0 7 0,1 2 0,-2-7 12,-9-6 0,-2-7 0,-1-3 0,-3-1 0,-4 2-5,-6-1 1,-4 1 0,-3 0-1,3-1 23,3-2 0,1 0 0,-1-1 0,-4-1-32,-4 6 1,-2-2-1,-3-1 1,-1 1-1,-1 2 1,-1 4 31,-4 0 0,-1 5 0,-2 0 0,1-1 0,1-6 0,0-1 0,-1 1 0,-1 5 0,-5 2 0,-1 4 0,2 5-112,-10 3 112,6 11 0,-4 4 0,3 0 0,3-2 0,0 2 0,0 1 0,-5 2 0,1 0 0,2 0 0,-6 5 0,0-1 0</inkml:trace>
  <inkml:trace contextRef="#ctx0" brushRef="#br0" timeOffset="20632">8494 9827 5790,'5'3'34,"20"-1"26,-2-3 0,7-1 0,6 0-388,-10 0 0,3 1 0,3-1 1,3 0-1,1 0 0,2 0 1,0 0-1,0 0 0,-1 0 1,-2 0 118,2 0 1,0 0 0,0 0-1,-1 1 1,1-1 0,0 0 0,1 0-1,0 0 1,2 0 137,-6 0 0,1 0 0,1 1 0,0-1 0,1 0 0,0 0 0,1 0 0,-1 0 0,1 0 0,0 0 0,0 1 0,0-1 71,-3 0 0,1 1 0,-1 0 0,0 0 0,1-1 0,0 1 0,0 0 0,0 0 0,1 0 0,-1 0 0,2-1 0,-1 1 0,1 0 0,0 0 0,-4 0 0,0 0 0,1 0 0,0 0 0,1 0 0,0 0 0,0 0 0,1 0 0,-1 1 0,1-1 0,-1 0 0,0 0 0,0 0 0,0 0 0,-1 0 0,0 0 0,-1 0 0,0 0 0,3 0 0,0 1 0,-2-1 0,0 0 0,-1 0 0,1 0 0,-1 0 0,0 0 0,1 1 0,0-1 0,1-1 0,1 1 0,1 0 0,1 0 0,-5-1 0,1 1 0,1 0 0,2-1 0,1 0 0,1 1 0,1-1 0,0 0 0,1 0 0,-1 0 0,0 1 0,0-1 0,0 0 0,-2 0 0,0 0 0,-2 0 0,-1 0 0,-2 1 0,-1-1 0,-3 0 0,-2 1 0,-2-1 0,14 0 0,-7 0 0,-3-1 0,-1 1 0,1 0 0,5-1 0,-2 1 0,4-1 0,3 0 0,1-1 0,0 1 0,0 0 0,-3-1 0,-3 1 0,-4 0 0,-7 1 0,12-3 0,-8 0 87,8-4 1,-3-1 47,-11 3 0,-2-2-45,4-2 0,-3-1 926,-7-1-1016,-8 2 2336,-2-4-2966,-2 8 3315,4 0-4124,-6 16 1287,0 0 152,-7 4 0,-2-7 0,-7 2 0,-3 0 0</inkml:trace>
  <inkml:trace contextRef="#ctx0" brushRef="#br1" timeOffset="-79171.73">4076 8610 17273,'-2'6'381,"0"-1"-230,0-2 51,1 1-452,2-1-1013,6 1 546,0-1 634,5-1 93,-1-1-58,1 0 132,8-1 0,3 0-1709,-3 0 0,0 0 1814,6 0 0,0-1-612,-4 1 1,-2 0 1455,6 0-956,0 0 0,6 0 1,2 0-85,1-1 0,2 0 0,0 0-84,-8 0 0,1 1 1,-1-1-1,1 0 13,8 0 0,-1-1 1,-4 0 324,-7 1 1,1-1-352,1 0 0,3-1 0,3 0 1,-3 0 0,-2 0 0,0 1 0,-1-1 0,1 1 5,4-1 0,0 0 0,0-1 0,1 1 22,1 0 1,2 0 0,-2 0 0,-6 0-143,-3 1 1,-1 0 67,1 1 1,1-1 0,-2 0-494,10 1 1033,-11 0 1,2 1 0,0 0-821,3-1 0,1 0-597,-5 1 1,2 0 0,-4-1 152,14 0 39,-7 0 690,-3-1 1,0 0-645,8 1 1069,-11-1 0,0 1-566,7-1-2175,6-1 2270,-1 1-92,-4 0 1299,-10 1 0,-1 0-1164,-1 0 147,11-1 0,0 1-2176,-8 0 1984,8 0 0,-14 1 186,-8 0-186,16-1 2269,-13 1-2267,24-1-2268,-21 1 2268,4-1 191,-9 2 2269,-1-2-2269,3 2 0,-2-1 0,3 0 0,-8 0 0,1 1 0,-1 0 0,-1 0 3276,0-1-2981,1 1-295,-6-5 0,2 1 90,-6-15-90,3-1 0,1-5-1093,1-4 1,-1-4 0,1 2 1034,0-4 1,-1 0-18,2 5 0,0-1 1,1 3 74,0 3 0,1 2 0,1-13 0,0 12 0,-1 0 0,1-6 0,0 2-1020,1-5 1020,-1 6 0,0-1 22,0-8 0,0 13 191,0-7-191,-3 17 185,-4 0-113,-5 2 1052,-10 7-710,-13 6 855,5 2-739,-4 1-470,0-1 1,-7 1-1,4-2 184,8 0 1,-2-1-212,-1 0 0,-6 1 1,-5 0-1,-1 0 1,1 0-1,4-2-556,-4 1 1,4-1 0,-1 0 0,0-1 585,3 1 0,0 0 0,-1 0 0,1 0 1,2-1-68,0 1 1,2-1 0,1 0 0,-1-1 15,-8 1 1,1-1 0,4 0-3,9 1 0,0-1 233,-7 0 1,-4 0 0,1 1-194,-2 0 1,2 0-719,4 1 1,0-1 792,3 0 1,-1 1-1,1-1 591,0 1 1,2 1-496,0-1 0,-2 0-667,-1 0 1,-1 1-1,1 0 605,0-1 0,-1 0 123,-6 1 0,-5 0 1,7 0-115,0-3-92,5 2 1,1-2-113,7 0-64,-2-1-404,2 0 1,-1-1 349,-6 0 930,-9 0 1,1 0-636,15 1-80,-2-1 1,0 1 264,-3 0 315,-4-2-33,3 1-206,3 0 1,1 0 416,7 1-62,-16-1-184,20 3 226,-10-1-482,1 1-8,0-1 45,4 0 2089,7 1-2924,-14-1 568,4 0 22,-5 0-199,10 0 33,7 0-26,0-1-98,0 1 13,2 0 101,-2 1 165,3 1 984,2 3-1654,2 0-204,3 8-558,-1 11 511,0-5 506,-1 3 1,1 7 0,-1-3-151,0-4 1,0 0-48,1 14 1,0 1-484,-2-17 1,1-2 656,1 19 278,0-7 0,0 1 260,-1-10 0,0-1-1073,1 7 0,0 1 779,-1 0 0,0-2-1524,0 0 1505,1 1 0,-2-2-78,0-11 1550,1 8-1537,0 2 1247,-1-3-1041,1-2-5,-2-5-23,1-5 2902,0 9-3043,-1-9 4,0 0 81,0 0-176,1-2 489,2-2 0,2-3 0,4-3 1</inkml:trace>
  <inkml:trace contextRef="#ctx0" brushRef="#br1" timeOffset="-73785.73">2680 8601 14940,'-3'6'2138,"3"-2"-3040,5-1-1046,4-2 1647,14 1 229,5 0 33,4 1 19,-2-1-8,-4-1 0,5 0 1,-4-1-266,-6 1 0,0 0 303,7-1 1,4 1-1,-2-1 387,-1 0 0,-2 1-263,9-1 0,0 0-46,-3 0 0,-1 0-3,0 0 1,-5 0 83,-4 0-103,-9-1 56,-1 2-157,13-2 98,-13 2-87,10-1 29,-18-1 68,3 2-218,1-2 272,-2 2-324,1-1 323,0 0-320,-3 0 201,2 1-87,-2-1-107,0-1 521,-1 1-254,1-1 440,-1 0 11,0-1 440,0-1 263,0 0 141,3-6-145,0-3-639,-1 2 48,0-2-474,0-9-360,-3 2 0,-1-2-212,2 0 1,-2-2-226,0-1 0,-1-1-140,-2-3 1,0-2 284,0 4 0,0 0 1,-1 0-87,1-3 1,-1-1 188,1 0 0,1-2 0,-1 3-11,2 3 1,0 1 213,0 1 0,0 1 104,1 2 0,-1 2 19,1-8 198,-2-2-49,1 2 67,-4-4-253,0 15-330,0-1-29,0 5-121,1 7-33,0-1-115,1 0 74,-3-1-205,-1 2-178,-1 1 530,-3 2 664,3 2 589,-18 5 391,12-1 179,-15 2 65,14-2 189,-8 2-598,-11 2 1,-4 1-164,1-1 0,-2 1-509,8-2 0,0 0 1,0-1-107,-3 1 1,0-1-226,1 0 1,-1-1 0,1 0-32,3 0 1,0-1-1,0 1 1,-2 0 1,0 0 0,1 0-46,-9 1 0,7-1-68,16-2 61,-8 2 42,13-3 82,-1 1 155,1 0 40,-2 0 48,6 0 85,-1-1 115,2 4 531,-2 13-1071,3 3 1,2 4-183,0-1 0,0 2-74,1 3 0,0 0-24,1-9 0,-1-1-32,1 2 0,-1 0-76,2 14 0,0 1-78,0-11 0,-1 1-22,2 6 0,1 3 0,-1-2 233,2-6 1,-1-1 134,1 9 0,0-2 25,-1-13 0,0-3-198,1 5 20,-1-8 19,-2-4 135,3 5-120,-3-8 254,1 0-162,-1-1 156,-1-3 286,-1 2 0,-1-2 0,-1 2 0</inkml:trace>
  <inkml:trace contextRef="#ctx0" brushRef="#br0" timeOffset="-66254.73">4788 7417 5734,'9'-3'5,"-1"1"4,-4 1 8,3 1-15,-1-2 4,5 1-3,0 0-3,-2 0 0,1 2 0,3 0 3,-4 1-3,6-1 0,-6 2 2,2 2-2,-2-1 3,1 1 8,4 4-8,-5-2-6,10 9 9,-5-3-6,-3-2 3,5 9 0,-4-4-3280,2 3 3159,-4-4 121,-5-7-3,-3-5 0,5 9 0,-1-3 0,2 4 0,-3-5 8,1 1-5,-2-2 2,4 2-7,-5-4 3278,4 5-3157,-3-4-119,3 3 0,0 0 0,1 1 0,-1-3 0,1 2 0,-5-5 0,2 1 0,-2-2 0,2 3 0,-2-2 0,4 4 0,-4-3 0,1 0 0,0 1 0,-2-2 0,3 4 0,-3-4 0,2 2 0,-2-3 90,3 6-90,0-3 0,1 4 0,-1-4 0,3 2 0,-4-4 0,8 5 0,-8-7 0,3 2 0,-3-2 0,2 0 0,-1-2 0,9-1 0,-6-1 0,4-2 0,-3-1 0,1-1 0,-2 0 0,7-8 0,-9 6 0,3-4 0,-5 5 0,0 0-3277,4-9 3252,-3 6 25,7-16 0,-8 15 0,3-6 0,-2 4 0,1-4 0,-1 4 0,5-18 0,-6 20 2537,3-11-2537,-4 14 0,1-4 0,2-6 0,-1 4 0,5-15 0,-7 21 0,3-9 0,-4 11 0,0-4 855,2-1-855,0-1 0,1-2 0,-2 7 0,2-5 0,1 6 0,1-2 0,5 0 0,-5 4 0,3-1 0,-5 4 0,-1-1 0,7 1 0,3-1 0,-1 1 0,3 3-90,-9 0 0,6 3 73,-5-2-28,1 1 45,0 0 0,-3 1 0,3 2 0</inkml:trace>
  <inkml:trace contextRef="#ctx0" brushRef="#br1" timeOffset="-62738.73">9295 7500 6768,'5'-8'164,"0"1"-109,4 0 138,3-2-446,-2 2 84,18-10 48,-17 12 31,12-8-28,-6 6-41,3-1 0,-2 1-38,11 0 197,-20 5 0,9-1 0,-12 3 0,8 0 0,-6 0 0,6 0 0,-1 2 0,1 0 0,0 1 0,-3 0 0,6 5-3277,-8-4 3162,8 6 115,-3-1 0,0 3 0,1 1 0,-2-2 0,3 8 0,-8-10 0,9 11 0,-4-5 0,2 3 1437,2 1-1437,-3-4 0,3 6 0,-1 3 0,-4-8 0,-1 0 0,3 7 0,-4-8 0,3 3 0,-7-9 0,11 19 0,-10-16 0,1 4 90,-2-2 1865,4 7-1955,-4-9 0,10 21 0,-8-17-1144,1 4 1144,-2-8 0,-4-6 0,8 16 0,1 2-3013,2 4 3013,-3-7 0,-7-11 0,1-1 90,4 12 675,3 4-765,1 0-782,-3-6 782,-6-11 3005,0 0-3005,5 9 0,3 5 0,0-1 0,-3-4 0,-5-9 0,-2-4 0,4 6 0,-3-5 0,6 11 0,-7-11 1169,4 4-1169,-3-3 0,1 0 0,1 0 0,-1-1 0,3 1 0,-3-3 0,7 4 0,-3-3 0,1 0 0,-1-2 0,8-1 0,-8-1 0,7-1 0,-1-1 0,3-1 0,-1-1 0,-1 1 0,1-4 0,-8 4 0,15-10 0,-11 2 0,2 0 0,-3 0 89,2-8-89,-6 9 0,6-10 90,-4 4-90,-2 0-1234,2-1 1234,-3 3 0,-3 6-2893,6-19 2893,-5 14 0,3-10 0,0 0 0,-4 10 44,3-7 1,1-1-45,-2 2-203,2-4 203,-3 8 0,-1 7 2883,4-20-2719,2-2-127,-3 11 0,-1 1 37,4-13 1,-4 16 2,8-13 8,-8 16-41,6-7 0,-1 0-1806,-1 4 1779,4-8 3,-6 12 1,-1 1-3,9-11 5,3-3-5,1 0-4,-3 7 4,-5 5 1,5-2 9,-3 4-123,15-11 2,-16 14-7,7-7-3,-6 6 0,4-2-6,-4 3-2,17-8-10,-18 10 121,9-4 3276,-4 5-3160,5-1-116,-5 2-90,17-2 90,-24 5 0,10-2 0,-13 2 0,6 0-3277,5 0 3162,-3 0 115,2 0 0,2 2 0,-10-1 0,10 1 0,-8 1 0,-3-2-90,5 2-90,-8-2 180,2 4 0,-7 0 0,1 2 0</inkml:trace>
  <inkml:trace contextRef="#ctx0" brushRef="#br1" timeOffset="-59004.73">13170 7509 14447,'8'-5'3033,"-1"0"-2224,-3 3-715,5 0-434,12-3 120,-6 2 107,7-1 1,0 0-64,-7 2 374,17-4-764,-9 5-21,6 0-2226,-1 0 2558,-1 1 10,-6 2 0,-1 1-268,0-2 309,2 2 1,-2 0-308,-7 0-40,12 3-2575,9 4 2631,-5-1 14,3 2 315,-11-1 1,-1-1-167,0 1 165,0-1 1,0 2 1381,5 5-1688,3 4 240,-12-8 0,1 1 50,12 11 0,-2 0-307,-3-2 345,-4-3 0,2 3 0,-3-3-261,7 8 191,-10-9 1,0-1-184,2 4 173,-9-11 125,2 5 0,3 3 24,0 1 1,0 1 10,2 2 0,0-1-193,-3-3 1,-1-1 208,8 10 1625,-8-8 0,1 1-1548,2 6 1,0 1-1633,-2-3 0,0-1 1601,-4-4 0,-2-2-5,-1-1 6,-1-1 0,5 9-723,-3-7 725,3 5 0,1 5 0,-4-10 0,4 10 0,-4-9 0,1 2 0,-2-3 2831,1 2-2831,3 6-2831,-6-13 2831,6 12 0,-7-16 1133,2 5-1133,3 9 0,-1-6 0,7 17 0,-8-20 0,4 7 0,-3-7 0,1-2 2940,-1-1-2940,1-1 0,5 1 0,-7-5 0,7 5 0,-2-5 0,-2-2-200,3 2 200,-5-3 441,1 0-441,9 0 0,-6-1 0,6 1 0,-4-2 0,-3 0 0,5-1 0,-1 0 0,2-1 211,-3 1-211,13-3-3277,-13 0 3162,5-1 115,-9 2 0,-3 2 89,8-5-89,-6 3 90,18-10-90,-15 6 90,8-5-90,-3-2 90,-4 3 2116,4-3-2206,-7 4 90,0 1 0,9-14-90,-7 9 45,4-7 0,1-1-45,-4 5 0,10-14 0,-6 8 45,-4 6 0,0 0 1141,6-7-1141,1-5 0,0 1-3322,-7 11 3264,0-1 1,0-1 12,5-10-950,-8 9 1,1-1 949,-1 4 0,1-1 45,4-15 0,-1 2-45,-4 12-512,-1 0 1,-1 1 511,-2 7 1900,4-9-1810,3-5 880,-2 2-970,1 0 0,4-10 0,-8 17 0,8-18 0,-6 10 0,1-5 0,0 2 1789,-2 4-1789,2-3 0,-5 14 0,2-6 0,0-1 0,2-1 0,0-3 1745,-1 6-1745,3-7 0,-6 12 0,4-5 0,0 0 0,-1 2 0,4-3-671,-5 6 671,-4 7 0,11-16 0,-7 12 0,16-21 0,-16 22-331,6-6 331,-9 9 648,4-3-738,2-1 90,2 0 0,12-4-3275,-10 7 3275,7-1 147,-4 4-147,4-1-1017,-4 1 1017,4 0 0,8 1 0,-14 1 0,14 0 2888,-9 1-2888,9 3 0,-5-1 0,-1 2 0,-1 2 0,-5 0 0,10 3 1521,-11 1-1521,-1 1 0,-1-2 0,-2 2 0,0 3 0,-6-6 0,11 16-3277,-10-11 2982,2 3 205,-4-6-719,-1-1 809,-4-2 0,0 1 0,-5-5 0</inkml:trace>
  <inkml:trace contextRef="#ctx0" brushRef="#br1" timeOffset="-38204.74">17888 7693 21002,'-6'-4'-3277,"0"-2"359,3 3 1701,-1-2 105,3 1 163,-1 0 476,3-4 800,3-1-963,-1 2 1137,1-1 418,1 1 285,-1 1 107,2-2 288,-2 2-116,-1 2-562,0 1-299,6-7-116,-1 2-60,3-3-746,-4 3 667,-2 4 31,18-15 42,-9 9-240,9-4 0,1 0 291,-2 4-386,9-4 389,-4 6-81,-7 3 0,0 0-253,-1 0 0,0 1-1270,2-1 1,-1 2 1069,1 0-221,-7 1-1213,13 1 0,3 1 818,-4 0-103,0 0 1,6 1-1,-6 1 90,-2 0 334,-2 0 1,0 1-327,13 2 7,-12-2 333,13 5 1,1 1-658,-10-2 700,-1 1 0,2 0 50,-9 0 1,-2-1-286,17 8 283,-14-6 1,-1-1 1321,10 6-1277,-9-4 1,0 2-850,-1-1 0,0 1 783,3 1 0,0 0 779,-4-1 0,0 1-809,5 5 0,-1 1 12,-6-6 1,0 0 4,10 10 1,-1-2-235,-5-3 224,-5-4 0,0 0-710,-1 2 0,0-1 752,0-1 1,-1 0 8,1 2 0,-3-3-109,2 1 74,-3-1-44,7 11 37,0 2 135,-6-9 0,1 0 33,-2 0 1,0-1-88,4 7 18,0-2 896,-4-5 0,2 2-791,2 3 1,0 2 39,1-1 1,0 0 7,-1-2 1,-2-1 107,5 6-40,-5-7 1,1 3-63,3 6 1,-1 0-6,0-1 0,0-1 40,-3-3 1,-2-3-86,1-1 12,-1 0 20,0 0 1,1 1 2247,2 5-2244,-1-3 0,1 5 1,-2-3-2295,3 7 2282,-2-3 1,1 1 40,-4-5 1,-1 0-9,5 12 1,-1 0-55,-2-9 0,0 2 72,0 2 0,2 5 0,0 0 0,-3-6-80,-1-7 1,-1 0-444,3 7 0,0 4 0,-1-6 408,1 4 148,-3-7 1,2 3 52,-1-1 0,2 1 0,-1-1-67,1 5 0,1 1 399,0-1 0,2 4 1,1 0-1,-3-7-376,-3-8 1,0-1-476,3 8 1,1 3-1,-1-5 475,0-3 130,-1-3 1,2 2-35,3 5 1,1 1-49,-3-4 0,0 0 726,1 1 1,0 0-648,5 9 1,-2-1-106,1-1 0,-1 1 1,1 1 92,-8-14 0,0-2-127,0 2 1,0 0 311,0-1 1,0 0-375,6 11 2635,-9-18-2607,4 11-2662,0 1 2602,0 0 19,1 4-24,-7-18 19,2 6 1533,1 4-1550,4 3-1085,-1 0 1124,0-2 1412,-1-2 0,0-1-1366,-1 0-818,1 0 0,0 0 828,-2-5 23,4 8-77,3 6 21,2 0 1,-3-4 0,-6-11-1</inkml:trace>
  <inkml:trace contextRef="#ctx0" brushRef="#br1" timeOffset="-36637.74">21053 10527 15082,'14'-12'-248,"1"1"576,1-2 1,1 1-312,-1 0 16,6-5 0,-1-2-3310,-5 3 2610,5-6 675,-7 6 803,2-7-993,-6 8-16,6-9 265,-3 3-282,5-7-1852,0 1 1934,-1-1 1290,-3 4 0,-1 0-1301,-1 0-171,1 0 1,0-3 258,-3 5 1,-1-1-1133,3-3 0,0 0 1139,-1-1 0,1 0-2,-2 5 0,1-1 881,3-8 1,-1 2-909,0 0-238,0 0 0,0-2 283,-4 6 0,0 1-746,2-7 1,1-1 758,-2 4 1,1-2 690,0 0 0,0-2 0,-2 6-721,1-2-120,-2 3 0,1-1 128,-4 7 0,-1 0-801,1-5 0,0-1 789,1 2 0,-1 0 1096,0 0 0,0-1-1084,3-11 0,0 1-2197,0-1 2202,0 0 1,0 2-109,-4 13 96,3-15 39,-3 11 0,1-1 0,-1 5 0,0 0 2,0-2 1,0 0 1,2-7 0,0 3-9,-1 0 206,1-2 0,0 1-209,-3 10 4,3-15-659,-2 10 1,1 0 674,-2 3 1,1 0-1,0 0 0,0-1 824,1-7 1,0 2-835,0 1-679,0-3 0,0 2 675,-2 10-75,2-12-218,3-8 330,-1 5-3,1 1 823,-3 10 1,1 0-787,1-4-59,0-3 1,2-2-845,-2 9 0,-1 1 818,5-14-5,1 4 644,-3 10 0,-1 1-677,0 0 22,1 0 1,0-1-142,5-7-46,4-1 49,0-2 2248,-2 6-2255,6-6-29,-10 14 130,7-7 0,1-1-82,1 2-2,5-7-1345,-9 12 1540,-9 7 1258,7-5 0,0 0-1170,-1 0-104,9-7 0,1-1 231,0-1-611,-9 9 1,0 1 699,11-11 794,-8 10 1,1-1-990,2-1 0,0 0-1467,1-1 0,0 1 1608,10-5 9,-18 12-299,1-1-89,16-7 1012,-11 4-958,9-1 0,0 0-2326,-10 6 2368,2-1 1,-1 0 1349,-8 4-1358,2-1-109,6-1 71,0 0 1,1 0 25,5 0 18,9 0 0,-1 1 57,-13 3-83,2 0 1,-2 1 40,-8 2 622,11 1-1750,10 4 781,-7-1 294,-4 3 0,-4 0-16,-10-2 1,7 11 0,-18-8-1</inkml:trace>
  <inkml:trace contextRef="#ctx0" brushRef="#br0" timeOffset="-35636.74">20518 10474 5779,'6'-3'45,"-1"1"45,0 4 0,2 6 0,4 6-90,-2-1 0,2 4 0,-5-11 0,1 1 0</inkml:trace>
  <inkml:trace contextRef="#ctx0" brushRef="#br0" timeOffset="-35271.74">21077 10535 4793,'15'-16'0,"-6"8"834,14-16-834,-14 15-961,7-7 871,-10 10 416,0-1-326,3-10 0,-4 8 0,3-7 0</inkml:trace>
  <inkml:trace contextRef="#ctx0" brushRef="#br1" timeOffset="-32486.73">20557 10496 14608,'4'6'-3277,"-1"-1"1012,-1-1 1648,2 3 350,-2-3 65,4 5-29,-3-3 25,1 0-885,0-1 1114,2 3-101,9 8 96,-5-5-16,6 4 1,0-1 60,-5-5 102,11 8 69,-7-7 62,-1-1-977,1 1 987,-3-3-45,-7-3-59,15 6 2,-11-5-35,20 10-145,-16-8-706,3 1 625,-7-2-16,-5-4-64,11 7 44,-8-5 855,16 8-878,-17-9 143,13 5 41,-6-7 224,0 3-103,-2-4 147,7-6 174,-9 2 52,9-4 709,-5-3-663,0 0-1396,1-3 1185,-4 3 18,-4 5-149,13-15-219,-2-3-105,3-5-15,-7 9-137,-8 8-39,0-1-40,-2 4 57,2-4-24,1-4 26,-2 8 93,3-9 1319,-3 11-1228,5-8-3231,5-5 3416,-2 2-11,2-1-169,10-7-66,-13 12 42,13-13 41,-11 8 1,-4 4 0,5-11 0</inkml:trace>
  <inkml:trace contextRef="#ctx0" brushRef="#br0" timeOffset="-18753.73">5329 7795 5734,'-3'8'0,"0"1"0,2-1 0,-1-1 0,1 1 0,0-2 19,0-13-10,-1 4-1,1-10 15,-7 7-12,0 6-17,-2 1 3,3 3-2,4 2 5,6 2 0,0-2 0,3 2 0,0-6-3,0-1 3,6-1 0,-4-2 3,6-4 8,-8-3-8,-2-1 17,-2-3-20,-3 7 0,0-3 0,-3 7 0,-1 10 0,2-5 0,1 8 0,5-13 0,-14-5-3,1 8-17,-8-3 9,12 13 11,7-7 3,7-4-3,-4-3 2,1-3 10,-3 2-10,-5-2-13,-3 9 8,2-1-2,1 5 8,7-2-3,0-4 2,2-1 15,-1-4-28,-6-1 11,-5 2 0,2 2 0,-5 3 0,7 1 0,-1 2 0</inkml:trace>
  <inkml:trace contextRef="#ctx0" brushRef="#br0" timeOffset="-17054.73">10234 8354 5776,'-10'5'47,"-4"6"-46,10-6-1,-5 6 0,9-6 0,-1-1 0,8-3 0,-2-3 0,1-1 0,-2-6 0,-4-1 90,1 0-90,-7-2 0,-2 18 0,2-5 0,-1 9 0,8-5 0,1-1 0,8 2 0,7-9 0,-3 1 0,0-7 0,-11 2 0,-5-6 0,0 6 0,-10 1 0,7 8 0,-4 4-90,6 2 90,4-2 0,1 1 0,1-2 90,9-8-90,-8-8 0,5 3 0,-10-4 0,-5 8 0,-5 5 0,3-2 0,-3 6 0,11 7 0,1-6-124,11 11-696,-1-13 1,3 3 0,-4-6 0</inkml:trace>
  <inkml:trace contextRef="#ctx0" brushRef="#br0" timeOffset="-15204.73">14813 8781 5824,'-5'-6'449,"0"1"-359,-1 2-90,0 2 0,-2 0 90,0 2-90,-12 5 0,10-4 0,-9 5-90,12-3 90,3-2 0,17-11 0,-9 5 0,15-12-90,-17 0 90,-10 6 0,3-4 0,-7 12 0,2 8-90,4 2 90,1 1 0,13 0 0,-2-7 0,8-2 0,-3-9 0,-3-4 0,0 0 0,-13-3 0,-2 14 0,-3 0 0,-1 11 0,7 5 0,0-2 0,10 2 0,-1-11 0,4 0 0,2-5 0,-4 1 0,3-2 0,-6 0 0,-1-13 0,-14 5 0,5-4-89,-10 11 89,3 13-90,7 10 90,17 2 0,-2-4 0,19-11 0,-17-11 90,4-7-90,-8-3 0,-3 3 0,-7 2 0,-12 12 0,8-1-90,-12 11 90,16-7 0,0 8 0,3-9 0,3 3 0,2-4-90,0-1 90,13-1 0,-8-2 0,16-3 0,-10 0 0</inkml:trace>
  <inkml:trace contextRef="#ctx0" brushRef="#br0" timeOffset="-12871.73">20959 10756 5914,'-14'7'90,"3"0"-90,1 4 0,3 0 0,6 1 0,-1-1 0,4-1 90,13-3-90,-7-5 0,11 1 0,-4-11 0,0-11-1801,0 4 1801,-6-7 0,-15-3 0,2 14 0,-24-8 0,8 26 0,-6 1 0,9 5 0,7 4 1801,10 3-1801,-3-3 0,21-3 0,-2-20 0,3 2 0,-5-8 0,-8-11 0,-4 10 0,-7-9-3277,-7 21 3162,0 3 115,2 4 0,5-1 0,3 12 0,17-5 0,0-5 0,6-5 0,-11-25 0,-15 10 0,-2-4 0,-4 11 0,2 5 0,-24 11 0,18-5-135,-5 8 0,3 1 135,12-6 0,-2 10 0,12-14 0,2-1 0,1 0 0</inkml:trace>
  <inkml:trace contextRef="#ctx0" brushRef="#br0" timeOffset="-10454.73">5448 10770 5779,'-4'-6'0,"-1"-1"0,-2 2 0,-8-5 0,5 5 0,-4-2 0,5 5 0,-7-2 0,4 1 0,-6-1-6,9 3 57,0-1-51,0 0 90,4 0 90,1 1-91,-2 5-3366,2 7 3162,0 3 115,3 5-36,1 2 0,1 1 126,0 9-90,0-5 0,1 5 22,0-2 0,1 4 1,0 1-1,0-5-22,0 4 0,0 2 12,-1-6 1,1 7 0,0 4 0,0 1 0,1-1 0,-2-3 0,1-7-13,-2 0 0,1-6 0,-1 4 18,1 2 0,0 4 0,0 2 0,1 0 0,-1-2 4,0 5 1,1-1 0,0-1-1,-1-4-214,1-1 0,0 2 210,0-5 0,1 7 0,-1 1 0,1-3 0,-1-8-2078,3 10 2060,-2-9 0,1 0 0,0 4-407,-1-11 0,0 0 407,0 5 464,3 10-464,-5-27 362,1 5-362,-2-7 90,1-1 1937,0 1-2027,-2-2 3067,1 2-3157,-1-2 1343,0 0-2332,-1 0 1079,-7-5 0,4 0 0,-9-7 0,3 1 0</inkml:trace>
  <inkml:trace contextRef="#ctx0" brushRef="#br0" timeOffset="-7386.73">5228 7422 5812,'-3'8'0,"1"-2"0,-2 7 0,-4 14 0,3-7 0,-3 9 0,4-5 0,-1 3 0,2-1 0,-1-3 0,2-4 0,0 5 0,0 0 0,0 5 0,1-7 0,0-4 0,1-3 0,-1 1 0,2 3 0,-1 1 0,1 0 0,-1-4 0,1-3 0,-1 0 0,-1-6 0,1-2 0,0 0 0,1-1 0,-1 0 0,1 0 0,0-2 0,-1-1 0</inkml:trace>
  <inkml:trace contextRef="#ctx0" brushRef="#br0" timeOffset="-5654.73">5534 10970 5784,'10'-2'40,"-1"1"-40,7-4 45,8-1 0,1-1-45,3 1-1639,10 2 1,-2 2-746,-18 6 3133,5 18 1,-5 7-750,-17-10 0,-2 1-705,3 12 1,-1-1 704,-6-10 0,-3-2 0,-2 4 0,-1 0-343,-2 5 343,3-7 0,0-1 489,2 2-489,4-8 0,3 2 0,16 1 0,2-12 0,3-2 0,-3 3 0,2 0 0,9-6 0,4-3 0,-3 1 0,-9-1 0,-1 0-45,15-1 0,0-2-73,-14 1 0,-1 0 118,0 1 0,0-1 0,4-1 0,0 0 0,-3 1 0,-1 0 0,-1 0 0,0 0 0</inkml:trace>
  <inkml:trace contextRef="#ctx0" brushRef="#br0" timeOffset="-4370.73">10465 10318 5734,'5'-7'0,"-1"2"-3277,-1 0 893,-1 2 2384,1-1 1409,-1 0-1409,1-1 950,2-3-950,-2 1 180,0-6-90,-3 7 3186,-6-3-3071,-7 8-205,1 3 0,-5 6 30,0 10 0,-4 8 0,3-2-30,5-7 0,0 2-78,-2 5 0,-4 6 0,0 4 0,2 0 0,4-4 78,4 2 0,4-2 0,-1 1-816,-1-3 0,-2 0 1,1 1-1,4-3 816,0 11 0,10-3 0,6-10 0,7-2 0,2-5 0,2-5 0,3-4 0,1 1-728,2 5 1,0 1 0,1-5 727,7-7 0,-3-8-438,-4-12 438,-21 6 715,-14-15 1,-6-2-716,-1 3-30,-8 2 0,-6-2 0,0 7-641,5 12 1,-1 3 670,-8-6 0,1 4 0,9 10 0,4 4 0,3 3 0,-5 8 0</inkml:trace>
  <inkml:trace contextRef="#ctx0" brushRef="#br0" timeOffset="-1619.73">15035 11067 5776,'-3'-6'138,"0"1"-48,0 1 0,1 2-1,-1-1 1,0 0 0,-1 0-90,1 1 0,8 1 0,-3 0 0,20 0 0,5 2-2256,-2-1 2256,3 2 0,3 9 0,-18-5 0,13 8 0,-29 9 0,-8-6 0,-2 1-2502,-4 13 2502,3-14 0,-1-1 1549,-10 9-1549,19-5 0,6 9 0,14-14 0,11-4 0,2 9 0,-15-9 0,9 12 0,-22-14 0,-10 11-183,-5 0 183,-2 2 0,-1-4-90,1-3-135,2-4 1,1 1 224,-3 4 0,-5 2 0,21-16 0</inkml:trace>
  <inkml:trace contextRef="#ctx0" brushRef="#br0" timeOffset="1562.27">19583 11890 5790,'7'-1'34,"-1"1"56,7-9 0,6-11 0,2 0-46,-6 0 1,0 0-1684,-3 4 1,-2 1 754,9-13 1833,0-1-949,-17 33 90,-3 18-90,-3 1 0,-6 13 0,1 0 0,3-13-769,0 2 0,0-3 769,4-10 2630,0 5-2810,1 0 0,0-1 180,-1-2 0,-2-11 0,-1 2 0</inkml:trace>
  <inkml:trace contextRef="#ctx0" brushRef="#br0" timeOffset="1778.27">19528 12034 5824,'-5'5'180,"2"2"-180,5-3 0,4 1-90,22-1 0,9-2 90,-7-3 0,1-1 0,-2 2 0,3 1 0,-2-3 0,3-3 0,0 0 0</inkml:trace>
  <inkml:trace contextRef="#ctx0" brushRef="#br0" timeOffset="5928.27">5953 7471 6363,'11'-3'90,"2"1"-90,4 1 0,6-1 30,0 0 0,6 0 0,-1 0-30,5 0 0,1-1-1093,2 1 1,2 0 0,-2 0-100,-5 0 1,-2 1 1655,-4 0 1,1 0-600,4 0 0,-1 1-45,4-1 135,-9 0 0,-2 1 702,-9 0-657,-8 1 0,1 0 0,-3 1 0</inkml:trace>
  <inkml:trace contextRef="#ctx0" brushRef="#br0" timeOffset="7029.27">10325 7475 5824,'12'-5'180,"20"0"-3457,-11 1 893,16 1 2384,-17 2 749,2 0 1,4 0-780,-2 0 0,3 1 0,-1-1 415,4-1 0,1 1-385,2 0 0,2 0 0,-6-1 0,4 0 0,-6-1 0,0 1 0</inkml:trace>
  <inkml:trace contextRef="#ctx0" brushRef="#br0" timeOffset="11029.27">10210 8743 5734,'-1'-8'180,"0"1"0,0 3-180,-2 1 89,0-1 1,-2 1-90,0-2 0,-1 1 0,0 0 0,1 2 0,1 0 0,-9-3 0,-2 0 0,-1-1 0,2 2 0,-8-1 0,10 3 45,-13-3 0,0 1-45,8 2 0,-12-1 0,-1 1 0,9 2 0,-4 0 0,0 1 0,-9 2 0,2 0 0,1 2 0,12-2 0,0 0 0,-5 2 0,-8 2 0,0 1-3277,7 0 3219,5-1 1,-1 0 57,3 1 0,0 2 0,0 2 0,-1 0 0,-4 2 0,1 0 0,1 0 0,2-1 0,-3 3 0,2-3 0,-1 3 0,4-1 0,0 1 0,-4 1 0,1 0 655,5-2 1,3-2-656,3 0 0,0 1-2703,-8 17 2703,6-10 45,-3 6 0,-1 1-45,5-6 0,1-4 0,0 0 0,-2 10 0,7-15 0,-3 10 0,4-9 0,1-2 0,0 2 1392,2 11-1392,0 8 619,0-1-619,0-1-2474,0-9 2474,0-5 0,0 13 0,2 3 0,0-6 0,0-9 0,2 2 0,3 4 0,2-1 0,1 7 0,3-3 0,5 5 0,-3-6-413,2-1 413,2 2 0,1 1 0,-4-11 0,0-1 0,6 1 0,1 0 0,-4-1 0,1 0 0,5-1 0,4 0 0,-5-3 0,1-1-138,0 1 0,3-1 183,-9-4 0,0-1-45,2 1 0,1 0 0,0 0 0,-1-1 1066,-2 0 0,1-1-1066,8 2 0,0 0-1021,-7-3 0,-1 0 1021,11 3 0,-1 0-697,2-2 697,-9-2 0,8 1 0,0-1 0,3 1 0,-8-2 0,6 1 0,0 0 0,-6-1 0,8 0 0,2 1 0,2 0 0,-8-2 0,-3 0 487,2 0-457,2 0 0,7-1 0,-5 0-30,-8 0 0,-1-1 0,11 0 0,2 0 0,-3 0 0,1-1 0,-6 0 0,1 0 0,0 0 0,5-1 0,0 1-193,-5 0 1,-1-1 0,-3 1 192,3-2 0,4 0 0,1 0 0,-15 1 0,0 0 0,13-1 0,2-2 0,-6 1 0,2-1 0,0 0 0,3-1 0,1 0 0,1-1 0,-7 3 0,1-1 0,0 0 0,-2 0 0,5-1 0,-1 0 0,-4 2 263,-8 1 0,-1 0-263,0 0 0,2 0 0,4-1 0,2-1 0,-2 1 45,0 0 0,1-1-63,4-1 0,6-2 0,0 0 1,-5 1 17,-3 1 0,0-1 320,1 0 1,3-1-1,-2 1-320,7-2 0,-4 1-394,-7 3 0,-2 0 394,6-2 0,0 0 0,3 0 0,-1 1 1476,1-1-1447,-5 2 1,4-1 0,-3 1-30,7-1 0,-2 1 0,6-1 0,-6 1-1584,4-1 1584,-3 1 0,0 0 0,-11 2 0,0 0 380,9-1 1,2-2-291,1 1 0,-1 0-46,-2 0 1,-3 1-45,5-2-462,-9 0 0,-2 1 462,2-1 565,3-2 1,6-3 0,-5 2-476,5-3-303,-5 1 0,0 1 393,0-5 2057,0-5-2147,-12 7 0,0 0-90,9-8 0,-9 4 90,-7 6 0,0-5-90,-1-1 0,-3 1 637,-4 0-637,-1-2 0,-1 1 0,-1-1 0,-7-14 0,3 17 0,-7-18 3276,-8 3-3263,2 12 0,0 0-1652,2 1 1,0 0 1580,-2 1 1,-2 1-33,-7-3 0,-4 2 30,5 3 0,-3 0 0,0-1 30,-2-1 0,1 0 0,-1 1-726,1 1 0,0 1 0,3 2 756,4 2 0,2 1-45,-3 0 0,-3-1 10,1-1 1,-4 0-1,2-1 35,-7-1 0,0-1 331,8 3 1,0 1 0,1-1-332,-4-2 0,0 0-644,-3 0 0,-3-2 0,2 1 644,10 4 0,1 1 0,-1-1 614,-9-4 0,-3 0 0,3 1-614,-5 1 0,4 2-916,10 3 1,0-1 915,-2 1 0,-1-2 0,1 2 416,4 1 1,-1 1-440,-8-2 1,-6-1-1,-2-1 1,1 1 22,1 1 0,1 0 0,-1 0 0,0 0 0,2 0 0,0 0 0,-1 0 0,1 0 0,2 1 0,0 0 0,2 0 0,1 1 0,1 0 0,-1 0 0,1 0 0,-3 1-66,0 0 1,-4-1 0,0 1 0,-2 0 65,4 1 0,-2-1 0,0 1 0,0-1 0,0 1 0,3 0 0,0 0 0,0-1 0,1 1 0,1 1 0,0 0 0,1 0 0,2 0 0,3 0 0,1 0 0,3 1 0,-15-1-707,2 1 0,-1-1 707,14 1 0,-2 0 357,-4 0 1,-5 0-1,0 1 1,5-1-358,4 1 0,2 0-419,-5 0 1,-3-1 0,5 1 418,-5 1 0,0-1 0,1 1 0,0 0 0,-9 1 498,2-1 1,-6 1 0,7 0-499,14-2 0,2 1-128,-6 0 0,-3 0 0,0 0 128,-5 1 0,0 1 0,2 0 0,-2 0 0,1 0 0,5-1 0,0 0 0,-4 1-75,1 0 0,-5 1 0,-3 1 0,1 0 0,2 0 0,6-1 260,-7 1 1,-1 0-366,10 0 0,-6 1 0,-3 2 0,-3 0 1,0 0-1,1 0 0,3 0 0,5-1 147,-5 2 0,5-1 1,0 0-1,-3 2 1,2-2-1,-3 1 0,-2 1 1,0 0-1,2-1 1,3 0-1,1-1 0,1 1 1,-1 0-1,0-1 1</inkml:trace>
  <inkml:trace contextRef="#ctx0" brushRef="#br0" timeOffset="15529.27">20572 1607 5734,'-6'-11'0,"1"3"0,-1 0 0,3 2 0,-1 2 61,-2-5-35,0 3-23,-1-2 177,-7-1-180,7 5 90,-26-4-3367,8 13 3251,-5 0 26,6 6 0,11-3 0,-3 12 0,3 5 0,10 2 0,3 2 0,-7 3 0,2-2-180,9-3 0,5-4 180,13 2 0,5-11 0,-6-2-45,1-15 0,-1-6 45,-7-8 0,11-10 0,-13-4 0,-4 3-996,0 2 996,-3 5 2765,1 13-2765,-2 9 0,7 14 0,-3 2 0,-2 1-2071,6 12 2071,3 3 1424,11-7-1424,7-23-1275,-12-3 0,0-2 1275,9-18 0,-18 4 0,-5-4 0,-5-8 0,-4-1 849,-3 2 1,0 1-850,-1-4 0,1 3 0,-2 5 0,8 21 0,20 1 0,5 2 0,-5-3 0,4-1 0,-2-1 0,-7 0 0,8-1 0,-3 2 0,-3 0 0,-16 32 90,-6-2-350,-1-7 1,0 1 259,3 2 0,3 0-1048,5 0 0,2 0 1048,-3-2 0,1-1 1048,3 1 0,2-3-1138,11-2 90,-3-12 0,1-2 0,9 5 0,-8-9 0,-1-3 0,-2-3 0</inkml:trace>
  <inkml:trace contextRef="#ctx0" brushRef="#br0" timeOffset="16761.27">21254 1604 5824,'0'-9'90,"-1"2"0,-2 3 0,-1 0 89,-9 0-179,2 1 0,-5 1 90,-3 13 0,1 7-90,10 1 0,1 1 0,-9 0 0,2 0-1867,15 17 1867,6-28 0,10 3-2863,4-4 2863,0-2 0,-1-5 0,-1-7 0,-7 1 0,7-5 0,-5-6 0,2-5 1248,-4 22-1248,-8 20 0,-4 7 0,0-3 0,-2 2 0,0-1 0,1 2 0,0 2 0,1 3 0,1 2 0,0 0 0,1-4-425,-1-1 1,1 1 424,-1-3 0,1 5 0,-1 2 0,1-4 0,-1-7-1987,-1 7 1987,1-8 0,-1-3 0,-4-10 0,-4-6 0,-10-9 0,-2-2 1987,-5 0-1987,1-5 0,-5-5 0,5 1-1419,1-4 1419,0 3 0,5-2 0,25-10 0,11 6 0,3 0 0,-6 3 0,1 0 0,9-4 0,3-2 0,-9 6 0,3-2 0,-1 0 0,-2 3 0,1-2 0,0 1-176,-1 0 0,3-4 0,-1 0 1,-5 5 175,5-9 0,-9 7 0,-1-1 0,-2 1 0,-2 1 0,1 1 0,-2 0 703,-1-7-703,-9 18 0,1 7 0,-4 3 2268,1 29-2268,3-10 0,1 2 227,-1-3 0,0 0-227,2 1 0,0-1-90,0 11 90,4-19 0,2 3 0,2-25-416,1-10 416,0 1 0,1-3-1141,2-1 1,-1-1 1140,1 1 0,-1 0 0,1 1 0,0 3 1853,7 1-1853,-4 8 0,1 6 0,-8 11 0,-2 7-1878,4 21 1878,-3-14 1134,1 3 0,0-3-1134,-1-11 0,4 6 0,6-21 0,-6-1 0,9-6 0,-7 0 0,5-8 0,0-1 0,0 2 0,2-4 0,0 7 3276,-3 30-3160,-3 6-2595,-3 10 2479,-9-2 0,-1-12-90,2 5 0,0 1 90,0-3 0,4 4 0,2-4 0,2-15 0,8 3 0</inkml:trace>
  <inkml:trace contextRef="#ctx0" brushRef="#br0" timeOffset="17244.27">22159 1680 5824,'-7'-6'180,"-15"-1"-3457,10 5 983,-13 1 2077,6 11 1,2 2 216,0 0 306,-5 7 1,3 2-307,10-6 0,-1 10-90,16 1-90,14-5 180,-3 2 2269,5-11-2359,9-22 1728,-20-7 0,-1-3-1580,4 2 0,-2-2-524,-6-2 0,-4 1 466,-5-6 90,-1 14-90,12 33-3083,3-3 3083,-2 2 0,0 1 0,6 4 0,0-5 45,3-4 0,3-3-45,1-8 0,1-4 0,-1 6 0,-2-4 0,-5-14 0,-1 1 0</inkml:trace>
  <inkml:trace contextRef="#ctx0" brushRef="#br0" timeOffset="17512.27">22298 1610 6004,'20'7'224,"-2"2"1,3 4-180,4 7 0,1 1-90,-4-4 0,0 0-1285,-3 0 0,-4-3 1240,-7-6 229,-4 0 1,-3-5-1,1 1 1</inkml:trace>
  <inkml:trace contextRef="#ctx0" brushRef="#br0" timeOffset="17679.27">22473 1681 5824,'-6'-16'449,"2"6"-359,-16 15 0,7 5-90,1 2 0,-1 4-90,-2 6 0,-1 4 0,1-4 45,4-5 1,1-1-503,-7 12 1,-1 5 0,3-6 0,5-5 0,-4 11 0</inkml:trace>
  <inkml:trace contextRef="#ctx0" brushRef="#br0" timeOffset="18111.27">22884 1275 5914,'3'-15'90,"-1"-2"0,-1 3 89,-30 27-134,16 1 0,0 3-1684,-8 5 1,0 2 1151,6 1 0,2 0 188,4-5 1,0 1 328,0 6 0,-1 3 0,1 3-432,2-2 1,1 2 0,1 1 0,-1-1 401,0-4 0,1-1 0,0 1 0,0-1 0,1 3 0,0-1 0,1 1 0,3 1 0,2-2 0,3 1 0,1 0 0,2-1 0,1 0 0,5 3 0,4-1 0,0 0 0,-1 1 0,-4-2 0,-1 0 0,1 1 0,-1-2 0,3-3 0,9 6 0,1-4 0,-2-9 103,7-7-103,-11-11 0,0-2 0,6-3 0,-5 0 0,0 0 0</inkml:trace>
  <inkml:trace contextRef="#ctx0" brushRef="#br0" timeOffset="21945.27">23070 1661 5734,'7'-4'61,"-1"2"58,-1 5-29,-6 7-45,-14 5 0,-5 2 44,-1 3-89,-1-3 0,-1 0 0,4-4 0,1 1 45,2 0 0,0 1-1431,-1 0 1,1-1 1385,-4 11 0,21-6 0,4 0 0,3 1 0,4-2 0,6 4 0,0-4-1237,0-7 0,1-2 1237,5 6 0,0-2 0,3-5 0,-14-5 0,12-1 1853,-13-12-1853,0-4 0,-14-6 0,-13-2 3276,-9-5-3250,2 3-115,0 0-1,10 12 90,9 8 0,1-1 0,1-3 0,3 2 0</inkml:trace>
  <inkml:trace contextRef="#ctx0" brushRef="#br0" timeOffset="22479.27">23243 1439 5770,'-2'-6'3,"0"-2"22,2 1 1,5-5-26,25-4 0,-12 10 0,0 0-1236,2 0 1,0 1 1235,9 3 0,-9 16 45,-25 12 0,-5 5-1332,9-8 1,-1 0 1286,-9 2 0,-3 1 0,0-2 0,0-1 0,1-3-870,-7 11 870,6-5 186,9-13-186,4-4 0,18 1 0,2-9 0,2-2 0,2 2 0,0-2 0,1-2 0,-2-2-90,3-1 2324,-14 4-2234,8-2 0,-9 2 0,7-1 0</inkml:trace>
  <inkml:trace contextRef="#ctx0" brushRef="#br0" timeOffset="23928.27">23516 1703 5824,'13'6'90,"3"8"0,0 3-3367,5 12 2085,-5-7 0,0-1 1971,2 7-779,1 0 516,-2-5 0,-1 0-516,5 6-1044,-6-9 1,-2-2 1043,-7-10 2087,4 4-1997,0-5-90,2-1 547,-4-7-502,2-13 0,-2-5-2223,0-1 2178,0 0 0,0-4 0,-1-3 0,0-2 45,-1 5 0,0 0-45,1-4 0,-1 1 0,3-6 0,-3 11 0,-3 13 0,5-12 2268,-5 18-2268,3-2 3276,-11 0-3160,-8 2-1742,-4-2 1626,-6 2 0,5 1-1427,-11 1 1,-3 0 1426,1 1-30,-1 0 0,-5 0 0,6 1 30,0 2-45,3-1 0,2 1-135,10 2 180,14 2 0,0-2 0,10 0 0</inkml:trace>
  <inkml:trace contextRef="#ctx0" brushRef="#br0" timeOffset="24529.27">23909 1384 5824,'7'-4'90,"1"1"-90,-5 1 0,6 0 0,5 0 90,18 3-90,-6 17 0,0 1-2116,-16 9 2116,-12-9 0,-2 3-1346,-2-3 0,1 0 1346,-2 6 45,0 0 0,2-2-45,4-11-325,-1 10 325,4-17 1330,4-1-1330,11-2 3189,-6 1-3324,10-3 0,-1 0-3053,-6-1 3188,14 0 0,-21 2 68,-1-1 1,3 2 0,-1-1 0</inkml:trace>
  <inkml:trace contextRef="#ctx0" brushRef="#br0" timeOffset="25529.27">24403 1444 5773,'4'-5'51,"0"0"-51,-8 2 0,-1 3 0,-4 1 0,-1 3 45,-8 9 0,-1 2-3322,0 1 3219,0 0 1,0 3 57,9 1 0,3-1-2157,2 8 2157,0-8 0,2 1 0,7-2 0,3 0 0,7 6 0,1 1 45,-5-7 0,0 1-45,6 6 0,2 4 0,-4-6 0,-3-3 0,2 1 0,-1 2 0,-8 4 978,-10 7-978,3-3-45,-11-7 0,-2-4 45,1-6-90,-11 8 90,13-15 0,6-4 0,1-1 0,3-1 0</inkml:trace>
  <inkml:trace contextRef="#ctx0" brushRef="#br0" timeOffset="25978.27">24664 1422 5734,'-2'-13'33,"1"5"-13,-1 0 17,-14 2 53,6 5-90,-13 13 0,-3 9-1093,13 0 1,3 2 0,-1 0 797,-3-2 0,0-1 0,1 3 295,4 5 0,2 4 0,1 1 0,3 1 114,3 1 1,3 1 0,1 1 0,0-2-115,-2-2 0,0-2 0,0 1 0,1-1-302,1 4 1,0 0-1,2-1 1,1-5 301,4 6 0,3-5-503,1-6 1,1-2 502,-5-1 0,1-2 0,8-2 0,-2-7 0,-8-13 0,9-3 0</inkml:trace>
  <inkml:trace contextRef="#ctx0" brushRef="#br0" timeOffset="26561.27">24641 1874 5798,'-1'-11'26,"1"3"-26,3 1 0,1 3 0,3 1 0,4 5 0,-4 1 0,3 2 0,-5 24 0,-4-15 0,-1 23 0,-12-4 0,4-10 0,10-13 0,8-21 0,3-9 0,-1 3 0,0-1-207,2-3 1,-1 1 206,0 0 0,-4 8 0,1 25 0,-4-6 0,-4 25 0,-1-19 0,2 20-20,-2-17 20,3 17 0,-2-24 0,2 0 0,-1-4 0,1 1 0,1 0 0</inkml:trace>
  <inkml:trace contextRef="#ctx0" brushRef="#br0" timeOffset="26812.27">24893 1997 5914,'-5'22'0,"-1"-2"-90,-4 7 42,2-8 48,3-8 0,0 0 0,1-3 0,0 1 0</inkml:trace>
  <inkml:trace contextRef="#ctx0" brushRef="#br0" timeOffset="27478.27">24946 1873 5745,'2'9'11,"-2"0"-11,-1-1 14,-2 16-19,3 13-4,-2-7 9,4-8 0,3-2 0,10-7 0,0-2 0,4-13-804,-10-6 804,-2-4 0,-3-1 0,-1 4 0,0-3-14,1-1 22,-1 17 6,-4 19-11,1 4 0,-3 5 0,-2 7 0,1-4-2,2-14 0,-1 0 0,0 5 1,-2 6-1,1 0 1,0-7-16,-5 9 11,4-10 0,-2-3 799,-2-4-807,-8-14-3266,6-1 3162,-6-5 132,2-17-12,7 7 1,-2-19-6,10 19 0,4-3 0,12-7 0,-8 13 0,10-11 0,-10 13 0,0 1 0</inkml:trace>
  <inkml:trace contextRef="#ctx0" brushRef="#br0" timeOffset="27729.27">25060 2203 5734,'7'-1'22,"0"3"-13,-5 0 21,1 8-2,-10 14-33,2-7 5,-5 6 0,-1 0-820,0-3 1,-5 12 0,8-15 0</inkml:trace>
  <inkml:trace contextRef="#ctx0" brushRef="#br0" timeOffset="28562.27">25201 1987 5734,'-4'-5'89,"-2"1"-88,-3 7-1,0-2 0,-1 6 0,-10 13 0,7-4 0,-7 9 0,10-4 0,6 0 0,0-3 0,5-1 0,12-3 0,-7-8 0,9 5 0,1-9 0,-7-1 0,8-1 0,-10 0 0,9-3 0,-9 1 0,10-9 0,-16 4 0,3-5 0,-12-4 0,4 8 0,-13-12 0,12 15 0,-7-5-29,8 7 29,0 1 0,-1 0 0,0-1 0,0 0 0</inkml:trace>
  <inkml:trace contextRef="#ctx0" brushRef="#br0" timeOffset="29061.27">25139 1499 5734,'-4'-7'5,"5"14"12,4 6-1,6 12 0,4 10 0,-1-4-14,-4-7 1,0 0-1096,4 9 1,2 3 0,-3-4 612,-5-11 0,-2-1 480,3 11 0,-1 4-353,-4-1 1,0 5 0,-1 0 0,0-3 352,1-5 0,-1-2 0,-1 5-24,-3-4 1,-1 5 0,-2 3-1,1 0 1,-2-1 0,1-3 0,0-7 23,-4 7 0,-1-2 0,1 0 0,0 4 0,-2-1 0,-3-4 0,-4-3 0,-3-4 0,2-3 0,4-4 0,-1 1 0,-4 3 0,1-1 0,-1 1 0</inkml:trace>
  <inkml:trace contextRef="#ctx0" brushRef="#br0" timeOffset="30578.27">25131 1231 5734,'-5'-3'56,"9"9"-51,1-2 8,17 15 0,4 6-3290,-1-1 2791,1 2 0,0 1 140,-13-11 0,0 0 346,2 7 0,2 3 0,0 2-220,-3-1 0,1 2 0,-1 1 0,0-1 220,-7-15 0</inkml:trace>
  <inkml:trace contextRef="#ctx0" brushRef="#br0" timeOffset="30578.27">25399 3021 2194,'-14'12'0,"0"-1"0,-13 8 0,14-14 0</inkml:trace>
  <inkml:trace contextRef="#ctx0" brushRef="#br0" timeOffset="37412.26">10318 9779 5745,'-9'0'48,"1"-1"-17,3 0 149,0 1-90,0-1 89,0 0-89,-1 0-90,18-4 90,-6 1-3367,22-5 3162,-9 4 115,8-2 0,-9 3 0,4-1 0,7-1 0,4-1 0,-2 1-99,-2 0 0,5 0 99,-7 1 0,5-1 0,5-1 0,1 0 0,0 1 0,-2-1 0,-5 2-551,3-1 0,-4 2 1,0-1-1,2 0 551,-1-1 0,2 1 0,1-1 0,1 0 0,0 1 0,-1-1 0,1 1 0,0 0 0,1-1 0,-1 1 0,-3 1 0,-4 0 0,1-1 0,-3 2 0,2-1 0,2 0 0,3-1 0,1 0 0,-1 0 0,-3 1-139,0 0 0,-3 1 0,1-1 139,0 0 0,0 1 0,3-1-49,-3 0 0,4 0 1,0 0-1,0 0 1,-3 1 48,3-1 0,-3 1 0,1-1 90,-3 1 1,2 0 0,-1-1 0,1 1-61,9-2 0,0 1 0,-5 0-75,-6 0 0,0 0 75,6 0 0,3 0 0,-4-1-30,-10 2 0,0-1-151,10-2 0,5 0 0,-4 0 151,-5 2 0,0-1 0,1 0 0,5-1 0,-1 1 0,-9 1 0,0 0 0,5 0 0,-2 0 0,-11 2 0,6 0 0,2-1 0,-2 1 0,13-1 883,-20 1-883,18 0 0,-18 0 0,8 1 0,-1-1 0,-11 2 0,10-2 2268,-8 1-2268,-5 1 0,5 0 0,-8 0 0,1 0 0,-2 1 0,1-1 0,0 1 3276,0 1-2710,-2 1-476,-3-16-90,-1 6 0,-2-12 0,-2-12 45,0 9 0,0 0-1684,1-1 1,0 0 1580,-2-2 1,1 1 57,-1-3-147,2 4 0,-2-6 0,1 3 147,1 2 0,0 0-708,0-1 1,-1-2 0,1 4 707,0-3 0,2 15 0,-1-4 0,0 0 0,-1 1 2032,1-1-2032,1 10 0,-12-3 0,7 7 441,-9-1-441,7 3 2274,-1-1-2274,-2 1 0,-18 1 0,1 1 0,-6 1 0,2-1-275,2 0 0,-5 0 275,9 0 0,-6 0 0,-5 1 0,-3 0 0,0 1 0,2-1 0,3-1 0,5 0-947,-8 1 1,6-1 0,-5 1 946,8-1 0,-4 0 0,-2 1 0,-1-1 0,-1 1 0,2-1 0,2 0 22,1 0 1,0-1 0,2 1 0,-1-1 0,1 0 0,0 0-23,-6 1 0,1-1 0,-1 1 0,1-1 0,-2 0 0,3 1 0,-1-1 0,0 1 0,0-1 0,0 1 0,0-1-15,-1 0 0,0 0 0,0 0 0,1-1 0,2 1 0,5-1 15,1 0 0,3 0 0,0 0-212,-9 0 0,-1 0 0,4-1 167,6 0 1,1 1-711,-5 0 0,-2 0 710,1 0 0,1 0 967,0 1 1,0 1-953,5-1 0,-2 1 0,1 0 298,-9 0 0,1 1-268,6-2 0,0 1 0,2 0 231,-1-1 1,4 0-232,-2-2 3253,-13-2-3298,6 3 0,0-1-1582,4 0 1,0 0 1626,1 1 0,1 0 0,-11 1-2176,0-1 2176,5 0-169,1 0 1,22 0-1,1-1 1</inkml:trace>
  <inkml:trace contextRef="#ctx0" brushRef="#br0" timeOffset="37894.26">10244 9781 6723,'7'32'30,"1"1"0,-3-12 0,0-1-2860,3 15 2830,-7-26 844,0-2-844,2 1-180,-1-1 367,1 1-187,5-7 0,-1-4 0,6-2 0</inkml:trace>
  <inkml:trace contextRef="#ctx0" brushRef="#br0" timeOffset="82026.27">4968 3155 5734,'-8'-5'67,"3"4"-44,0 9-23,3 1 0,0 4 0,-1 6 90,-2 17-2043,1-8 1953,1-10 0,0 2 0,1 8 0,0-1 0,-1-1 45,2 10 0,1-2-2255,1-18 2210,0 12 0,-1-22 90,0 8 0,1-2 1341,0 2-1341,7-5-90,-4-6 0,12-1 0,-9-2 0,5 0 0,14 1 90,-12-1-90,16 1 0,2 0 0,4 1-331,-7-1 1,0 1 330,2-1 0,-1 2 0,-4-1 0,-5 0 0,-2 1 0,-7-2 0,-6 0 0,12 1 0,-11-2 0,4 2 90,-6-1 3186,-1 0-2890,2 0-206,1-8-90,1-4-90,1-15 0,-3 5-1066,2-8 1066,-3 9-1475,1-8 1,0 0 1474,1-3-31,-2 3 0,1-1 31,-2-1 0,-1 2 0,0 2 0,0-6 0,0 3 0,-3 18 615,2-6-525,-7 16 3186,0 1-3195,-14 3-29,-6-3 1,-3-1-53,2 0 0,-3-1 0,1 0 0,-4-1 0,-1 1 0,1-1 0,-2 0 0,1 1 0,0-1-1093,1 0 1,0 1 0,2-1 1034,-2 1 1,4 1-33,5-1-540,3 1 630,2 1 0,11 2 0,9 0 0,3 1 0</inkml:trace>
  <inkml:trace contextRef="#ctx0" brushRef="#br0" timeOffset="93661.27">938 6231 5914,'-11'1'90,"-4"9"0,0 4-578,-6 8 488,6-4 0,-2 6 0,0 3 0,3 3 18,3 0 0,2 4 0,1 2 0,2 0 0,2-2-18,1-2 0,1-1 0,2 0 0,1 0 0,3 0-18,1 1 0,1 1 0,3 0 0,1-5 0,4-5-1075,8-4 1,3-6 0,0-6 780,9-8 0,-3-10 312,-11-3 0,-6-5 445,-6-5 1,-5-3-446,-5-4 0,-2-1-1102,2 6 0,-3 1 1102,-6 5 0,0 4 0,5 10 131,-2-2-131,2 1 2179,0 0-2179,11-3 0,0 4 0,10-5 0,4 1 0,1 2 0,0-1 0,0-2 0,0 5 89,14 18 1,-21-2-90,-4 8 0,0 9 0,-2 0 30,-4-1 0,-2 1 0,1 1 1062,0 2 0,1 0 0,0 0-1034,2 8 0,1-5-58,7-6-359,12-12 359,-6-18 0,7-1 0,-13-18 0</inkml:trace>
  <inkml:trace contextRef="#ctx0" brushRef="#br0" timeOffset="93996.27">1236 6415 5914,'-2'-8'180,"-2"-4"-91,2 5 181,-3-3-180,11 43-60,-1-10 0,0 3 0,1 0-30,0 5 0,1 2-312,-1-4 0,1 3 0,0 0 1,-1-7 311,-1-6 0,0-1 0,2 9 0,0 0-360,6 2 270,-8-19 90,7-3 0,-10-18 0,2-10 0</inkml:trace>
  <inkml:trace contextRef="#ctx0" brushRef="#br0" timeOffset="94261.27">1226 6366 5914,'-5'-9'90,"1"1"179,-2-2-179,11-1 0,4-2-90,7 1 45,1 2 0,2-2-225,2 0 0,-1-1 180,-2 2 0,-1 1 0,8-5 0,-30 20 0,-8 5 0</inkml:trace>
  <inkml:trace contextRef="#ctx0" brushRef="#br0" timeOffset="94429.27">1233 6435 5824,'0'8'-17,"2"1"31,0-2-11,3-1 87,17 0 0,-7-5-31,9-4 1,8-2 0,-4-1-3337,6-3 3209,-10 2 0,3-1 0,-2 0 68,1-2 0,-3 0 0,5-2 0,-4 2 0,-1 0 0</inkml:trace>
  <inkml:trace contextRef="#ctx0" brushRef="#br0" timeOffset="95244.27">1878 6575 5824,'-2'-7'449,"-1"0"-359,-3 5 90,-11 18-135,6 12 0,1 7-45,4-1 0,2 1-1093,1-8 1,1 2 0,2-3 605,7 3 0,2-5 487,7 7-500,-1-10 0,3 2 1,-1-2 499,-5-5 0,1 0-30,9 9 0,3 3 0,-4-6 30,-6-8 0,11 12 0,-25-21-90,-5 2-180,-18 1 270,4-2-180,-10-2 180,-7-10 0,12 0 0,4 0 0,0 1 0</inkml:trace>
  <inkml:trace contextRef="#ctx0" brushRef="#br0" timeOffset="95480.27">1849 6930 5914,'2'-11'180,"0"2"-180,2 2 89,14-7 1,3 0-90,-1 0-90,1 0 0,5-2 1,-4 2-3188,2-2 3082,-7 6 0,-2 0 0,-4 2 0,-8 6 0</inkml:trace>
  <inkml:trace contextRef="#ctx0" brushRef="#br0" timeOffset="96294.27">2075 6782 5914,'-3'13'180,"2"-3"-91,-5 22 1,7-8-90,0-5 0,3 0-3277,10 9 2213,-1-11 1923,13-8-948,-12-32 89,-11-10 0,-3 0 0,-18 5 0,4 18 3276,4 4-3160,-1-3-116,28-13 0,-6 7 0,0-1-1639,4-3 1,0 0 1612,3-13 48,-14 11-22,-5 13 0,0-1 0,-1 3 0,2 2 0,2 1 0,17-3 0,-3 3 0,6-2 3276,-9 4-3194,-12 5 20,2 4-102,3 29 45,4-13 0,0 2-45,0-1 0,0-1 0,1 0 0,0-2 0,-1-2 0,-1-2 0,-1-1-135,3 8 1,1-1 44,-7-12 90,14 18 0,-14-26 0,5 3 0</inkml:trace>
  <inkml:trace contextRef="#ctx0" brushRef="#br0" timeOffset="97344.27">2865 6613 5914,'-14'-10'449,"-12"7"-3726,3 4 894,-4 7 2473,7 14 614,12 2 1,5 3-705,4 2 0,3 0-750,0 1 1,2-2 749,5-9 0,2-5 0,7-8-703,11-27 703,-9 6 351,-6 1 1,0-5-375,-4-5 1,-2-6-1,0-2 1,-2 4 22,0 1 0,0-2-154,0 1 1,2-5 0,-1-1 0,-3 2 153,-4 2 0,-2 1 0,-1 2 0,-1-7 0,0 1 0,1-4 0,-1 2 1518,-3 3-1428,0 66-1698,5-12 1608,-2 3 0,1 5 0,2-4 0,1 1 0,1 0 0,1 7 0,1 1 0,-2-6 0,0 0 0,0-2 0,2 3 0,-1-4 0,2 1 0,4 1 0,1-1 0,0-2 0,8 1 0,4-6 0,5-23 0,5 2 0,-5-12 883,-13 0-928,2-9 0,0-5 1134,-8 7 0,-1-1-1089,5-6 0,0 5 0,-9 17 0,-3 13 0,2 18 1638,5-6 0,1 0-1522,4 4-116,-3-4 0,2-2-180,5-6 180,0-19 0,-5 3 0,-2-17 0,-11 4 0</inkml:trace>
  <inkml:trace contextRef="#ctx0" brushRef="#br0" timeOffset="97594.27">3223 6265 6004,'-1'-8'539,"0"0"-809,6 8 270,-3-1 0,3 4 0,-4-1 0</inkml:trace>
  <inkml:trace contextRef="#ctx0" brushRef="#br0" timeOffset="98012.27">3548 6202 6004,'-2'-8'539,"-3"-2"1,-12 10-540,5 0-615,-9 14 705,8 11 0,3 8-68,7-7 1,1 3-1,1 0 1,0 0-23,-4 1 0,-1 0 0,5 3-30,4-4 0,4 6 0,1 1 0,2-1 0,-1-3 0,-1-6-15,3 3 0,1-2-266,-1-1 1,2 4-1,1-1 1,-1-4 265,2-1 0,-1-4-2912,3 13 2957,-6-15 0,-1 0 0,-6 1-90,-25-4 90,10-9-90,-15 6-51,5-17 141,4-11 0,-3-4 0,10-8 0</inkml:trace>
  <inkml:trace contextRef="#ctx0" brushRef="#br0" timeOffset="98277.27">3545 6585 6004,'5'-17'629,"7"2"-1907,2-1 1458,10 0-1819,-4 4 1,1 0 1575,4-3-11,5-9 1,-2 0-96,-15 9-453,0-2 0,-1 0 622,-8 6 0,1-7 0,-1-1 0</inkml:trace>
  <inkml:trace contextRef="#ctx0" brushRef="#br0" timeOffset="98694.27">3973 6077 6004,'0'-12'539,"-3"-2"-3816,-4 4 1254,0 1 2113,-2 4 1319,3 4-1140,-19 11-179,4 8-90,-8 5 60,18 4 0,3 8 0,2-4-60,2-9 0,2 1 127,2 4 0,2 6 1,2 4-1,1-2 0,0-5-127,3 0 0,1-4 0,1 3-549,1 1 1,0 3-1,1-1 1,-1-3 548,3 5 0,0-1 667,-2 0 1,2 2-1,-3-4-667,-4-12 0,-1 0-117,3 6 1,1 2-1,-4-4 117,-7 10-1995,-5-5 1995,-1 3 0,-5-11 2023,5-12-2922,-12-2 899,3-28 0,-3 2 0,14-3 0,-1 1 0</inkml:trace>
  <inkml:trace contextRef="#ctx0" brushRef="#br0" timeOffset="98944.27">3843 6566 6183,'5'-9'180,"1"1"-90,1 5 90,14-6 0,3-1-3457,1-1 2835,2 0 0,0-2 442,-2 2 294,1-2 1,3-2-295,1-2 0,1 0-1134,0 1 0,-2 0 1134,-3 1 0,-3 2 0,-3 0 0,-1 0 0</inkml:trace>
  <inkml:trace contextRef="#ctx0" brushRef="#br0" timeOffset="99328.27">4565 6265 7533,'14'19'314,"-2"0"1,0 1-360,-1-2 0,-1 0-135,7 14 1,1-2-91,6-8-3007,4-15 2212,-10-24 1065,-9-5 0,0-6-470,-1-1 1,-1-4-1,1 3 470,-1 1 0,1 1-270,0-10 0,-1-3 1,3 16 269,-1 22 0,0-14 0,0 45 0,-4-8 0</inkml:trace>
  <inkml:trace contextRef="#ctx0" brushRef="#br0" timeOffset="99979.27">5082 6208 6004,'2'-9'719,"-10"-7"-629,3 10 360,-25-2-270,3 23-180,-1-3 0,5 11-180,15-2 0,4 0 90,-1-1-90,5 6 0,4-3-3097,9-16 3072,3 4 205,-1-15-90,-6-1 180,17-19 0,-15 14-90,12-13 90,-15 19-90,-2 6 0,3 0 0,-2 5 0,2 4 0,16 6 0,-9-6 1638,8-9 0,1-5-1522,-7-7-1387,-1-1 0,0-2 1271,-4-7 0,-2-2 0,0-5-850,-2-1 0,0-3 0,-1 2 850,0 4 0,-1 1 0,1-1 0,-1-5 0,1-1 0,-2 0 30,0-1 0,-1 0 0,0 5 60,4-2-90,-2-2 0,0 11 0,-1 44 850,-2 2 0,0 6-850,1-5 0,1 2 0,0-2 1638,-1 6 0,2 0-1630,4 1 1,2 1 0,-1-7-3286,2-7 3084,0-1 1,1-4-78,-3-14 270,23-5 0,-16-2 0,0-1 0,6-1 0,0-1 0,-3-2 0,1 1 0</inkml:trace>
  <inkml:trace contextRef="#ctx0" brushRef="#br0" timeOffset="101044.27">6900 5632 5824,'2'-5'449,"0"-1"-269,-3 2-90,-2 1 360,-17 2-450,4 2 150,-10 4 0,-8 4 0,5-1-105,10-3 0,1 2-1138,-10 1 1,-4 3 0,6-1 1067,-3 6 70,6-1 0,-1 2-1090,1 6 1,1 1 1044,2-7 0,2 2 0,2 11 0,6-1 90,9-13-681,3 15 591,2-21 0,7 6 0,15 5-90,-5-3 90,9 1 987,-6-10 1,-1-2-988,0 0 0,-1 0 0,1-1-90,0-4 90,-6-4 0,2 0 0,-10-5 0,-21-20 0,6 13 45,-9-14 0,-3-2-692,6 12 0,1 1 647,-2-4 0,-1 0 0,-4-5 2178,-4 1-2267,12 14-766,-5-2 1,-1 2 854,2 9-37,-3-2 0,9 5 0,6-1 0</inkml:trace>
  <inkml:trace contextRef="#ctx0" brushRef="#br0" timeOffset="102662.27">793 5342 5793,'7'-3'480,"-1"0"-390,-25 17-30,2 5 0,-4 7 0,1 0-60,3-3 0,0 1 0,0 1-1093,-5 5 1,0 1 0,4-2 605,6 0 0,5-3 1017,4-1-485,10 6 0,9 1-47,5-17 1,6-3 0,-3 2 1,1 14 0,0-3-720,1-16 1,2-3 0,-5-3 719,0-6-90,-4-1 0,0-3-195,1-4 0,-1-1 285,14-4 40,-10-9 0,-22 12 1,0-2-1</inkml:trace>
  <inkml:trace contextRef="#ctx0" brushRef="#br0" timeOffset="102995.27">1030 5543 6004,'-3'-14'719,"2"5"-719,-1-3 0,5 9 0,-2-1 0,4 2 0</inkml:trace>
  <inkml:trace contextRef="#ctx0" brushRef="#br0" timeOffset="103443.27">1327 5249 5914,'-4'-15'539,"-8"3"-449,-1 1 0,-9 10 0,3 11-45,2 5 0,1 1-45,-2 2 45,5 8 0,6 0-45,12-6 0,6 12 0,4-20 0,4-2-45,6 1 0,2-2 45,-7 0 0,0 1 0,11 7 0,-5 1-3277,-17-5 3162,5 14 115,-21-8 0,-7 2-1224,-4 4 0,-2 0 1179,5-2 0,-1 1 45,-9 5 0,4-4 0,13-15 0,-6 9 0</inkml:trace>
  <inkml:trace contextRef="#ctx0" brushRef="#br0" timeOffset="103878.27">1271 5840 5914,'-2'-6'90,"0"-1"-90,2 3 179,-1-1 181,1-5-180,-1 3 450,1-5-450,7 17-3302,10 24 3122,-2-3-369,-3-1 1,0 1 278,3 7-1237,-4-11 0,0 0 1147,4 6 180,1 1 0,-13-25 0,1 2 0</inkml:trace>
  <inkml:trace contextRef="#ctx0" brushRef="#br0" timeOffset="104161.27">1190 6032 5914,'-1'4'449,"1"-2"-269,15 7-180,-4-4 0,4 2 90,3 0-1729,0 0 1,1-1-655,4 2 2952,4-3 1,-1-4-660,-8-8 0,11-3 339,-16-6 1,-4-4-655,1-7 1,-1-1-821,0 6 1,0 0 1134,-2-5 0,-1 5 0,-3 11 0,0-2 0,0 0 0</inkml:trace>
  <inkml:trace contextRef="#ctx0" brushRef="#br0" timeOffset="111293.27">20319 2480 5818,'-6'-3'276,"12"1"-3553,9 2 1073,12-1 2204,7 0 549,-17 0 0,4 0-519,5-1 0,7 0 0,5 0 0,3 0 0,1 0 0,1 1-12,-10 0 0,2 0 0,1 0 0,1 0 0,1 1 0,0-1 0,1 0 0,-1 1 0,1-1 0,-2 0-131,-2 0 0,-1 0 0,1 0 1,-1 1-1,1-1 0,-1 0 1,1 0-1,0 0 0,-1 0 1,1 1-1,-1-1 113,1 0 0,1 1 0,0 0 0,0-1 0,1 1 0,-2 0 0,1-1 0,-3 1 0,0 0 0,-3 0 0,-1 0-167,8 1 1,-3-1 0,-3 1 0,0-1 0,0 1 166,6 0 0,-1 0 0,0 0 0,2 0 0,-7 0 0,2 1 0,1-1 0,-1 0 0,-1 0 0,-1 0 0,3 1 0,-2-1 0,-1 0 0,1 1 0,4-1 0,1 1 0,-2-1 0,-6 0 0,-5 1 0,-4-1 0,6 0 0,6 1 0,-19-1 0,-8-1 1356,8 2-1266,3 1 1337,2-1-1427,-3 1 769,-14 0 0,-3-1 0,-5 0 0</inkml:trace>
  <inkml:trace contextRef="#ctx0" brushRef="#br0" timeOffset="118412.27">9591 2994 5734,'-8'-3'0,"0"1"0,2 2 0,-1 0 0,1 0 0,-5 0 0,5 0 0,-6 1 0,8-1 0,-10 1 0,4 1 0,-4 1 0,5 0 0,-11 7 0,7-3 0,-11 6 0</inkml:trace>
  <inkml:trace contextRef="#ctx0" brushRef="#br0" timeOffset="120445.27">9419 3607 5734,'34'1'0,"-13"1"0,12-2 0,-4-1 0,1 0-1093,-1-1 1093,-9 0 262,14-2-262,-13 1 0,11-1 0,-15 0 0,7-2 0,-4 0 0,8-2 0,-19 4 0,14-6 0,-6 2 0,1-1 0,3-7 5,-16 11 843,7-9-800,-3-2-3325,-4 4 3182,4-5 95,-7 9 0,0 0 0,3-10 90,-2 6-90,1-11 0,-4 6 0,0 3 90,-3-17 3186,1 17-3173,-4-15 0,1-1-103,1 10 44,-4-13 1,1 2-45,2 15 0,-3-7 0,-1-1 90,2 8-90,-2-2 0,-1 0 0,-5-5 90,2 6-90,0 2 0,-1 3 0,5 5 0,-11-8 0,5 6 90,0 2-1148,-3-1 1058,6 4 0,5 1 0,-18-3 0,12 3 0,-7 0 0,-2 1 0,1 1-511,-7 1 511,6 1 1000,-11 3-1000,12-1 0,0 1-1602,2 0 0,0 0 1602,-13 3 0,22-4 0,-10 3 0,-9 6-1388,5-2 1388,-4 3 0,11-2 0,-1 2 0,2 1 0,0 2 0,-3 0 0,0 1 0,-4 10 0,14-15 0,2 1 0,-6 16 0,6-11 884,0 9 1,1 0-885,4-10-1162,-2 18 1162,4-24 0,2 10 0,3 7 0,-1-3 0,2 0 0,4 10 0,-4-19 0,5 18 0,-1-11-1883,3-1 1883,0 2 0,-1-5 777,8 3-777,-11-12 1134,8 5 0,1 0-1134,1-6 0,6 5-953,-7-8 953,-8-5 3010,26 0-3010,-12-3 0,0-1-1460,3 0 0,0 0 1460,-4-1 0,-1-2 0,13-5-976,-14 2 0,-1 1 976,12-4 304,0-4 1,-1-3-305,-6-2-428,0-1 1,-1-2 427,-3-2 0,-9 7 0,-2-2 472,-1-11 1,-2-1-473,-1 14 0,-2-1-23,-2-7 1,-3-5 0,-1-1-1,-3 5-67,-5 1 0,-2 0 217,3 0 0,-1-2 0,-4 1-331,-7 1 1,-4 2 0,-1 2 203,5 6 0,-1 2 0,-2-1 0,-1-1 0,-3 0 0,0 0 0,1 2 0,-7 0 0,1-1 0,0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26:38.12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3366 10418 5734,'-5'-3'0,"0"0"0,2 1 0,5-1 0,10 2 0,6 0 0,3 1 0,4 0 0,3-1 0,2 1 0,6-1 0,1 0 0,-4 1-286,-5-1 0,-3 1 1,4-1 285,4 1 0,5-1 0,1 1 0,-1-1 0,-5 1 0,0 0 0,-5 0 0,5 1 0,1-1 0,4 1 0,2-1 0,-2 1 0,-3 0 0,5 1 0,-4 0 0,0-1 0,2 1 0,1 0 0,-5 0 0,-3 0 0,-7 1 0,-12-1 0,4 1 0,-12-1 0,-1-1 0,-3 0 0</inkml:trace>
  <inkml:trace contextRef="#ctx0" brushRef="#br0" timeOffset="2040">1160 10465 5734,'2'-6'0,"0"0"0,-3 1 0,-1 0 0,0 0 3,-1 2 2,6-1 12,24-3-14,-8 2-1,9-1 1,1 1-3,-3-1 0,-6 2 0,2-1 3,-2 0 0,-1 1-2304,5-2 2303,9-2-2,-3 1 0,-14 3 0,6-1 0,-18 3 0</inkml:trace>
  <inkml:trace contextRef="#ctx0" brushRef="#br0" timeOffset="2421">1204 10497 5734,'3'-7'0,"0"1"0,-1 19 0,-1-4 0,0 22 0,0 9 0,-1-2 0,0-1 0,1-10 0,-1 0 0,1-1 0,-1 3 0,1-1 0,-1-5-742,2 4 742,0-5 0,0 1 0,3 10 0,-1-4 0,0-6 0,-2-18 0,0-1 0,0 0 0</inkml:trace>
  <inkml:trace contextRef="#ctx0" brushRef="#br1" timeOffset="2738">1278 10551 10599,'4'-16'85,"-1"4"12,-2 5-28,2 3 315,7 15-765,-1 10 1,-1 5-1259,1-3 1,0 2 1251,0 7 0,-1-1-105,-3-11 1,-1-3 183,1 10 152,2 6 0,0 1-162,-1 1 58,1-1 0,-1-2 320,-3-15 1,-1-3-1,0-7 1</inkml:trace>
  <inkml:trace contextRef="#ctx0" brushRef="#br1" timeOffset="3088">1381 10789 13759,'-2'-9'-1743,"2"1"1605,2 1 748,6-2 676,-2 1-534,4 1-6,5-1-410,-3 6-106,5-3 498,-8 7-708,-1 24-1659,-6-6 1,0 1 833,1-1 0,-1 1-602,-1 2 1,-1-2 461,0-2 68,1-1 404,2 12-1680,2-2 1995,-1 0 234,3-8-1,4-7 0,-1-7 1,6 2-1</inkml:trace>
  <inkml:trace contextRef="#ctx0" brushRef="#br1" timeOffset="4887">1600 10959 8898,'-2'6'522,"-1"-1"-335,9-13 99,-2-3-343,3-17 0,-2-3-72,-1 1 77,-3 3 0,-1-4 0,-1 3-42,-2 6 1,-2 2 17,1-5 1,0 2-1327,-3-4 1075,4 22-204,-1 5 495,4 3-84,2 2-60,16-2 216,-1-4 133,7-2 35,-4-3 137,4-2 106,-4 1-324,1 2 1215,-8 16-1432,-7 6-1666,1 4 1529,-5 0 145,1 0 1,0 3-60,1-3 0,0 2-1051,1 2 1,-1 1 902,6 8-14,7-6 302,0-14-86,4 8 1154,-4-18-1069,-7-4 147,17-8 30,-7-4 1,1-3 1275,-3 5 1,0-2-1207,3-5 1,-3 0 382,-4 0-812,-4-1 745,0-10-346,-6-4-227,-2 2-213,-5 4-161,-12 1-209,-4 19 173,-2-2 24,3 21 503,7 18-1691,9-13 1,0 1 1569,-2 14 404,6 1-342,6-6 75,7-5-333,-2 1 80,4-12-434,1-15 2208,3-13 0,0-4-1085,7-2-944,-6 0 1,-2-3 535,-9 4 1,-2 0-7,-1-6 0,-1 0 64,1 4 1,-1 0-307,-2 1 0,-2 3 393,-1 6-499,-1 7-103,2 6 1306,3 11-1498,10 19-1135,-7-13 1,1 0 989,9 15 288,-6-7 440,-7-6 1,-1 1-257,-2 3 109,0 0 0,-1-1-105,-6-5 496,-9 14 95,4-14 37,-4 6 26,7-14-17,3-6 2812,1 0-2353,7-4-739,-2 0-25,18-16-3358,-2-7 3283,4-2 4,-3-4-123,-4 0 0,0-6-21,-8 8 1,-2-3 0,1 1-8,3 2 0,0 0 0,-2-1 41,-4 0 0,-1-2 0,-1 2 0,-1 4-1222,0 2 0,-1 3 1055,0-8 0,1 3 2143,0 3-2251,5 35-161,-2-5 327,-1 10 0,0 2-68,-1 5-947,0 10 1127,-2-17 0,1 1-941,-1 4 1,1-1 949,-1-3 1,0 0-4,0 1 1,-1-2 937,1 0-794,-1-1-58,1 8-34,1-1 827,0-3-876,3-12-177,5-23 422,-2 1-30,6-15-9,-1 6 2709,8-1-2580,-5 9 81,0 9-160,-9 11-317,-2 0 953,-1 13 1,0 2-1159,1-1-1051,-1 3 1,-1-1 1042,1-6-116,1 4-72,4 12 129,3-8-546,-1 0 871,-2-18 0,1-8 0,1-1 0</inkml:trace>
  <inkml:trace contextRef="#ctx0" brushRef="#br0" timeOffset="5521">2728 10676 5734,'-13'9'0,"2"6"0,2 2 0,3 2 0,3-7 0,1-1 0,0 9 0,5 3 0,-2-4 0,13-3 0,-1-23 0,1 2 0,-4-7 0,-5-11 0,-5-10 0,2 5 0,-4 6 0,-1 2 0,1 6 0,-1-7 0,3 13 0,6-5 0,8-14 0,3-5-1639,-7 13 1,-1 1 1567,5-14 71,0-1-1142,-6 6 1,0 0 1141,-2 8 0,0 0 0,0-5 0,-1 3 0,-2 8 0,-1 3 0,0 0 0,1 11 0,-1 8 0,1 8 1563,-2 5-1563,1 9 0,0-2 0,0 2 0,-1-11 0,1 1-833,0 8 0,0-2 833,-1-9 0,1 0 0,0 4 0,6 10 0,-4-12 0,8 7 0,-5-19 0</inkml:trace>
  <inkml:trace contextRef="#ctx0" brushRef="#br0" timeOffset="6055">3111 10661 5734,'-10'-8'0,"0"2"0,-13 0 0,8 4 0,-18 2 0,19 4-1159,-1 4 1159,8-1 277,-4 19-277,7-4 0,-1 8-1472,7-11 1472,1-10-159,9 6 159,-2-9 0,15-8 0,-12-6-1036,-1-7 0,0-2 1036,-2-4 0,2-13-575,-5-1 1,-2-1 574,-2 15 0,-1 0 107,1-8 1,-1-4 0,0 5-108,-3-9-162,-1 14 1,1-1 161,-1 1 0,-1 1 2077,0-11-2077,0 34 0,3 18 0,3 14 0,-1-1 0,0 0 0,-1 3 0,2-7 0,0 6 0,0 0 0,1-2 0,-1-7 0,2 10 0,-1 1 0,3-3 0,7-15 0,-4-11 0,8 3 0</inkml:trace>
  <inkml:trace contextRef="#ctx0" brushRef="#br0" timeOffset="15774">9658 3216 5734,'-7'1'0,"2"0"0,-3 0 0,2 1 0,-2 1 0,2-1 0,1 0 0,1 0 0,-3 1 0,3-1 0,-3 1 0,1-1 0,2-1 0,-6 1 0,2-2 0,0 0 0,-1 0 0,3 0 0,0 1 0,0 1 0,3 0 0,-6 5 0,5-4 0,-5 4 0,6-3 0,1-1 0,-1 0 0,-3 10 0,2-2 0,-1 5 0,5-6 0,7 4 0,1-6 0,5 4 0,6-6 0,-3-7 0,-1-1 0,-4-3 0,-6 2 0,4-10 0,-3-2-1266,2-2 1266,-4 0 0,-1-12 0,-3 3 0,0-5 0,-3 9 0,1 12 0,-2 2 0,-2 4 1266,1 6-1266,-1 3 0,-4 13 0,2 5 0,0 0 0,3-1 0,5-13 0,1 7 0,7 6 0,3-5 0,6-5 0,-7-12 0,-2-6 0,-7 2 0,-3-4 0,-10-3 0,4 3 0,-7 1 0,1 12 0,0 10 0,2-4 0,4 5-215,10-10 215,2 0 0,1 0 0,17 3 0,-4-4 0,7 1 0,-8-8 0,-6-2 0</inkml:trace>
  <inkml:trace contextRef="#ctx0" brushRef="#br0" timeOffset="16837">9065 2098 5742,'0'14'11,"0"0"-8,-1 2 4,-1 4 0,0 1-4,0 2-3,-1 13 0,-1 0 0,1-10 0,1-2 0,0-1 0,3-9 0,3-3 0,1-2 0</inkml:trace>
  <inkml:trace contextRef="#ctx0" brushRef="#br0" timeOffset="17288">9253 2134 5734,'-4'3'0,"-6"11"-3277,-9 16 893,5-5 3175,1 0-791,7-10 940,1 0-940,4 12 0,13-7 0,6 4 3126,2-13-3126,-3-4 0,-11-3 0,-1 1 0,-1 1 0,-2 2 402,-7 13 0,-4 2-402,0-1 0,-6 9 0,-3 1 0,5-17 0,0-2 0,-12 14 0,6-12 0,11-15 0,7-6 0,1-7 0,3-5 0</inkml:trace>
  <inkml:trace contextRef="#ctx0" brushRef="#br0" timeOffset="17507">9207 2219 5734,'-3'-6'0,"2"-1"0,5 0 0,12-4 0,8-1 0,4 1 0,2 0 0,-11 5 0,0 0 0,9-2 0,-2 1 0,-1 2 0</inkml:trace>
  <inkml:trace contextRef="#ctx0" brushRef="#br0" timeOffset="17937">9560 2151 5734,'3'-9'0,"-2"2"5,-2-1 35,-1 4-15,-7 8-15,-4 18 0,0 7-10,1-3 0,1 1-1639,-3 6 1,1-1 1580,7-11 1,1-3 57,2 5 0,4 4 0,2-4 0,5 1 0,4-14 0,10-7 0,-5-6-1,7-7-9,-4-12 1,-1-2 62,-2 3-53,0-4 0,-3 2 0,-13 9-1060,-8-19 1060,-5 2 0,0 9 0,-2 2-5,-16-2-12,-1 13 17,12 15 0,3 4 0,1 4 0,1 10 0,17-9 0</inkml:trace>
  <inkml:trace contextRef="#ctx0" brushRef="#br0" timeOffset="18220">9805 2240 5734,'6'-6'0,"1"2"0,3 7 11,11 12-8,-4-3 2,7 9-2,-10-8 3,-1 0-6,3 3 0,0 0 0,2 4-1639,-3-5 1,-2-1 663,-3-3 975,-4-5 0,1 0 0,0 0 0</inkml:trace>
  <inkml:trace contextRef="#ctx0" brushRef="#br0" timeOffset="18421">10033 2242 5734,'-2'-8'0,"-4"-2"0,1 6 0,-2-1 0,0 8 0,1 1 0,-6 6 0,-8 15-1639,3-1 1,0 1 446,4-6 0,0 1 1572,-2 2 1,2 0-381,-2 5 0,5-8 0,-2 7 0</inkml:trace>
  <inkml:trace contextRef="#ctx0" brushRef="#br0" timeOffset="18715">10400 2100 5734,'-3'13'0,"0"2"0,0-1 0,-1 3 0,-1 6 0,0 2-3277,-2 2 2815,1-2 0,1 1 888,2-1 0,0-2-426,2-2 0,0 2 0,1-2 0,4-9 0</inkml:trace>
  <inkml:trace contextRef="#ctx0" brushRef="#br0" timeOffset="18837">10629 2111 5734,'5'-8'0,"0"3"0</inkml:trace>
  <inkml:trace contextRef="#ctx0" brushRef="#br0" timeOffset="19237">10650 2100 5734,'-12'33'21,"4"-11"0,0 2-24,-1 3 0,0-1-3,0-1 1,1-2-3,1 1 8,2-4 0,3-11 0,5 1 0,11-15 0,3-3 0,4-4 0,-8 5 0,4 1 0,-10 4 0,9 1 0,-11 3 0,4 4 0,-6 16-3277,-2 0 3162,-4 8 115,-5-8 0,0-6 0,-5 4 0,-1 1 0,-2-1 0,1-1 0,0-2 0,5-9 0,0-3 0,5-6 0,-2 0 0</inkml:trace>
  <inkml:trace contextRef="#ctx0" brushRef="#br0" timeOffset="19473">10668 2162 5734,'-2'-6'0,"0"0"3,0 1 33,8-4-16,10-4-20,-2 2 0,7 0 0,-11 8 0</inkml:trace>
  <inkml:trace contextRef="#ctx0" brushRef="#br0" timeOffset="19937">10881 2170 5759,'5'4'45,"-1"0"-26,-7 8-18,-3 4-1,0 3 0,-1 1 0,-3 9 0,3-8 0,1 0 0,0 3 0,1 0 0,2-4 0,1-1-1346,-2 3 1,2-1 1345,3 3 0,2-16 0,23-3 0,0-12 0,5-7 0,1-6-1251,-9-3 1,-3-1 1250,3 0 0,-4-1 0,-6 0 0,-5-1 0,-11-4 0,-6 0 0,5 11 0,-4 2-25,-14 3 1,-7 4 0,1 5 24,2 11 0,0 5 257,1-3 0,0 0 0,2 2 0,4 3 0,4-1 0,0 3 1</inkml:trace>
  <inkml:trace contextRef="#ctx0" brushRef="#br0" timeOffset="36654">22530 5634 5734,'5'-8'0,"4"-10"0,-5 10 87,4-13-84,-8 15-3,-2-3 0,-5 6 0,-27 9 0,11 0 0,2-1 0,-2 3 30,1 3 0,-2 2 0,3 0-1669,5-3 1,0 0 1580,-16 8 1,6 1 57,17 3-2084,27 4 2104,-4-4 2,1-9 1,4-1 83,4 1 0,4 0 0,-3-1 65,-7-3 0,1 0-185,5 3 0,4 1 0,-4 0 155,-5 0 1,-3 2-122,-7 2 1,-1 2-97,5-3 0,-5 1 944,-17 5 1,-10 1 0,2-4-97,-9 2-818,8-7 0,-3 2 0,0-3 325,-7-3 1,1-2-738,8-2 1,0 0 821,-7 2 0,2-1 589,5-3 1898,13-4-2819,6-6 1,7-2 0,5-7 0</inkml:trace>
  <inkml:trace contextRef="#ctx0" brushRef="#br0" timeOffset="37257">23293 5531 5734,'1'-8'0,"1"2"0,-2 0 19,0-3-5,-5 3-8,0-1 11,-17 9-12,0 9-2,-8 4 1,7 1 1,0 6-2,5-3 1,0 2 0,1 0-1643,-6 4 1,0 1 1621,7-7 0,1 2 1,1 0 81,3 4 1,3 2-1,3-1 76,5 7 0,2 0-779,-4-5 0,-1 0 1,4-2 757,7 0 0,2-6-126,2-5 104,1-5 119,14 2 99,-10-5-844,14-1 776,-22-8 2018,8-4-1674,-6-7-1222,-6-5 0,-2-2 972,3-7 317,-10 2 1,-5-4-1,-4 2-830,-11 1 0,-3 2 85,9 4 1,-1-1 0,0 3-695,-7 0 1,1 6 690,3 10 1,18 3-1,0 0 1</inkml:trace>
  <inkml:trace contextRef="#ctx0" brushRef="#br0" timeOffset="37770">23479 5961 5807,'-15'-2'17,"6"1"28,-9 15 0,1 5-45,5-2-246,-2 1 0,2 2 246,5 16 0,9-1 0,-1-14 0,2-1 105,12-2 0,3-3-105,0-6-2135,16-3 2135,-17-13 0,-1-1 0,1-4-1281,-2-4 0,0-1 1281,1 1 0,-2-1 0,-2-4 0,-6-2 97,-15-13 1,-5 1-98,8 16 0,-3 1-30,-15-7 0,-9 0 0,1 8-490,2 17 0,0 4 520,3-5 0,0 0 0,1 3 0,-5 10 0,5 2 0,-1 4 0,10-5 0,0-1 0</inkml:trace>
  <inkml:trace contextRef="#ctx0" brushRef="#br0" timeOffset="-190996.73">9571 3268 5734,'-3'-6'0,"-2"-2"0,0 3 0,-1 0 0,0 3 0,-1 4 0,1 0 0,-3 5 0,-3 8 0,3-3 0,-4 5 0,9-7-748,0-2 748,0 0 0,0 4 0,1 4 0,1-4 0,1 2 0,2-6 3,3 1-1,2-1 746,2-2-748,-1-5 3,-1-4-3,5-8 3,-2-8-3,1-3 3,-3-3 2,-6 8 9,-1-2-5,-1 7-4,-8 9-2,4 7-3,-3 6-319,5-2 319,2-3 0,0 1 2,4 9-4,-2-8-1,4 8 8,-1-12-5,3-3 3,-3-1 317,1-4-315,-6-9-2,-2 5-3,-9-4-3,-1 16-8,1 1 11,4 15 0,9-10 0,3 6 0,7-7 0,3 1 0</inkml:trace>
  <inkml:trace contextRef="#ctx0" brushRef="#br0" timeOffset="189125.27">10243 9021 5818,'-3'-7'365,"-1"1"-365,1 10 90,-1-2-90,1 11 0,-1-4 45,-3 25 0,-1 5-45,4-21 0,0 2 18,0 6 0,-2 7 0,0 4 0,1-1 0,0-4-1111,1 0 1,1-2 0,0 2 871,-1 2 0,0 3 0,1-1 0,0-4 507,0-5 1,1-3-1,1 1-256,0 3 0,1 2 0,0-5-2298,0 11 2268,0-6 0,0-1 0,0-12 90,3 19-90,-2-18 0,1 14 2124,-1-22-2124,0-1 0,0 2 90,-1-3 3186,1 0-3231,-1-1-45,1-2-180,0 0 233,-1 0 1,0-3 0,0 0 0</inkml:trace>
  <inkml:trace contextRef="#ctx0" brushRef="#br1" timeOffset="191373.27">5488 10197 5923,'-5'-5'-63,"-3"-1"43,-9-1 22,6 1-3,-7 0 4,5 2 1,-15-1 1,0 2-6,8 1 0,1 2 16,-5 2 2,-1 1-10,0 4 0,-1 2 2,8-2 1,-1 1-1,-7 2 0,-2 3-3,7 1 0,-1 4 1,2-2 253,0 2 1,1 1-647,1-3 0,-1 2 0,1 0 762,-4 7 0,3 3-56,3 4 0,2 1-31,-2-1 1,3 4-198,9-10 0,0 4 1,2 2-1,2 0 0,2-1-184,3-2 1,3 0 0,2 0 0,0 0 0,0 0 108,-2 0 0,-1 1 0,1 0 0,0-2 0,2 0-799,4 3 0,1-1 0,1-3 0,-1-4 518,3-2 1,-1-4-1987,8 5 1657,3-2 673,-4-8 1,6 2-1,2-4-227,3-5 0,2-4 0,0 1 136,-7 2 1,0 1-1,0-1 1,0-3-54,0-4 0,0-2 0,-1-2 1,-2-2 40,0-4 0,-2-3 0,-1 0 18,2-1 1,-1-1-17,3-2 1,-2-6 409,-9 0 0,-1-5 0,-1 0 1,-2 4-405,1-2 0,-1 1-213,0 0 0,2-2 1,-1-3-1,-6 0 228,-5-2 0,-4-1 0,-4 0 0,-6 0 0,-3 6 0,-7 1 0,-2 0 0,0 0 0,2-1-176,5-2 0,2-2 0,-1 0 0,-2 2 1,-5 3 175,-1 7 0,-5 1 0,-2 1 0,-1 2 0,-1 2 0,1 2 0,2 2 0,-5 2 0,0 5 0,1 2 0,-2 0 0,4-1 0,-1 1 0,-1 0 0,2 1 0,1 1 0,-6 2 0,2 2 0,-2 3 0,5 3 0,-3 2 0,0 2 0,1 1 0,5 0 0,-2 4 0,4 2 0,-3-1 0,-1-2 0,-3 1 0,1-1 0,7 1 0,1 10 0,8-3 0,5-1 0</inkml:trace>
  <inkml:trace contextRef="#ctx0" brushRef="#br1" timeOffset="193061.27">14748 10505 19387,'2'-7'-689,"0"0"421,-4-7-1362,-3 1-65,-2-4 613,-17 2 754,12 10 399,-14 0-417,6 7 721,-1 2 146,-7 3 194,5 2 0,-1 1-2024,-9 6 2377,8-3 1,1 1 83,-5 7-759,11 2 0,-1 6 1,2 0-1174,3 0 0,1 0 724,-1 1 1,-2 2-1,5-2-929,7-2 1,4-3 381,0-5 0,1-2 205,1 2 1,1 2-250,5 7 1,2 3 0,2 0-436,1-5 1,1 0 0,2 0 550,-2-1 0,1 2 0,1 0 0,0-4-58,0-1 1,0-3 0,3 0 594,3-2 0,4-1 0,-1 0 0,-1-3-348,2 0 0,1-1 457,1 2 0,2 0 0,-3-4-4,-2-5 1,-3-4 1518,7-3-1269,0-6 1,4-4 0,-3 0 1276,-9 2 0,1-1-899,5-2 0,3-3 0,-3-4-475,-8-2 1,-3-6 0,-1-1 0,-1 2-928,-1 1 1,-2 1-1,0-3 688,0 1 0,1-3 1,0 0-1,-1-1 0,-4 3 359,-1-4 1,-3 1 0,-5-1-600,-5 3 0,-3-1 0,-3-2 1,1 2-1,0 3-277,1-2 1,1 2 0,-8 0 336,-2 4 1,-6-2-1,-4-1 1,-3 1-1,0 1 1,1 2 0,3 5 13,-2 1 0,1 5 1,-1 2-1,-2-1 80,0-2 1,-3-1 0,-1 0 0,-1 0 0,3 3 0,3 2-547,-7 3 1,4 2 0,2 3 907,5 1 0,2 2 1,2 1-27,-2 6 1,4 2-1,5-2 1,2 1 0,1 3-1,0-1 1</inkml:trace>
  <inkml:trace contextRef="#ctx0" brushRef="#br0" timeOffset="21220.54">21909 11458 5734,'2'-8'0,"-1"-3"14,0 3 53,0-5-58,0 7-9,1-2 90,-3 18-90,0-1-1639,-2 9 1,-1 3 1523,-2 8-642,1-5 1,0 3 0,0-2 756,1-4 0,0-1-127,-2 13 1,0-1 126,2-1 0,0-7 0,0 4 0,0-4 0,-1 11 0,0-9 0,0 4 0,1-8 63,1-10 0,-4 6 1,4-17-1</inkml:trace>
  <inkml:trace contextRef="#ctx0" brushRef="#br0" timeOffset="21621.54">21755 11503 5737,'-3'-9'44,"1"1"-32,4-1 13,31 2-22,-12 2-3,2 5 1,8 3 0,1 2 0,-3 2-1,0 6 0,-3 2 0,1 5 0,0 2 0,1 4 0,-2 1 0,-3-1 0,-2-2 0,-3-1 0,-5 2-309,-6 3 1,-4 2 0,-8-2 308,-12 0 0,-8-2 0,0-3 0,1-2 0,-2-2 0,1 0 0,-5 3 0,0-2 0,1-4 0,4-6 0,0-4 0,0 0-1029,-2-1 1,0 0 0,3-1 1028,0-1 0,4-1-14,-5-4 1,31-6-1,4-2 1</inkml:trace>
  <inkml:trace contextRef="#ctx0" brushRef="#br0" timeOffset="22020.54">22405 11869 5734,'0'-8'90,"-3"-9"0,1 11-90,-3-8 90,3 10-90,-2 4 0,-3 14 90,-3 18-2992,3-4 2902,0 5-90,4-11 0,1-1 90,-1-3-47,1 1 1,0-1 46,2-8 0,-1-6 0,2 2 0</inkml:trace>
  <inkml:trace contextRef="#ctx0" brushRef="#br0" timeOffset="22253.54">22407 11658 5773,'3'-6'-12,"0"6"0,0 3 0</inkml:trace>
  <inkml:trace contextRef="#ctx0" brushRef="#br0" timeOffset="22688.54">22736 11821 5734,'5'-6'90,"-7"0"-90,-2 4 90,-30 11-3367,14 2 2789,2-4 1,1 3 577,-4 8-833,13 7 743,0-5 0,21 1 0,7-1 0,4-4-149,-3-3 1,1 1 148,0 2 0,-23 4 0,2-3 817,-17-2 0,-11 1 1,2-3-818,6-3 0,1-1 459,-5 2 0,-2 1 1,4-1-460,-5 3 0,18-9 0,-1 1 0,8-5 0</inkml:trace>
  <inkml:trace contextRef="#ctx0" brushRef="#br0" timeOffset="23137.54">23720 11636 5767,'0'-8'31,"-1"0"85,0-2-116,0 3 0,-3 5 90,0 20-90,-1 4 0,2-2 0,-2 5 0,0 4 0,-1 3 0,1-2 0,1-3 0,-1 1-45,1-1 0,-1 6 0,0-2 0,1-5 45,2 7 0,-1-10 0,2-1 0,4-5 0,1-8 0</inkml:trace>
  <inkml:trace contextRef="#ctx0" brushRef="#br0" timeOffset="23603.54">23931 11694 5779,'-1'8'22,"-10"8"1,-5 1-23,1-2 0,0 0 0,-4 4 0,-2 1 30,1-3 0,-2 1 0,3-2-75,4-4 0,1 0 45,-11 5 0,8-2 0,19-8 0,5-10 0,14-3 0,-13 4 0,6 8 0,-5 3 0,12 22 0,-11-11 0,1 0 0,0 0 0,0 0 0,0-2 0,-1-2-680,4 1 680,1-6-37,7-1-5,-4-3 42,3-4 0,-10-4 0,-1-2 0,4-4 0,1 0 0</inkml:trace>
  <inkml:trace contextRef="#ctx0" brushRef="#br0" timeOffset="23870.54">24099 11750 5756,'14'20'48,"-5"-1"-39,-4 7 1,-1 3-1649,-2-3 1,-1 0 446,1-3 1,-1 0 1191,-1 14 1409,-1-10-1409,-1-15 0,0 8 0,1-18 0</inkml:trace>
  <inkml:trace contextRef="#ctx0" brushRef="#br0" timeOffset="24203.54">24078 11730 5734,'1'-7'11,"3"-3"-3,-1 5 15,11-4-5,7 6 0,1 3-15,2-4 1,8 6 1,-4 3-5,-15 0 0,-7 17 0,-7 3 0,-16 1 0,6-3 0,-2-1-23,-4-6 1,2-4 22,5-3 0,-8 6-104,16-12 1,0 0 0,1 0 0</inkml:trace>
  <inkml:trace contextRef="#ctx0" brushRef="#br0" timeOffset="24471.54">24408 12204 5824,'-2'-10'270,"0"1"-270,2 13 89,0 16-89,1 0 0,-1 10-624,0-13 354,-1 15 270,1-2 0,-1 5 0,1-7 0</inkml:trace>
  <inkml:trace contextRef="#ctx0" brushRef="#br0" timeOffset="24920.54">24849 11917 5798,'-1'-23'26,"0"10"64,-1-9 0,-2 29-90,1-5-1256,-4 21 1256,-1 11-926,2-8 1,-2 5-1,2-3 926,0-2 0,0 2-23,-1 3 1,0 5 0,0 0 0,2-9 22,0 6 0,0 6 0,2-5 0,4-24 0,0 5 0</inkml:trace>
  <inkml:trace contextRef="#ctx0" brushRef="#br0" timeOffset="25403.54">24996 11927 5737,'6'3'16,"-13"15"-9,-6-2 0,-6 3-3,-2 1 1,-2 3 0,0-1-10,2-3 1,0-1-1,1 0-5,-10 7 1,5-4 6,12-10-3,22-16 6,4-4 0,6 8 0,-6 20 0,1-6-1,-3 9 0,0 2 1,8 8 0,-10-14 0,1-2 0,5-1 0,0-4 0,3-8 0,8-2 0,-4-6 0</inkml:trace>
  <inkml:trace contextRef="#ctx0" brushRef="#br0" timeOffset="25690.54">25159 11987 5734,'0'3'75,"1"-1"-60,-6 32-15,0-7 0,0 1 0,1-5 0,0 0-29,-4 14 1,-1-3-792,0-12 1,-3 6 0,4-18 0</inkml:trace>
  <inkml:trace contextRef="#ctx0" brushRef="#br0" timeOffset="26037.54">25079 12024 5734,'6'-7'3,"22"-5"2,-15 8 5,10 0 0,1 4-7,-13 2-1,12 6 12,-31 23-11,0-14 0,-11 12 0,-3 1-14,-4-4 11,5-6 0,1-1 0,0-3 0,9-7 0,5-4 0,4-3 0,-1 0 0</inkml:trace>
  <inkml:trace contextRef="#ctx0" brushRef="#br0" timeOffset="26504.54">25103 12369 5734,'8'0'56,"2"-2"-28,0-2-22,0 0-6,2 0 0,5 3 0,-6 1 0,7 12 0,-21 6-3277,-1 10 3162,-10-3 115,0-3 0,0-4 0,1 0 0,-2 2 0,3-4 0,-1 0 0,-1 5 0,5-6 0,2 4 0,20-10-87,8-5 87,4-4 0,-6-1 0,-6-2 0,-2 2 0</inkml:trace>
  <inkml:trace contextRef="#ctx0" brushRef="#br0" timeOffset="30387.54">24187 11485 5734,'-7'-6'0,"-3"-2"0,4 3 0,-7-5-3277,-18-11 893,11 8 2384,3 2 0,-1 0 704,1 2 1,-3 3-705,-11 2 0,-7 2 0,3 1 0,1-4 0,-1 4 0,7 6 0,-6 4 0,-2 2 0,0 1 0,3 0 0,7-1 6,-7 6 1,3 4-6,7-3 1,-4 3 0,-1 3 0,0 1 0,2-2 0,6-2 1,-4 7 0,5 5 1,7-6 0,-1 5 0,0 5 0,1 2 0,1 1 0,4-1 0,3-2 0,5-2 0,5 0 0,2-1 1,2 1-1,-2-1 0,-2 2-4,-3-4 0,-3 2 1,-1 0-1,0 0 1,2-1-1,1-1 1,3-1-315,6 4 0,2 0 1,3-2-1,1-3 1,3-4 313,1-5 0,3-4 0,0-3 0,1 0 0,6 0 0,1-3 0,1 1 0,-6 0 0,1 1 0,0 0 0,0-4 0,0-4 0,-1-1 0,1-3 0,2-4 0,2-5 0,4-6 0,-1-2 0,0-1 0,-3 3 0,2 1 0,-2 2 0,2-7 0,-8 1 0,3-4 0,2-3 0,1-3 0,-1 0 0,-2-1 0,-3 1 0,-4 1 0,-4-2 0,-4 1 0,-3-1 0,0 0 0,2 0 0,2 0 0,2 0 0,0-1 0,-1 0 0,-1 0 0,-4 1 0,-2-2 0,-2 0 0,-2-1 0,-3 1 0,-3-2 0,-4-2 0,-4-2 0,-2-1 0,-3 1 0,-2 0 0,-2 2 0,-1 6 0,-2 0 0,-2 2 0,-2 0 0,0 1 0,0-1 0,2-1 0,-1-2 0,1-1 0,0-1 0,0 1 0,0 1 0,-2 3 0,-1 3 0,-1 4 0,-3 1 0,0 3 0,0 2 0,2 3 0,3 3 0,-4 4 0,4 5 0,2 2 0,4 1 0,2 3 0,-8 9 0,1 4 0,10-7 0,1 2 0,-6 8 0,1 1 0</inkml:trace>
  <inkml:trace contextRef="#ctx0" brushRef="#br0" timeOffset="31055.54">25019 11729 5734,'1'-27'0,"-1"6"0,-5-4 0,-7 6 0,-4 1 1,-3 3 1,-2 1-1641,2-3 1,-1 3 1574,0 7 1,-1 6 184,-1 11 0,-2 7 0,1 2-119,2 3 1,2 2 0,-2 1-235,2-5 0,-2 0 1,0 2-1,2 2 234,2 5 0,1 3 1,1 1-1,1-1 0,2-3-598,1-2 0,3-2 0,-2 3 596,1-1 0,-1 4 0,0 2 0,1 1 0,0-2 0,2-3 0,0 7 0,3-3 0,0 1 0,-1-3 0,-1 0 0,1 1 0,3 1 0,5 4 0,2 1 0,1-1 0,2-3 0,1-5 0,0-3 0,2 1 0,-3 1 0,1 2 0,2-1 0,2-3 0,8 2 0,3-3 0,2-4 0,3-5 0,1-3 0,-1-1 0,-3 2 0,-1 0 0,1-3 0,0-2 0,1-3 0,1-6 0,0-8 0,1-7 0,-1-1 0,-3 2 0,1-1 0,0 0 0,0-1 0,4-1 0,-1-4 0,-3-1 0,-5-4 0,-4-3 0,-1-1 0,-2-2 0,-2 4 0,-2-2 0,0-1 0,-1 1 0,2-1 0,0 1 0,2 1 0,-1-1 0,-1 0 0,-2 0 0,0-4 0,-1 1 0,-4-2 0,-4-2 0,-4 8 0,-4-4 0,-2-1 0,-2 0 0,-1 1 0,0 1 0,1 3 0,-2-4 0,1 3 0,-2 1 0,-4-5 0,5 7 0,-3-3 0,-1-3 0,-1-1 0,-1 0 0,0 1 0,-2 3 0,1 3 0,-1 5 0,-6 1 0,-2 5 0,-1 3 0,1 2 0,0-1 0,-4-6 0,1 1 0,-1 2 0,1 6 0,4 5 0,-1 4 0,0 5 0,2 4 0,-2 9 0,1 7 0,1 4 0,1-1 0,3-3 0,0-3 0,3-1 0,-2 3 0,2-1 0,-2 4 0,-2 2 0,1 0 0,3-1 0,5-3 0,4 1 0,0-1 0,1 1 0</inkml:trace>
  <inkml:trace contextRef="#ctx0" brushRef="#br0" timeOffset="32771.54">23082 13066 5734,'3'-7'0,"0"1"0,-1 9 0,-2 0 0,-1 11 0,-2 4 0,-1 2 0,0 4 0,0-4 0,1 1 0,1 0 0,1-2 0,1 5 0,-2 13-381,3-23 381,1-3 0,0-3 0,2-1 0,0-4 0</inkml:trace>
  <inkml:trace contextRef="#ctx0" brushRef="#br0" timeOffset="33220.54">23002 12930 5734,'-2'-10'0,"0"0"0,0 2 0,-6-6 0,2 7 50,-26 3-3327,2 21 3233,9-7 1,1 2-1086,3 4 1,2 0 1128,-5 12 0,1 4 0,8-2 0,1 8 0,2-5 0,1-7 0,2-1 0,-3 8 0,1 4 0,6-1 0,11-4 0,6 0 0,1-3 0,2 0 0,1-1 0,0 2 0,1 2 0,0-7 439,1-7 1,0-6-395,-1-3 0,4-4-423,8-4 1,5-5 0,-3 1 377,-2 2 0,0-5 0,-8-4 0,4-5 0,2-4 0,-1-1 0,-4 0 0,-5 2 0,-3-5 0,-6 1 0,2-3 0,5-3 0,3-3 0,-2 1 0,-6 1 0,-7-5 0,-7 1 0,-2 9 0,-2-1 0,-5 0 0,-7-3 0,-5-1 0,-1 0 0,1 1 0,2 0 0,1 2 0,-3-1 0,-1 2 0,-2 0 0,-2 1 0,-4 6 0,1 9 0,-4 3 0,-2 3 0,2 1 0,3 2 0,0 0 0,3 1 0,-3 2 0,0-2 0,-5 1 0,-1 0 0,4 1 0,5 3 0,2 6 0,6 2 0,3 0 0,3 1 0,-1 6 0</inkml:trace>
  <inkml:trace contextRef="#ctx0" brushRef="#br0" timeOffset="34473.54">23187 9899 5734,'2'-6'0,"0"0"47,1-4-24,0 4-3,0-3 70,0-1 0,-1 4 0,-11 12-90,1 3-2277,-10 15 2277,3-5 30,0 2 0,-3 6 0,0-1-30,5-5 0,0 1 0,0-1-880,-4 7 1,-2 1 0,3-3 879,3-1 0,4-6 0,6-8-193,16-11 193,-6-1 0,12-4 1468,13-9-1468,-17 8-45,2-2 0,1 2 45,-2 3 0,9 3 0,-2 2 0,0 0 0,-1 0-90,-2 0 90,15-2 0,-10-10 0,-5-5 0,5-1 0,-11 0 248,-9 7-248,5-14 0,-5 13 0,4-3 0,-11 30 0,1 9 0,-3 4 0,2 5 0,1-1 0,1-6 0,-1 1 0,2-1-181,7-6-103,0-11 0,5 0 1,-2-14-1</inkml:trace>
  <inkml:trace contextRef="#ctx0" brushRef="#br0" timeOffset="34924.54">23444 9618 5767,'-29'-15'0,"0"0"0,0 1 0,-5-5 0,2 4 0,6 9 0,3 3-2560,-11 0 2568,7 5 1,-6 2-1,1 2-3,4 2 1,0 2 0,-1 1-276,0 0 0,-2 0 1,0 2-1,2 3 274,0 7 0,1 4 1,3 2-1,2-3-2,2-2 0,2-1 0,2 7 0,6-4 0,-1 6 0,1 3 0,2 2 0,2 0 0,3 0 0,4-3-50,6-1 0,4 0 1,4-1-1,2 0 0,0 0 1,-2 1 47,-3-1 0,0 0 0,-1 2 0,1-1 0,0-1 0,2-2 0,3-2-321,2 0 1,2 0 0,2-3 0,1-1 0,0-4 0,-1-4 320,11 0 0,-1-7 0,-2-3 0,-4-2 0,-1-4 0,12-3 0,0-2 0,-6-1 0,0-2 0,2-2 0,2-3 0,0-3 0,-8 0 0,0-3 0,-1-1 0,1-4 0,-6 2 0,1-3 0,-1-2 0,0-1 0,-1 1 0,-1 0 0,1-2 0,0 1 0,-2-1 0,-2 0 0,-2-4 0,-1 0 0,-1-4 0,-1 0 0,-4-2 0,-5 2 0,-7 2 0,-7 8 0,-6 0 0,-6 1 0,-2 1 0,-2 0 0,0 1 0,2 1 0,4 1 0,0-4 0,4 0 0,0 2 0,-4 2 0,-6 3 0,3 7 0,-6 1 0,-4 2 0,-2 0 0,-3 2 0,0 1 0,0 2 0,2 1 0,1 2 0,5 2 0,4 1 0,-10 7 0,6 5 0,2 3 0,-3 0 0,4-6 0,-3 0 0,-1 1 0,0 0 0,1 0 0,4 2 0,5 0 0,-4 11 0,7 1 0,3-1 0,1 3 0,-1 1 0</inkml:trace>
  <inkml:trace contextRef="#ctx0" brushRef="#br0" timeOffset="38953.54">23376 9769 5734,'5'-5'0,"-1"0"25,-3 1 40,1 1-65,-1-1 0,1 0 90,1 2-90,15-12 0,8-4 66,-6 4 0,0 0-1159,1-1 1,2-1 0,-2 1 1076,3-1 1,0-1-542,-3 0 0,3-3 0,0-1 0,-2 3 576,5-4 1,0 0-49,-6 4 1,2-1-1,1-2 1,0-1 35,-1-2 0,2-2 1,-1-1-1,-1 1 0,-2 3 5,1 0 0,-3 1 0,3-2-14,-3 2 1,4-4 0,2-1 0,-1 0 0,-2 1 0,-4 5-93,5-9 0,-3 5-62,0 1 0,-3 3 156,-2 0 27,-10 13 0,-2 4 1,0 0-1</inkml:trace>
  <inkml:trace contextRef="#ctx0" brushRef="#br1" timeOffset="39437.54">23839 8833 5991,'-10'-7'-79,"-3"-3"54,6 4 10,-2-2 6,2 2 2,14 5 31,-6-3-20,14 6-9,-4-1 14,15 0 1,6-1 0,2-3 0,3 0-830,-5 0 1,3-2 0,1 1 0,-4 0 510,-3 0 0,-2 0 1,0-1 317,3-2 0,0-1 1,-7 6 848,-2 15-860,-27 14 1,-12 11 0,3-3 1,7-6 1,0 2-455,-3-6 0,-3 4 0,-2 2 0,2-2 0,2-3 454,1 6 0,2 0-5,1 3 0,0 4 0,2-3-40,2-3 0,2 0 0,2-7 1,0 1-1,2-4 0,9 3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49:58.25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5273 3092 8162,'1'-8'990,"0"1"-540,-4 2 89,1 1 1,-1-2-270,0 1 0,1 1 179,0 0-179,-1-1-90,1 2 90,-2-2-90,1 3 0,-1-2 0,0 1-90,-1 0 89,0 0-89,-1 0 0,-1 0 90,-1 1-180,-2 0 90,-1 1 90,-6 0-180,3 1 90,-5 1 0,3 2-90,0 0 0,-1 2-361,-3 1 361,-1 4 0,-1 0 90,1 4-90,1 1 0,-1 0-701,1 4 701,2 0 90,0 2-90,3 3 0,2 0 0,1 3 0,2 0-722,2 2 722,1-1 0,2 9 0,2-9-45,4-5 0,1-1-45,2 6 90,5 9-90,-2-11 90,3-3-90,0-2 0,9 5 0,-3-6 90,6 2-89,-6-10 266,-1-3-267,0-2 750,2-1-750,11-1 90,7-5-884,2-1 884,2-6 717,-9 0-717,-8-1 0,0-2-929,11-6 929,-12 5 0,-1 0 0,7-11-90,-4 3 90,-1-7 0,-5 1 0,0-3 0,-4 0 0,-3-2 0,-1 0 0,-3-1-8,-3 2 8,-3-1 0,-3 1-1048,-4-1 958,-5-1 90,-5 0-350,-5-1 350,-6 2 0,12 16 0,0 0 192,-1 0 0,-2 1-192,-9-4 0,-2 1-1171,8 3 0,-1 1 1171,-7-3 0,-1 2 0,1 1 0,1 2 100,7 3 0,1 1-100,-7-2 0,2 2-319,-3 2 140,3 3 1,4 3-181,0 4 2200,3 3-4269,-6 9 539,10 0 1889,-2 4 0,9 1 0,0 1 0</inkml:trace>
  <inkml:trace contextRef="#ctx0" brushRef="#br0" timeOffset="1973">6303 7536 11221,'5'-6'809,"0"1"-719,0 3 0,0 1-90,1 0 90,-1 0-90,0 1 0,0-1 0,0 1-180,1-1-90,-1 1-449,0 0-1440,1 1 2159,-3 0 0,0 0 0,-1 0 0</inkml:trace>
  <inkml:trace contextRef="#ctx0" brushRef="#br0" timeOffset="2172">6265 7654 9332,'0'6'180,"2"-2"-180,3-1 90,4-3-90,-3 0 0,5 0-90,-3-1-90,1 0-180,1 0-630,0 0 541,1-1 449,-1 1 0,6-1 0,0 0 0</inkml:trace>
  <inkml:trace contextRef="#ctx0" brushRef="#br0" timeOffset="2601">6701 7511 9691,'-1'-7'900,"0"1"-630,-1 0 90,0 2-91,0 0-89,-2 1 270,-2-2-270,0 3-90,-2-1 90,1 3-90,-2 2 90,-1 1-90,-1 4 0,-1 2-90,-2 5 90,1 4-342,0 5 252,1 1 0,1 3-270,0 8 90,5-9-225,6 2 1,3-1 134,3-5-451,7 15 631,-2-25-355,7-1 355,-2-5 406,6-2-226,-5-6 0,5-3-613,0-4 613,2-4 0,0-3 45,-8 0 0,0-3 45,7-10-135,-9 8 0,-1-1 134,0-10 1,-5 2 45,-5 9 0,-3 0-45,-2-11 514,-4-6-514,-5 13-90,-3 4-228,-1 4 318,-5 4-90,2 5 0,-2 2-90,1 4-180,1 4-90,0 3-270,2 1-539,1 2-87,2 1-1353,3 1 2519,3 0 0,2 5 0,2 2 0</inkml:trace>
  <inkml:trace contextRef="#ctx0" brushRef="#br0" timeOffset="3455">10751 7497 11131,'8'-1'90,"0"1"0,-3 0-90,2-1 0,-1 1 89,1-1-89,0 0 0,1 0-89,-1 1-361,3-1 90,-3 0-180,2 0-1888,-5 1 2428,2 0 0,-4 0 0,1 0 0</inkml:trace>
  <inkml:trace contextRef="#ctx0" brushRef="#br0" timeOffset="3655">10754 7591 10591,'11'3'270,"-1"-2"-180,-1-2 0,1-1-90,2 0-360,6-1-1619,0-2 810,0 1 1169,-4-1 0,-3 1 0,1-1 0</inkml:trace>
  <inkml:trace contextRef="#ctx0" brushRef="#br0" timeOffset="3924">11135 7440 10231,'2'-7'1259,"0"0"-719,-1 3-270,2 1-270,0 6 90,1 0 0,-1 6-90,-1 0 180,0 13-180,-1-6-397,0 10 217,-1-10-180,0 0-179,0-1-2738,0 5 2457,1-4 1,1 9 0,1-4 0</inkml:trace>
  <inkml:trace contextRef="#ctx0" brushRef="#br0" timeOffset="4813">15176 7669 11400,'7'-1'630,"0"0"-540,-3 0 0,1-1 0,0 2 0,0-1 0,0 0 0,1 1-90,0-1 0,0 0-90,1 1-180,0-1 0,-1 1-270,0 0-179,-1 0-2429,0-1 3148,0 3 0,-2-1 0,0 1 0</inkml:trace>
  <inkml:trace contextRef="#ctx0" brushRef="#br0" timeOffset="5022">15199 7735 10141,'4'5'90,"0"0"0,1-5-90,1 1 0,1-1 0,1 1-90,0-1-90,0 0-180,2-1-359,-1 0-271,2-1 541,-1 0 449,1-2 0,4-2 0,1 0 0</inkml:trace>
  <inkml:trace contextRef="#ctx0" brushRef="#br0" timeOffset="5515">15562 7531 9871,'-8'-5'1260,"1"0"-631,4 1-449,5 1-90,0 1 0,6 0-90,-1 2 90,3-1 0,0 1 0,1 1-90,1 0 90,5 1 0,1 1 0,5 5-90,-8 1 0,-4 6 0,-15 4 0,-7 0-90,-15 12 90,6-11-90,-9 7-90,2-1-987,7-6 1078,-3 6-1,10-11-90,0 6 0,5-3 90,2-1 0,5-2 0,3-6 0,3 1 0,2 0 0,20 7 0,-7-7-60,12-3 0,10-2 0,-3-1-345,-5-3 1,1-2-64,2 2 1,4 0 0,-2-2 557,3-2 0,-4-2 0,-13 2 0,0-1 0,7 0 0,1-1 0</inkml:trace>
  <inkml:trace contextRef="#ctx0" brushRef="#br0" timeOffset="6192">19441 7524 11400,'9'2'270,"0"1"-270,-3-1-90,0 0-179,0 0-91,-2-1-90,0 0-2518,1 0 2968,-1 1 0,0 0 0,1 0 0</inkml:trace>
  <inkml:trace contextRef="#ctx0" brushRef="#br0" timeOffset="6433">19371 7671 10051,'-8'3'180,"6"1"-90,6-1 0,5 0 0,3-1-90,-1-1 0,0 1-90,0-1-180,1-1-899,4 0 179,-4-1 990,6-1 0,-5-1 0,2 0 0</inkml:trace>
  <inkml:trace contextRef="#ctx0" brushRef="#br0" timeOffset="6999">19719 7523 9422,'-1'-9'989,"0"-1"-809,2 5 0,0-1 0,1 1-90,1 2 90,0-1-90,1 2-1,1-1 1,1 0 0,1 1 0,0 0 0,2 1 0,-1 0-90,1 0 90,1 0-90,0 1 90,-1-1-90,-1 2 90,0-1-90,-1 1 0,0 0 0,0 1 90,1 2-90,-3 0 0,1 1 0,-4 0 0,-3 2 90,-2 3-90,-2-1 0,-2 2 0,0-3 0,-4 5 0,3-4 0,-6 8 0,7-6 0,-2 3 0,5-4 0,0-1 0,1 0-90,1-1 0,1 1 0,0-2 0,1 2 0,1-2-90,1 2 90,0-1 0,0 0-89,1 0 89,0-1-90,-1 1 90,1-1 0,-1 0-90,0 2 90,-1-2 90,-2 2-90,0-4 0,-3 1 90,0 0-90,-2-1 90,0 1 0,-1-2-90,0 1 90,-1-1 0,1 0-180,0-1-90,1 0-449,1 0-810,1-1 1529,1 1 0,1-2 0,1 0 0</inkml:trace>
  <inkml:trace contextRef="#ctx0" brushRef="#br0" timeOffset="7192">20139 7859 10771,'1'-9'419,"1"3"1,-3 3 0</inkml:trace>
  <inkml:trace contextRef="#ctx0" brushRef="#br0" timeOffset="15856">21069 983 10861,'7'-3'629,"-1"0"-539,-2 1 0,0-1 0,1 1 90,-1-1-90,1 0 0,-1 0 0,1-2 0,0 1 0,0-3-90,1 1 90,-1 0 0,4-7-90,-1 4 90,2-5-90,-3 5 90,0 0-90,0-1 0,1 1 0,-1-1 90,0 2-90,1 0 0,0 0 0,0 0 0,3-2 0,-2 2 0,1-1 0,-3 3 0,1 2 90,-1-2-90,1 3 0,-1-1 0,1 0 0,0 1 0,1 0 0,1 1 0,0 1 0,0-1 0,0 2 0,0-1 0,0 1 0,1 0 0,0 1 0,-1 0 0,2 1 0,-1-1 0,2 1 0,-1 1 0,1-1 0,0 1 0,8 3 0,-6-1 0,12 4 0,2 4 0,-6-2-218,4 3 218,-14-6 0,1 0 0,-1 0 0,0 1 0,0 0 0,-1 1 0,0-1 0,5 6 90,0 1-90,1 0 0,2 5 0,-9-7 0,4 3 0,-1 2 0,-4-4-25,4 4 25,-6-4 0,0 0 90,0 0-90,4 11 0,-3-6-507,1 7 507,-3-9 0,-2-1 0,0 1 90,3 7-90,-3-6-508,2 6 508,-2-8 217,0 2-217,1 8 90,-1-6-603,3 16 513,-3-15 0,0 7-279,-1-5 279,0 1 90,1 0-176,-1 1 86,0-5 0,-1 0 0,0 3 0,-1-1 0,1 2 748,0-4-748,-1 0 301,2 3-211,-2-1 543,1 1-633,0-2 0,0 0 0,0-2-3277,1 4 3330,1 1-53,-1 1 158,0-3-68,0-2-90,1 3-397,-1-2 487,2 5-90,-1-4 0,1 0 90,-3-2-90,2-3 0,-1 2 0,1-2 90,0 1-90,-2 0 0,2-1 0,-1 0 3276,2 9-3267,-1 1-9,0 1 90,2 6-90,-3-14 0,2 10-64,-2-10 64,1 2 0,-1 0 0,2-2 0,-1 2-299,-1-2 299,0 2 0,3 11 0,-3-8 0,2 7 0,-3-13 0,1 4 90,0 8-90,0-6 90,0 5-1,1 6 1,1 2-90,0-1-343,-1-4 433,-3-15 0,0 0-90,-1 0 90,0 0 0,-1-1-90,1 0 90,-2-1-90,2-1 89,-1 0 513,0-1-512,0 0 0,0 7-90,1-5 0,-1 8 90,0-11-90,0 8 0,0-9 0,1 4 486,-1-6-486,1 2 0,-1-1 0,0 0 0,1 0 0,-1 0 483,1 0-393,-2 0-90,2 0 0,-2 0 0,1 0 0,0-1 0,0 1 0,0 0 0,-1 6 0,0-5 90,1 5-90,-1-6 0,0 0 0,0 5 0,0-4 0,-1 4 0,2-5 0,-1-2 0,0 0 0,1-1 0,0 0 0,0-1 90,0 0-90,1-1 0,0 0 0,0 0 0,0 0 0,1 2 0,-1-2 0,1 1 0,0-2 90,0-1-90,-1 2 0,1-2 0,0 0 0,-1 0 0,1 0 0,-1 0 0,0-1 0,0 0 0,1 2 0,0-2 0,-1 3 0,1-3 0,-1 0 0,1 0 0,0 1 0,1-1 0,-1 0 0,0-1 0,2 2 90,-1-2-90,1 2 0,-2-2 0,1-1 0,-1 1 0,2 0 0,-1-1 0,0 1 0,1 0 0,-1-2 0,1 2 0,0-2 0,0 1 0,3 1 0,-2-2 0,1 1 0,1-2 0,-2 0 0,3 0 0,-3-1 0,1 1 0,-1-1 0,0 0 0,2 0 90,0 0-90,-1-1 0,0 0 0,-1 1 0,-1-1 0,3 0 0,-2-1 0,1 0 0,-1 1 0,0-1 0,0 1 0,0-1 0,0 0 0,0 0 0,0 0 0,0 1 0,0-2 0,3 0 0,-2 0 90,2-1-90,-3 2 90,0-1 0,0 1 0,0-2 0,1 0-90,-1 0 179,2-3-179,-1 2 90,1-3 0,-3 2 0,0 1-90,0-1 90,0 0-90,0-1 90,0 1-90,-1-1 90,1 1-90,0-2 90,0 0-90,-1 0 90,0-1-90,0 0 0,0-1 90,1-1-90,0-1 0,-1 0 0,1 0 90,0-2-90,0 0 0,-1-1 0,1-2 90,1-8-90,0 7-275,-1-6 275,0 8 0,-1 1 0,1-2 0,1 1 90,-1-2-3367,-1 2 3253,1-1-887,-1 0 1001,1-1-90,1 1 0,1-12 0,0 8-144,-2 1 1,1 0 232,1-2-89,2-7 2244,-3 10-2244,-1 0 0,0 1 0,-1 0 1310,1 0-1310,-1 0 89,0 2 1,-1 1-90,0 0 90,-1-2 0,1 2-90,0-2 90,0 1 0,0 0 0,0-1-90,-1 0 90,2-2 0,0-7-90,1-4 469,0-2-469,0 2-309,-1 7 309,-1 2 90,0 1-90,0 0 0,-1-1 0,1 1 0,-1-1 0,1 1 0,-2 0 0,1 0-176,0 2 176,0 1 90,0 1 239,-1 1-239,2-8-90,0 3 410,0-14-410,0 13 0,1-6 90,-1 10-90,0-1 286,0 0-286,0-1 0,0 0-360,-1 0 360,1 0 0,0-1 0,0 1 0,1-1 0,-1-1 0,0 2 0,0-1 90,1 0 431,-1 0-521,1-1 0,-1 0-3256,0 1 3256,0-1-2177,0 1 2177,1-4 170,0 2-170,0-1-90,-1 1 180,3-7-90,-3 6-326,3-6 326,-2 7 0,0 0 0,1 0-90,-1 2 180,1 1-90,-1 1-90,0-1 2281,3-8-2191,-3 8-90,2-7 3230,-2 4-3140,1 4 0,0-4-202,0 6 202,0 1 742,0 1-742,1-4 0,-1 5 0,1-4 0,-2 7 0,2-1 0,-1 0 0,1 0 0,-1 0 0,1 0 0,0 0 0,0 1 219,0-1-219,1 1 0,-1-1 0,3-6 0,-1 5 0,2-5 0,-4 7 0,2 0 0,-2 0 0,1-1 0,0 1 0,0 1-90,-1 0 90,1 1 0,-1 0 0,0 0 0,0 1 0,0 1 0,1-4 90,-1 2-180,1-2 90,-1 3 0,1-1 0,2-4 0,-2 4 0,2-3 0,-4 5 0,1-1 0,0 1 0,0 1-90,0-1 90,0 0 0,0 0 0,0 1 0,0-1 0,0 1 0,0 0 0,0-1 0,0 1 0,0 0 0,0 1 0,0-1-90,0 1 90,0 0 0,-1 1-90,1-1 90,2-1-90,-1 1 90,1 0-90,-2 2 0,0 0 0,1 1 90,-1-1-90,1 1 0,0 1 0,0-1-89,3 1 89,-1 1 90,1 0-90,-3 0 90,1 1-90,0 0 0,0 0 90,1 1-90,0 0 90,-1 0-90,1 0 90,-1 2-90,3 0 90,-2 0-90,2 1 90,-4-2-90,0 1 90,-1-1-90,1 1 90,-1 0 0,0 1-90,0 1 90,-1 0 0,0 1-90,0 0 90,-1 0 0,1 1 0,-1 0 0,0 1-90,1 0 90,-1 5 0,1 6 0,-1-3 0,0 2 0,-2-8-90,0-1 90,0 1 0,0 0 90,0-1-90,1 1-90,-1-1 90,1 0-90,-1-1-90,1 0 1,-1-1-1,1 0-180,0-1 0,-1-1-1259,3 5 899,-2-4-449,2 5-810,-3-8 1979,0 1 0,-1 0 0,0 0 0</inkml:trace>
  <inkml:trace contextRef="#ctx0" brushRef="#br0" timeOffset="16659">20731 1120 10681,'-8'-1'-360,"0"2"1799,4-1-809,7 2 90,24 0-406,-4 0 1,8-1-678,-5 0 0,7 0 0,5 0 1,3 0-1,1 0 0,-1 0 1,-2 0-1,-5 0 385,8 1 1,-6-2-1,2 1 1,8 1 15,-15-1 1,4 0-1,3 0 1,3 1-1,3-1 1,1 1 0,0 0-1,1-1 1,0 1-1,-2 0 1,-2 0-1,-2-1 1,-3 1 0,-5 0-303,15 0 0,-8 0 0,-2 1 0,2-1 1,4 1 263,-7-1 0,2 0 0,2 0 0,2 0 0,0 0 0,1 0 0,0 1 0,1 0 0,-2 0-106,-4 1 1,1 0 0,0 0 0,1 1 0,0-1-1,0 1 1,-1 0 0,0 0 0,-1 0 0,-1-1-1,-1 0 117,3 0 0,-3 0 1,0 0-1,-1 0 0,0-1 1,0 1-1,2 0 0,1 0-44,-1 1 0,3-1 0,1 1 0,1 0 1,0 0-1,0 1 0,-2-2 0,0 1 0,-3 0 1,-2-1 77,5 0 0,-1 1 0,-2-1 0,-3-1 0,-3 1 0,-4-1 789,4 0 1,-4 0-745,9 1 0,-4-1 0,-4 0 1868,-14-3-1958,-9 1 2568,1-1-4007,2 0 1789,-2-1 0,-13-1 0,-6-1 0</inkml:trace>
  <inkml:trace contextRef="#ctx0" brushRef="#br0" timeOffset="21658">5404 10067 7803,'-4'-7'359,"0"2"-179,1 3-90,-1-1 270,0 1-180,-4-1 0,2 2 90,-2-1-90,1 0-1,0 1 1,-1-1 0,-1 0 90,-7 1-90,3 0-90,-6 0 0,5 2 0,-2 0 0,-1 2 0,-5 2-90,0 2-919,-4 2 1009,-3 4-90,-1 4 0,-3 3 90,1 5-90,15-11 0,1 0 45,1 2 0,-1-1-45,1 2 0,0 1 45,-6 8 0,0 1-1101,6-5 1,0 1 1055,-5 7 0,1 0 0,7-8 0,1 1-615,-3 11 0,2 1 615,3-8 0,1 0 0,-1 9 0,1-1 0,5-12 0,1-1 0,1 2 0,2 0 45,1-2 0,1 1-45,2 2 0,1-1 0,0 0 0,2 0 0,1-1 0,1 0 0,0-1 0,2 0 0,1-1 0,1-1 0,0 0 0,1-1-108,1-2 1,1 0 107,0-1 0,1 0 0,0-2 0,1-1-45,1-1 0,1 0 90,11 1 0,0-2-72,-6-3 0,1-2 27,8 2 0,0-3 0,-9-4 0,0-1-16,0-2 1,0 0 15,1-1 0,-1-1 0,1-2 0,0 0 0,-1-1 0,0-1 0,0-1 0,0-1 0,-2-1 0,0 0 0,-1-2 0,0 0-140,0-2 1,1-2 184,3-7 0,0-1-45,-6 3 0,0 0-409,2-5 0,-2-1 453,-9 6 1,-1 1-45,-1-1 0,-1 0 463,-1-1 1,-2 0-374,0-11 0,-3-1 165,-1 8 0,-1-1-210,-1-6 0,-2-1-516,-5-1 1,-3 3 515,2 7 0,-2 1-15,-2-2 0,-3-2 0,0 2 15,-1 4 0,-1 1-45,-8-8 0,-1 1 45,7 11 0,-1 1-45,-5-1 0,0 0 645,3 4 1,-1 1-646,-2-1 0,-1 2 0,-12-2 0,0 2-570,8 2 1,-1 2 599,4 1 0,-1 1 0,1 0-30,-3 1 0,1 1-45,-1 1 0,1 1 45,0 0 0,1 1-45,0 1 0,1 0-45,2 1 1,0 0-46,1 1 0,1 1-315,-15 4 0,2 2-449,6 2-2378,-5 11 3270,11-3 0,9-4 0,2 1 0,-5 9 0</inkml:trace>
  <inkml:trace contextRef="#ctx0" brushRef="#br0" timeOffset="22705">10171 8844 9781,'-7'-8'-449,"1"1"359,-1 0 0,1 1 0,-6 0 90,3 1 0,-5 1 0,3 1 90,-11 2 0,4 0-651,-12 3 741,6 0-91,2 3 1,0 1 0,-14 4 90,4 3 0,1 2-135,10-4 0,2 1-1267,-6 4 1,0 1 1266,8-2 0,2 0 0,-2 1 0,1 0 0,1 1 0,0 3 44,-6 9 1,1 1-90,6-4 0,1 0-821,-4 8 1,1 1 820,7-8 0,2 0-473,0 0 0,2 1 473,1 0 0,2 0 45,1 0 0,1 0-45,2 0 0,2 0 0,0 0 0,2 0-376,2 1 0,2 1 376,1-2 0,2 0 0,2 2 0,1-2 0,-1-4 0,2 0 421,8 4 0,1-1-421,-7-9 0,1 0 30,3-2 0,3 1 0,-2-3 358,-1-2 0,-1-3-388,9 3 0,-1-2 304,10-4-304,0-2 0,1-6 0,0-3 223,-19 1 1,-1-2-224,0 1 0,-1-1 0,0-2 0,-1-2-290,17-10 290,-18 7 0,-2-1 0,0-1 0,-2-1 0,0-1 0,-1-1 0,-1-1 0,0-2-191,-2 0 1,0-1 190,-2-2 0,0-1 0,-1 0 0,-1-3 30,-2 1 0,-1-2 0,-1 0 1,1-4 1,-2-1-2,-1-3 0,-1-4 0,-2 3-217,-2 0 0,-3 1 187,2 6 0,-1 0 0,-2 1-319,-4-4 1,-2 2 318,-2 2 0,-1 2 0,-2 2 0,-1 1-70,2 4 0,-2 2 115,-1 1 0,0 3-45,1 2 0,0 2 0,-2 2 0,0 1-86,0 1 1,-1 1 85,0 2 0,0 2-90,0 1 0,1 1 0,-1 2 0,0 1-45,1 2 0,0 1-90,0 2 1,1 2-181,0 0 0,0 2-225,2 2 1,0 1 134,0 0 0,1 2 495,2-1 0,0 3 0,-5 7 0,0 3 0,1 2 0,-1-1 0</inkml:trace>
  <inkml:trace contextRef="#ctx0" brushRef="#br0" timeOffset="23655">14294 10572 9242,'2'-9'539,"-1"0"-89,-1 4-270,-2-2 0,1 2 90,-1-2-90,-1 2 90,-1 0-91,0 0 1,-1-1 0,-1 1-90,-1 0 90,0 1-90,-1 1 0,0 2 0,-2 0 0,-1 3 90,-10 8-180,3 3-1091,-9 10 1181,6 1-90,1 7 90,2 3-1546,8-6 1,2 1 1455,2-6 0,2 1 30,1 3 0,1 3 0,1-3-1034,2 0 1,2-1 1003,1 8 0,3 0-530,4 0 0,2-1 530,-2-8 0,0-1-173,5 8 1,2-2 172,-4-10 0,0-2 0,2 0 0,1-1 0,0-1 0,2 0 0,-1-2 0,2-2 0,1 0 0,0-1 0,1-1 0,0-2 0,1-1 0,0-1 329,2 0 1,-1-2-330,1-1 0,1-1 0,0-1 0,1 0-45,-1-2 1,0-1 44,1 0 0,-1-1-160,0-1 0,-1-2 160,1 0 0,-1-1-153,-1-2 1,0-1 152,-1 0 0,0-1 98,6-10 1,0-1-54,-6 2 0,-1-1-45,4-5 0,-2-2 282,-8 4 0,-3 0-282,-1 2 0,-2-2 45,-2 0 0,-1-1-45,-3-13 0,-3 0 45,-2 8 0,-2 1-45,-1 1 0,-2-1 0,-1 3 0,-4-3 0,-3 2 45,-3-2 0,-2 1-45,-2 2 0,-2 2 218,-2 1 0,0 2-173,-3 2 0,0 2-45,1 2 0,0 3 558,-2 1 0,0 3-558,1 1 0,-1 2-318,-2 2 0,0 1 318,-5 2 0,-1 1 0,-1 2 0,0 1-45,-2 1 0,0 2 0,1 1 0,1 1-90,1 1 0,1 0-45,2 2 1,1 0-91,3 0 0,1 1-180,3 0 0,1 0-405,3 0 1,1 1 70,2-1 0,1 1 784,1-1 0,1 1 0,1 1 0,1 1 0,-13 15 0</inkml:trace>
  <inkml:trace contextRef="#ctx0" brushRef="#br0" timeOffset="24550">18982 11161 10411,'6'-8'-180,"-1"2"270,-1-1 0,-2 2 0,0 0 270,0 1-270,-2-2 90,0 1 0,-2-1-91,0 2 1,-2 0 90,-6 0-90,1 3 0,-6 0 0,1 5-90,-4 2 180,-14 14-135,12-5 0,0 2-1166,0 1 0,1 1 1121,0 3 0,2 1 45,5-5 0,2 0-45,0 2 0,1 0 45,0 1 0,0 1-45,0 11 0,2 0 0,2-9 0,0 0 45,1 9 0,1-1-288,3-11 0,1 1 243,3 4 0,2 3 0,2-1 30,3 1 0,2-1 0,0 1-705,-2 0 0,1 0 0,1-2 675,10 8 0,2-4 0,-2-11 0,-1-4 0,-3-4 0,0 0 0,6 2 0,1-1-167,12-1 167,-1-4 0,1-2 0,0-5 30,-9-6 0,6-3 0,-3 0-30,-6 0 0,1-2 22,7-7 1,5-5 0,0-2-1,-8 2-241,-7 0 1,-2-1 248,4-4 0,2-3 0,-6 2-30,-8 6 0,-4 0-130,0-2 0,-1 0 130,-1 1 0,-1-3 90,-5-10 0,-3-7 0,-3 3-60,-1 9 0,-3 2 0,-4-2-12,-1 0 0,-4-2 0,-2-1 0,-1 2 0,1 5-18,-3-1 0,0 5 0,-8 3-410,3 9 0,-8 1 1,-4 2-1,-3 2 1,0 0-1,1 1 0,3 2 1,6-1 198,-8 1 0,6 3 0,-6 1 0,6 0 0,-6 0 0,-3 1 0,-1 1 0,2 0 0,3 1 1,7 0-1,1 4 0,-1 0 0,1 0 0</inkml:trace>
  <inkml:trace contextRef="#ctx0" brushRef="#br0" timeOffset="29064">10361 12697 8882,'-2'-7'1619,"0"0"-1259,1 2-270,1 0 90,1 1-180,5 0 90,-2 2-90,3 0 90,-2 0-180,1 0 90,1 1-180,0 0 0,-1-1-90,1 1-90,0 0-90,-1 0-809,1 1 270,-2 0 989,0 0 0,-2 0 0,-2 1 0</inkml:trace>
  <inkml:trace contextRef="#ctx0" brushRef="#br0" timeOffset="29289">10349 12798 8882,'4'5'270,"0"0"-270,1-4 180,2 0-180,0-1 0,2 0 0,-1 0-90,0 0-90,0 0-270,-1-1-449,1 0 719,0 1 180,0 0 0,3 0 0,1-1 0</inkml:trace>
  <inkml:trace contextRef="#ctx0" brushRef="#br0" timeOffset="30000">10777 12683 10231,'3'-9'270,"-1"2"-180,4 3-90,-2 1 90,1 0-90,0-1 90,1 0-90,0-1 90,0 1-90,0-2 90,0 1-90,0 0 0,0-1 0,-1-1 0,0 0 90,1-3-90,-1 2 0,0-1 90,-2 3-90,-1 2 90,1-2 0,-1 2-90,-5 11 0,1 0 0,-5 12 0,3-3 89,-1 4-89,0 1 0,0 6-633,2-3 633,-1 5 0,1-5 0,0 0 0,1-3 0,0-1 0,-1 6-270,0 12 90,1-13 0,1 4 0,1-22-360,0-2-269,1 0 967,0-2 1,0 0-1,0-2 1</inkml:trace>
  <inkml:trace contextRef="#ctx0" brushRef="#br0" timeOffset="30255">10729 12974 8522,'-2'7'450,"1"-2"-360,6-3 0,1-2 0,1-2 180,21-7-180,-10 3-480,6-2 0,7-3 0,-4 2-419,2-1 809,6-2 0,-2 0 0,-15 4 0,2-2 0</inkml:trace>
  <inkml:trace contextRef="#ctx0" brushRef="#br0" timeOffset="31316">11146 12396 8612,'-4'-9'270,"0"2"-90,-1 4 180,-4-2-180,1 0 359,-23-7 1,-9-2-360,12 6 0,0 1 0,-1-1-1222,-4-2 0,-1 0 1,0 0 1071,3 2 0,-1 1 0,4 1 15,3 0 0,1 2-392,-1-2 1,-1 1 391,0 0 0,-2-1-628,-3 0 1,0 0 627,0-1 0,-5 1-9,6 0 0,-5 0 0,-2-1 0,-1 0 0,1 1 8,-3-1 1,1 0 0,-1 0 0,-1 0-326,7 1 1,-2 0 0,0 0 0,-1 0 0,2 0 0,1 1 302,-7-2 1,1 1-1,2 0 1,0 0-1,2 2 1,0 0-1,2 0 1,1 1 228,1 0 0,1 0 0,1 1-251,-6 0 0,0 0 0,4 1-213,4 2 0,3 1 213,-1-1 0,0 2 45,1-1 0,0 2-376,1 0 0,0 1 331,1 1 0,0 0 0,0 1 0,1 1 0,0 1 0,1 1 0,1 0 0,-1 2 61,-5 6 1,0 2-62,7-4 0,1 1 0,-5 5 0,2 1 0,8-5 0,1 1-257,1 0 1,1 1 256,0 1 0,1 0 0,2 1 0,0 0 391,1 1 1,0 0-392,2 1 0,0 0 45,0 1 0,1 0-45,1 0 0,1 1 0,1-1 0,-1 1 0,2 0 0,1 0 0,0-1 0,1-1 367,1 1 0,1-1-367,0 0 0,2 0 0,1-1 0,2 0 4,0 0 0,2-1-4,2 3 0,2-1 0,0-1 0,2 0 0,2 2 0,2 0 0,-1-5 0,4 1 0,-1-1-476,5 2 1,1-1 475,-4-3 0,2 0 0,0-2 88,4 0 1,1-2-89,0-3 0,2 1 0,0-1-268,-8-3 0,0-1 1,1 0 237,8 2 0,3 0 0,-2-2 30,-9-2 0,-1-2 0,0 1 0,2-1 0,-1 0 0,2 0 187,1 0 0,1-1 0,1 1 0,2-1-205,0 0 0,1-1 0,1 0 0,0 1 0,-1-1-166,3 0 1,-2 1 0,1-1-1,0 0 184,-3 0 0,0-1 0,1 1 0,-2-1 0,-3 0 0,1-1 0,-3 0 0,0 0 0,0 1 0,0-1 0,2-1 80,9 0 0,3-2 0,-2 1-80,-9 1 0,-2-1 0,1 0 0,8-1 0,1-1 0,-1-1 0,-3 0 0,0-2 0,0 0 308,-3-1 0,0-1 1,1-2-309,-4 2 0,0-1 0,1-1 0,-1-3 0,2-4 0,0-2 0,-1-1 0,-3 0-282,-1 1 1,-2 1 0,-1-2 281,5-7 0,-2-2 0,-3 2 0,-7 1 0,-2 0 205,-1 1 1,-1 0-206,-1-1 0,-1 0 45,-1 1 0,-2 0-45,0-1 0,-2-1 45,0 0 0,-1 0-45,-2 0 0,-1 0 522,-1 1 1,-1 0-478,-2 2 0,-2-1 0,-4-9 0,-4 0-510,2 11 0,-1 0 465,-5-8 0,-1 2 44,-1 9 1,-1 2-45,0 0 0,-3 0 22,-2 3 1,-5 0 0,-2 0-1,3 2-22,2 1 0,1 2 0,-2-1 32,-4-1 1,-3 0-1,-1 0 1,4 3 14,2 2 1,1 3 0,1 0 156,-2 0 1,-1 0 0,0 1-161,-1 0 1,0-1-1,0 2 111,-1 0 0,0 0 0,0 1-243,-1-1 1,-1 1 0,1 1 375,-1-1 1,1 1 0,-1 1-31,0-1 1,0 1 0,0 0-61,0 0 0,0 1 0,0-1 130,0 2 0,1-1 0,0 1-181,0 0 1,0 1 0,0-1-281,2 1 1,-1 0-1,2 1-130,0-1 1,0 1-1,1 0 388,-12 2 0,0 0 0,9-1 0,-1 0 1,0 0-1,0 0 0,0 1 0,0-1 0</inkml:trace>
  <inkml:trace contextRef="#ctx0" brushRef="#br0" timeOffset="36183">2878 9293 9422,'-7'-6'-450,"0"1"450,4 3 0,-1 0 90,-1 0 90,1 1-90,-4-1 90,3 1-90,-3 0-1,4 2 91,-3-1 0,2 0 450,-1 0-540,7 3 0,2-2 90,6 2 0,2-2-90,2 0 89,5-1-89,6 1 0,6 0-896,12 1 895,-7 0 1,3 0-1536,-6 0 1,1-1 1475,-1 1 0,1 0 0,0 0-30,7 0 0,0 0 30,-10 0 0,1-1 0,0 1-30,1-1 0,0 1 0,0 0 30,2-1 0,-1 0 0,1 1 0,1 0 0,0 0 0,1 0-30,0 0 0,1 0 0,0 0 0,1 1 0,1 0 0,0 0-673,0 0 1,1 0 0,0 0 672,1 0 0,0 1 0,1 0-470,-1-1 0,1 0 0,-1 0 492,-10 0 1,0 0 0,1 0-1,-1 0-276,10 0 1,1 1 0,-1-1 253,0 1 0,1 0 0,-1 0 173,-1-1 0,0 0 0,2 1-173,-9-1 0,2 0 0,1 1 0,0-1 0,-3 0 0,1 1 0,-3-2 0,1 1 0,1 0 18,-1 0 0,2 1 0,-1-1 0,1 1 0,-1-1-18,7 1 0,0-1 0,-2 1 0,0-1 231,0 0 0,-1 1 1,3-1-214,-5 0 0,3 1 0,2-1 0,-2 1 0,-4-1 62,1 0 1,-3-1-1,1 1-50,7 1 0,1 0 0,-3-1-30,-2 0 0,-2 0 0,-4 0 0,-2-1 0,-1 1 0,0-1 45,3 1 0,0-1 57,-4 1 1,-1 1-58,-3-2 0,-2 0 1670,10 2-1625,-18-2 984,-1-1-895,0 0 2287,-4 0-2466,3 0 1693,-6 0-1603,2-1 268,-2 1-268,2-1-90,-2 1-540,1-1 540,0 1 0,0 0 0</inkml:trace>
  <inkml:trace contextRef="#ctx0" brushRef="#br0" timeOffset="45788">8540 7947 6903,'-8'-6'720,"2"1"-451,1 2 91,1 0 0,-1 1 0,1 0 90,0-1 899,0 2-1259,8-1 0,-2 1 90,9-1-90,-2 2 0,3-1-1,1 1 91,5 1-90,0 0 0,6 1 0,4 0-1363,4 2 1453,6 0-135,-17-2 0,1 0-772,2 1 1,2-1 771,1 1 0,2-1 0,5 0 0,0 1 0,3-1 0,2 1-15,-11-2 0,1 1 0,0 0-619,1 0 1,0 0-1,0 1 619,0-1 0,1 0 0,1 0-476,2 0 0,2 1 0,1-1 0,-2 1 446,1-1 0,0 0 0,3 0 18,-3 0 0,5 1 0,2-1 0,-2 0 0,-4 1-307,5-1 1,-4 1 0,2-1 310,-1 1 1,2 0-1,-1 0 1,-2-1-218,0 1 0,-3 0 0,0 0 195,1 0 0,0 0 0,-1 0-66,0 0 1,0 0 0,0-1 65,0 1 0,0 0 0,0-1 0,-1 1 0,0-1 0,-1 1 0,1 0 0,-1 0 0,0 0 0,-1-1 0,0 0 0,0 0 0,-1 1 0,0 0 0,1-1 22,-1 1 1,1-1-1,1 1 1,-2-1-23,1 1 0,-2 0 0,2 0 0,3 0 0,1 1 0,1-1 0,-5 0 0,8 0 0,-2 1 53,-8-2 1,1 1 0,-2 0-54,2 0 0,-1 0 169,-1 1 0,0-1-125,0 0 1,-1 0 483,-1 0 1,0 0-529,-1-1 0,-1 0 0,-2-1 0,-1 1 1147,19 2-1147,-6-2 0,-2 2 0,-5-2 0,-4 0 1835,-5-1-1835,-4 0 90,2 0-90,-6 0 0,2 0 90,-5-1 1867,-2 1-1957,0-1 575,2 0-575,-2 1 1212,1-1-1122,-1 1-90,-1-1 0,1 0 0,-1 1 0,1-1 0,-2 1 0,1 0 0,-1 0 90,1-2 630,-1 2-720,-2-6 90,-1 1-90,-3-4 90,1-3-90,0 3 90,1-8-90,1 3 0,-1-6 90,0 0-757,0-1 667,0-8-1272,-1-3 1272,0-10 0,0 19 0,1 0 0,-1-4 0,1 0 0,0-1 0,0-1 0,0-1 0,1 0-854,-1-1 1,1 0 853,0-1 0,-1 0 0,1-1 0,1-1-851,-1 0 0,0 0 851,1-1 0,0 0 0,0 0 0,1 0 0,0 0 0,0 0 0,0 1 0,0-1 0,1 1 0,-1 1 0,0-1 0,0 1 0,0 1 0,0 0 0,-1 1 0,1 0 0,0-8 0,0 1 0,-1 10 0,0 2 0,0-7 0,0 2-190,0-4 190,-1 4 0,-1 4 720,0 3-720,0 3 0,0 2 0,-1 2 0,0 2 1404,-1 2-1404,0-4 2374,0 6-2374,1-3 0,-1 6 0,1 1 1040,0 1-1130,-1 0 90,1 1 0,-2 0 0,-1 3 0,-1-1 0,-2 3 0,1-3 0,1 1 0,-4 0 0,2-1 0,-7 1 0,2-1 0,-5 1 0,-5-1-534,-6 0 534,2 0 0,-2 0 0,5 0 0,-1 0 0,-6 0 0,-4 0 0,3 0-1437,-2-1 1,0 0 1436,3 1 0,-3 0 0,-1-1 0,-6-1 0,-1 1 0,1 0 0,6 0 0,1 0 0,-1 0 0,1 0 0,-2 0 0,0 0 0,2-1 0,-1 1 0,1 0 0,1 0 0,-1 0 0,1 0 0,-1-1 0,0 1 0,-1-1 0,1 0-755,0 1 1,0 0-1,-1-1 755,1 1 0,-1-1 0,1 0-341,-1 1 1,0-1 0,0 0 340,0 1 0,-1-1 0,1 0-349,0 1 1,0-1 0,0 0 318,-1 0 0,1 1 0,-1-1 30,1 1 0,0-1 0,0 0 18,0 1 1,0 0 0,0 0-19,0-1 0,1 1 0,-2-1 0,-1 0 0,-1 1 0,-1-1 0,3 0 0,-3 1 0,2-1 0,-1 0 0,1 1 0,-1-1 0,1 0 0,2 0 0,1 1 0,3 0 0,0-1 0,-1 1 0,1 0 0,0 0 0,1 0 0,0 0 0,1 0-115,-14-2 1,1 1 114,5 0 0,1-1 0,1 1 0,1 0 0,3 0 0,2 0 0,-1 0 0,1 0-10,1 1 0,0-1 363,2 1 0,-1-1-268,-8 0 0,1-1-2,10 1 1,0 1 734,-5-2 1,0 1-548,-12-2-5,13 1 3,-4 1-69,10 0 1937,7 2-1932,-2-1-4,6 1 3075,1 1-3129,0 0 820,2 0-859,-1 0 107,2 0-53,-1 1-27,0 0 46,1-1-25,0 2 48,-1-1-22,-2 1-45,1-1-36,-2 1-7,3 0 8,0 0-44,-2 0 32,3 0-73,-3 0 54,5 0 50,-2 0-92,2 0-7,-2-1-137,1 1 133,0-1-413,-1 0 35,1 0 447,0 2 169,2 1-79,0 2-327,2 0-68,0 1-69,-2 11 399,2-3-42,-3 10-455,2-5-204,-2 6 131,1 3 294,-1-2 0,1 2-445,-1 4 0,1 3 549,-1 3 1,-1 4 0,1 1 2,0-7 0,-1 0 0,1 1 0,-1 1-763,1 2 1,-1 0 0,0 1 0,0-2 724,1-6 1,0-1-1,0 0 1,0-2-219,-1 4 0,1-2 0,0-3 201,0 3 0,0-3 40,1 1 0,-1 0-659,1-1 0,-1 1 650,1-1 1,0 0 69,0 8 1,1-1-1,-1-10 1,1 0-1,1 4 1,0 0-1092,0 5 1171,1-1-90,0-2 1525,-1-1-1504,0 5 0,0-10 555,-1 4-555,0-4 0,0-9 1633,-1 9-1633,2-8 89,-1 3-89,1-7 3276,-1-1-3171,2-6-97,-1 0 1,1-3 0,0-3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40:08.47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4427 5460 5823,'-2'7'181,"1"-2"-181,9-1 90,15-1-2541,-5-2 2451,14 2 163,-3-2 1,4 1-1,-3 0-163,-8 0 0,-1 0-353,10 0 0,3 0 0,-2 1 353,0 0 0,-2 1-1181,-4-1 0,-1 1 1181,4-1 0,-1 0 0,4 1 1176,-9-1-1176,-12-2 288,13 2-198,-18-2-90,4 0 975,-2-1-885,-3 1 3186,3-1-3070,-10 10-206,-4 9 0,-1 3 0,-3 8-509,2-6 0,-1 3 509,3 3 0,2 2-1019,1-5 1,0 2 0,1 0 1018,-3 8 0,2-1 0,1 2 0,1-3 0,2-11 0,1-3-1664,-1 3 1664,0-4 0,1 1 497,0 12-497,-1-18 0,1 14 2476,-2-20-2386,0 0-90,0 0 0,-5-1 2764,-3-5-2764,-6 0 0,2-4 0,-14-3 0,7 2 0,-2 0-1639,-12-1 1,0 1 1580,4-1 1,1 1 57,-1 1 0,-2-1 0,-1 0 0,-3 0 0,2 1 0,-4 0 0,1-1 0,3 1 0,0-1 0,3 1-318,3 0 0,6 0 318,10 1 0,-7-1 0,4 1 3076,0-1-2896,3 1-90,5-2 0,5-9-2440,4-12 2350,1 1 0,1-6-220,-2 2 1,0-6 0,-1-1 219,-1-1 0,-2-1 0,1-3-52,-1 5 1,1-3 0,0-1-1,-1 0 1,0 3 6,-1-1 0,0 1 0,-1 2 0,0 1 15,0-2 0,-1 2 0,1 4-179,0 5 0,1 4-60,1 7 985,1 3 0,-6 11 1,-2 4-1</inkml:trace>
  <inkml:trace contextRef="#ctx0" brushRef="#br1" timeOffset="5349">5082 10200 20148,'-8'-3'-1787,"1"1"1458,1-4-1133,-1-2 343,0 2-2158,-1-2 1450,22 3 3703,-1 1-931,13 1-427,-6 3 1,4 2-174,11 0 0,2 1 110,-10-2 0,0 1 0,5 0-204,-3 0 0,3 1 1,4 0-1,0 0 0,0 0 1,-2 0 15,4 0 1,-1 0 0,-1 0 0,1 0 0,1 0-18,-5 0 1,2-1 0,-1 1 0,0 0 0,-1 0 0,-2 0-1034,4 0 0,-1-1 0,-3 1 1,-5-1 426,-2 0 0,-5 0 253,6 0-23,-12-1 2071,14 2-2092,-19-2 8,1 0 549,-4-1-392,2 2 3127,-1 10-5005,0 1-93,-2 15 372,-2 3 1104,-3-4 1,1 6 0,-1-3-227,1-6 0,-1 3 424,1 2 1,-1 6 0,0 2 0,1-1 0,0-7-1361,0 4 1,0-2 628,0 5 0,0 2 0,0-5 697,2 2 567,0-8-1361,-1-8 1,1 1 819,0 5 99,0-1 1,0-2 115,-2-7 2009,2 6-2055,-3-13 636,-13-10-51,5 2 107,-10-5 2702,8 3-2378,-18 1-2232,-4 1 0,-2 0 1664,8 0 0,0 0-118,4 1 1,-3-1-1,-1 1-79,-5-1 1,-4 0 0,0 0-1,5 0-71,1 0 1,-1 1-55,-1-1 0,-7-1 1,-2 1-1,3 0 1,6-1 139,0 0 1,3 0-810,3 1 0,-1-1 0,3 1 778,-11-2 175,8-1-125,14 2-36,-11-2 2282,10 0-2368,2 0-266,-1 0 157,4 1 3246,5 1-3389,-6-4-187,5 2-37,-4-2-11,1-5-206,1 0-114,-4-11 413,1-7 1,0-7 184,4 6 1,1-3 0,0-2 0,-1 3-60,0-2 0,-1 1 0,1-1-597,1 2 1,1-3 0,0 2 0,1 5 365,1 4 0,0 2 324,0-12 0,1-2-918,-1 1 1,1 2 1253,0 2 0,1 1 38,-1 7 1,1 2 40,4 0 263,10 19 1,-3-4-1,7 21 1</inkml:trace>
  <inkml:trace contextRef="#ctx0" brushRef="#br1" timeOffset="7201">9962 10364 11866,'-2'-7'-2285,"0"0"1520,-1 1 227,1 1 273,-4 10 1580,2 5-891,-2 9-197,1 1 0,0 3-106,-3 8 0,0 5 0,0-2 190,-1 0 1,0 3-151,3-11 1,-1 5-1,-1 4 1,0 1-1,0-1 1,1-4-1,1-5 428,-2 6 1,2 0-404,0-5 1,-1 7 0,-1 2 0,1-1 0,1-4 0,1-8-202,-1 9 142,2-6 1,-1 4 0,6-8-125,11-9-676,2 8-643,8-23 1755,-2-3 0,4-1-1158,6 0 0,5 1 1,-2 0 1183,2-2 1,3 1-362,-8 3 0,6 0 1,3 0-1,1 1 1,-3 0-1,-5 0-624,2 2 1,-4 0 0,3 0 698,-4-1 0,4 1 0,1 0 1,-1-1-1,-2 2 210,8 0 1,-3 2 0,1-1 113,-1 1 0,-1-1 1,-1 1-604,-4-1 0,-2 0 0,2 1-106,5-1 1,2 1 0,-9-1-363,-2-1 464,-6 0 0,0-1 14,-4 1 41,-4-1 2269,1 1-2150,-6-1 3206,2 1-2924,-4-2 28,-4-9-897,0 4-143,-3-10-503,-5-14-66,1-3-410,1 6 1,0-2 878,1 1 0,2-2 551,1 0 1,1-4 0,1-3-1,-1 3-121,0 4 1,0 0 0,1 0 0,-1 0 248,1-2 1,0-2-1,0 1 1,0 4-1169,0-12 1,-1 10 1520,0 16 78,-1 4-142,-3-1-539,-11 7 803,2 1-48,-5 7 2481,9-1-1625,-2 0-2171,-18-2 1848,9 0 21,-3-4 0,-7-3 0,4 1 160,-5-2-1876,8 1 0,-4-1 0,4 1 777,-10-4-298,10 4 1,-2-1 0,-3 0-321,-1 0 0,-2 0 0,0 0 0,1 0 348,-5-2 0,1 1 1,-1 0 447,4 1 1,0 0-1,-1 1 1,-3 0-234,4 2 1,-3 1 0,-2 1 0,1 0-1,2 0 1,4 0 85,-5-1 0,4 1 1,-5 0-41,3 2 0,-5-1 0,-4 0 0,0 0 1,1 2-1,3 0 0,7 1 115,1 4 1,4 1-1,0 0-404,-9-1 0,-1-1 1,6 3 701,7 1 1,9 1-139,10 0 1,4 0 0,4 1 0</inkml:trace>
  <inkml:trace contextRef="#ctx0" brushRef="#br0" timeOffset="9003">14801 10293 5779,'-2'-8'45,"1"1"-45,1 18 0,-1-3 0,1 16 0,-3 0 0,-3 7 0,0 0-1093,0 2 1,0 1 0,0 1 521,0-7 0,1 1 1,0 0-1,0-1 1075,-1 5 0,0-1 0,1-1-473,0 1 1,2-1-1,0 0 484,2 5 1,1 1-490,-2-7 0,0 1 0,2-4 8,1-3 1,3-5 9,3-5 48,8-7-81,-5-1 64,16-7 1,5-4-20,-10 2 0,1 0-422,10-2 1,2-1 406,-9 3 1,2 1 0,1-1-12,2 2 0,3 0 0,0 1 0,-2-1 18,0 0 0,-1 0 0,4 0-18,-1 2 0,7-1 0,1 1 0,1-1 0,-4 1 0,-8 0-989,5 0 0,-2 1 961,-5-1 1,4 0 0,2 0 0,-2 0 0,-6 0-18,1 0 1,-4 0 65,8 0 0,-2 0 57,9 1-47,-16-1 1,-3 0 58,-10 0 4,11 1 567,-14-1-625,3 2 2276,-3-2-2316,1 1 3250,-3-1-3016,-4-11-341,0 5-85,-3-11-128,0-14 217,0 0 1,0-2-868,1 6 0,0-1 825,-1-8 1,-1-4 56,1 10 1,1-4-1,-1 1 1,0 4-674,0-1 0,1 0 707,-1 0 1,0-6 0,0-1 0,0 2 0,0 7-1266,1 4 0,1 3 1293,-2-13 0,0 4 0,1 9 0,2 12-12,-2-9 862,-1 9-850,-3-4 969,-5 12-969,-6 2 0,-5 1 0,-11-2 0,-6 0 0,0-1 0,5 0 0,-1 1 0,0-1 0,2 0 0,-1-1 0,0 0 0,3 1 0,3-2 0,2 1 0,0 0 0,-2 0 0,0-1 0,-5 1-97,2 0 1,-3-1 0,-3 1 0,-2 0 0,2 0 0,1 0 60,0 0 0,1 1 0,0-1 0,0 1 1,-1-1 5,2 1 0,-1-1 0,-1 0 0,2 1 0,2-1 0,3 2-623,-3-1 1,3 1 0,10 1 472,10 1 102,11 3 78,9 1 0,7 2 0,6 1 0</inkml:trace>
  <inkml:trace contextRef="#ctx0" brushRef="#br0" timeOffset="10600">19170 10866 5739,'7'-6'12,"0"0"61,-3-2-73,-1 4 90,0-3-90,-1 4 0,2 3 90,5 14-90,1 9 0,-1 3 0,-4-6 0,-2 4 0,-1 5 0,0 5 0,-1 2 22,1-2 1,-1 2-1,0 0 1,0-1-843,0-5 1,0 0 0,0-1 0,0-1 810,-1 10 1,0-1-1,1-8 9,-1-6-1120,0-7 1120,0 3-1671,1 2 1671,-1-8 0,3 14 0,-3-17 1761,2 8-1582,-1-8 1032,1-2-1121,4-2 3186,0-5-3160,11-3-116,-6 0 0,7 0 0,14 2 0,3 1-3277,1 1 3238,-12-1 1,4 0 0,0 1 68,-3 0 0,0 1 0,3 0-207,5 0 0,4 1 1,0 0-1,-1-1 177,-6 0 0,-1 0 0,-1 0 0,2 0-509,5 0 1,1 1-1,-1-1 1,-6 0 508,-3-1 0,-3-1 0,0 0 0,0 0-295,10 0 0,-1 0 295,-10-1 0,1 1 84,5 0 0,2 0 1,-6-1-1,-5 1 0,1 0 1,0-1-1</inkml:trace>
  <inkml:trace contextRef="#ctx0" brushRef="#br0" timeOffset="11315">20240 10760 3307,'-28'-5'0,"0"-1"0,0 1 0,1-1 0,-1 1 0,1 0-1051,1 0 1,0 0 0,1 0 1050,-9-2 0,-1 1 453,7 1 1,-1 0 0,-1 1-454,1 0 0,-2 1 0,1 0 0,1 0-350,1-1 0,1 1 1,-1 1 349,-4-2 0,-1 1 0,4 3 120,5 2 0,4 2-120,1 0 0,-10 4 1956,30 2-2225,2-3 269,1 3 0,-1-5 0,-2-3 0</inkml:trace>
  <inkml:trace contextRef="#ctx0" brushRef="#br0" timeOffset="20549">20361 10780 5734,'-5'-7'539,"1"1"-449,2 10 90,-1 14-3457,2-2 2393,-2 10 884,3-9 474,-1 4 1,-1 6-445,1-3 0,1 3 0,-1-1-1119,0 8 0,-1-1 1089,2-7 0,-1 0 0,0 0 35,2 8 0,-1 1 0,1-4 10,0-4 0,0 0-45,0-1 0,0 5 0,0 0 0,0-6 45,1-2 0,0-3-45,1 16 0,-1-15 90,-1-6 0,0 0 2141,0 0-2231,0-4 22,-1-6-22,0-1 0,-4-6 0,-2-3 0</inkml:trace>
  <inkml:trace contextRef="#ctx0" brushRef="#br0" timeOffset="25350">4309 5550 5734,'-1'7'56,"1"1"-22,-1-4-34,1 1 0,1 1 90,-1-2 0,6 8-90,4 4-1651,4 3 1740,5 2-153,1-5 0,4 2 0,2 1 64,-4-3 0,1 0 0,1 0 0,-1 0-119,1 1 1,-1-1-1,1 1 1,2 1 133,1 1 0,4 1 0,1 1 0,-1 0 0,-2-1 0,-3-4-15,-1 1 0,-4-2 0,3 0-649,5 4 0,3 2 1,-1 0-1,-4-3 649,-3 0 0,-2-2 503,-2 0 1,-1-1-459,-1-1 0,-1 0-45,-1-1 0,-2-2 0,-2-1 213,-9-7-393,0-1 211,-12-17-31,-4 1 0,-9-12 0,1 6 0</inkml:trace>
  <inkml:trace contextRef="#ctx0" brushRef="#br0" timeOffset="25749">4954 5611 5765,'0'-9'-17,"-1"-1"39,1 4 32,-1-3 36,0 4 0,-12 16 0,1-1-3224,-12 18 3224,2-4-72,6-7 0,-5 5 0,-3 2 0,1 0 0,1-2-584,1-1 0,2-1 0,-2 0 0,-1 4 578,0-2 1,-2 2 0,-2 3 0,-1 0 0,0 0 0,1 0 0,1-1-13,-1 1 0,-1 0 0,2 0 0,-1-1 0,2 0 0,0 0-194,-2 1 1,2-1 0,0 0 0,0 0 0,1-1 193,-4 4 0,1 0 0,1-2 0,5-3 0,1 0 0,5-6 0,5-4 0,1 3 0,3-8 0,1 3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0:04.692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8935 5558 5734,'-8'-6'0,"1"0"0,2 1 0,0 1 0,0-1 0,-1 1 0,-1-1 0,0-1 0,-1-2 19,4 3-10,-1 7-4,2 1 6,-1 19 1,2 7-9,0-2-2,0-4 1,0 5 0,1-4-1784,-1 8 1786,1-5 1,-1 1-1402,2 2 1,-1-2 1396,0-6 0,1-1 1,0 3 1,1 0-2,0-4 0,1-2 0,1 0 0,2 14 0,-1-25 3,9 3 1191,-2-6-1194,13 2 0,-2-8 1638,5-2 0,1 1-1522,9-3-682,-9 2 1,2 0 565,2 0 0,-1 1-1509,-7 1 0,0-1 1509,8 0 0,-2 1 0,6 0 0,-6 1 0,-7 0 0,0 1 0,7 0 0,-7 0 0,-2 0 757,-9 0-757,8 0 90,-8 0-90,-1 0 3276,-3 0-3160,-2 0-26,-1 0-90,0-1 0,-1 0 90,-5-16-90,-1 4 0,-2-9 0,-2-4-1639,-1 2 1,1-1 1580,0 1 1,0-1 57,0 1 0,0 0-1135,0-1 1,-1 1 1134,-1-7 0,1 5 0,-1-5 0,1 5 0,0-2-213,0 2 1,0 2 212,4 12 0,0 0 2058,0-2-2058,0 3 3077,-4-2-3077,1 9 0,-9-2 0,4 7 0,-5 1 0,-16 5 0,-5 0 475,13-2 1,-1 0-476,-3 1 0,-2 0 0,3 0-650,4-2 0,0 1 650,-2-1 0,-3 1 0,2-1 0,-3 0 0,-1 0 0,-1 0 0,-2 1 0,1 0-60,0 0 0,0 0 0,4-1-978,4 1 0,2-1 1012,-11 2 1,6 3 25,18 4 0,5-2 0,1 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30:40.80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4736 5740 5734,'-10'-4'64,"2"1"-39,0 2-24,-7 2-1,7 1 0,-12 5 0,14-1 0,-4 1 90,11 10-90,8-7 0,0 4 0,15-13 0,-13-7 0,7-3 0,-10-3 0,-5-17 0,-2 9 0,-6-11 0,-4 18 0,-4 4 0,-4 11 0,6 0 0,-3 10 0,10-3 0,2 0 0,2 4 0,5 0 0,0-4-90,14-6 90,-12-8 0,9-7 0,-12-2 0,-3 3 90,-6-11-90,-2 15 0,-2-5 0,3 12-90,1 9 90,8 4 90,-2-2-180,5 0 90,-1-8 90,1-2-90,6-5 0,-5-4 0,1-1 0,-7-2 0,-8 0 0,-9 10 0,1 5 0,0 9-3277,11 15 3162,4-16 115,3 10-1219,7-1 1219,-5-12 0,6 9 90,-4-15-90,1-9 0,-1 4 0,-1-7 2832,-7-1-2832,-1 2 0,1-2 1599,-1 3-1599,10 10 0,-2-2 90,7 4-90,-7-3 0,10-12 0,-10 6 0,8-11 0,-12 9 0,-4-17 0,0 13 0,-7-11 0,0 15 0,-3 3 0,-5 13 0,5 18 0,3-5 0,8 4 0,5-18 0,2-3 0,3-1 0,-1-1-130,10-10 130,-11 3 0,6-6 0,-11 6 0,1-1 0,0 1 0</inkml:trace>
  <inkml:trace contextRef="#ctx0" brushRef="#br1" timeOffset="30016">5654 10550 12183,'-5'3'3141,"3"1"-1429,2 0-2420,3 1-587,6 11 414,-1-3 143,6 8 189,-5-11-38,0-1-861,1-2-166,-1-3 911,3 0 741,15-6 366,-4-7 1,6-5 17,-2-3 0,5-4 1,0-2-1,0 1-59,-7 4 1,-2 0 0,1 0-1,1-1 1,2-2-298,-2 1 0,2-1 0,1-1 0,1-1 0,0 0 0,-1 0 0,-2 2 0,-1 2 467,7-5 1,-3 2 0,-1 1-1,1-1-722,-2 3 1,0-1-1,0 0 1,-2 3-1,-4 4 466,2 3 0,-5 4 0,2 2 0,1 1 0</inkml:trace>
  <inkml:trace contextRef="#ctx0" brushRef="#br0" timeOffset="31383">15341 10533 5781,'-1'9'28,"0"2"-16,4 6-10,0-4-1,1 2-1,12 0 0,-6-9 0,13-2 0,4-5-1639,-7-6 1,0-2 1625,8-2 1,1-1-477,-6 0 1,3-3 488,-2 0 0,5-4 0,1-2 0,0 1 0,-2 1 0,-4 2 0,-1 1 0,0 0 0,2-1-15,2-1 0,3-3 0,2 0 0,-1 0 0,-2 1 1,-4 3-472,3-3 1,-3 3 0,-2 1 485,0 2 0,-2 0 0,1 1 0,6-3 0,-2 0 0,-6 5 0,0 0 0,4-5 0,-1 1 0,6-5 0</inkml:trace>
  <inkml:trace contextRef="#ctx0" brushRef="#br0" timeOffset="95582">14529 3421 5734,'-6'-3'73,"2"2"-68,0 6 7,1 3-12,1-2 0,0 2 0,1-2 0,1 0 0,-1 0 90,3 4-90,1-11 90,-3-1-90,1-5 90,-5-3-90,1 7 0,-1 3 0,2 2 0,3 7 0,2-8 0,4 2 0,1-11 0,-5-3 0,-1-1 0,-7 2 0,-1 8 0,-1 2 0,3 3 0,2 0 0,0 1 0,2 1 0,1-1 0,2 0 0,1-2 0,2-2 0,-2-2-90,-1-2-90,-4-1 180,0 1 0,-1 1 0,1 2 0</inkml:trace>
  <inkml:trace contextRef="#ctx0" brushRef="#br0" timeOffset="97682">19009 3481 5742,'6'-2'62,"0"0"48,-1 1-110,-3 3 0,-1 1 90,-1 2-90,-1 3 0,1-2 0,2 1 0,-1-3 0,5 1 0,-2-4 0,4 0 0,-4-2 0,0-1 0,-2-1 0,-1-1 0,-1 0 0,-4 5 0,0-1 0,7 3 0,0-3 0,11-6 0,-11 3 0,5-6 0,-6 5 0,-1-6 0,-2 6 0,-7-1 0,2 6 0,-4 3 0,4 1 0,5 0-90,3-4 90,-10-4 0,9-1 0,-11 0 0</inkml:trace>
  <inkml:trace contextRef="#ctx0" brushRef="#br0" timeOffset="103199">14371 3392 5734,'-1'-7'73,"1"0"-56,-1 2 163,0 0-180,0 11 0,-1 7 0,1 2 0,0 4 0,1 12 0,-1-15 0,2 16 0,-3 0 0,2-11 0,-1 14 0,1-11 0,0-7 0,0-1 0,0-7 0,7-1 0,-3-5 0,5 1 0,7-4 0,-2 0 0,7-1-489,-5 1 489,4-1-1570,7-1 0,1 0 1570,9 0 0,-8-1 0,0 1 0,3 0 0,-10 0 0,7-1 0,0 1 0,-6-1 0,-2 1 0,0 0 327,-4 1-327,-5-1 0,5 1 3276,-3-2-3160,-7 3-116,2-2 89,-3 0-89,-2 0 0,0-2 0,-4-4 0,-1 3 90,-1-5-90,1 5 0,-4-19 0,4 14 0,-3-13 0,3 3 0,0-1 0,-1-7-1639,0 6 1,1-1 1523,0 1 115,0 9 0,0 0 0,0-6 0,0 5 0,1-2 0,-2 0 0,1 7 0,-2-5 0,2 6 3276,-4 5-3070,-2 2-206,-2 3 0,0 0 0,-2 1 0,4-2-3277,-15 3 3162,9-2 115,-10 2 37,-3 0 1,-4 0-38,1 1 0,0 0-1023,-7 0 1,-1 1 1022,2-1 0,0 1 0,10-1 0,-1-1 0,2 1 0,-1-1 0,0 0 0,-10 3 0,5-1 0,14-3-360,-4 4 360,10 0 0,-3-1 0,11-2 0</inkml:trace>
  <inkml:trace contextRef="#ctx0" brushRef="#br0" timeOffset="105899">15390 3484 5815,'-9'0'-50,"1"-1"94,2 1-37,31-1 1,15-2-1647,-16 1 1,1 0 1343,4 1 0,5-1 0,1 0 317,-7 0 1,0-1-1,2 1 1,1 0-287,-1-1 0,1 1 0,2 0 1,-1-1-1,0 1 264,5-1 0,-1 1 0,1-1 0,2 0-73,-6 1 1,1-1 0,1 1 0,1-1 0,1 1 0,1-1 72,-6 1 0,2 0 0,0 0 0,1 0 0,-1 0 0,0 0 0,-1 0 0,-3 0 0,7 0 0,-3 0 0,-1 0 0,1 0 0,3 0 0,-4 0 0,3 1 0,1-2 0,0 1 0,0 1 0,-1-1 0,-2 0 14,-1 0 1,0 1-1,-1 0 1,-1-1-1,-1 1 1,-1 0-15,5-1 0,-1 1 0,-1 0 0,2 0-18,0-1 1,2 1-1,0-1 1,-2 1 0,-4-1 17,-2 2 0,-4-1 0,0 0 88,10 0 1,-3 0 1,-2 0 37,-1 0 0,-2 0-127,-13 0 746,19-1-656,4-2-45,-17 3 0,0-1-45,11-1 0,-12 1 0,4 0 1056,-4 0-1056,2 1 90,5-2-90,-13 2 0,16-1 0,-20 1 0,6 0 0,-2 0 0,-1 0 2937,2 1-2937,-2-1 0,0 0 0,0-1 1193,-3 1-1463,-5 0-179,1-1 184,-6-1 265,-1 0 0,-3 0 0,-1 2 0</inkml:trace>
  <inkml:trace contextRef="#ctx0" brushRef="#br0" timeOffset="106367">17898 3256 5787,'-6'-6'11,"-2"-1"15,5 3 64,-6-5 90,5 5-180,5-1 0,1 6 89,15 4-89,-2 2 90,4 1-90,15 4 0,-9-3 0,1-1-1639,-5-1 1,0 0 1580,4 0 1,1 1 102,0-3 0,-2-1-45,-2 1-552,-1-1 0,-3 0 552,-10-3 0,-1 1 90,-1-2 2755,-12 6-2800,-20 9 0,-6 1-45,15-7 0,-1 0-135,-6 5 0,-6 2 0,0 1 1,4-2-222,3 1 0,1-1 1,0 0-1,0 0 0,1-1 1,4-1-1,0 0 1</inkml:trace>
  <inkml:trace contextRef="#ctx0" brushRef="#br0" timeOffset="109315">18814 3351 5818,'-1'-14'-39,"0"6"84,1-9-45,0 11 90,1-6 0,-2 6-90,2 11 0,-1 5 0,1 5 0,0 9 0,0-2 0,0 0 0,-1 4 0,1-4 0,-1 0 90,-1 9-90,1-7 0,-1 4 0,1-8 0,0-3 0,0-6 0,3 8 0,0-13 0,0 2 0,2-4 0,-2-3 0,3 2 0,2-1 0,4 0 0,2 1 0,22-1 0,-13 0-3277,14-1 3162,-21-1 115,6 0 0,2-1-2269,13 0 2269,-11 1 0,0-1-433,5 1 433,1-1 0,-4-1 0,0 1 0,8-1 0,1 0 0,-3 0 0,-17 1 926,15-1-926,-25 1 0,-2 0 938,1 1-938,2 0 0,-2-1 90,2 1 2887,2-2-2977,-5 1 90,5 0-90,-7-2 1252,-3-1-1162,-5-7-90,-1-2 0,0-2-645,1 3 645,3 3 0,-5-22 0,3 15-133,-1-3 1,1-1 132,-2-8 0,-1 0 0,1 1-3018,2 11 3018,1 9-606,-4-10 606,4 10 384,-12-12-384,11 16 0,-10-4 0,9 7 173,-4 0-173,-3 1 0,2-1 2994,-2 1-2994,-16 1 0,4-2 0,2 1 0,-2-1 45,1-1 0,-3 1-45,-4 0 0,-6 0 0,-2 1 0,1 0-10,7 2 1,0 0 0,-1 0-1,1 0 1,-1 0-14,-7 0 1,0-2 0,0 2-1,3 0-1004,-4 2 0,2 2 1,9-1 846,8 0 180,-3 3-345,9-3 0,-6 3 0,9-3 1</inkml:trace>
  <inkml:trace contextRef="#ctx0" brushRef="#br0" timeOffset="111032">15281 7649 5734,'3'6'0,"3"1"0,-1-5 0,3 2 0,4 0 87,22 3-1726,-15-5 1,0 1 1152,6 0 0,0 0-219,-4-2 1,0 0 794,15-1-154,-7-1 1,9 0 0,2-1 0,-2 1 63,-3-1 0,-1 0 0,1 0 0,1 0 0,-2 0 0,2 1 0,0-1 0,-1 0 0,-1 0 12,3 0 1,-2 0-1,-2 0 1,-5 0-38,-4 1 0,-4 0 25,1 0 0,-3 0 0,-9 1 319,-3 1-319,-3 1 1331,1 1-1331,-4 2 0,0-2 0,-1 0 0</inkml:trace>
  <inkml:trace contextRef="#ctx0" brushRef="#br0" timeOffset="113052">16583 8147 5824,'-4'-8'0,"1"2"0,-1 3 90,-8 1-90,-8 4 0,1-1-1639,-1 6 1,2 1 753,4-1 1745,-11 7-860,15 0 0,9-4 0,-2 6 0,19-4 0,6 0 0,5 5-1135,2 3 1,0-1 1134,-3 1 0,-11-7 0,-2 2 0,-1 10 0,-5-7 2269,-5 9-2269,-14-11 0,-2-2 90,1 3-180,-9 4 0,3-9 90,13-18 0,-3 3 0,19-18 0</inkml:trace>
  <inkml:trace contextRef="#ctx0" brushRef="#br1" timeOffset="113349">16849 8203 8677,'-1'-6'-928,"1"0"508,-1 0 171,0 19 234,1-6-54,-1 16 16,1 4 30,0-5 1,0 2-122,1-2 0,-1 0 132,1 0 0,0-4 0,0-1 1,-1-16-1</inkml:trace>
  <inkml:trace contextRef="#ctx0" brushRef="#br0" timeOffset="113615">16850 7916 5824,'-2'-7'90,"0"0"-90,0 0 90,1 1-180,0 1-17,5 4 107,0-3 0,0 5 0,-1-2 0</inkml:trace>
  <inkml:trace contextRef="#ctx0" brushRef="#br0" timeOffset="114599">17091 8180 5787,'-6'-8'217,"-2"-6"-217,6 9 179,-1-13-179,4 12 90,11-12 0,20 7-90,-9 1-656,10 3 746,-21 9-90,-1 0 0,5 5-90,4 7 90,-6-2 0,2 11 0,-15 0 0,-3 0 0,2 4 0,-4-4 0,-2 5 0,1-5 0,-2 7 0,1-7 0,2-1 0,2 0 0,10 6 0,-3-16 328,9 7 0,3 0-328,-2-6 0,0 0 0,-1-1 0,-3 3 0,-11 14 0,-1-11 0,-9 10 0,-6-10 0,-2-1 0,-4 2 0,1-1 0,0 0 0,1-4 0,-2-1 0,9-6 0,-1-2 0,8-9 0,6-2 0,-1-3 0,18-18 0,-4 10 0,2-1 0,6-8 0,0 0 0,-1 3 0,1-1 0,2 0 0,4-4 0,0-1 0,-4 5-1639,-2 2 1,0 0 1609,-1 1 0,4-4 1,-1 1-1,-4 2-16,1-3 0,-4 3-445,-6 5 1,0 0 489,3-5 0,-3 0 0,-5 2 0,-19-4 0,6 15 90,-27-1-90,14 25 0,5-3 0,1 2 2863,-3 14-2863,10-1 0,2 1-1008,2-4 1008,1-3 0,3 2 0,8 0 0,2-2 0,0-1 0,2 0 0,1-2-1102,-2-13 1102,1-2-2253,15-3 2163,-8-2 0,10-2 338,-3-8 1,-1-2-1,4-3 1,-2 0-1,1 1 1</inkml:trace>
  <inkml:trace contextRef="#ctx0" brushRef="#br1" timeOffset="115565">18336 8154 7787,'-13'-12'-297,"3"4"335,0 2-15,3 5 130,-3 2 164,-14 16-217,9-6-176,-4 14 0,1 2-158,10-9 165,-2 1 0,3 1-97,8-2-115,5-7 3,1 2-93,12-25 53,-10-1 318,5-17 0,-10 12 0,-1 0 0,7 0 0,3 7 0,4-1-1639,4-4 1,1-1 1580,0 1 1,0 2-1077,-1-3 0,-2 1 1134,1-3-262,4-8 1,-1-2 261,-4 6 0,5-11 0,-6 12 0,-20 43 0,2 5 0,-5-1 0,-1 3 0,1-1 0,-1 0 267,0 4 1,-2 4-268,2-4 0,0 4 0,-1 1 0,2-3 0,-1-3 0,1-2 0,0 3 0,1-3 0,-1 5 0,1 2 0,0 0 0,1-4 0,1-6 0,1 1 0,0-2 556,0 4 1,0 3 0,2-7-557,5-2 0,8-17 0,-3 0 0,7-11-45,-6-14 0,-2-3 45,1-6 0,-1-5 0,-4-1 0,-8 14 0,-2 3 0,-2-17 90,-3 12 17,5 14-107,-3-13 284,11 4 1,4-2-330,0-4 0,2 0 0,6-3 1,2 2-1091,4-1 1,0 3 1134,-9 9 0,0 0 0,4-2 0,-1 1 0,2-2 0</inkml:trace>
  <inkml:trace contextRef="#ctx0" brushRef="#br0" timeOffset="117615">19434 7905 5734,'-6'-10'0,"1"3"0,-2-3 50,3 15-30,1 13-12,1 4-3285,3 14 2311,-1-12 263,1 5 0,1 1 703,-1 6 0,0-8 0,1 1-37,0 0 1,1-3 36,0 1 0,-1-3 0,1-2 0,-1-12 0,-1-3 0</inkml:trace>
  <inkml:trace contextRef="#ctx0" brushRef="#br0" timeOffset="118115">19333 8006 5734,'-1'-13'0,"1"6"0,6-11 0,13 5 0,3-2-1639,2 8 1,1 1 674,-1 3 1827,13 1-858,-11 15 1,-12-3-6,7 8-313,-18-7 322,-5 3 5,-11 16-6,9 3-8,-2 2 3,19-8 3235,6-11-3235,-1 0 0,-1-1-3,1 2 3,8 11 14,-29 4-3253,-1-14 3236,-2 0 0,-1-1 0,-5-4-129,-2 2 129,-5 2 0,-8 3-34,6-5 34,-1-2 0,16-13 0,3-4 0</inkml:trace>
  <inkml:trace contextRef="#ctx0" brushRef="#br0" timeOffset="118465">19746 7943 5734,'-1'-9'73,"0"-2"-56,1 5-17,0 8-3277,4 24 2302,-1-3 975,0-4 0,-1 1 860,1 2-860,2 12 0,1 2-2269,0-3 2269,-1-1 0,2 0-28,5-4-107,-2-12 135,6 6 0,-4-16 0,1-3 0</inkml:trace>
  <inkml:trace contextRef="#ctx0" brushRef="#br0" timeOffset="118866">19984 8147 5751,'1'-6'163,"-6"5"-73,0 9-90,-4 0 0,3 5 90,3 8-90,4 0 0,0 3-1137,4-7 1137,0-9 0,16 3 0,-10-7 45,8-5 0,0-4-45,-7-6 0,7-8 0,-16-5-1508,-9 5 0,-2 1 1508,-1-8 760,-10-5-760,-3 23-89,11 6 89,-11 0 0,15 6-270,-4 5 270,6 1 0,-1 1 0,5-2 0</inkml:trace>
  <inkml:trace contextRef="#ctx0" brushRef="#br0" timeOffset="119449">20144 7939 5823,'-4'-15'1,"2"4"89,-1-3 0,10 38-3367,1 10 2789,-3-12 1,0 2 487,1 2 0,-1 1 430,-2 3 0,0 0-430,0-7 0,0 1 45,-1 7 0,0-3-45,-1-7 0,2-26 0,-1 0 0,2-19 1638,4 5 0,2-1-1522,5-4-1058,-4 4 0,1 2 942,3 4 0,1 7 0,15 11 0,-11-2 0,9 10-391,-19 0 391,-3 4 0,-10 17 0,-10-4 0,-10-2 0,-5-1-135,10-12 0,0-3 135,-5 2 0,4-6 0,12-14 0,14-14 0</inkml:trace>
  <inkml:trace contextRef="#ctx0" brushRef="#br0" timeOffset="119782">20763 7879 5824,'-28'-1'180,"11"0"-180,-4 11 0,-1 6 45,6 1 0,2 3-45,-3 9 0,1 2 0,3-5 0,3 1 44,6 11 1,11-3-45,15-19 0,8-5-45,-1 4 1,3-4-46,4-9 0,-1-6 7,-13-1 0,-2-1 83,5-9 0,-11 2 0,4-5 0</inkml:trace>
  <inkml:trace contextRef="#ctx0" brushRef="#br0" timeOffset="120515">16994 8871 5776,'-6'-3'-25,"2"-1"25,6-1 0,1 0 0,4 0-12,15-4 21,-2 2 2,13-3 6,-12 6 0,0 0-946,-2 0 1,1 0 932,7 0 1,2-1-5,-4 1 0,2 0 0,6 0 17,-8 1 1,5 0 0,4-1 0,2 0 0,2 0 0,1 0 0,0 0 0,-1 0 0,-3 1 0,-2 0-18,4-1 0,-4 0 0,0 1 0,0-1 0,4 1 0,6-1-128,-17 1 0,3 1 1,3-1-1,1 0 1,2 0-1,1 0 1,2 0-1,1-1 1,1 1-1,0 0 0,1-1 1,-1 1-1,1-1 1,-1 1-1,-1 0 1,0 0-1,-2 0 1,0 0-1,-3 0 0,-1 1 1,-3-1 127,11 0 0,-3 0 0,-3 1 0,-1-1 0,-1 1 0,0 0 0,0-1 0,2 1 0,2-1 0,2 1-85,-6-1 0,1 1 0,2-1 0,1 1 0,2-1 0,0 0 0,0 0 0,1 0 0,0 1 0,0-1 0,-1 0 0,0 0 0,-1 1 0,-1-1 0,-2 0 0,-1 1 0,-2 0 85,8-1 0,-2 0 0,-1 1 0,-2-1 0,-1 1 0,0 0 0,0-1 0,2 1 0,1-1 0,-1 1 0,1-1 0,1 0 0,0 0 0,1 0 0,0 0 0,-1 0 0,-1 0 0,-1 1 0,-2-1 0,-3 1 0,5-1 0,-4 1 0,-1-1 0,-1 1 0,1 0 0,1-1 0,2 1 0,3-1 0,0 0 0,0 0 0,-2 0 0,-3 0 0,-6 1 0,12-2 0,-9 0 0,1 0 0,-5 0 0,-9 1 0,-28 0 0,3 3 571,-13-1-571,8 3 0,-9 2 0,-5 1 0</inkml:trace>
  <inkml:trace contextRef="#ctx0" brushRef="#br0" timeOffset="121231">17324 9205 5801,'-18'-9'-14,"6"5"22,-8-2-5,11 6-3,-6 0 3,-4 6-3,7-1 6,-15 7-4,9 0 1,0 2 59,-5 4-29,7-1 0,5 1-3310,16-3 3227,6 1 57,6-7 5,11 1-1,-1 2 0,1-1-1137,-10-3 1,0 0 1105,8 2 0,-2 3-343,-8 11 363,-9-11 774,1 13-762,-18-9 1,-3-2-812,-1 3 799,0 0 0,-1-1 0,2-5 835,1-2-788,-1 2 10,-3 0-45,5-3 1,1-2 0,9-6 0</inkml:trace>
  <inkml:trace contextRef="#ctx0" brushRef="#br0" timeOffset="121467">17492 9420 5734,'2'3'59,"-2"10"-45,0 16-14,0-7 0,-1 0 0,1 5 0,-1 0 0,0-21 0</inkml:trace>
  <inkml:trace contextRef="#ctx0" brushRef="#br0" timeOffset="121681">17429 9134 5734,'-4'-18'53,"0"1"-59,7 20 6,-1 4 0,4 6 0,0 1 0,-1-5 0</inkml:trace>
  <inkml:trace contextRef="#ctx0" brushRef="#br0" timeOffset="122566">17654 9285 5745,'6'-6'79,"-1"0"-79,-3 3 90,5-2 0,3-1-90,0 1-1157,4 0 1157,-4 3 138,13 1 0,1 1-138,-1 0 0,2 6 0,4 3 0,-8 6 0,-14 12 0,-6 5 0,4-3 0,0 2 0,-3-1 0,-4-1 0,-4-1 0,0-1-1256,-4 4 1,2-5 1255,6 0 0,19 1 0,4 2 0,-8-13 0,-1 1 0,8 9 0,-14-12 0,-14 15 0,2-13 45,-18 7 0,-4-1-45,-1-5-45,2-2 0,-1-1 3321,2-5-3160,3-4-116,9-4 0,3-3 0,20-16 0,10-7 0,-5 8 0,1-1 0,4-4 0,2-3 0,-1 1 0,-2 5 0,0 1 0,0-1 0,6-6 0,1 0 0,-2 0-1639,1-1 1,0 0 1629,-5 5 1,1 0 0,-3 2 8,-4 5 0,-1-2 0,3-5 0,1-4 0,-2 4-2269,5-9 2269,-1 2 0,-4 0 0,-14 12-32,-9 4 32,-1 0 0,-23 19 0,17 1 0,-11 12 0,16 3 0,4 3 0,0 3 0,0 1 0,3-1 2252,11-1-2252,7-8 0,4-2-90,1 1 90,-2-6 0,3-3 0,7-9 0,1-6 0,4 0 0,-1-1 0,1-1 0</inkml:trace>
  <inkml:trace contextRef="#ctx0" brushRef="#br0" timeOffset="123467">18517 9295 5824,'-13'-5'270,"7"2"-270,-8 7 89,0 20-89,8-11 0,-6 15 0,13-2-3277,4-10 2213,2 6 1064,1-15 860,1-5-950,11-8 90,-7 3-45,0-13 0,-3-2 45,-7 5 0,-2-10 0,-3 1 0,-2 10 0,-5-8 0,5 9-2269,4 3 2269,-2-2 0,6 3 0,1 3 0,0-1 0,10-8 0,1-2 0,1-2 0,0 1 0,1-4 0,3-6 0,-3-1 0,-8 10 0,0 1 45,8-11 0,-2 2-45,-7 5 2269,-3 5-2269,1-1 0,-4 31 0,-1 10 45,0-2 0,-1 2-802,-1 2 1,0 3 0,0-1 756,0-2 0,-1-1 0,1-2 0,-1 6 0,0-2 0,1-1 0,0 4-87,1-4 0,0 6 1,1 1-1,-1 0 1,1-5 86,-1-3 0,1-2 0,0 3 0,1 2 0,1 6 0,0 2 0,0-1 0,0-4 0,-1-7 0,1-3 0,0-3 0,4 19 0,-1-7 0,-4-24 0,1-3 795,6-21-795,-4 6 0,2-19 801,-9 7 0,-3-5 1,1 3-802,-2-10 0,-1 3 0,-2-5 0,1 7-2147,-1 6 2147,-5-10 0,10 24 1112,1 1-1112,17-19 0,-5 9 0,5-1 0,4-1 0,4-2 0,2 1-911,-3 3 1,0-1 865,4-2 0,-1 0-38,-9 10 0,-2 1 83,16-12 0,-3 3 0,-10 7 0,0 1 0</inkml:trace>
  <inkml:trace contextRef="#ctx0" brushRef="#br0" timeOffset="123764">19545 9020 5824,'-3'-9'270,"-2"-8"-1,2 5-179,-3 7-90,2 5 0,-1 33 90,1-10-90,1 2 0,0 3 0,1-1 0,0 0-90,1 7 0,1 1 0,0-7 0,0-1-90,1-4 1,0-3 179,3-2 0,-3-9 0,2-4 0</inkml:trace>
  <inkml:trace contextRef="#ctx0" brushRef="#br0" timeOffset="124234">19464 9011 5824,'-3'-13'0,"4"-1"0,1 2 0,3 0 90,23-1-90,-13 6 0,5-1 0,1 2 0,-1 4 0,-1 1 0,13 2 0,-12 1 0,-1 1 0,-1 8 0,-7 13 0,-7-9 0,-4 8 0,-16 9 0,7-12 0,0-2 0,1-1 0,5-2 0,7 6 0,1-8 0,5 5 0,3-2 0,-1 0 0,1 6 0,-1-4 0,-1 0 0,-9 11 0,-10-10 0,-3 1-3089,-3 11 3089,1-12 0,-2-1-45,-2 0 0,1-2 45,-1-2 0,2 0 0,2-1-47,6-9 0,4-2 0,0-1 0</inkml:trace>
  <inkml:trace contextRef="#ctx0" brushRef="#br0" timeOffset="124532">19872 8950 5795,'1'-9'29,"-1"3"61,1 1 0,0 1 0,1 7-90,-1 0 0,1 17 0,0 5 0,1 0 22,0 0 0,2 8 1,0 0-1,-1-6-67,0-5 1,0 0-1049,2 8 1,1 3 0,-1-6 997,1-6 95,5 7-334,-5-13 0,6 7 1,-5-12-1</inkml:trace>
  <inkml:trace contextRef="#ctx0" brushRef="#br0" timeOffset="125416">20104 9186 5824,'1'-12'539,"1"3"-539,-8 11 90,1 7-90,-5 10-1639,6 0 1,1 0 664,0 1 1268,5 4 1,3-3-384,3-11 89,6 8-90,0-20 0,-1-10 90,-2 3-90,-1-7 90,-11-8 3276,-2 9-3160,-5-14-116,1 19 90,1-2-90,3 7-90,7-6 90,13-19 0,-5 10 0,0-2-1122,1 1 1,0-1 1121,-2 1 0,-2 1 0,2-3 0,1-7 0,-1 0 0,-1 2 0,-1 1 0,0 1 90,-1 1-90,-4 13 0,5 0-530,-6 27 1,-2 9 529,2 6-68,-3-3 0,-2 9 1,0 0-1,0-6 68,1-7 0,-1 1 0,-1 11 0,-1 4 0,0-6 0,0 1 90,0 3-90,10-33 0,-2-1 45,12-28 0,5-13-45,-8 22 0,0-1 0,6-10 0,-1 2 0,4 6 270,-12 15-270,22 12 0,-18-2 0,15 11 0,-22 4 0,-9 0 0,0 4-2268,-9-7 2268,0-9 1134,-10 1 0,-2 0-1223,-1 0-1,-1-2 0,2 0 90,5-6 0,7-1 0,4-3 0,4 0 0</inkml:trace>
  <inkml:trace contextRef="#ctx0" brushRef="#br0" timeOffset="125731">20906 8879 5914,'-7'-11'180,"2"3"-180,-1 7 0,7 13-1639,1 14 1,0 4 663,3 7 1261,-2-7 1,1 5 0,-1-5-377,0-1-375,1-2 1,-1-2 464,-2-12 0,-1-3 0,1-3 0,-1-3 0</inkml:trace>
  <inkml:trace contextRef="#ctx0" brushRef="#br0" timeOffset="126048">20854 8891 5824,'-3'-10'90,"2"4"90,4-8-180,6 8 0,3-4 89,20 8-89,-9 6 0,1 2 0,2 1 0,0 1 0,-1-1 0,-1 5 30,-6 9 0,-2 4 0,-5 0-30,-5-4 0,-4 1 0,-1 11 0,-4 5 0,-5-5-1639,-13-3 1,-4-4 1580,0 2 1,0-3-1018,3-9 0,1-3 1075,1-3 0,-13-5 0,19-5 0,-9-9 0,20-6 0</inkml:trace>
  <inkml:trace contextRef="#ctx0" brushRef="#br0" timeOffset="126384">21361 8263 5914,'-4'-7'269,"3"2"-89,15-9-45,1 5 0,3 0-135,1 0 0,1 0-45,3 0 0,-1 1-45,4 2 90,2 6 0,-18 2 0,5 3 0,-15 2 0,-2 2 0</inkml:trace>
  <inkml:trace contextRef="#ctx0" brushRef="#br0" timeOffset="126551">21403 8448 5824,'-3'7'180,"1"4"-1,4-6-89,4 3 0,6-4 0,11-3-1167,-4 0 1077,8-2-179,-10-1 179,11-6 0,1-1 0,4-5 0,-2 1 0,0 0 0</inkml:trace>
  <inkml:trace contextRef="#ctx0" brushRef="#br0" timeOffset="127534">23050 7422 5824,'-2'-8'90,"0"1"90,-5 0-180,-1 5 89,-17 11 1,-4 5-90,-1 2 0,-1 1 0,-1 5 30,9-2 0,2 2 0,1 0-30,2-1 0,2 1 0,-1 1-1093,-3 1 1,-1 1 0,3-1 1034,0 5 1,5-2 57,5-2 0,10 8 0,5 2 0,-2-15 0,4-1 0,2 4 0,4 2 0,1-5-1134,2-10 0,1-4 1134,18 4 0,-12-11 0,-13-2 0,13-17 0,-15 9 0,8-13 2268,-35-4-2268,3 14 0,-1 2-615,0-4 0,-1 2 615,-2 2 0,-2 3-180,-12 3 91,11 2 84,-7 5 1,24 0-1,-1 1 1</inkml:trace>
  <inkml:trace contextRef="#ctx0" brushRef="#br0" timeOffset="128286">23208 7715 5824,'-9'-9'90,"1"1"0,4 4 0,0-1-1,1 1 1,10-5-90,4 1 0,7-1-1439,-2 4 1439,-4 2 0,1 0 0,18 2 90,-16 2-90,0 12 0,-4 6 0,-19 13 0,1-2 0,-4 3 0,-2-7 0,-3-1 0,3-3 0,-1 1 0,2-2-1458,1-2 1,1-2 1457,-2 4 0,3-2 962,11 4-962,2-14 0,7 7 0,19-18-45,-2-4 0,1-1 0,-7 3 0,1 0 45,12-6 0,-3 0 293,-16 5 1,12-3 0,-17 5 0</inkml:trace>
  <inkml:trace contextRef="#ctx0" brushRef="#br0" timeOffset="128700">22679 8293 5914,'8'2'90,"1"-1"-60,11-3 0,8-4 0,0 1 14,2-1 1,5 0-358,-5 1 1,5-2-1,3 0 1,1 1 0,-4-1 312,2 1 0,-3-1 0,1 1 0,1-1-653,-4 2 1,2-1 0,0-1-1,-1 2 1,-2-1 652,-2 0 0,-2 1 0,0 0 0,3 0-18,4-2 0,4 0 0,0 0 0,-2 0 0,-5 2 60,2-2 0,-1 1-42,4-1 0,8-2 0,-4 1 0,-16 7 0,-19 4 0,5 3 0</inkml:trace>
  <inkml:trace contextRef="#ctx0" brushRef="#br0" timeOffset="129499">23254 8456 5759,'-3'-5'65,"-1"-1"25,4 1 0,0 1 0,0-1-90,-1 2 0,-1-1 89,-2 2-89,-1 1 0,-1 1 0,-23 8 0,3 4 0,5-2 0,-4 3 0,2 0 0,-5 9 0,1 0 0,7-5 0,0 0 0,2 1 0,-2 2 0,3 2 0,1 8 0,8 2 0,13-8 0,4 1 0,-3 4 0,4-2 0,9-8 0,3-6 0,9-5 0,0-9 0,0-6 0,-11-6 0,-2-2 0,9 3 0,-4-1-284,-11-4 1,-6 1 283,-13-4 0,-2 9 0,-10 0 0,-2 0 0,3 4 0,-1 0 0,0 2 0,-9 10 0,17-3 0,-12 5 0,20-4 0</inkml:trace>
  <inkml:trace contextRef="#ctx0" brushRef="#br0" timeOffset="130064">23404 8574 5824,'3'-6'90,"9"-4"0,1 2-90,8-2 0,2 1 0,-1 0 45,-2 2 0,-1 1-45,0 4 0,-5 5 0,2-1-312,-11 5 312,-4-2 77,-9 21-77,3-9 0,0 1 0,1 2 0,3 1 0,2 1 0,3-8 0,13 11 0,-7-11 0,5 18-3277,-14-14 3239,-6 4 38,-14 3 158,3-9-129,-3-2 1,-5 3 0,3-2-30,-9 4-30,3-3 0,-6 1 1,7-3-241,1-5 270,4 0 0,3-3-83,10-8 0,5-2 1,1-2-1</inkml:trace>
  <inkml:trace contextRef="#ctx0" brushRef="#br0" timeOffset="130668">24167 7853 5787,'-5'3'217,"10"-3"-217,3-2 90,12-2-90,-5 0-611,1 0 521,0 0 90,6 4 0,-9 0 0,2 3 0</inkml:trace>
  <inkml:trace contextRef="#ctx0" brushRef="#br0" timeOffset="130882">24136 8116 5770,'0'7'54,"4"-1"-54,11-5 0,-2-1 0,5-1 0,13-7 0,-12 3 0,16-6 0</inkml:trace>
  <inkml:trace contextRef="#ctx0" brushRef="#br0" timeOffset="132633">24573 7427 5734,'2'-6'84,"0"1"-39,3 3-9,0 0-12,3 0-5,-1 0 242,12-3-71,-7 1-1171,9-2 1200,-9 3-112,6 1 1,1 0 64,-1 0-94,6 3 1,-3 3 31,-15 8-317,6 4-28,-20 6-1276,-2-5 1,0-1 1503,-4 6 831,-4 9-806,12-11-32,8-5-30,-2 4 136,10-7-2335,11 0 2122,-7-3 38,5 6 0,-5 4-3,-15-1 1,-3 1 41,5 3 1,-3 0 39,-7-2 0,-4-2 87,-5-2 0,-1-3-614,0-2 1,1 0 530,1 0 0,0-2 1701,-12 6-1651,11-7 0,10-5 1,-4 1-1</inkml:trace>
  <inkml:trace contextRef="#ctx0" brushRef="#br0" timeOffset="133131">24966 7902 5734,'3'-6'0,"1"-1"22,-1 2 96,1-1 98,-1 3-111,-21 19 1,-8 10-85,1-4-16,5-3 0,-4 3 1,3-2-1645,3-5 1,2-1 1659,0 0 0,-2 2-21,-3 5 0,-3 3 0,0 1-423,5-5 0,0 0 1,-1 1-1,1 0 415,0 1 1,-1-1 0,0 1 0,1-1-69,0 3 0,-1 0 0,2-1 0,3-4 67,-6 11 1,4 0 0,20-26 0</inkml:trace>
  <inkml:trace contextRef="#ctx0" brushRef="#br0" timeOffset="133865">24850 8327 5914,'1'-7'539,"0"1"-449,-5 11-90,-4 4 0,-4 9 45,-1 0 0,-1 3-45,-1 2 0,-1-1-1639,0 2 1,0-1 1625,1 0 1,1-3 12,-3 5 0,1 0 0,-1 1-2268,3-3 2268,0-1 0,1-1 0,6-9 90,3-6-90,5 0 2268,18-17-2358,-5 4 180,8-6-180,-7 7 90,1 3 0,0-2 3276,-2 5-3160,10-1-116,-11 0 0,15-1 0,-2-8 0,-2-2-1621,3-2 1711,-7 0-90,-11 7 0,11-12 0,-9 10 0,8 2 0,-12 28-2348,-2 4 2348,-1 11 0,-1-11 589,0 3 1,1 2-860,-1-7 1,0-1 269,1 6 0,-1-2 0,1 1 0,-5-21 0,-2-2 0</inkml:trace>
  <inkml:trace contextRef="#ctx0" brushRef="#br0" timeOffset="145817">19155 9564 5734,'7'-4'90,"1"2"-90,-2 1 0,0 0 0,3 0 0,1-1 45,15-3 0,8 0-45,1 0 0,4-1 0,-1 0-570,-1 0 1,0 1 0,1-1 569,-4 1 0,2-1 0,0 1 0,-4 1-1077,-2 0 1,-3 0-1,0 0 1077,2 0 0,0 1 0,3-1 79,1 0 1,3 0 0,2 0-1,1 0 1,-2 0-80,-3 1 0,0 0 0,-1 0 0,1-1 0,1 1-229,-2 0 0,2 0 0,0-1 0,0 1 0,-1 0 0,-1 0 229,0 0 0,-1 1 0,-1-1 0,-1 1 0,-1-1 0,8 0 0,-2 1 0,0-1 0,0 1 0,1-1 0,-1 0 0,-2 1 0,1-1 0,2 1 0,-4-1 0,3 0 0,1 1 0,1-1 0,-1 0 0,-4 0 0,1 0 0,0 0 0,-1 0 0,1 0 0,-2 0 0,3 0 0,0 0 0,-2 1 0,0-1 0,0 0 0,5-1 0,0 1 0,-3 0 0,-9 0 0,1 1 0,-1-1 220,6 0-220,-11 0 2208,6 1-2208,-20 0 3077,3 1-3437,-4 2 529,-4 3 1,0 0 0,-3 2 0</inkml:trace>
  <inkml:trace contextRef="#ctx0" brushRef="#br0" timeOffset="161934">15325 3511 5734,'12'-6'0,"-1"2"0,4-2 0,5-1 0,1-1 0,-3 2 0,0-1 0,14-5 0,-1 1 0,-12 3 0,1 0 2,7-4 1,4-3 0,-5 1-2,-8 5 1,0-1 0,5-2 0,2-2 0,-6 2-1093,-5 2 1091,-6 2 3,-3 2 0,1-2 0,-2 3 2,-1-6-2,-4 7-6,-3-2 3,-1 4 3,-13 6-6,8-2 6,-19 6-6,16-3 1099,-16 6-1099,-3 4 6,6-3 0,-2 2-6,-4 3-3274,6-2 3219,9-5 1,0 0 60,-12 6-6,10-5 0,-2 0 3,-2 5 0,-1 0 0,2-2 0,1 0 0,3-2 0,4 0 0,7-6 0,-1 1 0,3-2 0,-5 3 0,4-3 0,-4 2 0,4-2 3276,0-1-3160,2-2-116,2 0 0,3 1 0,4 0 0,2-1 0,26 1 0,-9 0 0,4 1 0,-1 0 0,8 0 0,0 1 0,-2 0 0,1 1 0,0 1 0,-1 2 0,-1 1 0,-2 0 0,-3-1 0,-1 0 0,6 2 0,2 2 0,-6-3 0,0 3 0,2-1 0,-16-6 0,-9-4 0,1 1 0,-1-1 0,0-1 0,-2 0 0,0 0 0</inkml:trace>
  <inkml:trace contextRef="#ctx0" brushRef="#br0" timeOffset="170231">24722 7139 5734,'-4'-10'22,"-8"-9"46,1 5-68,-2-2 0,4 7 0,-3 5 0,0 6 0,-13 8 45,10 0 0,-2 4-45,1 5 0,-4 5 0,1 1 0,2-2 0,-6 4 0,1 2 0,6-7 0,-2 4 0,1 1 0,-1 1-197,3 1 1,-1 2 0,1 1 0,0-1-1,1-2 197,1 0 0,0-3 0,1 1 0,-2 4-179,2-3 1,-2 3 0,-1 3-1,1 1 1,-1 0 0,0 1-1,1 0 1,1-1 178,2-2 0,0 0 0,1 0 0,0 1 0,1-1 0,0-1 0,0 0 0,-1 0 0,0 3 0,-1-2 0,0-1 0,1 1 0,0 2 0,1 4 8,3-8 0,0 3 0,0 3 0,1 2 1,0 0-1,0 0 0,1-1 0,0-1 0,0-3 1,2-2-1,-1-5-8,1 7 0,2-5 0,0-2 0,0 5-367,-1-1 1,1 6 0,0 1-1,0 2 1,0-3 0,1-3 0,1-6 366,4 10 0,2-5-516,-1 0 1,2 2 515,0-6 0,2 2 0,2 0 0,-1-4 0,1 0 0,1 0 0,-1-1 0,2 3 0,-1 0 0,2-1 0,-1-4 0,1 1 0,2 0 0,2-3 0,6 1 0,3-1 0,0-2 0,-3-2 0,-4 0 0,-1-2 0,1 0 0,4 2 0,4 1 0,-2-2 0,-5-5 0,8-2 0,-1-4 0,-9-4 0,3-2 0,0-3 0,2-3 0,1 0 0,1-3 0,1-1 0,-1-1 0,1 1 0,0-2 0,2-5 0,-7-1 0,1-3 0,1-4 0,1-2 0,-1-2 0,0 0 0,-2-1 0,-4 5 0,-1-2 0,0-1 0,-1 0 0,1-1 0,-1-1 0,0 1 0,0-1 0,1 1 0,1-1 0,1 0 0,0 0 0,1-1 0,-1 1 0,0-1 0,-1 0 0,-1 1 0,0-1 0,-1-1 0,-12 22 0</inkml:trace>
  <inkml:trace contextRef="#ctx0" brushRef="#br0" timeOffset="170231">25399 6964 0,'-36'4'0,"3"-6"0,6-12 0,2-6 0,0 2 0,-1 9 0,-3 13 0,-2 9 0,0 4 0,2 1 0,5-1 0,-1 7 0,0 0 0</inkml:trace>
  <inkml:trace contextRef="#ctx0" brushRef="#br0" timeOffset="171914">19188 9535 5776,'-8'-1'138,"0"2"-48,8 3-90,2-1-1639,26 4 1,10-2 1195,-18-2 1,2-1 464,2 0 1,6 0-1,5 0 1,3 0-1,1 0 1,-1 0-1,-3 0 1,-5 0-376,1-1 1,-4 0 0,0 0 0,3 0 352,2 0 0,2 0 0,3 0 0,1 0 0,1 0 0,-1 0 0,-1 0-88,-3-1 0,0 1 1,0-1-1,0 0 1,0 0-1,0 1 1,0-1 87,-2 0 0,0 0 0,0 0 0,0 0 0,0 1 0,1-1 0,0 0 0,0 0 0,0 0 0,0 0 0,1 0 0,0 0 0,-1 0 0,-1 0 0,-1 0 0,3 1 0,0-1 0,-2 0 0,0 0 0,-3 0 0,-1-1 0,4 1 0,-3 0 0,2-1 0,0 1 0,4 0 0,0-1 0,-1 0 0,-4 1 0,-3 0 0,-3 0 0,3-1 16,3 1 1,5-1 0,-3 0 0,-5 1 163,-5 0 0,-4 0 90,6-1-270,6 1 90,-18 0 0,-7-1-1,3 2-178,-2-2 1368,6 2-1998,-6-1 719,0 1 0,-4 1 0</inkml:trace>
  <inkml:trace contextRef="#ctx0" brushRef="#br0" timeOffset="200033">14352 3359 5734,'-5'-3'0,"-1"0"67,2 2-45,-2 1-21,2 2-1,0 1 0,2 3 0,0 3 0,-1 20 0,0-12 0,0 14 0,-1 4 0,1-15 0,0 0 0,0 0 0,1 0 0,-4 14 0,0 1 0,3-19 0,-2 16 0,2-19 0,1-4 0,-1 4 0,2-8 0,0 1 0,1-3 0,0 2 0,1-1 0,7 1 0,1-2 0,19-2 0,-6-2 0,1-2 0,-2 1 0,0 0 0,7-2 0,-1 1 0,7-2 0,-8 1 0,-1 0-2818,5 0 2818,-11 1 0,1 0 0,2 0 0,-1 1 0,-2-1-565,2 1 1,-2-1 564,-10 2 0,-1 0 0,2 0 0,1 0 2390,2-1-2390,0 0 0,-3 1 0,-1 0 1557,-3 0-1467,0 1-90,-4-2 0,2-5 0,-4 1 0,1-4 0,1-10-3277,0 3 3162,1-9 115,0 9 0,-1-3 0,0-1 0,-1-1 0,1-5 0,0-7 0,-1 2 0,-1 14 0,0-18 0,-1 19 0,0 3 0,1-4 0,-2 2 0,1 8 3276,1-2-3160,-1 5-116,0 1 0,0-3 0,-1 0 0,0 0 0,-2 1 0,0 3 0,-1-1 0,-7 4 0,-1 0 0,-6 2 0,3 0 0,-20 5 0,18-3 0,-17 4 0,-2 0-3277,6-1 3219,4 0 1,1-1 57,3-2 0,0 0 0,4-1 0,-1 0 0,-6 2 0,-2-2 0,0 1 0,8-1 0,-15 0 0,20-1 0,0-1 0,5-1 3276,0 2-3160,-3-2-116,5 1 0,-8 0 0,10 0 0,-2 0 0,3-1 0,0 1 0,3 4 0,1 2 0,1 5 0,1-3 0,1 13 0,-1-4 0,0 13 0,1 2 0,-1-13 0,0 1 0,0 16 0,1-9 0,1-2 0,-2-5 0,3 9 0,-2-15 0,0-1 0,0 0 0,0 3 0,-1-8 0,1 3 0,-2-4 0,1-4 0,2 3 0,15-4 0,0 0 0,15-3 0,-4-4 0,1-1 0,-1 1-3277,7-2 3219,-10 2 1,1 0 57,-1 0 0,-3 0 0,1 1-730,-1 0 0,-2 0 730,-9 1 0,-3 1 0,3-1 0,5 0 2669,-5 0-2669,5 0 0,-10 1 0,1-1 2183,-3 2-2183,-1-1 0,0 0-105,2-3 105,1-3 0,-1 2 0,0-3 0</inkml:trace>
  <inkml:trace contextRef="#ctx0" brushRef="#br0" timeOffset="201882">19054 3505 5734,'-8'-3'4,"1"0"0,4 3 0,1 1 1</inkml:trace>
  <inkml:trace contextRef="#ctx0" brushRef="#br0" timeOffset="203448">18803 3336 5734,'-6'-3'3,"0"0"30,2 1-19,0 9-5,-2 8-7,3 1-2,-1 4 4,0 2 1,0-1-3282,0 0 3221,0 1 0,-1 2 58,-3 7-872,2-8 872,-3 11-2,5-14 9,0 6-9,3-6 0,0 1 3,1-9 2957,2-8-2959,2 1 1301,1-2-1302,13 2 0,-3-3 0,5 1-602,-4-1 602,4-2-1597,2 1 1,0 0 1596,10 0 0,-8 0 0,2-1-23,2 1 0,2-1 1,-2 0 22,5 0 0,0 0 0,0-1 0,1 1 0,-3 0 0,-7 0 0,-3-1 0,2 1 0,-4-1 43,0 1-43,9-1 3270,-4 0-3270,-13 0 0,10 0 103,-9 1-103,-5 0 90,6-1-90,-8 1 0,4 0 537,-3 0-537,4-1 90,-4 1-90,1-1 0,-3 0 89,1-3-89,-2 1 90,7-16-45,-4 0 0,-1-3-45,1 0 0,0-1 0,-1-5 0,-1 3 0,-2-6 0,-3 9 0,0 1 0,-1 3 0,-2-14 0,2 24 0,-4-7 0,2 5 0,-3-3 0,1 6 0,-10 1 0,7 2 0,-9 0-502,13 3 502,-2 0 0,-2 1 0,-5-3 0,3 2 0,-10-1 0,14 0 0,-7 1 0,9 0 502,-1 0-502,-1 0 0,-10 1-90,0 1 0,-2 0-1373,4 0 1463,5 1 0,-24 7 0,13-3 0,0 0 0,0 0 0</inkml:trace>
  <inkml:trace contextRef="#ctx0" brushRef="#br0" timeOffset="205334">19003 3805 5767,'6'-5'45,"1"3"-42,-2 10 3,0 2-4,2 20-1,-3-4-3076,0 6 3075,-4-2 0,-1 7-792,-2-11 1,0 3 0,-1-2 791,0 3 0,0-1 0,0 0 0,-1 1 0,1-3 0,0-7 0,-1 1 22,-2 5 1,-1 5 0,-1 1-1,1-4-255,-1 3 1,0 0 232,1-3 0,-2 4 0,1 0 0,1-5 0,0-5 0,0-1 0,-1 4 0,-1 4 0,-2 2 0,1-2 0,-2 1 0,0 1 0,1-1 0,-2 4 0,0 0 0,0 0 0,2-7 0,1 0 0,-1 1 0,-2 0 0,0-1 0,-2 0 0,-1 0 0,1-1 0,1-2 0,-3 4 0,2-4 0,-2 3 0,2-2 0,-1 2 0,-1 1 0,0-1 0,1-3 0,-7 5 0,1-2 0,-2-1 0,5-6 0,0-1 0,-1 1 0,0-1 0,0 1 0,-1 0 0,0 1 0,-2-1 0,-3 3 0,-4 0 0,0 1 0,1-2 0,3-3 0,3-2 0,3-3 0,-2 2 0,-2 0 0,-3 2 0,2 0 0,4-4 0,3-3 0,0 0 0,-9 4 0,-5 3 0,2-2 0,8-4 0,0-1 0,-2 2 0,0-1 0,-3 2 0,-2 0 0,2-1 0,3-1 0,-9 4 0,-1-1 0,8-3 0,-5 1 0,-2 1 0,2-1 0,3-1 3,2-1 0,3-2 1,-3 2-4,-5 1 0,-4 2 0,-1 0 0,5-1 0,4-3 0,3-1 0,-2 0 22,-5 0 1,-3 1-1,0-1 1,3 0-22,6-2 0,3-1 0,-4 0 14,-2 0 0,-5 0 0,-3-1 0,0 0 0,4 0 0,5-2-15,-3 0 0,1-2-17,-3 1 1,-5-1-1,-1 0 1,4-2 16,7-3 0,3 0 0,-2-2 22,-2-1 1,-2 0-1,0-1 1,1 0-23,3 0 0,0 1 0,1-1 0,-4-2 0,0-1 0,-3-2 0,-1-1 0,0 0 0,1 0 0,3 2-55,3 0 1,2 1 0,1 0 0,-3-2 54,-4-1 0,-2-1 0,-1-1 0,2 0 0,3 2 308,1 0 1,3 1-1,-1 0-308,0-1 0,-1-1 0,0-1 0,1 2 0,0-1 0,2 1 0,-4-2 0,0-1 0,-3-1 0,-2-2 0,2 1 0,5 2-209,2 1 1,3 2 0,-2-2 208,0-2 0,-4-2 0,0-1 0,3 1 0,4 3 0,2 0 0,3 1 384,-9-10 0,4 2-384,7 5 0,-5-11 0,7 12 0,1-1 0,-6-12 0,1 1 13,7 12 1,1 2-14,-2-4 0,0-1 0,0 0 0,1 3 0,1 2 478,3 6-478,2 6 1150,-4-6-1150,2 5 3136,-2-5-3136,3 6 0,-1-1 0,2 2 774,-1 0-1313,0 0 359,8 6 180,-1 1 0,4 3 0,-3-1 0</inkml:trace>
  <inkml:trace contextRef="#ctx0" brushRef="#br0" timeOffset="207379">14833 5249 5790,'7'-4'124,"0"3"-124,-4 2 0,0 3 0,-2 0 90,2 8-90,-2-5 0,3 27 0,-3-15 0,1 0 0,-1 1 0,0 5 0,-2 10-2783,0-12 2783,-1 6 0,0-13 45,-3 9 0,0 1-45,0-1-1016,-1 0 0,1 0 1016,1-9 0,-1 0 0,-2 7 0,-3 0 0,1 2 80,-4 2-80,5-12 45,-3 6 0,-1 1-45,1-4 0,1 0 0,0-1 0,2-5 0,-7 9 0,-5 3 0,0-1 280,-1 0-280,9-11 0,-6 6 0,-4 3 0,-4 1 0,0 1 0,0 1 0,-2-1 0,4-4 0,-1 1 0,2-3-275,-1-2 0,1-1 275,0 1 0,0 0 0,2-3 0,3-2 0,-3 2 30,0-1 0,-4 2 0,1 0-30,2-2 0,-1 0 0,-1 0 0,-3 3 0,-2-1 0,3-1 0,-7 2 0,0-1-219,8-3 1,-1 0-1,1-1 219,-1 1 0,-1-1-23,-6 2 0,-4 0 0,4-1 23,12-3 0,-2 0 18,-4 0 0,-7 3 0,-2 0 0,1-1 0,5-1-18,-6 0 0,2 0 0,7-1 0,-2 0 0,0-1 0,4 0-317,-7 1 0,5-1 317,5-2 0,2 0 0,0 0 0,-2 0 0,-7 1 0,-5 0 0,3 0 0,5-2 0,0 1 0,-2 0 0,-2 1 0,-2-2 0,-5-2 0,-2-1 0,4-1 0,7 0 0,-1 0 0,3 1 0,-4-1 0,-1-1 0,5 1 0,-4-2 0,2-1 0,-1 1 0,-2-1 0,0-1 0,-2-1 0,1 0 0,0 1 0,0-1 381,3-1 0,-1 0 0,0-2-359,2-1 1,0-1 0,0 0-1,1 0-22,0 0 0,1 0 0,-2-2-29,1 1 1,-3-2 0,-1-1 0,2 0 0,2 0 28,0-1 0,3 0 0,0 0 0,0 0 0,0 1 0,1-1 0,-3-3 0,3 1 2194,-1-1-2194,3 0 0,-4-4 0,2 1 0,3 3 0,-1-2-39,-1-3 0,-3-4 0,0-2 0,3 3 39,4 1 0,2 1 0,0 1-669,0-2 1,0 1 0,0-1 668,3 2 0,0-1 0,0-2 0,1-1 0,0-2 0,0 0 0,1 2 0,-3-5 0,1 0 0,3 7 0,-2-4 0,1 1 0,1 2-45,-1-8 0,1 1 45,-1 0 0,1-1-345,2 6 0,0-2 0,0 2 345,0-1 0,1-1 366,2-3 1,-1-3-1,2 3-366,0 8 0,0-1 0,1 0 0,-1-5 0,0 0 0,1 5 0,1 1 0,0 3 0,0-2 0,0 2 0,1-3 0,0 14 0,-1-8 0,0 10 2242,0-7-2602,1 4 260,0 7-169,0-6 1088,1 7 0,0 2 0,0 1 0</inkml:trace>
  <inkml:trace contextRef="#ctx0" brushRef="#br0" timeOffset="209296">11259 4865 5770,'0'-8'0,"-1"3"0,-1 1 0,-1 1 0,-3 0 0,1 1 0,-3 1 0,3 1-33,-1-1 49,-4 2-13,2-1 0,-2 1 0,4 0 0,3 1 2,-7 5-5,6-2 3,-4 5 0,5-4-3,1 1 3,-3 19-1,3-10-2,-1 5 0,1 0 0,1 5 0,1 9-3277,0-4 3168,1 1 112,-1-9 0,0 2-756,1 4 1,-1 3-1,1 0 756,-1-4 0,1-1 0,-1 4-34,0-1 1,0 5-1,-1 1 1,1-2 0,-1-5 30,1 10 0,0-3 0,-1-2 0,0 2 0,-1-2 0,0-1 0,-2-4 0,2-10 0,-1 2 0,-5 12 0,-3 6 0,2-6 1028,2-13 0,-1-1-1028,-3 8 0,-2 3 0,-4-2 0,-1-7 0,-2-2 0,-2-1 0,-2 1 0,-1-2 0,-1 1 0,-2-1 0,-2 1 0,-1-1 296,2-1 1,-2 0 0,-1 0 0,-1 0-1,1-1 1,-1 0 0,3-2-297,-1 0 0,2-1 0,0-1 0,0-1 0,0 0 0,0 0-495,-7 0 0,0-1 1,0 0-1,2-2 0,2-1 495,0-1 0,3-1 0,-3-1 0,2 0 0,-3-1 0,-1 0 0,1 0 0,3 0-87,-1 0 0,4 1 0,-6-2 87,1 0 0,-4-1 0,-5 1 0,0-1 0,0-1 0,3 1 0,5 0 0,-6-1 0,5 0 0,-4 0-233,5 0 0,-4-1 0,-1 1 0,0-1 0,2 0 0,5 1 233,-2-1 0,4-1 0,1 1 0,1 0 0,0-1 0,-2-1 19,-1 0 0,-4-2 0,1 0 0,4 0-19,-7 0 0,0 0 0,8 1 0,-3-1 0,-2-1 0,-1 0 0,1-1 0,-3-1 0,0 0 0,2 0 0,3 1-26,3 0 1,3 2 0,-3-2 25,-3 0 0,-4-1 0,-2-1 0,3 1 0,4 1 0,-6-4 0,3 1 0,9 4 0,1 0 0,-3-2 0,-5-1 0,-2-3 0,-1 1 0,4 1 0,3 1 0,2 2 0,0-1 0,-7-3 0,-1 0 0,1-3 0,5-1 0,-1-2 0,2 0 0,2 2 0,0-1 0,-1 0 0,3 1 0,-4-3 0,0-1 0,5 1 0,2-3 0,4-1 0,1 2 0,-2-3 0,0 0 0,2 1 0,-2 0 0,3 1 310,2 4 0,0 0-310,-2-3 0,-1-1 0,1 1 0,2 3 0,0 0 7,-2-2 1,-1-2-1,1 0-7,-3-10 0,1 3-642,-1-5 642,3 6 0,-1-4 650,6 4 0,1-3 0,0 4-650,2 7 0,0-1 0,-2-10 0,-1-4 0,1 4 320,0 6 1,-1 1-321,-1-9 0,-1 1-968,1 6 0,0 1 968,-1-3 0,-1-2 0,2 5 0,0-1 0,0 3 0,2 2 0,-1 0-219,-1-6 1,0-2 0,2 6 218,3 8 0,-2-9 0,1-1 0,3 13 0,-3-10 343,1 11-343,0 3 0,0-3 0,1 5 2269,0 0-2269,2 2 3276,-2-1-3160,1 1-116,1 0 0,-1 10 0,1 0 0,-2 12 0,0 4 0,0-1 0,-1-1 0,0 4 0,-2 5 0,-1 2 0,1-6 0,0 2-1093,-1 1 1,-1 2 0,0-1 1034,-1 1 1,1-1-1078,-2 8 1,1-2 1134,-1 1-172,5-14 1,1-4 171,3-10 0,-1 3 0,5-12 0,0 2 0,3-11 343,0-7-343,3-7 0,0-7 0,1-3 0,0-1 0,0-1 0,0 0 0,0 1 0,-2 6 0,0 4 0,-1-1 0,0 0 0,2-1 0,-3 9 0,0 1-172,2-6 1,1 3 171,1 7 0,-3 14 202,0 3-202,1 1 1099,9 9 0,4 4-1099,-3-4 0,2 1-733,4 3 0,3 2 1,-2-3 732,-5-3 0,0-1 0,2 0 0,-1-3-180,3-2 180,-9-4-6,10 4 1,-13-4-1,1 2 1</inkml:trace>
  <inkml:trace contextRef="#ctx0" brushRef="#br0" timeOffset="-191070.73">18393 2437 5734,'-2'-8'3,"1"3"13,6-1 1,2 1-6,3-1-5,-1 2 16,16-1-16,-12 4-3,10-2 3,-10 5-6,-3 4 0,-1 0 0,-3 5 0,-11 13 0,1-9 0,-10 10 0,-2 1 0,5-11 0,-1 1 0,0 1 0,6-5 0,7-1 0,1 4 0,5-5 0,18 12 0,-15-11 0,10 10 0,-17-2 0,-11 1 0,-6 6 90,-6-7-90,-4-5 0,-1-1-3277,4-3 3174,0 0 1,1-1 102,12-6 0,14-8 0,2-3 0</inkml:trace>
  <inkml:trace contextRef="#ctx0" brushRef="#br0" timeOffset="-190553.73">18790 2446 5809,'2'-6'105,"-1"0"75,1 2-91,-16 32-3366,7-14 2790,-2 5 0,0-1 487,2-3 859,3-2-859,6 9 0,0-7 0,11 2 0,2-1 0,1-4-443,12 9 443,-16-9 3172,-7-5-3172,-3 14 0,-8-6 0,-14 7 0,-5 0 0,-5-2-135,-1-1 0,1-3 135,8-9 0,1-2 0,14-8 0,4-2 0</inkml:trace>
  <inkml:trace contextRef="#ctx0" brushRef="#br0" timeOffset="-190305.73">18713 2507 5815,'-3'-7'9,"2"-1"81,2 4 0,14-9 0,5 5-1,15-3 1,2 1-90,-2 2-288,-4 1 1,-1 1-160,-1 1-361,-11 3 0,9 0 0,-15 2 1</inkml:trace>
  <inkml:trace contextRef="#ctx0" brushRef="#br0" timeOffset="-190021.73">19103 2502 6004,'12'0'449,"12"6"-449,-8 1-2979,9 4 2979,-11-3 904,0 0-814,3 3-90,-1-1-924,0 2 924,-1-2 0,0 2-540,3 2 360,-6-3 17,-1 0 163,-7-7 0,-3-2 0,0 0 0</inkml:trace>
  <inkml:trace contextRef="#ctx0" brushRef="#br0" timeOffset="-189834.73">19318 2493 5824,'-11'-1'90,"2"1"-90,0 6 0,1 1 45,-5 9 0,0 2-45,-3 3-60,-1 3 0,-3 5 0,3-4-3217,-3 5 2789,2-3 1,1-2 487,9-11 0,1-3 0,1 2 0</inkml:trace>
  <inkml:trace contextRef="#ctx0" brushRef="#br0" timeOffset="-189268.73">19581 2384 5824,'8'-10'180,"-2"3"89,12-2-269,-8 5 0,12-5 90,6 4 0,-2 2-90,9 1 0,-13 1 0,1 10 0,-14-5 0,4 7 90,-26 17-90,-8 1-909,8-10 1,1-1 908,-3-1 0,3-1 0,-2 13 0,7-11 0,4 5 0,24-5 0,-5-7 0,15 9 0,-11-6 0,2 10 0,-11-5 0,-14 4 0,-7 1 0,-9 0-45,3-6 0,-2-1 1682,-13 0-2129,10-9 492,2 0 0,9-6 0,8-1 0</inkml:trace>
  <inkml:trace contextRef="#ctx0" brushRef="#br0" timeOffset="-188772.73">20065 2456 6004,'2'-7'90,"0"1"629,2-1-539,-14 35-90,4-9-90,-1 1 0,0 0-1989,0 4 1989,4-12-2385,4 14 2385,1-13-1704,3 9 1704,1-16 0,13 5 0,-2-2 0,6 3 755,-10-3-755,-5 10 0,-8-10 1196,-9 11 0,-4 1-1286,-8-4 0,1 0 0,-1-1 2841,-7-3-3021,9-7 1,2 0-765,-5-1 1034,-3 0-526,17-6 526,2 0 0,-3-3 0,0-2 0</inkml:trace>
  <inkml:trace contextRef="#ctx0" brushRef="#br0" timeOffset="-188522.73">19970 2486 5824,'9'-17'359,"-3"7"-269,6-4 180,15-1-180,-10 7-45,-1 0 0,4 0-45,11 0 0,0 1-3277,0-2 2565,-1 2 0,-2 0 442,-17 4 485,3-1 0,-6 0 0,2 0 0</inkml:trace>
  <inkml:trace contextRef="#ctx0" brushRef="#br0" timeOffset="-186439.73">5363 2380 5824,'7'-7'90,"7"-1"-90,-6 5 45,10-2 0,3 0-45,-6 3 0,11-2 0,0 3 0,-5 5 0,5 0 0,-14 2 90,-15 9-90,0-7 0,-8 9 0,-1 0-3277,2-3 3162,-8 10 115,16-15 0,3 0 0,15 10 0,-6-5 0,7 5 0,1 2 0,-8-3-1280,8 11 1280,-18-15 0,-7 1 0,-7 1 0,-3 0 0,-1 4-135,-7 0 0,2-2 135,11-11 0,-7 5 0,18-12 0</inkml:trace>
  <inkml:trace contextRef="#ctx0" brushRef="#br0" timeOffset="-185972.73">5791 2526 5824,'-2'-14'449,"0"4"-449,0-2 180,0 5 180,-10 8-360,6 3 90,-7 10 0,1 5 0,2 11-812,2-10 0,1 0 722,5 12-3004,15-4 2915,-3-10 89,11 2-45,-3-20 0,2-6-1904,4-3 1904,-3 2 0,-1-2 45,-3-8 646,-5-4-646,-14-3 0,-2-1 2268,-1-7-2268,-7 10 0,-7-2 0,2 5-2268,-8 6 2268,3 2 0,1 3 0,6 12 2178,6 2-2268,0 2 90,1 16 0,5-11 0,1 10 0,10-11 0,1 0 0</inkml:trace>
  <inkml:trace contextRef="#ctx0" brushRef="#br0" timeOffset="-185553.73">6018 2499 5824,'-1'-7'180,"0"1"-1,-2-2 91,-1 3-180,-5 8 0,1 9 0,-1 4-90,4 9 45,7-3 0,1 0-45,1 4-45,8 1 0,4-2-3232,8-16 3162,6 5 25,-2-17 90,-14-10 0,-1-3 0,3 0 45,-12-15 0,-8-3-1179,-9 18 0,-2 2 1134,-1-8 0,-1 2 0,-1 10 0,-1 5-1063,-15 9 1063,12 0 703,-6 6-703,16 10 0,9-7 0,-2 10 0</inkml:trace>
  <inkml:trace contextRef="#ctx0" brushRef="#br0" timeOffset="-184989.73">6322 2438 6183,'26'8'270,"-2"2"-1616,5 4 1391,-10-3 0,1 2-1684,2 4 1,1-1 1600,-4-2 0,-1-1 38,1 2 0,-2-1-1633,2 3 1543,-11-9 90,6 4 0,-13-11 0,0-1 0</inkml:trace>
  <inkml:trace contextRef="#ctx0" brushRef="#br0" timeOffset="-184772.73">6541 2486 5824,'-5'-13'0,"1"5"90,0 1 90,2 3-91,-3 4 181,-15 25-3547,3 0 3264,5-7 1,1 1 12,1-1 0,1 0-388,-1-1 0,1 0 388,-5 10-321,0 0 1,11-18 0,-1 0 0</inkml:trace>
  <inkml:trace contextRef="#ctx0" brushRef="#br0" timeOffset="-184054.73">6798 2409 5914,'1'-8'90,"1"1"-90,0 4 90,13-3-90,-6 3 0,10-1 89,13 3-89,-18 2 0,16 0 0,-24 2 0,0 5 90,-11 7-90,3-2 0,-9 5 90,-6 2-90,9-9 0,-6 8 0,12-14 0,5 5 0,7-1-221,0 1 221,9-1 0,5 5 0,-9-4 45,-4 6 0,-6 2-45,-17 5 0,0 7-2136,-8-11 2136,5-7-2701,-16 9 2611,13-9 0,-9 5 119,16-13 0,6-5 0,-1-1 0</inkml:trace>
  <inkml:trace contextRef="#ctx0" brushRef="#br0" timeOffset="-183587.73">7176 2501 5824,'0'-8'180,"-1"3"-1,-1 0-89,-3 0 90,-5 3-90,3 0-90,-3 3 180,-5 21-180,9-11 90,-8 14-1107,12-14 1017,2-1 0,2 6 0,13 11 0,-6-7-90,10 4 0,14-14-2965,-18-6 3055,18 1 0,-24-8 0,7-8 0,-2-11 0,-2 4 680,-6-8-635,-16 3 0,-2 2-45,1 1 0,-1-1 0,-2 2 0,-8 12-180,6 8 0,-4-1-288,9 7 198,7-2 270,2 7 0,5-2 0,2 5 0</inkml:trace>
  <inkml:trace contextRef="#ctx0" brushRef="#br0" timeOffset="-183170.73">7426 2455 5914,'-1'-11'989,"-12"13"-899,2 4-90,-6 10-771,11 0 771,2 3 45,5-1 0,2 2-135,0 4-1659,8 11 1659,-3-24 0,5-1 90,-2-3 481,2 0-571,1-6-2716,14-10 2806,-11 2 168,-2-13 0,-5-6-78,-17-8-91,4 10 0,-1 1 1,-6 5 0,-4 4 45,-5 4 0,0 4-135,-5-4-439,-7 14 0,1 4 529,13 0 193,-1 3 0,1 0 1,7-1-1,0 0 1</inkml:trace>
  <inkml:trace contextRef="#ctx0" brushRef="#br0" timeOffset="-180523.73">6657 7650 5914,'2'6'180,"7"10"-91,-2-7-89,6 8-1303,-3-4 1348,3 2 0,3 4-1138,4 2 1,4 4 0,-2-2 1113,2 3 0,2 1-6,-4-9 0,4 4 0,3 0 0,0 1 0,-2-3 0,-5-4-603,7 3 1,-1-2 587,-1 1 0,4 2 0,2-1 0,-2-2-52,-3-6 1,-1-2-1,1-1 1,0 0 51,0-1 0,1-1 0,0 0 0,0 1-111,4 1 0,0 0 0,-1 0 0,0-1 111,6-1 0,-1-2 0,-4 0 418,-3 0 0,-1-2-418,-1 1 0,5 0 0,-4 0 0,4 0 0,4 0 0,-2-1 0,-2 1 0,-4-1 0,-3 1 0,1-1 0,4 0 0,0 1 0,3 0 0,3 0 0,0 0 0,1-1 0,-3 1 0,-2 0 0,7 0 0,-3-1 0,-1 1 0,0 0-209,0-1 0,-1 1 0,0-1 0,-2 1 209,3-1 0,-2 0 0,-3 0 518,-6-1 1,1 0-519,6-2 0,7-2 0,1 1 0,-6-1 0,1 1 0,0-2-208,-7 1 1,4-1-1,2 0 1,-2-1 0,-4 0 207,6-5 0,-2-2 0,-6 1 0,0 0 0,0-1 0,-2 1 0,-1 0 0,-1-1 654,3-2 0,1-2-632,-5 0 1,2-2-1,0-2 1,0 1-1,0 0 1,0-1-1,0 1 1,0-1-395,2-2 0,1 1 0,-1-1 0,-1 1 372,4-3 0,-1 1 0,-6 4 383,2-2-383,-11 9 1753,-3 2-1663,2-10-90,-5 10-1079,0-14 1079,-8 19 655,-2-3 1,-7 8-1,-3 2 1</inkml:trace>
  <inkml:trace contextRef="#ctx0" brushRef="#br1" timeOffset="-179806.73">10068 7849 5818,'0'-7'3276,"1"0"0,0 3-4726,5 7 564,-1 8 335,2 7 94,-4 1 332,-4 8 1,-3 3 41,-1-4 1,-1-1-945,1 4 1,0-1 370,0-7 1,0-4 656,3-7 1,0-3 1,1 1 0,1-3-1</inkml:trace>
  <inkml:trace contextRef="#ctx0" brushRef="#br1" timeOffset="-179503.73">10310 7956 19147,'5'-6'-1885,"-7"14"-165,-17 23 1202,1 0 600,1-3 1,-3 2 147,2-2 1,-1 2-93,2-5 0,1 2 0,0-1-1447,-3 4 1,1-1 758,1-2 0,1 0 551,3-2 1,2-2 292,1-3 0,0 1 1,3-4-1,5-12 1</inkml:trace>
  <inkml:trace contextRef="#ctx0" brushRef="#br1" timeOffset="-179022.73">10253 8283 11562,'4'-9'-1547,"6"-3"790,1 2 610,9-1 0,2 1 109,-2 1 2,2 1 1,1 1 4,-1 5 19,5 8-510,-10 5 442,-19 18 0,-8 5-33,-1-3 33,-3 1 1,-3 1-22,2-8 1,1-2-106,-3 8-629,4-8 1,1-1 594,4-2 110,5-10 150,9 8-66,0-11 92,18 0 0,7-1-9,3-4-550,-5 0 1,1-1 517,-6-1 0,-1 0-1475,4 0 0,-2-1 1356,-3 0 1,-1 0-45,5 1 1,-3-2-1,-4-1 1,4 0-1</inkml:trace>
  <inkml:trace contextRef="#ctx0" brushRef="#br0" timeOffset="-177006.73">11161 7812 5776,'6'5'48,"1"3"-48,-5-2 90,3 9 0,8 12-90,-4-6 30,4 0 0,3 4 0,0-2-30,3 2 0,1-1-829,-4-3 0,1 1 0,1-1 829,-1-2 0,2-1 0,1 0 22,5 1 1,2 1-1,1-1 1,-2-1-23,-2-1 0,-1-1 0,2 1 0,2 1 0,2 1 0,1 1 0,2-2 0,0-2 0,2-1 0,1 0 0,-2-1 0,-3-2 0,0 1 0,-3-3 0,3 2-514,1 1 0,5 1 1,0 0-1,-2-1 1,-5-3 513,2 0 0,-1-3 0,-5-2 0,3 1 0,3-1 0,0 0-226,4-1 0,2-1 0,2 1 0,-1-1 1,-2 0 225,0 1 0,-1 1 0,0-1 0,5 0 0,-8-2 0,5-1 0,2 0 0,1 0 0,0 0 0,-3-1 0,-2 1 0,-5-1 0,9 0 0,-6-1 0,2 0 0,-1 1 0,2 0 0,2-1 0,-2 0 0,-2 0 0,4-2 0,-4 0 0,2-1 0,-5-1 0,1 0 0,0-1 0,-1 0 0,1 1 0,-1 0 0,4-1 0,-5-1 0,3-2 0,2-1 0,0 1 0,-3-1 0,-4 2 10,-2 0 1,-4 0-1,2 0 115,5-2 0,2-1 0,1 0 0,-4 1-125,-3 0 0,-3 1 0,1-2-266,10-6 1,-1-1 265,-5 3 0,0 0 572,0-1 1,-1-2-543,-7 0 0,-1-2 0,-2 2-1265,8-8 1235,1-3 0,-3 2 0,-12 12 793,4-11-793,-5 10 0,0-1 0,9-15 1134,-1 5 0,-1 3-1134,-2 5 0,8-11 0,-16 23 0,5-7 0,1-3 0,-1 2 0,0-1-90,0-4 3366,-6 11-3519,13-20 243,-12 19 0,3-6 0,-6 11 0,-2 3 0</inkml:trace>
  <inkml:trace contextRef="#ctx0" brushRef="#br0" timeOffset="-175588.73">14480 7909 5824,'5'-5'90,"0"1"-90,-1 2 0,4 0 90,6-2-90,-4 2 0,5-1 90,11 4-90,-13 0 0,14 1 0,-18 1 89,3 6-89,-5 12 0,-1-3 0,-10 10 0,-14 2 0,-3 0-3277,4-2 3219,-4 2 1,1-2-98,11-16 155,-3 8 0,4 0 0,0-1 0,6-4 0,19-7 0,-8-4 0,13 0 0,1-6 0,-1-2 1725,3-1-1815,-8 1 0,-9 0-116,6-4 1,-2-1-1,4-4 1</inkml:trace>
  <inkml:trace contextRef="#ctx0" brushRef="#br0" timeOffset="-175256.73">14918 7924 5824,'2'-6'90,"1"1"0,-2 1-90,-4 14 0,-6 6 0,-4 8-2653,-2 3 2653,2-3-676,1 1 0,-3 6 0,2-3 676,3-7 0,-1 3-36,1 1 1,-4 5 0,1 2-1,0-1 1,2-7-55,2 0 0,0-2 90,-2 8 0,-2 3 0,3-6 0,2-3 0,1 0 0</inkml:trace>
  <inkml:trace contextRef="#ctx0" brushRef="#br0" timeOffset="-174739.73">14917 8173 5823,'9'-11'91,"15"-6"-1,0 3-90,3-1 0,-4 7 90,5 4-90,-10 2 0,3 6 0,-3 4 0,-8 6 0,7 6 0,-18 2 89,-10 8-89,4-10 0,1 4 0,1 0 0,5-7 0,0 12-266,4-16 266,1-2 0,5 16 0,-4-11 0,-6 11 0,-4 0 90,-12-1-1723,5-5 0,-1 0 1633,-12-1 0,0-2-1201,6-8 0,1-1 932,-9 6 269,-3-2-18,16-9 1,-1 0-1,-2 0 1</inkml:trace>
  <inkml:trace contextRef="#ctx0" brushRef="#br0" timeOffset="-172873.73">16103 7210 5734,'-3'-7'8,"0"2"17,2 0-8,1-1 20,3 0-34,-1 0 87,22-18-60,-6 9 0,3-2 0,0-1 0,-1 2 0,-1 0 0,2-1-1123,3-3 1,1 0 0,-1 2 1034,-2 1 1,-1 1 57,3-1 0,3 0-545,-4 3 0,3 0 1,0-1-1,0 1 545,0 0 0,-1 0 0,3 0-68,-3 0 0,2 1 1,1-1-1,2 1 68,3 2 0,4 0 0,0 1 0,0 1 0,-3 0 0,-5 2 0,-3 0 0,1 1 0,4-1-32,-3 2 1,3-2-1,2 1 1,1-1-1,1 1 1,-1 0-1,-1 1 1,-2 0 31,6 1 0,-2 2 0,0 0 0,-2 1 0,1-1 0,4-1 0,-1 1 0,0-1 0,-1 2 0,-4 0 0,-1 1 0,0 0 0,1 1 0,1 0 0,0 2 0,0 0 0,-3 0 0,-4 0 0,-3 1 0,3-1 0,3 0 0,3 0 0,0 1 0,-3 0 14,5 3 0,-2 2-14,-5-1 0,-1 0-14,1 0 0,-1 1 14,-3 0 0,-2-1 0,0 2 174,0 1 1,4 3-1,-3-1-174,9 5 0,-2 1 0,6 4 0,-7-1 0,-10-7 0,-2 0 0,6 5 0,-2-1-523,2 5 523,-14-13 720,4 5 1,0 0-721,-1-2 45,3 6 0,1-2-45,-7-7 0,3 3 2723,-6-7-2723,-2-5 504,0 2 1,-2-8 0,0-1 0</inkml:trace>
  <inkml:trace contextRef="#ctx0" brushRef="#br0" timeOffset="-172073.73">19056 6724 5804,'-1'-8'20,"5"-8"-20,-1 10 0,4-6 90,-2 9-90,9-5 90,11-2-2834,-4 2 2744,5 0 698,7 5-698,-17 2 0,17 2 0,-23 5 0,-5 6 0,-2-2 90,-10 7-90,-17 10 0,10-11 0,-10 8 2135,18-17-2135,-2 5 0,4 1 0,-1 0-383,5-1 383,1-6 0,10 14 0,-5-9 0,5 9 0,-5 2 0,-9-3 0,1 5 0,-15-5 0,-14-1-2399,9-5 2309,-9 3 380,3-4-290,17-7 0,-12 4 0,20-7 0</inkml:trace>
  <inkml:trace contextRef="#ctx0" brushRef="#br0" timeOffset="-171723.73">19478 6687 5812,'7'-7'12,"-1"0"-12,-1 0 0,2 0 180,0-1-90,-1 2-90,-2 9 0,-6 2 89,-3 11-754,-3-1 665,-1 3 0,-2 4 0,-3 4 0,-1 2 30,3-5 0,-1 1 0,0 1-1117,-4 4 0,0 0 0,1-2 1042,3-2 0,0-2 45,-8 8 0,3-4 0,10-16 0,-6 8 0</inkml:trace>
  <inkml:trace contextRef="#ctx0" brushRef="#br0" timeOffset="-171123.73">19534 6849 5824,'8'-7'90,"1"-2"0,-7 12 0,-1 2-90,-6 8 0,-9 14 44,3-7 1,0 1-45,-6 10 0,4-3 0,1-3 0,7-13 0,-1 11 0,8-21 0,5 1 0,9-7 0,-5 2 0,7-3 0,9-1-3277,-10 2 3162,10-1 115,-15 3 0,-1 0 0,5-2-556,-4 0 556,2-2 0,2-14 0,-8 10 0,7-12 3116,-7 7-3116,-2 3 0,2 0 90,-6 42-60,-4-7 0,-3 5 0,2-1-30,0 1 0,1 0 0,-1-1-854,-1 2 1,-1 1 0,1-5 853,3-5 0,-1-2-579,1 6 579,1-12 0,-1 5 0,2-15 0</inkml:trace>
  <inkml:trace contextRef="#ctx0" brushRef="#br0" timeOffset="-164573.74">18054 2596 5734,'-6'-12'90,"-2"-2"90,-11-8-180,7 8 0,-4-5 89,-1-1 1,-5-2-68,2 6 1,-4-1 0,-1-1-1,2 1-22,0-2 0,1-1 0,-5 0-127,2 5 1,-4-2-1,-3 1 1,0 0-1,1 2 1,3 2 126,-9-1 0,4 4 0,-2 0-786,2-1 1,-1-2 0,0 2 0,2 1 785,-1 1 0,2 2 0,2 1-39,5 1 0,-2 2 39,-1 0 0,-5 0 0,-3 1 0,1 0 0,4 0 0,-2 1 0,4 1 0,-5 0-67,2 0 0,-5 1 0,-2 0 1,-1 1-1,3 1 0,4 0 67,-7 4 0,4 1 0,0 1-407,5-2 0,-1 1 1,1 0-1,2 0 407,2 0 0,1 0 0,0 1 471,-3 4 0,-1 3 1,0-1-1,4-2-471,3-1 0,1 0-242,-7 3 1,-3 4 0,4-1 241,4 2 0,4-2 0,5-4 0,0-1 0,-6 9 0,0-1 0,2 3-1428,2 4 1428,8-13 404,-4 7 0,11-19 0,-3 3 1</inkml:trace>
  <inkml:trace contextRef="#ctx0" brushRef="#br0" timeOffset="-164073.74">15970 2472 5804,'-2'6'20,"0"1"-20,3 0 0,-2 1 0,2 13 0,-1 0 0,0 7 0,1 7 45,0-14 0,2-1-45,0 12 0,2 2 0,7-21-3277,3-9 3162,4 2 115,0-11 0,9-8 0,-8 1 0,3-4 0,-1 2 0,0 1 0,-1 0 0,1-2 0,1-1 0,-4 3 0,4-3 0,-1 0 0</inkml:trace>
  <inkml:trace contextRef="#ctx0" brushRef="#br0" timeOffset="-162640.74">13357 2353 5734,'7'-4'3,"4"-2"19,-6 3 14,6-3-8,-4 3-27,2 0-1,1 0 0,7 1 90,14-2-90,-6 1 0,4 0 0,5 4 0,-17 1 0,12 11 0,-28 2 0,-5 8-1639,-7 1 1,-2 1 1523,-1 2-412,2-4 0,0 0 617,-2 4-1648,2-2 1558,1-2 0,3-5 0,3-3 0,2 5 0,2-7 325,9 1 1,1-16-1,7-2 1</inkml:trace>
  <inkml:trace contextRef="#ctx0" brushRef="#br0" timeOffset="-162239.74">13748 2349 5734,'4'-8'53,"-1"1"74,-1 2-127,-19 34-3277,11-20 2834,-5 9 1,2 0 1302,5 3-860,5-1 0,2 7 0,4-8 0,14 11 0,-11-16 0,10 11 3276,-10 3-3160,-8-10-2202,3 12 2086,-11-16 0,-4 2-1396,-5-2 1,-1 0 1395,-5 4-226,-5-1 1,1-3-1,12-10 1,-13 4 0</inkml:trace>
  <inkml:trace contextRef="#ctx0" brushRef="#br0" timeOffset="-161989.74">13741 2457 5751,'-7'-12'73,"3"5"-73,4-4 0,4 8 0,4-2 0,9 1 90,11 0-3367,4-1 2793,-13 3 0,1 0 437,15-1 1,2 0-131,-7 0 1,0 0-1,-4 1 1,1 0-1,-2-1 1,0 0 0,0 0-1</inkml:trace>
  <inkml:trace contextRef="#ctx0" brushRef="#br0" timeOffset="-161723.74">14215 2436 5824,'-5'7'90,"4"-1"-90,3-1 90,3 0-90,1 2 45,8 6 0,2 3-3322,1 1 2789,0 0 1,1 1 487,-3-3 0,-1 0-1499,5 4 1499,8 7-343,-18-15 343,-2-4 0,-3-2 0,1 0 0,-3-2 0,0 0 0</inkml:trace>
  <inkml:trace contextRef="#ctx0" brushRef="#br0" timeOffset="-161535.74">14365 2529 5770,'-4'-8'20,"-3"-3"-12,2 4 3,-1-1 4,3 6-15,-14 11 0,2 5 0,-8 6 0,12-4 0,0 0-964,-1 4 964,2-3 0,2-1-3,-1 3 3,2-1 0,1 0 0,1 1 0,-2 11 0</inkml:trace>
  <inkml:trace contextRef="#ctx0" brushRef="#br0" timeOffset="-161090.74">14535 2393 5756,'3'-8'68,"1"1"-3345,5 2 893,-1 2 2474,4 1 614,9 1 1,1 0-615,-1-1-90,5 1 0,1-1 860,-3 0-860,3 0 0,-4 2 90,-20 23-90,-5-7 0,-4 1 0,-3 1 1638,-3 7 0,-1 0-1580,5-3 0,0 1-58,-4 7 0,1-1 0,2 6-45,7-15 0,1-2 45,1-4-90,3 12 90,8-20 0,-4-3 0,10-3 0,-6-4 0</inkml:trace>
  <inkml:trace contextRef="#ctx0" brushRef="#br0" timeOffset="-160673.74">15005 2375 5824,'-3'4'180,"2"-4"-180,-8 13 90,-8 11-1,3 4-89,6-9 0,2-1 0,1 8 0,9-10 90,16 3-3367,-2-3 3162,6 5 115,-9-8-1624,-5 1 1624,-5-5 0,-12 26 0,-1-21-992,-12 17 992,7-21-90,-4 3 2185,-15 5-2095,9-7 0,-4 0 0,19-11 0</inkml:trace>
  <inkml:trace contextRef="#ctx0" brushRef="#br0" timeOffset="-160423.74">14957 2373 5824,'23'-12'180,"-9"4"-90,16 1-90,-5 2 0,2 0-135,-6 2 0,1-2 135,3 1 0,2-2 0,-2 1 0,-3 0 0,0 0 0,2-2 0,-1 1 0,12-4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51:07.05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4519 5461 7263,'4'-6'3276,"-1"1"-2954,-6 2-142,0 1-180,-5 1 0,2 1 90,0 0-90,1 0 90,-3-1-90,0 1 90,1 0-90,-1-1 0,3 1 0,-1 0 0,1 0 0,-1 0 0,22-1 89,-7-1-89,19 0 90,-11 0-90,15-1 90,-4 0-1219,11-1 1129,-7 2 90,-1-1-90,0 1 0,-1 2 0,-4-1 0,-3 1 90,-1 0-90,0 0 0,-2 0 0,-3 0 0,-1 1 0,-3 0 0,0-1 0,-2 1 0,1-1 0,-2 0 0,0 0 0,-3 1 1219,-2-1-1219,0 1 90,2-1-90,-3 0 90,2 0-90,-2 1 90,0-1 0,1 1-90,0-1 90,-1 1-90,-2 3 0,-2 2 0,-1 0 0,0 1 0,0 0 0,0 2 0,1 4 0,-1 2 0,0 14 0,0-8 0,1 1-737,-1 0 1,1-1 736,-1 4 0,1 0 0,-1 12 0,2 1 0,-2 0 0,4 1 0,-2-2 45,1-12 0,0 0-45,1 10 0,0 6 0,0-18 0,-2-5 0,1-2 0,0-2 0,-1 2 0,1-4 0,-1 4 90,1-6-90,-1 0 0,-1-3 1653,1-3-1473,-1 3-90,-1-3 0,0 2 0,-1-2-90,-2-2 0,1 0 0,-2 0 0,1-1 0,0 1 0,-2 0 0,0-1 0,-1 1 0,-1 0 0,0 0 0,-3 0 0,0 0 0,-2 0 0,-10 3 0,4-3-554,-7 2 554,6-1 0,-4 0 0,-1 0 0,-4 0 0,0 0 0,-1 0 0,2-1 0,2-1 0,-8 0 0,10-1 0,-7-1 0,12 1 0,1-1-54,2 0 54,3 0 0,0 0 0,3 0 0,0-1 0,2 1 0,0 0 551,1 1-551,1-1 57,1 1-57,-2-1 0,3 0-90,-3 1 90,2 0 0,-1-1 0,1 1 90,1-3-90,3-2 89,2-1-89,1-2 0,1 1 90,-1-2-90,2-3 0,-1-3 0,2-5 90,1-19-90,-3 13 0,0 0 0,-1-1 0,1 0-890,-1-3 1,-1 1 889,0 7 0,0 0 0,-1-3 0,0 0 0,1 0 0,-1 0-362,1 2 0,-1 0 362,1 1 0,-1 1 0,2-17-900,-2 3 900,1 5 0,0 4 0,0 6 0,-1 4 0,1 2 0,-1 3 0,0 0-90,0 3 1528,0 0-1438,0 1 594,0 1-1403,-2 1 1280,0 7-1100,0 1-2648,0 4 3241,2 1 1,0-3 0,1 1 0</inkml:trace>
  <inkml:trace contextRef="#ctx0" brushRef="#br1" timeOffset="9417">14167 11885 24458,'-1'-8'-3277,"-1"0"0,3 3 704,1 2 3067,1 0 630,2 1-222,0 1-97,2-2-889,3 2 1568,4-1 127,3 2-541,23-3-996,-5 2-91,-8 0 1,4 0-943,5 0 1,5 0 0,-2 1 915,-11 0 0,0-1 1,2 1-534,4 0 0,3 0 1,1 0-1,-3 0 546,-2 0 1,-3 1 0,1-1-524,1 0 0,1 1 0,-1-1 420,2 1 0,-1 0 0,1-1-305,1 0 1,-1 0-1,1 1 286,0-1 0,0 1 1,1 0 40,-1-1 1,0 0 0,3 1 3,0-1 0,3 1 1,0 0-1,-2-1-63,2 1 1,-2-1-1,3 0 87,-4 1 1,4 0 0,2-1 0,-2 1 0,-5-1-65,4 1 0,-4-1 0,1 0 130,-3 1 1,2-1-1,0 1 1,-1-1 46,6 0 0,-1 0 1,-2 0-29,-9 1 1,-2-1-1,1 0-1,5 0 1,1 0 0,-3 0 1,-1 0 0,-4 0 379,-2 0 1,-1 0-333,-2 0 1,-2 0 1375,12 0-1236,-7 0 1438,-5-1-1433,-5 0 2536,-2 0-2500,-4 1 1267,-1-2-1219,-2 2 656,-1-1-467,-1 0 261,0-1-521,0 0-1167,0 1-1793,2 0 2710,-3 1 0,1 2 1,-1 1-1</inkml:trace>
  <inkml:trace contextRef="#ctx0" brushRef="#br0" timeOffset="11499">9086 5541 11131,'1'12'269,"-2"-1"-179,-1-3 0,-2 1-90,0 1 90,-2 8 0,1-3-90,-2 7 90,2-1-486,-2 2 486,0 5-90,-4 11 90,5-10-90,-2 7 0,4-12 0,-1 0-567,1 2 567,0-4 0,1-2-139,0-4 139,1-1 90,0-1-90,0-1 364,0-1-364,0-2 673,0-1-673,-1-1 245,2 0-245,-1-2 0,1 0 90,-1 0-90,0 0 90,0-1 0,-1-2-90,9-7 0,-2 3 0,6-4 0,-3 6 0,-1 1 90,1-1-90,2 2 0,1 0 0,3 0 0,0 0 0,4 1 0,-1 1 0,5 0 0,-1 0 0,3 0 0,1-1-661,0 1 661,2-1 0,-2-1 0,-1-1 0,-3 0 0,-1-1 0,-2 0 0,-1-1 0,-1 0 90,-2 0-90,-1 0 0,-1-1 0,-1 0 0,-2 0 661,0-1-661,-3 1 0,1-1 0,-1 0 0,0 0 0,-1 0 0,0 0 0,0 0 0,-1 0 0,1-2 0,-1 0 0,0 0 0,-1 0 0,-1-1 90,-1 0-90,0-4 0,0 2-90,0-3 180,1 3-180,-1-1 90,1-2 0,0-2 0,1-1 0,1-2 0,0-3 0,0 0 0,0-3 0,0-3 0,0 1 0,2-9 0,-1 8-503,0-3 503,-2 9 0,0 1 0,0 3 0,0-4 0,0 6 0,0-3 0,0 7 0,-2 0 0,1 2 503,0 1-593,0 0 90,-1-2 0,1 1 0,-1 0-90,1 0 90,-2 2 0,-2 0 0,-5 2 0,0 2 0,-4 1 0,1-1 0,-3 2 90,-3-1-180,-3 0 90,-6 0 90,-2 0-878,-5-1 788,-2 1 0,-3-1 0,17 1 0,0-1-454,-2 0 0,1 1 454,-1-1 0,1-1 0,0 1 0,1 1 0,-18-2-1330,1 0 1330,4 1-90,4 0-438,5 0 348,7 0 392,3 0-572,3 0 790,3 0-1059,2 0 1008,2 1 0,14 2 1,3 0-1</inkml:trace>
  <inkml:trace contextRef="#ctx0" brushRef="#br0" timeOffset="12141">13599 5619 10141,'5'-9'0</inkml:trace>
  <inkml:trace contextRef="#ctx0" brushRef="#br0" timeOffset="12952">13608 5606 9871,'7'-4'540,"0"3"-450,-3 2-90,1 11 90,-4-5 0,1 20 0,-7 13 73,0-1-839,0-15 0,0-1 758,-2 7 93,0-2-715,-1-1 627,1 0 2,1-4 88,-1-1-160,0 5 85,0-2-96,0-1 89,1-3-93,3-9-1,0-2 1393,0-1-1302,1-1 755,0-1-843,0-2 89,1 1-183,-1-1 181,1-1 0,0 1-91,2-1 1,1-1-96,4-3 3,1-1 91,6-1 1,-3 1 0,6 0 0,4 1 0,-3-1 0,7 2 0,-5-1-560,6 2 560,-3-1 0,3 1 0,-3 0 90,-3 0-90,0 0 0,-2 0 0,-1-1 0,-1 1 0,-3-1 0,1 1 0,-4-1 0,4-1 0,-4 1 90,1 0 470,-4-1-560,1-1 90,-2 0 0,1-2 90,-1-1-90,-3 0 0,2-2 0,-3 2-90,0-1 179,0-2-89,-1-4-90,1 1 90,-1-3-90,0 4 68,0-1-8,1 2 5,-1-1 85,0-1-87,0-3-2,1 0 9,0-2-4,2-3-59,2-16 9,0 6-3,3-13-3,-3 20 1,0 0 1,1-1 0,0-1-362,0 2 1,0 1 367,4-15 6,-5 15-12,-1 5-1,1-5 0,-1 8-6,-1-3-5,0 5-6,-1 1 5,1-2 722,-2 3-723,-6 6-21,2 1 11,-5 5 70,4-2 18,0 0-7,-5 1 78,-4 0-102,-2 0-2,-4-1 5,2-1-33,-16-2 0,-6-1-88,6 0 1,-2 0-558,-2 0 0,-4 0 0,2 0 579,8 0 0,1 0 0,1 0-111,-11-1 0,3 2-1402,11-1 0,3 1 1167,-8 2-77,17-1-81,4 2-2722,3 1 2949,11 2 1,12-1-1,12 1 1</inkml:trace>
  <inkml:trace contextRef="#ctx0" brushRef="#br0" timeOffset="14452">18137 5588 10051,'-4'-5'-360,"-1"-1"360,3 3 180,-3-3-90,2 2 180,-1 0-90,1 0 0,0 2 180,0-1-270,-2 5-90,2 0 0,-1 6 90,3 0-90,-1 4 0,-3 20 0,1-7 45,1-6 0,-1 4-15,-2 6 0,0 4 0,0-3-30,-1 1 0,1 0 29,-1 4 1,-1 3 0,0-2-30,0-1 0,1-4 0,-1 9 45,2-10 0,0-3-45,4-12 0,-3 12 90,4-22 0,0 0 360,0 0-360,9-9-90,-1 3 0,9-7 90,10 5-90,-7 1 0,17 2 0,8-1 0,-16 1 0,-1-1 0,2 1 0,4 0 0,1-1 0,-2 1 45,7-1 0,-4-1 135,-11 1 0,-4-1-90,-4 0 0,5-1 90,-11 0-1,-4 0-89,1 0-90,-1-1 90,-3 1 0,0 0-90,0 0 90,-1 0-90,0-2 0,-2 0 90,-1-6-90,-1 2 90,0-3-90,0 2 0,1-1 0,0-2 0,0-2 0,0-13 0,0 5-1152,1-14 1152,0 7 0,1-4 0,0-2 0,0 1 0,1-1 0,-1 5 0,0 2 0,0 6 0,-1 3 0,1-3 0,-1 8 0,0-4-90,1 10 90,-1 0 0,0 2 0,0 1 1242,0 1-1242,-4 6 0,0-2 0,-4 5 0,2-4 0,-19-1 0,2 0-1255,-15-2 1255,4 1 0,-7 1 0,19 0 0,-2 1 0,-3 0 0,-1-1-90,0 2 0,-3-1-150,-3-1 0,-3 1 0,2 0-807,5 0 1,1 0 0,-1 0 416,-11 1 0,-2-1 1,3 1-464,8-1 1,1 1 0,1 1 929,0-1 0,0 0 1,0 0-1,-7 0 1,-1 1-1,1-1 1,-2 1-1,0-1 1,1 0-1</inkml:trace>
  <inkml:trace contextRef="#ctx0" brushRef="#br0" timeOffset="35599">22515 1084 8432,'6'-3'1799,"-5"8"-1799,-1-1 90,-5 8-90,2-4 90,0 3-90,0 2 90,1 1-90,-1 1 0,-1 7 90,0-1-90,0 4 0,1-4-442,1 0 532,0 0-90,0-2 0,0 1 0,1-1-90,-1 4 0,1-6-90,-1 2-90,2-8 0,-1-2-90,0-1-1529,1-2 1889,0-1 0,0-2 0,1-1 0</inkml:trace>
  <inkml:trace contextRef="#ctx0" brushRef="#br0" timeOffset="36102">22524 893 9062,'-6'-6'90,"-1"1"-90,4 2 180,-1 0-90,1 1 0,-1 1 0,0-1 89,-1 1-89,-3 2-90,1 1 90,-3 4 0,0 2-90,-4 3-130,-2 6 130,-4 4-452,0 5 452,-3 4 90,1 4-45,6-7 0,0 1-45,4-6 0,0 1-1053,-3 7 1,1 0 1097,5-9 0,0-1-45,0 8 0,2 2-375,0-3 1,2 0 374,1 1 0,1-1 0,2-4 0,2-2 0,4 8 128,8 7-128,0-11 80,6 5-80,-4-14 90,2-2-90,0-4 0,2-2 1925,-2-3-1925,0-2 814,2-3-814,4-3-805,3-3 805,2-3 90,3-5-90,0-4 0,1-7 45,-16 12 0,-1-2-332,0-1 0,-1 0 287,0-3 0,-2 0-632,1-1 0,-1-1 632,-1-2 0,-1-1 0,0 1 0,-2-2 0,0 0 0,-1-1 0,-1 1 0,-1-1 0,-2 0 0,-1 1 45,0-1 0,-2 1-45,-2 0 0,-1 1 0,-1 0 0,-2 1 0,-1 1 0,-2 0 0,0 1 0,-2 1-1011,0 2 1,-2 1 1010,-1 1 0,-1 2 0,-7-2 0,-2 3-11,-13-3 11,13 8 0,-1 3 0,-4 7 0,2 3-90,6-1 0,1 1-32,-7 3 0,2 2-238,-5 9-90,7 0-809,3 3 1017,5-1 242,5 0 0,1 6 0,3 0 0</inkml:trace>
  <inkml:trace contextRef="#ctx0" brushRef="#br0" timeOffset="36828">23124 954 8522,'-4'-6'180,"0"2"90,0 2-180,-2 2 0,1 1-90,-1 1 90,2 0 0,-2 1 90,-2 1-180,1 1 90,-3-1-1,3 0-89,0-1 90,-5 3 0,4-2-90,-2 3 0,2-1 0,0 0 0,-1 2 90,0 0-90,2 1 0,-2 5 0,3-2 0,1 16 0,6-11 0,3 9 0,2-9-640,3 4 640,1-1 0,4 3 0,1-1 90,1-1-455,0-1 365,0 0 0,1-1 0,-1-1 0,6 6 89,-7-8-89,2 2 0,-8-8 0,-3 0 0,1 2 0,-3-3 616,-1 2-616,-3-5 390,-2 1-300,-2-1-90,-2 0 0,-2 0 0,-2-1 0,-4 1 0,0-1 0,-2 1 0,-1-2 0,0 1 0,2-2 0,0 0-90,3-1-180,2 0-89,1-1-811,1 0 1170,1-1 0,4 1 0,1-1 0</inkml:trace>
  <inkml:trace contextRef="#ctx0" brushRef="#br0" timeOffset="37908">22904 1043 8972,'-5'-2'899,"2"0"-899,-6 8 90,2 0-90,-1 3 90,-2 0-90,-2 5 90,0 1-618,-3 6 528,1 0 0,0 4-746,0-1 746,3 3-519,1-2 609,2 3-90,3-3 0,2 0 90,4 10-90,4-8 0,1-4 0,2 0 0,12 11 90,1-1-1128,3-7 1038,-6-12-90,0-2 184,-1-4-274,-1-2-90,-2-3-90,0 0-809,-2-3 1073,1 0 96,-2-2 0,6-3 0,0-1 0</inkml:trace>
  <inkml:trace contextRef="#ctx0" brushRef="#br0" timeOffset="38435">23279 1309 9242,'1'-5'449,"0"-1"181,0 2-90,1-1-360,1 2 449,6-1-449,-2 2 270,14 0-180,-3 1-90,9 1-180,-8 0 0,6 1 0,1 1-900,1-1 675,-5 0 0,0 1-3052,-6-2 3129,-9 0 1,0 0-1,-2-1 1</inkml:trace>
  <inkml:trace contextRef="#ctx0" brushRef="#br0" timeOffset="38828">23505 1184 10051,'-3'-7'990,"-1"-1"-900,9 9-90,-3 0 90,6 4-90,-3 0 90,0 0-90,4 4 89,-1-2-89,4 5 90,-4-6-90,5 6 90,0-2-90,-1 0 0,0-1 0,-6-4 90,1 0-90,-4-2 0,2 3 0,-6-2 0,-2 0 0,-3 2 0,-2-2 0,0 2 90,-14 10-180,8-6 90,-15 13-180,15-12-629,-11 11 269,13-11-809,-4 4 1349,8-5 0,2 1 0,-2 2 0</inkml:trace>
  <inkml:trace contextRef="#ctx0" brushRef="#br0" timeOffset="39611">24018 1056 9332,'-1'-9'449,"-2"2"-269,-1 4-180,-3 2 90,1 2 0,-4 0 0,2 1-90,-3 2 90,0-1-90,-3 3 90,1 0-90,-2 1 90,0 1-90,0 2 90,0 1-90,1 1 0,2-1 90,2 1-90,3 0 0,1 1 0,2 1 0,2 1 90,2 0-90,1 1 0,2 1 0,1 1 0,4 1 0,0-1 0,1 0 0,2 1 90,4 6-180,-3-6-364,3 5 454,-6-11 0,-1-1 0,-2 0 0,-1-2 0,-1 0 0,-2 0 0,-1-1 0,-1 0 0,-2 0 0,-4 2 634,-4 2-634,-6 1 0,2-2 0,-1-3 0,5-3-90,-3 0-90,4-1 0,-2-1-180,4-1 0,1-1-1888,2-1 2248,-1 0 0,2-1 0,1 0 0</inkml:trace>
  <inkml:trace contextRef="#ctx0" brushRef="#br0" timeOffset="40068">24204 1380 9152,'-6'-5'539,"0"1"-449,0 3 0,0 1 90,0 1-90,-1 0 90,-11 5-90,7-1-90,-8 5 90,9-4-90,0 2 0,2 0 90,-4 7 0,4 2-90,-1 1 0,6-2 0,2-4 0,3 0 90,0 0-90,2 0-90,1-1 90,3 1-90,1-2-90,8 5-450,3-3 181,0 0-631,-1-5 361,-7-4 719,1-2 0,3-2 0,3 0 0</inkml:trace>
  <inkml:trace contextRef="#ctx0" brushRef="#br0" timeOffset="40785">24387 1486 9781,'2'-7'1979,"-3"0"-1709,-1 3-90,-4 2-90,1 2 90,-5 4-180,2 0 90,-2 2 0,2 0-90,0 0 90,1 1-90,0 1 0,-1 0 0,3 0 0,-1 0-90,2 0 0,0 3 0,0-3-180,2 5 90,2-7 90,0 2-90,2-4 90,2 0-90,-1-1 1,2 0 89,0-1 0,0-1-90,1-1 90,-1 0 0,1-1 0,0 0 0,0-2 0,0 0 90,-1-1-90,1 0 90,-1 0-90,0-1 90,-1 0 0,1 0-90,-2 3 0,0-1 90,2 4 0,-2-1 0,2 4 0,-2-1 0,2 4 0,-2-3 0,2 1 0,-1-2 0,1 0-90,-1-1 180,2-1-90,0 0 0,1-1 0,5-2 0,-2-2 90,4-2 0,-2-1 0,-1-2 0,0-2 0,-1-1 90,1-4 0,-1-3-90,1-3 90,-3-2-540,1-2 450,-3-2 0,0 0 0,-1-2 0,-1 4 0,0 1-3243,-1 4 3153,-1 3-240,1 3 240,-2 2 376,2 0-286,-3 6-90,0 9 0,-1 4 3276,-1 10-3241,1 0-35,-1 2 0,-1 3 515,0 4-515,-2 11 0,1-7 0,0 6 90,1-7-90,2-7-180,0 18-270,3-16 180,-1 5-179,2-13-181,0-7-809,0-1 90,0-3 1349,2-1 0,-1-1 0,1-1 0</inkml:trace>
  <inkml:trace contextRef="#ctx0" brushRef="#br0" timeOffset="41199">24721 1490 10051,'0'9'1170,"2"-1"-991,1-5 1,1-1 90,4 0-90,-2-1-90,3 0 0,-2-1 0,1-1 0,0 0 0,1-2 0,-1 0-90,0-2 0,-1-2 90,0-1-90,0-2-90,-1-6 90,-2 3-90,-4-17 90,-3 17 0,-4-8 0,2 16-90,-10 6 90,-1 7 0,-4 3 0,6 11 0,1 3 0,3-1-273,1 1 1,2-1 272,5-5 0,3 3 0,0-3 0,4 5 0,1-3 0,6 11 0,-2-13-180,9 11-360,-4-15 90,0-1-1708,0-6 628,-7-6 1666,1-2 1,-4-2-1,-1-1 1</inkml:trace>
  <inkml:trace contextRef="#ctx0" brushRef="#br0" timeOffset="41553">24094 1975 10951,'-2'-8'1169,"3"2"-359,18 3-630,-4 2-91,14 1 91,-5 2-45,1-1 0,2 0-225,7 0 45,-9-1 0,0 1-584,2-2 179,-9 1-270,1-1-1079,-8 0-539,-4 0 2338,-1 0 0,-3 0 0,-2 1 0</inkml:trace>
  <inkml:trace contextRef="#ctx0" brushRef="#br0" timeOffset="41842">24197 1990 11311,'7'1'449,"0"2"-359,-4 0 90,0 2-90,-2 1 90,1 3 90,-1 10 0,-1 4-180,0 5 0,0 7 0,-1 1-1,0 0-253,0-13 1,0 1 208,0-2 0,-1-1-980,0 11 845,0 4-540,2-1 630,8 1 0,-4-8 0,3-5 0</inkml:trace>
  <inkml:trace contextRef="#ctx0" brushRef="#br0" timeOffset="42057">24081 2479 11850,'5'5'630,"1"0"-360,1-4 0,7 1-1,16-1-448,-6-1-316,-3-1 0,0-1-1888,1-1 764,7-4-180,-7 0 1799,-2-1 0,3-4 0,-2-1 0</inkml:trace>
  <inkml:trace contextRef="#ctx0" brushRef="#br0" timeOffset="42529">24466 2349 11670,'-2'-8'3149,"-2"12"-2880,1 7-269,-2 12 0,-1 4-315,1-5 1,0 0-91,-2 6 0,1-4 315,5-9 0,6-18 0,16-27 0,2-6 0,-2 6 60,-2 5 0,3-3 1,-4 8 29,-3 11-90,12-2 90,-17 28 0,-2 7 0,1-3 0,-1 1 0,0 0-90,-2-4 0,-2-5-450,4 5 180,-4-10-180,1 1-1258,-2-5-271,1-2 2069,0 0 0,4-4 0,1-1 0</inkml:trace>
  <inkml:trace contextRef="#ctx0" brushRef="#br0" timeOffset="42857">24790 2296 12480,'-4'7'719,"1"-1"-539,2-1 0,1 2 0,-1 0 90,2 8-180,0-3 0,1 6 0,0-1 0,0 0 0,1 1 0,2 7-180,-1-6 90,0 3-90,0-10-90,-1 2-180,2-3 270,1-3 0,0-6 0,0-7 0,-1-2 0,5-11 90,-2-1-90,5-9 0,0-6 1,2 0 89,0-1-191,-2 3 0,0 2-169,-3 7 90,-5 11-90,1-1 360,-4 9 0,-3 11 0,0 4 0</inkml:trace>
  <inkml:trace contextRef="#ctx0" brushRef="#br0" timeOffset="43052">25032 2357 11041,'8'-6'989,"-1"1"-359,-3 2-91,0 0-179,0 2-180,2 1 0,-2 1 0,1 2-810,1 2-179,-3 0-2249,3 1 989,-8 0 2069,0-2 0,-9 5 0,-2-2 0</inkml:trace>
  <inkml:trace contextRef="#ctx0" brushRef="#br0" timeOffset="43760">22270 3036 11131,'7'-5'539,"-1"0"-179,-3 3-180,3-1 90,1 0-180,2 1 90,1-1 0,6 1 0,4 0-91,1 1-89,0 1 90,-6 0-90,0 0 90,2 1 0,-1 2-90,-2-1 0,-4 2 90,-4-1-90,-3 3 0,-2-1 0,-1 2 0,-4-1 0,-1 1 0,-2-1 0,-5 6 0,3-5 0,-3 4 0,3-3 0,1-1 0,1 0 0,0 0 0,1-1 0,1 0 0,1 0 0,1 2 0,2-2 0,1 5 0,2-4-90,2 3 90,0-3 0,1 2-90,2 0 90,-1 0-90,1 0 90,-2 0-90,0 1 90,-1-1 0,-2 0-89,-1 1 89,-1-2 0,-3 5-90,-1-3 0,-5 4 0,1-5-180,-2 0 0,3-3-719,-3-1-720,2-2-360,-1 0 2069,4-3 0,-4-3 0,0 0 0</inkml:trace>
  <inkml:trace contextRef="#ctx0" brushRef="#br0" timeOffset="44242">22306 2840 11311,'-6'-11'539,"-1"3"-269,0-1 0,-1 2 450,-5-2-361,1 1 1,-4 0-90,3 2 0,0 3 180,-7 2-271,2 3-705,-8 6 616,5 4-835,-3 7 835,-1 6 90,1 7-135,12-14 0,0 2-1,1 0 1,0 2-901,1 1 1,0 2 855,2-1 0,-1 3 90,0 12 0,1 3-695,3-10 1,1 1 634,1 4 0,0 3 0,2-3-30,1-3 0,2 0 0,1 3 0,2 2 0,1-3 0,1-4 0,1-1 0,3 8 0,1-1-45,-2-14 0,1-1 0,0-1 0,1-2 45,0-2 0,1-1-90,8 4 0,2-3 90,10 4-45,-10-9 0,1-3 45,8-5-90,2-5 90,3-7-114,2-4 69,-19 2 0,1-1-131,-1-1 0,-1-2 131,2-4 0,0-1 45,-1-2 0,0-2-45,0-2 0,-1-2 45,0-2 0,-2-1-45,-1-1 0,-1-2 45,-4 3 0,0-3 0,-1 1 0,1-4 0,-3-2 0,0-1 0,-2-4 0,-2 4-221,-2 4 0,-3 2 221,1 3 0,-2 0 0,-1 2 45,-3-1 0,-3 2-41,-1-3 0,-2 2 41,-1 4 0,-1 0-45,-2 0 0,-1 2 0,0 3 0,-1 2 0,0 2 0,-1 1-134,-1 1 1,-1 2 133,1 2 0,-1 0 0,-19-2-90,0 6 0,2 7-270,1 4-179,1 6-91,4 4-360,4 4-629,11-1 0,2 1-233,-5 10 1852,8-8 0,3-1 0,0 12 0,3 0 0</inkml:trace>
  <inkml:trace contextRef="#ctx0" brushRef="#br0" timeOffset="44610">23057 3186 11760,'0'-7'540,"0"0"0,0 1-1,1 0 91,0 1 180,-1-1-631,0 16 1,-9 27-90,3 3-769,-3-2 1,-2 3 768,4-7 0,-1 0-1167,1 0 0,-1 0 1077,1-1 0,1-3-90,-1 10-563,1-2 473,3-8-90,1-1 1,2-6-91,2-1-90,0-5-90,1-1 1,0-5-361,1-3 116,2-3-1644,0-4 3010,0-1 0,5-8 0,1-2 0</inkml:trace>
  <inkml:trace contextRef="#ctx0" brushRef="#br0" timeOffset="44849">23084 3169 11041,'3'-6'989,"2"2"-719,2 3-90,1 2-90,1-2 90,0 1-90,1-1 90,1 1-90,2-1-90,-1 2 0,1-2-90,-1 1-90,-1-1-180,0 1-90,-2 0-90,-2-1-2737,-1 1 3107,-1 0 0,-2 1 0,-2-1 0</inkml:trace>
  <inkml:trace contextRef="#ctx0" brushRef="#br0" timeOffset="45052">23015 3398 10681,'-2'6'719,"0"1"-179,1-3 0,2 1-180,1-1-90,2-1-91,2-1 1,1-1 0,2 0 180,7-1-270,-1 1-180,6-1-90,-4 0-90,0 0-269,0 0-271,0 0-1169,-2 0-719,-1 1 2698,-3-1 0,3 1 0,0 1 0</inkml:trace>
  <inkml:trace contextRef="#ctx0" brushRef="#br0" timeOffset="45350">23339 3575 12660,'3'-6'1799,"-1"0"-1080,1 2-539,0 5-90,-1 0 90,1 8-180,-2-2 90,-1 4-90,0-2 0,-2 9-180,1-4 0,-2 5-90,2-5-89,-1-1-91,1-1-719,0 4 179,1-5-989,0 1-629,1-6 2608,2 0 0,1-1 0,0 1 0</inkml:trace>
  <inkml:trace contextRef="#ctx0" brushRef="#br0" timeOffset="45566">23495 3321 11940,'1'-8'360,"0"1"-90,0 2 719,0 1-539,0-2 180,0 2-810,0-2 180,2 5 0,-1-1 0,1 3 0</inkml:trace>
  <inkml:trace contextRef="#ctx0" brushRef="#br0" timeOffset="46076">23566 3535 12840,'3'6'989,"0"1"-809,-3 0 0,-1 3-90,0 1 90,-2 10-90,0-5-90,-1 10 90,1-5-603,-1 1 513,1-1 0,-1-3-90,1 0 90,0-2-270,-3 10 180,3-12 0,-1 6-89,4-15 179,5-8-90,1-6 90,3-5 0,1-4-90,-1-1 90,2 0-374,2-4 374,1 1-77,-1 0 77,0 2-90,4-2-220,-5 8 310,2-1 0,-5 9-90,2 0 1025,-2 3-935,1 3 83,-4 1-83,0 3 345,0 1-345,-2 3-90,1 1 90,-2 2 0,0 2 0,0 1 0,-1 1 0,-1 0 0,0 1 0,-1-1 0,1 0-90,1-1-180,-1 2 91,1-3-91,-1-1 0,0-4-180,0-3-180,0 0-2647,1-1 3129,0 0 1,-1-2-1,1 0 1</inkml:trace>
  <inkml:trace contextRef="#ctx0" brushRef="#br0" timeOffset="47243">24022 3639 11400,'-5'-8'1080,"1"1"-810,-2 4 0,0 1 269,-4 0-359,2 1 0,-2 0-90,2 1 90,-1 1 0,0 1-90,-1 2 0,0 0 0,0 2-90,0 0-90,-2 6 0,3-2 0,-1 4 0,5-5-90,1 1 0,3-1 0,-1-1 0,3-1-90,2 4 91,1-5 89,1 2-90,0-4 90,1-1-180,6-2 180,-4 0 90,6-4-90,-4-1 90,-1-1 0,1-2 0,-1 0 0,0-1 180,4-3-180,-4 3 90,2-3-90,-5 6 90,0 0-90,-2 2 180,0 0-180,-2 12 90,-4 10-90,-1 9-1409,-5 12 1409,1-1-778,2-17 1,0 2 822,0-1 0,1 1-45,-1 1 0,0 1 0,0-1 0,-1 1 0,2 1 0,0 0 45,-1-1 0,0 0-45,1 0 0,0-1 0,0-1 0,1 0 0,0-3 0,0 0 0,0 4 0,-1 1 45,1-4 0,-1-1-45,-3 15 90,0-9 1142,2-25-1232,0-1 1821,0-11-1821,2-1 0,-2-4 90,-1-4 0,-1-2 0,-2-3-1224,0 1 1314,-1 2-90,0 3 90,2 2-90,0 4 270,-2-9-270,4 10 0,-1-6-90,6 12 90,2-1 1223,5-2-1313,0 1 90,6-3-90,0 3 90,5-2-90,2-1 0,3-2 0,2-1-1217,4-2 1217,2-3 0,3-2-90,2-2 45,-17 9 1,0 0-1,0 0 0,1-1 0,-1-1 0,1 0-45,7-8 0,1 0 45,0-1 0,0-1 0,-2 1 0,0 1 0,-3 2 0,-2 0 0,-5 2 0,-2 1 45,3-8-276,0-1 276,-14 14 0,-2 6 0,-2 2 1180,-2 1-1180,-1 2 0,0 2 0,-2 2 0,-1 2 0,-1 2 313,-1 2-313,-3 10 0,3-3 0,-7 18-876,9-9 876,-2 7-592,5-8 502,1-2 90,3-2 0,0 0-90,1 0 90,0 1-90,2-1 90,0-2 0,1-1-90,4 4 0,-1-6 90,2 2 0,-1-8 821,1-1-821,1-2-90,0-2 90,2-2 0,1-1 647,9-6-647,-3-3 0,7-5-90,-5-3 90,-2-3-1793,-1-2 1793,-1-3 0,-3-2-347,-2-1 347,-1-1 0,-2 1 0,-1-7 0,-4 12 0,0-2 0,-2 12 0,-1 1 0,0 2 0,1 1 0,-1-1 0,1 3-90,1 1 1809,3 5-1719,-1 3 421,3 2-511,0 1 90,1-1 0,3 0-90,7 1 90,-3-1 0,6 1 0,-7-2 0,-1 0 0,-1-2 0,-3 1 0,2 0 0,-2 1 180,-2 2-90,-5 2 0,-5 2-90,-4 0 90,-4 7 0,-1 1 0,-3 5-90,2 1-708,-1 2 708,4 0 90,0 1-90,4-1 0,2-2-90,1-2 0,3-1-180,2-1-89,0 0-181,3-2-180,0-3-1259,3 0-629,-1-2 1826,3-3 0,4 3 0,1-2 0</inkml:trace>
  <inkml:trace contextRef="#ctx0" brushRef="#br0" timeOffset="47779">23408 4517 11580,'7'-10'540,"-1"2"90,-2 2-270,-1 0-3637,0 1 3381,-1 1 1386,1 0-591,-1 0-719,-1 9-90,-1 0 0,-1 11 0,0 1 0,1 7 0,-1 5-180,1 5-2179,0 1 2269,1 0-90,0 2 886,0-12 1,0 0-1157,1 1 1,0-1 134,-1-1 0,1-1-682,2 14 187,-2-20-449,0-2-720,1-4-810,1-2 2699,-1-3 0,3-2 0,-1-1 0</inkml:trace>
  <inkml:trace contextRef="#ctx0" brushRef="#br0" timeOffset="48065">23495 4549 11850,'-3'-12'0,"0"0"0,1 4 90,0 0 90,2 3-90,0-3 0,2 3 90,3-2-90,2 2 0,4 1 90,8-1 0,19-1-90,-5 3-220,-4 2 1,1 1 129,5 2-583,-12 0 0,-2 0 583,5 3 0,-4 1-81,-6-1-9,-3 3 0,-5-2 90,-2 3 293,-5 0-293,-5 3-90,-5 2 90,-7 2 0,-3 1 1207,-5-2-1297,-11 5 90,7-5 6,-5 2-366,10-4 90,7-6-90,1 2-1888,5-4 2248,5-1 0,0 0 0,5-3 0</inkml:trace>
  <inkml:trace contextRef="#ctx0" brushRef="#br0" timeOffset="48776">23804 4790 13559,'7'-2'630,"1"-1"-540,-2 2 0,9-4-180,-4 1 0,7-3 0,-6 1-180,7-6 90,-3-1-580,5-5 580,-7 0 90,-1 1-90,-1-3-89,0-5 179,-3 6-90,-1-11 90,-6 16 90,-1-4-90,-1 8 0,-2 1 90,0 1 490,-1-1-580,0 4 90,-1 0-90,0 2 0,0 5 90,4 3 0,1 0 0,4 1-90,2-2 90,4 0 0,0 0 0,5-1-90,-3-1 90,1-1 0,-1 0 0,0-1-90,0 0 90,-1 0 0,-1-1 0,-1 1 0,-1 0 0,-1 0 0,-1 1 90,0-1-90,-2 1 90,-1 1-90,-2 0 90,0 4-90,-2 0 0,-1 4 0,-1-2 90,0 4-90,1 6 0,0-3 0,1 5 0,1-6 0,1 1-90,1-2 90,0 0 0,1-1-90,1-1 90,1-1 0,0-2-90,2-2 90,-1-1 0,0-3 0,0 1 0,1-3 0,-1-1 0,1-2 0,1-2-90,3-5 90,-3 1 0,3-6 90,-4 3 0,-1-1 0,-1 0 0,0 3 90,0-2-90,-2 3-90,1 0 270,-3 5-180,1 8-90,-2 5 90,0 4-90,-1 2 0,1 5 0,0-5 0,1 6-90,1-7-90,0-1-360,1 2 1,0-5-451,1 1-359,-1-7 1349,0-1 0,4-6 0,1-1 0</inkml:trace>
  <inkml:trace contextRef="#ctx0" brushRef="#br0" timeOffset="48975">24338 4401 10411,'1'-6'1619,"0"0"-989,-1 2-630,1-1 0,0 3 0,-1 0 0</inkml:trace>
  <inkml:trace contextRef="#ctx0" brushRef="#br0" timeOffset="49668">24538 4678 12390,'5'-6'2249,"-1"-2"-1890,0 3 271,-2-1 449,1 0-989,-3 12-180,-1-2 1,-1 10-91,-1-3 0,0 3 0,-2 2-90,0 2 0,-1 0-90,1 0 90,-1-1-179,1 0-361,-1 3 450,2-5 1,1 0-1,1-7-180,2-2-90,0-1 451,7-9 179,-1 0-90,4-9 90,-1-3-90,2-2 180,6-14 0,-4 8-1652,-3 5 1,0 0 1651,0 0-69,5-6 68,-8 13 1,1 1-90,-4 4 180,-1 4-90,2 2 3179,-2 2-3180,1 3 375,1 7-464,-2 0 0,3 6 90,-2-2-90,1 1 0,0 1 0,0-2 0,1 1-90,-1-2 0,4 3 90,-2-6-90,3 2 90,-3-7 0,0-2 0,1-2-90,0-1 90,0-3 0,3-3 0,-1-2-90,4-6 90,0-3-90,2-6 45,-4 2 0,0-2-1559,5-13 1559,-6 10 0,1-1 45,-3 0 0,0 0-554,-1-2 1,0 0 598,-1 3 0,0 1 0,-2 2 0,0 3-45,-1 1 90,-1 4 0,-1 2 0,-4 13-90,-1 4 0,-5 13 90,1 5 475,-2 4-565,0 7 90,1 0-1976,0 2 1886,1-2 0,2 0-723,-1 0 813,3-1-238,0 5 148,2-10 0,1 2-1400,2-13 1400,0-2 1770,3 1-2040,0-5 596,1-1-1135,-1-7-625,0-2-275,1-2 2528,1-3 0,1-7 0,2-3 0</inkml:trace>
  <inkml:trace contextRef="#ctx0" brushRef="#br0" timeOffset="49845">24945 4605 12930,'8'-4'539,"1"2"-539,0 1-90,2 0-809,10 1-450,-3-2-270,7 1-360,-8-1 1979,-2 0 0,1-2 0,0 0 0</inkml:trace>
  <inkml:trace contextRef="#ctx0" brushRef="#br0" timeOffset="51582">22266 3058 10771,'0'-4'2428,"0"3"-2338,11-3 0,-2 3 90,1-1-90,2 1-90,0 0 90,1 0 0,1 1 0,0 1-90,1 0 90,-2 1-90,1 1 90,-2 1-90,0 2 90,-2-1-90,-1 3 90,0 7-90,-4-4 0,-2 7 0,-4-5 0,-3 3 0,-3 3 0,-11 11 0,-6 3-801,-2 0 801,0-5 0,9-10-416,-2 2 416,6-7 0,0 2 0,5-8 0,3 0-90,0-1 90,1-2 766,3 1-766,5 2 451,1-3-451,6 1 0,0-3 0,13-1-90,-4 0 0,9 0-90,8-1 0,-7-1-694,8 1 604,-14-2-90,-4 2-179,-3 0-91,-2 0-1169,-2 0-540,-3 1 2339,0 1 0,0 3 0,1 1 0</inkml:trace>
  <inkml:trace contextRef="#ctx0" brushRef="#br0" timeOffset="52334">21964 5594 11221,'3'-9'269,"0"0"-89,-1 5 0,0-1 0,0 1 0,0-1 0,1 1-90,0 0 0,1 0 90,2 0-90,1-1 0,1 1 0,2 0 0,8 1-90,-3 1 0,12 1-90,-12 2 90,4 2-90,-8 0 0,-2 1 0,-2 2 0,-2 0 0,-2 1 0,-3 1 0,-1 0 0,-4 2 90,-1 0-90,-3 1 0,-1 0 90,-2 0-90,0 0 90,0-1-90,-2 4 0,4-4 90,0 3 0,4-5-90,2 2 90,3-2 0,1 1 0,3-2-90,1-2 90,3 2 0,6 3 0,-2-2 0,3 3 0,-4-3 0,-2 0 0,0 0 0,-2 2 0,0 3 0,-4-2 0,-1 3 0,-4-4 0,-1 1 0,-2-1 90,-1 0-90,-1-1 0,-6 4 0,4-3 0,-4 2 0,4-5 0,1 0 0,1-1-360,-2 0 1,3-2-721,-1-1-1348,3-2 2428,1-3 0,1 2 0,2-3 0</inkml:trace>
  <inkml:trace contextRef="#ctx0" brushRef="#br0" timeOffset="52793">22058 5300 9871,'-8'-10'270,"1"1"0,-1 1-90,1 2 90,-2 0-90,-1 1 90,-1 1-91,-2 2 91,-3 2-90,-5 3 0,-6 5-1779,-4 7 1779,-4 5-135,18-8 0,0 2 45,0 1 0,0 2-45,-1 3 0,0 0 0,2 1 0,0 1-836,0 1 0,1 2 836,2-2 0,1 1 0,1 0 0,1 1-45,0 0 0,1 2 45,1 0 0,0 0 0,2 2 0,0 0-863,1 0 1,1 0 862,0 1 0,2-1-45,0 0 0,1 0-374,1 0 0,1-1 374,1 0 0,1-2 129,1 0 1,1-1-85,0-1 0,2 0-45,1-2 0,2 1 0,6 4 0,1 0 0,-3-8 0,1-1 0,5 4 0,1-3 0,8-1 935,2-5-890,-8-7 0,2-3 1201,16-1-1246,-3-6 0,1-2 0,-13 0 0,-1-2 0,8-3 0,0-2-619,-7 0 1,-2-1 618,2-2 0,-1 0 0,1-5 0,1 0-386,-1-2 0,-1-1 386,-1-1 0,0-2 0,-2-1 0,0-1 0,-2-1 0,-1 0 0,-2-2 0,-1-1-577,-2 0 0,-2-1 622,-2 2 0,-2 0-45,-2 0 0,-1 0-476,-3 2 1,-2 1 520,-1 0 0,-1 0 0,-3 2 0,-2-1 216,-8-9 0,-4 1-216,2 9 0,-2 1-15,1 4 0,-2 0 0,0 3-30,-5 2 0,0 2 6,-2 3 1,-1 1-7,1 3 0,-1 1 29,2 4 1,-3 2 0,0 1-150,-1 2 0,0 1 1,1 1-31,-1 1 0,1-1 0,0 2-165,-9 6 0,3 1-225,12-1 1,3 0-182,1 1 0,1 0-539,2 2 1,1 1 1259,-12 15 0,13-7 0,1 1 0,-1 1 0,1 0 0</inkml:trace>
  <inkml:trace contextRef="#ctx0" brushRef="#br0" timeOffset="54979">22716 5900 10321,'3'-6'360,"0"0"90,-1 2-1,-1 0 1,1 1-360,-3 9-90,-1 4 90,-2 6-90,0 2 0,-1-3 90,0 3-90,1 0 0,0 1 0,0-1-90,0 1 0,1-1 0,1-1 0,0-1-90,2-2 90,0 0 0,2-2 0,0 0 0,2-3 1,1-1-1,1-1 0,0-3 0,1-1 90,1-2-90,1-1 90,0-1 0,0-2 0,1-3 0,-1 0 90,1-2 0,0-1 0,-2 0 89,0-2-89,-1 2 0,-1 0 90,0-3-90,-2 5 0,2-3-90,-3 6 90,-1 0 90,2 2-180,1 3 0,-2 0 0,2 4-90,-1-2 90,-1 3-90,2-1 90,0 0-90,1 0 0,0-1 90,1 1-90,3-2 90,-3 0 0,4-1-90,-5-2 90,5-2 0,-4 0 0,4-2-90,-3-1 90,-1-2 0,1 0 0,1-4 0,-1 0 0,2-6 0,0-1 0,0-3-412,0-1 322,-1-1 90,-1 1 0,1-1 0,0-5 0,-1 5-480,1-4 480,-3 10 0,-1-1 0,0 1 0,0 0 0,-1 2 0,0 0 0,0 1 0,0 1 393,-1 1-393,0 0 0,1 2 0,-2-1 499,1 0-409,0 0-180,0 1 180,-1 1-90,1-1 0,-1 1 0,3-7-3277,-1 4 3342,1-5 25,-1 5 0,0 2 0,0 0 90,-1 1 0,1 0 180,1-4 0,0-1-271,-1 1 91,0 2 0,-1 4 0,-1 0 3096,0 1-2980,0 0-116,0 1-90,-1 1 0,1-1 90,-1 2-180,1-2 270,0 1-180,1 7-90,-2 2 0,1 8 89,-3 4-89,-1 7 90,-2 3-90,1 7-475,-2 0 475,-1 6-805,0 1 805,2-19 0,1 1 0,-3 8 0,1 1 45,2-10 0,-1 1-45,-2 14 0,0-1-1743,-1 1 1743,3-13 0,1-2 0,-2 8 0,1-5 0,0-3 0,2-5 347,-1-3-257,2-2-90,-1 1 0,0-3 755,1 1-755,0-4 2011,0-3-2011,2 2 0,3-9 0,-1 2 0,3-7 0,-2 2 0,1 0 0,0-1 0,2-1 0,-1 0 0,1-1 0,1-1 0,1 0 0,0-1 0,1 0 0,0 0 0,0 1-90,-1 1 90,0 1 0,0 1 0,0 1 0,3-2 0,0 4 0,-1-1-90,0 4 90,-3 2 0,-1 1 0,1 1-90,2 6 90,-3-1-90,2 4 90,-4-1-89,-1 1 89,-2 1 0,1 0-90,-2 0 90,-1 1-90,0-1 0,-1 4 90,0-3-180,-1 2-90,2-2 90,-1-5-90,0 3 90,1-5-449,4 1 179,-1-5-180,4 2-1169,-1-4-629,2 0 2428,3-2 0,5-4 0,3 0 0</inkml:trace>
  <inkml:trace contextRef="#ctx0" brushRef="#br0" timeOffset="55627">23664 6006 11221,'-1'-8'269,"0"2"-89,-1 1 0,0 0 90,-1-1-90,0 0 90,-2 1-90,0 0 269,-4-3-359,3 4 90,-4 0 90,1 3-90,-3 5-90,0 1 0,0 3-90,4 1 90,-1 1-180,2 0-90,-3 8 90,4-5-90,0 4 0,3-6 90,2 0-90,2-1 1,0 0-1,2-1 0,0-1 0,2-1 90,0-1-90,1-2 0,0 0 90,0-2-90,4-1 0,-1-2 180,3-1-90,-5-2 90,0 1-90,-1-2 180,0 2-90,-1-2 0,-2 1 90,1 1 0,-1 0-90,0 1 0,2 4-90,0 2 90,-1 3-180,2 1 1,-2-4 89,3 1 0,-1-2 0,0 0 0,1-2 0,1 0 0,1-1 0,0-1 0,2-1 90,-1-2-90,3-1 90,0-3-90,9-13 0,-5 3-1961,5-11 2051,-6 2-45,-5 3 0,-1-1-698,-1 5 0,-1-1 743,2-7 0,0-1 0,-3 7 0,-1 1 0,0-2 0,1 0 0,-1 0 0,-1 0 0,1-1 0,-1 0 0,-1 1 0,1 0-481,-1 0 0,0 1 571,3-17 0,-2 6 0,-1 9-90,-1 5 90,0 5-90,-2 4 180,0 4-1106,-4 26 1016,-1-1-90,-1 10 0,-1 3-208,0 2 1,0-1 207,0 1 0,0 0-261,1-4 0,0 2 0,1-4 261,1-3 0,0-2 0,0 8 0,1 0-52,1 5 142,1-1-90,3-3 1431,2-1-1431,0-5 0,2-4 0,1-6-180,0-2 1740,2-3-1829,0-3-1530,6-2 629,-3-5 1170,5-2 0,1-7 0,1-3 0</inkml:trace>
  <inkml:trace contextRef="#ctx0" brushRef="#br0" timeOffset="55818">24047 5793 9871,'9'0'360,"1"-1"-180,2 1-90,2 0 0,3 0-90,5-1 90,2 0-1558,6 0 1288,1 0-180,2-1-179,3 1-631,0 0 271,0-1 899,-1 2 0,4-1 0,-1 1 0</inkml:trace>
  <inkml:trace contextRef="#ctx0" brushRef="#br0" timeOffset="56041">24602 5881 11760,'0'8'540,"-1"-2"-360,1 1-90,1 1 90,-2 1-90,1 2 0,-1 2 0,-1 1-90,0 2-90,-1 0-270,0 7 0,1-6 0,-1 4-179,1-7-361,0-2-539,0-2 0,1-1 1439,0-3 0,1 0 0,0-1 0</inkml:trace>
  <inkml:trace contextRef="#ctx0" brushRef="#br0" timeOffset="56243">24775 5496 10501,'-1'-10'540,"-1"1"-360,1 3 179,0 0-89,1 0 180,0 1-1799,1 0-180,2 8-360,-1-1 1889,1 7 0,-1 0 0,1 1 0</inkml:trace>
  <inkml:trace contextRef="#ctx0" brushRef="#br0" timeOffset="56636">24963 5848 12660,'2'-8'1889,"-1"0"-1619,-4 2-1,-1 0 1,0 3-90,-1 0 0,-2 2-90,-1 0 0,-1 3-90,-1 0-180,-1 3 0,-1 2 0,1 2-449,-5 9 359,5-3-90,-3 5 90,8-4-90,1-1-89,2 0 89,2-1 0,2 0 0,1 0 0,2 0 91,3 0-1,3 3 0,1-1 90,2 1 0,-1-2 0,-1-2 180,-1-1 90,1 3 180,-4-4-90,0 1 90,-6-4 0,-2-1 89,-3 0 1,-3 2-90,-3-1 90,-8 3-90,-2 0-933,-9 2 933,0-2-91,-2 1-89,2-2-269,2-1-181,2 1-270,3-2-539,5 0-2108,3-1 0,4-1 3177,2-1 1,-2 2 0,-1 1 0</inkml:trace>
  <inkml:trace contextRef="#ctx0" brushRef="#br0" timeOffset="57201">23389 6891 11400,'-7'-13'990,"-4"-2"-720,-1 0 0,-3 0-1,2 5 1,-1 1-90,-1 0 90,0 1-90,0 2 0,-1 1-90,1 2 90,0 2 0,-8 3-90,2 2-1,-7 4 1,6 4-180,1 2 1,2 2-1140,-4 11 1049,8-8-90,-3 8-270,10-5 270,3-6 90,3 2-89,4-7-1,3-1 90,1-1-180,7 0 180,-2-4 90,5-1-90,-2-5 90,0-2 0,5-3 0,1-4 0,2-3 90,0-2-90,-2-3 174,-1-1 6,-1-3 0,-2 0 0,-3 0 43,-2 2-43,-2 4 0,-2 4 90,-1 3-90,-2 2 180,-1 2-180,-3 15-90,0-1 961,-2 21-961,3-10 45,0 2 0,2 1-3322,2 6 3290,-1-8 0,1 0-13,5 6 0,1 0 0,1-3-479,3 0 479,0-5-180,0-2-90,0-4-629,4-3 1715,1-6-2256,0-2 1440,-2-5 0,0-7 0,2-2 0</inkml:trace>
  <inkml:trace contextRef="#ctx0" brushRef="#br0" timeOffset="57468">23704 6633 11311,'-3'4'809,"0"2"-719,1 15 0,-1 2-45,-1-3 0,1 2-1390,-4 15 1345,1-2 0,-1 2-1288,3-17 0,1 1 1288,-3 8 0,1-1 0,-2 7-90,1-3-90,-1 0 106,2 8-1185,2-7-180,1-2 89,3-11 1350,1-12 0,4 1 0,0-1 0</inkml:trace>
  <inkml:trace contextRef="#ctx0" brushRef="#br0" timeOffset="57884">23641 6972 10771,'11'-4'360,"1"0"-270,0 1 89,2 0-89,2-1 0,1 2 0,0 1 0,-3 0-90,2 1 90,-2 2 0,5 2 0,-6 0-90,3 3 90,-8 1-90,-3 1 90,-2 1-90,-2 2 0,-2 1 90,-3 6-90,-5 2 0,-2 2-558,-4 1 558,-2-1 0,-1-2 0,-2 0 0,-1-1 90,0-2-514,-9 5 424,10-9 0,-6 3-222,9-8 132,5-3 0,0-1-540,3-5-1014,4-1-245,2-7 1999,4 1 1,8-11-1,3-1 1</inkml:trace>
  <inkml:trace contextRef="#ctx0" brushRef="#br0" timeOffset="58167">24091 6656 11580,'1'-7'1080,"1"-1"-990,-2 19 0,-1-2-90,-2 18-3277,-1-2 2482,-3 5 795,0 2-165,-1 4 165,-1 1-950,4-16 1,1-1 949,-1 1 0,0 0-45,1 0 0,0 0-319,0 0 0,-1 0 184,-1 18 1453,0-2-1723,2-4-90,2-4 268,1-2-1167,1-4-181,2-1 1620,2-3 0,4 4 0,2 0 0</inkml:trace>
  <inkml:trace contextRef="#ctx0" brushRef="#br0" timeOffset="58958">24306 7147 11041,'0'-10'989,"0"2"-719,-1 2 0,0 1 180,-1 0-181,-2 1-179,0 2 90,-2 0 0,0 2-90,-1 1 90,-1 2-90,0 0 90,-5 7-180,3 0 0,-3 5 0,4-1-180,1 0 0,1 2 0,1-1-90,1 0 0,3-1 1,1-1 89,1-2-270,4 3 180,0-5 90,4 1 0,0-5 0,1-1 1,1-2-1,0-3 0,1 0 90,0-3 0,0-2 0,0-1 0,-1-3 90,-2 0 90,0-1 0,-3 0 0,-1 1 0,-2 0 0,-2 0 90,-1 1-90,-1 0-1,-1 0 1,0 3 0,0-1 0,-1 0-90,0 2 90,0-1-90,2 2-180,6-4-89,6-2 89,5-2 0,4-1-90,10-11 90,-4 2-767,-8 6 0,0-1 857,6-11 0,-1-2-1207,0 0 1297,-3-2-404,-2 2 494,-3 2 180,0-7-90,-6 12 0,2-4-90,-6 14 90,-1 2 0,0-2 1569,-1 6-1659,-5 7 1281,0 8-1281,-7 12-90,3 3 212,-3 5-167,2-2 0,0 1-45,2-7 0,0 1 0,-2 9 0,-1 0-1623,3-9 1,1-1 1667,-1 1 0,-1 2-45,-2 6 0,0-1-756,1-5 0,1 0 756,-2 3 0,0-1-241,-2 7 241,2-5 0,-1 3 90,3-10-1535,-1 0 1445,5-10 1661,0-3-1661,2-1 1595,8-10-1595,0-2 327,9-10-327,0 0 0,4-7 1892,3 0-1892,3-3 0,1 0 0,0 2 0,-1 4-90,-1 1-496,-3 5 586,-2 4-80,-4 2 80,-2 5 0,-3 2 0,-3 4 1386,-1 1-1386,-2 5 679,-3 0-679,-3 6 90,-5 2-90,-4 4 90,-3-2 0,-1 1-145,-9 9 100,6-9 0,-1-1-3266,-7 5 3311,2-3 0,1-2 0,5-5-90,2-3 0,3-2-180,3-3-180,2-1-15,1-1-2902,2-3 3865,4-6 0,5-4 0,5-6 0</inkml:trace>
  <inkml:trace contextRef="#ctx0" brushRef="#br0" timeOffset="59107">24825 7238 15448,'4'2'-1439,"-1"2"-1349,-6 1-489,-2-1 3174,-7-6 0,-11-5 0,-7-4 1</inkml:trace>
  <inkml:trace contextRef="#ctx0" brushRef="#br0" timeOffset="69341">10069 3506 8612,'4'-2'-360,"-4"-2"0,6 7 1</inkml:trace>
  <inkml:trace contextRef="#ctx0" brushRef="#br0" timeOffset="105843">7097 2808 7623,'5'2'1529,"-3"-1"-1349,10-6 0,-2 1-1,2-2 1,5-1 180,16-8-2228,-1 2 1958,-10 3 0,0 0-45,-3 1 0,0 1 45,2-1 0,0-1 0,1 0 0,0-1-796,4-1 1,1-1 750,1 0 0,1-1-953,3-2 0,1 0 953,0 1 0,0-1 0,1-1 0,-1 1 0,1 0 0,0 0 0,0 0 0,1 0 0,0 0 0,0 1 0,1-1 0,0 0-45,0 0 0,0 0 45,-1 1 0,1 0-15,-4 2 0,2-1 0,-3 1-30,4-1 0,-2 1 30,-4 1 0,0 0 0,-2 2-30,-2 1 0,-3 1 0,1 1 0,-2-1-33,16-4 123,-5 2-90,-7 2 686,-5 1-686,-4 2 90,-4 2 1513,-2-1-1603,-2 2 2893,0 0-2893,-2-1 68,0 1-68,-1 1 327,-1-1-417,2 1-450,-3 0-359,3-1-2378,-2 1 3264,2 0 0,-3 1 0,-1-1 1</inkml:trace>
  <inkml:trace contextRef="#ctx0" brushRef="#br0" timeOffset="106549">9042 2247 9871,'17'-15'1260,"-2"3"-721,1 9 181,20 5-540,-3 1-1000,-10 0 0,0 2 1000,6 4-90,4 4 0,0 1-547,-14-5 0,0 1 547,17 10-45,-17-8 0,0 0-322,-1 0 0,1 1 367,9 10 0,2 2-90,-9-8 0,0 1-698,6 6 0,2 3 1,-3-3 697,-4-4 0,-1 0 44,10 9 1,-1-1-577,-12-10 1,-1-1 576,-1-1 0,2 2-226,5 5 1,2 4 0,-2-4 180,-5-4 0,1 0-165,4 5 0,3 1 0,-4-3 165,-1-2 398,2 1-308,-10-9 1251,-3-2-1341,-1-2 1807,-2-1-1807,-1-1 0,-1-1 0,0-1-180,-1-1 1543,0-1-3342,1-3 2482,-5-5-2482,-1 0 1979,-5-3 0,-6-3 0,-2-2 0</inkml:trace>
  <inkml:trace contextRef="#ctx0" brushRef="#br0" timeOffset="107085">8912 1957 10051,'-9'-1'630,"0"1"-270,3-1-90,0 3 269,1-2-269,4 5-90,4-1-90,4 0 0,3-1 0,-1-1 0,2 0 0,0-1 0,2 0 0,0-1-90,2 1-90,-1-1 0,0 0 0,-1 0-180,0 0 90,-2 0-180,-2 0-90,0 0-1618,0-2 269,-2 0 1799,1-1 0,-3 1 0,-1 0 0</inkml:trace>
  <inkml:trace contextRef="#ctx0" brushRef="#br0" timeOffset="107620">9049 1700 10051,'-5'-6'-270,"0"0"180,0 0 90,-1 1 90,0 0-90,-2 0 90,0 1 0,-1 0 90,-8-1-90,4 2 0,-6 1 0,-7 6 90,-6 10-1437,-1 2 1257,15-5 0,1 1 90,-7 11-90,1 3 90,4 4-90,3-1 90,3 3-90,4-1 90,3 4-90,2 0 90,3 3-90,2-1 0,4 2 90,3 0-90,2-3 0,4 1 90,3-7-1563,-3-10 0,2-1 1473,9 7 0,-9-11 0,2-1-91,7-3 0,1-3 91,7 3 0,-7-5 0,0-2-517,2-4 517,-1-3 0,2-4 0,-1-1 0,-1-4 0,2-4 90,-3-4-90,2-4 0,-12 4 0,0-2 0,6-12 0,-10 11 0,-2 1 781,0-12-781,-6 11 0,-2-2 2043,-2-15-2043,-1 12 0,-2 0 0,-1 7 0,-2 0-45,-1-1 0,-1 0 45,-1 1 0,-1 1 0,-1 0 0,-2 1 0,-1 1 0,-1 1-453,-2 0 0,0 2 408,-2 1 0,0 1 45,-1 1 0,0 2 0,-1 0 0,1 2 0,-19-4 397,1 6-487,3 5-90,1 5-589,-1 5 499,3 4-270,13 0 1,1 1-630,-6 9 359,0 8 369,15-8 1,4 7-1,2 0 1</inkml:trace>
  <inkml:trace contextRef="#ctx0" brushRef="#br0" timeOffset="108582">11966 2724 9332,'-3'5'2698,"-1"0"-1439,2-2-1169,8-5 90,8-2-45,18-11 0,9-7-113,-16 8 1,1-2-1,3-1 1,3-1-433,-4 2 0,4-1 1,2-2-1,1-1 1,1 1-1,-1 0 0,-2 0 1,-2 2 404,5-3 0,-3 1 0,-1 0 0,1 1 0,1-2-307,-2 3 1,2-2 0,1-1 0,0 1 0,-2 1 0,-2 2 0,-4 2 311,2-1 0,-4 3 0,0 0 0,0 0 0,0 0 0,1 0-506,5-2 0,1 1 1,-2 0 460,3 0 0,1 0-344,-6 2 1,5 0-1,-1 0 1,-6 2 343,-2 1 0,-3 1 164,17-5 1,-6 2-210,-18 6 1087,-4 1-1536,-2 0 979,-3 0 0,-1 2 0,-3 0 0</inkml:trace>
  <inkml:trace contextRef="#ctx0" brushRef="#br0" timeOffset="109160">13989 2072 9871,'-11'-15'1260,"3"4"-1080,6 1-1,5 7 271,32 21-270,-9-5-426,-4-1 0,4 3 380,-1 0 1,5 2 0,0 0 0,-3-1-551,6 3 1,2 2 460,-6-3 0,6 4 0,3 2 0,0 1 0,-1-2 0,-6-2-724,-3-1 1,-4-2-1,0-1 1,1 2 678,3 1 0,2 1 0,0 1 0,-1-2 0,-3-1-17,-1 1 0,-3-1 0,0 0 47,2 1 0,0 1 0,-1 0 15,5 5 0,1 0-52,-8-7 1,1 1 0,-2-2 6,-1 0 0,-2-3 585,0 1-585,-10-9 3015,-1-1-4094,-3-3 412,-1-7-53,-3-2-197,0-3-792,-1-1 1714,-1 0 1,-4-5 0,-1-3 0</inkml:trace>
  <inkml:trace contextRef="#ctx0" brushRef="#br0" timeOffset="109725">13742 1911 9781,'-10'0'990,"-7"0"-181,8-1-719,9 2 90,5-1-90,20 2-90,-11-2 90,6-1-90,-4 1-180,13-2 0,-11 1 0,9-1-89,-15 1-181,-2 0-1439,3-1 540,-5-1 1349,2 1 0,-6-2 0,0 0 0</inkml:trace>
  <inkml:trace contextRef="#ctx0" brushRef="#br0" timeOffset="110212">13851 1668 9691,'-1'-8'90,"-1"1"0,0 2 0,-1 0 0,-1-1 0,0 1 0,-2 0 180,-8-2-180,3 4-90,-8-1 90,4 6-387,-6 3 297,-1 3 45,3 2 0,0 1-45,-11 8 45,6 0 0,1 1-963,-3 6 918,11-9 0,2 0 90,-2 9-90,4 0 0,2 1-1435,7 3 0,3 1 1435,3 3-77,6-5 0,6 4 1,2-6 76,4-9 0,1-4 0,3 11 0,5-5 30,8-18 0,6-8 0,-6-3-30,-12-1 0,-2 0-545,10-2 0,3 0 0,-7-2 635,-2-13 0,-9-6-1122,-7 4 1032,-3-8 1367,-7 7-1322,-6 7 0,-2-1-45,-4-2 0,-2 0-344,0 0 0,-2 0 389,-3 4 0,-1 2-45,-11-3 467,7 13 1,-1 2-468,-12-2 674,13 7 0,0 2-854,-8 6-180,1 5-59,3 4 419,6 4 0,2 2 0,-5 11 0,8-7 0,-1 1 0</inkml:trace>
  <inkml:trace contextRef="#ctx0" brushRef="#br0" timeOffset="111062">16354 2766 9332,'-5'7'539,"0"-1"1260,2-3-1529,5-1 360,12-4-180,14-6-271,6-3-959,-5-1 0,3-1 870,-6 1 0,2 0 0,-1-1-60,-1 1 0,1-1 0,0-1-813,4-1 1,1 0 0,-2-1 827,4-2 0,0 0-15,-1 0 0,2-2 0,-2 1 0,-6 5 0,-2-1 0,2 0 0,8-4 0,0-1 0,-1 1-945,2-1 1,-1 1 914,0 1 0,1 0 30,-7 3 0,1 0 0,0 1-193,-3 1 1,0 1 0,0-1 162,-1 2 0,0-1 0,-1 1 380,3-1 1,-3 0-291,12-5-90,-16 6 0,6-1 1771,-16 6-1861,1 1 2887,-4 0-2887,-2 2 1434,1 0-1704,-3 1-539,0 0-2378,0 1 2702,0-1 0,-1 1 0,-2 0 0</inkml:trace>
  <inkml:trace contextRef="#ctx0" brushRef="#br0" timeOffset="111750">18170 2223 10051,'3'5'2699,"-1"-2"-2609,13 7 90,-4-1-1,5 3-1818,14 11 1,2 3 1421,-14-12 0,2 2 288,4 4 1,5 5 0,3 2 0,-1-1 0,-4-3 190,-3-3 1,-3-2-1,3 3-217,1 0 0,3 4 0,3 1 0,-1 1 0,-1-2 0,-4-4-15,2 2 0,-3-3 0,1 1-60,4 4 0,0 0 0,-4-5-780,-4-6 1,-5-7 269,-9-10-179,3-1 2231,-10-4-1512,-4-5 0,-4-4 0,-4-6 0</inkml:trace>
  <inkml:trace contextRef="#ctx0" brushRef="#br0" timeOffset="112404">17939 1981 10411,'-7'-2'1619,"14"0"-1349,8 3-90,9 0-180,-3 1 0,-8-2-90,-4 0 0,-1 0-90,0 0 0,0 0-180,-1-1 1,-1 0-181,0 0-989,-1 0-90,0 0 1619,0-1 0,-1 0 0,0 0 0</inkml:trace>
  <inkml:trace contextRef="#ctx0" brushRef="#br0" timeOffset="112898">18106 1783 9691,'-3'-8'-269,"0"-1"269,0 5 0,0-2 90,-2 1 0,1 0 359,-16-7-269,3 7-90,-9-3 0,7 9 0,0 3 0,-11 8 0,4-1-90,-6 7-159,10-2 159,-7 11-2252,7-4 2252,-3 9 0,12-6-155,3 0 245,5 13-90,5-8-2393,5 9 2393,6-13-788,1-6 0,2-1 788,9 10-173,-5-11 1,1 0 172,10 2-1,0-6 1,2-2 0,-5-4 0,1-1 384,5 2 0,0-2-384,-8-4 0,-2-2 0,10-1 1278,-1-3-1188,0-1 1033,-7-4 0,2-2-1033,-7-2 0,0-1-45,5-2 0,-3-2 45,3-16 0,-14 6-45,-7 4 0,-2-2 45,-4-14-356,-1 11 0,-4 0 311,-8-5 0,-4 0-45,3 7 0,-2 0 0,0 3 0,0 0 0,-1 1 0,-5-1 0,-3 2-203,2 6 1,-6-1 0,0 2 0,2 1-608,-1 3 1,3 1-1,-3 1-118,-9-4 1,-2 0-1,4 5 928,4 7 0,5 4 0,7 0 0,2 2 0,-19 6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41:42.494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11384 8542 17014,'-5'-5'-3277,"-3"1"391,3 3 3638,5-1-376,2 1 1825,14-3-1815,14 1 0,7 1-255,-4 0 0,3 0 0,0 0-105,-3 0 1,1 1 0,0 0-1,-1 0 452,3 0 1,-1 0-1,-3 1 16,1 0 0,-7 1-122,-10 0 62,-3-1-1503,4 1 811,2-1 127,-3 1 16,-5-1 79,-6 0-44,0 0 356,-6 3 0,-4-2 0,-6 4 0</inkml:trace>
  <inkml:trace contextRef="#ctx0" brushRef="#br0" timeOffset="4017">12422 8639 17659,'6'-2'2079,"0"0"-1374,-1 1-826,-1 0 520,0 0-205,0 0 96,1 0-470,0 0 578,5 0-671,4-2 82,-1 1 178,7 0 1,0 0-356,0 0 176,0 1 0,1-1-353,-5 2 315,16 0 33,-9 0 1,1 0 80,-6 0 0,2-1 14,4 1 0,3 0 0,-2-1-11,-1 1 1,-1-1 30,4 0 0,-1 1 29,-7 0 0,0 0-16,11 0 1,-1 1-28,0 0 53,0 0 1,2 1-14,-9-1 1,-1 0-30,2 1 1,1 0-12,-1 0 1,0 0-5,-3-1 1,-1 1-95,5 0 44,-6-1 90,7 1 24,-4 0 1,0-1-18,1 1 53,13 0 1,-1 1 2,-13-1-9,0-1 0,0 1-1,-8 0-59,6 0 21,3 0 1,1 0-9,2 1 22,-3 0 0,-1-1-12,-5-1 45,20 2-19,-10-1 12,-2 1 0,2-1 50,9 2-34,-6-2 10,4 1 0,-1-1 47,-11-1-35,3 1 1,0-1-3,3 1 56,2-1 14,1 0-34,-9-1 0,0 0 101,-5 0 20,20 1-126,-4-1 0,0 0-10,-7 0 1,0 1-23,0-1 0,1 0 0,-1 1 4,1-1 1,-2 0 18,4 1-42,3-1 0,-1 1-5,-6-1-18,-1 0 0,6 0 0,-5 0 32,0 0-10,2 0 0,5-1 0,-4 1 35,5-1-31,-4 1 1,4 0 0,-5 0 20,4-1-3,5 1 1,-1-1 11,-15 1-14,0 0 0,-2-1 3,-5 1 3,13-1 10,-9 1-19,11-1 22,-12 0-40,10 1 1,5-1 6,-1 0 1,2 0-16,0 0 0,2 0 17,2 0 1,0-1 5,-5 0 0,-2 0 5,-1 1 1,-1-1 9,8 0 0,-3 0 21,4-1-16,-8 1 0,0 0 51,6 0-50,-12 0 0,1 0 55,11 0-59,-13-1-12,-1 2 0,0-1 13,-3 0 64,6-1-25,14 0-61,-17 1 0,0 0-7,1 0 1,1 1-22,1-1 1,0 0-3,7 0 1,1 1-674,4-1 0,0 1-403,-2-1 0,-2 1 160,-6 0 0,-4 0-1289,-7 0-1062,20-1 0,-15 1 2082,2 0 0,-1 0-931,-4-1 2126,5 1 900,-6 1-899,5-1 1,3 1-2,-3 0 0,0 0-2,16-1 1,-1 1-1225,1-2 1226,-1 2 0,-26-1 2269,7 0-2267,4 1-827,-2-1 828,0 0-3,5 0 0,-13 0 0,13 1 2982,-8-1-2982,2 1 0,0 0 2,3 0-2,-12 0 1228,11 0-1228,6 0-3277,3 1 3164,-1-1 113,-8 0-2271,8 0 2271,-13 0 0,22 0 0,-24 0 0,19 2-3,-14-2 6,4 1-3,-9 0 2269,-3-2-2269,-1 2 3276,0-2-3247,-3 2 0,-21-2 0,-5 0 0</inkml:trace>
  <inkml:trace contextRef="#ctx0" brushRef="#br0" timeOffset="10234">3857 8626 18067,'-8'-2'-1167,"2"0"581,8 0 2816,7-2-2021,14-1 1,10-2 0,-1 0-130,-7 2 1,-1 1 0,2-1-901,1 0 1,2-1 0,1 0 0,0 1 689,1 1 1,1 0 0,1 1 0,2 0 97,1 0 0,2 1 1,0 1-1,0-1 0,-1 0-353,-1 0 1,0-1 0,-2 1 0,3 0 405,-2 1 0,3-1 0,0 1 0,-3 0 0,-6 1-756,3-1 0,-4 1 453,-2-1 0,1 1 1,-1 0-103,1 0 1,1 0 80,5 0 0,3 0 0,-5 0-570,6 1 610,-7-1 1,-2 0-403,1 0 23,-15 1 277,10-1-224,-11 0-86,-5 0 246,-4 7 327,-8-2 1,-11 7-1,1-4 1</inkml:trace>
  <inkml:trace contextRef="#ctx0" brushRef="#br1" timeOffset="12933">6779 12104 5734,'7'2'1001,"4"-2"-4278,24-7 1801,-13 3 1948,3 0 0,8-1 0,1 0 1,-6 1-227,-3 0 1,1 1-202,0 0 1,6 0-1,4-1 1,1 0 0,-1 0-1,-3 1-365,5 1 0,-2 0 0,0 1 0,0-1 411,-4 0 1,0 0-1,0 0 1,0 0-1,-1 1-103,3-1 0,-2 2 0,0-1 0,3 1 47,-2 0 0,2 1 1,2 0-1,-1 0 1,-1 0-1,-3-1-18,1 1 1,-3 0 0,0 1 0,3-1-50,0 0 1,5 0-1,1 0 1,-1 0-1,-2 0 1,-5 0-31,1 1 0,-4-1 0,0 1 8,0 0 1,0-1 0,2 1 43,-1-1 1,1 1 0,1-1 0,-2 0-4,4 1 1,0 0 0,0-1 3,5 1 1,1-1 0,-4 1 143,-7-2 0,1 1-113,0 0 1,3-1 0,4 1-1,1-1 1,-1 1-1,-1-1 1,2 1 0,-1 0-1,1-1 1,-1 1 92,1-1 1,-1 1 0,0-1 0,1 1 0,0-1-77,-3 1 1,1-1-1,0 1 1,-1-1-1,-2 1 1,-3-1 36,2 1 0,-3-1 1,0 1-525,6-1 0,0 1 0,-2-1 560,4 1 1,0 1 433,-3-2 0,3 1 1,1-1-606,-5 1 0,0 0 0,1-1 0,0 1 0,3-1 0,1 1 0,-1 0 0,0-1-386,-5 1 0,0-1 0,-1 1 0,-4-1 270,1 1 1,-1-1 0,0 1 1,2-1-48,8 1 1,4 0 0,-3 0 46,-2 0 1,2 0 315,-8 0 1,4-1 0,3 1-1,0 0 1,-3 0 0,-6-1-143,5 1 0,-3-1-221,0 1 1,4-1-1,1 1 1,-2-1 221,4 0 0,-1 0 0,2 0-24,-9 0 1,3 0-1,0 0 1,0 0-1,-1-1-5,2 1 0,0 0 0,0 0 0,4 0-4,-6-1 0,4 1 0,2-1 0,1 0 1,-3 1-1,-3-1 0,-5 0-80,8 1 1,-2-1 55,1 0 1,4 0-1,-1 0 1,-7 0 328,-9 0 1,-2 0-381,16 0 0,4-1-206,-4 1 1,1 0 0,0-1 312,-6 1 0,0 0 0,0 0 0,1 0 0,2-1 0,0 1 0,4 0 0,0 0 0,-2 1 0,-4-1 0,1 1 395,0-1 1,4 1-1,1 0 1,-5-1-436,8 2 0,-4-1-495,-4 1 1,-2-1 534,-4 1 0,0-1 1134,3 1 1,-3-1-1135,1 0 0,10 1 0,1 0-2269,-4-2 2269,-14 2 0,0-1 0,5 0 0,-6 0 0,-26-2 0,2-1 0</inkml:trace>
  <inkml:trace contextRef="#ctx0" brushRef="#br1" timeOffset="16585">18526 2874 5734,'2'-7'11,"1"1"68,-2 1 11,2 28-90,-1 10 0,-1-9 0,1 4 0,0-2-45,-1 3 0,1-2 45,-1 2 0,0-3 0,2 5 0,-2-23 0,1 5 0</inkml:trace>
  <inkml:trace contextRef="#ctx0" brushRef="#br1" timeOffset="17000">18637 2674 5742,'5'-5'0,"13"7"0,1 5-5,7 6 13,5 7 1,-12-2 0,1 5 1,-2-1-1649,-2-4 1,0 1 1315,2 4 0,0 3 0,-6-4 294,-4 7 32,-4-8 0,-4 4-379,-7 5 0,-7 5 0,0 1 0,1-4 376,3 4 0,-2-1 0,-1-8 0,-2 4 0,-2 0 0,1-3 0,2-7 0,-10 4 0,8-9 0,-1 0 0,-9 5 0,8-6 0,-8 5 0,10-7 0</inkml:trace>
  <inkml:trace contextRef="#ctx0" brushRef="#br1" timeOffset="19101">19048 3306 5734,'4'2'3,"4"-2"16,13 3-8,-1-2-2035,1 0 2049,14-1-19,-12 0 1,3-1 0,0 1-7,6 0 0,1-1 0,-2 1 0,1 0 0,-1-1 0,0 1 0,-1 0-1519,4-1 0,5 1 1536,-9 0 1,2 0 0,3 0 0,3 0 0,3 0-10,-11 0 0,4 0 0,1 0 1,2 0-1,1 0 0,1 0 0,0 0 1,-1-1-1,0 1 0,-2 0 0,-2 0-125,2 0 1,-2 0 0,0 0 0,-2 0 0,1 0 0,0 0 0,1 0 0,3 0 116,-4 0 0,3 0 0,1 0 0,1 0 0,0 0 0,1 0 0,-2 0 0,0 0 0,-2 0 0,-2 0 0,-3 1 0,10-1 0,-6 0 0,-2 0 0,2 0 0,6 0 0,-10 0 0,2 0 0,3 1 0,1-1 0,2 1 0,0-1 0,0 0 0,0 1 0,-2-1 0,0 0 0,-2 1 0,3-1 0,-2 0 0,0 0 0,-1 0 0,0 0 0,0 0 0,2 0 0,1 0 0,-5 1 0,2-1 0,1 0 0,1 0 0,0 1 0,0-1 0,0 0 0,-1 0 0,-1 0 0,-1 1 0,-1-1 0,5 0 0,-1 0 0,-2 0 0,0 0 0,-1 0 0,1 0 0,0 0 0,1 0 0,0-1 0,0 1 0,1 0 0,-1-1 0,-1 1 0,-1 0 0,2 0 0,-2 0 0,0 0 0,0-1 0,-1 1 0,1 0 0,3 0 0,1-1 0,0 1 0,-1 0 0,-5-1 0,-5 1 0,-2-1 0,-3 1 0,3-1 0,0 1 0,7-1 0,-7 0 0,-2 0 0,-1-1 0,-7 1 0,0 0 973,1-1-1153,-6 1 1909,1 0-1729,-18-2 0,-4-1 0,-13-2 0</inkml:trace>
  <inkml:trace contextRef="#ctx0" brushRef="#br1" timeOffset="20200">19592 2848 5821,'10'-6'3,"-3"1"87,-2 1-90,-1 0 90,0 6-90,1 0 0,-1 6 0,-1 2 0,-1 3 0,-1 7 0,0 4 0,-1 11 0,1 2-871,-1-4 1,0 4 892,-1-6 1,0 3-1,0 0 1,-1-5-23,1-3 0,0-1 0,-1 3 0,1 2 0,-1-2-45,2-1 0,0-2-53,0-1 1,0-2 97,1 1 0,-1-3 0,2 6 0,-2-24 0,0-1 0</inkml:trace>
  <inkml:trace contextRef="#ctx0" brushRef="#br1" timeOffset="20535">19542 2918 5759,'1'-7'20,"1"0"25,16-3-45,11 2-1673,5-2 1717,-9 5 1,3 2-1333,8 3 0,0 0 1288,-12-1 0,0 1 30,4 4 0,3 2 0,-8 1-30,-8 5 0,10 10 0,-46 5-877,-5-7 0,-4 0 877,11-4 0,-2 0 84,-4 1 1,-3 1-1,7-4-84,6-3 0,-9 8 0,24-18 0</inkml:trace>
  <inkml:trace contextRef="#ctx0" brushRef="#br1" timeOffset="21553">20199 2965 5815,'0'-15'189,"-4"3"-99,-2-1-90,-2 7 179,-14 9-134,5 12 0,0 5-1684,3-7 1,1 1 1151,-2 8 0,4 0 487,9-1 859,6 1-859,7-4 0,2-1 0,2 7-45,9-7 0,2-4-2223,-8-13 2268,13 0 2268,-19-17-2358,-18-18 90,5 9 0,-10-2 0,-2 2 0,5 11 0,-2-18 0,29 23 0,-3-2 0,12 4 0,-3 1 0,-6 2 0,0 0-2268,7-2 2268,4-2 0,-25 8 0,3-2 0,1 0 2268,0 3-2268,2 2 0,-6 4 0,14 15 0,-2 2 0,0 2 1638,-5-9 0,1 2-1629,2 8 0,0 4 0,-4-5-3286,-5-3 3219,2 0 1,-6 0 57,-23 5 0,1-15 0,0 0 0,4 1 0,-1-1 0,-2-3 0,1-2-180,4-1 180,18-4-90,27-4 90,-4-1 0,-1-4 0,4-3 0,-3 0 0,-10 0 0,0 0 0,10-3 0,1-3 0,-10-1 0,-1-3 0,-3 0 0,0-4 0,-1-1 0,5-2 0,0 0 45,-10 3 0,-2 10-45,-4 16 0,0-1 0,-4 20 0,-1 4 0,0 2 0,-1 8 0,1-8 0,1 2-45,5 4 0,3-4 45,-1-3 0,5 5 0,3-6 0,-4-19 0,12-2 0,-10-9 0</inkml:trace>
  <inkml:trace contextRef="#ctx0" brushRef="#br1" timeOffset="21803">20767 2556 5739,'4'-7'42,"1"1"0,1 5-41,0 0-1,4 6 0,-5 0 0,1 4 0,-6-5 0,0-1 0</inkml:trace>
  <inkml:trace contextRef="#ctx0" brushRef="#br1" timeOffset="22152">21155 2662 5734,'-2'-16'360,"1"3"-316,-9 38 1,-5 21-23,6-15 1,-1 3 0,0 2-1,1 0-842,0-4 1,1 1 0,0 0 0,-1 0 223,0 3 0,-1 1 1,0-2-1,3-4 551,1-1 0,4-4-478,4 10 523,-3-14 0,4-5 40,17-8 1,-4-20 0,9-8 0</inkml:trace>
  <inkml:trace contextRef="#ctx0" brushRef="#br1" timeOffset="22369">21104 2867 5815,'12'4'9,"1"0"171,24-5-180,-16 0-226,-1 1 0,1-2 136,-2-1 1,0-1 89,0-2 0,0-1 0,2 0 0,-1 0 0,12-9 0</inkml:trace>
  <inkml:trace contextRef="#ctx0" brushRef="#br1" timeOffset="22617">21472 2910 5781,'-3'8'43,"2"0"227,3 28-226,1-2 1,0 3-1684,-2-1 1,0-1 933,1 1 0,-1-4 635,-4-6 0,-1-19 1,-1 0-1</inkml:trace>
  <inkml:trace contextRef="#ctx0" brushRef="#br1" timeOffset="22833">21554 2657 5824,'-3'-13'180,"2"4"-270,2 0 90,4 13 0,-1 1 0,0 6 0,-3-6 0</inkml:trace>
  <inkml:trace contextRef="#ctx0" brushRef="#br1" timeOffset="23700">21930 2969 6004,'-3'-9'359,"-4"-1"-269,3 5 90,-27 15-180,15-1-424,-1 1 0,-2 2 379,2 8 0,2 2-1577,3-1 0,1 0 1577,-3 2 0,2-1 45,3 11-180,27-9 90,-8-14 90,10-4 0,1-5 0,0-21-1492,6-2 1492,-14-4 0,-8 10 1242,-4-4 1,0 0-1243,0 1 0,0-16 0,-1 21 0,4 5 0,0-3-274,4 6 364,-1 3 1358,11-1 0,4-2-1448,3 0 0,1 0 0,-1 0 0,-1 1 0,-1-1 0,-2 1 0,-8 2 0,0 15 0,-4-5 0,-5 15 193,-8 2 1,-3 3-194,1 1 0,-1 0-1639,0 3 1,0-2 1580,1-5 1,2-2 57,0 10 0,3-19 0,6 11-89,7-32-1120,1 1 1119,4-13 2884,-5 4-2889,11-10 1,2-1 65,-9 12 0,-1 0 24,8-11 1,0 5-7,0 18 14,-17 7 14,5 26-15,-9-17 529,1 16-528,-2-20 8,0 9-16,5 8-15,-3-5 20,7 7 0,-6-19 0,4 5 0</inkml:trace>
  <inkml:trace contextRef="#ctx0" brushRef="#br1" timeOffset="23934">22582 3231 5762,'13'1'242,"0"2"-422,-9-2 180,1 3 0,-4-3 0,0 0 0</inkml:trace>
  <inkml:trace contextRef="#ctx0" brushRef="#br1" timeOffset="25067">18504 4458 5734,'-6'-9'75,"3"2"-60,-1-2 75,16-3 0,-3 3-45,21-4 0,4 2-45,-8 4-1639,5-2 1,-2 2 1523,-12 7 115,13 3-2179,0 15 2179,-4-5 0,-8 10 0,-26 7 0,-8 3 0,6-13 0,-1 0 30,-5 8 0,-1 4 0,0-3-337,2-7 1,1-2 306,1-3 0,3-1 0,1 2 433,24-10-523,-5-5 0,14-1 90,10-13 0,-9 0 0,-4 2 0,0 0 0</inkml:trace>
  <inkml:trace contextRef="#ctx0" brushRef="#br1" timeOffset="25434">18810 4153 5824,'-5'-12'0,"2"4"0,3 0 0,4 5 0,23 14-3277,-10 0 2789,0-2 1,1 5 487,3 13 0,-2 4-705,-6-5 1,-1 2 704,1-5 0,0 2 0,-3 2-55,-4 4 1,-3 2 0,-4 2 71,-3-5 1,-3 2 0,-1 1-1,0-1 1,1-1-18,1 6 0,1-2 0,-2 3-15,-2-7 0,-3 4 1,0 2-1,-1-2 0,1-2 1,2-7 14,-1 1 0,1-2 0,-1 1 0,-1 1 0,3-5 0,2-1 0,8-17 0,1-1 0</inkml:trace>
  <inkml:trace contextRef="#ctx0" brushRef="#br1" timeOffset="26950">19876 4313 5734,'5'-5'0,"-1"-1"0,-1 4 0,0-1 0,1 2 0,0-1 0,0 1 3,0-1 2,-1 0-5,0 0 0,1 0 6,0 0-1,0 1-2,-1-1 8,0 0 226,-1-1-237,-8 5 0,4-1 0,-27 16 0,9 2 0,0 3-1639,2-5 1,1 0 1580,-3 7 1,3 0 57,9 11-1135,16-6 1,3 1 1134,-6-11 0,1 0 0,7 10 0,5-3 0,-1-11 0,-1-2-343,5 3 343,-3-3 0,-2 0 0,0-2 434,2 3 1,-3 2-435,-8 20 0,-1-16 0,-2 1 0,-20 13 0,-1-19 0,-4-2-435,2-1 1,-1-1 434,3 0 0,0-1 0,-17 3 0,25-15 0,-3-2 0</inkml:trace>
  <inkml:trace contextRef="#ctx0" brushRef="#br1" timeOffset="27218">20202 4605 5914,'0'-6'269,"-3"12"-179,1 3-90,-1 15-45,2-1 0,2 2 45,0-5 0,0 0 0,-1 2 0,1-1 0,1-1 0,-2-19 0</inkml:trace>
  <inkml:trace contextRef="#ctx0" brushRef="#br1" timeOffset="27451">20222 4410 5824,'-2'-8'180,"0"-1"-180,1 5 359,-2-10-359,3 4 0,-1-3 0,4 10 0,-1 3 0,-1 4 0</inkml:trace>
  <inkml:trace contextRef="#ctx0" brushRef="#br1" timeOffset="28317">20496 4572 6004,'3'-1'539,"3"-1"-539,11-3 0,0 2 0,-4 1 90,14-2-3367,8 4 894,-4-1 2383,-2 4 1319,-3 20-1319,-15-10-435,10 18 435,-21-15 0,-2 3 0,-1 5-920,-1 4 0,0 1 920,1-3 0,-1 1 920,0-2 0,2 2-950,6 0 0,4 2 0,-2-3-15,-1-6 0,0-1-188,2 8 0,2 3 0,0-1 188,4 2 1,0-1-401,-7-3 1,0 0 444,4 4 0,-3-1 965,-6-8 0,-6-2-965,-14-4 0,-9 0 0,3-3 0,8-3 0,-2 0 0,-7 1 0,-7 2 0,-1-2 0,8-4 0,-7-5 0,5 1 0,4-4 0,20-13-60,15-3 0,12-5 0,1-2 37,-1 0 1,1-3-1,2-1 1,-1 0-260,-3 5 1,0 0 0,0 0 0,0 0-1,0 1 282,5-6 0,-1 0 0,-1 1 0,-2 3 111,1-5 1,-2 2-112,-1 3 0,0-3-159,2-1 0,1-2 1,-2 1 158,0 1 0,1 0 0,-5 3 0,4-3 0,-3 1 0,-4 7 0,-2-1 0,1 1 0,-3 3 0,-10 10 1720,-5-1-1630,-15 5-90,5 0 2728,-12 8-2684,8 14 1,3 5-2772,1-4 2727,-1 3 0,4 3 0,13-4 0,6 0-464,6 0 1,3 0 463,-4 3 0,1-2 0,4-4 0,5-4-60,3-7 0,5-5 0,-2-1-75,2-1 0,1-2 90,-1-1 1,5 0 0,1-2 0,-6 0 44,1-4 0,-2-3 0,-2 0 0,2-2 0,-2 0 0,-1-2 0,0 0 0</inkml:trace>
  <inkml:trace contextRef="#ctx0" brushRef="#br1" timeOffset="28484">22062 4515 7083,'9'-3'-180,"2"2"-270,-4 4 450,-7 4 0,-14-6 0,-9 2 0</inkml:trace>
  <inkml:trace contextRef="#ctx0" brushRef="#br1" timeOffset="36052">3827 8597 5734,'-7'1'0,"1"1"0,7 1 0,1 0 0,4 1 0,0-3 0,0 1 56,19 0-3333,-7-1 3196,13 0 81,-10-2 0,4-2 0,2 0 0,1-1-1090,-8 2 1,0-1 1089,8-1 0,2 1-31,0-1 0,3 1 0,-5 0 31,-6 1 0,-1 1 0,9-2 0,5-1 0,-7 2 0,1 1 0,-2 0 0,3 0-54,-4 0 1,1 1 0,-1-1 53,8 0 0,-1 0 80,3 1 0,1-1-43,-4 1 1,1-1 0,-4 1-27,-8 0 0,0-1 18,7 1 0,6-1 1,1 1-1,-5-1-18,1 0 1,-3 0-1,6 1 1,0-1 0,-10 0 0,1 0 168,12 0 1,-2 0 91,-2 0-148,3 0 0,-1 0 123,-5 0-1,1 1-882,-12-1 0,0 1 878,12 0 0,-4 0 1355,1 1-1606,3 0 0,5 1-47,-8-2 0,2 1 0,-1 0-1,-3 0 1,0 0 0,-1 0-21,12-1 1,-6 1-88,-10 0 82,-3-1 0,3 1-637,9 0 0,0 1 763,-6-2 0,-1 1-14,0 0 1,2 0-1,0 0 855,10 0 0,0 0-758,-5-1 0,0 1-762,6 0 1,-2-1 887,-3 0 10,1 0 496,-2 0 0,4 0-830,2 0 0,-1 0 1,2 0 0,-3 0-2,-9 0 0,-5 0-75,-5 0-1,-2 0-155,4 0 1682,-5 0-1684,1 1 150,-2-1 2,-3 0 3104,4 0-3104,-5 0 1,0-1 156,0 1 864,0 0-868,0 0 6,0 0-9,-2-1 11,5 1-9,-6 0 9,4-1-11,-5 1 4,2 0-2,-1 0 88,1 0 9,-1 0-99,-17-4-10,6 2 3,-12-1 1,-4 0 2,-3 0 2,2 1 0,-1 0 1,-12-1 2,2 1 0,1 0-1,15 1 0,-2 0 31,-13-1 0,-7 1 0,6 0-22,11 1 1,0 0 33,-10-1 0,-6 1 1,-1 0-1,8 0 39,5 0 1,1 0-41,-8-1 1,-8 1-1,1 0 1,8 0-610,13 0 0,0 0 622,-9 0 0,-4 0 0,4 0-2857,-7 0 2962,3 1-77,12 0 0,-2 0-1174,-3 0 1,-1 0 990,8 0 0,-1 0 34,-6 0 0,-3 1 1,5-1-137,0 0 294,1 0 0,-2 0-297,-12 0-1,0 1 102,16-1 1,0 0 216,-10 1 2173,16-1-2228,-6 0 0,0-1 54,0 1-55,-8 0 1,-3 0-2117,3 0 2171,-7 1-88,4 0 78,10 0 1,-1 1-98,-4-1 0,0 0-1,2 0 1,0 0 1135,3 0 1,2 0-1135,-2-2-950,6 1 949,-4-1-8,0 0-2,9 0 4,-9 1 1,0-1-3,2 1-810,-11 0 814,16 0 818,0-1-927,-12 3 2932,9-2-3106,-11 3-2992,15 0 2981,2-1 503,-1 1 1,5-2 0,-1 1 0</inkml:trace>
  <inkml:trace contextRef="#ctx0" brushRef="#br1" timeOffset="88999">19563 5053 5734,'-9'-1'14,"1"0"45,2 1-42,-1-1 73,2 1 90,-1 0-1,2 0 91,-2 0-270,15 0 90,9-2 0,5 0-45,5-1 0,4-1-1138,-3 1 1,3-1 0,5-1 1101,-8 2 0,4 0 1,2 0-1,1 0 0,0 0 1,-1 0-1,-4 0-576,4 0 0,-3 1 0,-1-1 0,5 1 567,-5-1 0,3 1 0,2-1 0,1 1 0,-2 0 0,-3 0 0,-3 0-445,3 1 1,-4 1 0,1-1 444,-1 1 0,2 0 0,0 0 0,1 0 0,-1 0 0,1 0 0,0 0 0,2 0 0,0 0 0,2 1 0,1-1 0,1 1 0,0-1 0,-5 0 0,1 0 0,1 0 0,0 1 0,-1-1 0,-1 0 0,-2 0 0,9 0 0,-4 0 0,1 1 0,2-1 0,-2-1 0,4 1 0,1-1 0,-2 1 0,-4-1 0,-7 0 0,-3 1 0,-2-1 0,4 0 0,4 0 0,-5-1 396,5 0-396,-18 1 1717,13-2-1717,-20 2 0,-2 1 476,6-2-566,-6 2 1046,3-1-956,-12 7 0,-3-1 0,-10 6 0</inkml:trace>
  <inkml:trace contextRef="#ctx0" brushRef="#br0" timeOffset="94867">18253 6021 5739,'2'-6'1,"1"1"13,-3 1 424,-2-3-325,-6 0-88,-15 10 134,-1 6 10,-4 10-1534,10 3 1670,1 7-1605,8 3 1,0 1 1250,2-9 1,1-1-7,0 13 0,2-2 44,6-2-53,3-4 0,4 5 1,-1-4-57,-3-8 0,1 1 49,6 8 0,3 6 0,1 0 0,-2-7-82,-3-8 0,0-2-46,4 3 1,1 3-1,-3-4 199,2 3-1,-2-1 0,-6-11 1,-3 4-1,-19 2 1,2-9-90,-11 6 0,6-15 90,-3-8 0,3-4 0,-1-5 0</inkml:trace>
  <inkml:trace contextRef="#ctx0" brushRef="#br1" timeOffset="95116">18101 6499 5809,'-10'-9'105,"3"2"75,12-11-180,5 7 0,11-3 0,8-2 0,-3 1 0,-9 7 0,0-1-1093,8-3 1,3-1 0,-5 2-854,-3 3 1946,9-3 0,-8 4 0,6-2 0</inkml:trace>
  <inkml:trace contextRef="#ctx0" brushRef="#br1" timeOffset="99116">18225 7335 5798,'-5'-6'-11,"-1"-1"11,3 5-3,-6 0 0,-13 9 3,7-2-1,-4 6 0,2 3 1,2 2 0,1 1 0,0 1-3277,2 3 2305,-2 6 972,3 1 862,3-2-862,3-7 0,1-1-520,0 5 520,2 1 0,6-2 3,18-5-3,-7 0 0,12-10 3,-16-9-67,1 0 64,4-3-1728,7-7 1731,-6 3-3,1-3 28,-7-8-28,-7 11 0,3-12 2246,-9 12-2246,0-1 159,0-5-159,20-2 3276,6 5-3160,6 5-116,-6 8 0,-16 7 0,-3 5 0,-1 10 0,-3 6 0,-1 1 0,-4-1 0,-1-2 0,2-3 0,-1 9 0,3-1-124,9-16 124,-1 10 0,5-23 0,-5-6 0,3-5 0,2-1 0</inkml:trace>
  <inkml:trace contextRef="#ctx0" brushRef="#br0" timeOffset="99449">18438 7411 7446,'-4'-5'-758,"1"0"564,0 1 187,1 1-64,0 7 508,1 1-199,2 11-167,-1-4-103,2 15 76,-1-6 1,0-1 53,0 12-109,3 1 1,0-2-105,1-10-250,4 14 93,-5-25 223,2-2 1,-3-3 0,2 0 0</inkml:trace>
  <inkml:trace contextRef="#ctx0" brushRef="#br1" timeOffset="99783">18405 7400 5748,'-3'-7'76,"0"-1"-76,2 3 0,4-3 90,1 3-90,23-8 0,1 5 0,2 0 0,-7 6 0</inkml:trace>
  <inkml:trace contextRef="#ctx0" brushRef="#br1" timeOffset="100004">18432 7492 5765,'4'7'59,"21"-3"-86,-4-5 0,0-2 27,-1 2 0,0 0-108,17-5 1,-27 5-1,-3 1 1</inkml:trace>
  <inkml:trace contextRef="#ctx0" brushRef="#br0" timeOffset="100649">18893 7624 7438,'-3'-7'-617,"1"0"582,-3-2 30,-7 2 127,1 1-91,-5 3 157,-5 11-191,2 6 1,-2 3-205,-8 6 193,7 3 0,-1 7 0,4-2-1625,8-9 1,3 0 1583,-4 2 0,0 2 1,3-3-41,3 8-1167,5-14 1093,1-1-773,6 3 0,2 1 942,1-1-9,12 6 1,4-3 8,-2-13 0,-2-1 0,0-1 1721,0-9-1811,4-9 90,-12 3 1250,-4-20-1250,-14 16 0,-8-9 3276,-1 13-3160,-8 2-116,9 3 0,-4 2 0,8 3 0,-1 0 0</inkml:trace>
  <inkml:trace contextRef="#ctx0" brushRef="#br1" timeOffset="102699">18019 8959 5914,'7'-8'90,"1"2"-90,17 2 90,-2 1-90,-1 0 0,4 0 0,0 1 0,1 0 0,-1 0 0,1 1 0,0-1 29,2 0 1,1 0 0,-4 1-30,10 1 0,-7 0 0,0-1 0,2 1 0,-11 0 0,-2 1 90,-4 4-90,-5-2 0,-3 4 0,-7-3 0,1 2 0,-1 4 0,-2 8 90,1 6-340,-2 1 1,0 2 249,-1 7 0,1-10 0,0 2 0,0-1 0,0 2 0,1-3-1599,1-5 1,0 1 1598,-1 3 0,-1 4 0,2-1 0,0 11 0,1-1 0,1-6 0,-1 2 0,0-3 0,1 1 0,-1-2 0,0-4 0,0-3 0,-3 3 0,0-17 425,-18-10-425,-1-14 0,-2-4-1139,2 6 0,0-1 1139,-4-8 0,0 0 0,8 6 0,-1 1 737,0 1 0,-1-2 0,0 1-737,-1-1 0,0-1 0,0 1 30,-2-1 0,0 0 0,1 1-75,-5-6 0,4 3 45,5 5 0,0-7-90,17 16 0,0-8 3284,4 8-3284,0-3 90,3 2 0,-3 5 0,2-1 0</inkml:trace>
  <inkml:trace contextRef="#ctx0" brushRef="#br1" timeOffset="103366">18635 8743 5787,'-1'-6'6,"1"-1"25,5-5 59,2 3-90,2-4 0,-1 6 0,-2 2 90,14-5-90,-11 6 0,11-3 0,-14 8 0,2 6 45,-4 12 0,-3 6-45,-3 2 0,-2 2-1288,1 3 0,-1-1 1288,-4-4 0,-2 0 0,0-4 0,-2 1 0,1-2 0,3-5 0,1 1-561,-8 14 0,2-3 561,10-15 0,4-6 90,17 2-787,7-7 697,6 1 0,-2-9-135,-8 0 0,-1 0 135,7 0 0,-8 0 0,-1 1 0,-4 2 0</inkml:trace>
  <inkml:trace contextRef="#ctx0" brushRef="#br0" timeOffset="107649">17413 10873 13759,'-1'-9'-1285,"0"2"831,-1 3-673,-4-1 359,-2 1 682,-3 0 160,1 2 235,-17 11 38,14-3 176,-10 14 1,0 5-78,13-7 1,2 1 119,-7 9 0,2-1 605,6 7-918,10-11 1,2-1-326,2-5-231,8 6 1,3-4-2975,0-13 772,11 5 1536,-16-15 116,-4 0 744,0-3-1531,10-23 2273,-10 15-100,2-11 0,-2-1 593,-6 13-672,3-13-3,-5 23 36,2 1 48,8 20-1760,-4-8 1876,7 16 0,0 3-1706,-2-6 576,0-1 1,-1-2-596,-1-7 54,1-3 65,11-2-293,-6-2 1663,6-4 5,-3-14 0,-2-4 689,0 0-1061,1-2 1,-1-1 1266,-10 2-85,-1-3-284,-1-6-2178,-3-10 1567,-1 9-504,-4-3-499,0 17 1838,-8-16-2392,5 18 319,-6-15 63,9 23-6,4 0 974,2 2 1518,9 2-1480,7 0 0,2 0 231,2 1-89,-1-1 0,-1 0 315,3 4-84,-8 5-296,3 0-738,-12 3-750,-5-3 1131,-4 10 0,1 5 42,1 2 0,1 1-30,-1 3 0,1-1-16,1-1 1,3-4-145,5-2 178,9 0 18,-8-10 0,10 0 0,-11-9 0</inkml:trace>
  <inkml:trace contextRef="#ctx0" brushRef="#br0" timeOffset="108932">18112 11025 7193,'-16'-23'-639,"4"9"-174,-3-2 741,7 11 189,-1 3 314,-12 12 282,8-3-141,-3 16 1,3 4 70,8 0-324,0-1 1,2 0 337,9-3-455,9 1-556,-4-12 13,5-2 50,11-23-105,-9-6 286,10-4 246,-14-4-129,-4 5-355,-4 7 722,1-1 474,-3 31-808,-3-4-415,1 19-1255,-4-6 1506,-1-1 0,-1 6 0,0-1-1356,0 4 1,-1 2 1431,0 1 1,0 3-1,0-2 158,1 1 1,-1-2-161,2-8 0,0-1 0,0-2-663,0-2 1,1-3 764,0 3 1,-2-2 488,-7 2-633,5-14 32,-7 5 2460,-6-26-2736,1-6-912,-3-1 874,6-1 2593,10 11-2303,4-25-3038,4 17 3065,0-1 0,3 1-260,6 3 338,3 2 1,1-2 27,2 0 0,1-1-2,4-2 0,-1-1 413,-4 5 1,1 0-441,-1-3 1,1-2 0,-2 2-86,6-7 53,-5 1 0,3-5 0,-4 5 334,-4 0-194,-2 4 0,-1 0 107,-4 5-26,-3 8 27,2 25-2500,-3-4 2325,0 18 15,-2-18-268,0-2 46,-1 6 2284,0-5-2242,4-9-237,2-14 580,5-16-1197,0-1 0,-1 0 1289,2-2 969,2-1 1,1 4-934,-7 17 132,9-5 48,-10 19-495,1 5-342,4 15 2451,-5-10-2509,1 7-14,1-5-88,-4-11-191,13 0 126,-5-20 548,2-1 640,1-6 534,3 0-668,-7 8 8,7 1 42,-10 20-651,2 11-842,-2-1 263,0 9 644,-2-7 0,-1-1-524,1 3 183,1 0 1,2-2-299,-3-14-76,7 4 780,-5-11 1,6-6-1,-1-1 1</inkml:trace>
  <inkml:trace contextRef="#ctx0" brushRef="#br1" timeOffset="109432">18910 11126 5776,'-3'-8'48,"1"1"132,-17-3-180,10 8 63,-11 5 1,-1 4 256,8 3 0,-6 11 0,5 4-465,20 0 200,-6 7 25,21-22-23,-7-14 10,7-14-1662,-10 5 1528,3-7-297,-6-9 332,-4 16 99,4-13-31,-3 27-10,3 10-183,0 2-27,1 6 103,5 2 0,1 0-74,-1-2 98,0 2 0,2-1 1796,8-4-1902,-2-7 33,5 1 204,-9-9-34,-5-6 1,-5-3 0,2-2 0</inkml:trace>
  <inkml:trace contextRef="#ctx0" brushRef="#br0" timeOffset="109684">19118 11063 6731,'8'3'-174,"-1"1"78,-2 0 12,0 1 99,2 1 7,9 8 0,1 1-59,0 1 58,3 2 0,3 4 1,-3-3-3299,4 3 3104,-4-3 1,-2-2 47,-6-5 107,-4-4 15,-2-2 1,-2-1-1,-2-3 1</inkml:trace>
  <inkml:trace contextRef="#ctx0" brushRef="#br1" timeOffset="109884">19340 11068 5824,'0'-7'90,"-8"9"-90,3 3 0,-9 12 45,3 1 0,0 2-2747,-5 7 2702,3-4 0,0 0 600,-1 1-600,2-3 0,-1 4 0,1-3 0,-4 7 0,0 1 0,2-3 0,9-15 0,2 0 0</inkml:trace>
  <inkml:trace contextRef="#ctx0" brushRef="#br1" timeOffset="111633">19966 10849 5767,'-1'-8'31,"-7"2"-6,-26 11-25,16 0 1,-2 2-1,-4 2 0,0 2 0,-5 7 0,14 0 0,2 0 0,4-3 0,4 11 0,4 0-3277,7-13 3162,8 16 115,-7-23 0,3 2 90,0-2-90,-1 1 90,-15 8-90,-3-1 0,-13 14 0,5-1 0,9-9 0,2 1 734,-1 5-734,4 3 0,5-14 0,9 4 0,3-1 0,4 0 0,-4-1 0,3-3-90,15-8-2422,-17-5 2422,11-1 90,-16-2-319,0-1 319,0 0 0,0-4 0,0 0 0</inkml:trace>
  <inkml:trace contextRef="#ctx0" brushRef="#br1" timeOffset="111932">19979 11150 5824,'1'-9'180,"0"0"-90,6 5-1,2 3-89,4 0 0,0 5-651,-2 1 651,2 1-1468,8 9 0,0 1 1468,0-2-30,-2 2 0,3 4 0,-5-3-240,-2-1 136,-2-1 1,-2-1 133,-8-6 0,-1-5 0,-2-1 0</inkml:trace>
  <inkml:trace contextRef="#ctx0" brushRef="#br1" timeOffset="112116">20213 11143 5824,'-2'-6'0,"0"0"0,-2 1 90,-6 8-1141,1 0 1051,-5 9 252,2 0-252,-5 12 0,-2 3 90,0 0-90,2-1 0,-3 6 0,4-6-626,3 0 1,0-3-1,2 0 1,6-10 0</inkml:trace>
  <inkml:trace contextRef="#ctx0" brushRef="#br1" timeOffset="112448">20411 10933 5824,'2'-6'270,"0"1"-181,1 14-89,-3-1 45,-2 24 0,-2 8-1684,-1-10 1,0 0 1343,1-4 0,0 2 1,0-2 294,-2 7 0,3-3 295,6-3 0,1-2-385,-1 7 45,2-11 0,2-5 45,9-15 0,-4-3 0,9-4 0</inkml:trace>
  <inkml:trace contextRef="#ctx0" brushRef="#br1" timeOffset="112649">20427 11150 5914,'1'-8'90,"1"1"89,17-8-89,-10 7-522,15-8 432,-13 10-90,0 0 90,1 0-90,-1 1 232,5-1-142,-7 3 0,4 1 0,-9 2 0</inkml:trace>
  <inkml:trace contextRef="#ctx0" brushRef="#br1" timeOffset="114286">20582 11321 5914,'-6'6'449,"6"1"-359,2-4 0,14-2-90,-6-4 0,6-3 0,-6-2-1280,-2-2 1190,0-1-1337,0-16 0,0-3 1427,-1 2-30,-3-1 0,0-7 0,-3 6 30,-3 2 0,0 2 0,-1 2 0,0 11 0,9 20-1616,-2-6 1616,9 14-90,-6-12 2358,2-1-2268,5 0-2268,12-3 2268,-8-1 0,6 0 0,-2-2 0,-12 3 0,10-1 2268,-15 4-2268,-2 7 0,-1-1 0,-2 5 0,-6 19 0,4-16 0,-2 3 0,0 1 3276,1 4-3160,-3 12-116,2-4 0,3-8 0,1 0 0,1-4 0,2 9 0,1-22 0,7 3-3277,7-2 3162,-1 0 115,2-5 0,-8-3 45,9-5 0,1-1-45,-1-1 0,3-8 0,4-5 0,-4 1 0,-2-3 0,-4-1 0,3-5 0,-5 3-2268,-3-1 2268,-4 6 0,-1 2 0,-5-2 2268,-1 11-2268,-12-8 0,3 13 0,-15 9 0,-3 7 0,2 11-644,2-5 0,1 1 644,6 5 0,8-8 0,1-1 0,5 5 0,0 0 0,2 1 0,10 10 0,5-1 0,4-13 0,3 0 0,1-3 0,-2-10 0,6-9 0,0-4 1288,-4-2-1288,-2-6 0,4-6 0,-6 1 0,-2-7 0,-1 2 0,-2 1-259,-11 8 349,-2 5-90,0 0 0,-6 22-2182,2-6 2182,-4 22 0,3-11 1981,1 1-1981,0 5-1948,-2 9 1948,1-8 0,0 4 0,2-12 0,5-20 0,7-21 0,-4 9 0,1-1 1054,6-15 1,0 2-1055,-1 5 104,-4 9 1,1 4-105,2 13 0,-2 8 0,1 1 0,-4 6 3276,-5-4-3160,2 16-116,-2-12 0,2 11 0,-4-17 90,2 2-90,-1-3 90,6-4-90,14-22 0,-5 5-90,9-11 90,-15 16 0,10-3 0,-4 9 0,3 2 0,-10 8-90,-5 28 90,-3-16 0,-3 17 0,0 2-3277,0-14 3219,0 2 1,0-3 57,3-11 0,-1-2-90,3 1-342,9 1 432,-5-4 0,8-3 0,-3-8 0,2 0 0</inkml:trace>
  <inkml:trace contextRef="#ctx0" brushRef="#br1" timeOffset="115403">21744 11329 5914,'-1'-8'629,"1"-2"-359,-1 10-180,-1 26-90,1-9-90,1 9 0,3 0-3187,4-7 2982,1 5 295,1-14 0,-4-7-180,17-10 90,0-22 45,-8 15 0,-2-1 45,-3-3 0,-3 1-505,-3-2 505,-2 12 3142,-1-10-3142,2 1 0,1 0 0,3 4 0,0 7 0,10-3 0,-7 4 0,12-5 0,-14 7 755,7 1-755,-7 6 0,-1 0 90,-2 2-90,-3 18-3277,-1-13 3162,-1 17 115,0-17 0,-5 13 0,-3 6 0,1 0 45,0-8 0,4-9-45,9-20 0,-5 9 0,13-29 0,-1-2 0,1 0 0,-2 3 0,0 2 0,3-5 0,-2 6 0,1 4 0,5-8 0,-9 18 0,-5 7 0,6 12 0,-5-4 0,5 14 0,-8-3 0,0 4 0,-1-2 0,0-7 0,0-1 3276,12-23-3160,-3 4-1612,8-15 1496,-6 8 0,-2 4 0,0 1 0,10 0 0,-11 7 0,9 31 0,-18 1-855,1-6 0,0 1 855,-5 10-1765,2-12 1765,1-1 0,1 11 0,1-17-1143,1 10 1053,1-20-69,9-1 159,0-4 0,3-1 0,1-8 0,-2 1 0</inkml:trace>
  <inkml:trace contextRef="#ctx0" brushRef="#br1" timeOffset="115716">22503 11529 6094,'7'-4'629,"0"0"-629,-3 2 0,-11 2 0,-3-1 0</inkml:trace>
  <inkml:trace contextRef="#ctx0" brushRef="#br1" timeOffset="116531">17237 11670 1688,'-12'-4'359,"1"0"1803,38-14-2072,-4 11 0,3 1-986,1-1 1,1 0 0,2 0 925,1 2 0,1 1 0,2 0-132,-1 0 1,1 1 0,4-1 0,7 1 137,-19 2 0,3 0 0,3-1 0,3 1 0,1 0 0,1 0 0,2 0 0,0 0 0,1 0 0,-1 0 0,0 0 0,-1 0 0,-1 1 0,-3-1 0,-1 0-145,5 0 1,-3 0 0,-2 0 0,0 0-1,-1 0 1,2 1 0,2-1 0,3 1-1,6 0 123,-19 1 1,3-1-1,1 0 1,2 1-1,1-1 1,2 1-1,1 0 1,1 0-1,1 0 1,1 0-1,1 0 1,1 0 0,-1 0-1,2 0 1,-1 1-1,1-1 1,0 0-1,0 1 1,-1-1-1,1 1 1,-2-1-1,1 1 1,-2-1-1,0 1 1,-1-1 0,-1 1-1,-2 0 1,-1-1-1,-1 1 1,-1-1-1,-3 1-94,14 0 1,-3 1-1,-3 0 1,-1-1-1,-1 1 1,-2 0 0,0 0-1,0 0 1,0 0-1,2 0 1,0 0-1,3 0 1,1 1 79,-7-2 0,2 0 0,0 1 0,1 0 0,1-1 0,1 1 0,1-1 0,0 1 0,0 0 0,0-1 0,1 1 0,0 0 0,-1 0 0,0-1 0,0 1 0,0 0 0,-1 0 0,-1 0 0,-1 0 0,-1 0 0,0 0 0,-2 0 23,8 1 0,0 1 0,-2-1 0,0 1 0,-1-1 0,-1 1 0,0-1 0,-1 1 0,0 0 0,0-1 0,-1 1 0,0-1 1,0 1-16,4 0 1,0-1 0,-1 1 0,0 0 0,-1 0 0,0 0 0,0 0 0,-1 0 0,1-1 0,0 1-24,-2 0 0,1-1 0,0 1 0,0 0 0,-1-1 0,0 1 0,0 0 0,-1-1 1,-1 1-1,0-1 15,6 1 0,-1 0 0,0 1 0,-1-1 0,-2-1 0,-1 1 0,-3-1 67,3 1 0,-2-1 1,-3-1-1,-3 1-22,0-1 0,-1 0-45,4 0 0,2 1 0,-9-1 949,-12-3-859,0 0 1142,2-1-1232,5-2-90,-3 1 2010,3-1-4619,5-3 3483,-12 3 1,0-10 0,-18 3 0</inkml:trace>
  <inkml:trace contextRef="#ctx0" brushRef="#br1" timeOffset="123966">13820 12355 5767,'5'-6'57,"0"1"123,-2 0-180,-11 6 0,3-2 45,-23 12 0,-6 6-45,17-7 0,-1-1 0,-15 8 0,2 0-1132,4 0 1132,7-4-3017,2 7 3017,6-6 0,4 5 0,24-3 0,8 0 0,-4-1-601,5 2 1,1-1 600,-5-5 0,-5-2 0,1 2-122,-2 1 1,0 1 121,0 0 0,-3 1 1196,-10 14 0,-6 0-1196,-6-3-796,-3-2 0,-2-2 796,0-8 90,-10 6-1074,5-3 984,-1-1-90,9-6 906,9-7-816,8-3 0,4-4 0,8-4 0</inkml:trace>
  <inkml:trace contextRef="#ctx0" brushRef="#br1" timeOffset="124216">13988 12649 6004,'7'-6'269,"-2"1"-269,2 7 90,-2 13-180,0-3 90,0 22 0,-3-23 0,0 11 0,-2-17 0</inkml:trace>
  <inkml:trace contextRef="#ctx0" brushRef="#br1" timeOffset="124449">14085 12361 5914,'-1'-8'180,"1"0"-180,-1 0 0,4 8 0,-2-2 0,3 10 0</inkml:trace>
  <inkml:trace contextRef="#ctx0" brushRef="#br1" timeOffset="125252">14199 12486 6094,'9'-3'179,"-2"0"-89,-3-1 90,18-4-180,-11 4 0,15-5 0,-16 8 90,10 2-90,8 6 0,-1 3 45,-12 9 0,-4 3-45,-4-1 0,-6 2 0,-2 1 0,-10 10 0,5-15 0,1 0-1307,-5 14 1307,5-8 0,5-14 0,13 24 0,-6-20 0,7 7 0,0 0 0,-3-8 0,5 11 0,-14-10 0,-23 13 0,8-13 0,-15 9 0,2-13 0,10-6 0,-10 0 0,14-7-90,7-15 0,5 4 1397,7-12-1337,9 0 0,6-5 0,-1 3 30,-2 1 0,2 0-820,-5 5 1,3-4 0,0 2 0,-3 2 716,3 1 1,-2 3 102,-1 3 0,-1-1-1134,2-3 0,0-1 1134,7-6 90,-3-1-90,-17 6 0,-5 11 0,0-8 0,-5 15 0,-9 3 0,1 5 0,-4 1 2090,7 5-2090,4 2 0,5 15 0,2-7 0,7 6 0,16-7 0,3-4 0,-2-3-642,4 3 1,-1-3 641,-8-12-360,19-3 182,-16-2 1,1-1 0,1 1 0,0-2 0,0 0 0,0-1 0</inkml:trace>
  <inkml:trace contextRef="#ctx0" brushRef="#br1" timeOffset="126149">15086 12505 6094,'3'-5'539,"0"-2"-359,-25 21-180,14-8-90,-10 13 0,1 5-90,9-1 90,-1 11 90,11-19-180,16-6 180,-9-8-45,9-6 1,-1-5 44,-4-6 0,8-6 0,-16 4 0,-7 2 0,1 5 0,0-11 0,4 14 0,3-7 0,5 2-45,5-5 0,3-3 45,-4 4 0,1-1 30,6-7 0,2-4 0,-3 3-30,-6 9 0,-1 1 44,6-9 1,-3 3-45,-8 12-3277,-5 16 3252,2-2 25,-6 19-74,-3 0 0,-2 8 0,0 0 0,1-3 74,0 0 0,-1 1-350,1-1 0,-1 5 1,0 1-1,1-2 350,0 1 0,1-2 0,1-1 30,2-4 0,0-1 0,1 1-456,-2 4 1,-1 1 0,3-3 425,2 0 0,1-4 1519,2-3-1519,11 10 244,-8-18-244,19-5 0,-16-27 0,5-11 1441,-11 2-1441,-8 2 0,-3 0 3069,0 3-3069,0 1 0,-1 1 90,-4 2-90,-1 0 90,0-1 0,2 5-652,4 4 562,4 6 90,9-15-90,-1 9-30,10-5 0,8-4 0,-1 2-105,-4 5 0,0 1-833,4-2 1,1-2-1,-2 2 878,-5 4 0,-2 2 90,16-8 0,-8 4 0,8-4 0,-10 4 0</inkml:trace>
  <inkml:trace contextRef="#ctx0" brushRef="#br1" timeOffset="126448">16046 12193 5914,'4'-13'539,"-1"17"-2178,-2 17 1,-3 5-565,1 12 2548,-1-10 1,-1 8-1,0 1 1,0-7-391,1-5 0,0-1 68,0 5 1,-1 3-1,2-5-203,0 4 91,3-17 89,0 8 0,-1-15 0,1 2 0</inkml:trace>
  <inkml:trace contextRef="#ctx0" brushRef="#br1" timeOffset="126932">15959 12283 5824,'-2'-11'270,"7"-1"-181,8 5 1,7-2-90,0 5 90,10 1 0,1 1-3367,-6 2 3219,4-1 1,-3 1 57,-11 2 0,7 6 90,-5 4-90,0 5 0,-10-2 0,-13 3 0,-3 1-2268,2-4 2268,-11 18 2268,10-13-2178,6-2-509,-1 5 419,7-7 0,1-6 0,9 24 3185,-7-17-3185,-3 16 0,-6 2 0,-11-4 0,1-2 0,-3-2 0,2-13 0,-2-2-45,-4 2 0,-1-3 581,-1 1-536,-12-9 0,27-11 0,-4-7 0</inkml:trace>
  <inkml:trace contextRef="#ctx0" brushRef="#br1" timeOffset="127216">16386 12229 6004,'6'-12'629,"-2"4"-539,3 8 0,-5 11-30,-2 10 0,-2 9 0,1 1-90,0-2 0,1 1 0,0 1-90,-1 4 0,0 2 0,1-3-1519,2 4 1,1-5 1163,5-7 206,-2-17-177,4 2 1,2-3 0,4 1-1</inkml:trace>
  <inkml:trace contextRef="#ctx0" brushRef="#br1" timeOffset="128116">16672 12525 6094,'-5'-8'449,"2"3"-269,-4 1 180,-10 11-360,6-2 90,-4 12 0,1 5-270,8 0 180,-1-3 0,2-1-331,6-1 151,4-4-90,10 2 270,-5-5-90,5-2 0,5-19 0,-11 4-114,9-9 204,-15 8 0,-3-13 90,-2 7-90,-1-6 0,-1 10 0,1 2 236,1 1-236,-1 0 0,2 0 0,10-5 209,-3 5-254,8-7 0,4-2-1594,-4-1 1,0-1 1491,3 0 0,-1-1 147,-1-1 0,-2-1 0,3-4 0,-1-7 0,1-2-2269,-2 4 2314,-1-1 0,-2 4-45,-9 17 0,0 2 0,0-1 2358,0 4-2358,-1 7 0,-1 4 0,-3 21 0,-1 7 3276,0-2-3218,0 2 0,-1 2-13,1-14 0,1-1-45,-1 6 0,0 2 0,-1-3 0,1 0-1604,0-1 0,1-3 1604,-1 4 0,1-8 0,0 2 0,8-21 0,4-9 0,1-7 0,0-2-1911,8-12 1911,-1 4-45,1 13 0,1 2 45,-1 1 1189,6 10 0,-1 6-1189,-11 12 0,-2-2 0,-1 2 90,-11 10-45,-6-6 0,-3-2 379,-3 5-379,2-9 0,-2-1-1,-6-5 1,0-3-314,-5-2 224,5 2 0,1-4-383,5-8 428,10-3 0,3-6 0,4-2 0</inkml:trace>
  <inkml:trace contextRef="#ctx0" brushRef="#br1" timeOffset="128650">17328 12384 6004,'2'-13'359,"0"1"-269,-1 5 270,-1 0 270,1-1-406,-11 26 1,-3 10-225,3-8-551,-4 10 0,-1 5 551,6-5 0,1-1-1604,2-7 1,0-1 1558,-1 7 1,0-1 44,2-1-90,4-17-90,-1 2 180,5-11-45,4-14 0,2-9-766,4-8 1,1-2 810,-2 3 0,1 0 0,0 0 756,-3 4 0,1 2 0,1-2-786,6-7 0,2-1 0,-2 5 30,-7 11 0,0 1 0,10-17 0,-1 10-90,-2 36 90,-12 5 0,-1 3 0,8 15 0,-9-10 0,-3 0 0,-1 1 0,0 1 0,1 1-1198,-1 2 1198,1-6 0,0 1-180,3 11-360,0-18 1239,2 8 1,-5-33 0,-1-7-1</inkml:trace>
  <inkml:trace contextRef="#ctx0" brushRef="#br1" timeOffset="128831">17405 12456 6094,'0'-5'449,"0"1"-359,17 1 0,-6 2-90,7 0-809,17 1-2468,-20 0 2989,16 1 0,-28 1 0,-2 0 0</inkml:trace>
  <inkml:trace contextRef="#ctx0" brushRef="#br1" timeOffset="129415">13329 13148 5914,'-7'-3'90,"1"0"89,3 1-89,5-3 0,1 1 90,19-2 0,13-3 0,-1 2-135,-5 2 0,3-1-670,-3 1 1,5-1 0,4-1-1,1 1 1,0 0 662,-7 2 1,1 0-1,0 0 1,1 0 0,1 1-1,1-1 1,2 1-15,-5 0 1,1 0-1,1 0 1,2 0-1,0 0 1,0 0-1,1 0 1,0 1-1,-1-1 1,-1 0 0,0 0-243,0 1 0,-1-1 0,0 0 0,0 1 0,-1-1 0,0 1 1,1-1-1,0 1 0,0-1 0,1 1 218,-1 0 0,1 0 0,0 0 0,1 0 0,1 0 0,-1 0 0,-1 1 0,0-1 0,-2 0 0,-1 1 0,-2 0-185,8 0 0,-4 0 0,-3 1 0,2-1 0,2 1 0,6-1 201,-12 0 1,2 1 0,3-1 0,2 0 0,2 1 0,1-1 0,1 0 0,0 0-1,0 0 1,1 0 0,-2 1 0,0-1 0,-2 0 0,-2 0 0,-2 1 0,-2-1-157,6 0 0,-3 1 0,-3-1 0,-1 1 0,0-1 0,2 0 0,1 1 0,4-1 140,-7 0 0,4 1 0,2-1 0,2 0 0,1 0 0,1 0 0,0 1 0,0-1 0,0 0 0,-2 0 0,-2 0 0,-2 0 0,-2 0 0,-4 1 0,-4-1 0,11 0 0,-8-1 0,-1 1 0,2 0 0,4-1 0,3 1 0,-1-1 0,1 1 0,-4-1-23,-1-1 1,-2 1 0,-1-1-1,1 0 0,2 1 1,2 0 0,-2 0-1,-6-1 334,4-3 1,-15 0-670,-32 0 1,-10 0 357,2 1 0,-7 0 0,-4 3 0,8 4 0,0 1 0,-3 2 0,-3 0 0,5-1 0,-1 1 0,1-1 0</inkml:trace>
  <inkml:trace contextRef="#ctx0" brushRef="#br1" timeOffset="129999">14063 13456 5824,'-9'-4'90,"2"0"0,1 2 0,-16-1-1,9 2 1,-20 5 0,-5 3-90,19-2 0,0 1-981,-13 4 1,1 0 980,4 1 90,14-2-90,3-1 0,3 14 0,7-9 45,23 10 0,9 1-45,-14-14 0,2-1-773,2 2 1,4 2 0,-5-3 772,8 3 0,-8-1 0,-7 18 0,-8-10 0,-16 4 0,-10 4 0,1-5 0,6-8 0,-1-2-40,-7 5 1,-2 3 0,3-4 39,-4-1 0,4-4 0,-2 1 0,19-14 0,4-2 0,16-11 0</inkml:trace>
  <inkml:trace contextRef="#ctx0" brushRef="#br1" timeOffset="130215">14177 13773 5914,'2'-6'539,"1"1"-449,-2 7-90,1 1 0,-1 4-90,1 30 90,1-6 0,-2-10 0,1-1 0,-1 2 0</inkml:trace>
  <inkml:trace contextRef="#ctx0" brushRef="#br1" timeOffset="130449">14248 13498 6094,'2'-8'359,"1"0"-269,-2 4 90,2-1-180,1 4 0,-3 1 0,2 3 0,-5 0 0</inkml:trace>
  <inkml:trace contextRef="#ctx0" brushRef="#br1" timeOffset="131283">14383 13647 6273,'1'6'540,"1"-1"-360,20-3-90,-5-2-1091,11 1 1001,-10 0 241,1 2-331,12 12 90,-10-6-45,-8 14 0,-4 4 45,-11 0 0,-1-1 0,-2 0 0,-4 4 0,3-10 0,1-1-2632,-1 4 2632,2 7-90,8-11 0,2 0 0,3 5-805,-1-4 1,-1 0 804,3-2 90,-3-6-90,-2-1 0,2 14 2128,-5-12-2038,-2 11 0,-16-8 0,-4-2 0,-1 1 520,-2 0 1,0-2-521,5-7 90,3-2-90,-3-1 0,-4-4 0,9 0 0,13-23 0,11 11 0,5-4 0,3-1 268,2 0 1,3 1-269,-4 0 0,1 0 0,-1 0-1437,7-6 1,-1 1 1436,1-2 0,-4 2 1046,3-5-1046,-8 3 0,2-5 0,-2 3 0,-6 8 0,0 0 30,5-10 0,1-4 0,-8 6-30,-13 9 0,-5-5 0,-6 18 45,-7 16 0,0 5-45,3-1 0,-2 7 0,3 0-558,11-5 558,6 12 0,15 1 0,-5-15 0,3-1 1558,0 1 0,3-3-1603,19 0 0,1-5 45,0-4-90,-4 1 0,4-4 90,-11-6 0,1-3 0,-3 1 0,-4 1 0,-1 0 0,6-2 0,2-2 0,-4 0 0,2-5 0</inkml:trace>
  <inkml:trace contextRef="#ctx0" brushRef="#br1" timeOffset="132132">15351 13739 5914,'-3'-10'359,"1"2"-179,0 2 180,-3-2-270,-1 6 0,-3 0 90,-5 9-180,3 0 180,-12 14-270,3 6-90,2 2 90,5-4-360,14-3 360,2-14 0,5 4-359,24-24 449,-17 5-562,3-3 1,0-1 471,-8-2 90,0-1 0,-3-4-2930,-3-7 2930,-2 8 0,-3-3 90,-4 6-90,13 4-1861,6-8 1861,8 6 0,5-2 253,-4-1-253,0-6 0,5-7 0,-4 3 0,-7 8 0,-1 0 10,8-8 1,1-4-1,-6 5-10,-7 5 90,0-7-464,-3 6 374,0 1 0,-5 9 322,-8 34 0,-3 12-232,0 1-90,2-13 0,-1 6 0,-1 5 0,0 2 0,1-2 0,1-4-184,0 1 1,2-3-1,-1 0 1,1 2 183,-2 3 0,0 3 0,0 1 0,0-2 0,2-4 264,0 0 0,1-3 1,2-1-295,3 3 0,1 0 0,4-7 2118,18 1-2133,-9-9 1,1-6 44,12-30-1135,-22-12 1,-6-3 1134,-5 2 846,-5 7 0,-3-2 0,0 4-756,-4 0-451,1 5 0,2 1 451,7 7 0,3 1-1060,11-6 1,3-1 969,2-4 414,4 3 0,7-5 0,2 0 0,-5 4-594,1 2 1,0 0-291,-1 1 1,2-2 0,1 0 0,-5 3 469,-1 3 0,-2 1 0,12-10 0,-8 5 0</inkml:trace>
  <inkml:trace contextRef="#ctx0" brushRef="#br1" timeOffset="132415">16332 13287 6004,'3'-11'359,"-1"4"-89,0 5-270,-2 7 0,-1 9-1787,-1 4 1832,-3 8 0,-1 5-842,0-2 1,-1 3-1,0 0 797,0-1 0,0 1 0,0 1-164,0-1 0,-1 3 0,1-1 0,1-6 29,0-2 0,1-3 135,-2 9 0,6-11 0,8-24 0,3-2 0</inkml:trace>
  <inkml:trace contextRef="#ctx0" brushRef="#br1" timeOffset="132884">16236 13362 5824,'-2'-9'180,"16"-5"-3457,3 5 893,9-2 2384,-3 5 1499,3 1-1499,0 2 0,0 0 860,6 0-816,-2 6 1,-5 5-45,-21 6 0,3 8-611,-19-4 611,-3 1 0,-5 9 0,7-6 1544,12-2 1,3-1-1545,4-5-45,10 4 0,2 1 45,-3 3-1101,6 5 1101,-16-6 807,-9-5-777,-8 4 0,-6 4 0,1-2-30,6-7 0,-1 1-741,-6 6 0,-3 3 0,4-6 741,-1-3 90,-11 6-961,8-7 871,-3-1 188,13-15 1,10-9 0,4-5 0</inkml:trace>
  <inkml:trace contextRef="#ctx0" brushRef="#br1" timeOffset="133170">16602 13375 5914,'5'-14'899,"-1"4"-4176,1 23 1074,-3-1 2293,0 18 275,-1-3 0,0 6 0,1-4-455,-1-3 0,1 1-378,-1 4 0,1 3 0,0-5 288,2 5-90,1-10-214,4 1 484,-2-7 0,4 0 0,-4-14 0</inkml:trace>
  <inkml:trace contextRef="#ctx0" brushRef="#br1" timeOffset="134048">16823 13630 5824,'4'-9'270,"-1"0"449,-1 4-179,-2 0-450,-5 4 359,-17 26-449,9-9-180,-1 12 1,3 2-3098,9-6 2802,-2 12 115,14-19 0,15-16 270,-7 2 0,1-17 0,-4-5-2178,-14-7 2268,4 7 0,-2 1 2358,-15-7-2358,-2 4 0,4 8-90,0-9 1,14 15 89,4-6-90,11-2 45,1-3 0,1-1 45,-5 5 0,-1 1 0,5-7 0,1-2 0,-4 1 0,-1-2 0,-1 2 45,-4 5 0,-1 0 44,11-16 1,-2 1 0,-12 13 0,-1 2 0,-2 7 90,0 44-180,-5-11 374,1 7 0,-1 1-374,-1-14 0,-1 2 0,-1 3 0,0 3 0,-2 1-809,1 1 0,-2 1 1,1-1 808,1-1 0,-1-1 0,1-1 0,-3 9 0,1-4 90,0 2-90,13-40 0,16-22-45,-7 3 0,4-4 45,-1 7 0,4-1 0,0 0 0,-2 4 0,-1-1 0,0 4 589,7 2 1,4 2-1,-8 9-589,-4 25 2086,5 1-2086,-19 10 0,-9-10 59,-6-2 1,-4 5 0,-2-3-15,-9 0 0,-1 0-75,8-2 0,-1 1 0,1-4-60,-7-4 1,4-8-91,9-6 180,7-28 0,9 9 0,1 0 0,0 0 0</inkml:trace>
  <inkml:trace contextRef="#ctx0" brushRef="#br1" timeOffset="134332">17566 13326 6004,'4'-7'539,"-3"20"-449,-1-3-90,-4 20 90,-1-1 0,-2 3-45,0 3 0,0 1-1684,0 0 1,-1-1 1151,3-5 0,0-3-1192,1 6 1589,3-18 90,3 4 0,-1-26 0,2-7 0</inkml:trace>
  <inkml:trace contextRef="#ctx0" brushRef="#br1" timeOffset="134799">17456 13314 5824,'0'-8'90,"0"1"90,6-7-91,2 2 1,5-6-90,0 6 180,16-3-2572,-13 9 2392,13-5 0,-16 9 0,18 5 0,-14 3 0,11 6 0,-24 5 0,-13 12-812,2-10 812,-5 6 2144,8-1-2144,3-13 0,3 11 0,3-16 0,8 6-90,0 10 90,-1-2 0,-4 5 30,-14-2 0,-6 4 0,0-4-30,4-5 0,-1-1-312,-4 10 1,-4 5 0,1-5 356,1-6 0,0-3-1411,0 1 0,0-2 1366,-9 11-90,8-13 90,0-18 0,7 1 0,-7-14 0,11 2 0</inkml:trace>
  <inkml:trace contextRef="#ctx0" brushRef="#br1" timeOffset="135300">18292 12481 5914,'-2'-8'269,"0"0"181,1-1-270,8 2-90,12-3-180,4 7-1549,-2 1 1,-2 1-236,-1 0 2089,5 0 0,-24 6 0,-2 0 0</inkml:trace>
  <inkml:trace contextRef="#ctx0" brushRef="#br1" timeOffset="135483">18208 12663 5824,'-3'7'180,"4"3"-90,3-7-90,4 3 89,1-5 1,13-1-90,-3-1 0,2-1-90,2 0 1,2-2-276,2-1 1,3-2 0,-2-1 0,6-2 0,-1-2 0,-4 1 0,1 1 0,-1-1 0</inkml:trace>
  <inkml:trace contextRef="#ctx0" brushRef="#br1" timeOffset="136265">19510 12050 5824,'2'-5'449,"0"-1"-179,-16 3-180,-10 8-90,4-1 0,-1 1 45,3 0 0,-1 3-15,-8 5 0,-4 4 0,5-1-30,7-6 0,0 3 0,-6 6 0,-6 5 0,1 2 0,7-5 0,6-1 0,3-1-729,-3 1 1,-1 3 0,4-3 728,4 4 0,7-3-2668,13 13 2668,-2-11-45,16-1 0,6-4 45,1-9-683,-4-2 1,-1 0 682,-1-8 0,-1-3-505,6-13 505,-7 3 69,-2-9 842,-25-4 0,-7 0-911,0 2-61,-1-2 1,-3 1 60,-15 5-180,0 11-180,-3-2 748,4 16 1,19-1 0,0 3-1</inkml:trace>
  <inkml:trace contextRef="#ctx0" brushRef="#br1" timeOffset="136999">19616 12265 5824,'5'-8'270,"-1"1"-181,1 0 91,-3 2-90,0 1 0,1 4 0,-1 1-90,-1 5 0,-8 0 0,-6 7 0,1 2 0,0 3 0,-5 15 45,8-12 0,1-1-45,4 6 0,8-6 0,6-1 0,6-8 0,4-2 0,-4 5 0,2-1-184,2-8 1,0-4 273,7-14-3360,-10-14 3360,-1 4-90,-8-8 0,-20 7 0,-4 2-90,2 2-365,-4-3 0,-1 5 275,3 13-270,-21 8 216,12 8 0,-1 2 0,3-3 1,0 1-1,-1 7 0,0 0 1</inkml:trace>
  <inkml:trace contextRef="#ctx0" brushRef="#br1" timeOffset="137370">19018 12800 5914,'-5'-4'449,"5"-1"-359,8 2 0,4 0 0,5 2-1905,5-1 1905,7 0 0,6 0-60,-3 0 0,3 0 0,0 0-867,-2 0 1,1 0 0,0-1 858,-5 2 1,2-1-1,-1 0 1,-2 0-123,6-2 1,3 0 99,-10 0 0,5 0 0,3 0 0,0-1 0,-2 1 0,-4 0-30,3 0 0,-5 0 1,4 0-350,1-1 0,5 0 0,1 0 0,-4 1 1,-9 0 288,7-1-307,0-2 947,-17 3-550,-7 0 0,-23 6 0,-11 2 0</inkml:trace>
  <inkml:trace contextRef="#ctx0" brushRef="#br1" timeOffset="137932">19508 12942 6004,'5'-10'359,"-3"3"-359,-4 1 90,-2 2-90,-2 3 90,0 1 90,-24 13-135,10 12 0,0 5 0,0-7 0,0 1-45,6 0 0,2 3 0,3-2 0,3-4 0,4 0 45,1 6 0,2 0-3116,1 4 3071,1-11 0,2-1-797,4-3 797,3-1 0,6-3 0,1-1 0,4 1-72,-5-3 0,2-3 72,1-5 0,-1-5 45,-2-4 0,-1-1-45,3 2 0,-2 0 2667,4-17-2622,-30 2 0,-9 1-2247,-7-1 2202,4 1 0,0 2 0,-9 10 0,4 7-315,3 4 0,-1 1 45,-6 0 270,4 3 0,2 2 0,14-3 0,-4 4 0</inkml:trace>
  <inkml:trace contextRef="#ctx0" brushRef="#br1" timeOffset="138236">19909 13183 6004,'3'-6'359,"0"1"91,1 5-90,-1 9-3637,-1 7 2662,-1 3 991,-3 4 1,-1 6 0,1-4-467,-1 6-120,0-6 0,0 5 0,0-6-869,-1 1 1079,0-2 0,1-8 0,1-6 0</inkml:trace>
  <inkml:trace contextRef="#ctx0" brushRef="#br1" timeOffset="140332">21802 12130 5798,'-1'-7'565,"0"0"-475,3 33-90,-2-12 45,1 5 0,0 3-45,-1 3 0,0 1 45,1-4 0,0-1-767,0 6 0,0 0 677,0-8 0,1-1-404,2 9 449,-1-10 0,0 1 0,-3-17 0</inkml:trace>
  <inkml:trace contextRef="#ctx0" brushRef="#br1" timeOffset="140799">21821 12193 5914,'-2'-8'90,"-1"-2"-90,2 3 269,-2-6-269,3 7 90,7-4 0,19 3-90,-8 2 0,9 2 0,0 2-3277,-10 0 3162,18 0 115,-28 2 0,-2 0 0,-1 3 0,-9 8 0,-1-1 0,-4 5-2268,-2 5 2268,8-10 0,-2 8 2268,19 12-2268,-7-17 0,12 18 0,-6-6-2268,-13 7 2268,4-1 0,-17 0 0,-10-10 0,-2-2 0,3 0 546,-3 0 0,3-2-636,13-11-360,-2 1 450,5-2 0,-1-1 0,6-3 0</inkml:trace>
  <inkml:trace contextRef="#ctx0" brushRef="#br1" timeOffset="141100">21538 12786 6094,'30'-4'179,"0"2"1,7-2 0,1 1-158,-10 0 1,1 0-1,0 0 1,0 0-843,4 0 1,2 0 0,-1 0 0,-2 0-36,3-1 1,-2 0 0,-3 1 1513,-4 0 1,1-1-660,0 1 0,6-2 0,-1 1 0,-4 0 0,-1 0 0,0 1 0,6-2 0,1 0 0,-1 1 0</inkml:trace>
  <inkml:trace contextRef="#ctx0" brushRef="#br1" timeOffset="141532">21945 12962 6183,'-3'-1'900,"-29"18"-4177,4-4 2130,5 0 1,1 2 1146,3 3 529,4 0 1,-1 4-1,4 1-529,6 3 0,3 1 430,-13 7 0,9-1-460,27-11 0,15-4 0,-2-4-60,-1-8 0,1-2-345,3 3 1,3 0-1,-4-2 390,-3-6 0,-1-2-45,0-1 0,3-2 90,-9-2 0,3-2 0,0-1 0,-2 1 1395,8-2 1,-1 0-1396,-2-2 0,1-2 0,-7 1 0,-4-7 0,-1-1 0</inkml:trace>
  <inkml:trace contextRef="#ctx0" brushRef="#br1" timeOffset="141850">22803 12535 6004,'-1'-5'359,"0"-1"-179,0 1 90,19-4-1165,-8 4 895,16-3-2907,8 5 2817,-15 1 0,14-1 90,-13 2 0,-11 0 0,4 0 0</inkml:trace>
  <inkml:trace contextRef="#ctx0" brushRef="#br1" timeOffset="142049">22725 12669 5914,'-7'9'90,"3"-2"-3367,5 1 1163,2-5 2099,4 3 15,1-5 604,15 0 1,3 0-605,-1-2 0,7-3 0,7-3 0,-5-1 0,1-3 0,-8 1 0,5-3 0,-4 1 0,-6 0 0,0-1 0</inkml:trace>
  <inkml:trace contextRef="#ctx0" brushRef="#br1" timeOffset="142583">23844 12040 5914,'6'-6'180,"-1"1"-1,-4 1 181,-2-5-90,-20 7-180,2 5 0,-3 2-90,-6 6 0,-1 1 0,2 1 0,-1 4 45,4 0 0,-3 4 0,1 2 0,4 0-15,2 5 0,3 1 0,-1 0-30,0-7 0,-3-1 0,2 1 0,4-1-241,-2 15 1,12-3 240,21-3-3233,2-10 3233,6 7 0,-5-17-785,-6-6 874,-1-1-89,15-10 0,-16 2-117,10-9 117,-19 5 367,-11-18-367,-5 4 0,3 6 0,0 1 2923,-12-4-3553,-8 5 450,14 8 482,-12 1 0,25 6 0,-4 0 0</inkml:trace>
  <inkml:trace contextRef="#ctx0" brushRef="#br1" timeOffset="142866">23892 12280 6004,'3'-16'1888,"-2"8"-1708,0 1 270,-7 35-3727,1-6 3075,2-1 0,-1 1 787,1 2-630,0 6 0,1 2-225,1-12 0,1 0-90,-1 13 1,1-2-631,2-4 990,0-4 0,-5-9 0,-2-2 0</inkml:trace>
  <inkml:trace contextRef="#ctx0" brushRef="#br1" timeOffset="143149">23257 12717 6183,'8'5'90,"3"-1"45,21-1 0,5-2-1774,-15 0 1,0-1 1064,3 1 1,4 0 0,2-1 0,-2 0 603,6-1 0,0-1 0,1 0-296,-3-1 0,2 0 0,1 0 1,-2-1 265,-5 1 0,0 0 0,0 0 0,-1 0 0,8-2 0,0 0 0,-5 0 0,-5 1 0,-1-1 0,6-2 0,3 0 0,-4 0 0,-6 1 0,0 0 0,3-1 0,-1 0 0,0 0 0</inkml:trace>
  <inkml:trace contextRef="#ctx0" brushRef="#br1" timeOffset="143732">23878 12995 5914,'-3'-7'90,"1"0"-90,-9 2 90,-13 5-90,-5 3 29,3 10 1,-5 6 0,5-1-30,7-5 0,0 0-962,-6 8 0,-3 5 0,5-2 1007,9-1 0,3 1-1051,0 1 1,1-1 1005,1-1 0,4 0 44,4-1 1,3-1-45,4 2 0,8-5 0,5 3 0,-1-4 0,10 4 0,2-2 0,0-3 1103,-5-11-1013,2-6 0,0-2 0,6-4-90,-8 1 0,-3-1 90,-4-6-732,-11 2 732,-5-1 0,-25-10 0,-9 1 0,4 2-90,7 6 0,-5-3 0,1 4 137,-4 7 0,1 4-407,6 0 0,0 1 45,-6 0 0,1 1 3043,0 5-2818,12-1 0,9-2 0,-1 1 0</inkml:trace>
  <inkml:trace contextRef="#ctx0" brushRef="#br1" timeOffset="145166">23986 13331 6094,'-4'-6'449,"5"0"-449,3 3 0,3 0 0,1 1 0,-3 1 0,1-1 0,13-2 0,-10 2 0,10 0 0,0 1 0,-4 3-601,10 2 601,-15 0 90,-3 5 0,-7 22 0,-4-12 0,-5 2 0,-6 4 0,-5 4 0,-3 1 0,4-4-90,-3 2 0,-1 1 54,4-7 0,-4 3 0,0 1 0,1-1 0,6-5-1606,4-3 1,2-1 1551,-7 7 0,5-2 90,15-6 0,27-11 0,9-5 0,-4 1-46,-5-2 1,7-1 0,2-1 0,-5 0-1023,0-2 1,-1 0 977,-1 0 0,2 0 0,-3 1 89,-6 1 1,-3-1-1035,3 1 1,-3-1 944,-4-6 0,9-5 0,-26-1 0</inkml:trace>
  <inkml:trace contextRef="#ctx0" brushRef="#br1" timeOffset="152698">18917 7881 5734,'9'-2'0,"-3"1"0,2-1 0,-4 1 0,1-1 0,12-1 17,8-1-6,8-1-3,-6 1 1,-1-1-7,4-1-8,-8 2 1,-3 0-9,-3 1 14,0 0 0,-11 2 0,2 0 0</inkml:trace>
  <inkml:trace contextRef="#ctx0" brushRef="#br1" timeOffset="152932">19032 7978 5734,'3'7'0,"5"0"0,15-6 0,7-2 0,-2-3 0,-3-2 0,-15 2-803,-1 0 1,2-4 0,0 1-1</inkml:trace>
  <inkml:trace contextRef="#ctx0" brushRef="#br1" timeOffset="154152">19352 7756 5734,'-6'-8'0,"-2"-6"0,5 4 8,2-6 6,6 6-3291,14-7 2339,-5 5 946,10-3 433,-4 7 1,1 2-442,2 1 0,-2-1 0,-1 4 0,-4 11-2269,-15 20 2269,2-4 0,-5-7 0,-3 3 0,-4 3 0,-4 3 0,3-4 0,-3 11 294,3-10 0,-2 2 0,3-5-294,4-6 0,0-1 0,1 11 2705,3-10-2705,3 13 0,17-10 0,-7-4 0,12 1 0,-14-10 0</inkml:trace>
  <inkml:trace contextRef="#ctx0" brushRef="#br1" timeOffset="154398">19486 8279 5914,'-4'3'-96,"0"0"96,3 0 0,-5 3 0,0 0 0</inkml:trace>
  <inkml:trace contextRef="#ctx0" brushRef="#br1" timeOffset="155866">19487 7749 5734,'-2'-6'0,"0"1"53,-1-2-16,1 2 53,-2-2-90,0 11 45,-1 16 0,-1 6-45,-1 3-571,2 0 0,-1 3 571,3 1 0,2-1-1507,0 1 0,0 0 1507,-1 2 0,1-1 0,2-7 0,0-3 0,1-4 0,0-2 0,0-1 0,3 19 0,-5-31 0,2 3 0</inkml:trace>
  <inkml:trace contextRef="#ctx0" brushRef="#br1" timeOffset="156432">19614 7756 5773,'8'-28'51,"-3"10"-51,-2 6 0,-8 32 30,-4 1 0,-5 4 0,3-1-1669,1 0 1,0-1 1313,-3 3 0,-2 1 0,2-4 325,-2 1 860,1-3-860,-4 7-436,8-14 436,1 0 0,6-9 0,19-15 3177,9-4-3177,-7 7 0,1 0 0,11 1 0,-12 17 0,-11 8 0,1 2 0,1 0 651,1 3-651,14 4 0,2-2-3277,-7-14 3219,2 1 1,0-2 57,-7-9-280,0-1 280,4-2-2206,7-5 2206,-6 1 0,4-6 0,-13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0:05.710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14523 7120 4686,'-21'16'0,"0"0"0,-3 2 0,2-1-1639,3-4 1,1 0 1168,-6 5 0,-2 2 1,2-3 469,8-5 0,-2 0 0,-6 4 0,-5 2 0,-2 1 0,4-3 0,-2-1 0,-1 1 0,-1 0 0,4-2 0,0 1 0,-1 0 0,0-1 0,-1 1 0,-1-2 0,0 1 0,0 0 0,-1 0 0,1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27:26.725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12900 7518 15824,'-6'-4'-3277,"0"1"1460,1 1 1544,1 0 210,-2 0-125,3 1 192,-11-6-146,8 5-583,-20-12 738,1 2 26,2-1-234,-3 1 59,-6 1 278,-2 0-92,10 3 0,-2 1 130,-3 0 1,1 2 182,-8-1-74,5 6 1,-6 2 0,5 0 233,13-1 1,-1 2-119,-7 0 0,-4 1 1,6 1 787,-3 4-659,4 4 0,-4 6 0,0 3-232,9-1 0,0 3 0,1 2 0,0 0 1,-1-2 56,-4 1 1,0-1 0,-1 1 0,3 2-161,4-3 1,1 2 0,1 1-1,1 0 1,3 0-168,0 6 0,4 1 0,2-1 1,0 0-134,1-1 0,1-1 0,1 0 0,-1 1-30,-1 4 1,0 2 0,0-1 0,2-1-74,1-5 1,2-1-1,0-1 1,1-3-591,2 5 0,2 1 465,2-5 0,2 6 1,2 2-1,0 0 0,0-2 1,-2-4-379,2 3 1,-1-4 0,1 3 399,-2-4 1,1 3-1,1 1 1,0 1 0,1-2-1,2-3-115,4 3 0,1-2 0,2-3 0,0 0 88,-1-2 0,0-1 0,2 0 0,0 1 85,0 0 1,2 2-1,1 0 1,-1-1 0,0-2 29,-3-3 0,-1-2 1,2-1-1,3-1 217,2-2 0,4-2 0,2 0 0,1-2 0,-3 0 0,-3-2 207,4 1 0,-4-2 0,3 0-50,0 1 0,4 1 0,1 0 1,2-2-1,0-2 61,-3-4 0,2-2 1,0-1-1,0-2 1,-1 0-1,-1 0 179,-2 0 1,-1-1 0,0 0 0,0-1 0,3 0-151,-6 2 0,2-1 0,2 0 1,1 0-1,-1-1 0,-1 1 0,-2-1 1,-3 0 269,9-3 1,-4 1-1,-2-2 1,2-4-109,-3-1 1,1-4 0,0-2 0,0-1 0,-2 2 0,-4 2 245,2-2 1,-4 1 0,2-2-385,-3 3 1,2-2 0,2-2 0,0 0 0,-3 1-1,-4 2 162,-2 0 0,-3 1 0,1-3-340,0-1 0,2-3 0,1-2 0,0-2 0,0 2 1,-2 1-47,2-6 1,-1 1 0,0 0 0,1-1-26,-2 4 1,0-2 0,2 0 0,-1 0 0,-2 1 0,-1 2-82,-1-2 1,-2 1-1,-1 2 1,-1 2-280,-2-2 0,0 3 0,-2-1-317,3-8 0,-4-3 283,-7 8 1,-4-5 0,-1-1 0,-2 1 0,2 5-280,-2-1 0,1 4 1,-3-2 275,1 0 0,0-3 1,-2-1-1,-4 0 1,-4 3 164,-2 6 0,-5 1 0,-4 1 0,-1 0 0,-2 1 0,1 2 0,1 0 0,3 0-69,-3-1 0,2 3 1,0 0-1,-1-1 1,-2-1 146,5 3 0,-1-2 0,-3-1 1,0 0-1,-1-1 0,1 2 1,1 0-1,2 2 0,3 3-41,-9-2 1,3 3 0,2 2-1,-2 0 94,0 1 0,1 1 1,-2 1-1,-1 0 204,1 2 1,-3 1 0,0 1 0,-1-1 0,3 1 80,4 0 0,1-1 1,0 1-1,0 0 0,0 1 70,-4 1 1,-1 0 0,0 2-1,2-1 1,3 2 228,0-1 1,4 2 0,-4 2-415,3 1 0,-4 3 0,-1 0 0,-3 2 0,2 0 0,1-1 0,3-1 0,-4 2 0,3-1 1,1 0-1,-4 1 0,0 2 0,1-1 0,-1 0 0,1 0 0,-1 0 0,1 0 0,0 0 1</inkml:trace>
  <inkml:trace contextRef="#ctx0" brushRef="#br0" timeOffset="582">11475 7819 4155,'-8'-7'0</inkml:trace>
  <inkml:trace contextRef="#ctx0" brushRef="#br0" timeOffset="983">11460 7807 15657,'-33'-9'-2066,"12"4"1467,-5 6 1393,13 3 76,-2 5 0,-3 2-4,-2 7 1,-1 1-284,0-1 1,1 1-356,3-1 0,1 2 0,1 4-157,3 6 0,1 5 0,1 1 1,1-2 125,0-1 1,0-1 0,2 5-154,3-6 0,-1 4 1,2 2-1,0 1 0,2-2 1,2-4-254,3-1 1,3-2 0,1-2-1,0 1-237,-1 0 1,0 1-1,1-1 1,1-3-413,3 0 0,1-2 1,0-4-567,-2-3 0,4-3 738,13 4 0,8-1 1,-3-3 167,-9-4 0,1 0 287,7 2 0,5 0 0,-1-7 396,-5-10 1,0-6-1,-1-3 281,-6 2 0,0-1 0,0-2 0,0-1-28,1 1 1,1-1 0,0 0 0,-1-1-1,-2-1 215,0 0 0,-1 0 1,-2-1-1,1-5-265,-3-2 0,0-6 0,0-1 1,-1-1-1,-2 1 0,-1 5 105,0-2 0,-2 4 0,0-4-299,-1 4 1,2-2-1,0-2 1,-1-1-1,-2 0 1,-4 1-151,-4-5 1,-5-1 0,-1 0 0,-3 2-1,1 2-317,0 2 1,-2 3-1,0 0 1,-2-3-58,0 1 1,0-4-1,-2-1 1,0 1-1,-2 3 1,-1 4-378,-3 1 1,-1 5 0,-4 2-1,-3 4 458,-3 5 1,-6 4 0,-3 2 0,0 2-1,1 1 1,5-1 98,0 0 0,4 0 1,-1 2-1,-3 3 193,3 2 1,-4 2-1,-2 2 1,-1 2-1,0 0 1,1 1 0,4 0-1,3 0 1,-1 2-1,4 1 1,1 1 0,-2 1-1,-4 3 1,-1 0-1,1 0 1,-1 0 0,1 0-1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45:01.70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16476 1767 5824,'-5'-5'90,"-1"-1"0,3 3 0,15 1-1,-5 2 1,24 1 0,9 0-60,-11 0 0,1-1 0,0 1-1123,3-1 1,1 1 0,0-1 797,3 1 0,-1-1 1,-1 0 412,-11 1 0,-1-1 0,6 0-96,-3 1 0,6 0 1,3-1-1,3 1 1,0 0-1,-1 0 1,-2-1-1,-4 1-273,8 0 0,-4 0 0,-1-1 0,6 1 251,-8 0 0,2-1 0,3 1 0,1 0 0,1-1 0,-1 1 0,1 0 0,-2 0 22,-1 1 1,0-1-1,1 0 1,-1 1 0,0 0-1,-1-1 1,-2 1-1,-2-1-22,4 1 0,-4-1 0,-1 0 0,1 1 0,3-1-206,-1 1 0,3-1 0,2 1 0,0 0 0,1 0 0,-3-1 0,-2 1 0,-4 0 236,10 0 0,-5 0 0,0-1 60,2 1 0,1 0 0,-3-1-45,-5 0 0,-1 0 0,0 0 0,-1 0 1098,7-1-693,-12-1-270,7 1 180,-11 0-270,-12 0-3043,6 0 2953,-26 2 0,0 0 0,-21 4 0</inkml:trace>
  <inkml:trace contextRef="#ctx0" brushRef="#br1" timeOffset="16016">16756 6606 7588,'-9'-4'-508,"0"-1"613,4 3 32,-2 0-108,19 0 253,-2 1-235,16-3 0,12-2 0,1 0-845,-12 1 0,1 0 1,0 0-1,2 0 823,4-1 1,2 0-1,-1 0 1,0-1-469,-2 2 1,0-2 0,-1 2 0,-3-1 510,-2 2 1,-3 0 0,5-1-285,1 1 1,7-1 0,2 0 0,0 0 0,-1 0 0,-6 0 280,5 1 0,-5 0 1,7-1-124,-9 2 1,5-2 0,3 1-1,3-1 1,1 0 0,-2 1 0,-1-1-1,-3 1 1,-5 1-19,3 0 1,-5 0 0,-1 0 0,2 0 13,5-1 0,4 0 1,0 0-1,-3 0 1,-5 1-94,7-1 1,-8 1-425,-6-1 565,10 0 14,-16 1 281,8 0-395,-6 0 815,-9 2-636,10-1-90,-11 5 0,-2 0 2293,0 2-2268,-1 16 0,-2 3 0,0 4 0,-1-2 0,1 4 0,0 3 632,-3-6 0,0 1 1,-1 1-1,1 3-632,0-1 0,0 3 0,-1 1 0,1 2 0,0-1 0,-1-1-167,1-3 1,-1 0 0,1 0-1,0 0 1,-1 2 0,1 2 175,0-5 0,0 2 0,0 2 0,1 2 0,-1-1 0,0 1 0,1-2 0,-1-1 0,0-2 0,0-3-688,1 11 0,0-5 0,-1-1 0,1 3 679,0-2 0,1 2 0,-1 2 0,1-1 0,-1-4 0,0-6-694,1 5 1,0-3 723,0 2 0,0 3 0,0 0-283,-1 1 0,1-1 0,-1 0 253,1 1 0,0-1 0,-1 0 0,-1-6 0,1 0 0,-1-5 0,-1-5 0,0 0 148,0 8 0,0 2 0,-1-3-148,1 10 90,-1-9 0,1 4 0,-2-7 270,1-8-181,-1 6 1160,-4-13-1249,-1-6 2178,-4-1-2268,1-3 3276,-16-3-2980,-9-1-2290,-4 0 1994,13 3 0,-4 0-881,-2 1 1,-4 1 0,2 1 880,1-2 0,-4 1-13,7 1 0,-5 1 0,-4 0 0,-2 0 0,1 1 1,2 0-1,4-1-444,0 1 0,3-1 1,1 1-1,-4 0 457,1 0 0,-3 0 0,-2 1 0,1-1 0,2 1 0,3-1-407,-4 0 0,3 1 0,1-1 377,2 1 0,0 0 0,-3 0 86,4-2 0,-3 2 1,-2-1-1,-1 0 0,0 0 1,0 0-72,2 0 0,-1 0 0,0-1 0,0 1 0,1-1 0,-1 1 15,0 0 0,-1-1 0,0 1 0,1-1 0,1 0 0,3 0 0,-4 0 0,1 0 0,3-1 0,7 0 0,-4-2 0,4 0 0,-13-6 0,12 2 1389,-8-5-1389,7-7-1131,6 4 1131,-7-8 90,12 7 747,5 3-837,0-1 0,-4-12 0,0-2 0,0-1-45,5 4 1,-1-8 0,0-3 0,0 1 0,2 3 14,1 1 0,1 2 0,0-3 7,0-4 1,-2-3-1,2-1 1,0 3-8,1 4 0,2 2 0,-1-1 52,1-4 1,0 0 0,2-5-62,-1 9 1,2-3-1,-1-3 1,1-1-1,0 0 1,0 2-1,-1 3 39,0 1 0,0 2 0,0 1 0,0-2 0,1-4-20,0 2 0,0-5 0,1-3 0,1-2 0,-1 1 0,1 0 0,-1 3 0,0 3 1,-1 6-11,2-7 0,-2 7 0,1-4 30,0 0 0,1-4 0,0-1 0,-1 3 0,-1 5-45,0-2 0,-1 4-475,0 5 0,-1 2 520,1-11 638,-2 10-638,1 12-359,-2-10 179,2 11 269,-1-10 0,3 15 1,2-4-1</inkml:trace>
  <inkml:trace contextRef="#ctx0" brushRef="#br0" timeOffset="17683">19566 6276 5824,'12'-6'90,"13"0"0,4 2-1729,-9 0 1,1 1 873,2 0 1,2 0-1,5-1 780,-3 1 0,5 0 0,2-1 0,0 0 0,-1 1 0,-5 0-190,4 0 1,-5 0 0,5-1 174,-2 1 0,4 0 0,2-1 0,0 0 0,0 1 0,-3-1 71,4-1 1,-2 1 0,0-1 0,1 0-54,-5 1 0,1 0 0,1-1 0,-1 0 0,0 1-94,-1-1 1,0 1-1,1-1 1,-2 1 0,0-1 75,2 0 0,0 0 0,-1 0 0,-1 0 125,7-2 0,-2 0 1,-4 0-126,-7 2 0,-1 0 240,5-1 1,4-1 0,-8 2-152,-9 1-89,10-1-220,5 2 310,4 4 621,-11 17 1,1 9-1,-3-1-666,-6-5 0,-2 2-744,4 8 1,1 5 0,-5-3 698,-8-6 0,-4 2 201,0 2 0,-1 5 0,-1 2 0,0 1-165,-1-5 0,1 2 0,-1 0 0,0 0 0,0 0-279,0 1 1,0 0 0,0 1 0,0-1 0,0 0 242,0-1 0,-1 1 0,1-1 0,-1-2 0,1-2 19,0 1 0,0-3 1,1 1-20,-1-2 0,0 0 0,1 4 30,1-1 0,-1 6 0,1 2 0,0 1 0,0-3 0,0-4-30,0 4 0,0-5 0,0 5 12,0-9 1,0 4 0,1 2 0,-1 0 0,1 0 0,-1-3 0,1-4 133,0 7 1,0-5 0,0 1-117,0 5 0,-1 1 0,1-2 51,0-7 0,0-1 0,0-1-81,-1 6 0,0-3 191,0-3-101,-1 6 0,0 0-90,-1-3 0,1-1 0,-2 1 2457,-2-1-2277,0-6 0,-2 5-5,4-14 185,-3-1 2829,3-8-3009,-12 4 0,-4-9-180,-6 0-1639,-1-1 1,0 1 1613,-2 0 10,4 1 1,-6 2 0,-2 0 0,4-1 14,-7 3 0,0-1-740,0 0 0,-4 1 0,4-1 740,-3 2 0,4-1-742,7-2 0,1 1 742,0 0 0,-4 0 181,5 0 0,-6 1 0,-2 1 0,-2-1 0,0 1 0,3-1-181,-1 0 0,1 0 0,0 0 0,0 0 0,-1 0 0,0 0 0,-2 1 0,-1 0 0,1-1 0,1 1 0,3-2-331,-2 1 1,1 0 0,4-1 0,3 0 330,4-2 0,2-1 0,-11-3 0,1-2 0,-3 1 470,7-4 1,-4-3 0,6 2-471,1-2-454,0-2 0,1 0 454,9 3 0,-12-16 0,6 1 0,0-4-45,3 9 0,-1-4 15,4 1 0,-2-6 0,0-3 0,-1-2 0,0-1 0,1 2 102,1 2 0,1 0 0,1-1 0,-1 0 0,0 0 1,0-1-1,0 0-72,-1-1 0,0 0 0,0-1 0,0 0 0,-1 0 0,1 0 0,1-1-183,0 5 1,1-1 0,-1-1 0,1 0-1,0 1 1,0 1 0,2 2 0,0 1 159,-2-6 1,1 2-1,1 2 1,1-2 4,0 0 0,0-1 0,0-1 0,1 2 0,0 2-63,0-3 0,1 2 1,0-1 80,1 4 0,0 0 0,1-1 0,1 0 240,4-1 0,1-1 0,1 1 0,0 2-285,1-4 0,1 0 81,-1-3 0,1-2 0,1 5-171,2 11 0,0 4-405,7-10 450,-3 6 878,5 0-1238,-11 17 491,8-2 1,-3 4-1,4 0 1</inkml:trace>
  <inkml:trace contextRef="#ctx0" brushRef="#br0" timeOffset="19334">17033 8878 5815,'-2'-8'189,"-3"-1"-189,1 5 0,-2-1 90,2 2-90,-3 3 89,-16 8-89,8-1-1093,-7 11 1,-4 8 0,5-2 208,-3 4 531,8-2 1,-2 6 0,0 2 0,5-8 352,3 9 0,5-1 0,1 6 0,3-7 0,5-5-307,3 3 1,2-3 306,0-14 0,12 4 0,-3-12 0,2-2 0,5 3 569,8-11 0,-1-4-479,-11-5-90,0-1 0,-3-1 2663,-11-7-2663,-13 3 0,-3-1-1022,-4-4 1022,1 7 0,-5 1 1059,-10 3 1,0 3-1150,3 0-405,-2 1 1,3 1 404,15 6-430,-3 2 520,5 1 0,-2 0 0,7 0 0</inkml:trace>
  <inkml:trace contextRef="#ctx0" brushRef="#br0" timeOffset="19668">17417 9123 6004,'-5'-7'179,"0"0"-89,4 3 0,-1-2 0,10-3 0,2-1-135,7 1 0,2 2-135,-2-1-179,15-2 359,-26 9 0,0 2 0,-2 0 0</inkml:trace>
  <inkml:trace contextRef="#ctx0" brushRef="#br0" timeOffset="19899">17447 9245 6004,'8'5'179,"0"-3"-89,6-5 0,5-2 0,1-2-3367,0 0 2303,-2 0 884,0 1-615,7-5 1,0-1 704,-2 2 0,2-2 0,-1-1 0,-9 3 0</inkml:trace>
  <inkml:trace contextRef="#ctx0" brushRef="#br0" timeOffset="20316">17863 9070 6183,'1'-9'270,"1"2"-90,5-5-90,-1 3-90,8-10 90,-3 4 0,10-15-2970,-9 11 2880,5-9 0,-4-2 0,-7 16 0,5-12-90,-9 23-2438,-4 33 2528,1-10 0,-1 1 0,0 6 595,1 3 0,2 5 0,-1-5-595,1-8 0,1 1-514,-1 8 0,1 4 0,2-7 514,3-3-90,1-2 0,3 2-1378,2 2 1468,-4-9 0,1-2 187,-7-13 0,-2-1 0,0 0 1</inkml:trace>
  <inkml:trace contextRef="#ctx0" brushRef="#br0" timeOffset="20517">17884 9490 6094,'13'3'269,"-1"-2"-269,4-4 90,2-3 0,8-3 0,3-1-135,-1-1 0,1 0-254,-6 3 1,0 0 0,4-2 298,-2 0 0,5-2 0,2-1 0,1 1 0,-2 0 0,-2 1 0,-1 1 0,-3 1 0,1 0 0,3-1 0,6-3 0,-1 1 0,1-1 0,0 1 0,0-1 0,-1 0 0</inkml:trace>
  <inkml:trace contextRef="#ctx0" brushRef="#br0" timeOffset="21286">20657 8722 5914,'-7'-5'90,"2"0"0,1 2 89,-3-2 1,-3 0-90,-5 3 0,-2 3-30,-7 10 0,-7 8 0,2 2-30,4 0 0,1 1 0,-1 0-30,1-4 0,-1-1 0,1 2 0,1 2 22,2 4 1,1 4-1,2-1 1,5-5-23,-3 11-30,14-5 0,4 7 0,3-9-3247,11-5 3219,2 0 1,2-2 57,8-13 0,2-5 0,-3-4 0,0-1 0,2-3 0,-7-9 0,-7-3-2268,-15 4 2268,-5-16 0,-6 20 2358,-15-3-2538,-9 2 0,0 2 180,14 9 0,3 2 0,6 3 0,4 5 0,14-4 0</inkml:trace>
  <inkml:trace contextRef="#ctx0" brushRef="#br0" timeOffset="21601">20816 8991 5914,'-9'-11'629,"0"0"-449,3 2 90,13-6-180,-1 9 0,16-7-90,0 7-540,10-2 360,-7 3-179,-3 1 359,-9 4 0,-5 1 0,4 0 0</inkml:trace>
  <inkml:trace contextRef="#ctx0" brushRef="#br0" timeOffset="21850">20839 9136 6363,'8'2'90,"15"-5"-270,3-3 45,-7 1 1,1 0 134,12-6 0,-5 1 0,0-3 0,-4 0 0</inkml:trace>
  <inkml:trace contextRef="#ctx0" brushRef="#br0" timeOffset="22283">21209 8835 6004,'-7'-11'269,"3"1"-269,3 1 0,3 2 90,3 1 0,11-3 0,-4 2-90,6 0 90,5 18-90,-14-3 0,9 11-852,-17-6 852,-5 5 0,-4 5-1037,-2 0 1,-3 3-1,1 0 1037,0 5 0,-2 0 0,1-6 0,-1 1 0,1 0 0,-1 7 0,2-3 0,1-1 0,0-1 0,6-3 0,19-13 0,6-7 0,4-3 0,-1 0 0,2-3 0,10-4 0,4-2 0,-4 0 0,-11 2 0,-1 0-340,15-4 0,-5 0 1,-18 3-1,1 0 1</inkml:trace>
  <inkml:trace contextRef="#ctx0" brushRef="#br1" timeOffset="25568">17451 7072 18426,'21'-2'426,"-3"0"0,2-1-2065,-2 1 1,2 0 1372,2-1 1,3 0 0,5 0 240,-4 1 1,4-1-1,4 0 1,2 0 0,1 0-1,-1 0 1,-2 0 0,-3 1-41,1-1 0,-4 0 0,-1 0 0,3 1 0,7-2 35,-11 2 0,3 0 1,4-1-1,2 0 1,2 0-1,1 0 1,2 0-1,1 0 1,0 0-1,0 0 1,0-1-1,-1 1 1,-2 0-1,-2 1 1,-1-1-1,-4 0 0,-2 1-312,12-1 1,-5 0-1,-3 0 1,-1 1-1,3-1 1,4 0 307,-8 1 1,4-1 0,2 0 0,2 0 0,1 1 0,0-1 0,0 0 0,-2 0 0,0 0 0,-3 1 0,-4-1 0,-2 1-314,10-1 0,-6 0 1,-2 1-1,4-1 239,-3 1 1,2-1-1,0 0 1,2 1-1,-1-1 1,-1 0-263,3 0 0,1-1 0,-1 0 0,0 1 0,0-1 270,0 0 1,2 1 0,-2-1 0,0 1 0,-2-1-42,0 0 0,-1 1 0,-3-1 1,-5 1 82,-4-1 0,-2 1-59,16-4 0,-2 0-277,-3 0 796,5-3 1,-3 0-940,-18 4 1398,8-4-1563,-16 7 77,-2 1 1825,3-1-2353,0-1 3641,-8 2-3075,-14 4-2690,2 0 3094,-7 1 0,11-2 1,-1 1-1</inkml:trace>
  <inkml:trace contextRef="#ctx0" brushRef="#br0" timeOffset="26033">20197 6747 5776,'-6'-8'138,"1"0"6,7 4-15,0 1-33,7 4 62,12 8-3435,0-1 3205,7 3 138,1 2-2,-12-7-41,5 2 0,-1 0-27,-3-2-9,13 5-5,-23-8 114,4-1-82,-39 18 3262,19-7-3303,-15 5 1,-10 6 0,4-3 44,10-5 0,1 0-13,-5 3 0,-3 2 0,4-3 0,6-5 0,1-2 1,-14 9-1</inkml:trace>
  <inkml:trace contextRef="#ctx0" brushRef="#br0" timeOffset="26888">17596 6837 5776,'3'-7'19,"-1"1"10,0 2-29,-2 0 90,1 0 0,-13 19-52,6-8-6,-12 16 198,2-5 0,-3 0 77,4-4 0,0 0-1095,-6 7 0,-2 0 1402,3-4 0,1-2 659,-3 3-324,-1 2 1,0-1 116,5-2-3,2-4 0,3 0 434,6 12-471,8-14-643,3 13-874,12-16 232,3 0-476,16 4 478,-11-5 1,3 0-1,-1-1-94,-2 1 0,1 0 44,3 1 0,5 3 1,0 0-1,-7-3-12,6 5 326,1 1 0,-2 0 0,-15-2 0,0 1 0</inkml:trace>
  <inkml:trace contextRef="#ctx0" brushRef="#br0" timeOffset="32233">16000 4508 5734,'6'-2'0,"-1"-1"0,-2 1 0,-1 0 73,4-2-56,-2 1 73,2-1-90,-2 4 0,2 4 0,-3 1-1639,3 13 1,-1 3 1613,0 2-1043,0 1 1,0 3 1067,1 7-12,-3-4 0,1 7 0,-1 0 40,2-1 1,-1 1 0,0 0-161,-1-6 0,0 0 0,1 1 1,-1 0 131,0-1 0,1-1 0,0 0 0,0 1 0,2 5 0,2 0 0,-1-1 0,0-2 190,-2-2 0,0-3 0,1 3-190,2 2 0,3 4 0,-1 1 0,1-3 0,-3-8 0,-1-5 0,1-2 422,5 16 1,0-5-509,-7-18 176,-1-4 431,3 3-431,15-13 0,-2 0-90,7-11 0,-9 2 59,7-2-29,-3 4 0,4 0 0,-1-1 363,-2 1 1,5-1-394,-3 2 0,7-1 0,4 0 0,2 0 0,0 0 0,-3 1 0,-6 1-716,5-1 0,-5 2 1,5-1 715,-3 1 0,5-2 0,3 0 0,-1 1 0,-1-1 0,-3 2 0,0 1 0,-2 0 0,-1 1 0,1 0 0,2 0 0,0-1 0,2 1 0,4 0-114,-9 1 0,3-1 1,2 1-1,2-1 0,-1 1 1,0 0-1,-2-1 1,-3 1 113,5 0 0,-3 0 0,-2 0 0,2 0 0,1 0 0,-4 1 0,0-1 0,1 0 0,1 1 0,0-1 0,1 1 0,0 0 0,1-1 0,1 1 0,1 0 0,1 0 0,-2 0 0,0 0 0,-3 0 0,-3 0 0,4 0 0,-4 0 0,0 0 0,4 0 0,-5 0 0,5 0 0,3 0 0,0-1 0,0 1 0,-3 0 0,-3 0 0,-7 0 0,10 0 0,-4 0 106,-4 0 1,2 0-1,1-1 1,1 1-107,0 0 0,0 0 0,0 0 0,1-1 477,-1 1 0,-1 0 0,1 0 0,0 0-455,3 0 1,1 0 0,-2-1-1,-5 2-22,-6-1 0,-1 0 29,10 1 1,-1-1-30,4-1 45,-1 1 0,4-1-45,-6 1 0,3 0 0,-7 0 0,5 0 0,1 0 0,-2 0 0,-3 0-890,6 0 1,0 0 889,-7 1 0,2-1 0,1 0 0,-3 0 29,0 1 1,-2 1 0,-1-1-30,5-1 0,0 1-268,7 0 1,-2 0 267,2 0 0,-16 0 1441,2 0-1441,-1 1 0,-5-1 2450,1 0-2450,-2 1 0,2-1 0,-3 1 0,-5 1 270,-2-1 2896,0-1-3076,-6-6 90,-6-10-180,-1 1 45,-3-18 0,0-5-45,3 15 0,1-2-939,0-1 1,-1-2 0,0 2 938,1-2 0,-1 2 0,1-4 0,0-4-567,1 5 0,0-3 0,-1-1 0,2 3 567,-1 0 0,1 1 0,-1-1-28,1 1 0,-1-2 1,1-1-1,1 0 10,2 2 0,0-2 0,2 0 0,-1 2 0,0 2 18,-1 0 0,0 3 0,1-2-370,0-7 0,1-4 0,0 1 0,-1 9 370,1-8-90,0 13 1102,0-1-1282,-1 5 1621,0 1-1621,-6 22 65,2-1 25,-3 9 3353,2-2-3173,2-5 0,0 1 0,1-5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27:49.79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11595 10214 5914,'5'4'90,"0"0"0,-3-1-90,-1 7 89,-3 11-89,1 0 0,-2 7 0,3-8 0,1-2 0,1-1 0,2-6-3277,18-8 3162,-5-5 73,9-13 0,6-8 0,-3 2-3,-8 3 0,0 1-588,7-7 1,2-2 0,-4 3 587,-9 7 0,-2 1-40,3-1 1,-2 1 84,2-2-105,1 0 0,-15 15 0,1 0 1</inkml:trace>
  <inkml:trace contextRef="#ctx0" brushRef="#br0" timeOffset="885">11767 10966 6183,'4'9'180,"0"-1"-180,-3-1 90,-1 2-90,1-5 0,-1 10 90,0-8-90,-1 19 0,1-15 0,-1 7 0,1-11 0,1-1 0,13-6 0,-2-2-90,12-14 0,9-8 0,-2 0 45,-5 1 0,1-1-775,-5 5 1,3-2 0,-1 0 0,-3 2 672,1-2 0,-3 0-988,2-1 1,-1 1 1134,4-4 0,-6 6 0,0 1 0,-2 1 0</inkml:trace>
  <inkml:trace contextRef="#ctx0" brushRef="#br0" timeOffset="5934">21053 2655 5734,'0'-8'0,"0"-2"11,-2 3 28,-6-2-28,1 4-2,-5 1 1,-19 10 0,-4 3-1649,17-5 1,-1 1 1599,-7 1 1,-3 1 0,0 2 68,-1 1 0,1 2 0,0 2-787,4 0 1,1 1 0,0 1 756,-6 1 0,0 0 0,4 4-85,9 3 1,3 4 0,5-3 84,5-6 0,3-1 0,3 8 0,6 0 0,16 0 0,5-4 0,-9-8 0,0-1 0,3 2 0,1 2 0,-1-4 0,-4-4 0,0-3 59,1-1 1,-1-2-60,-1 0 2203,-6-20-2113,-24-3-476,-5-8 386,-4 4 2968,-4 3-2923,5 4 0,-1 1-45,6 5 0,0-1-1619,-6-4 0,1 2 1281,10 6 107,8-5 0,12 6 1,7-5-1</inkml:trace>
  <inkml:trace contextRef="#ctx0" brushRef="#br0" timeOffset="6401">21215 2588 6453,'-8'15'0,"3"-1"0,17-1 0,6-1 0,0-1 0,2 2 0,3-2 0,3-6 0,0-2-90,-5-1 0,0 0 45,9 1 0,-2 0-44,3-2 89,5 0 0,-20 1 0,13 1 0</inkml:trace>
  <inkml:trace contextRef="#ctx0" brushRef="#br0" timeOffset="8517">21323 2380 5770,'-1'-8'503,"0"2"-503,3 2 0,0 1 180,13 1-180,-6 0 90,14 2 0,3 0-90,-1 1 0,-3 0 0,0 1 90,9 9-90,-19-3-1055,8 5 1055,-16-4 90,-7 11-90,-9-1 0,-3 0-2674,-5 12 2674,2-11 0,-2-1 0,-1-5 0,0-2 0,-4 4 0,5-5 0,0 0-2157,-7 3 2157,10-6 0,-4 2 500,12-6-500,-6 4 0,16 0 0,2 1 0,18-1 1994,0-5-1994,9 0 0,1 0 3276,1-1-3238,-4 0 1,6 1 0,-6-1-39,1 0 0,-4 0 0,-3 0-90,-10-1-360,1 1 450,-6-1 0,3-1 0,-5 1 0</inkml:trace>
  <inkml:trace contextRef="#ctx0" brushRef="#br0" timeOffset="10271">22008 2838 5914,'3'-8'359,"-1"1"-179,-1 3 360,1 0 0,-1 0-450,-3 1 90,-12 4-180,3 1 89,-7 3 1,-2 2-90,2 0 0,-14 6 0,17-5 90,-3 0-90,8-3 0,-1 1 0,3 0 0,2-3 0,-2 2 0,4-3 0,1 1 0,0-1 0,-1 0-809,1 0 719,5-6 90,-2 2 0,4-5-90,2 2 180,5 2-90,8 0 0,0 2 0,16 0 0,3 1 0,-2 0 0,-13 0 0,3 0 0,0 0 0,12 0 0,-3 0-1639,-12 1 1,-2 0 1580,14-1 1,-3 1-1305,-7-1 1362,-11 0 0,-2 0 90,11 1-90,-12 0 90,15 1 0,-20-1 2628,3 3-2718,-25 16 90,5-5-90,-7 7 0,-4 7 0,3-1 0,4-5 0,0 0-452,-1 2 0,-2 2 0,4-3 452,3-4 0,3-2 0,0 0 0,0 1-1135,-3 8 1,0 0 1134,4-8 0,-1 0 0,0 4 0,1-2 0,-3 10 90,6-18-90,-4 14 0,5-22 0,-4-5 0,3 0 0,-5-6 0,-4-7 0,0-1 0,-4 0 0,0-2 0,-1-1 0,-9-5 1134,12 10 1,-1-1-1135,-5-5 0,-3-3 0,3 3-1135,2 2 1,1 0 1134,-9-8 0,2 0 0,12 8 0,2 1-323,-4-10 323,-2-7 2108,12 15-2198,8-6 90,0 14 0,3-8 3153,-2 10-3153,1 0 633,0 0-723,-1 0 0,-1 3-90,1 1 0,-1 0-540,8-3 720,5-3 0,1-1 0,3-1 0</inkml:trace>
  <inkml:trace contextRef="#ctx0" brushRef="#br0" timeOffset="10971">22651 2603 5824,'4'-7'539,"-1"2"-449,0 2-90,1 2 90,3-1 0,8 0 0,11 2-90,0 1 45,-4 2 0,-1 4-45,-2 6-3277,2 8 3252,-20-2 25,-7-2 0,-7 3 0,-2 2 0,-2 0-30,2-1 0,-4 3 0,3-3 30,-1 1 0,3-3 0,1 0 0,7-7 0,16 2 0,-3-8-90,16-3 0,4-1 0,-2-4 45,-2 0 0,-1 1-45,-4-2-179,-3 0 269,6 0 0,-3 1 0,3-1 0</inkml:trace>
  <inkml:trace contextRef="#ctx0" brushRef="#br0" timeOffset="12118">22989 3144 5824,'4'-11'0,"-1"4"270,4-11-270,-5 13 89,3-8 181,-1 8-180,-1 0 0,2 0 0,-1 5-90,-1 4 90,1 13-90,-4 10 0,-1 4 0,-2-6 0,-2 1 0,-2 0 0,1 0 0,1-6 0,0-2 0,-2 5 0,3-9 0,5-18 0,9-12 0,5-8-820,0 5 1,5-3 0,0-1 0,-1 1 780,-1-2 1,0 1 0,2 0 15,3 2 1,4-1-1,-1 2 1,-5 7-1358,5 4 1380,8 6 0,-25 20 0,-7 16-950,-1-1 950,-4-11 0,-2-2 2238,-4 6-2238,-3 9 0,0 1-776,1-5 776,-1 1 0,3-1-1626,8-9 1536,2-12 594,7 5-684,0-13 180,5-2 0,3-5 0,5-2 0,6-3 0</inkml:trace>
  <inkml:trace contextRef="#ctx0" brushRef="#br0" timeOffset="12652">23813 3343 6543,'-4'-9'270,"-1"2"90,-23 6-360,11 2-1184,-2 0 1,-1 1 1183,-4 2 45,0 2 0,-4 3-752,2 3 1,-2 4 0,2-1 706,-5-2 0,1 4-52,6 3 0,-1 7 1,1-1-1,6-4 52,1 8-60,6-8 0,-1 4 1,5-4-31,12 7-90,8 3 90,6-4 1337,-1-10-1292,0-12 0,2-4-45,0-4 135,2-6 0,-2-4 45,-7-16-90,-3-4 0,-11 5 233,-3 12-188,-7-3 0,-1 0-45,2 2-180,-5-3 0,-2 4-449,8 10 629,-6 0 819,9 6 0,2 2 0,0 1 0</inkml:trace>
  <inkml:trace contextRef="#ctx0" brushRef="#br0" timeOffset="14434">20853 3737 5824,'-15'-2'0,"-7"-1"-1,6 1 2,-21 1-3278,3 0 2392,3 0 1634,-1 0-569,25 1 90,27-2-180,4 2 0,3 1-1116,6-1 0,5 0 1085,-12 1 1,3 0 0,3 1 0,1 0 0,2 0 0,-1 0-27,-2 0 1,0 1 0,2 0 0,0 0 0,0 0-1,1 0 1,-1 1 0,0-1-23,-1-1 0,-1 1 0,1 0 1,0-1-1,0 1 0,0-1 1,0 1-1,1 0-1,-1 1 0,1-1 0,1 1 0,0 0 0,0 0 0,-1 0 0,-1 0 0,-1 0 0,-2-1-141,6 2 1,-4-1 0,-2 0 0,4 1 0,4 1 157,-9-2 1,3 1 0,3 0-1,2 1 1,1 0 0,1 1-1,1-1 1,0 0 0,-2 1-1,0-1 1,-2-1 0,-2 1 0,-3-1-231,9 1 0,-4 0 0,-3-1 0,1 0 0,2 1 1,3 0 209,-7-1 0,2 1 1,2 0-1,1 0 1,1 0-1,1 1 1,0-1-1,0 0 1,-2 0-1,-1 0 1,-1-1-1,-4-1 112,6 1 1,-2 0-1,-2-1 1,-1-1 0,0 1-1,-2-1 1,1 0-120,6 0 0,-2-1 0,0 0 0,0 0 0,1 0 30,-1 1 0,1 0 0,1 0 0,-1 0 0,-1-1 0,-3-1 60,4-1 0,-2-2 0,-3 0 0,-6 0-90,10-3 89,1-3-89,-29 6 790,2 0-1779,2-1 1257,-2 0-689,-13-5 421,-3 4 0,-15-8 0,-1 1 0,-5-2 0</inkml:trace>
  <inkml:trace contextRef="#ctx0" brushRef="#br0" timeOffset="15421">20495 2234 5824,'-8'-5'180,"0"3"-90,1 17-1,2 3-67,0 8 1,-1 12 0,-1 3-1,1-3-842,0-7 1,1-1 0,-1 1 0,0 3 705,0-4 1,0 3-1,-1 1 1,0 2 0,0 0-1,0-2 1,1 0 100,-2-1 1,1-2-1,0 0 1,0 1-1,-1 0 1,1 3 32,-1-4 0,1 2 0,-1 1 0,0 2 0,-1-1 0,1 0 0,1-1 0,-1-2 0,2-3-20,-2 6 0,1-5 0,0 0 0,0 1 0,1 3 11,-1-1 0,0 5 0,0 2 1,0 0-1,1 0 0,0-3 1,1-5-1,1-6-991,1 6 1,2-4 979,-2 8 0,0 2 0,1-9 0,4-12 0,2-8 0,6-8-90,-4 0 629,7-14 1,0-6-540,-3 1-216,2-2 0,-1 0 1,2-4-1,1-1 1</inkml:trace>
  <inkml:trace contextRef="#ctx0" brushRef="#br0" timeOffset="16301">20509 2080 4393,'6'-8'-3,"5"-3"6,0 5-823,11 0 1,13-1 0,3 1 0,-5 1 266,3 1 1,2 0 721,-9 1 0,3-2 1,3 1-1,1 1 1,1 0-145,-5 2 1,1 1 0,1 0-1,1 1 1,0 0 0,-1 0 0,-2 0-75,1 0 1,-3 0 0,-1 0 0,2 0 0,2 1 0,5 0 53,-10 0 1,2 1 0,3-1-1,2 1 1,1 0 0,2 1-1,0-1 1,1 1 0,1 0-1,-1-1 1,-1 1 0,0 0-1,-2-1 1,-1 1 0,-3-1-1,-2 0-110,8 1 0,-3-1 0,-3 1 0,0-1 0,-1 0 0,0 1 0,3 0 1,2 0 104,-5 0 0,3 0 0,1 0 0,1 1 0,1 0 0,1 0 0,-1-1 0,0 1 0,-1 0 0,-1 0 0,-3-1 0,-1 0 0,-4 0 0,11 1 0,-6 0 0,-1-1 0,0 0 0,6 2 0,-7-2 0,1 0 0,3 1 0,2-1 0,0 1 0,2 0 0,-1 0 0,1 0 0,-1 0 0,-2 0 0,-1-1 0,2 0 0,-1 1 0,0-1 0,-2 0 0,1 0 0,0 0 0,0 0 0,1 0 0,1 0 0,-2 0 0,0 0 0,2 1 0,0-1 0,0 1 0,0 0 0,0-1 0,-1 0 0,0 1 0,-2-1 0,0-1 0,2 1 0,0 0 0,0-1 0,-2 0 0,0 0 0,-1 0 0,0 0 0,-1 0 0,4 0 0,0 0 0,0 0 0,-2 0 0,0 0 0,-2 0 0,2-1 0,-2 1 0,0 0 0,-1 0 0,0-1 21,9 2 0,0-1 0,-3 0 0,-7 0 446,7 1-377,-27-2-90,-1 3 90,8 16 0,-4-6-90,5 14 596,-12 0 1,-2 7 0,-1-3-597,-1-6 0,-1 2-322,-1-2 0,0 4 0,-1 4 0,-1 0 0,-2-3 340,-2-2 0,-1-2 0,-2 1 0,0 0 0,-1 3-18,0-1 0,-1 3 0,0 2 0,-1 0 0,0-1 0,1 0 0,0-2-102,1-1 1,0-2 0,0 0 0,0 0 0,0-1-1,0 1 102,-1 2 0,-1 0 0,1 0 0,-1 1 0,0-1 0,1 2 135,1-2 1,0 2 0,0 0-1,0 0 1,1-1 0,0-2 0,2-3-136,-3 7 0,1-4 0,0 5-173,1-8 0,-1 5 1,0 2-1,-1 0 0,1-1 1,2-3-1,1-5 218,-2 12 0,2-4 206,-1 3 1,0-2-162,2-6 0,1-4 1883,-3 7-1793,2-37-180,-1-1 90,-2-13 737,1 6-797,-11 0 0,-10 0 0,2 1-30,-5 0 0,-1-1 0,8 3 0,-2-1 0,-2 0 0,-1 0-54,0 1 0,-2 1 0,-1 1 0,-1-1 0,0 0 2,4 2 1,-1 0 0,-1 0-1,0 0 1,0 0 0,-1 0-1,2 0-74,-6-1 0,1-1 0,0 1 0,0-1 1,-1 1-1,0 0 100,2 1 0,-1 0 1,-1-1-1,1 1 0,0 1 1,2-1-1,2 1-173,0 0 0,4 1 0,0 0 1,-2 0-1,-4 0 53,6 1 1,-4-1 0,-3 1-1,-1 0 1,-1-1 0,-1 1 0,0 0-1,1 0 1,2 0 0,2 0 0,3 1 145,-9-2 0,5 1 0,1 1 0,-2-1 0,-4 0 0,9 1 0,-4 0 0,-3-1 0,-1 1 0,-1-1 0,-1 1 0,2-1 0,1 1 0,3 1 0,4 0 0,3 0 0,-11 1 0,7 1 0,-2 0 0,-1 0 0,0 0 0,0-1 0,1 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1:29.24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9689 4055 5734,'-11'2'0,"-8"2"0,11-2 0,-8 2 0,10-2 0,-2 0 33,-2 1 12,2 0-33,-2 0 78,24-4-90,9 0 0,3-1 0,2 1 0,2-1-1093,-1 1 1,2-1 0,-1 1 1034,1 0 1,-1 0 57,3 0 0,-1 0-826,-8 1 0,3-1 826,5 1 0,5-1 0,2 0-174,-9 1 0,2-1 0,2 0 0,-1 1 0,-1-1 174,4 1 0,-2-1 0,1 1 0,0-1 0,-4 1 0,0 0 0,0-1 0,1 1 0,0 0 0,5-1 0,1 1 0,0 0 0,-1 0 0,-1-1 0,0 1 0,-2 0 0,0 0 0,1 0 0,1-1 0,2 1 0,1-1 0,-3 1 0,-3 0 0,0-1 0,-3 1 0,-1 0 12,6 0 0,-3 0 33,-9 1 0,-1-1 96,6 0 0,-2 1-141,-5 0 430,-6-1-430,-5 1 0,5 0 2418,-6 0-2418,-1 2-90,-3 0-89,-3 5 179,-7 0 0,-5 3 0,-3-1 0</inkml:trace>
  <inkml:trace contextRef="#ctx0" brushRef="#br0" timeOffset="2016">11407 4058 5824,'6'-3'90,"-1"1"0,-2-3-90,-1 1 0,0-4 0,-1 3 90,2-7-90,1-15 0,0 6 0,-1-1 0,0-4 44,-1-4 1,1-6-300,-1 9 0,1-4 0,0-2 0,0 0 0,-1 2 255,1-3 0,-1 1 0,1 0 0,-1-1-594,0 3 0,1-2 0,0 0 0,-1 1 1,1 3 593,-2-1 0,1 2 0,-1 2-970,0-2 1,0 1 969,0 1 0,-1-1 0,0-1 0,-1-3 0,1 4 0,-1 5 0,1 0 0,-2-11 0,1 0 0,-1 11 0,0 4 0,0 0 0,-1-14 523,2 25-523,0 0 2268,0 1-2268,0 0 3276,-1-4-3160,0 5-116,0-3 0,-11 3 0,6 3 0,-10-1 0,-17 4 0,7 0 0,-2 0-1639,0 1 1,-1-1 1580,-4 1 1,-2 1 57,5 0 0,-1 0 0,1 1-883,0-1 1,-1 0 882,3 0 0,-4 1 0,0 0 0,1 0-342,-2 1 0,2-1 0,-1 0 342,1 0 0,1 0 0,-1 0 0,0 1 0,0-1 0,2-1 0,1 0 0,-2 0 0,2 0 0,-7 1 0,-1 0 0,0 0 0,5 0 0,1-1 0,3-1 0,-4 1 0,-1 1 0,-5 0 0,-1 0 0,2-1 0,5 0 0,4 0 0,3-2 0,2 1 0,-2 0 0,0-1 0,1 1 0,3-2 0,6 1 0,0-1 0,0 0 706,-4 1 0,-3 1-706,-10-1-594,10 0 1,1 0 593,-2 0 0,12-1 2165,-12 1-2165,10-2 0,-9 2 863,15-1-863,-3 0 0,4 0 0,-2 0 2841,2 0-2841,1 0 0,0 1 0,3 7-3277,2 4 3162,2 6 115,0 0 0,0 6-171,1 5 0,-1 5 0,1 4 0,0 1 171,-1-10 0,1 2 0,-1 1 0,1 0 0,-1 0 0,1 0 0,-1-1 0,1 1 0,-1-1 0,1 0 0,-1 0 0,1 0 0,-1 2 0,1 1 0,0-2 0,0 0 0,-1-4-610,1 2 1,1-2 0,-1 0 609,0 5 0,1 2 0,1 1 0,-1-3 0,1 3 0,-1-1 0,1-2 0,-1 1 0,0-2 0,1 0-30,0-1 0,-1 0 0,1-6-60,1 2 90,5 9-3,-3-15 1,2 2-1,-5-17 1</inkml:trace>
  <inkml:trace contextRef="#ctx0" brushRef="#br0" timeOffset="6249">3903 5687 5734,'1'-7'0,"1"0"8,-2 2 37,1 0-8,0 1-37,0 0 0,-5 11 0,-4 9-1869,-3 9 1869,-4 8 30,5-5 0,-2 5 0,2-3-30,0-3 0,1 2 0,0-5 0,0 5 0,-1 2 0,0 1 0,1-2-103,1 0 0,1 1 1,-1-1-1,2 0 0,-1-1 103,-1 1 0,1 0 0,0-1 0,0 1 0,0 3 0,-1 1 0,1-1 0,2-4 0,1 6 0,2-7 0,1-3 0,0 3 0,2-3-2603,1-10 2603,1 5 0,1-12 1174,0-5-1174,2 0 0,21-4 0,8-2 0,-8-2 0,6-1 0,3 0 0,-5 0 0,3 0 0,2 0-463,-3-1 1,5 0 0,0-1 0,-1 1 462,-1 1 0,-2 0 0,2 0-51,-7 2 0,1-1 1,1 0-1,0 1 1,-2-1 50,3 1 0,-2-1 0,1 0 0,-1 1 0,1-1 0,2 1 0,-3 0 0,-2 0 0,2 0 0,1 0 0,-1 1 0,5 0 0,2-1 0,-1 1 0,-4 0 0,-2 0 0,-2 0 0,2 1 0,2-1 0,6-1 0,1 1 0,-5 0 0,-6 1 0,-7 1 0,-4 0 0,17-1 0,-23 2 87,2-1-87,-1 0 0,-2 1 2141,-1-1-2141,-3 1 3276,3-2-3260,-4-2-16,0-1 0,-2-1 0,-1-5 90,-1-6-90,-2-11 0,-1-5 0,0 5 0,-1-3-43,0 3 1,0-4 0,-1-2 0,1 0 0,-1 2 42,1 1 0,-1 2 0,1 0 0,0 0-783,-1-4 0,0-1 0,0 0 0,0 4 783,1 2 0,1 3 0,-1 2 0,-1-6 0,1 3-1878,-1-7 1878,0 10 0,0 0-389,-4-10 389,3 15 0,-3-8 0,-8 6 0,9 12 0,-11 0 0,-4 3 0,-13 11 0,10-2 0,-5 1 0,0 2 0,-5 1 0,-3 0 0,-2 0 0,7-2 0,-2-1 0,-2 0 0,-2 0 0,1 1 0,0-1 0,1 0 0,3 0 0,1 1 0,0-1 0,0 0 0,0 0 0,0 0 0,-1 0 68,-1-1 1,-1 1 0,-1-1 0,0 1-1,0-1 1,2-1 0,3 1 0,3-1-69,-10 1 0,5-1 0,-2 0-18,6 0 0,-2 0 0,-1 0 0,2 0 0,3-1-27,-8 2 0,2 0-79,-3 0 1,-2-1 0,8 1 123,1 1 0,16-1 0,3 0 0,2 3 0,3 0 0,0 3 0</inkml:trace>
  <inkml:trace contextRef="#ctx0" brushRef="#br0" timeOffset="7632">3477 7694 5737,'0'0'0</inkml:trace>
  <inkml:trace contextRef="#ctx0" brushRef="#br0" timeOffset="8582">3207 7391 5734,'7'-6'0,"1"-2"0,-4 5 0,2-1 36,11 1 3,17 16-3316,-1-4 2797,-14 0 0,-1 1 480,0 2 860,-2 2-860,9 10-12,-9-9 12,8 13 0,-22-21 0,1 6 0</inkml:trace>
  <inkml:trace contextRef="#ctx0" brushRef="#br0" timeOffset="8816">3364 7384 5734,'-6'-11'0,"2"2"0,-1 2 8,2 2 12,-2 3-15,2 5 1,-1 9 0,1 8-4,1 0-7,-1 5 5,-1-1 0,2-8 0,-1 2 0,0-7 0,-1 0 0,-2 3 0</inkml:trace>
  <inkml:trace contextRef="#ctx0" brushRef="#br0" timeOffset="9099">3269 7360 5734,'4'-1'0,"1"11"-3277,-1 1 893,1 8 2384,-3-10 1405,0 2-1405,0 0 860,2 20-860,-2-9-909,2 8 909,-4-16 513,-1-8 1,-1 3 0,-1-1-1</inkml:trace>
  <inkml:trace contextRef="#ctx0" brushRef="#br0" timeOffset="9316">3163 7468 5734,'8'-2'0,"24"-3"0,-10 2 0,-2-1 0,2 0 0,-1-1 0,1 0 0,4-3 0,1 0 0,7-3 0,0 0 0,-4 1 0,-2 0 0,-1-1 0,0 1 0</inkml:trace>
  <inkml:trace contextRef="#ctx0" brushRef="#br0" timeOffset="10899">4114 7125 5734,'1'-7'0,"-2"1"8,-4 1-5,-1 3 3,-2 0 5,-14 12-7,6 10 1,-1 9 0,2 0-3,3-5 1,3 2 0,0 0-1,-5 9 0,-1 1 0,6-3-2,7 0 0,6-4 1,6-7 1,1-3-5,4 1-1636,4-4 1,1-3 1526,-2-6 112,8-2-3,-7-12 6,-3-13-3,0 5-2,-12-6 1,-5-1-2,-4 0 3,-1-7-8,0 7 8,7 14 0,0-3 3127,5 5-3124,0 2-3280,26-13 3240,-18 9 37,5-1 0,-2 1 0,-9 4 0,2 2-5,2 5 5,-5 0 0,6 11 0,-8 13 0,-2 0 0,0 3 1,0-5 1,0-1-437,-2 4 0,2-1 438,3 6 1434,2-14 1,1-1-1438,2 4-842,7 5 842,-12-24 0,3-2 0,2-5 0,3-2 0</inkml:trace>
  <inkml:trace contextRef="#ctx0" brushRef="#br0" timeOffset="11215">4382 7161 5734,'3'2'25,"0"-1"-11,1 19 0,0 5-8,-1-6-1645,-1 5 1,1-1 1470,-2-6 174,0 0 737,0 9-735,3 5-8,0 0-36,4 4 36,2-16 0,-1-8 0,1-9 0</inkml:trace>
  <inkml:trace contextRef="#ctx0" brushRef="#br0" timeOffset="11449">4359 7179 5734,'-2'-6'53,"5"-2"-39,0 4 6,6-3-17,-4 4-4,22-11 1,-9 3 0,6-2 0,-16 6 0</inkml:trace>
  <inkml:trace contextRef="#ctx0" brushRef="#br0" timeOffset="11650">4361 7258 5734,'4'7'0,"3"-1"0,-3-3 11,3 0 37,11-1-37,-7-2 6,19-3-44,-11-2 0,1 0 27,11-3 0,-10 2 0,0 1 0,-1-1 0,-1 1 0</inkml:trace>
  <inkml:trace contextRef="#ctx0" brushRef="#br0" timeOffset="12499">4867 7446 5734,'6'-4'0,"-1"0"47,5-2-21,-5 3-9,4-2 163,0 1-90,-4 1-1,3-2 1,-19 9-90,2-1 0,-15 8 30,-1 1 0,-4 3 0,3-1-30,7-4 0,0 1-669,-11 5 1,-4 3-1,5 0 669,8-2 0,4 1-1364,-5 8 1,3 0 1363,3-6 0,3 0 0,3-1 0,3 0 0,8 2 0,2-1-90,1-1 90,1 2 0,3 0 0,8-4-90,6 1 158,-2-4-68,-1-5 0,-8-6 2761,23-2-2761,-15-2 0,16-1 0,-12-7 0,-6-2 0,4-7 0,-12 3 0,-11-6 0,-4 0 0,0 3 0,-8-10 0,-3 0 0,0 9-90,-6-7 143,11 15-53,8 7 0,-3-2 0,4 3 0,-1-1 0</inkml:trace>
  <inkml:trace contextRef="#ctx0" brushRef="#br0" timeOffset="13532">5016 7641 5795,'-5'-4'119,"3"-1"-119,6 1 90,25-8-90,-4 4-45,-7 1 0,1 1 45,-1 1 0,-2 1 0,-10 4 0,2 0 0</inkml:trace>
  <inkml:trace contextRef="#ctx0" brushRef="#br0" timeOffset="13766">5037 7732 5742,'0'8'25,"2"-3"-19,2-3 5,1-1-2,5-2-18,8-4-19,-2 1 28,2-1 0,-5-2 0,-3 0 0,4-4 0</inkml:trace>
  <inkml:trace contextRef="#ctx0" brushRef="#br0" timeOffset="14554">5392 7524 5824,'2'-7'90,"1"1"-90,5-5 0,-4 5 90,10-16-90,-7 5 0,3-9 0,-5 8 0,2-16 0,-4 20 0,1-12 0,-1 16 0,0 10 0,-1-1 0,0 12 0,-2 2 0,-1 4 0,0 12 0,1 2-2660,-1 3 2660,0-1 0,1-1-387,1-4 387,3 3 0,1 1-2383,1-1 2383,-1-2 0,1-3 0,0-11-90,2 5 90,1-3 422,-2-2 0,-2-7 0,-5-6 0</inkml:trace>
  <inkml:trace contextRef="#ctx0" brushRef="#br0" timeOffset="14767">5434 7794 5742,'3'5'82,"12"-5"-82,4-8-30,-1-1 1,1-3 29,2-6 0,-1-2 0,-3 3 0,-1 0 0,-1-4 0,0 0 0</inkml:trace>
  <inkml:trace contextRef="#ctx0" brushRef="#br0" timeOffset="15804">4835 6636 5734,'7'-2'67,"8"-3"-44,-5 3-23,5-1 90,-18 14-90,-2-3 0,-22 15 45,9-11 0,-1-1-45,-10 7 0,-1-1-1639,7-3 1,1-1 1580,-1-1 1,1 0 57,-12 5 0,19-10-280,-10 4 280,21-10 0,-1-2 0,2-7 3254,2 2-3254,3-8-90,14-13 90,-5 12 0,8-12 0,-10 19 0,7-4-2974,1 3 2974,0 1 0,-4 4 0,-6 4 0,15 13 0,-7 0 0,4 3 0,0 1-2269,3 5 2269,2 2 0,-7-11 0,2-2 0,3-5 0,0-1 2269,6 3-2269,-2-7 0,3-3 0,-3-1 0,6-10 0,-5 3 0,-2-1 0,-8-6 0,-13-10 2743,-4 13-2743,-4-10 0,-11 8 0,-3 1 0,3 2-417,-3-1 0,-1 2 417,1 9-89,-11 4-2812,-2 3 2901,-1 3 0,6 3 0,3 0 0,-2 2 0</inkml:trace>
  <inkml:trace contextRef="#ctx0" brushRef="#br1" timeOffset="27249">12291 4188 15615,'-8'5'3276,"41"-5"-3508,-10-1 1,2-1 31,6-1 0,0 1 106,-1-2 0,0 1 40,6 0 1,-1 0 1,-11 0 1,2 1 27,7-1 1,6-1-1,-1 1 88,-3-1 0,0 1 0,6-1-167,-12 1 1,3 0-1,2-1 1,2 1 0,1-1-1,0 0 1,0 1-1,-2-1 120,-2 1 0,0 0 0,0 0 0,0 0 0,0 0 0,1 0 0,-1 0 0,1 0-14,1 0 0,2 0 0,0-1 0,0 1 0,-1 0 0,0-1 0,-1 1 1,-2 1-10,2-1 0,-3 0 1,-1 1-1,0 0 1,1-1-1,2 1-8,-1 1 0,2-1 0,1 1 0,1-1 0,-1 1 0,-1-1 0,-1 1 0,-4 0-10,9-1 1,-4 1 0,-1-1 0,5 1 9,-8 0 0,3 0 0,2-1 0,1 1 0,-1 0 1,-2-1-1,-4 1 0,-5 1-50,13-2 1,-6 1-6,5 0 1,-4 1-61,1-1 63,-12 0 0,-1 1-44,1 0 49,-3 1-200,-4 0 121,2 4 1,-13-3 0,1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45:36.304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18372 6544 19891,'0'0'0</inkml:trace>
  <inkml:trace contextRef="#ctx0" brushRef="#br0" timeOffset="494">18376 6547 18632,'8'2'-973,"-2"0"880,0-2 520,-2-1 261,1 0-100,0 0 45,0-1 187,1-1 18,-1 1-32,1-2 30,-4 1-390,1-2-646,-4 0-799,-3 0-179,-2 1 338,-3 3 426,0 2 250,-2 1 97,-3 1 339,-1 1 186,-4 2 344,-2 1 443,-3 2-350,-2 1-303,0 1-426,7-2 1,0 0 164,-14 7-247,12-6 1,1 1 31,-12 7-109,2 1-482,4 0-56,2 0-849,4-1 719,2 0-120,1-1-417,4 1 438,2-2-71,2 1 371,3-2-91,0 0 53,4 0 23,1 0 396,1 0-588,3 0-8,1 1 49,2 0 489,4 2-495,2-1 509,6 6-303,5 0 141,-3-5-81,2-1 305,-9-10 209,1 1 45,-1-2-24,1 1 311,-1-3-234,1 0-27,-1-2-77,-1-1 609,0-1-537,0-1 93,-1-1-61,-1-1 54,0 0-121,0-1 121,0-2-68,-2-1-53,0-1-40,-1 0-12,-1-5-199,-2 3-198,-2-12-31,-4 6-801,-4-9 563,-2 3-3,-3 0-90,-1 0 173,-3 2 157,-2 1-563,-1 2 711,-2 1 134,-1 1 58,0 2 6,2 2-292,-3 1 353,8 3-237,-2 0-855,4 3 270,4 2 876,-2 0 0,5 1 0,1-1 0</inkml:trace>
  <inkml:trace contextRef="#ctx0" brushRef="#br1" timeOffset="855">18701 6850 10051,'6'-7'630,"-1"1"-540,-1 2 90,-1 3-180,8-1 90,-4 2-90,7 0 0,-2 1 0,1 0-90,2 0-90,1 0-90,-1 1-90,1-1-90,-2 0-719,0 0 180,-2 0 989,-1 0 0,0 0 0,0 0 0</inkml:trace>
  <inkml:trace contextRef="#ctx0" brushRef="#br1" timeOffset="1077">18700 7043 8702,'6'7'-90,"0"-2"90,-1-3 90,0 1-90,2-1 0,1-1 90,0 1-90,4-1 0,5 0 90,-1 1-180,4-1-360,2 0-359,-6-1 809,12-3 0,-7 0 0,6-2 0</inkml:trace>
  <inkml:trace contextRef="#ctx0" brushRef="#br1" timeOffset="1555">19457 6869 8702,'-5'-7'900,"0"0"-541,2 4 91,-1 0 90,2-1-450,3-1 0,1 2-90,3 0 90,0 1 0,1 0-90,0-1 89,1 0-89,1-2 90,6-3-90,-4-1 0,6-2 0,-5 0 0,8-10 0,-5 3-90,4-6 90,-7 7 0,-2 1 0,-1 0-89,2-5-1,0-11 90,-2 12 0,-1-3-90,-9 33 90,1-1 0,-3 13 0,3-5 0,-1 3 0,1 2 0,-1 4 0,2 14-1051,0-17 0,0 1 1051,0-2 0,1 0-180,0 17-1056,1-16 966,0-1-180,1-1 90,1 2-1708,2 6 2068,0-7 0,1 7 0,-2-10 0</inkml:trace>
  <inkml:trace contextRef="#ctx0" brushRef="#br1" timeOffset="1780">19426 7228 9152,'1'8'270,"-1"-3"-90,3 0 179,4-1-89,-1-1 0,11 1-90,-4-3-90,8 1 0,1-2-45,4-1 0,2 0-405,11-3-491,-8 2 1,-1 0-409,8-4 179,-3 1 1080,0-3 0,1-2 0,-1-1 0</inkml:trace>
  <inkml:trace contextRef="#ctx0" brushRef="#br1" timeOffset="2912">18606 8566 9062,'2'-9'90,"0"3"180,-1-1-180,-2 1 89,1 0-89,-3 0 0,0 3-90,-1-1 90,-1 2 0,-1-1 0,-7 1-90,1 2 90,-7 0 0,-13 8-90,5 0-1354,-12 5 1444,8 0-90,-1 2 0,-1 3 0,-1 2 90,2 2-90,9-5 0,0 0 0,6-2 0,0-1 0,-4 5 0,1 0 0,-4 10 90,2 0-90,4 1-810,4-1 810,2 0 0,2 0 0,2-1-90,1 8 0,4-10-394,2 6 394,3-11 0,1-1 90,2 1-90,2-1 90,2 2-90,2-5 90,-1-1-90,2-3 90,-1-3-90,7 1 90,-4-3 0,5 0-90,-6-5 1247,1-1-1157,-1-2 0,7-2 0,-4-2 0,4-2 0,-8-1-89,3-5 89,-6 2 0,1-5 876,-6 2-876,-2 1 614,-2-2-614,-4-8 0,-2 1-717,-5-6 807,0 6-90,-2 0 0,-2 3 0,0 0 0,-7-4 0,6 7 0,-3-3 0,5 7 0,3 3-360,-3-2 90,8 5-361,-2 0 631,4 2 0,2 2 0,0 0 0</inkml:trace>
  <inkml:trace contextRef="#ctx0" brushRef="#br1" timeOffset="3257">18792 8986 8882,'-5'-8'360,"1"1"-270,1 1 0,0 1 90,1 1-1,0-1-89,1 1 0,3-2-90,0 1 90,3 2-90,1 1 0,2 0 90,2 1-90,2 0 0,1 0 90,2 2-90,0-1-90,1 1-90,-1 0-90,-1 1-269,0 0-541,-1-1 541,-1 1 539,-3 0 0,3-1 0,-1 1 0</inkml:trace>
  <inkml:trace contextRef="#ctx0" brushRef="#br1" timeOffset="3473">18731 9154 8702,'7'5'90,"0"0"0,0-3 0,1-1 0,1 1 0,1-2 0,1 1 0,2-2-90,1 2 90,2-2 0,0 0-180,2 0-90,0 0-360,0-1-359,2 0 629,-1 0-550,4-3 1,3-2 0,3-3 0</inkml:trace>
  <inkml:trace contextRef="#ctx0" brushRef="#br1" timeOffset="3963">19815 8756 8522,'-12'-5'-90,"1"0"90,1 1 90,2 0 90,0 1-90,0-1 90,1 0 90,-1 0-180,3 1 269,-1-2-179,10-1-180,0 4 0,7-3 90,-1 5-90,4 0 90,2 1-90,3 1 0,4 1 90,2 1-2369,3 1 2279,-1 3 0,-1 0-18,-2 2 18,-3 0 0,1 5-90,-9-2 90,0 4 0,-10-2 0,-6 3-550,-4 3 460,-8 7 90,0-6 0,-2 1 0,2-6 0,-1 1-569,-5 5 1,-1-1 568,6-6 0,0-1 0,0 0 0,0 1 0,1-1 0,0 0-875,-13 15 875,4-1 0,4-3-205,3-1 205,5-4 391,3 3-391,8-2 0,2-2 0,17 2 0,1-11 320,10 4-320,0-8-45,-5-3 0,0-2-45,16 1 720,-13-2 0,0 0-720,-5-2 0,-2 0 0,1 0 0,0 0-90,20-2-180,-4-1-539,-5 0 629,-3 0 275,-4 0 0,2-1 0,-1 0 0</inkml:trace>
  <inkml:trace contextRef="#ctx0" brushRef="#br0" timeOffset="5114">20049 6922 14986,'6'5'-2128,"0"0"1435,-3-2 116,-1 1 330,4 2 108,-1 2 56,3 2 59,1 0-588,3 3 613,2 2 16,0 0 1,1 2-181,10 10 244,-7-7 0,0 0-797,-3-4 1,-1 0 777,1 0 1,0 1-52,1 0 0,-1 1 37,0-1 0,1 3-15,8 9 1,1 2-86,-8-7 0,0-1 46,-1 0 1,1 1 0,-1 0-50,0 1 0,-1 1 15,0-1 1,0 2 0,-1-1-773,2 4 0,-1 0 769,-2-4 0,1 2 0,-2-2-19,0 3 1,0 0 51,-2 1 1,1 0-8,-2 0 1,0 1-908,-1 3 1,-2-1 912,-1-1 0,0 1 50,-1 7 0,-1 0-44,-2-4 1,-1-1 3,0-8 1,-1 1 0,-1 0 44,-1 10 1,-1 1-520,-2-2 1,-1 2-1,0-1 475,1-9 0,0-1 0,-1 1 30,-1 7 0,-2 1 0,0-3-30,-2 3 0,-1-3 163,-1 1 1,0 0-164,-1-2 0,0 0 0,0-1 0,0-1 45,1-3 0,-1 0-45,-3 7 0,-1 1-269,1-1 0,-1-1 269,0-1 0,1 1 0,3-9 0,0 2 0,1-2 174,-3 3 0,1-1-174,1 0 0,-1-1 501,2-3 1,2-3-502,-2 3 30,-6 7-30,6-8 0,-2 3 0,6-10 1933,-2 1-2023,4-4-90,-2 0 1788,4-4-1968,-1 1 1332,3-3-1152,-2 1 833,3-3-2541,-1 0 1888,1 0 0,1-1 0,1-2 0</inkml:trace>
  <inkml:trace contextRef="#ctx0" brushRef="#br1" timeOffset="5842">21014 7994 8882,'-5'-4'1709,"-1"0"-1529,8 0-90,0 1 90,5 0-90,1 3 0,2-1 0,2 1-1,2 0 1,4 0-1696,10 0 0,2 1 1696,1-1-45,4 0 0,0 1-805,-12-1 670,4 0-97,-12 0 7,-2 1-90,-3-2-90,-1 2 1101,-3-2 1,-3 1 0,-2 0 0</inkml:trace>
  <inkml:trace contextRef="#ctx0" brushRef="#br1" timeOffset="6407">21203 7723 9512,'-9'-21'-630,"-2"-1"630,0 0 90,0 5-90,4 9 90,0 0-90,0 1 90,0 0-90,0 2 90,-5 0-90,2 3 0,-6 2 90,-9 13-90,1 3-294,6-3 0,0 3 294,-3 6 0,1 2 45,4-5 0,0 1-45,0 4 0,-1 3 0,1 1 45,-1 9 0,2 3-1071,4-6 0,0 2 0,1-1 1026,3-6 0,1-1 0,2 2 0,1 6 0,2 2 0,1-4-375,2-2 1,1-1 374,3 10 0,1-1-438,0-14 0,2-2 483,0 1 0,2-1-45,-1-2 0,3 0 0,2 1 0,3 1 0,3-2-91,6 0 0,4-2 1,-2 0 90,-5 0 0,0-1 0,1-3 30,3-2 0,3-2 0,-5-4-30,10-6 0,3-3 89,0-5 857,-10-2 1,2-3-902,0-4 0,-1-2-45,0 2 0,0-5-195,-4-5 1,0-5-1,-3 3 195,-5 2 0,-1-1 30,2-7 0,1-6 0,-5 1 0,-6 10 0,-4 0 0,-2-3 15,0-3 0,-1-4 0,-3-2 0,-3 0-262,-5 2 1,-4-2-1,-2 0 1,-1 1-1,1 2 239,2 0 1,0 1 0,0 1-1,-4 0-223,-1 4 1,-2-1 0,-1 0 0,0 4 0,0 4 200,-5-2 0,-7 5-489,3 9 0,-8 0 0,-4 2 1,-2 1-1,2 1 0,5 3 489,2 1 0,3 4 0,0 0 0,-4 0 0,3-1 0,-4-1 0,-3 0 0,1 0 0,0 2 0,3 1 0,5 4 0,-5 12 0,0 1 0,0-1 0</inkml:trace>
  <inkml:trace contextRef="#ctx0" brushRef="#br1" timeOffset="-4437.73">6647 1764 8162,'-9'0'1709,"2"-1"-899,0 1-270,2 0 179,-1 0-89,2 0-270,-1 1 89,1 1-359,6 0 0,1 0 0,16 0 0,2-1-1477,12-1 1477,9 1-45,-18-1 0,1-1-45,4 2 0,1-1-1275,6 0 0,1 1 1275,2-1 0,2 1-656,-10 0 0,-1-1 0,1 1 656,2-1 0,-1 1 0,1-1-203,0 1 0,1 0 1,1 0 202,-1-1 0,1 1 0,0 0-231,1 0 0,-1 0 0,1 0 231,-1 0 0,1 1 0,-1-1 0,1 1 0,-1-1 0,1 1 30,-1-1 0,0 1 0,0 0-7,0 0 1,0 0 0,0 1-24,-1-2 0,-1 1 0,0 0 0,0 0 0,0 0 0,0 0 30,-1 0 0,-1-1 0,1 1 15,-2 0 0,1 0 1,-1 0-46,11 1 0,-1-1 0,-2 1 0,-1 1 0,-4-2 0,-1 0 162,-1 1 0,-1-1-162,-2 0 0,0 1 0,-2-1 0,0 0 483,-4 0 1,-1 0-484,14 0 90,-9 1 1427,-6-2-1337,-3 1 90,1-1-90,-5 0 2469,1 1-2469,-7-1 551,0 0-551,-1 0 1281,-1-1-1191,-1 1 249,1-1-340,0 1 1,-1 0 0,0 0 0,0 0-899,1-1-2558,0-1 0,1 1 3161,-1 0 1,-2 0-1,-2 1 1</inkml:trace>
  <inkml:trace contextRef="#ctx0" brushRef="#br1" timeOffset="-3340.73">16649 1835 10411,'-6'-3'0,"0"-1"90,2 1 0,0 0 90,0-1 0,0 1 90,-1 0 89,1 1-89,-1-1 90,1 0 0,-1 0 0,2 1-270,5-2 0,3 2-1,9-2 1,7 3-90,7-1 90,12 1-1211,-17 1 0,1 0 1121,3 0 0,2 0-1121,5 0 1,2 1 1120,2-1 0,1 1 30,-9-1 0,0 1 0,1 0-646,1 0 0,1-1 1,0 1 645,1 0 0,1-1 0,0 1-30,0-1 0,1 1 0,2 0-268,0-1 0,3 1 0,0 0 0,1 0 268,-7 0 0,1 0 0,0 0 0,-1 0 0,1 0-69,0 0 0,-1 0 0,1 1 0,0-1 1,-1 1 68,7-1 0,1 1 0,-2-1 0,-2 1 29,-1-1 1,-2 1 0,1 0-59,-1-1 0,2 1 1,0-1-1,-2 0 29,1 1 0,-1 0 0,0-1 0,-4 0 0,0 1 0,0-1 0,-2 0 0,9 1 0,-4-1 402,-2 1 1,-2-1-403,-2 0 0,0 1 45,-4-2 0,-1 1 412,-2 0 1,-2 0-278,12 0 90,-6 0 1664,-7 0-1754,-3-1 2766,-3 0-2766,-3 0 90,1-1-90,-3 1 573,0-1-573,-3-1 1065,1 2-1245,-2-1 73,2 0-1332,-2 0 1259,2 0 0,-4-2 0,0-1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45:41.97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6422 9952 5779,'-3'-8'42,"0"1"-39,1 1-3,-1 0 0,0-1 90,4 2-90,3 3 0,1 4 90,9 11-3367,-5 3 3162,3 2 205,-4 1-90,-5-7 0,5 10 0,0 2 0,0-4 0,9 10 0,4-4-2269,12-21 2269,-13 1 0,1-2 0,5-12 0,3-8-109,-4-3 1,2-6 0,0-1 0,-2 2 108,-2 4 0,-1 1 0,1-2 0,-3 2 0,2-3 0,1 0 0,-1-1 0,-1 0 0,3-3 0,-1-2 0,-1 2 0,0 1 0,1-1 0,0 3 0,0-3 0,-1 2 0,1-2 0,0 0 0,-2 4 0,3-2 0,0 0 0</inkml:trace>
  <inkml:trace contextRef="#ctx0" brushRef="#br0" timeOffset="6800">10200 13144 5779,'-9'-1'-34,"0"-1"34,2 1 0,0-1-8,1 2 58,-2-1-13,0-1 53,-2 1 0,27-5 0,16-1-1729,-11 3 1,1-1 1625,2 1 0,0 1-225,8-1 268,-9 3 0,5-1 0,5 0 0,4 0 0,1 0 0,1 1-14,-10 0 0,2 0 1,1 0-1,1 1 1,2-1-1,0 1 0,0 0 1,1-1-1,0 1 1,0-1-1,-1 0-199,1 1 1,-1-1-1,2 0 1,-1 0-1,1 0 1,-1 0 0,1 0-1,0 0 1,0 1-1,0-1 1,-1 0 0,1 1 182,-2-1 0,0 1 0,1-1 0,-1 1 0,1 0 0,-1-1 0,0 1 0,0 0 0,0 0 0,-2 0 0,0-1 0,0 1-81,3 0 1,-1 0-1,-1-1 1,0 1-1,-1 0 1,0 0-1,1 0 1,-1-1 0,1 1 80,3 0 0,0-1 0,0 1 0,1 0 0,-1-1 0,0 1 0,-1-1 0,-2 1 0,0-1 0,3 1 0,-3 0 0,0-1 0,-1 1 0,2-1 0,4 0 0,-6 0 0,3-1 0,2 1 0,2-1 0,1 0 0,0 0 0,-2 0 0,-1 0 0,-4 1 0,-3-1 0,-6 0 0,9-1 0,-8 1 0,4-1 0,1 0 0,5-1 0,1 0 0,-4 0 0,-8 1 0,2-3 0,-10 2 0,1 0 0,1-1 0,-1 1 0,11-4 763,4 0-853,-25 5-180,6 0 1941,-9 3-1840,-7 3 617,0 1-448,-4 2 0,-3-1 0,-2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46:42.37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12499 13187 5734,'-4'-7'0,"-1"-1"0,2 5 36,-5-3 18,-14 1-54,9 2 90,-13 6 0,-1 4-90,-2 9 0,3-1 0,0 2 45,7 1 0,3 3-45,3 2 0,1 3 0,1-2-1639,-1 1 1,3-1 1625,-3 9 0,4 3-18,11-1 0,4 1 0,0-3 31,-2-9 0,1-1-611,3 11 0,1 4 0,2-9 611,7-6 90,6-2-90,-10-10 0,4-1-478,13 1 1,1-2 477,-9-2 0,-1-1 522,8-1 1,3-5-493,-1-8 0,3-7 0,-6 1-30,-7 4 0,-1-1-379,9-4 1,4-1 0,-8-1 378,-7-8 0,-6 2 0,-3-5 0,-6 0 0,-2-2 0,-1 0 0,1 1 0,0 0 0,-7-3 117,-7 3 1,-7-4 0,-3 0 0,-1 2 0,3 4-118,2 4 0,1 5 0,-4-2-148,-5-3 1,-4-2 0,-1 2 0,5 7 147,4 8 0,0 4 0,-9-2 0,-3 3 0,0 5 0,-1 2 0,3-1 0,1 2 0,1 5 0,5 4 0,5 3 0,2 5 0</inkml:trace>
  <inkml:trace contextRef="#ctx0" brushRef="#br0" timeOffset="5013">11204 10790 5824,'-5'-9'90,"1"2"-90,-1 4 90,-2 2-90,1 2 0,-1 2 0,2 2 0,-4 6 0,4-3 0,4 9 0,16-19 90,-2 2-1,5-24-89,-15 12 0,-2-7 90,-11 4-90,3 8 90,-10-2-90,9 10 0,-1 3 0,3 1 0,2 1 0,-2 1 0,8-1 0,2-4 0,1-1 0,1-5 0,-2-4 0,-3 1 0,0-1 0,-6 6 0,1 8 0,-2-1 0,6 9 0,2-8-90,3 2 90,2-9 0,-3-4 0,0-2 0,-5-5 0,-2 7 0,0-1 0,2 5 0</inkml:trace>
  <inkml:trace contextRef="#ctx0" brushRef="#br0" timeOffset="6198">11220 9022 5824,'-8'-1'180,"2"1"-180,-1 4 90,-2 6-90,3-2 0,-5 11 0,9-13 0,-2 6 0,5-6 0,4 1 0,8-5 0,0-1 0,2-6-1126,-8-1 1126,-2 1 0,1-13 0,-4 10 0,-3-13 0,-11 16 0,3 2 0,-3 3 0,8 5 0,2-2 0,6 5-89,9-3 89,-2 1 1215,8-10-1215,-16-4 0,2-1 0,-7 1 0,-5 0 0,3 4 0,-6-1 0,5 6-180,-7 5 56,7-3 124,-5 3 0,8-5 0,1 0 0</inkml:trace>
  <inkml:trace contextRef="#ctx0" brushRef="#br0" timeOffset="9213">11220 7256 6813,'-8'7'180,"2"-1"-180,2 2-358,0-1 358,2 1 147,-3 3-237,2 7-717,0-6 717,3 4 90,14-7-90,-7-6 296,10 3-206,-8-10 0,0-1 0,4-10 0,-6 4 902,-4-10-902,-6 13 0,-3-1 0,-7 13 0,7-1 0,-6 4 0,11-4 0,5-1 0,-1-4 0,4-2 0,-3-2 0,-4 2 0,0-7 0,-2 4 0,-3-4 0,-3 11 0,2 2 0,-1 4-450,3 1 450,4-3 0,-1 1 0,2-3 0</inkml:trace>
  <inkml:trace contextRef="#ctx0" brushRef="#br0" timeOffset="10717">11245 5574 6183,'-12'8'90,"2"1"-3367,0 9 984,4-7 2293,1 3 1409,3-7-1409,7 11 0,-1-11 0,5 8 859,13-17-859,-5-12 90,4 2-90,-15-13 3276,-9 15-3070,-5-1-206,2 8 0,-1 10 0,12 3 0,-4 1 0,11-3 0,-5-7 0,0-2 0,2-2 0,-3-1 0,-2-2 90,-17-11-90,4 10 0,-9-9 0,9 15 0,3 1 90,-9 7-90,5 1 0,-5 5 0,9-3-90,5 0 0,1-5 0,3 0-449,8-8 539,-6-1 0,4-3 0,-7 0 0,-2 2 0</inkml:trace>
  <inkml:trace contextRef="#ctx0" brushRef="#br0" timeOffset="11747">11169 3884 5824,'-3'22'0,"2"-8"0,8 8 0,-3-17 90,5 6-90,-3-11 0,1-2 0,4-8 0,-4 2 0,0-3 0,-5-6 0,-2 8 0,0-8 0</inkml:trace>
  <inkml:trace contextRef="#ctx0" brushRef="#br0" timeOffset="11930">11200 3888 5914,'4'9'0,"-2"-2"0,6-3 0,-4-5 0,3 0 0,-5-3 0,-1-1 0,0 0 0,0 1 0,0 0 0</inkml:trace>
  <inkml:trace contextRef="#ctx0" brushRef="#br0" timeOffset="19581">18489 13674 5734,'-9'-1'449,"1"0"-449,9 3 90,0 0 0,12 2 0,10-3 0,9 0-90,-9 0 0,2 0 0,-2-1 0,-1 0 0,-3 0 0,1 0 45,9 0 0,-1 0-45,-5 1 0,-2-1 0,-1 1 0,3-1 0,-11 1 90,7-1-90,-11 1 0,-1 0 0,-1-1 90,1 1-90,0 0 0,-1-1 0,3 0 0,-3 0 0,1 0 0,-2 0 0,4 0 0,1 0 0,2 1 0,2-2 0,-5 1 0,0-1 0,-3 1 90,-2-1-90,-1 0 90,-3-16-90,0 8 0,-1-12 0,1-16 0,0 15-487,1 0 0,-1-4 487,0-6 0,0 0-1535,1 13 1,-1-1 1534,0-14 0,0 0 0,0 5-1027,-1-8 1,-1 0 1026,1 2-299,0 7 0,-1-4 0,1 7 299,0 3 167,0-2 1,0 2-168,0 6 0,0-5 1773,0 10-1773,0 0 2653,0 0-2653,0 2 2232,-1 2-2232,1 2 0,-2-2 0,2 3 0,-1 0 0,1 0 0,-1 0 0,1 0 0,-4-3 0,-7 2 0,0 0 0,-2 3 0,-6 2-1639,0 3 1,0-1 1523,-9 2 72,-2 0 1,-6 1 0,2 0 42,3 0 0,0-1-742,3 1 0,-3-1 0,3 0 742,1 0 0,3-1 0,1-1 0,2 0 0,0 0 797,-1 0-797,5 0 0,-1 0 99,-10 0-99,16-1 2286,-10 1-2286,18-1 0,-1-1 0,-2 1 2074,1-1-2164,-3 1 90,5 0 0,-1 1 489,4 7-489,2-1 0,0 5 0,2 7 0,0 1 0,1 1 0,2 12 0,-2-5 0,1 6 0,0 3 0,0-4-1093,-1-5 1,0-1 0,0 1 1085,0 0 1,0 2 0,0 0 0,0-4 6,-1 5 0,1-4 0,-1-8 0,0-2 0,0 2 0,2 15 0,1-1 0,-2-13 0,4 15-2358,-4-20 2178,-2-7 747,1 2 0,-1-9 0,-1 2 0</inkml:trace>
  <inkml:trace contextRef="#ctx0" brushRef="#br1" timeOffset="31947">18995 8108 10882,'-5'5'965,"0"-1"-805,3 2-504,-1 5-22,1 3 27,0 0 57,4-3-45,-1-6-107,9 2-146,-1-6 297,17-4 383,-13 0 194,11-13-3167,-14 2 3213,1 1 120,-4 0 12,-4 6-286,0-1-155,-5-7-432,1 7-131,-17-3-96,5 14 651,-6-1-64,1 15 200,12-7-475,-5 7 451,9-8 67,1-3-5,1 0-169,2 6-559,0-4-14,2 3-155,-1-7 3276,8 3-2971,-2-4 293,3 1 88,-1-4 306,-2-1 891,7-7-420,-6 1 55,3-4-55,-8 2-383,-1-5-260,-3 5-109,-5-5-495,-2 9-69,-5 1 52,1 5 301,-5 7 279,5-3 176,-2 3 161,4 5-184,5-5 230,-3 6-82,10-7-743,7-2-14,1 0-147,16-6 275,-16-2 61,13-10 451,-21 6-188,3-6-11,-8 4 178,-9-1-467,-3 4 202,-2 0-965,2 6 886,5 1-79,-3 3 311,1 0 111,-6 7 418,6-2 43,1 2-298,6-2-255,9-2 4,12-4-365,-3 0-100,7-8 207,-12 0-3172,-1-7 3069,-3 4 148,-2-3 65,-9-4 51,1 8-571,-4-6 16,1 10 165,-2 3 17,-11 4 310,9-1 3283,-5 4-2755,1 9 115,9-8 76,-5 10-28,10-13-625,1 4-3336,4 1 2175,1-1 374,5 0 21,12-6 471,-7-1 66,14-7-2051,-17-4 2633,-3 0 2391,-5-2-2326,-9-4-418,-12 4 62,1 2-364,-2 8 273,9 12-45,15-1 2505,-4 0-3049,12-4 380,-8-6 725,5-4-11,-6 2 166,-2-10-841,-5 7-515,-3-4 696,-4 7 215,-3 7 236,1-1-310,0 4-70,3 5-368,5-6 374,-1 7 340,5-10-270,3 2-656,4-2-14,0-2 68,3-2 112,0-6 614,-4 1 63,1-4-114,-11 1-359,-2 1 67,-1-1-269,-1 4 217,0 4-4,-6 6-65,5-3 65,-5 11 29,11-9 0,2 6 1,2-6-1</inkml:trace>
  <inkml:trace contextRef="#ctx0" brushRef="#br1" timeOffset="32732">19184 7933 6577,'-1'-8'-277,"-3"-2"159,-4 0 28,-1 0 52,-4 0 28,4 5 28,-3 0-3295,-14-1 2683,7 2 400,-9-1 476,14 4 67,-14 2-149,3 4 1,-1 1 8,5-1 0,0 0-915,-7 5 0,3 1 982,6 4-104,2 8 0,3 2-72,2 6-329,6 0 1,0 5-1,3-3 171,3-13 1,3 1-33,3 6 1,4 6 0,3 0 0,0-6-130,6-1 1,2-3 65,-1 2 0,2 3 0,0-5 683,-1-6 1,3-5-665,1-5 0,3-1 1,-3-3-102,-5 0 0,-1-1 141,16 1 0,3-3 778,-4-6 0,1-4 1,-5 0-668,-7 4 0,0-2-547,8-2 1,4-2 0,-8 1 664,-5-5-4,-3-2-56,3-11-847,-12 3 1,-3-2 771,0 8 0,-2 0 761,0-6 1,-6-3-800,-11 0 1,-7-1-1,2 3-31,4 7 0,-2 0-249,-2-2 0,-3-3 0,-2 1 0,-1 4 318,-2 7 0,-1 4 0,-2 1 0,-6-2 0,-1 1 0,-1 2 0,8 2 0,-1 1 0,1 1 0,1 1 0,-3-1 0,2 2 0,-1 4 30,-3 7 0,-2 5 1,1 1-1,6-1 0,2-1 1,1 1-1,1 2 0,0 0 1,-1 0-1,1-1 0</inkml:trace>
  <inkml:trace contextRef="#ctx0" brushRef="#br0" timeOffset="40884">17104 12085 5824,'2'-7'180,"1"1"-180,-2 2 90,2 1-90,2-1 179,16-2-89,3 2-45,1 2 0,7 1 0,4 0 0,-3 0-15,0 0 0,0 0 0,6-1-270,-12 0 0,2 1 1,3-1-1,3 0 0,0 0 1,1 0-1,0 0 0,-1-1 1,0 1 249,-2-1 0,1-1 0,0 1 0,0-1 0,0 0 0,0 1 0,0-1 0,-1 0 0,1 1-305,0-1 1,-1 1 0,1-1 0,-1 1 0,1 0 0,-1-1-1,0 1 1,0-1 0,0 1 305,4-2 0,0 1 0,1-1 1,-1 1-1,0-1 0,-2 1 1,-2-1-1,-2 2-249,7-2 0,-5 1 0,1 0 0,7 0 238,-12 0 0,3 1 0,4-1 0,2 0 0,2 0 0,0 0 0,1 0 0,0-1 0,-2 1 0,-2 1 0,-2-1 0,-4 1 0,5-1 0,-4 1 0,-3 0 0,1 0 0,1 0 0,5-1-88,-6 1 0,2 0 0,2 0 0,2-1 0,1 0 0,0 1 0,1-1 0,-1 0 0,-1 1 0,-1-1 0,-2 1 0,-2 0 88,5 0 0,-1-1 0,-2 1 0,-1 1 0,-1-1 0,-1 0 0,0 0 0,5 0 0,-2 0 0,-1 0 0,1 0 0,1 0 0,2-1 0,2 1 0,1-1 0,-1 1 0,-2 0 0,-4 0 0,4-1 0,-4 1 0,-2 0 213,9-1 1,-6 0-214,-1-4 408,-10 4 0,-4-1-408,-14 2 0,-6 2 0,-14 8 0,4-1 0</inkml:trace>
  <inkml:trace contextRef="#ctx0" brushRef="#br0" timeOffset="41763">16760 12829 5807,'-20'6'5,"-1"-1"1,-9 4 0,3-2-3283,6-1 893,-12 3 2221,22-6 163,4-1 253,2 0-73,0 0-90,12-4 0,17-3 0,12-2 0,0 0-30,-3 1 0,1 0 0,3 0-60,-9 1 0,2-1 0,1 0 0,1 1 0,3-1 25,-3 1 1,1 0 0,2 0 0,0 0-1,3 0 1,1 0 0,2 0-6,-8 2 1,1 0 0,2 1 0,1-1-1,2 1 1,0-1 0,1 1 0,-1 0-1,1-1 1,-1 1 0,-1 0 0,-1-1 0,-2 1-21,2-1 0,-2 0 0,-1 0 0,-1 0 0,0 0 0,0 0 0,2 0 0,1 0 0,4 1 0,2 0 10,-13 1 1,2-1 0,2 1 0,1 1-1,2-1 1,0 0 0,2 0 0,1 1 0,1-1-1,0 1 1,1 0 0,-1-1 0,1 1 0,0 0-1,-1 0 1,0 0 0,0 0 0,-1 0 0,-2 0-1,0 0 1,-2 1 0,-1-1 0,-1 0 0,-3 0-1,-1 1-144,11-1 0,-3 1 1,-3 0-1,-2 0 0,-1 1 1,-1-1-1,1 0 1,2 1-1,1-1 0,4 1 139,-7-1 0,1 0 0,3 0 0,1 1 0,0-1 0,2 0 0,0 1 0,1-1 0,0 1 0,0-1 0,-1 1 0,0 0 0,-2-1 0,0 1 0,-1 0 0,-3 0 0,-1-1 0,-2 1-55,10 1 1,-4 0-1,-2 0 1,-2 0-1,0 0 1,-1 0 0,2 1-1,1-1 60,1 1 0,1 0 0,0 0 0,1 0 0,0 1 0,-1-1 0,0 0 0,-2 0 0,-2 0 5,4 1 0,-2 0 0,-1-1 0,0 0 0,-1 1 0,1 0-15,3-1 0,1 1 0,0 1 0,-1-1 0,-3-1 0,-5 1 0,9 1 0,-6 0 45,-1 0 0,-3-1 45,0 1-90,-7-2 0,-1 0 0,-11-2 1276,0 0-1186,1 0 1638,1 0-2088,-1-1-261,6-2 474,-8-2 147,3-2 0,-7 0 0,-2 0 0,-1 0 0</inkml:trace>
  <inkml:trace contextRef="#ctx0" brushRef="#br0" timeOffset="46930">12912 4119 5824,'6'-6'0,"-2"1"0,-1 2 0,-1 6 0,1 1 0,0 12-3277,-2-7 3162,2 8 115,-2-9-212,-1 1 212,2 0 0,3 18 0,0-11-347,3 9 347,-2-15 0,-2-4 0,2-2 3115,18-6-3115,-6-2-1910,16-7 1910,-12-2 0,2-4 0,-6 4 0,3-3-828,2-4 1,3-3 0,-2 2 827,3-3 0,0 1 0,-7 4 0,3-2 0,0 0 0,-1 1 80,3-3 0,-1 1 1,0 1-81,-2 2 0,0 1 0,0 0-279,0 0 0,-1-1 0,-2 4 279,9-6 0,-17 13 0,-4 4 0,0 0 0</inkml:trace>
  <inkml:trace contextRef="#ctx0" brushRef="#br0" timeOffset="53798">13025 3018 5734,'3'-7'360,"-3"0"-360,-3 3 179,-8 2-3456,-9 5 2483,2 0 794,-9 6 859,8 0-769,-11 10 0,-2 4-1224,12-8 0,1 1 1134,-1 0 0,-2 1 0,4-1 0,-5 13 90,9-8-90,4 1 0,1-1 2268,4 11-2268,9-10 0,2 0 0,2 12 0,4-11 0,4-4 0,4-7 0,3-4 0,1 0 0,0-2 0,1 0 0,-2-2 0,14-5-138,-20-1 138,15-9-2223,-10-5 2223,2 0-105,-16-1 105,-13 4 0,-15-8 45,2 9 0,-1 1-45,3 0 0,-1 2 0,-2 2 0,1 2 90,2 2-180,-17 0 1675,4 3-1585,0 0 0,11 2 0,17-2 0</inkml:trace>
  <inkml:trace contextRef="#ctx0" brushRef="#br0" timeOffset="54379">13268 3197 5914,'4'-6'0,"0"0"90,2-1 0,2 1-90,1-2 0,0 3 89,8-3 1,1 4-90,5 0 0,-7 2 0,-7 7 90,-7-2-90,0 4 0,-2 1 0,-2 5 0,1-2 0,1 0 0,1-6 0,20 11 0,-5-5-1639,0 0 1,1 0 1523,0 0 115,-1 0 0,-6 1 0,-15 20 90,0-10-90,-10-2 0,-8 4 0,3-4-90,-8 5 90,6-8 0,-1 3 0,4-5 0,5-2 0,-1 1 0,15-13 0</inkml:trace>
  <inkml:trace contextRef="#ctx0" brushRef="#br0" timeOffset="55946">12843 4830 5734,'3'-6'0,"-1"0"81,4-2-72,-3 3 350,7-9 271,-5 8-540,-7 2 90,-16 16-1547,-1 1 1367,-8 10-335,12-7 380,-3 7 0,-1 4-45,6-6 0,1 1 30,-1-1 0,0 2 0,3 0-30,3 4 0,5-2-90,5 10 45,16-12 0,3-2 45,-1-6-756,1-3 0,0-4 666,-7-7 1159,22-3-1069,-17 0 156,1-3 0,-2-2-156,-12 1 0,2-5 0,-11 5 90,-2 1-90,-7-3 0,-17-2-833,8 3 833,-11-1 0,6 7 0,9 0-720,-16 2 720,21 0 0,3-3 0,15-3 0</inkml:trace>
  <inkml:trace contextRef="#ctx0" brushRef="#br0" timeOffset="56430">13115 5006 6094,'7'-3'269,"-1"0"-179,-2 1 90,11-3-90,-8 2-90,9-1 90,1 2 0,1 3-1367,2-1 1277,-4 3 0,-9 0 90,4 20-90,-8-10 0,-6 15 0,-4 3 0,-7 2 0,3-7 0,0-1 0,1-1 0,6 1 0,5-15 0,2 9 1277,6-13-1277,8 0-3277,5 0 3252,1-3 25,-2-2-625,-6-1 625,1-1-1405,7-1 0,1 0 1149,0 0 256,3-1 0,-2 0 0,-13 2 0,4-2 0</inkml:trace>
  <inkml:trace contextRef="#ctx0" brushRef="#br0" timeOffset="57864">12841 6443 5804,'4'-6'379,"-9"6"-379,1 2 90,-18 16 0,-3 4-90,1 0 22,5-3 1,-4 5 0,0 1-1,3-2 23,2 4 0,2 0-1138,-1-2 1,0 2 0,3-3-100,5-3 1,5-1 749,12 7 1,6-1 441,0-6 324,6-3 0,5 2 1,-1-6-325,8-5 0,-2-1 0,-1-3 0,-2-8 0,1-8 2268,-14 4-2178,-16-20-90,-13 17 0,0 0 0,-2 2 3276,-13 2-3263,8 5 0,1 2-2366,-5 0 2263,-4 3 90,13 10 0,10-9 0,-4 6 0</inkml:trace>
  <inkml:trace contextRef="#ctx0" brushRef="#br0" timeOffset="59413">13023 6764 5914,'-8'3'449,"13"-6"-359,7-7-90,5-3 0,3-10 90,-11 6-90,-1 1 0,-5 5 0,-1 6 0,-1-2 90,0 33-90,-2 7 0,1-2 0,0 1 0,-1-8 0,0 1 0,0 1 0,1 3 0,0-5 0,1 7-45,-1 6 0,0-3-315,1-18-50,-3 7 410,-1-18 0,-9-4 0,-1-3 0</inkml:trace>
  <inkml:trace contextRef="#ctx0" brushRef="#br0" timeOffset="59664">12948 7056 5914,'9'2'269,"17"-4"-269,-10-1 60,6-2 0,5-2 0,-1 1-240,0 0 1,-1-1 179,11-3 0,0 1 0,-13 3 0,-3 2 0,1 1 0,-4 1 0</inkml:trace>
  <inkml:trace contextRef="#ctx0" brushRef="#br0" timeOffset="60913">12801 8066 5824,'-2'1'270,"1"-1"-3547,-24 28 983,12-12 2032,0-1 1,-1 0 261,-1 3 306,-6 8 1,-2 1-307,2 2-96,-1-3 1,2 2 140,8 3 0,4-2-45,1 6 0,1-2 0,3-1 0,7-8 0,12 7-90,9-8 90,-4-1-252,4-8 252,-10-11 180,4-3-180,3-5 1375,-5-1-1375,-5-2 2820,-7 1-2640,-8-17-180,-1 10 45,-3-2 0,-4-1 0,-3 5 0,-2 1-45,-10-8 169,4 9 1,2 2-529,0 7 44,1 0 315,13 8 0,10 0 0,2 2 0</inkml:trace>
  <inkml:trace contextRef="#ctx0" brushRef="#br0" timeOffset="61413">13114 8460 5914,'-2'-9'180,"0"1"-91,-1 3 91,0 0-180,-2 1 180,-16 21-180,11-6 45,-1 4 0,1 3-45,4 10 0,4 7-2356,2-7 2266,5-5 90,1-12-179,23 3 179,-9-11 0,5-4 0,0-5-2612,0-19 2612,-1-1 0,-16 1 90,-8 10-45,-9-5 0,-3-1 1530,0 2-1665,-16 1 0,-5 6-269,2 22 359,3-1 0,0 3 0,14 2 0,2 1 0,-7 14 0,5-2 0</inkml:trace>
  <inkml:trace contextRef="#ctx0" brushRef="#br0" timeOffset="62496">12808 9998 5824,'-3'-11'449,"-1"4"-269,-21 6-90,10 3-60,-6 9 0,-6 6 0,5-1-30,-2 3-434,-3 2 0,2 3 479,15-7 0,3 0-45,-1 13 0,-2 5 210,13-4-210,9-15 0,1 0 0,2 4 0,-1-5 0,2-3 0,4-4 0,0-3 0,8-2 329,-8 3 0,-2-4-329,-3-10 0,-20-2 0,2-2-584,-7 2 584,3 5-3198,-16-7 3198,11 6 0,-12-3-270,10 6 0,4 2 270,-4 1 0,12 4 0,5 0 0</inkml:trace>
  <inkml:trace contextRef="#ctx0" brushRef="#br0" timeOffset="62847">13027 10204 5914,'1'-7'359,"0"0"-359,2 5 0,2 0 90,1 0-90,2 0 0,0-1-180,17-5 1,-14 5 89,11-4 90,-11 4 0,-6 1 0,3 1 0</inkml:trace>
  <inkml:trace contextRef="#ctx0" brushRef="#br0" timeOffset="63347">13254 10159 5914,'5'-8'269,"-1"3"-269,-1 2 180,8-7-180,-5 6 0,6-7 0,-7 7 0,6-7 90,3-5-90,-2 3 0,0-4 0,-6 3-90,-2-1 0,2-3 90,-5 14 0,0 8 0,-3 16 0,0 6-1639,0-2 1,0 0 1523,-1 8 115,2-10 0,-1-1-951,2-5 951,-1 0-678,1 4 588,0-7 90,1 3-180,-1-2 90,-1-6 90,1 3 657,-2-7 1,1 0-1,-1 0 1</inkml:trace>
  <inkml:trace contextRef="#ctx0" brushRef="#br0" timeOffset="63551">13239 10422 5824,'-1'6'90,"1"0"-90,2-2 90,23-2-270,-4-6-1459,2 0 1,1-2 1443,5-4 0,-10 3 0,0 0 0,10-4 0</inkml:trace>
  <inkml:trace contextRef="#ctx0" brushRef="#br0" timeOffset="67163">13392 10026 5815,'-4'-8'99,"-2"-2"81,-1 2-1,-8 2-179,4 5 90,-4 6-45,-5 19 0,0 6-1684,6-7 1,0 1 1629,0-1 1,-2 3 0,2-2-759,3 2 1,3-1 811,0-1 0,3 1-615,3 2 1,2 3 0,0-2 569,-3-1 0,5 0 0,8 5 0,6 1 0,1-8 0,17-12 326,-7 0 0,2-5-371,1-16 0,0-10-143,-8-3 1,-1-6 0,0 3 187,6 1 0,-2-4 366,-13 3 0,-2-7 1,-1-1-1,-3 0 1,-3 6-367,-7-2 0,-2 1-561,2-5 0,0-2 1,-3 5 560,-2 10 0,-4 4 90,-10 0 0,-1 4 796,-10 1-931,-2 7 0,1 5-90,14 6 0,3 2 1150,-2 0 1,3 2-1016,3 6 0,4 1 0,5 0 0,-1 12 0</inkml:trace>
  <inkml:trace contextRef="#ctx0" brushRef="#br0" timeOffset="68099">12900 8435 5824,'3'6'-51,"0"-1"48,-1 0 9,1 3 2,-1 2-2,1 0-1,-2 0 4,0-5 11,1 7-20,0-5 90,2 9 0,-2-11 0,3 0-90,1-5 89,11-9-89,-6 3 0,9-8 0,-10 7 90,0-3-90,10-9 0,-5 2 90,6-7-90,-7 7 90,0-1-90,-7 9 90,3 1-90,-7 13 0,2 7 0,-3 9-3277,4 14 3252,-2-9 25,2 6 0,-3-15-45,1 3 0,0 0 45,-1-1-90,1 0 0,1-1-179,-2-4 269,0 0 0,-1-2 0,0-3 0</inkml:trace>
  <inkml:trace contextRef="#ctx0" brushRef="#br0" timeOffset="68330">13019 8795 5824,'5'3'449,"2"-3"-359,10-3 0,6-6 0,5-3-450,4-5 1,1-1-1280,-15 9 1,0-1 1150,10-7 1,-3 2 339,-14 5 1,2-5 0,1 0 0</inkml:trace>
  <inkml:trace contextRef="#ctx0" brushRef="#br0" timeOffset="69498">12855 6713 5759,'-5'5'65,"2"1"-65,4-1 0,1 1 0,1-1 0,0-1 90,0 0 0,3 1-90,-2-2 90,4 2-90,-4-4 89,7-2-89,-1-1 90,7-2-90,7-6 0,-8 4 45,5-2 0,-1 0-45,-3 3 45,2 0 0,-1 4-45,-5 22-3277,0-7 3162,-11 16 115,-5-15-71,-7 20 71,2-11 0,2-5 0,1-1 0,-2 0 0,0 4 0,2-7 0,-2 4 0,1 0 0,1-6 0,0 2 90,17-10-90,-5-6 0,13-2 45,-2-5 0,1-2-45,9-1 0,-6 0 0,0 1 0,2-1-1015,-6 3 1015,-2 2-90,17-7 0,-17 8-732,13-6 642,-23 9 90,0 0 712,2-1 1,-4 2 0,1-1 0</inkml:trace>
  <inkml:trace contextRef="#ctx0" brushRef="#br0" timeOffset="71046">13149 5005 5793,'-9'-1'31,"1"0"59,-3 2 0,4-1 0,-3 1 269,4-1-359,15-1 90,-1-1 0,26-1-90,-9 0 0,10 1 0,-10 2 90,8 10-90,-24 16 0,-7 10 0,-11-15 0,-4-1 0,1-5 0,0-1 0,-3 2 0,2-1-1563,2-2 1563,-6 8 0,15-2 0,3-10 0,4 8-399,1-13 399,1-1 0,5 1 0,19 8 1492,-12-5-1448,7 7 1,-2 3-3281,-11-5 3236,1 2 0,-2 0 0,-8-1 315,-3 11-270,-6-4 0,-3 2-45,1-2 0,-3 1 30,-12 3 0,-6 2 0,2-4-30,7-7 0,0-2-30,-5 3 0,-4-1 0,5-4-330,-4-4-435,-1-12 795,12-10 0,9-15 0,9-4 0</inkml:trace>
  <inkml:trace contextRef="#ctx0" brushRef="#br0" timeOffset="72633">13325 3099 5762,'0'-6'242,"6"-4"-152,0 6 89,5-4 1,-7 6-180,2 2 180,-2 6-180,0 6 90,-1 1-45,-2 6 0,0 2-1684,0 5 1,-1 2 1625,0-2 1,0 1 12,0-1 0,-1 1 45,-2 6 0,0-1-2313,0 2 2268,0-4 0,-1-2 0,2-10-370,0-8 370,0-1 0,0 7 0,1-8 90,-1 5 1995,6-7-2085,-2-3 0,7 0 0,11-8 3118,-6 1-3118,16-4 0,-16 5 0,5 0 827,13-4-827,-4 2 0,-8 1 0,0 0 0,11-5 0,-13 2-3277,1-17 3162,-14 12 115,3-11 0,-7 0 0,-1 13 0,1-14 0,1 30 90,-1 3-90,0 12 0,-1 7 0,0-2 1638,-1-4 0,1-1-1600,0 4 1,-1 3 0,0 0-39,0-2 0,1 0 0,-1-2-1639,1-3 1,0 0 1580,-1 13 1,1-2 57,0-12-510,1-9 510,-1-1-810,1 5 810,-20-29 0,7 5 0,-2-9 0,0 0 0</inkml:trace>
  <inkml:trace contextRef="#ctx0" brushRef="#br0" timeOffset="73446">13303 3113 5795,'4'-7'29,"-1"2"61,3-2 0,2 0 0,-3 3-90,4-1 89,-6 5-89,2 2 90,0 11 0,1 11-90,-2 1-3277,0 9 3252,-3-9-701,-1-2 0,0 6 0,0-4 726,0 12-442,0 1 1,0-3 441,-1-15 0,2 1 0,0 1 0,0-1 0,0-1 0,1-2 973,5-2-973,3-7 90,2 2 1773,0-9-1863,-4-4 3191,24-9-3191,-16 6 0,11-5 0,0-1 0,-7 3 0,11-4-700,-17 7 610,-3 1-202,7-6 292,-5 0 0,2-1 0,-10-5 0,-3 8 28,0-6-28,-2 6 0,-1-7 0,0 6 0,-1-4 0,2 7 0,-4 16 0,0 5 385,0 4 0,-1 3-385,1 2 0,1 3 0,-1-2-1190,1 1 1,-1 0 1189,-1 9 0,2 1 108,3-10 0,2 0 1,-1-3-199,1 11-1103,1 1 0,1-4 1103,0-19-90,0 0-227,2 2 407,0-3 0,1 1 0,-1-2 0</inkml:trace>
  <inkml:trace contextRef="#ctx0" brushRef="#br0" timeOffset="79303">21808 13570 5734,'0'-9'90,"0"1"269,-1 3-269,12 27-90,-5-11 0,7 19 0,-3-12 90,4 3-90,-3-4 180,12 7-180,-9-20 90,5 2-45,-2-10 0,3-5 0,9-9 0,1-1-1684,-4 3 1,-1 1 1599,-4 1 1,0-1 0,0-3-9,1-2 1,0-3 0,0-1 0,-2 4 1,1-1 0,0-1-522,-1 1 0,2-3 0,1 0 1,-3 4 431,-2 1 0,0 4-90,-2 0 0,2 1 193,4 0 0,0 1 0,4 2 0,-1 7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28:44.34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19005 9946 5734,'-6'-7'31,"1"2"5,2 1-13,0 2-23,0-1 0,-6 2 0,1 2 0,-2 1 0,1 4 90,5-1-90,-3 3 0,7 3 0,0-5 0,4 3 0,-1-7 0,5-1 0,3-2 0,-1 1 0,0-3 0,-5 1 0,6-11 0,-7 7 0,4-8 0,-9 5 90,-2 2-90,0-1 0,-3 4 0,-9 11 0,6-3 0,-8 13 0,17-8 0,1 4 0,8-7 0,5-7 0,-5-1 90,-4-19-1,-8 13-89,-7-11 0,1 15 0,-10 1 0,-2 9-89,3-3-1,2 6 90,19 2 0,-1-7 0,7 3 0</inkml:trace>
  <inkml:trace contextRef="#ctx0" brushRef="#br0" timeOffset="1584">18810 6581 5770,'8'-1'234,"-3"0"35,-2-2-89,-3-1-180,-3 0 0,-2 2 90,0 3-90,-8 9 0,6-1 0,-5 6 0,8-5 0,4 1 0,1-5 0,3 1 0,0-5-90,16-4 90,-10 0 0,11-4 0,-8-8 0,-5-2 0,2 0 0,-9 2 0,-13 5 0,6 5 0,-13 1-90,15 9 90,-1 2 0,7 0-180,17 2 180,-10-6 0,12 2 0,-14-8 0,-4-5 0,-6-1 0,-5-1 90,-22-4-90,18 9-90,-14-4-179,20 9 269,12 2 0,-2-1 0,15-2 0,-2-2 0</inkml:trace>
  <inkml:trace contextRef="#ctx0" brushRef="#br0" timeOffset="3447">18924 4853 5798,'5'-5'116,"0"-1"-116,-3 9 0,-1 0 0,0 11 0,0-5 0,11 11 0,-4-11 90,8 2-90,-9-10 0,9-2-3277,1-4 3162,1 0 115,-3-4 0,-7 2 0,2-17 0,-6 13 0,2-12 0,-15 13 0,-2 5 0,-3-1-201,1 8 201,6 0 3276,-10 13-3259,10-7-17,-5 8 0,15-4 0,3-4 0,2 3 0,1-8 0,6-6 0,-9 0 0,5-4 0,-10-6 0,-4 5 0,-1-5 300,-7 6-210,-1 6-180,1 0 90,8 8 0,9-2 0,5 2-292,0-5 292,-3-2 0,1-1 0,9-4 0,-9 1 0,6-4 90,-15-6-90,-2 8 0,-7-7 0,-8 13 0,6 1 0,-5 4 0,11 3 0,8 3 0,1-2 381,9-1-381,15-10 0,-15 1 0,15-4 0,-22 0 0,1-6 90,-7-4-90,1 2 0,-7 0 0,-9 7 0,5 4 0,-4 0 0,8 4 0,3 1 0,3 2 0,2 0 0,7 0 0,-3-6 0,-3-4 0,-11 2 0,-1 0 0,-3 6-90,4 0 90,1 18 0,9-8 0,2 12 0</inkml:trace>
  <inkml:trace contextRef="#ctx0" brushRef="#br0" timeOffset="9682">19901 7429 5734,'-3'-6'0,"0"1"0,1 1 0,1 1 0,-1-2 0,5 2 5,6 1-2,-2 2-3,3 2 3,6 4-3,-8-3 3,10 7 2,-10-1-5,-1 6 0,-2-3-1966,-3 2 1966,-4-6-2,-8 8 1,-2 1 1,1-1 0,-1 1 0,-2 0-5,-5 2 2,5-5-3,-2 3 6,15-11 0,4-5 0,7-3 0,13-12 0,1-2 1967,7-3-1967,-6 2 0,-2 1 0,2-1 0,0 0 0,-1 1 2,-7 4-4,1 4 2,-20 20 0,-1-2 0,-4 9 0,4 11 0,15-5 0,-3 8 0,12-15 0</inkml:trace>
  <inkml:trace contextRef="#ctx0" brushRef="#br0" timeOffset="9932">20301 7636 5734,'-2'4'0,"2"-2"0,-9 12 0,2-3 0,-7 14 0,5-10 0,-4 10 0,8-16 0,0 1 0</inkml:trace>
  <inkml:trace contextRef="#ctx0" brushRef="#br0" timeOffset="10633">20462 7524 5734,'0'-7'39,"1"-2"-36,-2 28 2,2-9-5,0 12 0,1 2-2,2-8-1,5 8 0,-3-20-11,7 0-3263,5-6 3151,1 0 123,-1-5 3,-8 1-6,7-10 9,6-9-3,-5 4-3,-1-2 3,-13 18 0,-1 3 0,-1 5 0,0 2 3276,-2 5-3218,-2 15 0,-2 3-58,-1 8-1093,0-7 1,0 5 0,1-5 983,-2 6-337,1-4 0,-1-4 448,3-15 1,-3 7 0,-1-16-3,-8-7 0,-5-3 0,-3-3-1469,1-1 1469,11 4 594,6-13-594,7 12 0,23-21 0,-5 16-99,4-2 0,1 1 0,6-4 0,-11 7 0,0 0 0</inkml:trace>
  <inkml:trace contextRef="#ctx0" brushRef="#br0" timeOffset="10999">20968 7623 5734,'4'-6'25,"-7"11"-1754,0-1 1731,-6 8-1598,-11 13 1,-1 1 1587,4-5 166,-1 1 0,-4 5 0,5-6 1,4-7-1,-10 13 0</inkml:trace>
  <inkml:trace contextRef="#ctx0" brushRef="#br0" timeOffset="11632">21329 7519 5734,'2'-6'61,"0"0"58,-2 0-119,-2 0 0,-8 2 90,2 4-90,-4 3 0,5 1 0,-20 17 0,11-6-1041,2-2 1,1 0 1040,2 2 0,5-4-1122,-5 17 1122,6-13 0,-3 16 0,13-13 0,-1-4 0,13 14 0,3-6 0,-2-2-90,1-3 1884,-13-13-1794,-12-20 57,4 10-57,-13-18 90,6 15-888,-15-12 798,11 10 0,-11-8 0,19 15 0,0 2 0</inkml:trace>
  <inkml:trace contextRef="#ctx0" brushRef="#br0" timeOffset="12163">21453 7373 5787,'0'-8'20,"0"-2"-6,0 5-11,2-7 87,9 8-90,2 8 0,6 17 0,-6 7 0,-12 2 0,-2 8 0,-2-5 0,2-9 0,-3 2 15,-2-1 0,-3 6 0,-2 3 0,-1 0 0,1-3 0,0-4-1108,-2-3 1,1-4 0,-3 3 1063,-2 7 0,-4 3 0,1 0 1,0-6-17,-4-1 0,-2-6 45,3-4 0,-2-2 0,2-1-824,3-1 1,-1-2 823,-6 2 0,2-4 0,-1-6 0,0 0 0</inkml:trace>
  <inkml:trace contextRef="#ctx0" brushRef="#br0" timeOffset="12749">19766 7182 5734,'8'2'0,"-5"3"-1639,-10 12 1,-5 2-709,-3 8 2349,1-3 1,-1 7-23,5-6 1,-1 7 0,1 2 0,-1 1 0,2-1 0,1-6 19,-1 0 0,3-4 0,0 6 0,3-2 0,0 5 0,0 4 0,0 2 0,2 0 0,1-3 0,1-4 0,2-6 0,7 6 0,5-4 0,-4-1 0,3 3 0,2-1 0,3-5 0,11-5 0,5-7 0,-2-2 0,-6-2 0,-1-2 0,2 0 0,6 1 0,0 0 0,0 0 0,0-1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53:07.45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16494 2815 8972,'-1'-10'899,"0"1"-719,0 3 90,1 0 360,-1 0-360,0-1 269,1 3-89,-1-4 0,1 2 269,0-1-539,-1 17-180,0-3 90,-1 15-90,1-5 0,-1 0 90,1 4-90,-1 0 90,-1 9-90,1-7 0,0 5 0,1-10 90,0 3-90,0-6 0,1 1 0,-1-6 0,1-2 90,0-1-90,-1-1 90,1-1-90,-2-11 0,2 1 0,-1-12 0,2 3 0,0-3 0,0-2 0,1-2 0,1 0 0,1-8 0,-1 7 0,2-4 0,-3 11 0,2-1 0,-1 5 0,2 0-90,-1 6 90,1 2 0,0 2 0,2 1 0,0 1 0,3 3 0,0 1 0,3 2 0,2 3-735,2 2 735,2 3 0,1 0-50,0 1 50,10 7 0,-8-6 0,5 4-90,-5-5 0,-7-5 1,3 1-91,-7-4 90,-2-3-180,-1 0 0,0-3-180,-2 0 732,0-1-732,-1-1-216,-1-2-863,0 0-270,-2-1 1799,0-2 0,-2-5 0,0-1 0</inkml:trace>
  <inkml:trace contextRef="#ctx0" brushRef="#br0" timeOffset="266">16814 2742 10231,'4'-8'630,"-2"1"-1,1 2 1,-2 1 90,1 0-91,-1-1-449,-1 14 0,0-3-180,-2 13 90,1-4-90,1 3 0,-1 2 0,2 3-90,-1 3-228,1 2 138,1-7 0,-1-1-1933,1 9 1843,3 7-513,-2-17 333,0-2-260,0 0-999,0-4-275,0 0 1984,1-2 0,0 3 0,1 0 0</inkml:trace>
  <inkml:trace contextRef="#ctx0" brushRef="#br0" timeOffset="664">17189 2691 11131,'1'-9'629,"0"2"181,0 2 269,-1 0-989,-4 9 0,2-1 0,-6 11 90,2-2-180,-2 5 90,-2 4 45,-3 9 0,-1 1-135,-1 4 45,0 2 0,0 0 0,7-13 0,2-2-45,-4 17 0,8-13 0,9-2 45,17-12 0,6-4-90,-3 3 0,1-3-45,6-3 0,-1-4-90,4-3-270,-13 1 90,-9 0-89,3-1-91,-8 0-180,-1 0-1079,-2 0-629,0 0 2428,-3 0 0,1 0 0,-1-1 0</inkml:trace>
  <inkml:trace contextRef="#ctx0" brushRef="#br0" timeOffset="1094">17710 2814 11311,'-18'-22'1079,"0"0"0,2 2 1,2 6-900,3 12-1,-1 4 271,-17 17-360,12-3 0,-1 4 0,1 4-90,8-3 0,2 1-813,-1 0 0,1 1 768,3-2 0,1 0-135,3 9-219,3-2 219,3 0 0,3-2-89,11 7-2632,-1-10 2811,7 3 0,-4-13-726,9-2 726,-8-7 276,10-2-276,-10-6 90,3-3 268,-1-4-268,-3-2 89,0-4-89,3-14 90,-9 4-459,-10-4 0,-3-8 0,-2 5 369,-1 12 0,-3 0 73,-3-11 0,-1-4 0,-4 8-73,-10 7-90,0 7 0,-1 2-539,-12 3-1256,-2 3 1165,8 7-167,12 4-1901,2 1 3281,3 0 1,-1 5 0,0 1 0</inkml:trace>
  <inkml:trace contextRef="#ctx0" brushRef="#br0" timeOffset="1705">18359 2622 12570,'-1'-11'719,"-2"1"-449,0 2 90,-1 1 180,-4 0-270,1 2-1,-3 1 451,-24 17-630,12 1-707,0-1 1,0 3 706,-5 11 0,0 2-1,8-6 1,0 3-45,5-7 0,0 1 0,-3 7 0,0 0-453,6-7 0,2-1 453,0 0 0,2 1-135,-6 14 0,6-3-2653,3-6 2653,4-2 0,3 0-90,6-4 0,5 0-90,21-1 0,5-4 270,-18 1 0,2-2-69,17-4 0,-3-7-21,-16-8 90,-2-3 0,-2 0 0,-5-2 0,-1-7 0,-4 3 763,-5-18-763,-10 10 0,-4-3 3007,-2 8-3007,3 8 0,0 2 0,1 1 1161,2 3-1161,1 0-90,1 2-179,1 0 269,10-1-90,0 0 90,11 0-90,3-1 90,3 0-90,16-4 0,-11 2 0,1 1 90,-2-1 0,-1 0 45,1 1 0,-2 1 45,0 0 0,-14 5 0,-6 3 0,-1 1 89,-4 3-89,-1 5 0,-4 5 90,-3 4-90,-3 5 0,-3 4 0,5-9 0,-1 1 0,-4 14-1035,4-6 1,1-1 1034,2 6-90,3-13 0,0-2-673,3 6 584,2-5-363,1-2 272,1-2 0,2-2 0,1-1-180,2-3-179,0-1-721,8-2 271,-3-4-900,6-1-630,-2-4 2519,4-5 0,8-4 0,4-4 0</inkml:trace>
  <inkml:trace contextRef="#ctx0" brushRef="#br0" timeOffset="1913">19318 2953 13559,'7'-2'3276,"-1"2"0,-2 1-5150,-1 2-1403,-1 1 3264,-2 1 0,0-11 0,-1-4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48:14.34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11475 8047 5734,'-26'-17'0,"7"4"0,-3-2 0,-6-4 0,1 2 0,0 1 0,-1 0 0,4 2 0,-1 0 0,1 0 0,-1 0 0</inkml:trace>
  <inkml:trace contextRef="#ctx0" brushRef="#br0" timeOffset="7918">12297 7370 5734,'-1'3'90,"1"-2"-90,-11 8 0,-2-2 0,-2 2 0,0-1 0,1 0 0,-4 4 0,6-5 90,-13 12-90,18-11-216,-5 4 216,8-8 0,-2 3 0,2-3 0,-2 2 0,-1 2 0,3-5 0,-3 5 0,1 0 0,-1-1 0,0 2 0,0 1 216,2-4-216,-1 0 0,1 0 0,1-3 0,-3 3 0,2-2 0,0 1 0,2 0 0,0-2 0,4 1 0,0-1 0,2 0 0,1 1 0,0-2 90,11 3-90,-8-2 0,24 6 90,-12-4-1479,5 3 1389,-10-3 0,-1-2 0,-4-1 0,5 1 0,-1-1 0,-3-1-287,4 1 287,-6-2 0,14 1 0,-7 0 0,8-1 1344,-13 1-1344,5 0 0,2 0 0,0 0 332,-3 0-332,-5-1 0,-2 1 0,0 0 0,1 1 0,-4-2 0,4 2 89,-4-1 1,3 1-90,-3-4 0,0 1 90,0-3-90,-1-1 0,0-1 0,2-3 90,5-10-90,-3 6 0,5-12-3277,1-8 3162,-4 11 115,-2 4 0,0 0-1367,1 0 1367,-2 3-350,-1 0 350,-3 9 0,3-8 0,-3 7 0,2-7 0,-2 9 2541,-1-2-2451,0 3 1824,0 0-1914,0 1 654,0-1-654,-2 0 0,-2 1 0,-3 1 0,-8 0 0,5 1 0,-11 0 0,-2 0 0,3 0 0,-18 0 0,23 1 0,-5 0 0,-1-1 0,0 1 0,3-1 0,9 1 0,-3-1 0,-4 0 0,5-1 0,-2 1 0,5 2 0,1 3 0,0 0 0,-3 14 0,1-2-1750,-2 4 1750,2-4 0,0-1 0,3-5 0,-3 5 0,3-6 0,0 1 0,-2 2 0,1-2 1750,0-1-1750,13-12 0,-1 0 0,13-12 0,-2 1 0,-2 1 0,1-1 0,11-9 0,-2 3 0,-10 8 0,-9 6 0,-17 18 0,-8 10 0,-3 1 0,3-1 0,2-2 0,6-6-90,-7 8 90,33-28 0,-7 2 0,12-9 0,1-3 0,-6 3 0,-2 1 0,14-13 0,-8 6 0,-27 23 0,3 0 0,-12 8 0,-1 4 0,0 2 0,-7 6 0,5-6 0,5-2 0,12-4 0,8-12 0,9-4 0,4-7 0,-1-1 0,-2 0-159,3-1 0,-1 0 159,-4-1 0,-2 3 0,-16 11 0,-10 9 0,-4 6-45,0 1 0,1 1 45,-3 0 0,4 0 0,5-1 0,26-19 159,4-7 0,3-4-159,3-3 0,-1-1-1639,-1 3 1,-2 0 1630,7-11 8,-39 33 0,-6 9 0,-2 0 0,0 4 0,9-2 0,6-10-90,-2 7 90,8-13 3276,2 1-3267,16-7-1648,-2-5 1,1-1 1523,14-5-353,-9-1 1,-2 0 467,-7 3 0,4-5 0,-5 2 0,-7 8 0,-7 1 0,-16 17 0,-2 2 1507,-1 3-1507,10-6 1173,-10 13-1173,9-10 0,-5 8 0,11-12 0,11-6 0,-3-1 0,9-3 0,4-8 0,2-2 0,3-4 0,-3 3 0,1-2 0,0-5 0,-9 5 1647,-31 15-1647,12-1 0,-17 14 0,-3 5-3277,1 4 3219,12-10 1,2-1-601,-4 5 658,14-13 0,7-5 0,0 0 0,5-4 0,-1 0 0,0-1 0,5-8 0,1-2 0,-3 3 1533,3-5 1,-2 1-1534,-7 9 983,-5-6-983,-11 14 0,0-3-796,-7 11 796,6-1 0,-5 6 0,-2 4 0,-3 7 0,6-9 0,4 0 0,13-1 0,24-20 0,-5 0-672,8-5 672,-9 0 0,0-2 0,2-3 740,-4 0-740,-8 0 0,-6 9 0,-7 0 0,-12 13 0,-3 5 0,-4 1 0,3-2 0,1 1 728,-4 6-728,13-5 0,2 1 0,24-7 0,10-10-1406,2 0 1406,-5-3 90,-10 1-90,-13 4 0,-3 0 0,-12 6-90,-3 5 0,0 2-90,0 2-232,-10 7 412,21-10 0,8-2 0,1-3 0,2 2 0</inkml:trace>
  <inkml:trace contextRef="#ctx0" brushRef="#br0" timeOffset="12768">20275 7390 5798,'-2'-7'26,"0"-2"-26,1 3 90,0-4 0,2 4 0,0-2-1,-1 3-89,2 11 0,-1-3 0,0 11 0,1 6-3277,1-6 3162,2 7 205,3-5-90,12-4-2268,-3-3 2268,10-5 0,-7-7-46,2-3 46,7-4 0,2-1 45,-12 3 0,1 0-45,12-6 0,1-1 0,-5-1 0,-2 1-329,-5 2 1,0 0 328,7-5 0,3-4 78,-7 5 1,3-3 0,1-1 0,-1 1 0,-3 3-79,-2 1 0,-2 2 0,3-2-79,0-1 0,4-3 0,1 0 0,-2 2 1,-4 3 78,4-1 0,-3 4 0,-3 4 0,0 2 0,0-2 0,-1 3 0,5 7 0</inkml:trace>
  <inkml:trace contextRef="#ctx0" brushRef="#br0" timeOffset="13501">20337 8884 5824,'-4'-10'0,"1"0"90,1 4 0,1-1 89,-1-2 1,1 4-180,-3 5 90,2 3-90,-1 13 0,1 18 0,0-13 90,2 14-90,3-17 0,0-6 0,10 2 0,3-2 0,0-5-821,3 0 1,0-3 820,3-8 44,6-7 1,6-3-995,-6-1 1,1-1 0,2-1 949,-4 2 0,1-2 0,1 1 0,-2-1-54,-2 2 1,-1-1 0,1 0 0,1-1-19,3-3 0,4-3 0,-1 0 0,-1 2 1,-5 3 26,2-2 0,-1 2 45,2 0 0,5-4 0,-2 4 0,-9 7 0,-9 11 0,9 11 0,-16 5 0</inkml:trace>
  <inkml:trace contextRef="#ctx0" brushRef="#br0" timeOffset="14038">20487 10784 5914,'-17'3'90,"8"-1"89,-5 1 91,10-3-90,-2 0-90,2 2-90,0-1 0,2 3 0,1 0 90,-1 2-90,0 5 90,-3 16-1171,1-8 1081,0 10 0,5 3 0,1-19-688,4 14 688,1-24 0,3-2 0,18-8-1026,0-8 1,5-7 0,-1 2 1025,-9 6 0,-1 1 0,2-2 41,1-2 1,3-2 0,1-2 0,2-2-154,-7 5 0,2-2 0,2-1 0,-1 0 0,0 0 0,-2 2 0,-3 2 112,5-5 0,-3 4 0,3-3-131,-2 2 0,5-3 0,1-2 0,-1 1 0,-2 2 0,-5 4 0,2-3 0,-3 4 0,2-3 0,0 0 0</inkml:trace>
  <inkml:trace contextRef="#ctx0" brushRef="#br0" timeOffset="18985">17130 10783 5824,'1'-9'539,"0"0"-449,-2 2 90,-15 5-180,5 3 30,-10 7 0,-7 5 0,3 1-1669,3 0 1,1 0 1629,-3 0 1,-1 1 0,1 1 8,-2 6 0,5 3-1134,6 2 0,2 0 1134,-2-7 0,5 2 0,8 4 0,6 4 0,3-6 0,13 2-98,-5-2 1,3-2 52,8-10 0,-1-5 45,-2-1-45,-1-1 0,1-2 45,12-6-90,-11-1 90,9-1 0,-16 0 2172,-7-2-2262,-3-11 90,-3 6 0,-7-8 0,-15 4 0,-8 2 190,0 2 1,-1 2-236,-5-6 0,1 1-45,5 7 0,4 3 909,7 3 0,19 1 0,8 1 0</inkml:trace>
  <inkml:trace contextRef="#ctx0" brushRef="#br0" timeOffset="19702">17494 11004 5824,'-7'-4'180,"1"1"-90,0 2-1,-6 4 1,4 1 0,-7 10 0,0 4-90,1 5 0,1-2 0,1 2 90,5 6-90,9-9 0,2-1-2388,3 3 2388,9 6 0,-4-18 0,10-5 0,3-2 0,11-2 0,-9-5 0,5-4 0,-4-2-1301,0-8 1,-2-2 1300,3 0 0,-3-2 0,-10 2 0,-3 0 0,-3-4 0,-13-9 0,-3 0 90,-2 4-90,-7 5 0,-6-1 0,-1 7-471,4 11 1,-2 4 425,-6-4 0,0 1-135,-2 8 0,17 0 180,-5 2 0,8-2 0,-4 0 0</inkml:trace>
  <inkml:trace contextRef="#ctx0" brushRef="#br0" timeOffset="20668">17537 9009 5824,'1'-6'-17,"0"1"25,1 0 1,0-2 171,2-2-90,0 1 179,-2-3-269,-4 7 90,-1-1-90,0 2 90,-5 3 0,-9 7-90,3 0 0,-5 7 45,3 10 0,1 2-45,3-2 0,1 0 0,0 5 0,5-3 0,9 4-45,-2-7 0,3-1 45,7-1-90,20 0 90,-17-14-90,14 4 90,-16-11 0,0-4 0,1-4 0,-5-3 0,-6 0 90,-23-6-90,7 10 0,-15-5-90,-8 9-90,17 4 180,-12 0-449,23 3 449,14 2 0,2-1 0,9 2 0</inkml:trace>
  <inkml:trace contextRef="#ctx0" brushRef="#br0" timeOffset="20985">17777 9138 5824,'4'-5'539,"3"-2"-449,2 19-90,-1-2-90,3 19-3187,-4 2 1704,-3-12 1573,-1 1 0,-5-12 0,-1 1 0</inkml:trace>
  <inkml:trace contextRef="#ctx0" brushRef="#br0" timeOffset="22352">17703 7299 5824,'2'-7'180,"0"0"-90,-3 2-1,-1 1 91,-14 4-180,7 1-695,-11 4 695,11 0 0,-2 2 45,-6 6 0,-1 5-45,-1 11 0,0 3-45,0-9 0,1 1 15,6 0 0,2 2 0,4-5 30,4-3 0,1 7-90,3-13 90,18 11-90,11-11 135,-13-5 0,0-1-787,12-6 742,-16-6 0,-9 2 90,-6-11-90,-2 9 0,-7-9-180,-10 11-90,-1 2 110,-2 1-158,3 4 0,9 0 1,-1 2-1</inkml:trace>
  <inkml:trace contextRef="#ctx0" brushRef="#br0" timeOffset="22869">17789 7542 5914,'-2'-8'180,"0"1"-180,7-2 89,1 2 1,19-7 0,6 4-90,-1 0 0,-2 6 90,-8 16-90,-13-5 0,-11 21 0,-6 4 0,-4-5 0,-3 2 0,1-1 0,6-7 0,5-4 0,11 1 0,0-9 0,8 1-45,11-13 0,4-6 0,-10 3 0,1-1-795,13-3 0,2-3 840,-6-4 0,-4 0 0,4-3 0,-9 4 0,0 0 0,1-3 0</inkml:trace>
  <inkml:trace contextRef="#ctx0" brushRef="#br0" timeOffset="25369">17796 5460 5734,'3'8'180,"-2"-1"-90,-2-3 0,-2 0-1,1-1 1,-3 3 0,1-2 0,-10 7-3367,4-4 3162,-4 4 115,5-4 0,-3 3 90,-11 15-90,7-8 0,2 2 0,-3 4 0,3-3 0,2 0 0,-4 6 0,2-1 3276,8-8-3160,2 20-116,10-20 0,2 0 0,5 16 0,5-20 0,3-4-3277,8-7 3162,-2-1 115,-8-4 0,-10 1 90,7-13-90,-10 7 0,4-10 0,-20 0 0,-4 3 0,-3-3-1275,0 7 1275,6 7-180,-21-1 90,16 3 833,-6 2 1,0 1-834,11 1-46,-15 4 0,21-5 0,-3 3 1</inkml:trace>
  <inkml:trace contextRef="#ctx0" brushRef="#br0" timeOffset="25952">17835 5756 5824,'12'-8'270,"-3"3"-181,16-7-89,0 5-2878,2 0 2878,-6 4 649,0 6-649,-13 0 0,7 3 0,-15 0 90,-9 10-90,-4-2 0,-2 1-2588,-4 9 2588,4-9 0,1 0 1562,-2 12-1562,10-14 0,-3 11 0,12-17 0,11 5 0,10 2 0,1 1 45,-8-1 0,-3 1-45,-7 2 44,-12 3 1,-7 0-68,-6-6 0,-3-2 68,0 2 0,0-1-799,2-3 0,1-2 664,2-1 90,-14 5 0,17-7 0,-10 4 0,22-9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2:26.19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10805 8888 5734,'-3'-4'70,"0"2"-65,-4 4 1,0 1 3,-7 6-9,-9 6 0,-6 6 0,1 1 0,0 1 0,12-9 0,1-1 0,-6 6 0,2 0 0,5 3 0,7-1-1299,0-2 1299,6 0 0,13 2 0,8-2 0,0 2 0,-2-11 0,0-3 0,2-2-2028,4 1 2028,-11-5 1004,-5-8-1004,-8-7 0,2 0 0,-9-1 0,-8-3 0,-5-1 0,0-1 0,3 6 2322,10 8-2322,3 3 0,1 0 0,1 2 0</inkml:trace>
  <inkml:trace contextRef="#ctx0" brushRef="#br0" timeOffset="484">10962 9089 5823,'-7'6'1,"-2"3"-1,0 19 0,4-9 0,-1 10-404,7-16 404,1-5 99,11 6-99,6-11 0,2 4 0,1-13 0,-9-1 0,2-5 0,-1-4-1639,-5-5 1,-2-1 1631,5 3 0,-4 0 154,-17-14 0,-8 3-147,-11 13 0,5 1 0,0 4-90,-7 12 90,7 7 0,9-2 0,0 4 0,7-3 0</inkml:trace>
  <inkml:trace contextRef="#ctx0" brushRef="#br0" timeOffset="1267">10591 8038 5734,'-5'-7'180,"-1"1"-180,3 3 0,-1 1 90,-3 1-90,-10 5 90,-2 3-90,0 6 0,-2 5 0,2-1 0,-7 5 0,1 5 0,3 2 0,14-2 0,3 1-2002,4-2 1913,5-9 89,1-6 0,0-1 0,19 8-90,-11-10 90,10-3 0,2-4-2700,-5-9 2700,11-3 0,-21-1 1399,-8 5-1489,-9-14 90,1 11 0,-9-4 0,-3 1-90,3 9 70,-15-1 20,18 13 0,6-2 0,1 4 0</inkml:trace>
  <inkml:trace contextRef="#ctx0" brushRef="#br0" timeOffset="1616">10799 8180 5781,'4'-2'43,"-1"2"-43,4 17 0,2 13-57,-2-4 57,1 9 0,-6-18 0,-1 1 0,-1-2 0</inkml:trace>
  <inkml:trace contextRef="#ctx0" brushRef="#br0" timeOffset="2900">10590 7064 5734,'0'-8'0,"1"0"0,-2 3 0,0-3 0,-1 1 33,0-2-27,-6 8 0,2 2 3,-7 12 1,-2 6-7,3-4 0,1 1-1037,-4 3 0,1 1 1037,-7 11-3,9-9-923,1 9 926,4-5-6,6-4 0,4-1 0,5-1-430,15 7 436,-9-20-3,4-1-3,-5-6 1110,-2 0-1107,3-2-3,-5 1 1015,10-9-1012,-9 1 0,2-5 172,-12 4-172,-5 3 3,-5 1-6,0 1 3,-8 2 0,-1 1 0,3 0 0,-6 2 0,2 3 0,13 1 177,-2 4 0,12-5 0,3 0 0</inkml:trace>
  <inkml:trace contextRef="#ctx0" brushRef="#br0" timeOffset="3417">10755 7216 5734,'-1'-8'0,"4"-3"0,1 4 0,3-2-680,-1 4 680,-1 1 221,12-7-218,-1 5-3,4-1 3,-6 8 112,-8 11-112,-5 5 0,-5 11 0,-4-4-3,-3 5 0,0-6 0,-1 1-1522,2-4 0,1 0 1523,-3 3 1,2-1-207,-2 3 205,10-16 3,4 0-3,8-4 0,1-2 0,5-5 3,6-8-3,-4 2 0,2-2 0,4-2 0,0-1 0,-3 1 0,-1 0 0,-3 1 0,0 0 0</inkml:trace>
  <inkml:trace contextRef="#ctx0" brushRef="#br0" timeOffset="8816">12170 7215 5734,'-9'4'0,"-6"6"-1818,7-5 1818,-5 5 567,-10 6-567,1 5 0,-3 1 0,5-3 0,12-11 0,-7 7-2779,-6 4 2779,2-2 0,0-1 0,-4-1 0,6-3-284,-7 5 284,11-8 0,5-4 0,-7 7 0,2-3 0,-6 5 0</inkml:trace>
  <inkml:trace contextRef="#ctx0" brushRef="#br0" timeOffset="8886">11750 7547 5734,'-11'9'0</inkml:trace>
  <inkml:trace contextRef="#ctx0" brushRef="#br0" timeOffset="8898">11732 7560 5734,'-4'5'0</inkml:trace>
  <inkml:trace contextRef="#ctx0" brushRef="#br0" timeOffset="8915">11725 7568 5734,'-8'6'0</inkml:trace>
  <inkml:trace contextRef="#ctx0" brushRef="#br0" timeOffset="8931">11715 7578 5734,'0'0'0</inkml:trace>
  <inkml:trace contextRef="#ctx0" brushRef="#br0" timeOffset="9017">11708 7584 5734,'-8'10'0,"-4"3"0,5-5 0,-2 2 0,4-3 0,1-2 0,-2 4 0,1-3 0</inkml:trace>
  <inkml:trace contextRef="#ctx0" brushRef="#br0" timeOffset="9031">11647 7660 5734,'-3'5'0</inkml:trace>
  <inkml:trace contextRef="#ctx0" brushRef="#br0" timeOffset="9034">11641 7670 5734,'-3'5'0</inkml:trace>
  <inkml:trace contextRef="#ctx0" brushRef="#br0" timeOffset="9051">11635 7678 5734,'-3'5'0,"0"1"0</inkml:trace>
  <inkml:trace contextRef="#ctx0" brushRef="#br0" timeOffset="9070">11627 7693 5734,'-3'5'0,"0"0"0,2-2 0</inkml:trace>
  <inkml:trace contextRef="#ctx0" brushRef="#br0" timeOffset="9085">11620 7706 5734,'-4'6'0</inkml:trace>
  <inkml:trace contextRef="#ctx0" brushRef="#br0" timeOffset="9103">11615 7715 5734,'-3'5'0</inkml:trace>
  <inkml:trace contextRef="#ctx0" brushRef="#br0" timeOffset="9117">11612 7720 5734,'0'0'0</inkml:trace>
  <inkml:trace contextRef="#ctx0" brushRef="#br0" timeOffset="9134">11607 7727 5734,'0'0'0</inkml:trace>
  <inkml:trace contextRef="#ctx0" brushRef="#br0" timeOffset="9166">11605 7731 5734,'-3'5'0,"1"1"0</inkml:trace>
  <inkml:trace contextRef="#ctx0" brushRef="#br0" timeOffset="9319">11592 7786 5734,'5'1'0</inkml:trace>
  <inkml:trace contextRef="#ctx0" brushRef="#br0" timeOffset="11300">11600 7788 5734,'8'0'0,"1"1"0,3-1 0,9 0 0,1 0 0,-2 3 0,3-1 0,14 3 0,-13-1 0,0-1 0,9 2 0,-9-2 0,1 0 0,1-1 0,0 1 0,-3-1 0,0 0 0,3 0 0,-2 0 0,1-1 0,11 1 0,-10-1 0,0 0 0,-2 1 0,7 1 0,-3 0-1719,-2-1 1719,-18-1 0,1 0 0,2 1 0,6 1 0,-4-2-2823,3 2 2823,-10-2 0,6 1 0,3 0 0,-2-1 0,2 1 0,-10-2 1150,4 1-1150,4 1 0,-1-1 0,4 1 3276,-3-1-3160,-3 0-116,1-1 0,-6 0 0,6-1 0,-4 1 0,3-2 0,-5 2 0,-2-2 0,0-1 0,-2 0 0,1-5 0,1 1 0,-1-1 0,1 2 0,-2 1 0,4-3 0,2-3-3277,8-11 3162,-4 6 115,4-4 0,9-6 0,-4 4-1056,-6 8 0,-1-1 1056,5-3-19,-8 9 19,14-11 0,2-2 0,0 1 0,-6 3 0,-1 2 0,-6 3 1205,4-3-1205,-8 7 25,-4 5-25,4-6 0,4-1 0,-1-2 0,3 1 0,-7 6 2945,2-3-2945,0 1 0,-4 2 0,0 0 0,-3 3 1348,3-4-1348,1 2 0,0-3 0,-1 4 0,-1-1 0,-2 3 0,4-2 0,-4 1 0,3-1 0,-2 1 0,2-1 0,-2 1 0,1-1 36,-3 1-25,-4 0-8,0 1 0,-5-3 0,2 2-3,-2-1 3,-6-4-3,7 5 5,-8-6-5,10 6 9,-9-6-7,5 4-342,-4-3 343,5 4-1,2 1 4,-13-7-6,-2-1-1792,-3-1 1792,4 3 0,-9 0 0,8 3-1204,-11-4 1204,15 6 0,4 0 0,-18-2 0,1 1-345,-4-2 345,10 3-5,9 1 5,-5 0-1227,-4 0 1227,3 0 0,3 1-440,8 0 440,0 1 1393,-9-1-1393,-6-1 5,2 0-5,-3 0 0,15 2 3111,-2 0-3111,0-1-2544,-3 1 2544,3 0 0,-1-1 0,-4 1 0,-2-1 0,-2 0 0,5 0 0,8 2 0,-1-1-2269,-2 0 2269,2 0 2044,-3 0-2044,7 0 0,-5 0 0,2 0 0,-1 0 0,0 1 3276,0-1-3275,5 3 0,-2-2 0,5 1 0</inkml:trace>
  <inkml:trace contextRef="#ctx0" brushRef="#br0" timeOffset="15934">12238 6376 5734,'-3'9'0,"-13"12"-3277,5-11 893,-11 11 2384,-1-2-37,4-2 1,0 1 36,2-4 0,1 0 0,-4 4 0,1-1 0,2-3 0,1 1 0,-8 5 0,4-2 0,0 0 0,4-5 0,0 1 0,-4 4 0,1-1 955,-1 1-955,-4 5 2706,9-9-2706,-4 4 0,7-8 2073,1 0-2073,-9 8 0,8-7 0,-4 5 0,8-8 0,-2 4 0,3-5 0,-1 2 0,3-4 0,0 2 0,-7 5 0,3-4 0,-2 2-313,5-5 313,2-1 0,0-1 0,-4 4 0,3-3 0,-1 1 0,2-2 0,0 0 0,0 0 0,0 3 313,4-1-313,1 2 0,3-1 0,1-1 0,13 0 0,-6-2 0,12 0 0,-11-2 0,7-1 0,1 0 0,11 1 0,-8-1 0,1 0 0,2 1 0,1 0 0,-6 0 0,0 0 0,2 0 0,1 0 0,1 0 0,-2 0 0,6 0 0,2 0 0,-13 0 0,4 0 0,0 2 0,1-1 0,-7-1 0,3 2 0,-4-2 0,6 1 0,-1 0 0,-7 0 0,2 1 0,-7-1 0,-4-1 0,0 0 0,2 1 0,-2-1 0,3 0 0,1 2 0,0-1 0,0 0 0,0 0 0,-2-1 0,2 0 0,0-2 0,-3 0 0,1 0 0,-3 0 0,2-3 0,2-5 0,-2 3 0,8-13 0,5-8 0,-3 5 0,-2 3 0,0-1 0,4-3 0,7-4 0,0-1-3277,0 1 3219,-3 5 1,-1 2 57,-1 2 0,-5 6 0,1 0 0,8-8 0,-8 8 0,0 0 0,0 1 0,-1 0 0,2 0 0,7-6 0,4-3 0,-14 10 0,1-2 0,-7 5 0,4-3 0,-7 5 0,-1 3 3276,5-7-3160,-1 1-116,2-1 0,-3 3 0,-4 3 0,4-3 0,-3 2 0,3-2 0,-3 2 0,-1 3 0,2-3 0,3 0 0,-2 1 0,2-2 0,-4 3 0,1-1 0,0 1 36,-2-1-30,-5 0-6,0 1 0,-4 0 3,-2 1-3,2 1 2,-2-2 4,-21-2 0,3 0-4,-9-1-2,10 2 3,-1-1-1991,9 2 1988,-9-3 0,-1 2-131,1 0 134,-11-1-6,6 1 3,10 1 0,-1 1-2689,-15-2 2689,1 2 0,12 0 0,11 1-3,-5-1 1,-2 0 4,0 0 655,-15-1 0,-2 0-657,7 1 0,1-1 0,1 0 111,-3 0-111,-6 1 1116,15 0-1116,-2 0-2,1-1 2,7 1 0,-10 0 2,10 1-2,1-1-44,1 1 612,2 1 0,9 3 0,4 1 0</inkml:trace>
  <inkml:trace contextRef="#ctx0" brushRef="#br0" timeOffset="19318">12037 8066 5737,'-12'7'19,"2"-2"-16,-5 6 0,-3 3 1,3-3 0,-1 1-1462,-3 3 0,0-1 1458,3-1 0,1-1 203,-2 2-200,-2 2 0,-2 2-1250,0 2 0,0 0 1247,-1 0 0,1 0 0,-4 5 0,2-1 3,0 2-3,-1 0 0,6-8 0,8-7 1442,-6 4-1442,4-3 2,-2 1-2,5-5 0,0-1 0,3-2 376,0 0-373,0 0 3273,-1 1-3163,0 1-113,0-1 3,1-1-9,-2 4 6,3-4 3,-3 2-3,5-4 3,0 0 0,-3 5-3,3-3 0,-2 3 3,1-2-1,2-2-4,-2 2 2,1-3-3,1 0-3,0 0 9,3-1-6,2 0 3,6-2 0,-3 0 3,2-1-3,14-1 0,5-2 3,10 2-5,-16 0 1,2 1-1638,6 1 1,0 0 1580,-10 0 1,1 0-82,10 0 0,5 0 0,-5 0 140,-7 0 1,-1 0-663,3 0 1,4 0 0,-5 0 660,10-1 0,-6 1 0,-14-1 0,6 1 0,0 0 0,-1 0 0,10 0 0,1-1 0,-4 2 0,9-1 1821,-14 0-1821,-3 2 406,-6-1-403,13 1 3273,-2 1-3246,7 0-30,-8-1-3,3 1 3,-17-2 0,4 0 262,0 0-264,-4 1 2,4 0-3,-3 0 6,-4-1-6,1 1 3,-2-2 3,3 1-1,-2-1 1,6-4-3,-2-2 0,3-3-3,-3 1-795,-2 2 798,-1 1 3,19-19-3,-12 11-2,3-4 1,3-1 1,-5 3 0,1 0 1,10-7 1,2-2-2,-3 3 0,0 0-2,1 1 0,2-2 0,-3 2 2,-1 2 0,-3 2 0,3-3 0,-2 1 1,-4 3 1,-4 3 794,-4 3-796,5-5-3,-7 6 6,-1 0-3,1 0 0,-1 1 2,-4 4 1,2-2 0,-2 2-3,0-1-3,-1 1 6,0-1 0,-1-1-3,-1 0 3,0-1-3,-1 3 5,1-2 7,-2 1-12,0 0 0,-1-3 0,2 4 0,-1-2 0,1 1 0,-2 0 0,1 0 0,-2 1 0,-1-2 0,-3 0 0,0 1 0,-1-1 0,-3 1 0,4 0 0,-6-1-3277,-15-3 3162,14 3 115,-16-2 0,19 4 0,-18-3 0,7 2 0,4 0 0,0 1 0,-1 0 0,1 1 0,6 1 0,-12-2-2269,-4 0 2269,1 0 807,9 2 0,2 0-807,-4-1 0,-5 1 0,4 0-1777,-6-1 1777,8 2 0,-2-2 0,1 1 0,2 0 0,-14-1 0,18 1 0,3 1 0,-9-2 0,11 2 333,-9-1-333,-1-1 0,3 0 0,-8 0 0,5 1 0,10 1 0,-2-1 676,6 1-676,1 0 0,0 1 2688,-2 0-2688,2 0 0,-3 1 0,3-2 0</inkml:trace>
  <inkml:trace contextRef="#ctx0" brushRef="#br0" timeOffset="25752">12370 7470 5734,'-3'-5'0,"1"0"0,-1 3 0,-1 0 0,-10 10 0,1 5 0,-3 1 0,6 2 0,6-6 0,1 4 0,2 4 0,0-4 0,3-3 0,0-7 0,3 0 0,7-4 0,-2 0 0,4-4 0,-5-2 0,0-3 0,4-9 0,-7 6 0,1-5 0,-6 8 0,0 0 0,-3-6 0,-8-3 0,3 4 0,-9 2 0,5 13 0,-5 9 0,-1 1-3277,1 1 3219,0 1 1,3-1 57,7-3 0,-1 4 0,1 8-2269,2-5 2269,2 1 0,4-11 0,0-4 0,12-2 0,-8-1 0,8-2 2269,-9-1-2269,-2 0 0,0-11 0,-6 7 0,-1-5 0,-2 7 0,1 4 3276,-5 0-3160,-5 3-3393,-10 7 3162,7-1 115,-2 5 0,9 5 0,8-4-269,-3 4 269,10-10 0,15-8 0,2-6 1724,2 1-1721,-7-3 0,-9-1-6,-9 1 3,2 0 339,-8 4-339,-6 8 0,7-1-716,-8 12 0,14-5 1,1 7-1</inkml:trace>
  <inkml:trace contextRef="#ctx0" brushRef="#br0" timeOffset="26168">12280 8257 5734,'-3'-12'0</inkml:trace>
  <inkml:trace contextRef="#ctx0" brushRef="#br0" timeOffset="28268">12625 7430 5734,'8'-1'75,"-2"0"-60,0 0-15,-1 0 90,26-7-68,-7 2 1,6-1-1,2-1 1,0 0-23,1 1 0,1-1 0,1 0 0,0 0-656,-4 1 1,0 0-1,1 0 1,-1 0 0,-1 0 626,1 1 0,0-1 0,-1 2 1,0-1 50,1 0 1,0 1-1,-1 0 1,-2 1-98,-1-1 0,-3 1 0,5-1 75,-1 0 0,6-1 0,3 0 0,1 0 0,-1-1 0,-3 2 0,-6 0 0,1 0 0,-4 1 0,2-1-389,7 0 1,4-2-1,3 0 1,-4 0 0,-6 2 388,-1-1 0,-4 1-268,0 1 1,-2-1 267,-3 1 0,-2 0 1917,9 0-1827,-10 1 113,-1 0-203,-6 1 2562,-7 2-2562,-6-3 0,-1 3 0,-7-2 0</inkml:trace>
  <inkml:trace contextRef="#ctx0" brushRef="#br0" timeOffset="28868">13985 7096 5756,'-6'-3'65,"11"4"-62,3 0-3,26 6-3277,-4-2 2302,4 1 975,-10-2 665,-12-2-665,5 1 0,-3 0 0,8 1 0,-11-1 0,1 3 0,-13-1 0,-9 6 0,2-4 0,-6 4 0,0 1 0,-2 1 0,0 1 0,0 1-15,-8 8 15,10-9 0,1-1 819,0 5 0,7-9 0,1 0 0</inkml:trace>
  <inkml:trace contextRef="#ctx0" brushRef="#br0" timeOffset="30888">13975 9181 0,'34'-1'0,"1"0"0,-8 0 0,0 1 0,0-1 0,1 0 0,0 0 0,2-1 0,1 1 0,2-1 0,1-1 0,0 1 0,2 0 0,0-1 0,0 1 0,0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53:26.27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20190 1758 7533,'10'3'539,"0"0"-269,0-1-90,8 1-1790,6 1 1790,11 1-837,-14-2 0,1 0 747,4-1 0,2 0 45,4 1 0,4 1-45,-7-2 0,3 0 0,1 0 0,-2 0-644,6 1 0,-1 0 0,1 0 599,1-1 0,1 1 0,1-1 0,-2 1-570,2-1 0,0 1 0,0-1 547,-5 0 1,2 0 0,0 0-1,0 1-196,1-1 1,0 0 0,1 0 0,1 1 191,-6-1 0,1 0 0,1 0 0,0 1 0,-1-1-88,0 0 0,1 0 0,-1-1 1,0 1-1,1 0 88,-1 1 0,1-1 0,0 1 0,-1 0 0,1-1 0,0 0 0,0 0 0,0 0 0,-1 0 0,1 0 0,0 0 0,-1 1 0,1 0 0,0 0 0,-1 0 0,1-1 0,-1 0 0,0 1 0,1-1 0,-1 0 0,0 1 0,0 0 0,0 0 0,-1 0 0,0 0 4,5 0 1,-1-1-1,1 1 1,-1 0-1,3 0 1,1 1-1,-1 0 1,-1-1 22,-5 0 0,-2-1 0,0 0 0,0 1-23,3 0 1,1 1-1,-1-1 1,0 1-1,-4-2 0,-1 1 1,1 0-1,-1 0 38,10 1 0,-1 0 0,2 0-14,-10-1 0,2 1 1,0-1-1,0 1 1,0 0 20,6 0 0,0 0 1,0 0-1,0 1-31,-6-1 0,1 0 0,0 0 0,0 0 0,-3 0-6,8 1 0,-2 0 0,-2 0 60,-6-1 0,-1-1 0,-5 1 736,12 1-736,0-1 1281,-20-1-1191,-3-2 1798,-3 1-1888,0 0 2975,-4-1-2975,1 0 962,-1 0-872,-1-1 28,0 0-1287,0 0 1079,0-1 0,-10-9 0,-4-2 0</inkml:trace>
  <inkml:trace contextRef="#ctx0" brushRef="#br0" timeOffset="1109">20671 950 11760,'-1'8'270,"1"-1"-270,-4-2 90,2-1-90,-1 0 0,0 1 90,-1-1-90,1 1 0,-1 2 0,1-2 90,0 2-90,1-3 0,1 1 0,0-1 90,1 2-90,3-3 0,0-1 0,2-2 0,0-1 0,1-1 90,-2-1-90,1 0 0,-2 0 0,1-1 0,-1 1 90,-1-2-90,-1 1 0,0-1 0,-3 0 0,0 0 0,-2 2 0,-3 2 0,2 1 0,-3 1 0,3 0 0,-1 1 0,1 0-90,1 1 0,-1 0-90,2-1-270,-1 1-269,2 1-1260,4 0 450,1-1 1529,5-1 0,3-2 0,3-1 0</inkml:trace>
  <inkml:trace contextRef="#ctx0" brushRef="#br0" timeOffset="1763">21369 464 10231,'-3'-9'1799,"0"-2"-1529,0 3-180,-2 3-90,2 9 90,-2 4-90,2 0 90,1-2-90,2 0 0,5-8 90,2-6-90,-1 0 0,0-4 0,-5 5 0,0 0-270,-5 0-180,-3 8 180,0 0 270,1 16 0,9-7 0,3 10 0</inkml:trace>
  <inkml:trace contextRef="#ctx0" brushRef="#br0" timeOffset="2396">22366 1098 10051,'-8'-1'2609,"2"1"-2429,2 2 0,0 1-90,0 4 89,0-1-179,-3 4 90,4-5-90,-1 1 0,9-14 90,1-2-90,1-5-180,-1 4 180,-3 4 0,1 8 0,2 0 0</inkml:trace>
  <inkml:trace contextRef="#ctx0" brushRef="#br0" timeOffset="3143">23149 932 11490,'5'0'2069,"-3"4"-1979,-3 1-90,-2 1 180,-3 1-180,7-10 0,-3 3 0,8-10 0,-2 1 0</inkml:trace>
  <inkml:trace contextRef="#ctx0" brushRef="#br0" timeOffset="4311">21329 507 10051,'3'-6'1260,"1"1"-1171,-1 10 1,-2-3 0,1 9 0,-2 8 180,0 12-180,-1 5-978,0-14 0,0 0 978,-1 14-1417,0-6 0,-1 2 1372,1-7 0,0 1 0,-1 9 0,-1 1-629,1-8 0,0-1 584,-1 2 0,1 0 45,-1 0 0,0 1 0,-1 1 0,1-1-45,0 1 0,0-1 45,1 1 0,-1 0-45,0 0 0,0 0 45,0-1 0,1 2-15,-1-4 0,1 1 0,0 0-259,-1 2 1,2 1 258,-1 0 0,0 2 0,1-3-30,0-7 0,0-1 125,0 6 1,0-2-126,0 1 0,1-4 1975,0-5-1885,0 2-90,0-7 90,0 1 1752,1-5-1752,-1-2 919,1-1-829,0-1 1607,0 1-2687,0-2-269,2-7-720,-1-1-719,1-7 2608,0 3 0,2-5 0,0-2 0</inkml:trace>
  <inkml:trace contextRef="#ctx0" brushRef="#br0" timeOffset="5570">21404 225 9871,'-4'-6'0,"1"1"180,1 0-90,0 1-90,-1 0 0,0 1 0,-4 1 0,2 2 90,-2 0-90,0 1 0,0 1 0,-3 1 0,0 0 0,-3 3 0,0 1 0,-5 4-843,-1 2 843,-4 6 0,-1 4 90,-3 4-90,8-6 0,1 2 0,3-5 0,1-1-1370,-4 8 1,0 0 1414,6-7 0,1 1-45,-4 10 0,0 4 0,0 3 0,1 2 0,-1 0 0,2 1 0,1 1 0,1-1 0,2-7 0,2 0 0,0 1 0,0 1-637,0 0 0,0 1 637,0 3 0,1 1-795,1-3 0,0 0 795,1 1 0,0 0 45,-1 4 0,1-1-45,0-1 0,0 0-343,1-12 0,0 2 0,0-2 343,0 12 0,-1 0 45,1-2 0,0-1-45,1-4 0,0 1 86,1-3 1,-1 3-1,1-3-86,0 5 0,1 1-159,0 3 1,0 3 0,1-4 158,0-3 0,1-2 30,-1-4 0,1 1 0,0-3 134,1 2 0,0-2-164,1 0 0,1 0 614,2 9 1,1-1-570,-1-9 0,1 0 288,2 6 0,1-2-288,-2-10 0,0-2 45,11 15-90,0-6 1090,-5-12 1,1-1-1001,9 5-536,-4-8 1,1-1 445,2-2 90,8-2 98,-7-8-188,1-2 45,-4-3 0,2-2 0,2-2 0,-1-2-320,2-1 0,-1 0 275,-1-4 0,-1 0 45,-8 4 0,0-3-45,8-12 0,0-2 0,-5 6 0,-1-1 30,-1 1 0,-1-1 0,0 1-510,2-5 1,-2 0 479,1-2 0,0-1 0,0 0 0,-1-1 0,1-2 0,-1-1 0,0-1 0,0-1 0,-6 13 0,0 0 0,0 0 0,0-2 0,0 1 0,0-1 145,-1 0 1,0 0 0,0 0-146,0-1 0,-1 0 0,1 0 0,-2 0 0,1-1 0,-1 1 0,0 0 0,0 0 0,0-2-367,-1 0 1,0-3-1,0 0 1,0 2 366,0-2 0,-1 2 0,1-2-134,-2 1 0,1-2 1,0 1-1,-1 1 104,-1 1 0,0 1 0,0 0 97,-1 0 1,0 0-1,-1-1-67,0 2 0,1-1 0,-2-2 0,-1 2 0,0-2 0,-1-1 0,0 3-91,0-3 1,0 3-1,-1-2 61,-1-8 0,-1-1 0,-1 2 265,-2-2 1,-1 3-236,0 0 0,-2 0 0,-2 1 0,0 1-45,-1 1 0,-1 0 45,-1 3 0,-2 1 0,9 17 0</inkml:trace>
  <inkml:trace contextRef="#ctx0" brushRef="#br0" timeOffset="6958">20579 830 7982,'-3'-7'1170,"0"1"-900,1 0 179,1 2-89,-2-2 360,2 3-630,7 11-90,-1-1 90,8 13 90,4 9-136,-5-11 1,1 1-411,4 6 0,1 1 366,-4-5 0,0-2-466,0 1 0,0-2 466,2 4-90,0-1-469,-2-3 289,-2-2-180,-3-4 1,-1-2-201,-2-1-609,-1-3 1524,-1-2 0,-3-2 1,0 0-1</inkml:trace>
  <inkml:trace contextRef="#ctx0" brushRef="#br0" timeOffset="7136">20824 815 9691,'0'-7'-269,"-1"0"269,0 1-90,-5 6 90,0 1-90,-13 15 90,-1 2-250,-9 11 160,1-1-1549,7-6 1,0 1 1487,4-6 0,0 1-254,-5 6 0,1 0 1,6-7 0,1-1 404,-5 9 0,0-1 0,6-6 0,0 0 0,-3 6 0,0-1 0</inkml:trace>
  <inkml:trace contextRef="#ctx0" brushRef="#br0" timeOffset="7749">22158 973 8972,'9'0'719,"-2"1"-539,3 5 0,-1 0 0,3 4-90,1 1 135,3 4 0,1 2-135,4 4-1729,6 8 1,1 2 1023,-3-4 660,1 3 0,-1-1 543,-3-5-723,-3-3 0,-1 0-224,-1-3-91,4 3-899,-11-11-1,-2-2 1350,-1-2 0,1 0 0,0-2 0</inkml:trace>
  <inkml:trace contextRef="#ctx0" brushRef="#br0" timeOffset="7928">22559 1047 8141,'0'-9'270,"-1"1"775,1 1-865,-1 1 398,-1 1-308,0 1 67,-7 4-157,-8 8 0,-15 14-90,1 2-776,13-8 1,0 0 775,-9 11-180,-1 0-180,0 1-269,0-1-586,10-10 1,1 0-45,-9 7 1169,-2 3 0,10-8 0,1 1 0</inkml:trace>
  <inkml:trace contextRef="#ctx0" brushRef="#br0" timeOffset="8318">23380 881 9691,'-6'-9'270,"1"2"90,3 3 90,0 1 90,0-1-361,10 11 1,4 6-45,3 5 0,3 3 0,5 4 0,0 2-1168,-2-5 1,-1 0 1032,4 3 0,-2-3 90,2 1-2768,1 0 2498,-3-4-90,0 0-416,-4-5 56,-3-3 630,2 0 0,-8-7 0,3 0 0</inkml:trace>
  <inkml:trace contextRef="#ctx0" brushRef="#br0" timeOffset="8516">23694 749 10501,'-12'-6'270,"-6"13"0,-6 9-285,1 0 0,-5 4 0,-3 4 0,-2 1 0,-1 0 0,2-1-134,4-3 0,-1 1 0,0 0 0,0 0 0,0 0 0,-1 0 0,-1 1 0,1-1 0,-1 0 0,-1 1 0,0 1 0,0-2 0,0 1 0,1-1 0,1-1 0,-3 1 1,0 0-1,0-1 0,0 1 0,0 0 0,0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09:48:56.34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3138 10538 5734,'-2'-8'61,"0"2"-32,-1-3-29,2 5 90,-2-3 0,0 2 0,-1-1 89,-6-4 91,-15 2-180,0 4-1036,-7 3 991,9 7 0,-1 5-1539,-4 10 0,0 2 1494,4-8 0,1 3 0,6 11 0,2 6 0,5-5 0,9 0-633,2 2 0,4-2 633,13-9-90,5-5-618,-3-7 0,1-2 708,4-2 0,9-5 874,-8-17 1,-3-6-875,0 2-542,1-4 0,-2 0 542,-12 4 0,-3 1 0,1-6 236,-2-4-236,-1 3 2286,0 5-2286,-3 17 0,2 10 0,1 12 0,0 6-583,3-2 0,0 2 583,0 2 0,1 0-45,1-3 0,0-4 1158,3 0-1158,4-3 0,2-1 45,0-1 0,-2-1 0,1-4-45,2-13 0,-1-4-2223,2-1 2268,0-1 0,-2-2 0,-5-4 1134,-4 0 0,-3-3-1134,-3-12 0,-3-1 0,3 8 0,-3 0 0,-7-4 0,-4-2 0,-1 7-2268,-5 3 2268,2 3 0,0 3 0,4 11 2268,2 4-2268,0 4 0,6 0 0,13-1 0,3-1 0,7-5 0,10-8 0,-9 3 0,7-4 0,1-1 0,-4 2 0,-6 2 0,-2 2 3276,-9 4-3160,-4 5-116,-4 6 0,-1 3 0,-6 22 0,-1 5-1639,5-19 1,0 1 1599,-2 4 1,-1 2 0,3 0 38,5 3 0,2-3-2046,0-3 2046,1-1 0,1-2 0,0-7-90,8 2-655,5-4 745,-2-2 0,2-4 565,-11-6-565,17-11 0,-11 2 0,12-9 0</inkml:trace>
  <inkml:trace contextRef="#ctx0" brushRef="#br0" timeOffset="1368">3987 10601 5804,'-3'-9'20,"1"1"160,-6-5-90,-2 1-90,-2-2-1190,-1 3 1190,6 7-2585,-20-4 2585,13 6 90,-16-3-45,12 10 0,0 3-2097,-9 10 2052,8-8 0,1 1 0,2 10 436,11-9-436,4 15 0,1-12 2178,5 11-2358,21-3 180,-7-14 0,-2-1 0,2-2-90,3-11 90,4-8 0,-9 1 0,0-3 0,-9 5 0,2-14 0,-4 13-89,5-2 89,-6 38-2269,1 0 2269,-2-2 0,-1 0 2269,2 12-2269,-3-15 0,2 1 0,-2 0 0,1 0-833,1 0 1,-1 1 832,0-2 0,1 2-346,2 6 0,0 4 1,1-3 345,-3-6 0,1 0 345,1 3 1,0 2 0,-1-2-301,-1 0 0,-2-4-45,-1-1 0,-13-5 0,-7-7 877,-9-21 0,-2-8-877,3 7 0,1-1 0,-4-8 0,8-2 3276,15-3-3218,13 0 0,4-1-1697,-4 10 1,1 0 1580,8-11 1,0 1-490,5 1 547,-1 4 0,4-5 0,-2 3-1044,-5 6 1,0 0 1043,5-6 0,2-2 0,-4 5 0,1-2-247,-3 2 247,3-6 0,0-3 0,-4 4 1767,-3 1-1767,-11 39-1607,-1 12 1607,-2 9 0,2-1 1820,4 3-1820,0-17 722,9-9-678,-4-31 1,-2-10-1179,0 7 0,-1 0 1134,1-10 0,-1 4 0,-2 6 1397,0 10-1397,-1 2-90,6-1 90,-3 9 0,15 21 0,-13-4 0,7 18 2960,-10-17-2960,1-1 0,0-4 0,0-7-2088,13-26 2088,-10 12 0,7-11 0,1 1 0,-4 9 0,8-9 0,-14 22 0,-1 7 0,-1 15 0,-3 6 0,-1 3 679,0-12 1,0 1-680,-1 13 0,1 0-45,4-11 0,1-3-45,4 8 0,6 2 90,4-28 0,-6-6 0,9-4 0</inkml:trace>
  <inkml:trace contextRef="#ctx0" brushRef="#br0" timeOffset="1850">4849 10573 5824,'-16'-8'314,"-2"2"1,0 1-3409,4 3 3094,-17-3 89,20 7-1146,-7 6 1,-1 2 1056,-1 3-231,4 5 1,-2 5 0,4-3 230,3 3-45,1 1 0,4 0-135,17 6 869,-5-16-689,9 10 2178,9-27-2178,-12 0 0,13-7 3072,-16 0-3072,6-15-1639,-8 2 1,0 0 1599,4-10 39,-5 2 0,2 9 90,10 33-2307,-4-17 2217,9 36 0,-14-16-193,1 1 193,7 5 0,10 3 0,-6-5 0,5-3-450,5-17 270,-16-1 180,15-8 263,-24-1 1,0-6 0,-4-3 0</inkml:trace>
  <inkml:trace contextRef="#ctx0" brushRef="#br0" timeOffset="2116">4966 10489 5914,'9'5'180,"0"0"179,15 12-269,-1 0-30,0 0 0,6 3 0,-2-2-105,-2-1 0,0 0-15,-3-2 0,0 0 0,-1-2 60,-1 0 0,-3-4 0,-8-4 0,6 4 0</inkml:trace>
  <inkml:trace contextRef="#ctx0" brushRef="#br0" timeOffset="2284">5240 10507 5824,'-3'-11'180,"-1"-2"-180,2 5 539,-18 16-449,7 2-30,-3 9 0,-4 7 0,2-3-1699,7-7 1,1-1 676,-11 16 1,1 1 549,9-14 1,2-2 411,-4 9 0,-2 4 0,4-12 0,4-4 0</inkml:trace>
  <inkml:trace contextRef="#ctx0" brushRef="#br0" timeOffset="4683">5668 9533 5824,'4'2'90,"-2"1"-90,-3 3 0,0 2 0,-1 0 0,0 0 0,1-1 0,-1-2 0,-1 2 0,-3 4 0,1-1 0,-1 1 0,1-2 0,1-1 0,-2 4 0,2-3 0,-2 5 0,3-8 0,-1 5 90,2-6-90,4 0 0,-1-1 0,5-1 0,8-1 0,-3-1 0,5 1 0,-6-1 0,1 0 0,11 1 0,-8 0 0,7 1 0,-2-1 0,-5 0 0,4 1 0,-9-1 0,-1-1 0,-4 0 0,6 0 0,-5 0 0,2 1 0,-1-1 0,-3 1 90,2-2-90,-2-1 0,0-1 0,1-7 0,-3 3 0,2-3 0,0-5 0,1 3 0,0-7 0,0 5-3277,0-2 3162,-1 6 115,0-1 0,-2 5 0,1 1 0,0-3 0,-2 2 0,-4 0 0,-2 4 3276,-4 0-3160,-3 2-27,-12-2-1728,6 1 1,-1 0 1523,-12-1 115,-2 0 0,19 0 0,-14-1-89,15 1 89,-11 0 0,21 0 0,-1 1 0</inkml:trace>
  <inkml:trace contextRef="#ctx0" brushRef="#br0" timeOffset="6682">5652 8056 5914,'-4'10'180,"-16"14"-180,11-15 89,-15 15-89,13-13 0,-10 14 90,11-12-90,-2 12 0,13-17 0,0 2 0,3-6 0,6 1 0,-1-3-3277,13 3 3162,-10-4 115,3 1 0,9 1 0,-12-1 0,13 1 0,-5 0 0,1 0 0,0 1 0,-4-2 0,1 1 3276,-3-1-3160,3 0-206,-7-1 90,-6 0 0,0-1 90,5-8-3367,-4 5 3162,4-7-318,0-7 523,-4 2-180,6-8 180,-4 0-90,-3 7 0,2-7 0,-3 9 0,-2 5 0,-1 2-90,0 3 90,-1 0 0,-1 0 0,-5 1 3221,-2 1-3221,-7 3 0,4-1 514,-8 1-514,-17-1-1639,0-1 1,-1 0 1580,10 0 1,0 0 12,-11 0 1,5-1-448,17 1 492,0-1 0,10 2 0,2-1 0</inkml:trace>
  <inkml:trace contextRef="#ctx0" brushRef="#br0" timeOffset="9183">5594 6572 5748,'-3'-6'0,"0"0"-9,1 2 40,1 0 23,-2-1-54,1 1 90,-1-2 0,1 2 0,0 1-90,0-2 89,1 1-89,-5 5 90,0 4-90,-3 2 0,-11 14 0,11-12 0,-6 7 0,0 1 0,4-3 0,-7 8-90,11-12 90,6-1 0,6-4 0,0-1 0,13 0 0,-10-3 0,9 2 0,-3-1 0,22 3 0,-14-2 0,0 0-1639,-2 0 1,0-1 1523,10 1 115,-22-2 0,8 0 90,-5-1-90,7 0 0,-10 0 0,-1-2 0,-2-1 3276,-2 0-3160,0-2-116,0-3 0,-1 2 0,7-18 0,-5 15 0,7-19 0,-6 17 0,1-2 0,-3 5 0,-1 2 0,1-1-90,-1 1 90,0 0 90,-16 6-90,7-2 0,-13 5-3277,3-3 3162,5 0 115,-6-1 0,7 1 0,-18-4 0,13 3 0,-20-4-90,25 3 1,-5 0 3365,8 1-3247,-1 0 0,3 0 0,3 1 0</inkml:trace>
  <inkml:trace contextRef="#ctx0" brushRef="#br0" timeOffset="11401">5596 4770 5798,'-4'8'116,"1"0"-26,-1-2-90,-2 2 90,1-1-90,-2 2 0,-1 0 89,-6 9-89,2-2 0,-3 4-925,8-9 925,2-4-90,-3 10 90,4-5 0,-2 6 0,7-6 0,1-4 0,2 0 0,6-1-90,5-2 90,0 0 0,1-1 0,-7-3 926,9 2-926,18 0 0,-16-1 0,2 1 0,5-1 0,-2-1-3277,5 1 3162,-8-1 205,-14-1-180,-1 0 180,5 1-180,-6-1 180,3 0-90,-3 1 0,-1-1 3276,1 1-3160,0-1-116,-2-1 0,0-1 0,-1-3 0,-1 1 0,1-7 0,-2 6 0,2-19 0,-1 4-1716,0-5 1716,-1 7 0,-1 9 0,1-10 0,-1 9 0,1-8 0,-1 7 0,0 4 0,0-2 0,0 4 1716,0 1-1716,-1-1 0,-4 1 0,-6 0 0,2 2 89,-9 0-89,-9 0-3277,-6-1 3252,-1 1 25,6 0-72,13 1 72,-18 2-2334,4-1 2334,-2 1-90,7 0-180,11 1 831,3 0 0,-2 1 0,6-1 0</inkml:trace>
  <inkml:trace contextRef="#ctx0" brushRef="#br0" timeOffset="14600">5604 8211 5823,'-6'-4'91,"0"0"-1,1-5-90,0-2 0,0-1 0,1 3 90,1 2-90,-4 3 0,-3 9 0,1-1 89,3 10-89,7-8-3277,17 5 3162,-7-8-1869,12 1 1984,-10-5-90,23-7 90,-9 1-256,-8 2 1,-1-1 165,6-3 2246,-14 3-2156,7-9 2745,-23 0-2745,6 2 0,-18 2 0,5 12-3035,-6 4 3035,8 0 0,-4 2 809,6 6-809,6-6 0,2 6 0,12-9-2358,15-6 2358,-6 0 0,6-5 2269,2-10-2269,-15 9 0,10-9 0,-22 5 0,-9 4 0,0-1-829,-5 5 829,3 5 3072,-24 14-3072,19-8 0,-5 8 0,4 1 0,13-2 0,1 6 0,9-13-90,19-8 1329,-12-1-1239,12-4 0,-6-6 0,-10 5 0,6-5 0,-25 10 0,5 3 0,-9 3 0,6 7 0,5-4 0,-1 6 0,9-7 0,12-6 0,-8 0 0,18-15 0,-22 6 0,6-9 0,-14 7 0,-19 1 0,-9 19 0,2-7-522,2 16 522,19-7 0,3 0 0,3 5 0,2-6 0,3-2 0,1-5 0,13-4-90,-8 0-3129,10-4 3219,-12 2 0,7-7 0,-5 2 349,3-3-349,-15 10 0,-2 2 0,-5 4 3276,-8 13-3070,10-10-296,-5 15 90,14-19-90,5 3 90,4-11-90,13-12 90,-6-5 0,-1-1 90,-14 4-90,-11 12 0,-10 4 0,4 3 90,-5 3-90,-5 11-3277,14-8 3162,-11 8 205,18-8-90,3-2 0,8 2 0,-2-4 0,6-2 0,9-9 0,-11 3 89,9-5 3187,-16 5-3160,-1-1-26,-10-8-90,-2 5 90,-10 2 0,-2 2-90,-3 6 0,2 2 0,2 2 0,7 4 0,5 4-90,15-6 90,1-3 90,5-5-90,-12-3 0,0 0 90,-11 2 0,-6 11-90,6-4-90,-5 6 0,17-4-269,6-5 269,1 2-135,5-7 225,-4-2 0,0-1 0,4-5 0,0-1 0</inkml:trace>
  <inkml:trace contextRef="#ctx0" brushRef="#br0" timeOffset="15652">5513 6461 5824,'4'1'449,"4"2"-449,4 7 90,2 0-985,-4-1 940,5 1 0,1 1 45,14 10-90,0-3 0,-1 1 45,-11-8 0,-1 1-45,15 7 0,0 0-1639,-12-6 1,-1-1 1466,3 1 0,-2-1 172,6 4 413,-7-5-1043,-11-6 630,1-3 0,-11-4 0,-9-8 0,3 3 0</inkml:trace>
  <inkml:trace contextRef="#ctx0" brushRef="#br0" timeOffset="15936">5847 6521 5914,'-5'-1'359,"0"3"-3636,-10 11 984,1 1 2293,-3 4-63,-4 2 63,-1 1 158,2-5 0,-5 4 1,-2 0-1,5-3-203,0 0 0,0-1-206,0 1 1,-4 1-1,1 1 1,4-4 250,1-2 0,3-3 0,-4 4 0,-10 6 0,16-10 0</inkml:trace>
  <inkml:trace contextRef="#ctx0" brushRef="#br0" timeOffset="16984">5453 4790 5824,'11'2'90,"-1"0"0,0 1 44,16 6 1,3 1-611,-1 1 506,-4-2 0,3 1 0,-5-1-3096,4 3 3066,6 3-1050,-8-1 1,0 0 1049,3 3 0,-5-2 0,3 3 0,-3-3-90,2 3 45,-5-3 0,-2-1 116,-5-5-341,1-1 2539,-7-4-2269,5-1 0,-10-10 0,0-3 0</inkml:trace>
  <inkml:trace contextRef="#ctx0" brushRef="#br0" timeOffset="17267">5850 4746 5824,'-4'3'359,"1"-2"-269,-5 11-90,0-3 90,-12 16 0,-6 4-1729,7-9 1,0 0 843,0 2 1,-2 1 0,1-2 397,0-1 1,2-3 396,-8 9 176,6-7 0,-3 3 0,2-2-176,6-5 0,-1 0 0,-4 5 0,-3 3 0,5-4 0,-3 5 0</inkml:trace>
  <inkml:trace contextRef="#ctx0" brushRef="#br0" timeOffset="18750">5568 9576 5815,'-8'1'0,"1"0"-62,2 0 223,1 0-71,0 0-90,1 2 90,6 3-90,0 0 89,15 7 1,5 3 0,9 3-1729,-7-3 1,1 0 1580,-8-6 1,0 0 57,-1 0 0,1 0-726,4 2 0,2 3 0,-2-2 726,-1-1 0,1 0-30,5 3 0,3 1 0,-6-3 30,-5-3-225,-1-1 0,-2-3 225,-11-7 0,-3-2 0,-6-4 0,-5-3 0</inkml:trace>
  <inkml:trace contextRef="#ctx0" brushRef="#br0" timeOffset="18986">5923 9559 6004,'-24'24'134,"5"-4"1,0 1-1774,1 1 1,0 0 446,-4 4 1,1-1 1895,9-10 1,-2 0-705,-3 5 0,-4 4 0,0 1 0,2-4 0,0 1 0,0 1 0,0-1 0,0 0 0,0 0 0,0 0 0</inkml:trace>
  <inkml:trace contextRef="#ctx0" brushRef="#br0" timeOffset="23200">11091 12285 5734,'-8'0'270,"13"0"-180,0 1-1,25-2 1,7-1-45,-19 0 0,2 1-9,7-1 0,8 0 0,5 0 0,1-1 0,-2 1-583,-5 0 1,0 1 0,0 0 0,1-1 0,0 1 0,-1-1 178,0 1 1,0-1 0,0 0 0,0 0 0,0 1 0,0-1 445,0 1 1,0 0-1,0-1 1,1 1-1,0 0 1,2 0-68,-2 1 0,1-1 0,2 1 1,1 0-1,-1 0 0,-1 0 1,-2 0-1,-3 0 14,1 0 0,-3-1 0,-2 1 0,2 0 0,3 0-16,-4 0 1,2 0 0,2 0 0,1 0 0,1 0 0,0 0 0,0 1 0,0-1 0,-1 1-115,0 0 1,0 0-1,1 0 1,0 0-1,-1 1 1,0-1 0,-1 1-1,-2-1 1,0 1 104,2-1 0,-2 1 0,-1 0 0,0-1 0,1 1 0,2 0 11,1 0 0,2 0 0,2 0 1,1 0-1,-1 0 0,-1-1 0,-4 1 1,-3 0-12,3 0 0,-3 1 0,-4-1 0,-1 0-214,7 1 0,-1-1 214,-4 1 0,1-1 0,1 0-187,6 1 0,2-1 1,-2 1 186,-6-1 0,-2 0 0,1-1 0,3 1 0,1-1 0,-5 0 0,-8 0 0,-1-1 185,11 0 1,3 0 0,-4-1-142,-8 1 1,0 0 227,5 0 1,2-1 0,-3 0-183,6 0 0,-4 0 0,3-1 905,-11 2-995,-11 0 90,8-1-90,-7 2 0,5-2 90,-8 2 190,7-1-280,-6 0 0,7 1 0,-9-1 1222,1 1-1222,2 0 3276,-1 1-3160,3 0-116,-4-1 0,1 0 89,-2 0 1,0 0-629,-1 1-181,-9 0 270,4 0 181,-8 1 269,3-1 0,2 0 0,1 0 0,2-2 0</inkml:trace>
  <inkml:trace contextRef="#ctx0" brushRef="#br0" timeOffset="23851">15205 11982 5914,'-8'-2'90,"1"0"179,-1 0-89,4 1 0,-3-1-90,14-1 0,20-2-60,-4 2 0,6 0 0,-2 0-1669,4 0 1,1-1 1599,-4 2 1,2-1 0,2 0 38,2 0 0,3 0 0,-1 0 0,-4 0-1134,0 1 0,-1-1 1134,0 1 0,5-1 0,-2 1 0,-8 0-291,-2 0 111,9 0-180,-4 0 270,-2-1-180,-10 1 270,-16-3 0,-2 3 0,-3-3 0</inkml:trace>
  <inkml:trace contextRef="#ctx0" brushRef="#br0" timeOffset="24300">15727 11765 5824,'-6'-4'180,"1"0"-180,13 8 90,-2-3-90,15 8 0,-6-1 0,10 4 44,-1 0 1,0 1-45,5 1 0,-8-3 0,1 0 0,-3-1 0,-2-2-3277,5 2 3252,12 6 25,-21-11 0,-7-2 0,0 0 90,4 1-90,-5-1 90,-17 20-90,-6-1 0,3-6 0,-1 0 2012,-9 10-2012,1 2-1639,4-3 1,0 0 1539,7-9 0,1-1-221,-7 11 0,3-3 1,9-10-1,-1 3 1</inkml:trace>
  <inkml:trace contextRef="#ctx0" brushRef="#br0" timeOffset="24800">16703 11737 5824,'-1'-9'90,"0"2"-90,-1-1 90,1 4 89,-1-5-89,-2 22-3367,-2 24 2835,3-18 0,0 0 442,0 7 0,0 4 313,0 0 1,0 2 0,0-3-314,1-8 0,1 0 0,-1 15 0,0 6 0,1-9-2356,2-6 2311,0-7 0,0-2-225,2-4 45,-2-8 225,2-1 0,-2-4 0,0 0 0</inkml:trace>
  <inkml:trace contextRef="#ctx0" brushRef="#br0" timeOffset="25336">16680 11790 6004,'-5'-13'179,"1"-4"-89,4 10-90,2-3 180,30-6-3457,-15 9 2790,4-1 0,0 2 487,-2 3 474,-1 2 1,2 1-475,9 4 0,1 2-45,-7-4 0,-2 2 45,11 12 0,-9 3-90,-23 1 90,-9 5 0,-5 0-1134,-2-10 0,-1-1 1134,-3 3 0,0-2 0,-1 3 2268,10-5-2268,4 8 0,4-5-90,4 5 45,11-3 0,2-1 45,-2 0 0,4 4 0,0 0 0,-5 0 0,-10 14 1804,-5-8-1804,-14 3 30,0-15 0,-5 1 0,2-3-30,-6 7 0,6-6 0,-2 2 0,4-3-90,2-2 90,2-1 0,13-8 0,7-5 0</inkml:trace>
  <inkml:trace contextRef="#ctx0" brushRef="#br0" timeOffset="25667">17168 11781 5914,'1'-12'269,"1"-6"-179,0 8-481,0-4 481,-1 8 816,1-5-726,2 33 0,-3 12-180,1-3 0,-1 2 92,-2-5 1,0 2-93,2 4 0,-1 2 0,1-4-45,0-11 0,0 1-158,1 5 1,1 6 0,1-1-1,0-7 23,2 3-90,0 1 1,4-3 559,3-11-290,-1-4 0,7-3 0,-6-5 0</inkml:trace>
  <inkml:trace contextRef="#ctx0" brushRef="#br0" timeOffset="26604">17490 12077 5914,'-1'-9'449,"1"1"91,-4 0-450,0 4 0,-3-1 270,-15 16-180,-1 12-180,-4 0 0,14-8 0,2 2-180,5 3 0,2 0 180,-2 2-90,4 11-180,17-20 90,3-6 180,3 0-1323,-3-6 1233,-7-4-2954,11-17 3044,-12 8 0,8-12 90,-25-4-2065,0 12 2065,-4-10-90,4 17 560,2 3-560,2 1 2342,-3-3-2342,18-7-2252,0-2 2252,13-2 0,-3 3 2252,7-6-2252,-7 4 0,3-4 0,-3 1 24,-1 3 0,0-2 12,-1-1 0,4-4 0,0-2 0,-1 1 0,-4 4 54,0 0 0,-2 0-471,4-5 0,2-3 0,-3 5 471,0-1 270,-2 4-270,-9 12-90,0 4 180,-15 33-2010,1-2 1875,-1-4 0,-3 4 154,-2 2 1,-3 5-1,0 1 1,2-5-200,-1 1 0,1-1 0,-1 1 0,-1 4 0,-1 0 0,4-8 0,-4 6 0,5-8 0,0-1-307,2-4 0,0 0 307,-1 1 0,1-2 1967,4-5-1967,6-14 0,14-25 0,1 4 0,4-3-575,-3 4 0,2 0 0,0 0 575,-2 1 0,-1 2 0,1 0-45,9-7 0,-2 5 1997,0 4-1997,1 11 0,1 3-45,-4 3 90,2 18 0,-7 10-45,-18-3 0,-5 4 45,2-4 0,0 2 0,-1-1 477,-3 1 0,-4-1-417,-4-4 0,-3 0 0,1-3-60,-8 5 0,-1-2 0,0-3 2998,3-12-3043,0-4 0,-2-1-495,-11-2 225,13 0 0,1-2-134,1-3 449,29-27 0,6 11 0,2 1 0,0-1 0</inkml:trace>
  <inkml:trace contextRef="#ctx0" brushRef="#br0" timeOffset="26799">18556 12127 6903,'-1'-5'450,"0"3"-450,-28 3 0,16 1 0,-21 4 0,18-5 0</inkml:trace>
  <inkml:trace contextRef="#ctx0" brushRef="#br0" timeOffset="30416">18864 12195 5734,'-2'-6'90,"0"0"0,0 2 179,-3-3-179,11 2-90,6-1 90,11 2-90,-1 1-45,2 1 0,-1 1-45,-2 0 90,11 2 0,-1 3 0,-14 2 0,15 5 0</inkml:trace>
  <inkml:trace contextRef="#ctx0" brushRef="#br0" timeOffset="30617">18855 12388 5824,'-8'7'359,"21"-3"-3636,10-4 1074,14-3 2155,-18 0 0,1-1 48,1 0 0,2-1-304,10-1 1,0 0 303,-9 2 0,-1-1 0,6 1 0,-4 0 0,-12 3 0,4 1 0,-2 1 0</inkml:trace>
  <inkml:trace contextRef="#ctx0" brushRef="#br0" timeOffset="31866">20240 11776 5801,'3'-7'23,"-1"1"336,1-2-269,-3 3 0,-2-2-90,-4 5 0,-2 2 90,-16 8 0,-6 5-1729,4 8 1,-1 1 1625,-5-4 1,3 1 6,4 2 0,10 3 51,18 4 0,10 1-1177,8-3 0,4-1 1132,-6 7 0,1-1-155,6-10 1,1-2 154,-4-2 0,-4-1 0,4 8 0,-4-7 0,-3 1 0,-7 0 8,-7 1-8,-8-1 0,-2 1 0,-2 7 705,-8-6 0,-8 3 0,3-5-705,7-8 0,-1-2-755,-14 10 1,2-3 754,8-9-180,5-4 965,-3-9-785,8 2 0,2-11 0,15-1 0,3-4 0</inkml:trace>
  <inkml:trace contextRef="#ctx0" brushRef="#br0" timeOffset="32399">20826 11530 5824,'0'-10'180,"0"-4"89,-1-1-179,-1 4 0,-11 14 0,-8 26-1729,3 0 1,1 5 1629,4-10 1,1 2 0,0 2 8,3-2 0,-1 3 0,0 2 0,0-1 0,2-2-726,-2 9 0,1-2 0,1 1 726,1-6 0,-1 1 0,1 0 0,1 1-266,3-1 0,1 1 0,0-1 1,2-4 265,-1 5 0,2-1 0,0-1 0,0 3 0,2-2 0,3-3 0,2-2 0,1 0 0,1 0 0,2-2 0,0 1 0,-2 0 0,1-1 0,1 0 0,4 3 0,3-4 0,6-7 0,1-5 0,5 0 0,-5-2 0,-1-3 0,-3-11 0,-6-1 0,-2-2 250,6-15 0,-8 2 1,-3 4-1,0 0 1</inkml:trace>
  <inkml:trace contextRef="#ctx0" brushRef="#br0" timeOffset="33183">20947 12063 5824,'-2'-14'90,"0"5"0,2-3 0,0 5-90,3-3 89,-1 2-89,3-1 0,-2 5 90,15-9-90,-9 7 45,11-4 0,2 2-45,-5 6 0,16-1 0,-20 13 90,-8 27-3367,-5-10 3219,-1-5 1,-4 2 57,-7 3 0,-3 2 0,0-3 0,4-4 0,-1 0 0,-3 6 0,-2 2 0,2-4 0,-2 1 90,30-32-2358,11-19 2268,-6 6 0,1-2 0,3-6 0,1-4 0,-3 5 0,0-1 0,-1 1 0,-1 1 0,0 0-295,3-3 1,1-1 0,-5 5 294,-4 7 0,5-5 0,-13 15 816,-1 2-816,-6 16 0,-6 7 0,-1 3 0,-4 12 0,2-10 0,-1 3 1117,3 2 0,2-1-1117,0-3 0,0 3 0,3-3 0,6-12-79,16 2-11,-8-9 0,13-2 90,0-13 0,-6 0 0,10-4 0</inkml:trace>
  <inkml:trace contextRef="#ctx0" brushRef="#br0" timeOffset="33467">21495 12243 6094,'5'-4'539,"1"3"-449,-4 4 90,-10 31-90,1-14-180,-8 7 0,-5 7 0,3-5 45,6-13 0,0 0-1048,-5 6 1,-2 2 0,2-4 617,0-4 296,2-2-91,0-2 270,-2-1 0,7-5 0,-3 0 0</inkml:trace>
  <inkml:trace contextRef="#ctx0" brushRef="#br0" timeOffset="34320">21726 12007 5824,'4'-10'449,"0"-3"-89,-2 6-315,-4 29 0,-1 13-90,7-11 0,1 2 15,-2 1 0,-1 3 0,5-6-1609,11-5 1,2-7 1433,7-9 205,6-18-1179,-12-11 0,-3-4 1179,1 2-352,0-3 1,-2 2 351,-10 12 0,3-7 0,-5 13 793,2 10-793,-11 37 45,1-8 0,0 0 1089,-1 1 0,-1 2-1134,0 2 0,0 4 0,1-4 1638,1-9 0,-1 1-1597,1 1 0,0 6 1,-1 2-1,1-2 0,0-6-41,2-6 0,-1 0 30,-2 16 0,0 5 0,0-12-785,1-16 755,-4 11 0,-11-31 45,0-3 0,-1-3-45,2 3 0,0-1-1481,-8-9 0,1 1 1481,8 4-2101,-2-10 2101,17 17 184,2-5-184,4 4-45,18-11 0,5-4-45,-10 9 0,1 1-60,8-6 0,3-2 0,-3 3 15,-8 6 0,0 2 135,12-6 0,-2 3 0,-2 2 0,-7 3 0,1 0 0</inkml:trace>
  <inkml:trace contextRef="#ctx0" brushRef="#br0" timeOffset="34600">22390 12220 5914,'6'-4'180,"-1"1"89,-2 1-269,3 4 180,-1 3-90,1 3 0,-1 10 90,-5 9-180,-1 1 45,-3-3 0,-5 4-865,-3-6 1,-5 3 0,0 0 0,1-2 312,0 5 0,-1 0-2,-3 2 1,-4 2 0,1-8 508,5-11 0,2-5 0,-9 3 0,7-4 0,0-1 0</inkml:trace>
  <inkml:trace contextRef="#ctx0" brushRef="#br0" timeOffset="36135">23107 12030 5767,'3'-6'327,"-3"0"-238,-8 2 1,-19 9-2504,3-1 2414,7 1 0,-2 3 230,-6 5 1,-3 4-1,3-2-230,7-4 0,0 1-310,-7 3 0,-2 2 0,3 1 310,3 3 0,5 0 0,4-3 0,2 1 45,-4 7 0,2 0-45,9-7 0,3 0 110,13 13-1052,2-8 956,7-2 18,-2-10-48,1-4 0,2-1 24,-4-3 0,0 0 1,10 0 1,0-1 101,4-4-154,-4-4 1,0-2-1532,-3-3 1582,-5 3 0,-1-1-8,-10-2-62,-7-2 66,-24-16-22,7 9 985,-9 1 1,-6 1-952,3 8 0,-1 3-1078,3-2 0,1 2 1145,0 1 1,3 2-77,7 1 2463,7 3-2391,10-2 0,4-1 0,9-2 0</inkml:trace>
  <inkml:trace contextRef="#ctx0" brushRef="#br0" timeOffset="36700">23548 11600 5784,'-5'-7'220,"0"1"-220,17 18 90,-2-3-46,13 11 1,5 6-15,-3-4 0,2 2 0,0 1-339,-5-6 0,-1 0 1,1 3-1,1 2 321,-3 2 1,2 3 0,1 4 0,-1 0 0,0 0 0,-2-3 0,-2-3-833,-1 0 1,-2-4 0,-1 0 0,0 4 804,0 2 0,2 4 1,0 2-1,-1 1 1,-4-2-1,-5-3 140,-4-1 0,-4-1 0,-3-1 0,-2 1-107,-3 3 0,-4 1 0,0 1 0,-2-1 0,2-1-235,2 0 1,0-1 0,-1-1 0,-4 1 171,0-6 0,-3 2 0,-3-1 0,1-1 0,1-2 0,3-4 96,-7 3 0,1-3-111,1 0 0,-1 0 0,0-1 60,-6 1 0,2-3 0,9-6 0,1-1 0,-8 5 0,-1-1 0</inkml:trace>
  <inkml:trace contextRef="#ctx0" brushRef="#br0" timeOffset="49817">12290 7707 5734,'-4'-7'360,"-1"2"-181,2 2-179,-3 2 0,0 2 0,0 0 0,0 2 90,-8 3-90,4 0-1057,-6 4 1057,5-2-1521,-3 4 1,0 2 1520,-3 2 0,1 0 0,2 0-190,2 0 190,3 0 0,0 3-986,5 3 0,0 1 986,-1-3 0,0 0 0,5 1 0,2-2-103,5 1 103,0-4 280,10 4 1,3 0-281,-2-4 0,0-1 0,1-1 142,5-6-142,8-5 615,-5 1-615,1-5 2484,-12-7-2484,-4-9 0,-2-3 0,6-2-858,-9-1 0,-1-7 0,-3 6 858,-4-2 0,1 0 0,-2 1-1228,-4 0 1228,1 8 367,-9-6 1,-5 1-458,-9 4 90,8 2 0,0 2 0,-8 8-90,9 8 0,-1 0 2419,-2 1-2419,-2 2 0,1 0 1599,5 1-1548,-7 5 39,-1 1 0,6-1 0,-5 4 0</inkml:trace>
  <inkml:trace contextRef="#ctx0" brushRef="#br0" timeOffset="61616">17381 3027 5734,'2'-6'0,"1"0"0,-1 1 0,2-4 0,-1 4 0,2-4 31,0 2-12,-2 3 21,6-1-40,-3 10 45,2 10 0,-1 5-45,-2 5 0,-1 1 45,1 8 0,-1 0-45,-1-6 0,-1 0 0,0 6 0,-1-2-2124,-1-2 2124,1-6 0,1 1-90,1-2 0,1-3 62,-1 0 28,2 1 0,-1-3-78,-3-13 1,2 1 0,-2-3 0</inkml:trace>
  <inkml:trace contextRef="#ctx0" brushRef="#br0" timeOffset="62118">17343 3134 5751,'-4'-10'0,"-3"-9"-3277,4 9 913,-3-6 2375,5 10 0,0 0 1429,4-8-1440,0 6-1409,3-6 1409,1 7-82,12-2 1,2-1 81,2 1 36,0-1 0,4 1 9,8 5 0,0 3-45,1 1 0,1 1 0,-5 6 0,-21 11 1134,-5 1-1134,-12 2 0,-2-8 0,0 0 2766,-2 0-2676,-2 8-90,3 1 0,3 3 0,17-1 0,5-1 0,-2 0 85,5-2 0,0 1-85,-6 0 0,-5 1 0,-6-1 0,-16-3 0,-8 1 0,1-3-1726,-5 7 1726,6-8 0,-3 2 0,1-1-90,0-2 0,2-2 94,2-1 0,-12 9 0,28-19 0</inkml:trace>
  <inkml:trace contextRef="#ctx0" brushRef="#br0" timeOffset="62435">17828 3063 5790,'2'-14'5,"-1"0"24,1-5 151,1 0-180,-1 2 90,0 2-1,-1 9 1,4 22-3367,-1 11 3264,-1-9 1,0 2-975,-1 0 1,0-1 986,0 10 0,0-1 0,0 0 0,0 0 0,1 0-998,0 2 998,0-5 0,1-1 0,0-8 0,0-3 0,1-1 0,7 3 0,0-5 0,6 3 0</inkml:trace>
  <inkml:trace contextRef="#ctx0" brushRef="#br0" timeOffset="63336">18113 3267 5824,'-1'-8'270,"0"1"-91,-1 2-89,-3 6-90,1 0 90,-6 14-90,2 9 0,1-4 0,2 5 0,5-14 0,7 8-90,14 1-3187,-2-3 3072,5-6 205,-11-11-221,-4-2 221,-2-2 0,3-15 0,-7 8-738,0-13 738,-8 12 0,0 0 0,-4 0 2962,-11-10-2962,1 3-587,-2 0 587,9 8 0,19 5 0,5 1 129,6-3-129,1 2 0,-4 0 0,9-10 0,1-5-1105,-6 1 1,-2-2 1104,9-3 0,-2-1 0,-10 3 0,-4 1 0,-3-2 0,1-2 287,-5 3 0,1-1-287,0-7-574,-1 11 1,-1 1 573,-2 4 2824,1 8-2824,-1 2-1412,-1 26 0,-1 12 1412,1-1 0,-1-8 0,0 3 0,1 2 0,0-1 0,0 2 0,0-1 0,1-3 0,-2 1 0,1-1 121,0 8 1,1 4-1,-1-6-121,1 4 90,1-2-90,-1-7 3005,15-45-2916,-1-8-89,3-5 0,3 1-45,2 13 1,2 4 44,-5 3 0,1 3-849,0 3 1,-1 5 848,0 8 0,-9 0 0,-4 22 45,-15-13 0,-4 1-722,6 1 1,-1-2 676,-9 0 0,-3-3-45,-4-4 0,0-2-45,0-1-123,1-1 1,5-5 212,16-10 0,8-7 0,9-4 0</inkml:trace>
  <inkml:trace contextRef="#ctx0" brushRef="#br0" timeOffset="63850">18939 2965 5914,'-4'-16'269,"2"5"-179,0 3 180,0 1-270,-1 9 90,-2 7-45,-1 10 0,1 6-1138,0-2 1,0 3 0,1 0 695,-2 5 0,0 0 771,0 5 1,0-2-375,2-8 0,0-2 0,-1 11-1161,1-9 0,0-2 1161,1-4 0,1-5-373,11-34 373,3-12 0,-1 1 0,0-3 0,-2 6 0,0 0 1023,0-1 1,0-1-1054,-2 5 0,1-2 0,-1 3 30,1-3 0,1 1 0,4-12 0,-1 4 0,0 8 11,3 15-11,-5 38 0,-2 13 0,-2-23 0,0 1 0,0 12 0,0 5 0,0 0 0,-1-4 0,0-1 0,-1-3 1214,1 0 1,-1 0-1455,2 0 0,0 2 0,0-9 82,0-14 946,-1-3-788,-4-12 0,-4-5 0,-3-4 0</inkml:trace>
  <inkml:trace contextRef="#ctx0" brushRef="#br0" timeOffset="64050">18975 3158 5914,'-14'-4'269,"10"-1"-269,38-1-90,-15 4 1,1-1-1520,4 1 0,-1 0 1435,10 2 174,-20 2 36,-3 2 1,-2 3-1,-1 1 1</inkml:trace>
  <inkml:trace contextRef="#ctx0" brushRef="#br0" timeOffset="64400">17447 3861 5824,'-19'-13'0,"8"7"180,9-14-180,6 15 90,19-13-1729,5 9 1,3 2 1240,-4 0 1,0-1-73,3 1 1,2 0-1,-1 0 470,1 1 0,4-1-77,-10 3 0,6-1 1,3-1-1,3-1 0,0 1 1,0 0-1,-4 0 1,-3 1 76,3 0 0,-4 0 0,0 1 0,5-2 0,-6 2 0,4-2 0,2 1 0,2-1 0,-1 0 0,0 1 0,-2 0 0,-2 0 0,5 1 0,-2 0 0,-1 1 0,-2 0 0,-3 0 0,0 1 0,-2 1 0,1 0 0,4-2 0,5-1 0,-3 2 0,-10 1 0,-4 5 0</inkml:trace>
  <inkml:trace contextRef="#ctx0" brushRef="#br0" timeOffset="64750">17795 4140 5914,'-5'-6'359,"1"-1"-179,4 1-135,0 27 0,0 14-1684,0-10 1,0 2 1313,-1 4 0,1 3 1,0-3 753,0-1 1,0-1-610,0 6 0,1-3 91,0-6 89,-1-1 0,1-4 0,-1-14 0,0 0 0</inkml:trace>
  <inkml:trace contextRef="#ctx0" brushRef="#br0" timeOffset="65218">17713 4225 5914,'-2'-11'0,"0"-14"90,6 7-90,1-6-1639,16 8 1,5 4-656,0 0 2646,-3 5 0,8-1 1,0-1-1,-6 3-352,10 0-396,3 0 0,-3 2 396,-21 5 0,-1 1 90,1 2-90,-6 8 0,-2-2 2574,-7 6-2574,-9 0 0,-1-1 0,2 1 0,-3 0 0,3-1 0,5-6 0,5 8 0,1-5 0,4 6 2469,0-6-2469,7 5 0,2 2 0,-3-1 0,4 15 0,-6 3 90,-18-4-90,5-7 0,-2-1-1151,-16 1 1151,-2-2-3010,-3-1 2920,4-4 0,4-3-303,13-11 393,2 0 0,10-5 0,4-2 0</inkml:trace>
  <inkml:trace contextRef="#ctx0" brushRef="#br0" timeOffset="66085">18380 4375 5914,'-13'-7'180,"5"1"-91,-3 1 1,3 2-90,1 0-214,-3 2 214,3 1 90,-1 2-3151,-18 19 3061,13-9-19,-12 15 19,18-8 0,3 0-2301,3 6 2256,-2-5 0,4-1-135,19 3-69,-1-17 0,2-2 249,10 4 442,1-19 1,-4-5-443,-14 2 45,1-5 0,-5-2-30,-14-2 75,-4-5 862,0 7-952,0 5 0,5 11 2029,5-6-2029,2 6 0,12-8 0,-1 5 0,3-1 0,4-3 0,0-2 0,3-3 0,-1 0 0,-4 3 0,-2-3 0,-2-5 0,-1-5 0,-2 5-1270,2-7 1270,0-1 0,-3 0 90,-9 10-90,-2 10 0,-2 6-1134,-4 32 0,-2 15 1134,3-21 0,0 2-205,-2 4 1,1 5 0,-2-1 204,1 2 0,-1 1 0,1-4 0,-1 0 0,1-1 0,-1 0 0,0 3 0,1-5 0,-1 2 0,4-16 751,0-2-661,-1-1 401,11-25 1,4-11-492,6-2 0,-2-2 0,1 0 0,-5 12 0,1 2 0,12-11-471,-1 13 1,1 0 470,6-5 0,3 17 0,-3 9 0,-16 8 0,-1 1 0,-3 2 0,-19 9 45,-9-6 0,-4-1-45,-5 5 0,4-9 0,-1-2 1089,1-5 0,1-3-1089,1-1-90,-15 2-593,31-19 683,12-5 0,3-9 0,11 0 0</inkml:trace>
  <inkml:trace contextRef="#ctx0" brushRef="#br0" timeOffset="67035">19164 4080 5824,'1'-8'0,"0"-2"90,0 5-90,0-1 90,0 1 0,3 7-90,-2 1 0,3 6 89,-3 0-44,-1 22 0,0 6 0,-1-14 0,0 1-45,0 2 0,0 4 0,1 0 0,-1-3 0,0 3 0,0-3-45,0 3 0,1-2-45,3-4 90,5-18 0,-3-13 0,6-8 0</inkml:trace>
  <inkml:trace contextRef="#ctx0" brushRef="#br0" timeOffset="67483">19127 4062 5824,'-4'-8'0,"2"0"90,14-2-90,-2 3 0,12 1 0,7-1 0,-2 2 45,-6 2 0,0 1-902,4-2 1,4-1-1,-5 3 857,6 4 0,-4 4-2541,1 16 2541,-9-6 0,-4 13 45,-26 2 0,-7 1-45,4-2-446,-3 3 1,-1-2 445,10-16 90,2-3-90,1 3 1069,6 1-1069,3-3 0,14 4 1359,7-1 1,2-1-1360,1 3-95,-2-4 0,-4 3 95,-24 15-739,-8-13 1,-2 1 783,2 0 0,-1 0-945,-7 1 1,-2-4 899,-1 0-297,-5 1 0,-1-2 297,3-1 0,2 1 0,1-6 0,13-13 0,7-6 0,1-8 0</inkml:trace>
  <inkml:trace contextRef="#ctx0" brushRef="#br0" timeOffset="67884">20029 3188 6004,'4'-5'179,"1"-1"-179,0 5 90,6-3-90,0 2 0,5-2 90,17-2-180,-4 2-45,-5 0 1,-1 1-46,2 1 180,-5 1 0,-15 2 0,-7 4 0,-3 2 0</inkml:trace>
  <inkml:trace contextRef="#ctx0" brushRef="#br0" timeOffset="68016">19996 3420 5824,'3'8'90,"2"-2"90,24-8-180,-9 0 44,12-3 1,0-1-45,0 0-390,-7 2 0,4-3 390,0-2 0,3-2 0,-4 1 0,-5 1 0,-1 0 0,8-4 0,1 0 0,-1 1 0</inkml:trace>
  <inkml:trace contextRef="#ctx0" brushRef="#br0" timeOffset="68583">21284 2649 5824,'3'-15'180,"-2"5"-1,0-2 1,-1 5-90,-2 2 0,-8 6-3367,-18 6 3342,0 3-90,5-1 1,-7 4 0,0 1-1,4-2 70,4-2 0,0 1-342,-9 4 0,-3 1 0,4 1 297,5 3 0,5 2-45,7-4 0,0 2 0,-4 7 0,3-1 45,9 11-135,16-10 0,3-2 135,3 1-60,6-5 0,5 1 0,-3-4 1139,0-5-1079,3 1 0,-2-5-55,-10-17 55,-8-4 1050,-1-16-1050,-13 8 0,-2 0-1167,-6-13 1167,3 14 0,-1 1 1734,-2 1-1824,-1 4 0,0 0 0,1 1 0,-12-6 397,21 17-307,0 1 0,3 1 0,0 0 0</inkml:trace>
  <inkml:trace contextRef="#ctx0" brushRef="#br0" timeOffset="68967">21383 2867 5914,'0'-9'449,"-16"12"-359,0 16 0,0 6-90,2-8 0,1 0-1639,-3 12 1,4-2 982,9-4 656,5-4-1636,17 6 1636,-5-9-802,12-1 802,-10-16-45,5-7 0,2-3 45,8-9 0,-8 3 0,-2-2 1736,-6-13-1781,-23 6 0,-5 0 2865,-4-3-2999,-3 14 0,-6 1 1,1 6 178,5 7 0,0 5 0,-9-1 0,1 3 0,11 2 0,0 1 0</inkml:trace>
  <inkml:trace contextRef="#ctx0" brushRef="#br0" timeOffset="69249">20808 3306 5914,'10'-1'90,"2"0"-90,1-1-3277,3-1 3284,6 0 968,5 1-945,3-2 0,8 0 0,-1 0 52,-9 1 0,-2 0 1,5 0-128,0 0 0,5-1 0,3 0 0,0 0 0,-2 0 0,-5 0 45,6 1 0,-5 0 0,2-1 0,-2 1 0,3 0 0,-2 0 0,-7 1 0,-7 1 0,0 0 0</inkml:trace>
  <inkml:trace contextRef="#ctx0" brushRef="#br0" timeOffset="69699">21363 3440 5914,'-7'-4'180,"1"0"-91,2 1 181,-5-2 0,-9-1-180,-3 4 0,1 6 0,-3 5-30,-2 12 0,-2 8 0,2-2-60,1-4 0,0 0-1093,0 6 1,-2 3 0,7-5 887,5 1 160,4-4 0,4 3-851,6 3 0,4-1 851,-3-2 0,4-1 45,4-1 0,3-6 0,9-7-553,-4-8 553,12-1 2365,4-5-2365,-7-7 0,1-1 293,4-4-293,-12 4 0,-6-4 45,-18-7 0,-8 0-45,1 3-758,-4-4 0,-1 4 758,-1 10 0,-10 1-2059,0 7 1879,4 0 180,7 5 0,15-1 0,5 3 0,2 1 0</inkml:trace>
  <inkml:trace contextRef="#ctx0" brushRef="#br0" timeOffset="69966">21691 3769 6004,'2'-7'269,"-1"1"1,1 2 540,-1-3-450,-3 33-270,2-10-850,-2 5 0,0 2 760,0 5 90,0 1-135,0-8 0,2 1-1594,1 12 1,0 0 1082,0-10 1,0-2-393,1 9 1,1-4 947,2-11 0,0-1 0,0-2 0,2 3 0,0-1 0</inkml:trace>
  <inkml:trace contextRef="#ctx0" brushRef="#br0" timeOffset="71835">22693 12687 5734,'-5'-4'53,"-1"-1"-16,3 3 143,-3-3-90,2 3 449,-3-4-89,3 3 0,-1 0-271,25 3 1,14 1-90,-6-2 0,2-1-1183,-1 1 1,3 0 0,-1 0 1083,-5-1 1,0-1 0,1 0-76,4-1 0,1-1 0,4 1 102,-5-1 0,4 1 0,1-1 0,-1 0 0,-3 1-18,-2 0 0,-3 0 0,0 1 0,3-1 36,5-1 0,4 0 0,0 0 0,-3 1 0,-10 1-36,8-1 0,-7 1 0,-4 0-360,-13 2-899,-4 0 1259,-2 4 0,-2-2 0,-1 2 0</inkml:trace>
  <inkml:trace contextRef="#ctx0" brushRef="#br0" timeOffset="75183">20944 12702 5734,'-9'-1'0,"2"0"0,0 0 0,-2-2 0,2 2 47,-2-1 86,2 1-43,1 0 0,8 2-90,10 1-1639,21 0 1,6 0 1625,-14-1 0,1-1 13,2 1 0,4-1 0,-3 1 0,-1-1 0,-2 1-834,-1-1 0,5 1 856,2-1 1,6 1-1,2-1 1,-2 1-23,-9-1 0,-2 0 0,1 0 0,1 0-243,1 0 0,3 1 1,0-1-1,-1 0 1,-1 1 242,0-1 0,0 1 0,-2 0 0,-3 0 606,5 0 1,1 0-607,-5 1 0,3-1 0,0 1 0,-4 0-607,-4-1 1,0 0 606,11 1 0,-1 0 793,1 1-793,-18-2 0,13 1 2358,-23-2-2358,2 1 90,2-1-90,-2 0-629,5 1 629,-9 5 0,-1 1 0,-7 4 0</inkml:trace>
  <inkml:trace contextRef="#ctx0" brushRef="#br0" timeOffset="80236">12235 3444 5739,'-5'-4'355,"7"1"-355,3 0 0,4 2 0,1-1 0,1 0 0,12-5 0,3-1 0,1 0 0,0 0 0,2-3 44,5-2 1,-2-2-1684,-10 4 1,-1-1 1580,13-5 1,-2 0-935,-2-6 992,-17 11 0,-1-4-600,2-9 0,1-6 1,-2 2 599,1 3 0,-1-3 0,-4 4 0,1-6 0,0-3 0,0 0 0,-1 2 0,-1 5 0,-1-1 0,-1 4 0,1-3 0,0-1 0,1-3 0,0 0 0,0 0 0,0 4 0,0 1 0,-1 3 0,2-2 0,3-6 0,1-3 0,0 4 261,-3 4 1,1 0-292,3-4 0,1-3 0,-2 6 30,1 3 0,-3 3 0,1 1 2269,-2 6-2269,5 3 2376,-5 5-2376,3 1 0,20 15 0,-13-2-1243,-1 1 1,1 0 1242,-2 4 0,0 1 90,9 10-90,-10-7 0,1 4 0,-1-2-869,2 2 1,-1 0 868,-1-2 0,0 3 0,1 3 22,-2 2 1,1 5-1,-1 0 1,-2-5-541,2 3 0,-1-1 518,0 1 0,2 3 0,0 1 0,-4-7 0,-4-6 0,0-2 0,0 4 0,2 1 0,-1 1 0,1-1 0,0 1 0,0-1 0,1 4 0,1 0 0,-1-2 0,2 4 0,0-2 0,0-5 0,1 0 0,-2-3 0,3 4 0,0 0 0,1-1 1422,0-7-1422,-4-5-90,6 3 1460,-10-8-1370,6-7 0,-9-1 0,9-5 0,-7 1 0</inkml:trace>
  <inkml:trace contextRef="#ctx0" brushRef="#br0" timeOffset="82385">14326 3354 5824,'14'-4'90,"-1"1"-45,7-1 0,1 0-45,1-1 0,1 2 0,2-1 45,-4 2 0,0 0-45,10-2 0,1 1-1515,-5 1 0,0 0 1515,6-1 0,1 0-1194,2 2 0,-1-1 1194,-13 1 0,2 0 0,10 0 0,4 0 0,-6 0 90,-1 0-90,3 1 0,-2-1 0,-12 0 0,-1 0 0,-8 1 90,4-1 2025,2-3-2115,-2 1 3276,1-3-3070,-9 2-206,1-4 0,7-12-1999,-5 5 1999,4-9 30,-6 2 0,0-5 0,-1 1-30,0 2 0,0-2-642,1-1 1,1-3-1,-1 1 642,0-8 0,0 2-1046,0-2 0,0 0 1046,-1 4 0,0 0 512,0 2 1,-1-1-513,1-1 0,0 2-1552,-1 0 1552,0 1 0,1-1 0,-1 9 0,1 2 0,1-5 0,1 0 0,0-2 0,1-1 581,-1 5 0,2-2 1,-3 3-582,5-7 0,-2 4 0,-1 2-1744,0 5 1744,-1 2 0,-3 6 1744,-3 5-1744,8-8 0,-6 7 0,6-7 1317,-5 6-1317,3 3 0,-1-2 0,3 2 0,16 0 0,-10 1 0,14-1 1638,-11 2 0,0 0-1580,1 1 0,0-1-58,8 0 0,-1 0 0,-7 1 0,0 1 0,15 0 0,-2 1 0,-3 1 0,-1-1 0,2 0 0,-2 1 0,0 0-1639,-10-1 1,0 1 1580,11 0 1,-1 0 57,-10 0 0,-3 0 0,4 1 0,5 0 0,1 1 0,-4 0 0,11 2 0,1-1-2268,-11-1 2268,-4 0 0,0 0 0,-6-2 2268,0 1-2268,12 3 0,-8-3 0,5 2 0,-1 0 0,-4-1 0,3 1 0,0 0-2268,5 2 2268,-4-1 0,-4-1 2268,-1 2-2268,-6-2 0,12 6 90,-12-3-90,1 3-2268,-4-2 2268,-2 0 2268,5 11-2268,0 4-806,2 4 806,-5-12 0,-1 3 30,2 5 0,0 2 0,0-2-30,-1-3 0,0 2 0,1 5 0,3 5 0,-1 1 0,-1-6 45,-3-2 0,1-2-45,-1 1 0,2 1 0,-2-2 0,-1-4 0,-1-3 0,1 1 0,0 2 30,2 6 0,2 3 0,0 0-30,0 2 0,0-1 0,1 1 0,-1-1 0,0-1 0,-1-1-731,3 5 0,-3-6 731,-4-12 0,3 10-870,3 6 959,0-1-89,-1-4 0,3 0 0,-8-16 919,5 7 0,1-2-919,-4-7 0,10 10 0,-4-12 0,5 0 0,3-1 2747,-2-2-2747,3-4 0,2 0 0,3-1 0,4-2 0,1 1-1446,0-2 1356,-1 0-180,-10 2 270,-11 0 0,-2 2 0,-3-1 0</inkml:trace>
  <inkml:trace contextRef="#ctx0" brushRef="#br1" timeOffset="-163297.46">11171 10100 6004,'-6'-3'449,"-2"0"-359,-4 6 0,-16 11-2590,4-1 2500,9-3 0,-3 3 155,-5 7 1,-4 5 0,4-2-156,6-7 0,0 1-887,-7 6 1,-2 4 0,5-5 886,5 0 45,6-6 0,3 3-1823,2 15 1778,0 1 0,14-5 877,3-15-877,18 1 0,4-1 0,-3-2 0,-7-4 0,4 0 0,-3-3 56,-5-5 1,0-3-102,5-1 0,-1-1 731,13-4-686,-9-4 2609,-26-21-2609,-3 17-1542,-6-19 1542,-2 22 0,-3 0 0,-5-3-2098,-6 2 2098,5 3 0,0 6 1273,10 5-1813,-9 13 270,9-7 51,-5 9 219,13-9 0,1-1 0,2 4 0,2 1 0</inkml:trace>
  <inkml:trace contextRef="#ctx0" brushRef="#br1" timeOffset="-162864.46">11493 10378 6094,'3'-7'269,"-3"14"-269,-3 4 45,-2 17 0,-1 3-3322,1 5 2790,0-8 0,2-1 487,9 4 769,28-21-859,-11 0 90,-3-11 0,1-6-45,-1-11 0,-4-4 45,-6 3 0,0-1 45,5-12 0,-3-2 0,-8 6 0,-7 1 45,-9 4 0,-5 1 0,1 1-90,5 4 0,-2 2 0,-12 3 0,-7 3 0,6 6-180,3 11 90,2-2 0,2 2 90,10 0 0,15-7 0,1-1 0</inkml:trace>
  <inkml:trace contextRef="#ctx0" brushRef="#br1" timeOffset="-162109.46">11280 8254 5914,'-8'-3'269,"1"0"-89,2 2-180,-1 2 90,0 0-90,-1 3 90,2 0-90,-1 2-1639,-11 13 1,-1 3 934,-1 4 947,5-4 1,-4 7-1,1 2 1,4-5-244,3-3 0,2 0-620,-2 3 0,-1 2 0,3-3 620,8 2 0,8-3-838,9-8 0,2-1 838,4 6 408,0-15 1,5-3 0,-4-3-409,3-10 0,-1 2 0,-2-3 48,-10-7-48,-12-8 1475,-4 10-1475,-7-4 3148,-19 10-3148,16 6-90,-14-1 0,20 7 0,2 0-449,-1 3 539,2-1 0,2 3 0,4-2 0,3 1 0</inkml:trace>
  <inkml:trace contextRef="#ctx0" brushRef="#br1" timeOffset="-161863.46">11439 8515 5914,'-1'-7'539,"0"-1"-539,3 22 0,-2-6-1639,2 13 1,-1 2-655,0-2 2293,0 16 1319,-1-16-1544,-1 0 0,0 1 225,0-3 0,-1 0 0,1 4 0,-1-2 0,-1 9 0</inkml:trace>
  <inkml:trace contextRef="#ctx0" brushRef="#br1" timeOffset="-161027.46">11488 6718 5812,'2'-6'12,"-1"1"258,1 2-181,-11 11-3366,1 1 2393,-8 8 884,5-2 262,0-1-172,-2 1-45,-5 13 0,-2 3-45,9-13 0,0 1 0,-2 5 0,0 3 0,3-3-2070,5 7 2070,6-4 0,6-14 2070,5-3-2070,18-2 0,-10-4 298,3-6 1,-2-4-299,-11-4-671,8-4 671,-19 4 0,-20 2 0,11 5 0,-14-3-90,11 12 90,-1 5 0,4-2 0,4 3 0,8-9 0</inkml:trace>
  <inkml:trace contextRef="#ctx0" brushRef="#br1" timeOffset="-160579.46">11613 6918 5914,'0'-10'180,"1"-2"-91,4-1-89,4-1-3277,0 5 2585,4-1-1212,21-6 1904,-17 9 566,7 4 1,-3 5-567,-13 4 0,8 12-311,-19-1 311,-3 1 0,-3 4-349,-5 6 1,0 0 348,2-3 0,0-1 1067,-2 0 1,2-1-1068,2 9 0,7-18 0,1 9 0,7-21 0,13-5 0,-5 0 45,7-5 0,1-1-135,0-1 38,-4 2 0,1-1-128,9-8 90,-10 6 0,5-5 90,-8 0 0,-6 6 0,4-10 0,-8 7 0</inkml:trace>
  <inkml:trace contextRef="#ctx0" brushRef="#br1" timeOffset="-159613.46">11834 4939 5767,'8'-1'147,"-1"0"-147,-9 4 0,0 0 0,-8 3 90,-9 10-1611,5-5 1521,-2 3 0,-2 2 0,-1 2 0,0 2-57,0 4 0,0 4 1,0-3 56,0 0 0,1 0 0,4-1 0,0 1 0,5 0 0,10 2 0,4-2 0,-1-5 0,1 0 0,4 7 0,2-2 0,7-4-735,-1-8 735,2-5 45,0-7 0,1-2-45,6 0-228,3-12 0,-3-7 228,-14-13 0,0 13 0,-3-1 0,-12-8-287,-4 17 287,-1 1 0,-1 1 141,-6 1-141,3 3 677,-20 5-677,19 3-90,-12 5 580,19-1-490,1 11 465,4-8 0,5 9 0,4-11 1</inkml:trace>
  <inkml:trace contextRef="#ctx0" brushRef="#br1" timeOffset="-159112.46">11951 5256 5776,'4'-6'48,"-1"1"42,0-1 0,8-4-90,-1 0 0,11-3 90,-7 5-90,3 0 0,-3 3 0,16-3 0,-9 4 0,11 1 0,-20 4 89,-1 14-89,-16 5 0,3 3 0,-11 0 0,-2 9-3277,17-1 3162,-6 2 115,19-15 0,6-2 0,1-2-319,-5-4 1,0-1 318,-2 1 0,-8-1 0,-7 7 0,-9 2 0,-3 2 0,-2 4-180,-8 2 0,-2-2 180,5-8 0,-9 8 0,15-14 0</inkml:trace>
  <inkml:trace contextRef="#ctx0" brushRef="#br1" timeOffset="-158897.46">12426 5383 5914,'5'-4'180,"1"0"-180,-3 2 0,1 1 0,-7 5 0,-7 3 0,-7 5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29:16.92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827 1421 5824,'-8'-7'90,"-2"2"0,-13 8 0,2 5-46,-7 15 1,0 3-45,14-11 0,2 2 0,-3 5 0,0 4 0,5-2-3277,13 13 2393,2-2 884,13-14 859,-4-13-859,21-10 0,3-3 0,-3-2 22,-10-3 1,5-4 0,0-1-1,-8 1-22,4-12 0,-2 0 0,-4-1 3025,-14 6-2980,-8-3 0,-5-1-3285,-9-8 3285,1 7 0,-3 2-45,1 11 0,-1 5-1174,-9 3 1,0 4 1083,-2 2 90,5 9 0,6 4 0,16 1 0,-2 13 0</inkml:trace>
  <inkml:trace contextRef="#ctx0" brushRef="#br0" timeOffset="368">1229 1403 5914,'1'-7'90,"0"1"89,-3 0-89,0 1 0,-3 1 180,-17 10-270,10 0 0,-14 7 180,2 12-3457,4 2 3264,8-12 1,1 1 12,-2 7 0,9-10-90,9 19 90,0-18-180,12 3 0,6-4-1134,-3-13 0,1-4 1224,4 4 0,-1-2-37,-2-4 1,-2-2 126,2-3 0,-2-1 0,4-6 0,-1-2 0</inkml:trace>
  <inkml:trace contextRef="#ctx0" brushRef="#br0" timeOffset="668">1454 1157 5914,'0'-8'359,"-1"1"-179,0 3-90,-1 6 0,-1 1 0,-3 9 45,-5 17 0,-2 5-1774,6-16 1,0 0 1629,-2 7 1,-1 3 0,1-3-553,2-7 1,0 1 605,-3 11 0,-1 4-934,1 1 0,1 0 889,1-3 0,0-2 0,1-4 0,5-3-539,14 0 449,-5-15-90,12 4 1442,-3-21-1621,4-5 196,-6-1 0,-1-1 1,7-12-1,-10 10 0,-1 1 1</inkml:trace>
  <inkml:trace contextRef="#ctx0" brushRef="#br0" timeOffset="854">1401 1405 6004,'9'-5'90,"10"-3"-90,-6 5 0,11-4-179,5 1 1,2-1-3099,-5 1 3082,4-1 0,-1 1 0,-11 2 0,2 1 0</inkml:trace>
  <inkml:trace contextRef="#ctx0" brushRef="#br0" timeOffset="1919">1987 1327 5914,'2'2'359,"-1"-1"-269,10 0 90,-1 0-3457,16-2 2663,-7 0 998,15 0 1,3-1-565,-10 1-45,6-1 0,1 1 225,0 0 0,-6 1 0,5-1 0,-14 1 0</inkml:trace>
  <inkml:trace contextRef="#ctx0" brushRef="#br0" timeOffset="2369">2510 1281 6004,'12'-8'269,"-4"3"-269,3-1 360,13-6-360,-11 5 90,13-7 0,-4 1-90,-10 6-680,8-7 770,-10 3-90,3-7-3257,1-5 3257,-2 0 0,-2 3-18,-5 6-72,4-7-2022,-5 10 2112,4-6-529,-6 12 439,1 1 1592,-5 22-1502,-4 8-3,-1-3 1,-1 8-1,-2 1 1,2-5 2,0 2 0,-1-1 538,-2 5 0,-1 4 1,2-3-539,3-6 0,1-2-90,0 10 45,1-12 0,1-2-135,3 0 551,0-13 1,-3-3 0,-2-4-1</inkml:trace>
  <inkml:trace contextRef="#ctx0" brushRef="#br0" timeOffset="2571">2460 1560 5914,'-3'11'359,"2"-4"-269,34 2-90,-14-7 0,6-1 0,10-2 0,1 0 0,-4 0 0,3-1 0,-1 0 0,-4 0 0,3 0 0,0 0 0,-4 0 0,2-1 0,0 0 0</inkml:trace>
  <inkml:trace contextRef="#ctx0" brushRef="#br0" timeOffset="3066">3752 1318 5914,'0'-8'359,"3"2"-269,3 3-90,2 2 90,1 0 0,20 2 0,1 0 0,4 1-135,-2-1 0,2 2-45,-4-2 0,5 2 0,-1-1 0,-5 0 45,-2 0 0,-2 0-1594,15 1 1,-6-2 674,-22-1 799,-1-1 369,-2-2 1,-3 0-1,-1-1 1</inkml:trace>
  <inkml:trace contextRef="#ctx0" brushRef="#br0" timeOffset="3433">4074 1215 6183,'17'9'180,"1"1"-1717,1 1 1627,-3-2-90,10 4-3277,-5-3 3224,7 4 53,-10-6 940,-3-2-1029,6 0 89,-9-2-1087,4 1 1087,-13-3 532,-6 4-532,-5 5 1404,-14 12 0,-2 3-1404,1-1-120,5-3 0,-3 3 1,6-4-216,5-1 335,-1 10 0,14-17 0,4-1 0</inkml:trace>
  <inkml:trace contextRef="#ctx0" brushRef="#br0" timeOffset="3750">4840 1143 6183,'-5'0'360,"1"0"-270,-2 13-1870,1 0 1780,0 4-1549,-4 12 1,-1 3 1548,0 4 476,-1-5 0,1 4-656,1 1 0,1-3 0,1-3 0,0 2 0,3-3 180,8-18 0,3-1 0,3-4 0</inkml:trace>
  <inkml:trace contextRef="#ctx0" brushRef="#br0" timeOffset="4184">5060 1252 5824,'8'-11'270,"-1"3"629,2-5-629,-24 15-90,-16 10-135,7-1 0,-1 2-45,3-1 0,-2 1-60,-1 0 0,0 2 0,2-3-30,-4 3-135,-9 6 0,8-9 135,28-16-90,11-3 180,7-5-45,2 7 0,-1 4 45,-9 8 0,8 8 0,-11 1 0,5 12 0,-1-7 0,2 2-449,19-3 359,-16-13 90,7 0 0,1-2 0,2-6 0,-6 0 0,-1 0 0</inkml:trace>
  <inkml:trace contextRef="#ctx0" brushRef="#br0" timeOffset="4453">5412 1188 2019,'-3'-5'360,"-2"0"1322,2 5-1592,-4 4 744,0 15-744,-5 14-1505,1-2 1415,4-8 0,-1 2 447,0 3 0,0 1-492,3-10 0,-1 1-180,-1 9 1,1-3 224,3-13 0,1-3 0,1-8 0</inkml:trace>
  <inkml:trace contextRef="#ctx0" brushRef="#br0" timeOffset="4767">5400 1220 95,'4'-11'180,"0"-4"1820,-1 1-1910,1 0 1517,10 5-1517,-5 7-90,15 3 659,5 11-704,-10 2 0,0 1-198,11 7 243,-17-6 0,-3-1 360,-6-2-405,-14 7 0,-6 1-2633,-2-2 2678,-2 2 0,-3-2-1662,-5-9 1662,-3-2 499,9-3 0,-1-1-814,-7 0 1,-1-1-30,8-1 1,1 0 343,-3 0 0,3-2 0,4-2 0,-1-1 0,-3-3 0</inkml:trace>
  <inkml:trace contextRef="#ctx0" brushRef="#br0" timeOffset="5719">835 2223 6363,'-8'3'90,"0"1"0,2 1-90,0 1 180,-15 16-180,8-7 0,1 2 0,-2 2 0,0 1 0,2-4 0,3 2-90,3 4 0,3-1 90,3-4-90,2 15-90,26-22-3097,4-14 3174,-13 3 1,1-1 102,12-15 0,-16 2 0,-2-7 0,-2-2 0,-1 0 0,-1 1 0,-5-1 45,-12 5 0,-4 2-45,1 2 0,-5-2 0,-1 3 0,3 12 0,-18 1-90,12 6-89,-7 1 179,13 2 0,6-2 0,4-3 0,3-1 0</inkml:trace>
  <inkml:trace contextRef="#ctx0" brushRef="#br0" timeOffset="6021">1312 2210 6004,'-2'-8'359,"-2"4"-179,-11 7-180,5 1 90,-17 17 0,-2 5 0,8-3-90,4-4 0,-3 4 0,4-2 0,9-3 0,2 0-45,1 5 0,2-1-1413,3 11 1458,10-7-90,-1-16-225,17-5 1,3-3-2777,1-1 3091,2-2 0,0-3-243,-3-9 1,-10 2-1,2-2 1,1-2-1,1 1 1</inkml:trace>
  <inkml:trace contextRef="#ctx0" brushRef="#br0" timeOffset="6305">1648 1918 6004,'-10'-2'90,"2"1"269,-7 31-269,7-10 0,-2 9 0,-1 10 0,1-4-45,3-5 0,0 1-1138,-1 3 1,0 5 0,1-4 694,2-2 1,2-1-103,4-6 1,0 0 0,1-2 454,-2-2 0,5-3-405,16 5 0,6-9 450,3-25-172,-5 4 1,0-3 171,-3-15 0,-9-1 0,-1-2 0</inkml:trace>
  <inkml:trace contextRef="#ctx0" brushRef="#br0" timeOffset="6501">1631 2166 5824,'-6'-2'270,"12"1"-270,1 0 29,15 0 1,10-2 0,-4 1-30,-9 1 0,1-1-656,7 0 1,4-1-1,-1 0 438,7 0 0,-2-1-131,-11 2 1,0 1 0,13-2 0,0 0 0,-18 2 0,1 0 0</inkml:trace>
  <inkml:trace contextRef="#ctx0" brushRef="#br0" timeOffset="6720">2262 2151 6183,'3'7'90,"1"-2"0,4-3-3367,27-1 984,-16 0 2945,1 0 0,1-1-652,1 0 0,-1-2 0,0 1 0,1 0 0,0 0 0,-4-1 0</inkml:trace>
  <inkml:trace contextRef="#ctx0" brushRef="#br0" timeOffset="7167">2724 2048 5914,'-1'-6'269,"1"0"-179,4 2 90,4 1 90,23 1-180,-12 2 0,14 7 0,1 3-90,-14-1-1159,3 2 0,-3 2 1159,-14-1 0,-2 3-90,-10 15 30,-7-6 0,-6 3 0,0-1 60,-1 4 0,-1 0-875,1-3 0,-2 1 1,2-5 874,5-6 0,3-3 0,-4 5-1701,8 3 1701,4-7 1078,7 1-1078,28-5 0,7-3-1158,-4 1 1158,-8-3 0,4 1 0,-4-1 636,5-1-681,-5 0 0,3-1-228,7 2 0,0-1 273,-6 0 0,0-1 0,0 0 0,-1 0 0,-1-2 0,-1 0 0,8 0 0</inkml:trace>
  <inkml:trace contextRef="#ctx0" brushRef="#br0" timeOffset="7455">3529 2400 6094,'-4'-6'449,"4"0"-179,8 3-180,9 1 30,10 2 0,8 0 0,-3 1-75,-6-1 0,0 0-1138,9 1 1,4 0 0,-5-1 559,-11 0 1,-1 1 412,11-1 0,5 1 1,-1-1 20,-9 0 0,0-1 1,0 0 98,4 1 0,1 0 0,-4-1-215,-3 0 1,-10-2 0,-14 0-1,-3-1 1</inkml:trace>
  <inkml:trace contextRef="#ctx0" brushRef="#br0" timeOffset="7851">3949 2238 6004,'-2'-7'539,"3"2"-179,18 8-180,1 3-90,9 4 0,4 4-1729,-1 0 1,0 0 1150,-1 0 1,-2-1 487,-3 0 0,-2-2 340,-3 0 0,-2-2-340,-3-1 0,15 7-90,-25-12 90,-6 1 0,-3 0 0,-5 1 45,-16 10 0,-4 3-45,5-1-30,-4 3 0,-5 7 0,6-3-150,13-10 0,2 1-45,-11 10 0,3 1 3201,12-4-2976,11-5 0,7-1 0,7-2 0</inkml:trace>
  <inkml:trace contextRef="#ctx0" brushRef="#br0" timeOffset="8167">5026 2259 6094,'-1'-6'89,"0"0"451,0 2-450,-2 26-3367,-3 5 2835,2-7 0,0 3 487,-2 2 0,-1 0 904,-1 5-949,0-3 0,-3 5 0,3-4-1134,2-9 0,0-1 1089,-6 17 0,2-1-495,3-3-253,10-10 793,-2 1 0,11-16 0,0-6 0</inkml:trace>
  <inkml:trace contextRef="#ctx0" brushRef="#br0" timeOffset="8600">5353 2278 6094,'4'-5'719,"-1"0"-3996,-19 13 1254,3-2 1783,-7 4 1,-7 5 0,4-2 239,-10 5-175,1 1 0,1-1 175,8-4-135,0 0 0,1 1 46,2-2 1066,-7 9-1157,37-22 90,9-1 0,5-3 0,9 0 180,-14 2 2268,13 13-2268,-25 1 0,6 13-90,-10-3 90,5 13-2358,-2-14 2268,2 6 2268,-3-17-2718,18 8 91,-5-9 359,17 4-376,-15-10 0,6-6 1,-4 0-1</inkml:trace>
  <inkml:trace contextRef="#ctx0" brushRef="#br0" timeOffset="8868">5619 2333 5914,'-2'-7'629,"-3"8"-629,2 2 90,-1 8 45,-3 6 0,-2 5-45,-4 6 0,-1 2-45,0 2 0,-2 3-195,2-4 0,-2 3 0,2-6 60,5-9 0,1-1-968,-4 7 0,2-3 789,8-14 380,1-2 1,1-3 0,1 0-1</inkml:trace>
  <inkml:trace contextRef="#ctx0" brushRef="#br0" timeOffset="9166">5485 2275 5914,'8'-9'269,"8"-2"-269,-6 5-2582,7-2 2582,-4 4 536,15 0 1,4 1-447,-4 2-90,0 2 0,6 1 0,-6 2-2484,-4 9 2484,-4-4 0,-2 1 0,-12 5 0,-15 6 30,-13-4 0,-10 2 0,4-1-30,7-3 0,-1 0 127,-6 0 1,-7 2 0,0-1 0,8-5-128,-8-4-144,9 0 0,3-3 0,5-10 0,8-3 0</inkml:trace>
  <inkml:trace contextRef="#ctx0" brushRef="#br0" timeOffset="10419">510 3231 6363,'-7'-5'180,"-4"6"0,-6 28-180,4-6 0,4-5 0,2 3 45,7 12 0,4-1-45,0-3-45,4 5 0,6-4 45,15-16 0,-5-10 0,1-3-1596,-5 0 0,0-3 1596,3-3 0,-2-3 0,2-5 0,-2-3 0,-6-4 0,0-6 0,-4-2 30,-9 0 0,-4-1 0,2 1-30,7-1 0,3 0 0,-6 1-256,-13-11 0,-9 10 77,-5 24-136,4 10 0,1 4 315,-10 9 0,14-4 0,2 1 0,7 11 0,3-5 0</inkml:trace>
  <inkml:trace contextRef="#ctx0" brushRef="#br0" timeOffset="10750">1123 3278 5914,'-8'-16'269,"3"4"-179,-3 2 0,3 6 270,-18-4-270,11 5-90,-15-1 90,9 11 0,-1 4-45,3 2 0,-1 2 0,-6 5 0,1 1-45,7-3 0,4 2-45,6 8 0,4-1-45,3-3 45,0-3 0,6-1-180,12-6 0,5-6-3052,8-1 2905,0-1 0,1-4 372,-11-7 0,-2-3-379,-2 2 1,-1-2 0,0-1 0,-1-1 0,7-6 0</inkml:trace>
  <inkml:trace contextRef="#ctx0" brushRef="#br0" timeOffset="11054">1387 2997 5914,'3'2'449,"0"-1"-179,1 32-90,-5 2-113,-1-10 1,0 7-1,-1 1 1,0-4-23,0 8 0,-1-2-1138,0 0 1,0 3 0,0-7-1291,2 6 2472,2-11-1346,6 4 1077,-2-9 1168,7 0-988,16-27-289,-14 1 1,19-13 0,-20 3 0</inkml:trace>
  <inkml:trace contextRef="#ctx0" brushRef="#br0" timeOffset="11250">1444 3263 6004,'-7'-4'359,"7"1"-359,4 1 0,6 0 90,1 1-135,21-3 0,5-1-135,-13 2 1,2-1 179,8 0 0,6-1 0,-6 2 0,-8 0 0,-2 1 0,3 0 0,0 0 0</inkml:trace>
  <inkml:trace contextRef="#ctx0" brushRef="#br0" timeOffset="11483">1963 3301 6094,'4'-6'359,"3"-1"-269,-1 4-1222,4 0 1222,0 0 45,13-1 0,3 1-45,3-1-230,3 0 0,6 0 0,-5 0-129,2 1-617,-1 1 0,-1-1 886,-5 1 0,0-1 0,7-1 0</inkml:trace>
  <inkml:trace contextRef="#ctx0" brushRef="#br0" timeOffset="12018">2881 3080 6004,'-15'-14'269,"4"5"1,-6-5 180,7 3-360,4 1 180,30-4-180,-9 9-45,8 1 0,3 0-45,-6 4 0,0 0-45,8 1 0,2 1 0,-6-1 0,-1 1 45,0 3 0,-5 2 0,-9-1 0,-10 7 0,-10-7 0,-3 2 0,-9 5 90,-3 12-90,5 1-60,21-1 0,8 6 0,1-3 15,2-3 0,3 1 0,1-2 0,2 4 0,0-1 0,-3-2 0,2 2 0,-3-2-769,0 2 0,-6-2 814,-11-6 0,-5-2-1427,-10 0 1,-3-3 1426,6-3 0,-1 0 0,-7 0 0,1-2 0,-2 0 0,4-4 0,1 1 0,3-1 0,-10 1 0</inkml:trace>
  <inkml:trace contextRef="#ctx0" brushRef="#br0" timeOffset="12401">3736 3366 5914,'-5'-7'539,"8"1"-539,0 2 90,9 1 0,-1 1 0,18-1 0,5 0 0,3 1-144,-10 0 0,8 1 0,4 0 0,-1 1 0,-5-1-1039,-2 1 1,-4 0 0,3 0 628,5 0 1,2 0-1,0 0 1,-6 1 892,0-1 1,-6 0-430,0 0 0,-12-1 0,-1 0 0</inkml:trace>
  <inkml:trace contextRef="#ctx0" brushRef="#br0" timeOffset="12801">4161 3221 6004,'-2'-7'539,"4"3"-539,2 3 90,4 3 0,18 7 0,4 1-3367,-1 0 2952,-6-2 0,5 2 1,-3-1 279,-3-1 0,-1-1-155,1 2 1,-1-1 154,-1-1 0,-2-1 45,2 2-180,-10 1 180,-9-3 90,-3 4-596,-6-3 506,-2 1 0,-11 11 0,2-2 0,0 2 0,4-5 0,1 0 0,-4 5 0,1-1 985,-4 13-985,13-18 0,-2 14 0,14-19 0</inkml:trace>
  <inkml:trace contextRef="#ctx0" brushRef="#br0" timeOffset="13167">5120 3172 5914,'-4'-13'269,"1"2"91,2 5-270,0 23-3367,-1 3 2393,-1 17 884,-2-6-953,1-3 1043,1-1-895,-1 5 1,1 0 804,1-2 0,1 9 0,2-4 0,2-22 0,4 12 0</inkml:trace>
  <inkml:trace contextRef="#ctx0" brushRef="#br0" timeOffset="13602">5374 3203 5914,'-4'-5'359,"-4"3"-179,-5 8-180,0 0 90,-9 8 0,-3 3-1729,6-4 1,0 1 1196,-6 3 0,0 0 397,8-4 0,3-2 904,2-2-1309,-8 6 450,24-16-89,-2 3 89,20-13 0,-4 2 0,6 4 3276,-14 5-3071,8 2-115,-4 25 0,-3-5-90,-2-1 0,2 1 90,6 11-90,0-12 0,1-1 0,4 5-342,6-8 1,1-5-315,-5-10 1,-2 0-1,-1-3 1,2-7 0</inkml:trace>
  <inkml:trace contextRef="#ctx0" brushRef="#br0" timeOffset="13883">5726 3213 6094,'-4'-2'449,"-3"15"-449,0 2 45,1 2 0,0 3 0,1-1 0,-1 3 0,-3 8 0,0 0-1405,3-6 0,0-2 1360,-1 1 0,1-1 154,1 11-424,1-17 270,0 10 0,4-24 0,0 0 0</inkml:trace>
  <inkml:trace contextRef="#ctx0" brushRef="#br0" timeOffset="14200">5586 3199 5824,'3'-7'0,"0"0"90,0 4 0,15-4-90,-2 4 45,7 1 0,3 3-1684,-3 3 1,0 2 1150,1 0 1,-2 0 487,-2 2 0,-3 1 860,-1 4-860,-7 6 0,-3 1 0,-3 0 0,-13 8 0,-8 0-1090,2-19 1,-1-1 1089,-6 5 0,0-1 0,-6-5 0,15-4 0,-12-3 567,13 0 0,-10-5 0,15 1 0</inkml:trace>
  <inkml:trace contextRef="#ctx0" brushRef="#br0" timeOffset="14754">5850 2970 2472,'-28'-12'45,"0"1"0,0 0 0,-1-1 0,3 3 0,0 0 0,-1-1-731,-3 0 1,-2-1-1,1 0 1,2 2 685,-6 1 0,2 1 0,9 3 0,-1 1 0,-2 0 0,-3 2 0,-2 0 0,-2 1 0,2 1 0,4-1 0,1 0 0,-1 2 0,-3 4 7,5 3 1,-4 4 0,-2 1 0,0 3 0,-1 2 0,3 1 0,2 0 0,4 1 7,1 6 0,4 1 0,3 2 0,1 1 0,-1 0 0,-2-1-15,-2-4 0,-1 0 0,-2-1 0,0 1 0,2 0 0,3 0 0,4 0-31,3 8 0,3 1 1,3-1-1,3-2 1,1-6 30,3 0 0,3-3 0,2 3 0,2 0 0,1-3 0,2 1 0,5 0 0,6 0 0,6 0 0,2 0 0,-1-2 0,-2-2 0,-2 0 0,3-2 0,4-2 0,-2-5 0,3 0 0,4-2 0,2 0 0,0-1 0,-1-1 0,-3-1 0,-4-1 0,6 0 0,-5-2 0,-1-2 0,4 0 0,-2 0 0,5-2 0,1 1 0,-1-2 0,-4 0 0,-5-2 0,6-4 0,-4-4 0,-4 1 0,1-2 0,1-3 0,-1 0 0,-2-3 0,0-1 0,-1-1 0,0-2 0,-2 3 0,0-2 0,0 0 0,-1 0 0,-2 0 0,-1 0 0,-1 0 0,-2-1 0,-4-4 0,-5-3 0,-3-4 0,-2-4 0,-2 1 0,-3 2 0,0 3 0,-4-5 0,-4 5 0,-5-5 34,3 8 1,-2-5 0,-2-2 0,-2-1 0,-1 2 0,-1 3 0,0 6-17,-4 4 0,-1 5 0,-2 2 0,0 1 0,0-1-36,0-1 0,-1 0 0,-1 0 0,1 2 0,1 2 18,-7 2 0,0 3 0,4 3 976,5 2 0,0 3-976,-5 6 0,-5 4 0,-1 2 0,5-3 0,1 1 0,1 0 0,0 1 0,-5 2 0,2 1 0,8-1 0,-3 10 0</inkml:trace>
  <inkml:trace contextRef="#ctx0" brushRef="#br0" timeOffset="15519">5626 1836 5824,'-14'-14'0,"-1"0"0,-14-8 22,7 9 1,-7-2-1,-1 1 1,3 2-23,3 2 0,2 3 0,-4 0-244,-3 0 1,-4 0 0,-1 1 0,-1 3 0,3 2 243,1 5 0,2 3 0,0 1 0,0 1-820,1-2 1,-1 0 0,1 2 0,2 1 756,-7 6 0,2 3 0,4 0 368,2 1 0,4 5-290,6-3 0,-1 5 0,0 4 0,1 2 0,3 0 0,4 0-3,5-2 1,4 0 0,2 1 0,2 1 0,0 0 0,0 0-1,-1 0-300,-2 3 1,-1 1-1,-1 0 1,1 0-1,2 0 1,2-1-1,3-2 300,4-2 1,3 1 0,2-1 0,1-1 0,1-2 0,1-3 0,-1-3 17,4 0 1,-1-4-1,3-3 1,3-2-31,-1-3 0,4-3 0,3-1 0,-1-2 0,-2 0 0,-4-1 0,1 0 0,-4-2 0,4-1 0,1 1 0,4 1 0,1-2 0,-1 0 0,-3-3 0,3-4 0,-3-2 0,0-3 0,0-2 0,1-3 0,0-1 0,0 0 0,1-2 0,0 0 0,0-2 0,-1 0-55,-2 0 0,1-2 0,-2 1 0,-3-1 55,0-4 0,-2 0 0,-4 1 0,2-5 0,-4 0 0,0 2 0,-2-5 0,-7 4 0,-1-5 0,-2-3 0,0 1 0,-1 5 0,2 0 0,-3 4 0,-4-6 0,-4 5 0,-3-5 0,-2-4 0,-3-1 0,-1 0 0,-2 2 0,0 3 0,-1 6 0,-4 3 0,-2 5 0,-1 3 0,-2 0 0,0-3 0,2-1 0,-1-2 0,-2-2 0,0 1 0,1 1 0,-1 3 0,2 4 0,-6 1 0,1 4 0,0 3 0,-2 2 0,-1 2 0,-3 2 0,0 1 0,2 1 0,5 0 0,-5-1 0,0 2 0,-1 1 0,-5 0 0,1 1 0,9 0 0,0 2 0,10-1 0,0 1 0</inkml:trace>
  <inkml:trace contextRef="#ctx0" brushRef="#br0" timeOffset="16167">5410 404 3757,'-12'-15'17,"-1"0"0,-4-4-17,-5-4 0,11 13 0,-6 2-1639,-15 3 1,-5 1 1381,15 0 0,-2 3 257,-3 5 0,-8 3 0,-3 2 0,-1 2 0,3 0 0,6-2 0,3 2 0,4 0 0,-3 2 0,-4 0 0,-5 3 0,-1 0 0,2 2 0,6 1 0,3 3 0,6 2 0,0 4 0,4-2 0,-1 4 0,2 1 0,1 3 0,2-1 0,2-1 0,1 0 0,2 2 0,1 1 0,3 0 0,3 2 0,3-5 0,3 3 0,2 0 0,2 2 0,1-1 0,0 0 0,1-1 0,0-2 0,-2-2 0,0 3 0,-1-2 0,0-1 0,2-2 0,4-1 0,5 0 0,0-8 0,3 1 0,3 0 0,3 1 0,1-2 0,3 0 0,0-1 0,1-2 0,-1-2 0,0-3 0,-2-2 0,-2-3 0,5-5 0,0-4 0,-1-5 0,0-2 0,-1-2 0,1 1 0,0 2 0,1 2 0,-2 5 0,1 1 0,1 2 0,0 1 0,-1-1 0,0 0 0,0-3 0,-2-2 0,0-3 0,1-5 0,0-3 0,0-2 0,-1-2 0,-2-2 0,-2 0 0,-2-1 0,-4 0 99,1-5 1,-4-1 0,-3-1 0,-2-1 0,1-2-115,-1 1 0,0-1 0,-2-2 0,1 0 0,-2 1 0,1 0-67,-1-1 0,1 0 0,-1 0 0,-2 0 1,-2 1 81,-2 1 0,-2-1 0,-1 1 0,-2 2 0,-1 2 0,-1 1 0,-3 3 0,-5-2 0,-6 2 0,-6-3 0,-5-1 0,-2 0 0,-1 0 0,3 2 0,3 3 0,0 1 0,3 2 0,0 1 0,-4-2 0,-2 0 0,-3-3 0,-2-2 0,-2 1 0,1 2 0,2 3 0,4 5 0,-4 3 0,2 6 0,-3 1 0,0 1 0,-3 0 0,-2 1 0,-1 2 0,0 0 0,7 2 0,0 1 0,0 1 0,-1 1 0,1-1 0,0 0 0,-1-1 0,0 0 0,0 0 0,1 0 0,0 1 0,1 1 0,-2 2 0,1 2 0,0 0 0,3 1 0,3-1 0,-9 6 0,5 1 0,5-2 0,0 1 0,2 1 0,1 0 0,2-1 0,0 2 0,-4 3 0,0 0 0,1 0 0</inkml:trace>
  <inkml:trace contextRef="#ctx0" brushRef="#br1" timeOffset="22867">2105 4987 13747,'6'-5'865,"4"-4"-564,-4 3-131,7-5-28,-8 6 96,0-1-281,-9 4-697,-28 12-2537,7-3 2881,2 1 1,-4 3 277,2 2 0,-3 3 0,-1 0 0,5-2-12,-1 0 0,0 1-485,0 0 0,-4 1 0,2 1 0,6-3 426,-2 5 120,7-2 1,0 2-404,2 6 1,1 1 433,0-4 0,2 0 713,1 0 1,6 2-1013,13 8 1,5-1-494,0-2 545,-2-7 0,2 3 0,1-5-84,1-7 1,2-4-46,4 1 1,-1 0 335,-2-3 0,-1-1-534,13-2 54,-13-4 3003,10-3-2386,-5-1-1047,9-3 1085,-10-1-154,10-7-12,-6-11-9,-5-2 45,-21 4 0,-8-4 0,-1 2-28,-2 3 1,-4 1-15,-5-6 1,-5-3 0,1 5-331,3 9 0,1 3 332,-2-2 1,0 4-1764,-11 3 1746,20 8 186,-9 3 0,18 0 0,0 1 0</inkml:trace>
  <inkml:trace contextRef="#ctx0" brushRef="#br0" timeOffset="24084">1471 5758 5824,'-10'-5'0,"2"1"90,1 1 0,1 1 0,-1 0-90,18 3 89,-1-1-233,21 2 0,9 0 166,-9-2 1,2 0-1,2 0 1,1 0-226,-7 0 1,1 0 0,0 0 0,3 0 0,1 0 212,-3 0 0,2-1 0,2 1 0,2-1 0,0 1 0,-1 0 0,0-1 0,-3 1 0,-2-1-603,5 0 1,-3 1 0,-2-1 0,1 0 0,3 1 592,-2-1 0,3 1 0,2-1 0,0 1 0,-2-1 0,-3 1 0,-5-1 30,2 1 0,-5-1 0,-1 1-939,9-1 0,-5 1 909,-5 0 123,-16 0-482,-1 2 673,-6 2-314,-4 2 0,-7 1 0,-1 0 0</inkml:trace>
  <inkml:trace contextRef="#ctx0" brushRef="#br0" timeOffset="24769">2401 5298 5824,'-8'-9'0,"2"3"90,-16-3-90,5 10 90,-18 4-90,5 11 45,8 7 0,1 3-45,-2 3 0,9-6 0,5 1 0,16 1 0,6-1-3277,7 3 3219,-6-3 1,2-2 57,7-8 0,-2-8 44,1-8 1,0-1-45,4-1 0,2-15 0,-4-7-2268,-19-8 2268,3 10 0,-3 1 0,-13-8 2268,-1 14-2268,-16-6-89,4 13 89,-2 12 0,-5 7 0,4 0 0,-9 8 0,12-3 0,-3 2 0,4 0 0,1 8 0</inkml:trace>
  <inkml:trace contextRef="#ctx0" brushRef="#br0" timeOffset="26034">1905 6030 5801,'-2'-6'23,"-1"1"67,-10 4-90,5 2 0,-15 5 0,-8 9 45,7 0 0,-1 1-1457,6-4 0,1 0 1412,-2 2 0,3 1 0,7 4 0,4-1 0,0-1 0,-2 19-290,12-25 290,11 9 0,-1-8 0,2 0 0,-1 1 0,1 0 45,14 7 0,-2-2-45,-4-2 0,-3-2 0,-2 1 2714,-8 0-2714,-2 5 0,-5 0 0,-7-3 0,-11 2 0,-4-2-2992,0-1 2992,-1 0 0,-1 0-90,-9-3 0,7-5 0,-3-1-990,12-6 1080,8-4-60,1-4 1,3-4-1,1-5 1</inkml:trace>
  <inkml:trace contextRef="#ctx0" brushRef="#br0" timeOffset="27537">2330 6076 5781,'4'-7'223,"-5"1"-223,-3 6 0,-14 5 0,5 1 30,-6 4 0,-5 5 0,2-1-30,5-1 0,0 0-1040,-3 1 1,-2 2-1,3-1 1040,-5 9 90,2 2-90,10-5 0,-1 0 0,3-4 0,1 1 0,1 14 0,3 0 0,5-9 0,4-1 0,3-2 0,12-3 0,10 1-1560,-4-5 1560,2-7 0,-13-5 1218,9-4 0,1-2-1218,-2 0 0,0 1 0,0-2 0,0-10 0,-8-4 0,1-6-1325,-18 7 1,-4 1 1324,-2 0 0,-13-7 0,-13 15-90,14 6 0,1 1 0,1 2 90,-1 8 0,8-3 0,1 4 0</inkml:trace>
  <inkml:trace contextRef="#ctx0" brushRef="#br0" timeOffset="28020">2623 6389 5914,'-5'-5'359,"-6"2"-269,-4 8-90,0 1-3277,-1 5 2608,8-3 593,-5 15 166,5-5 329,5 4 1,3 1-420,6-4-1111,5 7 1021,1-20 90,-2-4 1667,0-2-1667,16-8-658,-12 2 658,12-7 0,-17-5 0,-3 0 90,-2-1 9,0 0 0,-2-1-99,-8 7 0,-18-8-1215,-3 14 1,-2 3 1169,9-3 0,-2 2-6,-7 7 0,-4 5 0,6 1 1,-3 6-1,4 0 0,0-1 0</inkml:trace>
  <inkml:trace contextRef="#ctx0" brushRef="#br0" timeOffset="28468">1507 6935 6004,'-9'-4'359,"-2"0"-179,4 2 90,-2-1-90,38-5-3457,-4 2 2879,1 0 1,8-1 461,-8 2 0,5 0 1,4-1-1,2 1 0,2-1 1,-1 0-1,0 1-159,-3 1 0,1 0 1,1 0-1,0 1 1,0-1-1,0 0 1,1 1-1,-1-1 105,-3-1 0,1 1 0,0 0 0,-1-1 0,1 0 0,0 1 0,-1 0 0,0 0 0,-1 0-249,5 0 0,0 1 0,0 0 0,-1 0 0,-1 0 0,-1 1 0,-3 1 171,9 0 1,-3 2-1,-2-1 1,-3 1 7,0-1 0,-2 0 0,1 1-86,-2 0 1,3-1 0,-2 1 0,-4 0 145,-1 0 0,-5 0 311,-3 0-622,-4 0 311,-3 2 85,-19 2 1,-5 0 0,-13 2 0</inkml:trace>
  <inkml:trace contextRef="#ctx0" brushRef="#br1" timeOffset="29384">2845 4732 12100,'-1'-7'-2253,"2"-1"1837,6-7 617,-3 6-105,4-3 60,-5 9 29,0 5-588,-2 2-1706,0 9 2227,-2 7-127,0 6-43,0 1 1,1 9 0,0 6 0,0 0 0,0-5-31,0-4 0,1-3 0,-1 2 0,0 6-77,0-10 1,1 2-1,-1 4 1,0 1-1,0 3 1,0 0-1,0 2 1,1-1 0,0 0-1,-1 0 1,2-2-1,-1-2 101,1 3 0,1-1 0,-1 0 0,2 0 0,-1-1 1,0 0-1,0-1 0,1 1 0,-2-1 0,1 1-215,-1 1 1,0 0 0,-1 0 0,1-1 0,-1 1 0,0-1 0,1 0-1,0-1 1,1 0 259,1 2 0,0 0 1,1 1-1,-1-1 0,1-2 1,0-1-1,0-4 0,0-3-76,1 5 1,0-6 0,0 1 8,0 1 0,1 0 0,-1-1-566,1 8 0,0-4 449,-1 1 395,-29-24-198,5-18 0,-1-6 0,-8-1 0,-1-3 0,9-2 0,-1 1 0,1 0 0</inkml:trace>
  <inkml:trace contextRef="#ctx0" brushRef="#br1" timeOffset="29884">777 4866 7477,'1'-17'-441,"2"-11"-1328,-1 13 2094,3-8 488,18 1-286,-10 13-69,14-8 194,-15 17-382,18 17-1278,-16 2 0,-1 6 0,0 2 1004,3 3 1,-2 1 0,0 7-13,-7-12 1,0 5 0,0 4-1,-1 1 1,0 3 0,-1 0-1,1-1 1,-1-1 0,0-2-1,-1-4-356,2 7 1,-1-3-1,-1-2 1,1 1-1,-1 4 313,-1-6 1,1 3 0,-1 1 0,0 1 0,1 0 0,-1 1 0,0-1 0,1-1 0,-1-1-119,1 1 1,0-1-1,0 0 1,0-1-1,0-1 1,0 0-1,1 0 65,1 2 1,0-1 0,0 0 0,1-1 0,0 2 0,0 0 6,-1-2 0,0 1 0,0 1 0,1 1 0,-1-1 0,1-1 0,0-2 0,-1-2 105,2 3 0,0-2 0,0-2 0,1-1 0,0 1 0,5 7 0,2 0 0,-1-3 0,-2-5 0,-2-5 0,-1-3 0,3 8 0,1 1 0,-5-15 0,-7-26 0,-3-8 0</inkml:trace>
  <inkml:trace contextRef="#ctx0" brushRef="#br1" timeOffset="30284">794 4791 3615,'5'-15'738,"13"-13"1405,-6 14-1779,5-1 1,3 2-645,12 3 0,3 4 443,-6-1 0,2 0-285,0 2 1,3 0 0,-2 0 170,1 1 0,5 1 3,-10 1 1,5-1 0,4 0 0,2-1 0,2 1-1,-2 0 1,-2 0 0,-4 0 70,0 0 1,-3 1 0,-1 0 0,1 0 0,3-1-160,-2 1 1,1 0-1,2-1 1,1 0 0,1 0-1,1 1 1,0-1-1,1 1 1,-1 0 12,-4 0 1,2 1-1,1 0 1,0 0-1,0 0 1,0 1-1,-1-1 1,1 0-1,-2 1 1,-1-1-1,-2 1-55,6 0 0,-3-1 0,-1 1 0,-1 0 1,1 0-1,2 0 0,2 0 48,-5 0 0,2-1 1,2 1-1,1 0 1,1 0-1,0-1 1,0 1-1,-1 0 0,-1 0 1,-1 0-1,-3 0 1,-3 1 90,12-1 0,-5 1 0,-1 1 0,-2-1 0,0 1-206,5 0 0,1 0 0,-3 1 0,-5-1 410,5 0 1,-8 2-422,-12 15 1,-38-11 0,-1 0 0,0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28:12.52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18400 7685 5734,'-8'-1'0,"-2"1"0,5 0 0,-1 1 0,5 0 0</inkml:trace>
  <inkml:trace contextRef="#ctx0" brushRef="#br0" timeOffset="1868">18398 8164 5734,'-1'-8'0,"2"1"31,-1 2 28,1 1-59,0-1 90,9 16-90,-5-5 0,7 13 45,-7 0 0,-1 3-1684,-1 9 1,-1 1 1625,1 2 1,0 0-1123,-3 4 1,-1-1 1134,0-15 0,-1 2-65,-1 5 0,-2 6 0,0 5 0,0 1 0,-1-1 80,1-4 0,0 0 0,0 1 0,0 0 0,0 1 0,-1 1-4,2-6 0,-1 1 1,1 1-1,-1 1 0,0-1 1,1-1-1,-1 0 0,1-1-59,-1 3 0,0 0 0,0-1 0,0-1 0,0-1 0,1-2 48,0 4 0,0-3 0,1-1 0,0 2 0,-1 3 0,0 1 0,0-1 0,1-2 95,0-3 0,0-1 0,0 3-95,0-3 0,-1 5 0,1 2 0,-1-1 0,1-3 0,0-6 0,1 3 0,-1-2 0,0 5 0,-1 3 0,2-6 0,-1-5 0,1-6-285,-2 5 285,2-8 867,-5 4-867,-7-23 0,1 3 0,-5-6 0</inkml:trace>
  <inkml:trace contextRef="#ctx0" brushRef="#br0" timeOffset="2401">18025 10086 5812,'4'-1'192,"2"8"-102,9 12-90,-5-1 0,6 8 44,-3-4 1,1-1-45,2 6 0,4 3 0,2-1 0,-4-11 0,7 7 0,-6-20 0,9-18-2607,-8 2 2607,-5 1 0,1-4-24,1-7 0,0-4 1,-2 2-22,-3 6 0,-1 1-790,4-8 0,3-3 0,-5 5 745,-1 0 90,4-10-205,-7 13 0,4-12 0,-6 15 0</inkml:trace>
  <inkml:trace contextRef="#ctx0" brushRef="#br0" timeOffset="7100">20761 6906 5734,'-7'-1'0,"0"1"0,1 0 61,-1 1-32,3 1-29,9-2 90,24 1-72,-6-2 0,8 0 0,3-1 0,0 1 0,-3 0-1111,1-1 1,-2 1 0,7 0 1089,-11 0 1,4-1-1,3 1 1,3-1-1,1 0 1,1 1-1,-1-1 1,0 0-1,-4 0 1,-2 1 2,4-1 0,-4 0 0,-1 0 0,0 0 0,0 1 0,4-1-284,-1 0 0,3 0 1,1-1-1,1 1 1,-1 0-1,0 0 1,-3 0-1,-2 0 284,7-1 0,-3 1 0,-1 0 0,3-1-62,-7 0 0,3 0 0,2 0 0,-1-1 0,-1 0 0,-2 1 1,-4 1 64,2-1 0,-4 0 1,5 0-4,1 0 0,6-1 0,2-1 0,0 1 0,-6 0 0,-8 1 0,10-1 0,-8 0 0,-2 1 0,-14 2 0,-1-1 0,3 0 2104,-5 0-2104,4 0 0,-9 1 0,3 0 0</inkml:trace>
  <inkml:trace contextRef="#ctx0" brushRef="#br0" timeOffset="7587">22349 6653 5795,'-1'-7'29,"3"2"-29,4 3 0,4 3 90,20 4-90,-10-1 30,7 2 0,7 1 0,-5 0-30,6 1-886,-11-2 0,3 1 1,-3-1 885,11 2 0,-3 0 0,-10-2 0,1-1 0,7 3 0,-4-2 0,-1 1 0,-16-3 0,5 2 0,-21 6 0,-15 10 0,6-8 0,-2 1 0,0 0 0,-3 0 0,-1 0 0,-4 2 0,0 1 0,3-3-82,0-1 0,1 1 1,-2 1-1,-4 2 0,0 1 1,4-3-1,0 1 0,0-1 1</inkml:trace>
  <inkml:trace contextRef="#ctx0" brushRef="#br0" timeOffset="11300">18703 10052 5809,'5'-4'15,"1"0"-15,-4 2 180,1-2-90,0 2 179,-1-1-1908,-12 14 1,-6 7 1613,2-3-370,-4 5 0,-3 5 395,-1-2 0,-1 2 0,1-1-988,-1 3 0,0 1 988,-1-2 0,-1 2 0,2 0 0,5-5 0,3 1 0,1 0-99,3-1 1,1 1 0,1-1 98,-5 8 0,3 1 128,9-6 0,3 1 1,6-5-174,11-8 0,3-4-103,-1 4 1,0-3 147,2-7 0,-2-4 0,-2-4 883,-2-2-883,2-6 0,-4 2 2268,-2-6-2268,-18-12 0,-6 9 0,1 2 0,-2 2 0,-5 6 0,0 3 0,-3-1-360,-13 4 91,27 2 3486,-1-3-3217,15-4 0,7-4 0,3-1 0</inkml:trace>
  <inkml:trace contextRef="#ctx0" brushRef="#br0" timeOffset="11617">18912 10285 6004,'-1'-10'179,"2"2"-179,1 5 0,4-2 90,15-5-90,-8 4 0,14-6-90,-11 7 1,-4 1-91,0 0 180,-8 7 0,-6 2 0,-2 4 0</inkml:trace>
  <inkml:trace contextRef="#ctx0" brushRef="#br0" timeOffset="11834">18881 10400 5824,'3'11'359,"6"-4"-359,0-4 90,10-6-45,0-5 0,1-1-135,7-2 45,-3 1 0,1-2 45,6-4 0,-9 4 0,7-5 0,-15 8 0</inkml:trace>
  <inkml:trace contextRef="#ctx0" brushRef="#br0" timeOffset="12300">19356 10215 6004,'6'-7'359,"6"-6"-269,0-1-90,1-1 0,-2 1 0,-5 5 0,8-23 90,-6 15-90,1-14 0,0-2 0,-5 10 0,0 2 0,-1 1-90,-1 6 90,1 18 0,-1-3 30,-1 17 0,0 13 0,-1-1-30,0-6 0,-1 2 0,1 1 0,1 6 0,0 0 0,0-3-1639,0 5 1,1-3 1535,0-1 1,0-2 102,2 5 0,1-17 0,-3-10 0,2 4 0</inkml:trace>
  <inkml:trace contextRef="#ctx0" brushRef="#br0" timeOffset="12551">19296 10546 5824,'-2'10'180,"11"0"-180,-3-7 90,9 0-90,-4-7 89,17-10-1728,-9 4 1,0 1 446,-1-2 1,1 1 1191,0-1 0,-1 1 1409,1-2-1409,4-4 0,0-1 859,1-1-859,-2 0 0,-1 1 0,-5-1 0,0-1 0</inkml:trace>
  <inkml:trace contextRef="#ctx0" brushRef="#br0" timeOffset="13234">19627 9390 5824,'-19'-12'0,"0"1"0,-12-7 0,1 6 0,-7 2-820,6 5 1,-4 1 0,-2 2 0,3-1 54,2-2 1,1 0-1,-6 3 765,8 4 0,-4 1 0,-4 2 0,-2 0 0,-1 2 0,0-1 0,3 1 0,3 0 0,5-1-85,-10 3 1,7 0 0,-5 3 84,7-4 0,-5 2 0,-2 1 0,-1 0 0,2 1 0,4-2 0,5 1 0,1 1 0,6-1 0,-2 3 0,-6 4 0,-2 2 0,-1 3 0,1 2 0,7-4 0,1 2 0,0 2 0,0 0 0,0-1 0,0 0 0,-2 1 0,0-1 0,0-1 0,1 2 0,1 0 0,-1 2 0,1 1 0,1 0 0,2 2 0,2 2 0,5 1 0,1 4 0,2 2 0,1-1 0,1-2 0,1-5 0,-3 4 0,3-5 0,-1 5 0,2-3 0,-2 6 0,1 1 0,0 1 0,2-5 0,3-5 0,4 2 0,3-1 0,1-4 0,2 3 0,1 1 0,3 0 0,1-4 0,2 1 0,2 1 0,0-1 0,-1-1 0,0 4 0,0 0 0,0 0 0,2-2 0,2 1 0,2-1 0,2-2 0,3 0 28,1-7 1,3-1-1,3-1 1,1 0-1,-3-2 1,-3-2 1,3 3 0,-3-3 0,4 1-68,-8-2 1,2 0 0,2 2-1,2 0 1,-1-2 0,0-1 0,-2-4 37,5-2 0,-1-3 0,0-2 0,0-1 0,0-1 0,1 0 0,0-1 0,0-2 0,0 1 0,1 0 0,2 1 0,1 0 0,0 0 0,-1-1 0,-1-2 0,-4 0 0,-1-1 0,0 0 0,-2-1 0,-3 0 192,-1 0 0,-3 1 0,4-5-192,-1-1 0,3-3 0,3-2 0,1-2 0,-1 1 0,-2 0 0,-3 3 30,7-5 0,-5 2 0,4-3-126,-8 6 1,3-2 0,2-1 0,0 0 0,0-2 0,-3 0 0,-3-1 95,-1-4 0,-3-3 0,-2 1 0,-2-1 0,0 1 0,1-1 0,-2 1 0,-1 0 0,1-2 0,2 0 0,0-3 0,1 0 0,-2 1 0,-3 1 0,1-5 0,-4 1 0,0 1 189,-1 0 0,-2-1 0,-1-5-189,-3 10 0,-2-4 0,0-3 0,-1 0 0,0-1 0,0 3 0,0 2 0,1-5 0,0 3 0,-1 0 0,0-3-95,-1 2 1,0-4-1,0 0 1,-2-1-1,-2 3 1,-4 3 94,-4 4 0,-3 2 0,-2 1 0,-2 2 0,-1 1 0,-1 1 0,-2 1 0,-1 2 0,-1-1 0,1-1 0,3 1 0,1-1 0,-1 0 0,0 0 0,-2 1 0,0 3 0,-3 0 0,-1 3 0,-2 0 0,0 2 0,-1 1 0,-2 1 0,3 2 0,-2 2 0,-2 0 0,0 1 0,0 1 0,0 0 0,2 0 0,2 0 0,-5-2 0,3 0 0,1 0 0,-2 2 0,-5 1 0,9 3 0,-4 0 0,-2 2 0,-3-1 0,-1 2 0,-1-1 0,1 2 0,0-1 0,3 1 0,1 1 0,4-1 0,3 1 0,-11 3 0,7 1 0,0 2 0,-4 0 0,3-1 0,0 0 0,-1 1 0,1-1 0,0 0 0,-1 0 0,1 1 0,0-1 0</inkml:trace>
  <inkml:trace contextRef="#ctx0" brushRef="#br0" timeOffset="14583">23574 6512 5824,'3'-6'0,"1"1"0,-11 0 90,-3 3-90,-6 0 0,-3 4 0,-3 4 0,-5 4 0,-2 2 0,5-1 0,0 0 0,0 1 0,2-1 0,1 0 0,-2 5 0,-1 5 0,-2 5 0,-1 3 0,1 1 0,4-1-281,4 1 1,3 1-1,1 0 1,-2 2 280,1-6 0,-3 2 0,0 0 0,1 1 0,3-1 0,5-1-17,5 5 0,6 0 1,2-2-1,2-5 17,1 1 0,5-6-742,8-2 1,0-8 741,-6-9 0,15-5 45,-9-5 0,0-2-45,-2 1 0,-1-1-491,1-2 0,-4-2 491,-4-5 90,-7-2-1150,-11-2 0,-4-2 1060,0-3 0,-2 4 0,-1 3 920,0 10-920,-5 1-818,5 5 818,-4-1 0,3 4-359,-9 4 359,10-1 0,-2 3 0,17-4 0</inkml:trace>
  <inkml:trace contextRef="#ctx0" brushRef="#br0" timeOffset="14900">23666 6866 6004,'12'-4'90,"1"1"-135,7-1 0,0 1 45,-1 0-180,16-3 180,-25 3 0,-6 2 0,1-1 0</inkml:trace>
  <inkml:trace contextRef="#ctx0" brushRef="#br0" timeOffset="15134">23581 7055 6004,'7'7'269,"-2"-2"-89,29-5-270,-2-4-919,-13 3 0,0-1 829,1-2 0,-2-1 180,7-4 0,-2-3 0,-2-2 0</inkml:trace>
  <inkml:trace contextRef="#ctx0" brushRef="#br0" timeOffset="16184">24137 6532 5914,'1'-7'90,"0"1"0,4 3-90,16-5 89,-9 5-89,10-1 0,2 1-3277,6 6 3162,7 0 115,-7 11 1,-21 7 1,-6 7 0,-4 3-2,-6 0 0,-5 2 0,-2 1 0,2-1 0,4 0 0,2-1 0,-1 0 0,-3-1-560,-5 3 0,-4-1 0,0-2 0,2-5 560,3-4 0,1-4 0,-8 13-278,12-13 0,0 0 278,-3 6 458,21-4 0,7-4-458,20-9 0,-3-1 0,1-2 73,-4-5 1,0-1-194,0-2 0,2-1 0,-3 0 1209,-5 1 0,0-1-1089,3-3 0,2-2 0,-8-1 0,-11-5 0,7-13 0</inkml:trace>
  <inkml:trace contextRef="#ctx0" brushRef="#br0" timeOffset="19884">19346 10223 5812,'-7'-4'192,"-1"-2"-192,3 1 0,0 0 90,2-1-90,1 3 0,2-17 89,2 4-89,1-4 0,2-1 0,7-12 0,2 1 0,3 3 45,-1 11 0,2 1-45,1-3 45,5 0 0,2 5-45,-9 11 0,10-3-1015,-14 10 1015,-4 1 0,0 4-1483,1 10 0,-2 3 1483,0 1-272,0-1 0,-3 4 272,-9 2 0,-4 2 0,-1-1-919,-1 1 0,-1 1 919,1 2 0,-1 3 0,0-3 0,-3-2 0,2-3 0,2-6 0,0 0 194,0-2 1,-1 2-195,-4 7 0,-4 3 0,3-4 202,4-6 0,0 0-202,-3 2 0,-2 5 0,0-1 0,4-6 0,-2 1 0,2-2 0,1-2 2268,7-8-2178,4-1-90,2-5 3276,4 0-3218,12-9 0,3-3-3335,2 0 3264,3-1 1,0-2 12,4-2 0,1-1 45,-8 3 0,4 0-15,1 0 0,3-1 0,-2 0-1164,1 0 0,0 0 1134,-4 2 0,1-1 0,-1 2 0,9-4 0,-4 3 0,-2-1 260,0 1 0,-3 1-260,-15 6 0,-2 0-180,2-1-270,1-3 3021,-3 0-2571,1-5 0,-5-1 0,0-2 0</inkml:trace>
  <inkml:trace contextRef="#ctx0" brushRef="#br0" timeOffset="21535">24115 6607 5795,'4'-6'-25,"0"1"28,-1 3 31,12-4-23,-7 4-8,12-1 0,2-1 87,-2 3-90,15-1 0,-18 1 0,7 4 0,-8-2 0,8 3 0,-6 8 0,-1 4-3277,1 12 3264,-1-7 1,-3 1-1229,-8 14 1241,-6-15 0,-5 2-457,-5 3 0,-3 2 0,0-1 457,0 2 0,-2 0 0,-1-2 0,-2 1 0,2-5 0,2-8 0,-2 0 0,-10 8 0,-5 3 0,3-3 0,7-5 0,0-1 0,-6 5 0,-2 1 0,6-4 0,3-4 0,6-3 0,3-2 959,36-1-959,-6-3 0,3-3 0,0 0 2528,7 2-2483,4 4 0,1 1 2334,1 2-2379,-6 0 0,5 3 0,-7-2 0,-3 3 0,1 3 0,-3 1-2066,-9-4 2066,2 7 90,-11-10-45,-19 16 0,-10 3 0,6-15 0,-3-1-853,-3 7 1,-4 3 0,-1-6 807,5-9 0,0-3 0,-1-2-1,0 1 0,0 0 0,1-2 1,-5 2 0,0-1 0,4-2 0,-2-1 0,3 0-45,-2 0 0,1-1-45,-6 1 0,1-2 649,11 0 1,0-2-560,-2-3 0,1-2 0,-4-5 0,5 2 0,0 0 0</inkml:trace>
  <inkml:trace contextRef="#ctx0" brushRef="#br0" timeOffset="22636">20330 8558 5824,'5'-5'90,"2"-1"0,-4 4 89,7 0-89,7 5 0,10 5 0,5 2 0,-10-2 0,8 2 0,3 1 0,-1 1 0,-5-3-1183,-2 0 1,-3-1 0,3 1 951,3 0 0,3 3 0,2-1 0,1 1 0,-1 0 250,0-1 0,0 0 1,0 0-1,0 0 0,-2 0-64,2 0 0,-2-1 0,0 1 0,4 0-329,-7-1 1,2 0-1,2 0 1,0 1-1,1 0 1,-2-1-1,-2 0 320,4 1 0,-2-1 0,-1-1 0,1 2 0,2 0 15,0 0 0,3 1 1,1 1-1,1 0 1,-1 0-1,-2-1 1,-3 0-139,5 0 1,-4 0-1,0-1 1,2 2 101,-5-2 0,2 0 0,1 1 0,0-1 0,-1 2 0,-2 0 21,1 1 0,-1 1 0,0 1 0,-2-1 0,-2-1-6,3 1 0,-2-1 0,3 3-30,-3-2 0,4 2 0,1 1 0,1 0 0,-3 0 0,-5-3 0,1 0 0,-4-1 0,1 1 30,5 2 0,1 2 0,-3-3-75,-4-1 0,-2-2 134,2 2 0,-4-1-809,-6 7 361,-2-4 179,-20-8 2081,1-6-2261,0-1 360,-9-2 0,6 1 0,-9-5 0,9 1 0</inkml:trace>
  <inkml:trace contextRef="#ctx0" brushRef="#br0" timeOffset="23484">22924 9318 5914,'6'-7'269,"-2"2"-179,-9 5-90,1 1 0,-27 14 90,13-4-90,2-3 0,-3 3 30,-4 6 0,-3 4 0,4-3-30,4-5 0,0 1-771,-8 8 0,-3 2 0,3 0 816,7-3 0,2 0-45,-3 7 0,2 1 0,2-6 0,5 1 45,5 12 0,6-3-45,5-9 0,2-3 0,3-3-195,3-9 195,16 3-2561,5-6 2561,2 0 0,-5-5 1509,-14-3-1509,10-11 0,-15 6 0,8-9 0,-19 7-401,-2 0 401,-3-2 0,-7-6-942,-2 2 0,-1 1 942,-7-8 0,4 7 0,-2 0 1066,-2 2 1,0 3-1067,-4-3 0,6 4 0,1 2-90,1 5-270,3 1 360,-1 2 102,13 2 1,7-1 0,6 0-1</inkml:trace>
  <inkml:trace contextRef="#ctx0" brushRef="#br0" timeOffset="23786">22970 9598 6004,'8'-4'269,"-1"1"-179,-3 1-90,-1 0 180,3-1 0,9-2-90,1 2-45,7-2 0,2 0-45,-3 2-315,6-1 0,0-1 315,-13 3 0,7-1 0,-17 2 0</inkml:trace>
  <inkml:trace contextRef="#ctx0" brushRef="#br0" timeOffset="23984">23070 9664 5914,'-2'6'359,"5"1"-269,7-6-180,5-1 90,1-3-547,1-4 1,2 0 0,3-2 0,-2 0 0,1-1 0</inkml:trace>
  <inkml:trace contextRef="#ctx0" brushRef="#br0" timeOffset="24467">23468 9554 5914,'8'-4'180,"10"-6"-180,-10 3 89,6-6 1,0-1-90,-6 3 0,10-11-851,-10 8 851,1-4-1486,1-4 0,0-1 1486,3-6 0,-5 8 0,2 0 0,8-9 0,-10 18 0,7-7 90,-8 27-90,-4 17 90,-1 10-90,-5-4 0,-4 7 0,1-5 0,1-8 0,0 1 130,-1 2 0,-2 5 1,-1 0-1,3-7-220,0-7 0,1-2 1272,-3 10 0,1-3-1362,1-4 28,3-9 1,1-5 0,1-1 0</inkml:trace>
  <inkml:trace contextRef="#ctx0" brushRef="#br0" timeOffset="24737">23324 9867 5914,'-7'10'180,"3"-2"269,20 0-359,-5-5-90,15 0 0,2-7 0,3-4-225,1-1 0,3 0-868,-4 0 1,2 0 0,-2 0 818,6-3 1,-3 0-52,-6 2 1,-3 1 0,-6 1 0,-2 0 0,1 0 0,0 0 0</inkml:trace>
  <inkml:trace contextRef="#ctx0" brushRef="#br0" timeOffset="206251.27">1455 8306 5734,'-3'-7'70,"0"1"40,-1-1-20,-2 1-90,-1-1 90,-1 4-90,2 2 89,-28 9-89,13-2 45,-1 1 0,-1 1-1159,-3 5 1114,4-1 0,-3 2 0,0 0 0,4 0 0,0 0 0,0 1-978,-6 4 1,-1 0-1,2 0 978,1 1 0,5 1 0,4 13 0,5-2 0,5-4-30,10 0 0,5 4 0,3-5-981,2-13 1,2-2 965,8 10 0,0-2 20,4-6 25,-11-9 1121,0 0-1121,4-3 0,0-1 0,0 0 0,-1 0 0,-1-2 2564,1-9-2564,-11 1 0,4-6 2128,-14 4-2128,-6-3-1590,-5 0 1,-2-1 1589,-2-4 0,-5-1 0,0 2 0,10 10 0,-8-6 0,16 13 0</inkml:trace>
  <inkml:trace contextRef="#ctx0" brushRef="#br0" timeOffset="206721.27">1624 8617 5914,'-9'-13'180,"1"5"-91,-12 1 1,-3 16-90,-6 9 0,6 5 45,4 8 0,3 0-45,5-5-45,-1 11 0,6-1-3232,16-16 3162,0 8 115,4-18 0,-4-9 0,8-6 0,0-4 0,2-1 30,-4-7 0,2-6 0,-6 2-30,-6-12-776,0 4 1,-4 2 775,-15 3 0,-5 5 1289,-4 11 1,-2 6-1290,0 10 0,0 4 0,-1-5 0,2 3 0,6 12 0,-1-1 0</inkml:trace>
  <inkml:trace contextRef="#ctx0" brushRef="#br0" timeOffset="209136.27">795 9705 5770,'-2'-6'54,"1"0"-54,2 1 0,1 1 90,0 0-90,0 0 0,2-5 90,1 2-90,9-15 0,-7 13 0,5-8 0,0 3 0,0-1 0,2-2-1366,-2 4 1366,-4 6 90,18-17-90,-12 11 0,14-11 0,-17 14 0,15-11-2940,-2 3 2940,3-4 0,-2 5 0,-5 5 0,0 1 0,3-3 0,8-2 0,1 0 0,1 2 0,-8 3 0,3 0-894,1 0 0,-2 2 894,7-3 185,-14 6 1,1 0-231,-1 0 1,1 1 44,-3 1 0,1 0 0,4-2 0,1 1 0,-6 1 0,1 1-141,4 0 0,-1 1 141,8-2 94,-6 3 0,5 1 0,-4-1-94,8 2-141,-6-1 0,0 1 141,-3 1 0,-1 0 0,-1 2 0,1 0 0,7 1 364,-6 0 1,4 1-1,-5 0-364,6 2-184,-5-1 0,0-1 184,5 5-220,-10-4 1,0 1 219,11 4 1053,1 2 0,-2 0-1053,-11-5 0,0-1 0,1 2 0,5 3-2106,4 3 2106,0 0 327,-4-1-327,-7-5 0,-1 1 0,0-1 0,0 1 0,1-1 0,6 6 0,3 1 0,0 0 0,-3-2 0,7 4 0,-16-10 0,16 10 0,-6-4 90,5 2-90,-1 0 2268,-3-1-2268,-9-6 0,-1 1 0,0-2 0,16 11 0,-14-10 0,-4-3 0,2 1 3276,-7-4-3270,-5-2 1,-13-3 0,-4-1-1</inkml:trace>
  <inkml:trace contextRef="#ctx0" brushRef="#br0" timeOffset="211221.27">685 9757 6004,'10'1'90,"-2"1"-90,-2 4 89,3 4-89,-1-1 0,1 2 90,12 12-90,-11-12 45,2 3 0,2 0-45,2 3 0,7 6-3277,-3-3 3252,0-2 25,-8-7 45,8 5 0,1 2-45,3 3 0,4 2 0,1 0-1134,-12-9 0,-2-2 1134,1 1 0,1 0 45,-1-1 0,1 0-45,8 3 0,1 0 0,5 4 0,-8-6 0,3 1 0,-3-3 0,7 3 0,-10-4 0,0-1 0,8 2 0,-5-4 0,0 0 0,5 2 0,6 0 0,2 0 90,-2-4-90,-13-1 0,0 0 0,6-1 0,-15-2 0,8 1 0,3-1 1134,3-1 0,2 0-1134,5 0 0,0 0-534,-5 0 0,-3-1 534,11-2 0,-15 1 0,0 0 0,6-1 0,-7 1 0,-2 1 0,-4-1 2863,16-2-2863,0 0-2179,2-1 2179,-8 1 0,-12 3 0,24-8 0,-16 5 0,2-2-671,3-1 0,0 0 671,-6 2 0,-1-1 0,2-1 0,-10 3 0,22-11 863,-14 6 0,1-2-863,3-1 0,0 0-568,-5 2 1,-2 1 567,2-2 0,-8 5 0,14-9 0,-11 8 1415,6-6 0,-1 0-1415,-5 2 0,8-6 0,-7 5 0,1-3 0,-2 3 0,12-15 0,-13 16 0,6-8 1697,-5 6-1697,4-4 0,-3 4 0,0-2 0,1 1 0,0 2 0,4-8 0,-7 12 0,5-7 0,-8 8 0,8-7 0,-5 5 0,-6 4 0,11-10 0,-11 11 0,3-4 0,-5 5 0,3-3 0,-3 3 0,9-8 0,-8 8 0,5-5 0,-6 6-180,2-3-90,3-2 180,-2 0 1,1 0 89,-1-3 0,-3 4 0,2-5 0</inkml:trace>
  <inkml:trace contextRef="#ctx0" brushRef="#br0" timeOffset="214320.27">1607 9216 5753,'-6'-2'161,"-1"1"-161,2 1 90,-1 0-90,0 0 0,-2 1 0,1 1 90,-7 3-90,6-2 0,-3 3 0,-3 4 89,2-1-89,-5 4-734,7-4 734,5-4 0,-10 14 0,8-8 45,-6 10 0,0 1-45,5-1 0,-7 13-631,9-17 720,1 0-3028,-4 16 2939,3-11-960,-3 9 960,7-20 0,-3 10 0,0 5-691,1-3 781,0 0-90,1-10 1232,1 6-1232,-1-4 1306,1 1-1306,1-7 0,-1 11 0,0-8 0,0 9 90,1-12 1577,-1 14-1667,1-7 0,0 7 1307,0-12-1307,1 0 0,0 9 0,1-7 534,1 21-534,-1-24 0,2 14 0,-1-11 0,1 8 0,0-7 0,3 14 0,-3-17 0,2 8 0,0-6 0,2 2 0,-2-2 0,3 0 0,2 6 0,-5-9 0,5 9 0,-1-6 0,0 1 0,2 0 0,-2-1 0,4 1 0,-7-6 0,7 5 0,-4-5 90,3 1-90,-2 0 0,1-1 0,5-1 0,-8-3 0,9 4 0,-2-4 0,-1 0 0,4 0 0,-1-2 0,8 1 0,-10-2 0,19 1 0,-19-2 0,4 1 0,-4 0 0,12-4 0,6 0 0,1 0-1895,-8 0 1895,-16 1 0,1 1 0,8-3 0,-6 2 0,20-6 0,-21 5-455,10-4 455,-13 3 0,0-1 0,11-8 0,4-5 0,2-3 0,-8 4 1792,-7 3-1792,3-8 0,-4 8 0,2-7 0,0-2-2834,-2 5 2834,5-13 0,-9 19 0,-1 0 0,0-6 0,0 4 0,-1-4 0,-2 11 90,1-17-90,-1 7 0,1-8 0,-2 3 0,-1-6 0,0 5 1638,-1 0 0,0 0-1522,-1 4-116,0-13 0,-1 9-3277,0-3 3162,0 3 115,0 0 90,-4-6-90,3 12 0,-3-12 0,1 10 0,-4-4 0,3 5 0,-2-1 0,0 1 90,3 7-90,-6-11 3276,3 9-3160,1 0-116,-1-1 0,1 3 0,-6-3 0,-4 0 0,-2-4 0,1 5 0,9 7 0,-5-4 0,7 5 0,-15-9 0,16 10 0,-9-5 0,2 3 0,-5-1 0,1 0 0,2 1 0,-7 0 0,6 2 0,-7-2-2515,9 3 2515,7 3 0,-14-2 0,8 2 0,-10-1 0,-11 2 0,18 0 0,-18 1 0,9 1 0,0 2-1445,-3 0 1445,6 1 0,10-2 842,-4 2 1,-2 3-843,1 1 0,1 0 0,-3-1 0,2 2 0,-8 12 0,18-11 0</inkml:trace>
  <inkml:trace contextRef="#ctx0" brushRef="#br0" timeOffset="-211511.46">1311 10052 5767,'2'-7'28,"0"1"-16,1 3-4,-1 0 1,7-7-9,-4 6 0,5-7 90,3-1-90,2 0 0,2-2 0,2 0 45,-3 3 0,0 0-45,4-2 0,7-3 0,2 0-1639,-10 7 1,-1 0 1580,3 0 1,0-1 57,12-4 0,-12 6 0,1 0 45,2 1 0,2-1-1180,1-1 1,0 1 1134,-4 2 0,-3 1 0,-1 2 0,-2 0 0,17-1 0,-12 2 0,9-1 2269,-9 4-2269,3 1 0,-1-1 0,11 5 0,-23-3 0,10 3 3276,-14-3-3160,-1 1-27,6 3-89,-4-2 0,3 3 0,-6-3 0,1 0 0,-1 0 0,2 1 0,0 2 0,-1-1 0,3 5 0,-5-5 0,1 0 0,-3-1 180,-1-3-180,-9-10 0,4 5 0,-14-14 0,5 7 0,-2-3 90,0 2-90,-19-7 0,9 9 0,-1 0 0,-3-1 0,-1 1 0,0 2 0,-2 2 0,-7 5 0,1 1 0,15 0 0,0 0 0,-8 2 0,-4 2 0,4 0-1639,9 0 1,2-1 1580,-8 2 1,2 0 57,-3 4 0,6-2 90,6 0-90,-2 3 0,-1 0 0,3 0 0,-5 8 0,0 2-2268,6-3 2268,4-2 0,0-2 0,4-1 2268,1 0-2268,-1 10 0,1-8 0,5 19 0,4-22-536,2 6 536,1-11 3126,2-2-3126,17 0 0,-8-2 0,13-4 0,1-3-3126,-9-1 3126,2 0 0,-1-1 0,-9 0 536,14-9-536,-10 0 0,1-2-1936,10-5 1936,-13 6 0,-2-1 0,-1-19 0,-7 19 0,2-18 2432,-14 16-2432,-7 3 0,-1-2 0,-9 8 0,-7 13 0,-1 4-496,-3 0 496,2 1 0,1 4 0,9 2 0,4 2-1134,6-2 0,0 0 1134,-5 3 0,3 0-399,4 6 399,9-13 0,1 1 0,11 9 0,6-9 0,2-1 0,7 8 0,-2-15 0,8-3 0,0-1 0,-6-2 0,-5 1 0,-1-3-121,11-4 0,7-3 0,-1-1 0,-8 1 121,-11 3 0,-3-2 0,17-8 0,-3-3 0,-16 3 0,-9 1 883,-35-2-883,3-3 0,0 19 0,-2 7 0,9 1 0,1 2 0,1 1 0,0 3-45,-4 8 0,1 2 45,5-9 0,3 1 45,2 18 0,9-1-45,25-9 0,-9-4 0,1-3 0,4-6 0,2-5 0,12-5 0,0-2 1134,-13 3 0,0-2-1134,11-6 0,3-6 0,-7 1 0,-5-9 0,-1 0 0,-4-2 3276,-20-7-3218,-16 9 0,-4 1-58,-2-3 0,-4 16 0,-8 4 0,6 5-3277,-1 10 3219,-1-1 1,4 2-320,15 5 377,10 0-2143,11 16 2143,1-9 0,11 9 0,13-15 0,2-5 0,-3 0 740,2-1 1,3-3-696,-6-10 0,-1-4-45,2-3 0,2-1 0,3 0 0,-1-3 112,-12-5 1,-1-4 0,-6 2-113,1-9 632,-9 3 0,-6 2-632,-10 6 0,-6 4 0,-6 2-819,-5 7 1,-5 3 0,2 1 818,-6-5 0,0 3 169,3 3 1,-1 4-1,0 4-147,3 6 1,-1 5 0,2 1-1,3-3-22,1-1 0,1 1-141,0-1 0,-5 4 1,4 0-1,8-1 141,11 3 0,8-1-418,6-2 0,3 1 418,-2 1 0,1-2 0,7-3 0,1-5 2014,5-1-1984,4-9 0,7-2 0,-3 0-30,-8-1 0,-1-1-260,9 0 0,4-1 0,-3-3 260,1-10 0,-6-3-674,-8 4 0,-1-1 674,8-5 0,-3 0 1215,-7-9-1215,-11 3-856,-18 1 1,-5 1 855,-2-3 114,-4 18 1,-8 1 0,-2 3 0,5 5-115,-4 8 0,1 5 0,-4-3 0,-3 1 0,6 2 0,9 2 0,4 3-244,1 5 1,2 1 243,4-3 524,2-3 1,3 1-525,13 9-1049,0-15 1049,9 10 0,-4-20 1153,23-5-1153,-8-4 0,4-5 0,-1 1 1134,0 3 0,2-3-1152,-6-3 0,4-3 0,1-3 0,-2 2 0,-7 2 18,-3 2 0,-3 0-704,7-6 0,2-2 0,-7 4 704,-11 5 2345,-5-4-2345,-29 8 0,5 2 0,-7 10 0,-5 7 0,5 5 0,0 6 0,1-2 0,-1-2 0,1 2 0,4 4 0,-2 5 0,3 0 0,6-5 0,3 6 0,8 9 0,10-3-323,30-20 323,-15-3 0,1-2 0,2-6 0,2-5 0,2-5 0,1-5 0,-2-2 0,-3-5 0,-2-4 0,0 1-756,4-1 0,0-1 0,-4 0 756,-3-11 0,-9 2 0,-11 10 0,-8 6-487,-15 8 1,-4 5 486,14 0 0,-2 0 318,-14 4 1,-1 6-319,4 11 0,4 4-319,11-8 1,0 0 318,-8 7 0,4 2 0,17 6 0,29 0 0,-9-7 212,6-13 0,7-3 1,-3-4-213,-8-3 0,0-1-319,13-1 1,-1-2 318,-3-7 0,-9-2 0,-8-3 0,-2-1 0,3-3 522,-23-2 0,-9 4-522,2 17 0,-3 4 0,-10-5 0,-1 2 0,8 8 0,2 4 0,-1 1 0,1 3-522,-5 7 0,2 2 522,6-7 0,1 0 486,-2 3 1,7 1-487,24 13 0,-2-19 0,16 13-491,-9-23 491,3-3 0,2-2 0,10-4 0,0 0 0,-5 1 0,0-1 1012,4-1 1,-3-5-1013,-9-6 0,-6-2-2025,0 1 2025,-3-1 0,-4 1 0,-14 3 491,-21-2-536,1 13 0,-3 3 0,7-1 0,0 1 0,-7 4 0,1 6-56,-1 10 1,4 3-1,13-11 1,0 2-1,-12 11 1,0-1 0</inkml:trace>
  <inkml:trace contextRef="#ctx0" brushRef="#br0" timeOffset="-207161.46">1292 11191 5773,'5'-6'141,"-1"1"-51,0 6-90,-2 4 90,0 0-90,-2 4 179,-1 19-134,0-3 0,-1 3-45,0-3 0,0 1 30,1 0 0,-1 1 0,1-1-1669,0-1 1,-1-2 1580,1 1 1,1-1 57,-2 11 0,1-17 45,0 4 0,0 1-45,-1 0 0,-1 10 0,1 0 0,-1-11 0,1-1 0,0-2 0,0-2 0,-2 4 0,3-8 3276,-6 14-3160,6-19-116,-4 11 0,3-14 0,0 8 0,0-7 0,-1 12 0,2-12 0,-1 7 0,0-6 0,1 2 0,-1 2 0,0 1 0,1 0 0,1-2 0,0-2 0,1-3 0,-1 0 0,1 0 0,1-1 90,7-1-90,-2-2 0,4 0 0,6-1 0,2-2 0,9 0 0,-5 0 0,8 0 0,7 0 0,-8 2 0,1 0 0,2-1 0,-4 1 0,0-1 0,1 1 0,-2-1-1019,6 1 0,0 0 1,-3 0 1018,4 1 0,-3 0-1190,-4-1 0,-2 2 1190,-6-1 0,-2 0 0,6 0 0,-3 0-1197,-5 0 1197,0 0 0,18 1 0,-15 0 776,13-1-776,-14 0 2171,1 1-2171,14-1 1266,-14 0-1266,4 0 0,-2 0 0,-9 0 0,8 0 351,-12 0-351,-4 0 0,1 0 0,2 1 2069,-1-1-1709,1 1-270,-10-10-90,2 3 0,-6-7 0,4 1 0,0 3 45,0-17 0,-1-6-45,2 12 0,0-2 0,0-12 0,1-5 0,0 2 0,0 10 0,1 0 0,1 1-1093,-1-5 1,1 0 0,0 2 1034,0-1 1,0 0-699,0 4 0,0-1 0,0 3 756,-1-7 0,0 4 0,1-5 0,-1 6 0,-1 2 0,0 1 0,0 1 0,1 5 0,-2-5 1630,1 10-1630,0-3 3076,1 0-3076,-1 7 0,0-9 0,0 11 0,1-1 0,-1 2 954,1 0-954,-1 1 0,-16 7 0,4-1 0,-5 4 0,-3 1-3277,-14 0 3162,0 1 115,2-3 0,9-2 0,1-1 0,-5-1 0,3 1 0,7-2 0,-2 1 0,-6-1 0,-6 1 0,-1-1 0,5-1 0,3-1 0,2 0 0,-2 1 0,-1-1 0,2 0 0,4 1 0,2-1 0,-11 0 0,2 0 0,2 1 0,-2 0 0,-4 0 0,4 1 0,2 0 0,-3 0 0,2 0 0,11 1 0,-11 0 0,-4 0 0,-1-1 0,5 1 0,0-1 0,15 1 0,-11-1 0,11 0 0,1 1 3276,-1-1-3160,4 1-116,-2-1 0,2 0-180,0 1-450,2 0 630,16 3 0,-2 0 0,13 3 0</inkml:trace>
  <inkml:trace contextRef="#ctx0" brushRef="#br0" timeOffset="-202109.46">1310 7951 5739,'4'7'17,"0"-1"14,-1-2 0,0-2-25,1 2-6,-1-3 90,2 1-90,0-2 90,5-2-90,-1-3 90,11-7-90,-9 5 179,17-17-179,-20 15-321,10-11 411,-10 9-90,0-3 0,8-9 0,-6 6-1745,4-4 1745,-6 9 45,2-4 0,0-1-45,1-2 0,2-3 0,-1 0-2708,3-3 2708,-3 4 0,-1 4 267,2-7-267,-6 12 602,3-6 1,0 0-603,-2 5 0,2-8-195,-3 7 195,-1 4 0,3-6 0,-2 5 2708,-1-2-2708,-2 7 0,10-16 0,4-1 0,3-7 0,-6 9 0,-5 8 0,3-4 274,5-4-274,-1 2-450,-3 4 450,-8 10 0,0-1 0,7-4 0,-4 3 0,15-9 0,-13 9 0,6-4 0,-5 6 0,0 0 0,-2 0 1055,1 2-1055,-1 1 0,-3 2 0,5 0 0,-4 1 0,5 5 0,-5-2 0,11 12 0,-14-9 0,7 7 0,-8-8 0,3 6 0,0 7 0,0-3 0,-1 1 0,2 12 0,1 6 0,-2-11 0,-1-1-2248,2 11 2248,-3-13 0,2 8 0,-4-16 0,4 16 0,-2-9 0,0-1 90,2 6-90,-1-8 0,6 15 2248,2-1-2248,-6-14 0,-1 1 0,2 1 0,0-2 0,5 12 0,-4-9 0,0-3 0,-2-1 0,-1-4 90,5 5-90,-2-3 0,2 0 0,-2-2 0,1 0 0,5 3 0,-3-4 0,5 4 0,-5-5 0,0-2 0,-3-3 0,3 2 0,6 1 0,-9-5 0,10 4 0,-4-3 0,7-1 0,-3 1 0,-1-2 0,0-1 0,-7-1 0,13 1 0,-11-2 0,-3-1 0,4 1 0,-8-1 0,-1 1 0,-3 0-90,3-2-180,1-2 270,0-5 0,-3 1 0,-3-5 0,-3 4 0</inkml:trace>
  <inkml:trace contextRef="#ctx0" brushRef="#br0" timeOffset="-200911.46">1927 7317 5773,'-7'-6'17,"2"2"17,2 1 56,0 1 0,1 7-90,1 1 90,-1 21-1,-1 5-1900,0 0 1811,1-10 0,0 3 25,0 2 1,0 2 0,1-3-26,-1-1 0,1 0-245,-1 1 1,0 2-1,1-3 290,-1-1 0,1-2-1317,0-1 0,0-1 1272,-1 5 0,0-1 0,0 13 1104,0 0-1104,1-16 4,0 1 1,0-3-5,1-10 0,-1 8 0,1-12 597,0 1-597,0 1 3276,-1-1-3070,1 4-206,-1-4 0,1 1 0,-2-3 0,1-7 0,-1 1 0,0-6 0</inkml:trace>
  <inkml:trace contextRef="#ctx0" brushRef="#br0" timeOffset="-200462.46">1842 7984 5824,'11'1'90,"3"1"-90,-7-1 90,4 0 0,25-2-46,-1 0 1,4 0-45,-14 0 0,1 0 0,-1 0-578,3 0 1,1 0 0,-1 0 622,10 0 0,-1 0-1454,-1 0 0,-1 0 1409,-4 0 0,-1 0-28,-1 0 1,-4 0 27,4-1-1668,-13 2 1668,7 0 0,-15 0 659,-3 0-659,3 0 2247,-2 0-2247,2 0 0,-5 0 0,-1 1 0</inkml:trace>
  <inkml:trace contextRef="#ctx0" brushRef="#br0" timeOffset="-197275.46">778 7558 5734,'-8'-8'0,"2"3"0,-19 10 17,7 6-1,-11 9-7,13-2 9,5 6 0,3 1-15,2-4 0,0 0 0,2 2 0,9 4-3,2-7 0,7 9 0,0-15 0,13-4 0,-12-5 0,7-4 0,-8-7 0,-8 3 0,5-6 0,-12 0 0,-8-7 0,1 4 0,-5 0 0,1 2 0,4 5 0,-3-4 0,10 2 0,3 3 0,5-2 0,17-4 0,-6 5 0,9-4-1431,-11 5 1431,-7 1 0,5 3 0,-8 1 0,3 2 0,-4 21 0,-3-12 0,2 16-1028,-3-11 1028,1 2 0,5 16 0,-4-14-2,3-2 1,0-3 1,-2-8 0,7 6 0,-9-13 0,2 1 0</inkml:trace>
  <inkml:trace contextRef="#ctx0" brushRef="#br0" timeOffset="-196945.46">986 7578 5734,'3'-7'47,"1"2"-19,-3 10-13,0 19-15,0-5 45,-2 13 0,2 2-45,-1-5-283,1-4 1,-1 0 282,4 0-90,1-5 90,0-5 0,2-7 0,-3-11 0</inkml:trace>
  <inkml:trace contextRef="#ctx0" brushRef="#br0" timeOffset="-196695.46">953 7593 5734,'3'-5'31,"2"-2"27,14-5-57,-7 5-1,9-2 0,2 0-34,-2 3-3,10-2 37,-15 5 0,-11 3 0,1 0 0</inkml:trace>
  <inkml:trace contextRef="#ctx0" brushRef="#br0" timeOffset="-196495.46">975 7659 5734,'1'8'0,"1"1"17,1-6 56,9 3-73,-3-4 0,11-1 0,5-2 0,10-2-255,-12 1 0,-1-1 255,6 0 0,-12 1 0,0 0 0</inkml:trace>
  <inkml:trace contextRef="#ctx0" brushRef="#br0" timeOffset="-192996.46">1607 11072 5734,'-6'-4'73,"0"1"-56,1 4-17,0 1 0,2 0 0,-3 1 0,2-1 90,-4 3-90,2 0 0,0 0 0,-1 1 90,-3 0-90,3 0 0,-3 2 0,7-4 0,-5 3 90,5-4-90,-4 4 0,4-4 0,-7 7 0,4-3 0,-5 4 0,7-5 0,0 0 89,-1 3-89,1-3 0,-8 15 0,6-12 45,-4 8 0,1 0-45,3-6 0,-6 11 0,8-11 0,0 0 0,-1 8 0,2-1 0,0-2 0,0 19-3277,2-16 3162,-1 13 115,1-15 0,1-6 90,-1 25-90,3-11 0,0 1 7,1 7 0,0-1 41,0-7 0,0 0 20,3 2 1,0-3 27,1-1-18,1 7 36,-1-9-55,4 6 3217,5 2-2974,2 4-600,-3-12 357,-4-8-3195,5 2 3436,-6-6-27,19 14 116,-13-14 156,5 5-112,-5-7 130,2-1 10,-4-2-81,4 1 138,9-1-132,-14-2-144,13 2 2922,-18-4-2701,8 1-220,11-2-70,-6 1-182,2-2 1,1-1 78,-4 0-170,4 0 0,1-2 119,7-3 33,-4 1 52,-5 1-224,6-5-80,-16 6 5,7-4 1,1-1-160,-6-2 1,5-1-882,-10 3 766,-6 5-108,7-14-76,-4 5-16,4-7 176,-2 0-2896,2-8 2741,-3 6 353,0-6 0,-2 1-140,-2 9-182,-1-1 1,1 0 299,-3 7 10,1-13 79,-1 5 1,-1 0-9,0-11 86,-2-2 1,0 3-150,-1 11 97,0 0 0,-1 0-162,-4-6 7,-2-4 30,0 1 2762,0 4-2620,-7-4-2827,9 15 2768,-11-13 35,14 19 1438,-8-5-1251,-2-2-90,0 0 0,0 1 0,-9-8 0,8 9 0,-2-2 0,-1-1-2268,-7 0 2268,4 2 0,4 4 317,-6 2-317,11 5 0,-11-2 0,-2 0 0,0 3-551,6-1 1,2 1 550,-4 1 0,10 1 0,-25 4 0,18-1 940,-15 5 0,-1 2-940,10 0-45,-3 2 0,-1 2-274,7-1 1,3 0 138,-10 6 180,1 5 0,3 1 0,8-4 0,1-1 0,0 1 0</inkml:trace>
  <inkml:trace contextRef="#ctx0" brushRef="#br1" timeOffset="-187995.46">1457 11714 13228,'-4'-7'-2922,"3"0"1600,2 3 1695,8-5 514,-4 4-509,11-7 1,2 0 238,3-2-1718,-3 3 1,0 0 1393,2 0 949,5-2-1737,-5 4 1,1 0 1456,11-5-696,-13 6 1,1 1 52,7 0 0,0 1 168,-1 0-263,0 0 0,1 1 183,7 2-313,-1 2-154,2 0 1682,-9 2-1897,5 4-338,-17-2 66,15 3 3377,-13 0-3535,-7-3 109,7 4 45,-4 0-10,-4-3 83,1 2 106,1 0-64,-5-3 3,8 6 171,-7-5-24,2 1 92,-4-3 315,-1 1 4,0-2 136,-8 0 858,1-1-220,-8-2-20,-15-1-383,2-1 0,-2 1-59,-2 0 0,0-1-113,-3 0 0,0 1 57,4 0 1,2 0 182,-5 2-593,5 1 1,-4 1-1,1 4-916,1 4 1,0 4-1,1-2 1162,1-4 1,0-2 0,1 3-93,-1 5 0,0 4 0,8-4-107,10-2-579,-7 12-2326,9-1 1885,0-4-66,9 12-861,5-20 154,2 6 127,1-11 887,2-3 906,18-6 358,-8 2-74,-6-1 0,3-2-103,2-4 0,3-2 1,-2 0 316,-2 0 0,1 1 196,2-2 0,2 0 0,-3 0-272,-2-2 0,-2 1-2118,8-7 1696,-2 1-292,-8 5 1888,-9 5-2299,-5 3-113,-18-1 591,-6 11 1,-3 3-530,3-3 1,1 1 738,-7 3 0,-2 3 693,3 1 0,-2 4 0,4 0-789,2 4 1,2 0-19,-3-4 0,-2 0 0,6 0 183,7 14-269,25-21-44,10-7 0,5-4 16,-6 1 0,1-1 26,9-3 1,-2-1 113,4-7 277,-11 2-93,-1 1-143,-5-3 1,1-2-1204,0-1 1220,-3 3 1,-3-2-458,-11-17-716,-3 17-303,-8-12 845,-10 25 1,-6 9 554,0 3 0,-3 4 0,2-1 67,-6-3 0,1 4 808,-1 8 1,1 6-1,17-4-1203,39-1-217,-18 13 677,18-33 1,11-9-1,-3-2-718,-7-2 0,-1-2 1066,12-2 1,-3-1-555,-14 3 0,-4 1-232,-2-1 121,3-21 30,-11 18 339,-20-15-325,-5 31 1,-4 6 781,1-4 0,0 1-624,-8 8 0,2 4 910,3 6 0,6 2-1163,14-3 1,3-1-110,-3 3 1,5-4-78,32 0-1217,-2-19 1991,-11-2 0,3-1-1186,4-4 0,3 0 0,-2-1 728,0 2 0,-1-1 388,8-5 1,3-3-1,-10-1 62,-13-9-532,-28 15 1,-8 3 447,5 2 0,-3 4-143,-3 7 1,-5 4-1,-3 4 1,2 0-1,6 0-204,-5 6 0,3 2-353,0-3 1,-2 1-1,6-1 211,7-2 1,5-3-372,4-1 2304,14 15-1945,-1-17 55,18 0 0,7-4-1119,-7-11 0,1-3 1368,6 2 0,-1-1-578,-5-3 1,-4 0 821,-1-3 624,-2-8 1,-1-2-732,-3 1 122,-5-9 0,-9 0-2278,-19 14 1267,-8-11 302,7 24 0,-1 4 1783,-7 1-1386,2 7 1,-5 3 0,5 0 1044,7-5 0,2 3-1008,-8 9 1,-2 4 0,8-2 198,10-2 52,0 17-355,17-28-101,20 1-1101,-4-9 1,2 0 1103,-5 0 1,0 0 1213,5-2 0,1-4-982,2-9 1,-2-2-2104,-2 1 2293,1-2 1,-5 0 360,-13 5-367,1-14-697,-3-1 607,0 0-953,-6 6-321,-1 13 87,-18 2 594,4 7 513,-17 5 1523,2 13 0,-2 5-1230,9-4 1,0 1-561,2-4 1,-1 0 0,3 0 483,0 2 0,5 0 2057,2 8-1898,6-10-644,25-5-291,7-22-999,-8 5 1,0-2 1762,13-9-212,-3-5-711,-7 1 0,-1-2 669,-7 10 1,-1-1 76,7-14 0,-8 4-9,-15 16-880,-1-6-814,-8 18 1614,-8 8-127,0 5 1,1 2 4,-5 3 91,6-5 0,4 2-31,11 3 1908,28-14-947,-11 5 880,21-17-2023,-21-2 402,11-10-1583,-12 2 1,0 0 1160,11-10 221,-6-4 375,-11-4-915,-4 18 551,-6-16-1234,-8 32 1249,-1 0 1443,-3 9-1162,7-2-258,-13 18 122,11-12 35,-3 6 1,3 1 42,8-7-36,-2 7-1254,11-14 18,10-11 1091,-6 2 133,6-11 0,-1-2-160,-5-2-118,9-11 147,-16 8 33,-6 2-402,1 5 3456,-29 19-2956,9 11-299,-5 8 1,0 2 114,6 2 24,5-9 1,4-1-43,5-5 132,2-6 385,1-1-203,5-18-1524,-3 6 85,2-21 639,-11 0 1,-7 0 274,-7 6 0,-4 2-892,5 4 1,-2-1 0,1 4 1148,-9 5 1,2 5-575,4 8 0,3 4 1510,-2 5-715,9 0 0,-3 4 1,4 0 25,2 3 0,1 1-58,-8 7 1,4-2-89,14 2-627,14-20-253,17-8 100,-6-1 330,11-12 1,0-5 180,-9 0 418,2-1 0,-3 0 20,-10 1-157,2-12 744,-9-3-844,-3 0-600,-8 6-359,-4 12 287,-25 9 836,8 14 1,-1 3-945,5-9 0,0 1 1058,-4 9 0,7 2 1755,12-1-1729,3-6 1047,1 4-978,4 0-624,2-5-1241,4 5-1,2-8 3679,10-2-2684,-6-4 785,14-17 69,-16-6-2496,4-5 2470,-13 2-166,-3 10-263,-8-6 0,0 1-252,1 3 43,-7-1 0,-1 6-6,4 24 436,-5-1 139,10 7-243,6-7 190,3 14-78,0-11 1755,4 11-2171,23-4 11,-10-12-384,14 6-133,-8-17 991,-3-9-1377,-2 2 1933,-5-7 308,-20-21-1066,-3 15-243,-4-1 1,-3 2-2884,-11 10 3339,1 3-337,7 12 667,9 2-441,0 24-344,7-15 205,9 10 0,8 0-903,16-8 1088,-11-4 0,1-2-311,13-4 190,-14-6-167,2-4 1,6-3 0,-2-1 1244,5-8 1,0-2-927,-5 7 1,3 0 0,-5-2-520,-1-5 0,-6 0 1040,-9 2-799,-4 1 2370,-2-6-2982,-10 10-401,1 2 101,-11 25 743,9 5-300,2-3 173,7-5-44,7-8 2870,16-10-1489,-4 0 31,7-6-102,-13-1-1044,-3-5 1,1-4-1533,-4 3 1,0 0 1507,3-5 1,-1 2 520,-2-9-446,-4 11-882,-1 16 572,-3 7-582,0 8 409,-2 20 254,4-25-112,9 12-170,1-20 1181,3 2 2662,-4-6-2585,-4 1 64,2-14-332,-19 13 150,-9 18 512,-3-2-665,3 13 1,4 2-782,5-10 186,-7 14-340,11-19 424,3-4 1,0 0-1,0-1 1</inkml:trace>
  <inkml:trace contextRef="#ctx0" brushRef="#br0" timeOffset="-186079.46">1563 10822 5770,'3'-5'54,"1"0"-54,0 7 0,-1 1 0,3 10 0,2 7 90,-1-4-90,2 4 0,6 1 0,-7-11 0,8 6 0,6-22 45,1-8 0,2-2-1684,-4 3 1,0 0 1580,6-7 1,2-4 57,-6 4 0,3-4 0,0 0 0,-4 3-1135,0 0 1,0 1 1134,0 0 0,3-4 0,0 1 0,-4 4 0,0 3 0,-3 4-180,8-1 180,7-1 0,-18 15 0,-2 8 0,-3 1 0</inkml:trace>
  <inkml:trace contextRef="#ctx0" brushRef="#br0" timeOffset="-183295.46">834 12780 5790,'5'-2'34,"-2"1"-34,2 5 90,0 7-45,0 6 0,0 3 0,1 0 0,-1 3-45,0 4 0,0 4 0,0 3 35,-1-5 1,-1 3 0,0 0 0,0 0 0,0-3-1129,1 6 1,-1-3 0,0 2 848,0 0 1,0 2-1,0 0 1,0-4-227,0-1 1,0-4-1,-1-2 470,1-1 0,0-1 4,-1 1 0,1 2 1,0-1-5,0 3 0,0-3-626,0 9 626,-1-9 0,-1 0 0,0 4 0,-1-2 0,0 10 0,0-9 0,0-2 0,1 2 0,-2-10 0,1 1 0,0 1 0,0 2 1287,1-1-1287,-1 1 0,1-2 0,0-7 90,0 1 2379,0-5-2469,0-1 1959,0 0-1959,0 2 0,0 1 0,1 3 0,-2-5 199,1 0-379,-4-11 180,0-2 0,-2-5 0,-1-5 0,1 0 0</inkml:trace>
  <inkml:trace contextRef="#ctx0" brushRef="#br0" timeOffset="-181377.46">904 12833 5807,'-5'-7'0,"2"0"-59,10 1 109,24-5-36,-5 4-11,0 1 0,8-1 0,2 1 0,-2-1-3,-6 3 0,0 0 0,-1 0 0,2-1-820,6-1 1,2 0 0,0 0 0,-1 0 812,0 1 1,1 1 0,-1-1 0,0 2 6,-5 0 0,0 1 0,0 0 0,-1 0 0,0 0-95,0 0 0,-2 0 0,1-1 0,5 1 95,-5 0 0,4 1 0,3-1 0,1 0 0,0 0 0,-1 1 0,-3-1 0,-3 0 0,4 0 0,-5 1 0,0-1 0,3 0-357,2 0 0,4 0 0,1 0 0,1-1 0,-3 1 0,-3 0 357,-3-1 0,-2 1 0,-1-1 0,2 0 17,0 0 1,2-1 0,0 1 0,-1-1 0,-3 1-48,4-1 0,-3 1 1,0-1 29,7-1 0,1 0 0,-1 1 29,0-1 1,-1 1 0,-5 0-30,-7 1 0,-1 1 35,6-2 0,4 0 0,-2 1 10,4 1 0,-5 1-45,1-1 45,5 0 0,-3 0-45,-19 1 2285,12 0-2195,-12 2-90,1-1 3276,-4 3-3270,-6 1-6,0 7 90,0 2-90,0 3 0,-1 18 90,-2-14-534,1-1 0,-1 3 489,0 8 0,1 5 0,1-8 0,-1 4 0,1 0 0,0-1-1011,0 6 0,0-1 0,0 0 988,0-6 1,0 1 0,0-1-1,0-2 8,0 0 0,0-1 0,0-2-1029,-1 3 0,1 0 999,0 5 0,-1 1-439,1-2 1,-2-3 438,1 6 0,0-1 0,-1-1 0,0-1 0,0-3 0,0 2 0,0-5 0,0 1 0,-1 6 0,1 4 0,-1-4 0,1-1 0,0 0 0,-1-1 0,0 1 0,1-6 1124,0-7-1124,-1 4 0,2 8 0,-2-13 1987,1 10-1987,0-1 555,-1-14-465,2 17-90,-3-19 0,2 1 3246,-7 0-3246,-7-6 0,-2 2 0,-1-4 441,5-2-441,-14 1 0,11-1 0,-20 2 0,-1-1 0,8-1-532,-2 1 0,-5-1 532,5 0 0,-1 1 0,2-1 0,5 0 0,-2 0 18,-1 0 0,-7 0 0,-2 0 0,1 1 0,4-1 42,0 0 0,4 0 0,-3-1-1064,-7 2 1,-1-1 0,1 0 1033,7 0 0,2 0 0,-2 0-8,0-1 1,-1 0-1,0 0 1,2 0-523,-6 1 1,-1-1 517,5 0 0,-5 0 0,-1-1 0,1 1 0,6 0-859,-8-1 0,3 0 841,3 0 0,-2 0 0,4 1-153,0-1 1,5 0 152,-6 0 499,5 1 0,-5-1 0,-1 1-469,-4-1 0,-2 0 0,-1 0-30,9 1 0,-1-1 0,0 0 0,0 1-306,-5-1 1,1 0 0,4 0 305,7 0 0,1 0 0,-1 1 0,-1-1 0,-3 1 0,-3 0 0,2 0 0,-4-1 0,1 1 290,5 0 0,-2 0 0,-2 0-290,1 0 0,-3 0 0,2 0 0,3 0 0,-1 0 0,0 0-393,0 0 0,-4 0 0,1 0 0,6 0 393,-8 1 0,7-1 0,-2 1 45,-2 0 0,1 0-45,3-1 0,1 1 757,3-1 1,0 1-803,1 0 0,0 1 45,-1-1 0,-2 1 0,2 0 0,8-1 0,-2 0 5,8 0-5,-1-1 2268,1 1-3077,1 0 2694,18 1-1885,-2-3 0,19-2 0,-8-4 0</inkml:trace>
  <inkml:trace contextRef="#ctx0" brushRef="#br0" timeOffset="-179111.46">960 13633 5765,'-4'-9'33,"2"3"-22,3 0 4,2-2-15,1-3 0,0 1 0,0 0 0,1-3 90,6-17-90,0 3 0,2-3 0,-1 0 0,2 0 0,2-5 0,-1 3 0,-5 13 0,-1 2 0,7-10 0,-7 16 0,7-10 0,-1 2 0,2-2 0,0 2 0,1-2 0,0 1 0,3-5 0,0 1-1639,3-1 1,-3 3 1523,-6 8 115,-2 2 0,3-1 0,-2 1 0,3-2 0,-5 5 0,-1 0 0,8-5 0,-5 5 0,3-3 0,-10 7 0,19-10 0,-9 5-2269,15-9 2269,-17 11 0,-1 1 2269,1 0-2269,17-8-2269,-10 4 2269,10-3 0,-20 9 0,14-6 0,-12 6 0,10-5 0,-5 4 2269,15-3-2269,-9 3 0,-4 0 0,2 1 0,11 0 0,-7 0 0,2 0 0,-18 4 0,19-1 0,-10 1 0,14-1 0,-21 1 0,2 1 90,6-1-90,3 1 0,-1 0 0,-6 0 0,-2 0 0,-5 0 0,5 0 0,1 0 0,0 0 3276,3 0-3160,12 1-116,-8 1 0,-5 0 0,2 0 0,15 4 0,-12-2 0,3 2 0,-8-2 0,1 2-3277,15 3 3219,-13-3 1,1 0 57,7 3 0,-13-4 0,0 1 0,18 7 0,-5-1 0,2 1 0,-3-2 0,0 0-470,2 2 0,-1-1 470,-3-2 0,-2 0 0,0 1 0,-1 0 0,-1-1 0,-1-1-167,-1 1 1,-1 0 211,0 2 0,0 0-760,6 4 1,0 1 714,-2-2 0,1 1 0,8 6 0,-3-2 265,-9-7-220,3 3 0,0 1-45,-2-1 1070,-3-2 0,-1 0-1070,4 5-896,-3-2 0,0 0 896,-1-2 0,9 10 371,-7-7-371,-10-9-537,8 7 0,-1 1 537,-7-8 0,10 11 0,-5-4 0,-7-8 1074,13 17-1074,-11-15 0,3 4 1897,-6-8-2346,0 1 449,-15-5 0,2 2 0,-17-7 0</inkml:trace>
  <inkml:trace contextRef="#ctx0" brushRef="#br0" timeOffset="-177328.46">913 13627 5818,'-8'1'-25,"2"1"55,5 2-29,2-1-1,3 1 180,18 11-180,-6-5 0,12 9 45,0 0 0,5 1-16,-12-7 1,2 0 0,1 1-30,7 3 0,3 2 0,0 0 0,-2-2-214,-5-2 0,-2-2 0,2 0 236,0 0 1,1 0-1,1 0 1,-1-3-106,6 0 1,-1-2-1,0-1 83,-5 1 0,0 0 0,2-1 0,2-1 0,3 0 0,-1 0 0,-2-2 0,-4-1 0,-2-2 0,0 0-1549,10 2 1,0-2 1548,-7-1 0,0 0 0,-3-2 0,-3-1 0,8 1 0,-7-1 0,5-1 0,-6 1-1545,2-1 1545,0-1 0,-2 1 0,-9 1 0,16-5 0,-13 4 0,13-4-371,-11 0 1,-2 1 370,1 0 0,0 0 0,0-1 866,4-3-866,10-5-433,-14 5 0,1 1 433,12-6 0,-10 4 613,6-4-613,-13 8 0,13-8 0,-11 7 0,10-5 0,-6 3 0,2-2 0,-1 0 0,-3 3 0,11-8 0,-6 3 0,-12 9 0,8-6 0,-7 6 0,-4 1 0,4-2 2268,6-2-2268,4-2 0,-1 0 0,-1 2 0,11-8 3276,-8 5-3218,4-3 0,1 0-58,-6 3 45,7-4 0,-2 0-45,-13 7 0,12-8 0,0-1 0,-11 6 90,12-10-90,-8 3 0,-10 11 0,6-9 0,-10 11 0,3-4 0,1-3 0,-1 2 0,-1 0-180,3-8 1,-6 9 179,6-10-90,-10 13 90,0-4 0,-1 6 0,-4-7 0,0 5 0</inkml:trace>
  <inkml:trace contextRef="#ctx0" brushRef="#br0" timeOffset="-175226.46">1913 12820 6273,'-13'3'90,"2"0"-90,3 1 90,1 0-45,-9 7 0,0 0-45,0 1 0,-1 0 0,0 2 0,-4 14 45,7-2 0,0 1-1684,3-5 1,0-1 1580,-2 8 1,3-2 57,5-2 0,0-3 0,1 4 0,1 9 0,1 1 0,-1-5 0,0-1 0,2 4 0,1 0 45,2 1 0,1-1-45,0-9 0,1 1-756,1 6 0,1 4 0,0-4 756,-1-9 0,1-1 1134,4 13 0,2 1-1134,0-6 0,-1-2-1089,-1-6 0,-1-1 1089,2 4 0,0-1 0,6-1 0,-2-8 0,2 0 0,-1-1 0,0-2 379,1 2 1,0-4-380,2-2 90,8-3-1858,4-2 1768,0-1 0,6-5 884,-11-3 0,2-3-884,5-4 0,1-1-884,-4 3 0,0-1 884,-2-2 0,-5 1 0,-8 3 1009,14-11-1009,-9 4 0,1 0 1134,-5 5 0,-1-2-1134,5-5 0,1-4 0,-4 5-2268,-2-2 2268,1-1 0,-1 1 0,-9 6 2268,3-15-2268,-4 9 0,-2 2 0,0-4-1134,-3-11 0,0-1 1134,-1 13 0,0-1-14,-1-7 1,-3-7 0,0 1 0,1 5 13,-1 4 0,0 1 0,-1-3 0,-1-3 0,1 4 0,-3-3 0,-1 2-595,0 6 0,0 0 595,-4-9 396,1 5 1,-4-5 0,1 2-397,-1 1 0,0 2 17,4 4 1,0-1 0,-1 1-18,-2 0 0,-1 1 0,3 3 0,-4 0 0,-1-1 0,-3 1 0,2 9 0,0 2 0,-10-6 871,-3 9 1,-2 3-872,16 2 0,0 2-1047,-11 0 0,2 2 1047,-4 4 0,13-1 0,0 4-446,-2 10 0,2 2 446,2-8 0,1 3 210,4 5 1,1 7 0,2 1 0,3-4-211,3 1 0,2-1-281,-1 2 0,-1 4 0,2-4 281,2-7 0,1-2 0,1 1 0,1 0 0,1 3 0,0 2 0,0-2 0,1 2 0,0 0 426,-1-3 1,1 1 0,1 0-427,3 4 0,1 0 0,0-3 0,-4-5 0,2-1 0,3 7 0,4 5 0,0 1 0,-1-7 0,3-2 0,1-4 0,1 9 0,1-2 26,-7-12 1,0-4-27,-3-5 2178,-2-1-2898,15 0 720,-9-6 0,5 0 0,-7-6 0,-6 0 0</inkml:trace>
  <inkml:trace contextRef="#ctx0" brushRef="#br0" timeOffset="-172979.46">1687 13516 5790,'10'-5'34,"4"-2"-34,-1 2 0,3-3-1123,-3 3 1168,5-4 0,4 0-1138,0 1 1,3-1 0,-1 0 988,4-2 0,2-1 134,-2 3 0,1-1 0,0 1-437,-3 3 0,-1 0 0,-1 0 407,2 0 0,1 0 30,2 0 0,3 0 0,-4 1-30,-9 3 0,-1 1-25,4-1 1,-1 0 24,-2 2 0,0 1 0,14 6 0,-4-2 0,-2 4 2116,-18-4-2026,13 11-90,-12-7 0,9 7 0,-14-10 0,4 3 459,2 5-459,-2-3 3276,1 1-3160,-18-19-1755,-9-5 1,-3-3 1580,2 2 1,-2 0 57,-1 0 0,-3-1 0,-3 5-567,-5 8 0,-4 6 0,-1 2 0,5-1 567,-5-3 0,0 1-54,5 3 1,-3 3 0,1 1 0,7 0 53,6 3 0,4 0 0,-10 7 0,8-2 0,0 4 0,2-3 2162,-3 5-2162,6 0 0,0 5 0,5-6 3234,5-4-3189,7 5 0,3-2-899,4-13 854,12 4-984,0-13 0,6-5 1,-3 1 983,-7 1 0,1-1 0,6-1 0,5-1 0,1-2 0,-1-2-45,-3-3 0,-1-3 0,0-1 1,-2 1 44,3 0 0,-1 0 0,0-1-634,6-5 0,0-1 0,-8 1 634,-3-5 0,-11 9 565,-6-16-565,-13 12 1959,-1-6-1869,-20 19-45,4 12 0,-8 6 0,-1 2 0,4-2-45,-3 0 0,-2 2-17,7-1 1,-6 4 0,-3 1 0,1 1 0,3 0 0,6-1 46,3 2 0,5-1 0,-2 1-30,-8 4 0,-2 0 0,7 0 45,10-3 0,6-2-45,7-2-984,15 3 0,7 0 984,1-2-228,2-8 1,8-1 0,1-2 0,-5-1 227,-4-5 0,-2-2 0,8 2 0,4-1 0,-3-6 0,-2-6 0,-3-4 0,-6-4 0,-8 0 0,-5-4 0,3 2 0,9 0 0,2 1 0,-7-1 0,-11-12 0,-12 6 0,-12 14 0,-5 7 0,-4 0 587,1 2 1,-5 6-588,9 11 0,-3 7 0,1 2 0,4-1 0,-1 2 0,0 1 31,1-4 0,-3 3 0,2 0 0,9 1-31,14 11 0,9-2 0,2-1 0,0-5 0,6-3 0,12-10 0,3-6 0,1-1 0,-1-1 0,0-3 0,3-14-1203,-9 1 1113,6-4 87,-10-2 0,-2 0 3,1-3 0,-2 0 0,-2 0 180,-10 0-180,-2 3 0,-6 2-90,-11 2 90,2 7 1470,-9 0-1440,-4 13 0,-7 7 0,4 0 1227,6-1 1,1 1-1258,-2 2 0,-4 2 0,1 0 0,7-1-167,-2 15 167,8 4 0,18-14 0,6-3 0,12-6 0,3-2-1215,-7 6 1,1-2 1214,8-8 0,1-8 0,-4-8 0,-1-7 0,-3-3-523,-6-5 0,-3-3 0,2 1 523,6 4 0,2 2 0,-6-2 157,-7-3 0,-4-1 0,-6 7-157,-12 3-236,-20 18 1,-5 5 235,16-5 0,-2 4 0,-3 9 0,-7 7 0,-2 4 0,3-1 0,7-2 118,0 0 0,5 3-118,1 7 0,-2 7 0,5-1 0,10-9 0,27 0 0,4-15 0,7-3 0,-2-5-45,-5-8 0,0-5 45,1 0 0,2-2 0,-5 0 0,9-11 0,-6 2 0,-2-6 223,-10 1 1,-2-4-1,0 1-223,6 0 0,-3-1 258,-5-10 0,-10 6-258,-10 19 0,-7 8 0,-3 2-747,-12 3 747,-1 5 0,-4 6 562,6 6 1,0 5-1,2-2-562,0-1 0,2 0 0,1 0 0,-1 2 0,12-1-269,26 15-22,13-33 1,5-4 245,-10 11 0,0-3 407,13-13 1,-2-6-363,-8-3 0,-3-1 0,3-4 0</inkml:trace>
  <inkml:trace contextRef="#ctx0" brushRef="#br0" timeOffset="-171762.46">2464 11505 5818,'6'-4'96,"1"0"263,-3 2-269,-7 1-90,-5 4 90,-5 3-45,-12 9 0,-2 3 0,9-5 0,0 1-45,-3 1 0,-2 2 0,2 0 0,1 1 0,2 1 45,1 11 0,2-1-45,-1 4 0,16-7 0,5 4 0,2-6 0,11-1 0,0 1 0,2-3 0,8-12 0,-6-5 0,-2-2 0,-9-4 0,-1-3 89,-3-5-33,-1 2-2,-5-4-29,-18-6 2,4 9 12,-8-8-3,11 13 101,1 2-54,0 0-31,0 1 0,15-2 0,8 1 0</inkml:trace>
  <inkml:trace contextRef="#ctx0" brushRef="#br1" timeOffset="-171446.46">2652 11682 21548,'3'-8'-3277,"3"0"2410,15-4 2421,4 0-349,2 0-347,-5 4-164,-13 4-413,4 0 316,-6 1-404,-4 4 1,-10 3-1,-7 5 1</inkml:trace>
  <inkml:trace contextRef="#ctx0" brushRef="#br1" timeOffset="-171230.46">2622 11770 21548,'2'6'-3277,"7"-4"0,11-8 4879,-2 0 284,3-2-1626,-14 4 1,0 1 0,-3 1 0</inkml:trace>
  <inkml:trace contextRef="#ctx0" brushRef="#br0" timeOffset="-170276.46">3293 11451 5824,'3'-6'0,"0"1"0,0 1 90,-1 2 179,1-4-179,-34 20-3367,5-1 3264,2 0 1,-2 3 12,-3 4 0,0 3-1134,4-1 0,1 0 1134,-1 0 0,1 1 45,2 0 0,3 2-45,7 1 0,3-1 0,-3 8 0,5-10 0,5-1 11,15 3 37,-1-9 76,11 8 2567,-2-14-2159,-2-7 1,1-1 885,2-1 29,10-1 20,-22-3 1809,6-5 0,-8 2-622,4-4-1357,-10 5-1664,-1-1-419,-4-4-651,-9-9-667,2 5 288,-6-6 382,-15 2 847,15 11 164,-14-7 1039,20 13-167,5 2 1,1 1-1,3-1 1</inkml:trace>
  <inkml:trace contextRef="#ctx0" brushRef="#br1" timeOffset="-169796.46">3463 11772 22112,'4'-5'-2800,"-11"11"3123,-2 7-1409,-6 6 707,5 0 894,7-7-729,2 7 0,1 0-1007,1-1-917,2 18 1145,12-20-288,3-9 1383,7 1-35,-6-9 1110,11-15-1905,-19 7 1372,0-12 0,-4-2 44,-13 0-804,2 4 1,-1 1-858,-9 2-33,-3 3 942,-5 10 0,0 2-136,-7-2 248,7 4 1,0 4 0,2 5 0,0 1 0</inkml:trace>
  <inkml:trace contextRef="#ctx0" brushRef="#br0" timeOffset="-168962.46">3620 13651 5914,'12'-10'0,"3"1"0,1 4-2242,2 1 2332,-6 1 163,7 0 1,0-1-254,-1 2 0,17-3-141,-27 6 0,-3 0 0,1 2 0</inkml:trace>
  <inkml:trace contextRef="#ctx0" brushRef="#br0" timeOffset="-168746.46">3698 13793 5770,'-3'7'-8,"2"0"11,4-5 2,17-1-1644,0-4 1,2-1 633,15-2 1434,-13 1 1,0-1-430,5-3 0,-3 1 0,5-2 0</inkml:trace>
  <inkml:trace contextRef="#ctx0" brushRef="#br0" timeOffset="-168212.46">4418 13475 5734,'1'-8'90,"-1"0"0,-11 6-90,-2 3 0,-5 3-1464,3 4 1464,4 0 182,-9 10 1,-3 6-183,6 1 0,-1 1-1454,-4 3 0,0-1 1454,8-4 0,5 1-45,8 0 0,3-1 45,0 2-45,3 0 0,2 0 840,6-7-840,3-6 0,3-3 45,17-3 0,-16-4 0,0-4-2,-2-9 1,-4-5-2,-7-10 6,-4-7 1635,-14 14 0,-6 2-1525,-9-2-2935,-4 0 2797,11 15-12,11 3 37,-1 3 0,4-1 0,-1 1 0,3-1 0</inkml:trace>
  <inkml:trace contextRef="#ctx0" brushRef="#br0" timeOffset="-167910.46">4615 13627 5824,'15'-4'180,"-4"1"-3457,15-2 983,-12 2 2204,7-2 1499,5 1-1409,-15 2 0,9-2 0,-19 4 0</inkml:trace>
  <inkml:trace contextRef="#ctx0" brushRef="#br0" timeOffset="-167691.46">4637 13732 5824,'-5'5'90,"6"-1"0,1-3-90,6 0 0,-1-1 0,16-4 0,-3-1 0,0-1 0,-2 2 0,0-1 0,4-1 0,-2-1 0,-1 0 0</inkml:trace>
  <inkml:trace contextRef="#ctx0" brushRef="#br0" timeOffset="-166760.46">5190 13418 5773,'3'-7'25,"0"1"1,-2 3 64,1-3 90,0 3-180,-17 16-1639,1 3 1,-2 3 1625,1-2 0,-1 0-568,-7 10 0,1 0 626,6-8 0,0 2-47,1 1 0,0 3 0,1-2 2,-1 2 0,1 1 0,1 5 0,3-2 0,10 0 0,13 6 2813,-3-15-2903,7 3 90,-8-17 1737,2 0-1737,4-2-79,17-4 79,-8-3 0,11-5 0,-19-2 0,-5-13 0,-5 9 0,-6-8-3277,-4 13 3162,-1 0 115,-2 0 0,-21-10 0,10 9-1209,-12-7 1209,17 14 0,5 2-60,1 1-30,1 0 2853,-3 1-2763,2 1 0,1 0 0,4-2 0</inkml:trace>
  <inkml:trace contextRef="#ctx0" brushRef="#br0" timeOffset="-166462.46">5385 13666 5914,'6'-5'180,"-1"4"-180,-3 3 0,0 4 89,-4 23-89,1 6-1639,0-15 1,1 1 886,0 16 189,0-19 563,2 1-357,-1-2 268,1 4 89,1 6 0,-1-8 0,2 1 0</inkml:trace>
  <inkml:trace contextRef="#ctx0" brushRef="#br0" timeOffset="-163846.46">394 11533 5734,'4'8'0,"-1"-1"0,-3-2 0,1-1 0</inkml:trace>
  <inkml:trace contextRef="#ctx0" brushRef="#br0" timeOffset="-162846.46">429 13236 5734,'2'-8'81,"1"1"-72,-1 2 81,1-1 90,-1 2-180,4 12 0,-3-2 0,2 11 0,0 4 0,4 5 44,-2-7 1,0-1-45,4 1 0,7-15 0,2-3 0,2-4 0,0-2 0,1-2 0,4-8 0,-7-1 0,4-4 0,-1 0 0,4-5 0,1-1-1093,-4 4 1,3-2 0,-3 1 1034,-1-2 1,-1 0 12,0 0 1,1-2-524,-6 6 1,2-3 0,0 1 0,-2 2 567,7-8 0,-1 1 0,-2 2 0,1-1 0,-3 6 0,-3 3 0</inkml:trace>
  <inkml:trace contextRef="#ctx0" brushRef="#br0" timeOffset="-161895.46">902 11526 5807,'4'-5'17,"1"0"-17,-3 3 0,1-1 0,0 1 0,1 3 0,0 4 0,-1 1 0,0 3 0,-1-2 90,0 8-90,3 9 0,0 0 0,0-4 0,2-2 0,-1-1 0,5 4 0,5-19 0,9-14 0,2-4-1639,-7 7 1,-1-1 1599,2-1 1,0-3 0,2-1-530,0-3 1,1-2 0,0 0 0,-2 2 567,1-2 0,0 0-64,-1 1 1,3-3 0,-1 0 0,-5 3 63,-3 2 0,-3 1 0,3-4 0,1-2 0,0 0 0,4-4 0,0-2 0,-1 2 0,0 0 0,1-1 0</inkml:trace>
  <inkml:trace contextRef="#ctx0" brushRef="#br1" timeOffset="-145995.46">9250 12225 13747,'2'-7'-61,"0"0"21,0 0-204,-1 0 440,1-1-27,-1 2 338,1 2 101,-2 31-690,1-8 99,-2 7 1,-1 9 0,0 5 0,-1-3-838,1-2 1,0 0 0,0 0 0,-1 1 757,1-3 1,-1 0 0,1 1-1,-1 1 1,1-1-106,-1-3 0,1-1 0,0 1 0,0 1 0,0 0 0,-1 1 135,1 2 0,-1 1 0,1 2 0,-1 0 0,1-1 0,-1-1 0,1-3-109,0 1 1,-1-2-1,1-2 1,0 2-1,0 5 74,0-7 0,0 3 0,0 3 1,0 2-1,0 1 0,0 0 0,-1-1 1,1-1-1,0-2 0,0-3 1,1-4-78,-2 8 1,1-5 0,0-1 0,0 3-291,0 0 0,0 3 0,0 2 0,0-1 0,-1-1 0,0-5 312,-1 8 0,-1-5 0,0-2-816,-2 5 1,0-2 663,2-1 1,-1-3 517,-3-6 1,1-11-976</inkml:trace>
  <inkml:trace contextRef="#ctx0" brushRef="#br1" timeOffset="-145995.46">9082 14287 1872,'-11'-14'-441,"1"-5"408,1-12 1,2-4 0,-1 2 0,0 0 0,4 8 0,-1 0 0,1 0 0</inkml:trace>
  <inkml:trace contextRef="#ctx0" brushRef="#br1" timeOffset="-144163.46">9327 12151 16921,'-4'-8'-3277,"1"2"213,1-1 2652,6-12-2865,7-12 4090,-2 5-195,4-1-789,1 7 510,-8 11 284,12-14 945,-14 18-115,5-3-606,12 4-525,-9 3-279,14 2 1,4 2-120,-6 2 1,1 0-293,3 0 0,1 1-249,-1 0 1,0 1 206,-11-4 1,3 1 318,6 0 1,7 2 0,3 0 0,-1-1 0,-4 0-260,-4-1 1,-2 0-1,5 0 187,-5-1 1,5 1 0,3 0 0,2 1 0,2 0 0,1-1 0,0 1 0,-1-1 0,-3 0 0,-3 0 66,5-1 1,-3 1-1,-1-1 1,-1-1 0,1 1-1,2 1 89,-3-1 1,1 0 0,1 0-1,0 1 1,0-1 0,1 0 0,0 1-1,-1-1-29,4 0 0,1 0 1,0 1-1,1-1 0,-2 0 1,-1 0-1,-3-1 1,-3 1-33,2-1 0,-6 1 0,1-1 0,5 0 8,-3 1 0,5-1 1,3 1-1,3 0 1,0 0-1,-1 0 1,-3 0-1,-3 0 0,-5-1 78,7 0 0,-7 0 0,5 1-87,-4-1 1,5 0-1,3 1 1,1 0-1,-2-1 1,-3 1 0,-6-2-57,8 0 0,-3 0 50,-4 0 0,3 0 1,2 0-1,-2-1 0,-3 0-178,8 0 1,-3-1 408,-6 1 1,-1-1 0,-1 1-488,1-1 0,-6 0 2043,-9 0-2059,17-1 2178,-22 2-2279,4 0 622,-2 2-500,-4 1 140,2 2 140,-3 10-1,-5 11-2846,1 5 2893,-1-12 0,-1 0 0,-2 16 18,2-8 0,-1 8 0,1 4 0,0-1 0,0-6-18,0-4 0,0-3 0,1 5 11,-1-1 0,1 6 0,-1 3 1,1 3-1,-1 0 0,1-1 1,0-2-1,0-5 11,1 5 1,1-4-1,0-2 1,-1 3-510,1 1 0,-1 1 1,0 1-1,0-2 0,1-2 517,0 6 0,1-3 0,1-4-56,-1-6 0,0 1 48,2 4 1,0 6-1,0 0 1,-1-1 7,1 0 0,0-1 0,-1 1-8,1 0 1,0 1-1,-1 0 1,1-5-342,-1 4 0,0-7 319,-1-4 90,0-4-90,0-8 1525,0 13-1525,-1-18 2847,0 8-2757,-3-2 3,1-6-93,-3 4 1313,1-5-1313,-7 1 239,-13 0-239,-8-4 0,-4-2 0,6-2 0,-2 1 22,1-2 1,-5 1-1,-1-1 1,1 1-843,5-2 1,0 1 0,1 0 0,-2-1 796,3 1 0,-2-1 0,0 1 0,0-1 0,2 0-149,0 1 0,1-1 1,0 0-1,-5 0 172,5 1 0,-3-1 0,-2-1 0,-2 1 0,-1 0 0,0 0 0,-1 0 0,1 0 0,1 0 10,2 0 0,0 0 0,0 0 0,0 1 0,0-1 0,0 0 0,-1 1 0,0-1 0,0 0-206,0 1 1,-1-1 0,0 0 0,-1 0 0,0 0 0,1 0 0,-1 0 0,0 1 0,1-1 0,0 1 205,-3-1 0,-1 1 0,-1 0 0,1 0 0,0 0 0,2 0 0,1 1 0,2-1 0,3 1-10,-3 0 0,3 0 0,3 1 0,-1-1 0,0 1-247,-4-1 0,0 1 1,-1 0-1,2-1 1,3 1 246,-4 1 0,3 0 0,2 0 414,1-1 1,0 1-415,-1 1 0,-2 1 0,3-1-415,3 0 1,0 0 414,-2 0 0,-1 1 0,3-1 0,-11 4 0,8-1 0,3 0 1154,4-2-1244,1 3 0,8-5 90,-6 3 359,10-4-629,1 0 2358,-1-1-2358,-2 1 3546,3-2-3519,-2 1 243,0-1 0,1 0 0,-2 0 0</inkml:trace>
  <inkml:trace contextRef="#ctx0" brushRef="#br1" timeOffset="-141030.46">9558 12861 19324,'-1'-8'-2587,"-1"2"1321,1 2 482,0-1-2493,1 0 2632,0-1 1094,1 1 7,0 0-381,0-1 526,3-5 552,-2 5 37,12-16 326,-6 11-252,6-6-94,1 1 90,-4 6-74,8-7 198,-8 8-393,16-14 55,-12 11-526,10-9 1913,-8 9-2224,-8 6-304,14-10-17,-12 10-52,6-4 0,1-1-193,-1 2-98,11-4 1474,-13 7-1592,3 0-1066,0 1 1,2-1 475,4-1 725,10-2 1,-1 1-369,-13 4-122,2-1 1,-2 0 221,-9 3-6,10-3 465,15 2-62,-9 1 0,1 1 2,-6 0 0,-1 0 90,0 2 0,-3-1-233,-6 0 15,10 2-58,6 1-411,-3 0 357,0 1 124,5 5-142,-10-3 285,2 2 1,1 0-267,4 5-112,0-2 82,-7 0-26,-9-6 227,4 4 1,2 3-368,2 1 445,-2-1 1,-1-1 503,-4 0-856,-3-3 61,14 16-66,-12-12 355,9 10 0,0 1-179,-4-4 1568,-3-4 1,0 1-1461,5 6 187,-6-7 1,2 1 85,2 3 1,0 1 22,-1-3 1,-1 0-31,8 9 1160,-5-5-1094,2 1 79,0-1-6,-3-4-16,-12-12 1,-5-2-1,-1 1 1</inkml:trace>
  <inkml:trace contextRef="#ctx0" brushRef="#br1" timeOffset="-139579.46">9498 12960 13019,'8'-2'1779,"0"3"-2156,0 8-1678,-2-2 752,1 5 581,11 14 180,-9-13 336,2 3 0,1 1-649,4 3 183,-3-5 0,0 1-262,12 12 981,3-4 1,-1 0 195,-2-4-104,-3-5 1,0 0 94,10 2 115,-2-4-2901,4 2 3036,-10-6-130,-12-4-206,8 1 1,1-1 85,4 2-198,5 0 0,0 0 23,-1-2-69,-10-2 1,0 0-60,9-1 65,0-2 1,0 0 117,2 0-78,-6 0 1,1-1 15,12-2 129,-10 0-93,-4 1 1,1 0 3049,8-2-3066,-7 0 0,-1 1-1455,4-1 1419,-8 1 1,-2 0-2858,-3 1 2894,-1-1-212,19-3-5,-14 2-405,13-3 396,-14 3 929,2-2-842,-2 0 0,1 0-62,12-5 1646,-1-3 1,0 1-1427,-5 1-44,-3 0 0,-1 1 69,-4-1 31,6-7-21,-4 2 257,-5 0 1,0-1-379,-2-1-42,5-9 38,-7 8-38,-1 2-35,-1 2-135,0-4 83,-7 12 11,-2-3 1,-4 8 0,-2 0-1</inkml:trace>
  <inkml:trace contextRef="#ctx0" brushRef="#br1" timeOffset="-138380.46">10074 12604 9282,'5'3'-1188,"-2"4"693,-3-2 793,-1 4-55,-1-3 192,-4 14 0,0 3 162,0 0-456,0 5 0,-1 7 0,2-4-1780,2-7 1,0-1 1634,1 3 1,-1 3-1,2-3 729,0-6 1,2 0-674,2 9 1,2 4 0,0-5-1155,-2-8 1,1-1 947,1 6 0,1 3 1,-1-6-340,1-2-30,7 8 198,-4-10 1,2-1 1,-3 0 0,3-1 1156,7 7 0,1-2-1296,-5-7 94,14 9 116,-12-17 274,6-1 178,-1-2 87,-3-5 1,1-2 533,1-4-286,0-1 1,0-4 597,3-16-197,-3 3 2341,-5-2-2613,-7-2 0,-3-1-620,-3 10 0,0-1-99,0-12 0,0-6 0,-1 3-162,-4-1 1,-2 2-876,3 8 1,-1-1 0,0 2 309,-1-1 0,0 2 461,0-10 0,0 3-315,0 6 434,1 3 1,-1-1-31,-3-4-11,-1 5 31,-3-9 37,2 13-65,-1 5 3266,-7-2-3319,0 4 92,0-1 31,2 7 147,3 3 230,-4 0 92,3 1 156,-14 5 469,16 0-617,-22 10 0,15-1 0,-10 6 0</inkml:trace>
  <inkml:trace contextRef="#ctx0" brushRef="#br1" timeOffset="-137010.46">10095 13040 11700,'-2'-7'-1682,"1"0"1200,2-1 1132,3 0 429,2 1-982,3 1 702,0 2-306,0-1-2920,18-5 3379,-12 4-49,14-4-715,-9 7 0,-1 2-412,-1-1-996,19 1 676,-29 3-230,-1 2 247,3 2-414,3 7-174,0 0 2999,0 1-2846,5 8 1,-9-12 78,7 7 363,-10-11 111,-1-4 1867,0-1-1041,-2-4 603,-8-18-946,-7 5 0,-2-1-76,0 0 0,-1 1 35,-6 0 0,0 2 259,-5 7 84,0 11 0,0 3 457,0 3-485,2-2 1,-1 5-168,1 9 1,4 1-2406,0 3 2874,1-3 0,4 0 215,12-1-1053,10-3-513,3-1-397,4-5-71,18-12 136,-16-2 690,12-11 0,0-3-206,-12 2-127,2-1 0,-3-1 1046,-9 4 121,-1 2 2645,-2-1-2697,-1 3 16,-3-1-831,-19 22 384,9 3 0,0 1-197,-13 11-41,14-8 1,3-3 140,7-8-137,0 0 55,9 6-266,-2-8 163,7 3-380,10-15 591,1-8 123,6-6 183,-10-1 184,-11-17 2004,-8 20-2065,-17-16-269,5 28 78,-20 13-115,21 11-213,-1 3-47,26-3-599,-6-14 518,14-3 278,-5-13 667,-7-5-250,1-2-350,-37 3-442,2 15-118,-15 3 1053,8 18-3272,14-1 2969,0 1-343,14 0-340,11-11 1,7 1-1,6-3 1</inkml:trace>
  <inkml:trace contextRef="#ctx0" brushRef="#br1" timeOffset="-133179.46">11105 12962 6577,'-2'-7'385,"1"12"282,1-2-367,0 10-279,0-9 72,0 5-117,0-2 32,1 11 234,-2-3-147,1 2-1522,-1-4 1351,0-5 220,-4 26-69,2-18-22,-2 13 0,0 2-2917,-1 0 2909,2-11 1,0 1-1047,0 1 0,0-2 878,1-3 592,-3 18-638,2-17-486,1-1 468,0-3 3,0-2-144,-2 8 194,1-6 2033,1 3-2036,-3 0 8,4-8-8,-3 7 3043,3-11-3044,0 3 138,-1 2 1,0-1 0,1 0 0,-1 2 1069,1-5-1069,-1 7-3,2-5-1,-1 3 1,0 0-19,0 9 0,1 5 1,0-5 0,1 7 0,0-21 1,0 5 1,1 1-1,-1-5 19,1 10 0,-1-10 0,0 5 0,1-5 0,-1 2 0,1-4 0,-1 1 0,1 2 0,0-1 0,0 1 0,-1-2 0,1 6 0,-1-4 0,1 1 0,0-3 0,0-1 0,1 4 0,2-1 0,1 1 0,2-3 0,2 2 90,0-2-90,1 1 0,0-1 0,0-1 0,-4-2 0,3 0 0,1 0 0,-5-1 0,5 1 0,-2 0 0,-3-2 0,3 2 0,-3-2 0,3 1 0,-3-2 0,1 1 0,-1-1 0,3-1 0,3-4 0,-2 1-90,4-4 90,-1 0 0,-1 1 0,-1 1 0,4-2 0,-8 4 0,14-6 0,-13 8 0,6-3 0,-8 4 0,11-3 0,-9 3 0,7-2 0,-4 1 0,-2 1 0,5 0 0,-7 1 0,8 0-90,-7 1 90,10 3 0,-9-2 0,3 1 0,-5-1 0,3 0 0,-2 1 0,7 3 0,-8-4 0,8 5 0,-5-2 0,0 1 0,-1-2 0,-2 0 0,1 1 0,-3-3 0,10 7 0,-4-4 0,2 1 0,-2-1 0,-7-4 0,2 1 0,3 1 0,-1-1 0,6 2 0,-8-2 0,3-1 0,-4 1 0,2-1 0,1 0 0,0 0 0,1 0 0,-3-1 0,0 1 0,0-2 0,0 1 0,0-1 0,0 0 0,1 0 0,0 0 0,2-1 0,3-1 0,-4 1 0,3-1 0,-5 1 0,3-1 0,-3 1 0,4-2 0,5-2 90,-6 2-90,10-7 90,-10 5-90,1-1 0,-4 2 0,-3 2 90,6-7-90,1-5 0,1-2 0,-1 2 90,-6 7-90,0-2 90,-1 1-90,1-2 0,-1-2 90,0-5-90,-2 3 90,0-20-90,-1 20 0,-2-12-236,1 15 326,-2 0 0,-2-10-90,2 7 0,-4-11 0,5 18 0,-2-5 90,-3-3-90,3 7 0,-4-8 90,-9-9-90,9 13 0,-10-13 0,4 6 90,0 1-90,-2-2-617,4 6 617,7 7 90,-15-16-90,11 13 0,-10-12 0,7 10 0,0-1 0,-1-1-277,3 4 277,5 4 828,-10-12-828,5 4 0,-6-6 0,4 1 0,4 6 0,-1-2 0,4 4 90,-3-5-180,5 8 392,-5-9-302,3 5 0,2 3-802,-2-5 802,3 6 90,-8-24-90,6 17 0,-5-18 0,5 14-180,2 3 130,-1-3-92,2 9-624,0 3 1334,1 2-690,-1 0 126,-2 1 0,-2 0 0,-3-2 0</inkml:trace>
  <inkml:trace contextRef="#ctx0" brushRef="#br1" timeOffset="-129896.46">10245 13025 15794,'7'-5'3276,"-3"0"-256,-3-1-4751,-6 0-1546,1 1 413,-15 2 2781,6 6 633,-8 0-252,8 3-734,3-1 390,-6 10 1347,7-6 1517,-4 9-248,8 5-2270,5 0-1092,0 3 44,13 1-1355,-5-17-623,21 8 474,-17-16 764,10 1 433,-7-15 2347,-7 4 304,6-8-229,-10-16-252,-5 13-538,-2-3 1,-4 2-607,-16 8-501,2 2-191,-4 12 458,6 15 1,3 6-73,8 1 1,3 2 1972,-8 3 0,3 0-2879,11-5 0,3-3 956,7-4-125,2-5-152,18-3 760,0-14-3467,0-4 3041,-14-8 738,-16 0-2214,-10 4 910,3 4 2025,-12 11 228,14 7-678,-4 7-654,10-5-1204,3 1-919,12 6 937,-6-6 1327,9-6 1,1-3 908,-3-9-873,12-3 2440,-13-10-2283,-7-2 2284,0-1-1369,-8-6-209,-15-4-1312,6 13-597,-21 0-743,20 22 1634,-8 23-444,18-8-576,-1 6-2406,6-10 2137,-2-9 855,17-4 1105,-10-2-58,7-8 1,-1-4-339,-4-10-1052,4-7 1723,-13 3-710,-16-3-201,5 13 1233,-11 6 1,-1 5-1784,0 14 561,-11 4-1106,18 4 1121,3 1-463,3 12 284,2-11 800,12 10-247,1-26-373,9-3-1019,-8-7 1264,-1-4-324,0-19-268,-5 16 60,-6-11 0,-3 0-446,-2 13-236,-10-13-296,7 24 583,-13 8 272,7 5 1,0 3 403,-12 10 106,13 0 1,5 0 160,4-2 1006,7 5-839,11-15-667,-3-7-359,4 2-1090,-7-9 806,-3 0 834,0-2 202,-1-7-503,-2 5 1568,-1-7-794,-3 9-1259,-1 0-12,-2 4 44,-2 4 72,0 2 487,-1 1 880,-6 7 17,9-8 348,-8 7-728,6-2 1,-2-2 0,-3 6 0</inkml:trace>
  <inkml:trace contextRef="#ctx0" brushRef="#br1" timeOffset="-127811.46">12979 13686 19585,'2'-6'-3277,"0"-1"1936,-1-3 201,-1 4 77,-3-2-415,-20 10 2842,-6 5-836,5 1 0,-4 3 0,1 2-275,4-1 1,1 1 0,-1 0 227,-3 4 1,-1 0-1,4 0 195,-1 1 0,4 2-68,0 10 0,5 0 326,5-5-228,1 0 1,2-2-1668,8-9-1114,6 14-589,3-6-114,3 6 108,-1-11 837,17 2 1156,-15-10 635,11-2 0,1-4 649,-5-7 1313,11-4 460,-16-2 342,-4-3-461,-3-17-1334,-4 10-1203,-17-4 0,-5 1-750,-6 9 630,-1 1 1,1 1-904,1 9 551,4 2-129,-3 6 1070,12-3 1,-1 4-1,15-3 1</inkml:trace>
  <inkml:trace contextRef="#ctx0" brushRef="#br1" timeOffset="-127427.46">13218 13829 26202,'6'-6'-3277,"2"0"2271,-4 4 1541,1 0 122,1 1-5,2 0-61,-1 0-252,20-1-315,-11 1 1,7 0 0,-15 1 0</inkml:trace>
  <inkml:trace contextRef="#ctx0" brushRef="#br1" timeOffset="-127245.46">13169 13981 22067,'13'6'-3277,"4"-3"0,17-6 306,-9-1 3344,6-3 1359,-13 3-1702,3 0 1,1-1 0,7-4 0,-4 3 0,-1 0 0</inkml:trace>
  <inkml:trace contextRef="#ctx0" brushRef="#br1" timeOffset="-126711.46">13976 13629 25865,'1'-7'-3277,"0"0"0,-3 2 0,0 3 884,-20 7 4724,4 5-1071,-13 7-4302,11 0 2669,-4 7 1104,5-1 0,1 2-69,5-8 1,0 0-30,-3 6 1,2 2-397,9 3 1,3-3-2160,-1 2 1144,3 1 0,5-1-1303,10-4 444,13-1 736,-1-6 885,-5-15 0,0-3 856,-4-3 686,7-7 541,-21 5-1016,-3-7-678,-9-4-746,1 2-531,-7 2-21,5 8-409,-24-1 347,14 6 938,-1 0 0,1 3 0,8 2 0,-1 3 1</inkml:trace>
  <inkml:trace contextRef="#ctx0" brushRef="#br1" timeOffset="-126213.46">14176 13851 25769,'2'-7'-3277,"1"-1"0,-1 5 334,14-6 664,7 2 4319,9 3 1236,-6 5-4923,-19 36-652,-13-4 2505,-3-9 1,-2 3-1,0-1 179,-3 5 0,0-2-321,-1 0 1,3 0-693,7-3 1,4-4-1774,5-8 1507,17-5 1,6-5 2531,-3-7 0,0-3-304,10 1 1,-1-1-682,-9 0 0,-3 0-345,5-2 0,-9 2 0,0 0 0</inkml:trace>
  <inkml:trace contextRef="#ctx0" brushRef="#br0" timeOffset="-121081.46">2876 12406 5824,'8'-1'90,"-1"1"-90,-3 6 0,-1-1 0,-1 1 0,-1-1 90,4 15-90,-3-9 0,1 8 0,1 2 0,-1-7 0,5 13 0,-1-19-1639,11-9 1,2-4 1523,3 0 51,-2-7 1,7-7-1,1-2 1,-4 3 63,0-3 0,-1-2-539,-1 3 0,2-3 1,1-1-1,-4 3 539,2-4 0,-1 2-102,4-3 1,0 3 101,-9 9 0,-1 1 0,3 0 0,-1 3 0,1 3 0</inkml:trace>
  <inkml:trace contextRef="#ctx0" brushRef="#br0" timeOffset="-114647.46">4093 14092 5734,'-6'-5'0,"1"1"17,1 3 56,0-1 376,0 1-359,7 5-3367,32 6 3342,-6-1-65,-8-4 0,4-1 0,4 0-109,2-2 1,5 1-1,2-2 1,-1 1-1,-3 0 109,4 0 0,-4 0 0,5 1-339,-10-2 1,2 1 0,1-1 0,2 1 0,-1 0 0,0-1 338,-1 1 0,1 0 0,0 0 0,-1 0 0,0 0 0,0-1 18,1 1 0,0 0 0,-1-1 0,0 1 0,3-1-114,-3 1 0,2-1 1,1 1-1,1 0 1,-1 0-1,-2-1 1,-2 1 95,6-1 0,-3 0 0,0 1 0,3-1 50,-5 0 1,4 0-1,0 0 1,0 0-1,-3-1 1,-5 1-51,-1 0 0,-4 0 0,3 0-24,10-1 0,5 1 1,-2 0-1,-7 0 69,-10 0 0,-4-1 45,5 0-90,7 1 90,-18-1 1891,-2 0-2251,-3-1 403,1 1 1,-6 0 0,0 0-1</inkml:trace>
  <inkml:trace contextRef="#ctx0" brushRef="#br0" timeOffset="-112997.46">5363 13254 5809,'-6'-6'-28,"0"1"56,1 0-13,-4-2-15,0 1 0,0 0 90,4 4-90,0 0 0,-2-1 90,-10 0-90,5 0 0,-6 0 0,-18 0 0,11 2 45,-1 0 0,1 1-2439,-1 1 2394,-1 2-1300,4 1 1,0 0 1299,-5 3 0,0 0 0,-4 5-57,6 5 1,-2 6 0,4-2 56,0-3 0,1 0-311,-2 5 0,-1 3 1,6-3 310,2 6 0,5-2 0,1 4 0,5-7 0,0 3 0,1 0 0,-1-1 0,0 1 0,2 3 25,3 4 0,1 5 0,1-1 0,1-5-25,1-1 0,1-1-34,-1 1 1,2 3 0,1-3 33,6 2 0,2-4 0,1-4 0,1 0 0,-2-2 0,2 0 0,0-2 717,6 2 0,1-5-717,5-1 0,0-4 0,-8-4 0,0-1 0,5 0 0,-1-1 0,4-3 27,5-4 0,7-2 1,-3 0-28,-10 0 0,1-1 0,4-2 0,6-1 0,3-3 0,-1 0 0,-6-1-404,-2-4 1,-4-1-1,1-1 404,-1 3 0,2 0 0,0 0 0,-4-2-102,0-2 0,-3-1 1,-3 1 101,-3 2 0,0-4 0,0-4 0,2-6 0,1-3 0,-1 1 0,-2 4 0,-3 4 0,-1 3 0,0-6 0,-1-1 0,2-5 0,0-4 0,0-2 0,-2 1 0,-3 1 0,-5 5 0,-5-2 0,-5 4 0,-2 0 0,2-2 0,3 1 0,0-1 0,1-2 0,-2 2 0,-2 3 0,-5 0 0,-2 1 0,-2 2 0,1 3 0,-3-5 0,-7 3 0,3 8 0,-4-1 0,-4-1 0,-3 0 0,-1 2 0,-1 1 0,0 3 0,1 3 0,-1 3 0,-1 2 0,-1 1 0,-1 0 0,1 1 0,-1-2 0,1 0 0,2-2 0,1-1 0,-1 0 0,0-1 0,0 0 0,1 2 0,-1 0 0,1 2 0,1 2 0,-2 1 0,-2 3 0,1 0 0,0 2 0,1 1 0,3 1 0,2 0 0,3 1 0,-2 5 0,4 1 0,2 1 0,1 0 0,-5 6 0,1 1 0,1 1 0,-2 1 0,0 0 0,0-1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53:59.00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13231 3563 8252,'4'-6'1529,"-1"0"-899,-1 3 0,0-1 539,0 0-809,-2-2-90,-1 2-90,-5 0-90,1 4-1,-4 0 1,-1 2 0,-3 0 0,-2 3 0,-6 3-973,-2 1 973,-3 3-90,-1 1 90,-3 3-90,1 1 90,-3 2-90,1 2-973,3-2 1015,2 0 0,5 0-564,3-2 649,2 2-92,3-3-1,1 5 130,6-1-75,3 0-22,5-3-135,3-4 678,8 4-711,6 0 122,1-1 661,1-3-757,-5-6-35,0-1 734,0-2-553,0 0-32,-1-2 81,0 0-109,3 0 88,-5-1-17,5-3-88,-8-1 103,1-1 11,-5-4-47,-2 2-34,0-4 275,-5 2-392,0-1 29,-3-1-119,-2-1-32,-1-1-19,-3-1 49,-2-2 38,1 1 45,-2 0 68,1 3 31,0 1-51,-2-2 114,4 4-105,0-1-95,4 4-91,0 1-94,2 1 330,0 1 1,2 1 0,1 0 0</inkml:trace>
  <inkml:trace contextRef="#ctx0" brushRef="#br0" timeOffset="300">13464 3707 10231,'-6'-6'720,"5"-1"-630,2 4 0,4-1 0,2 3-90,0-1 90,7 0-1,-3 1-89,4 0 90,-4 0-180,0 1 1,0 0-631,1-1 180,-2 1-809,-1-1 1349,-3 1 0,-4 1 0,0-1 0</inkml:trace>
  <inkml:trace contextRef="#ctx0" brushRef="#br0" timeOffset="522">13424 3846 9152,'7'4'90,"2"-1"0,-4-2-90,2-1 90,1 0-90,0 0 90,2-1-90,1 1 90,0-2-90,0 2-90,1-1-1889,13-3 1979,-11 2 0,12-5 0,-14 1 0</inkml:trace>
  <inkml:trace contextRef="#ctx0" brushRef="#br0" timeOffset="1136">13981 3506 8792,'0'-10'1439,"21"-5"-1349,-5 7 135,17-1 0,3 1-45,5 7-180,-11-1 0,-2 1 90,-1 6-63,-17 1-12,-7 0 75,-15 16 192,2-8-132,-9 4 0,-6 6 0,3-4 226,-7 9-188,-1-3 0,5 1 172,17-7-49,15 1-379,15 1 153,0-2-254,7 0-45,-11-9 6,0 0-10,-3-1-76,-3-1 187,-1 0 196,-3-1-178,-3 8-56,-27 12 151,6-6-6,-1-8 0,0-1 81,0-4-152,3-2-1324,-1 1 917,5-4 568,-1 2 1,7-4 0,0 1 0</inkml:trace>
  <inkml:trace contextRef="#ctx0" brushRef="#br0" timeOffset="1356">14828 3742 9781,'24'-19'-179,"-5"12"-1890,-18 9 2069,-1 6 0,-11 0 0,-2-2 0</inkml:trace>
  <inkml:trace contextRef="#ctx0" brushRef="#br1" timeOffset="2739">12771 6859 13034,'5'-7'917,"0"-2"-659,-3 4-179,1-1 322,0-1-357,-1 2 125,0-2 33,0 2 82,-1 1 57,1-5-264,-1 4 121,0-4-273,-2 4-174,-2-1-328,-2 3 180,-1 1 488,-5 2 77,0 2 281,-4 3-35,-3 2 255,0 3 195,-4 0 319,-8 11-1192,7-6 673,-6 8-345,12-7-510,1 2 191,3-2-219,1 0-13,4-2 26,2-1-206,1-1-64,2 0-21,1 0 990,2-1-1079,1 1 438,3-2-588,1 1-45,3-1 47,2 0 199,2-1 176,2-1 52,0-1 425,6 0 52,-1-2 216,1-1 79,-4-1 159,-7-3-23,0-1-67,-3 0 70,0-1-38,-2 0 145,-1-1-199,-3-2-718,-2 0-285,-3-1-230,-1 1 45,-8-3 203,1 2-155,-7-1-7,4 1-6,0 2 797,1 0 209,0 0 107,2 2-275,2 0-114,0 0-136,2 1-86,1 1-93,2 0 303,1 1 1,2-1-1,1 1 1</inkml:trace>
  <inkml:trace contextRef="#ctx0" brushRef="#br1" timeOffset="3032">12993 6947 10219,'-2'-7'1152,"1"0"-975,2 3 109,2 0-14,1 1 15,0 1-35,1 0-44,1 0-14,2 0 88,0 1-226,1 0-175,0-1-132,-1 2-248,0 0-290,-1 0-640,0 0 210,-1 1 1201,-1-1 0,-1 1 1,0 0-1</inkml:trace>
  <inkml:trace contextRef="#ctx0" brushRef="#br0" timeOffset="3259">13007 7014 9691,'6'4'450,"-1"0"-360,1-4 0,4 0 0,-2 0 0,5 0 0,-3-1-180,0 1 0,1 0-270,0-1-179,0 0-631,0 0 1170,5-1 0,4 0 0,4-2 0</inkml:trace>
  <inkml:trace contextRef="#ctx0" brushRef="#br1" timeOffset="3693">13541 6850 14750,'3'-8'1048,"0"-4"-777,-2 6-264,3-4 169,-2 6 160,2-1 179,5 0-55,-1 1 136,3 0 255,9 0-349,-7 4-47,18 1-141,-18 3-424,7 1-72,-11 0-317,-1 0-317,1 7-188,-4 0 193,-1 3 169,-6-1 305,-3-1 307,-16 20 47,4-12 0,0 1 72,-1 5 0,0-1 110,2-5 1,2-2 62,2 6 249,13-16-496,3-1-361,15 10-145,-4-8 43,15 7-886,-9-11 1066,5 1 23,0-1 26,1-1 350,1 1-41,0-2-174,-4-1-3193,10 3 3177,-17-3 0,9 4 0,-16-3 1</inkml:trace>
  <inkml:trace contextRef="#ctx0" brushRef="#br1" timeOffset="4314">13446 8450 18927,'0'0'0</inkml:trace>
  <inkml:trace contextRef="#ctx0" brushRef="#br1" timeOffset="4715">13448 8446 16272,'-3'-8'-1759,"0"1"735,-3 6 1572,0 0 74,-27 12 1,-5 3 91,8-1-769,5-4 1,-4 3 0,4-1 481,-7 10 94,1 2 434,2 2 265,7-3-800,11-6-471,2 2-134,4-4-191,2 3-139,4-5-348,1 0-13,3 0-67,11 12-190,-5-9 245,13 10 147,-8-13 229,2-1 150,-1 0 294,7-1 157,5-2 219,-4-1 49,10-4 49,-21-6-121,3 0-51,-12-6-217,-7 3 329,-3-4-784,-1 3 18,-4-2 51,0 0-85,-4 0 166,-6-3 120,-18-2 45,8 3 250,-8 0-306,23 9 150,2 1-80,6 2-1253,0-1 1428,2 1 0,3 0 1,0-1-1</inkml:trace>
  <inkml:trace contextRef="#ctx0" brushRef="#br0" timeOffset="5030">13754 8583 9332,'-7'-8'629,"1"1"-449,3 3 90,1 1 0,-1-1-180,4 0 0,2 1-360,17 1-809,-5 1-91,6 1 1170,-8 2 0,-7-1 0,1 1 0</inkml:trace>
  <inkml:trace contextRef="#ctx0" brushRef="#br1" timeOffset="5224">13702 8693 9404,'8'1'-29,"0"0"111,-1-1-79,1 1 90,1-2-83,0 1 86,2-2-89,0 1 88,1 0-82,1 0-91,0-1-183,1 1-361,-1-1-184,0 0 272,0-1 536,0 1 0,3-3 0,0-1 1</inkml:trace>
  <inkml:trace contextRef="#ctx0" brushRef="#br1" timeOffset="5649">14158 8596 11683,'5'-4'1568,"1"-1"-1092,-4 2-91,2-3-234,-1 2 3,1-1-3,-1 0 240,1 1 71,-1-1-244,2 0 14,-1 0 125,2-1-8,-1 0-14,1 0 35,-1 0-250,2 0 36,-2-1-132,3 0 110,0-4-59,-1 1-121,2-1 91,-3 1-139,0 1 293,0-1-79,-2 0-5,1 0-55,-2 1 127,0 2-163,1 0 114,-2 1 34,0 1-354,0 2 202,-2 9-284,-1 1 16,-3 11 101,1 0-13,-1 5-3117,0 3 2677,0 3 269,-1 1-182,2-2 308,0-1-89,1-3-304,1-3 177,1-2 5,1-2-384,1 6 264,0-7-89,1 3-892,0-8 123,-1-2 2128,1-1 0,2 0 0,-1 1 1</inkml:trace>
  <inkml:trace contextRef="#ctx0" brushRef="#br0" timeOffset="5852">14214 8767 9332,'-2'7'359,"2"-1"-269,5-1 0,1-3-90,4 0 90,2 0-180,5 0-179,2-1-1370,12-1 1,3-1 1365,-11 0 0,0-1 0,9-1 0,5 0 0,-1-1 0,3-1 0,1-1 0</inkml:trace>
  <inkml:trace contextRef="#ctx0" brushRef="#br1" timeOffset="7491">14009 10181 7970,'3'-9'866,"-1"2"-761,0 1 308,-1 2 14,-1-3 8,0 2-266,-1-2 183,-1 3-24,0-1-262,-3 2 24,0 0 0,-2 2-1,1 1 91,-8 5-90,1-1 0,-8 6-90,2 0 90,-16 12-1315,7-3 1345,9-5 0,-1 0 119,-8 8-149,1 1-1166,2-1 1146,0 2 89,2-1-93,1 1-1007,3 0 763,3-2-383,2 0 617,3-2-4,3 0 15,3-3-184,2-1 89,1-1-6,2 0-2,2 1 1166,1-1-1170,2 0-91,1-1 89,2-1 0,2-1 12,0-1 10,1-2 1094,2 0-1161,-1-3 1060,0-2-949,-1 0 579,-1-2-560,0 0-2,-2-2 0,1-2 4,-3 0-1,0-1 8,0-4-26,-4 1-18,1-3-8,-4 2-25,0-1-9,-1 0-17,-6-5-18,2 4-8,-5-5 23,0 5 27,0 0 53,-1 1 40,1 1 11,0 0 13,0 2 25,0 0 2,1 1-82,1 1-91,0 1-42,1 0-1361,0 1 1485,2 1 0,0 0 0,4 0 0</inkml:trace>
  <inkml:trace contextRef="#ctx0" brushRef="#br0" timeOffset="7799">14049 10423 9871,'-3'-8'540,"1"0"-270,0 3-180,2-3 0,0 4 90,1-2-90,2 1 0,0 1-90,1-1 90,1 1-1,2-1-89,1 1 90,0 1-90,2 0-90,0 1-539,5 0-1350,1 0 720,-1 1 1259,-1 1 0,-1 0 0,2 0 0</inkml:trace>
  <inkml:trace contextRef="#ctx0" brushRef="#br0" timeOffset="8008">14051 10463 10051,'14'-1'315,"7"-2"0,1 0-1035,17-4 720,-1 0 0,1 0 0,-16 3 0,-1-1 0,5 0 0,1 0 0</inkml:trace>
  <inkml:trace contextRef="#ctx0" brushRef="#br1" timeOffset="10606">14599 10148 9635,'0'-9'171,"-1"1"-170,-1 4-47,-1 0-4,-3 6 246,2-1-104,-3 5-12,1 1-56,0 2 130,0 3 88,-1 2 36,-2 9 48,1 3-222,2 1-20,2-2-40,3-9-94,2 0-17,1-2-176,1 0-89,1-1 98,1 0-63,1-2 79,0-1 24,2-2-47,0 0 214,1-3 27,4 1 23,-3-4 32,4 0 12,-4-2 105,4-5 96,0-3-197,1-2-9,-2-4 71,-7 3-105,0-3-18,-2 0 80,-2-2 0,-1 0 0,-2-2-263,-1 0 309,-2-2-7,-2-1-98,-1 2 84,-1-1-5,-3-2-11,2 9-98,-3-4 95,5 10-296,-2 2 32,2 3-58,0 2-1497,1 5 1740,3-1 0,1 11 0,2 0 1</inkml:trace>
  <inkml:trace contextRef="#ctx0" brushRef="#br0" timeOffset="10849">15021 10205 9781,'-4'-6'270,"0"0"-90,2 3-90,-1-2-90,2 1 0,0 2 0,0 0 0</inkml:trace>
  <inkml:trace contextRef="#ctx0" brushRef="#br1" timeOffset="11290">15211 10042 9411,'5'-19'1297,"-3"9"-651,2-6-301,-5 10-117,-4 8 44,2-1 83,-3 6-235,4 0 202,0 0-452,3 15-89,2-4 2,2 8-46,2-8-172,1-6-29,1 1 51,1 0 59,3 0 264,1 1-90,3 1-3097,3 5 2892,-6-6 169,0 5 0,-2 0 126,-4 3 90,5 11-90,-14-16 90,-4-3 0,-2-2 0,-1 2 0,-8 3 90,3-5-90,-5 3 0,7-7 0,-1-1-90,-6 4-180,6-6-269,-4 2-361,10-4 1719,0-3 0,1-1 0,0-1 0</inkml:trace>
  <inkml:trace contextRef="#ctx0" brushRef="#br0" timeOffset="11495">15295 10051 8882,'-5'-11'1079,"1"2"-449,5-4-540,1 8 90,5-6-90,2 4 0,4 0-90,6-1-1093,5 1 1,6-1 0,-3 0 1063,-1 2 0,0-1 0,11-3 0,6-2 0,-3 2 0,-2 0 1,0 0-1</inkml:trace>
  <inkml:trace contextRef="#ctx0" brushRef="#br1" timeOffset="27899">19776 6406 17115,'-2'-8'-3277,"1"1"1854,2 2 1839,2-1 273,0 2 12,0 1-23,1-1 8,-1 0-390,3 1 1250,-2-2-336,2 2-261,-1-1-459,0 0 69,0 1-191,0 0-197,-1 0 155,1 0-6,0 0 149,-1 1-31,2 0-85,-2 2-312,2 0-184,1 3-609,-2 1-184,0 3-764,-3 1 37,-1 8 313,-2-2 183,-2 6 336,-1-3 284,-4 7 651,-2 3 337,-1-2-30,0-2 475,3-9-151,-3 3-134,3-5 13,-1 2-175,4-7-6,0-1-62,2-2-353,-1 0 528,10-12-728,-1 2 52,8-10-88,-1 4-626,3-2 670,2-2 7,1-2 310,-1 2-138,1-1 177,-1 0-540,-1 2 486,-2 2-104,-3 2 4,2-1-113,-4 4 338,2-1 44,-6 6 870,1 4-1351,-5 2-393,0 5-265,-3-1 327,1 2-12,-2 1-166,0 2-171,0 1-50,0 2 691,-1 0 787,1 0-162,-1 1-359,1-1 3,0 0-115,2-1 72,0 0-169,0-1-79,2-1-79,0-1-97,2-1-168,2 2-311,0-4 23,2 2 81,-1-6-171,0 0 519,2-2 623,-1 0 1,5-3-1,1 0 1</inkml:trace>
  <inkml:trace contextRef="#ctx0" brushRef="#br1" timeOffset="28174">20193 6555 12109,'8'-2'1919,"-1"-1"-907,-3 2-608,1 3-694,-4 2-406,-1 1 375,-4 3 281,1-1 163,-2 2-386,0 1-4,0 0-122,0 1 245,0 1 321,-1-2-244,0 1-338,1 0-482,-1-2 642,1 0 266,0-2 0,-2 3 1,0-1-1</inkml:trace>
  <inkml:trace contextRef="#ctx0" brushRef="#br0" timeOffset="28884">20345 6402 8252,'2'-7'630,"-1"1"-180,0 0-360,-5 19-90,3-7 0,-4 14 0,2-9 90,1 1-90,-1 0 0,1 1 0,0-2-90,0 2 90,2-2-90,0 1-90,2 3 90,1-1-180,6 3 180,0-7 0,1-3 0,-1-6 90,-1-3-180,11-9 90,-9 4 90,10-9 0,-14 7 0,1-1 0,1-5 0,-3 4 0,1-3 0,-1 3 0,-2 4 0,0-1 0,-2 15 0,-1-2 0,-1 11 0,-1-2 0,-1 4 0,1 1 0,-1 5 0,-1 2-714,0 3 714,0 2 0,0 0 0,0 1 0,1-1 0,0-2-199,1-3 199,-1 6 0,1-10 0,-1 11 0,1-16-90,0 2 90,1-9 0,0 0 788,-1-3-788,-1-1 215,0-2-215,-1-1 0,0-2-90,-2-2 90,1 0 0,-3-3 0,1-1 0,-2-1 21,0-2 85,-1-1-91,1 0-1,1-1 119,-3-2 1,4 2-100,-1 0 90,4 3-124,1 1 85,0 1-89,3-1 59,1 2 16,3-1 142,1 2-8,0 0 11,3-1 17,0 1 0,2 0-7,1-1-149,1 1-53,0-1-226,0-1-601,-1 0 264,1-1-281,-1 0 1,3-3 0,2-1 0</inkml:trace>
  <inkml:trace contextRef="#ctx0" brushRef="#br0" timeOffset="29125">20614 6673 8792,'6'-6'1349,"1"6"-1259,-6 3 0,0 4 90,-5 7-270,-4 4-360,-8 14 1,1-5-1571,-5 3 1210,8-12 800,0-1 0,0 2 0,1-1 0</inkml:trace>
  <inkml:trace contextRef="#ctx0" brushRef="#br0" timeOffset="30416">21034 6461 8612,'7'-7'450,"-1"0"269,-4 4-539,-3-2 0,-2 2-90,-2 0 0,-1 3-90,-3 2 90,-2 1-90,-3 1 90,-3 2 0,-2 2-90,-1 0-621,-2 4 711,1 0-90,2 1 90,2 0-90,2-1 0,2 1 204,2-2 79,1 2-106,2 0-11,-2 6-14,4-4-16,-1 4-7,4-7-25,3 6-228,0-6-69,2 5 16,1-6 631,2 0-606,0 0 16,2-1 8,0 0 23,2-1-64,-1 0 169,1-1-90,0-1 90,0-2 0,0 0 0,0-1-90,-1 0 90,-1 0 0,0-2 0,0 1 0,-1-3 0,-1 1 0,1-3-90,-1 1 90,1-3 0,-3 0 0,-1 0 0,1-2 0,-2 0 0,0-1 0,0-2 0,-1-1 90,-1 0-90,-1-2 0,-1 0 0,0 0 90,-2-1-90,0 0 0,-1 1 0,0-1 0,-3-1 90,3 3-180,-6-3 90,7 7-270,-2 0-90,3 4-1349,0 1 1709,-1 1 0,0 0 0,-1 1 0</inkml:trace>
  <inkml:trace contextRef="#ctx0" brushRef="#br1" timeOffset="33391">19679 6162 19650,'-3'-7'-3277,"-1"-1"0,1 3 1269,-2-1 2064,1 1 76,-2 1 195,0-1-38,-1 1-1051,-1-1 1624,0 2 236,0 0-75,-1 0-241,0 1 209,-1 1-43,-1 2 549,-3 2 226,1 3 125,-3 3-256,-1 5-316,-1 3-590,1 4-158,0 5-1175,3 0 241,-1 5-360,4-2-436,2 3 61,2 0-128,2 2-1041,2 0 1215,3 0 138,2 0-266,3-1 47,4 3-57,3-1-1097,4 1 1319,2-2 126,4-3 225,2-2 228,4-2 287,2-2 42,-5-10 1,0 0 148,-5-5 0,0-1-177,5 3 1,0-1 331,9 0 5,-2-3 0,6-2 0,1 0 0</inkml:trace>
  <inkml:trace contextRef="#ctx0" brushRef="#br0" timeOffset="33964">20870 6262 7533,'15'-6'0,"-6"2"0,5 1 90,-7 4 179,11 6-179,2 3 0,2 4-90,0 3 90,-8-1-90,3 5-244,2 3 244,0 4-194,1 2 1,0 3 193,-3-3 0,-1 1-734,-3-6 1,0 0-1,-1 0 779,2 5 0,-3-1-45,-5-7 0,0-2 45,-1 2 0,0 0-45,2 18-1182,-7-2 0,-2 1 1047,0-14 0,-2-1-135,-2 14 0,-2-1-290,0-16 1,-1-2 334,-2 0 1,0-1 114,-1-1 0,-2 0 0,-6 5 1,-3 1-1,-2 0 0,0 0 1</inkml:trace>
  <inkml:trace contextRef="#ctx0" brushRef="#br0" timeOffset="47839">20501 315 7713,'7'-1'2068,"-5"5"-1978,0 1-90,-6 5 90,1-1-90,-1 2 90,0 1-90,1 0 90,-1 1-90,1 0 0,0 1 90,1 0-180,0-1-270,0 3 1,1-5-271,-1 2-270,2-7 900,-1 0 0,0 0 0,0-1 0</inkml:trace>
  <inkml:trace contextRef="#ctx0" brushRef="#br0" timeOffset="48311">20435 219 8252,'-6'-6'90,"0"1"90,2 3-90,-1 0 0,0 0 90,0 0-90,-2 1 0,1 1 0,-2-1 0,-1 2-90,-2 0 90,-1 3 0,-2 1 0,0 3-90,-3 3 90,1 3-709,-3 4 619,3 2 90,1 3-45,5 2 0,1 3 0,4-4 0,1 1-640,-1 5 0,2 0 640,4-6 0,2-3-45,6 10 0,3-2 90,4 0-90,3-2 0,2-3 0,1-4-144,1-4 144,1-4 90,2-2-90,-1-4 0,-1-2 0,12-7 0,-9-1 0,9-5 89,-11-1-602,-1-5 513,-3-1-129,-2-5 129,-4-3 90,-2-3-90,-5-3 90,-3-4-269,-5-5 224,-1 18 0,-2-1-45,-5-12 0,-1 0 0,0 8 0,-1 1 0,-4-9 0,-2 1 0,3 11 0,0 1 0,-2 1 0,-1-1 0,-7-3 0,-2 1-1224,6 6 0,-1 2 1134,-5-4 0,-1 4-180,-6 2-135,4 7-855,4 6 361,3 7 899,3 5 0,-1 9 0,1 5 0</inkml:trace>
  <inkml:trace contextRef="#ctx0" brushRef="#br0" timeOffset="48969">20315 1136 9512,'-7'-5'809,"2"2"540,-2-2-1259,9 1 0,-2 0 90,8 0 0,5 3-180,-3 0 90,5 1 0,-3-1-90,-1 1 90,4 1 0,-4 1-90,11 6 0,-14 6 0,-3 7 0,-9-2 0,-7-2-180,-6 12 180,9-16-90,-6 17-90,16-13 180,-1-5-90,22 10 90,-11-17 0,12 4-180,-14-7 0,1-1 0,-1-1-179,0 0-1,0-2-90,0 0-2338,3-2 2788,-3 0 0,6-5 0,-3 1 0</inkml:trace>
  <inkml:trace contextRef="#ctx0" brushRef="#br0" timeOffset="49430">20374 990 9691,'-5'-9'-89,"0"1"268,-2-1 271,-1-1-270,1 0 0,-3 2 90,1 1-90,-1 2 0,-1 0-90,-1 1 89,-2 1-89,-1 1 0,-2 3 90,-10 10 0,-2 2-90,-2 6-364,1-2 1,1 3 318,14-2 0,4 1-45,-7 14 45,8-6 0,1 2-45,3 9-963,5-15 1,1 0 872,6 12 0,6-1-258,5 2 258,4-3 0,4-1-170,2-6 170,3-1 45,-9-11 0,1-2-45,13 4 45,-5-6 0,1-3 45,5-3-516,-12-3 1,0-1 425,9-3 90,2-6 1559,-1-2-1514,-4-6 0,-1-2-45,4-6-536,-7 3 1,-3-1 625,-7-4-90,-3-3 597,-4-2-597,-4 0 90,-4-3 278,-4 1-278,-6-3-90,-4 4 0,-3 10 0,-2 1-200,4 7 0,-3 1 200,-14-5 0,-1 4 0,11 8 0,1 3 67,-9 0 1,0 2-247,-12 7 89,20 0 0,0 0-90,0 2 0,1 1-135,1 1 0,1 1-1124,-17 12 1439,15-6 0,2 2 0,4-3 0,0 1 0,-1 5 0,-1-1 0</inkml:trace>
  <inkml:trace contextRef="#ctx0" brushRef="#br0" timeOffset="50022">20240 2060 11131,'5'-7'449,"6"0"-449,-3 6 90,5 0-90,-5 0 90,6 2-90,-3-1 0,3 1 90,0 2-90,0 0 0,-1 1 0,-3 0 0,-5 0 90,0 1-90,-3 2 0,-1 1 0,-3-1 0,-4 1 0,1-1 90,-3 2-90,2-2 0,0 0 0,1 0 0,0 0 0,1-1 0,0 0 0,2 1 0,0 2-90,1-2 90,2 2 0,1-3 0,1 0-90,1 1 0,2 2 0,1 1 0,-1 0 90,0-1-90,-3-3 0,-1 1 90,-1-1-89,-1 0 89,-1 0-90,-2 0 90,-1 0 0,-2 0-90,0 0-3187,-3-1 3162,-1 0-1837,-2 0 1952,0 0-348,0-1 258,0 0 0,2-1-449,-4 1 2252,5-3-4052,-1 0 3017,4-3 0,3-1 0,0-2 0</inkml:trace>
  <inkml:trace contextRef="#ctx0" brushRef="#br0" timeOffset="50475">20395 1895 9781,'-11'-9'270,"1"1"-90,0 1 90,-1 0 0,-1 1 0,-2-1 0,1 1-1,-3 1 181,-5 0-270,4 2 0,-6 2-469,5 3 468,-3 4-89,-1 3 0,-3 3 90,2 3-180,1 2 180,-6 14-1502,7-2 1367,8-11 0,1 3 0,1 4 0,2 0-45,1 1 0,2 3-180,5 0 0,2 4 0,2 0 0,-1-3 27,1 5 1,2-2 62,6 7 0,3 3 0,1-8 0,-3-17 0,2-2 0,9 8 1,3-1-46,-5-10 0,0-1 135,0-1 0,1-1-90,6-4 0,0-4 90,6-2-45,-2-6 0,0-3 45,5-5 0,-12 2 0,0-3 45,-3-1 0,-1-5-500,-6-1 1,0-3 0,-1 0 499,4-4 0,-1-1 15,-6 0 0,-2-2 0,-3 1 30,-7-2 0,-4 1-45,1 3 0,-2 0 0,-4 0 0,-3 2 45,-11-4 779,-4 4-779,-6 5-90,-3 7-2414,-1 5 2414,16 8 0,0 1-45,0 1 0,0 2-29,-1 1 0,-1 2-106,0 1 0,1 1-90,1 1 1,0 2-271,0 1 0,2 1-180,0 0 1,1 1 345,1 1 1,1 0 373,2 1 0,0 1 0,-4 6 0,1 1 0,-1 2 0,0 0 0</inkml:trace>
  <inkml:trace contextRef="#ctx0" brushRef="#br0" timeOffset="51218">20116 3043 10411,'3'-7'540,"2"0"-270,-2 3-1,1-1 181,-2 2 0,0 0 359,1 0-719,2 5 90,-3 4-90,1 3 0,-4 2-90,0 0 90,-1 0-90,1 0-90,-2 2 0,1-1 90,0 2-90,-1-2-90,1 1 90,-1-1-89,1-1 89,0-1-90,0-1-90,0 2-180,2-2 360,1-2 0,3-4 0,1-4 0,1-2 90,0-1 0,-1 1-90,0-1 90,0 0 0,0-1 0,0 1 0,-1 0 0,0 0 0,1 1-90,-1 0 90,2-1 0,-1 2 0,1-1 0,0 2-90,-1 0 90,4 0 0,-4 1 0,3 0 0,1-1 90,-2 1-180,2-2 180,-2 1-90,0-2 0,-1 1 0,0-2 0,0-1 0,-1-1 90,0-1-90,0-1 90,-2 1 0,1 0 0,-2 1 0,0 0 90,1-2 0,-2 2-90,-2 7-90,0 3 90,-3 8-90,2-1 0,-1 2 0,1 1 90,-1 1-90,1 2 0,0 1 0,-1 7 0,2-6-90,-1 4 0,2-9 0,-1-1-270,1 1 0,-1-5-539,0 2 899,1-6 0,0-3 0,0 1 0</inkml:trace>
  <inkml:trace contextRef="#ctx0" brushRef="#br0" timeOffset="51682">20338 2904 10411,'-8'-9'90,"-1"-1"90,0 3 0,-2-1 0,-4-1 359,-11-4-269,4 2 180,-16-3 0,6 7-3727,0 0 2662,2 6 705,7 3 349,0 3-260,-3 4-89,-2 6 0,1 2-734,-1 7 734,2 2 0,1 5 0,2 3-90,12-16 0,1 0 45,0 1 0,1 1-45,0 0 0,1 0 928,0 1 0,2 0-928,-3 19 0,4 0 0,4-19 0,2 0 0,0 0 0,1 1 0,1 0 0,1 1 165,1-1 0,1-1-210,6 8 0,1-1-243,-2-7 0,2-1 243,3 5 0,2-2 45,12 6-325,2-6 325,4-4 0,1-4-323,-1-6 323,2-3-90,-4-5 0,2-4 90,2-3-90,0-6-981,-17 5 0,-1-2 1026,-2-1 0,1-2 0,-1-1 0,-1-1 271,0-2 0,0-2-271,-2 0 0,0-2 45,0-1 0,-2-1-45,0-1 0,-2 0 0,0-1 0,-2-1 0,0 1 0,-2-2 45,-1-11 0,-2 0-539,-3 9 0,-1 0 539,-1-7 0,-2 1 45,-2 11 0,-2 2-2,-1 2 0,-1 0-43,-12-16 0,-6 7 0,-4 4 0,-4 6 0,-5 6 130,20 8 0,-3 1-130,-11 3 0,-1 3-45,8 0 0,0 1-369,-9 3 0,1 2 234,11-1 0,1 2-135,1 0 0,1 1-382,1 0 0,1 1-427,1 1 0,1-1 1124,-12 14 0,11-7 0,-1 1 0,0 1 0,1 0 0</inkml:trace>
  <inkml:trace contextRef="#ctx0" brushRef="#br0" timeOffset="52858">20221 4112 11850,'3'5'360,"-1"-1"-270,-6 3-90,1-1 90,-1 1-90,-1 1 90,1 1-90,-1 0 0,1 1 0,-1-1 0,1-1-90,1 1 90,-1-1-90,2-1 0,0-1 0,0-1-90,2 4 180,0-5-90,3 3 90,0-5-90,2 0 0,1 0 90,1-1-90,1 0 0,0 0 0,2 0-269,9 3 179,-7 0 90,5 2 0,-8 0 0,-2 0 0,-1 1 0,-1 0 0,-2 1 0,0 0 0,-3 4-90,-7 7 90,-13 6 90,5-6-1079,-5-5 0,1-3 1079,7-6 0,-11 1 0,19-10 0</inkml:trace>
  <inkml:trace contextRef="#ctx0" brushRef="#br0" timeOffset="53083">20289 4172 8972,'-4'-8'2069,"6"-2"-1979,-1 4 179,15-4-358,-1 5-2340,15-6 1080,-14 5 1349,3-2 0,-9 1 0,0-1 0</inkml:trace>
  <inkml:trace contextRef="#ctx0" brushRef="#br0" timeOffset="53527">20346 3946 9781,'-20'-15'360,"7"6"135,-16-2 0,-4 2-316,9 10 1,0 2-813,-8-5 0,1 2 678,7 7 0,3 2 366,-2 7-321,2 6 0,1 4 0,4-1 0,2 2-60,0 3 0,1 4 0,1-3-1061,4 0 1,2-1 1030,2 4 0,3-1-90,6-4 0,2-2 0,-1-6 0,1-1 0,4 8 0,2-2-293,10 6 203,-3-13 0,2 0 65,-5-7 1,1 0 69,6 3 0,2-2-90,1-4 0,-1-3-1037,-5-2 1,1-1 1126,7 1 0,1-3 45,-8-2 0,-1 0 477,2-2 1,1-1-478,8-4 0,0-1 0,-9 1 0,0-1 45,6-4 0,-1-1 45,6-9-609,-18 8 0,-1 0 564,0-1 0,-2-1 0,-1-1 0,0-2-192,-1 0 0,-2-1 236,0 0 1,-3-1 45,1-9 0,-3-1-45,-2 7 0,-3-1 120,-7-10 0,-5-5 0,-5 5-132,-2 9 1,-3 4-1,-4 1-258,-5-1 0,-5 1 0,-2 1 1,3 4-72,2 3 1,2 4-1,-2 3-259,-5 5 1,-2 3-1,5 2-312,11 3 0,3 0 822,0 1 0,-1 1 0,-7 2 0,-2 2 0,0 0 0,0 1 0</inkml:trace>
  <inkml:trace contextRef="#ctx0" brushRef="#br0" timeOffset="61422">21087 155 9602,'-10'1'89,"1"-1"-89,2 4 90,-1-2-90,0 2 0,-2-1 90,0 1-90,0 0 0,-6 2 90,-1 2-90,1 0 0,1 0 0,6-1 0,2-1 0,0 1 0,2-1 90,1 2-180,3 4 180,3-2-90,2 4 0,3-2 0,3 3 0,4 0 0,1 2 0,3-1 0,-1-1 0,0-1 0,3 4 0,-7-6 0,3 4 90,-7-7-90,-2-1 0,-1 0 0,-2-1 0,-2 1 0,-1-2 0,-2 0 0,-4 4 0,-1-3 0,-5 3 0,-1-4 0,-9 4 0,3-3 0,-7 1 0,7-3-90,0 0 0,3-1-180,1 0-89,3-1-181,1 0-360,3-1 900,1 0 0,3-1 0,2-1 0</inkml:trace>
  <inkml:trace contextRef="#ctx0" brushRef="#br0" timeOffset="61782">21274 421 8792,'-10'-10'450,"1"3"-270,3 2-90,1 3 89,-1-1 1,0 1-90,0 1 0,-1 0 0,0 2 0,-2 0 0,0 1 0,-1 1 0,-7 7 0,3-2-90,-7 8 90,7-5-90,-1 3 0,3-3 90,1 2-90,3 0 90,-2 5-90,5-4 0,0 3 90,5-4-90,1-1 0,3-1 0,1 0-90,3-1-90,1-1-90,4 0-539,8 0-2468,-2-3 1093,6 0 2184,-6-4 0,8-2 0,1 0 0</inkml:trace>
  <inkml:trace contextRef="#ctx0" brushRef="#br0" timeOffset="62515">21515 507 9602,'-7'-5'359,"1"1"-89,-2 1-90,2 1 0,-8-1 0,0 3-180,-1 0 90,-1 1 0,4 2-90,-1 0 90,0 2-90,1 1 90,-2-1-90,1 3 0,0 0 90,1 1-90,3 0 0,1 0 0,1 0 0,0 1 0,3-1 0,1 1-90,2-2 0,0 0-90,4 3 90,1-5-90,1 3 90,0-5 0,1-1 0,1 0-90,4-3 90,-1 0 0,2-2 90,-3-2-90,-1 0 0,1-2 0,-1-1 90,0-1-89,-1 0 89,2-4 0,-4 3 0,3-5 0,-4 7 0,-1 0-90,-1 4 90,3 5 0,-2 0 0,2 6 0,-2-1 0,1 1 0,0 1 0,2 0 0,0 0 0,1 0 0,1 0 90,1 0-90,0-2 0,0-1 0,5 0 0,-3-2 0,3-1 0,-4-2 0,1-3 0,0 0 0,0-3 89,0-2-89,0-2 0,0-2 0,3-9 0,-4-1 0,2-7 0,-5 2-366,-1-1 366,-1-3-584,0 0 674,-2 3-90,-1 2 0,-1 5 0,-1 3 0,1 2 0,-1-1 0,0 6 0,0-1 0,-2 16 345,2 0-345,-3 11 0,2-1 0,0 3 0,1 13 0,0-7-573,1 9 573,1-12 90,0 10-90,1-9 0,0 6 0,0-10-779,1-2 779,1-2-36,-1-2-234,1-1-90,1-2-719,0-2 1521,1-2-442,1-1 0,4-2 0,1-1 0</inkml:trace>
  <inkml:trace contextRef="#ctx0" brushRef="#br0" timeOffset="62915">21930 562 9871,'2'7'1889,"1"-3"-1799,2-4 0,-1-2 0,2 0 90,1-4-180,-2 1 0,3-4-90,-2 1 90,-1 0-90,0-1 0,-1 1 0,-1-2 0,-1 1-90,-2-4 180,-1 4-90,-1-2 0,-2 6 1,-5 1-1,1 3 90,-4 2-90,2 3 90,-1 3 0,-1 1-90,1 4 90,0 1 0,2 2-90,2 0 90,2 2 0,2-1 0,3 1 0,2-1 0,3-1-90,9 9 90,0-6 0,6 3-180,8-6-360,4-6-1255,0-2 626,2-6 269,-8-4 900,2-2 0,5-6 0,2-1 0</inkml:trace>
  <inkml:trace contextRef="#ctx0" brushRef="#br0" timeOffset="63199">22631 329 10861,'-4'-9'1709,"3"2"-1349,10 3-1080,28-3-2557,-7 1 0,10-1 1762,-23 4 1515,-11 1 0,-1 0 0,0 0 0</inkml:trace>
  <inkml:trace contextRef="#ctx0" brushRef="#br0" timeOffset="63430">22678 327 10321,'-1'8'810,"1"0"-630,1-2-91,0 2 91,0 0-90,0 2 0,-1 2 0,1 2 90,-1 10-90,0 4 0,0-1-607,-1 0 427,0-10-90,0 0 0,0 0-89,0-1-91,0-1-180,0-2-989,0-1 0,0-2 1529,1-1 0,-1 2 0,-1 0 0</inkml:trace>
  <inkml:trace contextRef="#ctx0" brushRef="#br0" timeOffset="63651">22551 712 9871,'-2'6'720,"2"0"-270,6-1-270,1-1-1,4 0 1,-1-1 0,8-1-90,-2 0-180,4-1-180,-5-1-179,0-1-181,0 0 630,12-8 0,-7-1 0,10-5 0</inkml:trace>
  <inkml:trace contextRef="#ctx0" brushRef="#br0" timeOffset="64119">22858 562 14459,'2'9'449,"0"-1"-359,-1-2 0,0 2 0,-1 0 0,0 0 0,-1 1-90,1 1-90,-1 0 90,0 1-449,-1 8-1,0-6-90,0 4 0,2-9 450,3-11-89,2-4 89,2-6 90,0 0-180,4-5 0,9-17-90,10 13 180,-3 0 90,-7 31 0,-2 7 0,-4 2-90,7 15 90,-15-22 0,0-1 0,-1-1-360,2 1-89,-2-3-1710,3 3 2159,-4-6 0,3-1 0,-1-2 0</inkml:trace>
  <inkml:trace contextRef="#ctx0" brushRef="#br0" timeOffset="64467">23254 547 11221,'-8'-2'2158,"-2"10"-1708,3 6-360,1 4 180,4 11-270,3-14-90,1 12-180,1-9 180,1-1 0,0-3-90,-1-6 90,0-2 0,1 0 0,0-2 1,0-1-91,10-5 90,-1-5 90,4-8 0,0-4 45,-3 0 0,-1-2-45,4-7 0,-1 1-225,-6 6 0,-1 2-3013,3-9 3238,-6 18 0,-2 3 0,-3 7 0</inkml:trace>
  <inkml:trace contextRef="#ctx0" brushRef="#br0" timeOffset="64691">23710 684 12930,'7'-5'1978,"1"2"-2157,-4 3-271,1 3-2827,0 1 2457,-4 2 1,-7 0 0,-4 1 0</inkml:trace>
  <inkml:trace contextRef="#ctx0" brushRef="#br0" timeOffset="65250">21125 1048 11490,'-6'-6'630,"1"2"-90,2 1 269,1 0-539,7 2-90,0 0 0,7 1-90,0 2 90,1-1-90,2 0 90,10 1-270,-7 0-513,7-1 333,-9 0-90,-1 0-179,-1-1-181,-2 0-179,-1 1-900,-2-2-450,-1 2 2249,-2-1 0,-1 1 0,-1-1 0</inkml:trace>
  <inkml:trace contextRef="#ctx0" brushRef="#br0" timeOffset="65494">21227 1128 13020,'-6'7'989,"1"0"-899,3-2 90,0 1-90,0 3 0,-1 2 0,1 3 90,-2 8-180,0 5-540,1-2 0,-1 1 180,1 6-225,-1-9 1,1-1-1395,1-6-629,-1 2 2608,1-7 0,-2 3 0,0 0 0</inkml:trace>
  <inkml:trace contextRef="#ctx0" brushRef="#br0" timeOffset="65711">20989 1524 11311,'-1'5'899,"1"-2"-719,9 1 0,0-4 0,3 1-3457,4-1 2572,3 0 795,6 0 107,-4 0 1,1-1-288,14-1-45,-13 1 0,1-1-360,-3-2 1,0 1-1395,10-4-808,6-1 2697,-17 1 0,3-2 0,-2 0 0</inkml:trace>
  <inkml:trace contextRef="#ctx0" brushRef="#br0" timeOffset="66416">21421 1422 11940,'3'-7'3276,"0"1"-3134,2 7 128,-3 6-180,1 3 0,-3 2-90,0-2-90,-1-1 90,0 2-90,-1 0-90,0-1 90,0 1-90,-1-2 90,1 1-90,0-2-89,0 2-1,0-4-270,0 2 450,9-21 0,-2 6 0,8-16 0,2-4 0,7-3 90,-9 10 0,-1 2-90,8-2 90,-14 18 0,2 0-90,5 9 90,-5-1 0,8 10 0,-8-5 0,2 4 0,-2-4 0,-1-1 0,0 0 0,-1-1 0,1 0 0,-1-1 0,0 0 0,0-3 0,2 2 0,0-4 0,4 1-89,-3-5 89,3-1-90,-3-1 0,1-2 90,1-3-90,0-2 0,1-4 0,1-2 0,1-4 0,-1-4 0,-2-1-945,0-5 945,-3 0 90,0-2-90,-2 0 90,-2-1-1525,-2 12 1,0 0 1524,0-8 0,-1-4 0,-1 18 0,0 1 0,-1 6 90,-2 9 602,0 7-692,-2 15 0,2-1 0,-2 8 0,2 1 90,-1 2 2887,0 0-2977,1 0-855,0-1 855,1-3 0,0-2-93,2-4 183,0-2-90,0-2 0,1 4-90,0-8 0,1 4-180,-1-9-179,1-3 283,1-2-1453,0-2 1839,1-1 1,4-8 0,2-2 0</inkml:trace>
  <inkml:trace contextRef="#ctx0" brushRef="#br0" timeOffset="66638">21848 1339 11490,'8'-3'540,"1"0"-450,-2 2 0,2-1 90,2-1-90,1 1-90,1-1-90,0 0-90,0 0-270,-1-1-179,1 1-1080,-2 0-180,1 1 1889,-3 1 0,3 0 0,0 0 0</inkml:trace>
  <inkml:trace contextRef="#ctx0" brushRef="#br0" timeOffset="67367">22057 1515 11221,'0'6'899,"1"0"-359,0-3-270,3 1-90,-2-2 269,2 0-269,2-1-90,-2 0 270,6-1-270,-4-1 0,2-1 0,-1 0 0,0-2-90,0-1 0,0-1 0,0-1 0,-1-2-90,0-1 0,-1-1-90,0-6 90,-2-1 0,-1-1 0,-3 5 0,-2 5 0,-1 1 0,-1 3 0,-2 2 90,0 5 0,-1 3-90,-1 4 90,0 2-90,0 3 90,1 2-627,0 4 537,2 0-157,1 2 157,1-1-89,2 4 89,1-6 90,2 5-90,2-10 0,2-1 90,1-2-90,0 0 90,2-4 521,0 0-521,2-2 263,0-1-263,1-3-90,1-1 90,1-3-90,1-3 0,2-3-226,0-4 226,1-4-90,0-3 0,-1-4 0,-1 0 0,-1-2-1449,0 0 1539,-2 0-90,-2 3 90,-3 3 90,-2 4-90,-1 2 90,-1 2 0,-1 1-90,0 2 90,0 1 0,-1 2 14,-1 0-14,4 10 1482,-1-3-1482,4 7 0,-2-5 0,2 0 0,-1-2 0,1 0 0,4 1 0,-2-2-90,8 2 90,-7-2 0,3 1-90,-6 0 90,0 1 0,-2 0 0,-1 1-90,-1 0 90,0 1 0,-2 0 0,-1 2 0,-1 2 0,-1 1 0,0 1 0,-1 1 0,0 2 0,1 0 0,-1 0 0,2 0 0,0-1 0,0 0 0,1-1 90,1 1-90,0-2 0,1 0-90,0-1-90,0-1-180,1-2-269,0 0-451,2-1 631,1-1 449,2-2 0,8 1 0,2-1 0</inkml:trace>
  <inkml:trace contextRef="#ctx0" brushRef="#br0" timeOffset="67948">22741 1324 10051,'0'-7'1529,"-3"3"-1349,-2 3 90,-4 4 0,-7 4-180,3-1 0,-7 6 90,6 0-180,3-3 0,0 8 0,11-7-315,11 9 0,5 0 135,3 3-45,6 3 0,-3 1-44,-12 11 269,1-7 0,-20-5 0,0-18 0,-1-1 0,0-1 0,-1-1 0,0 0-90,-2 0-180,4-2 0,-2 1-1529,6-3 1799,-1 0 0,3-3 0,1-2 0</inkml:trace>
  <inkml:trace contextRef="#ctx0" brushRef="#br0" timeOffset="68301">22976 1121 10501,'-8'-7'3058,"2"2"-2788,1 19 0,-1 14-135,-2 2 0,0 4-75,2-5 0,1 1 0,-1-1-350,-1 8 1,0-1 109,1 6 0,3-4-578,7-2-881,1-13 1,1-2-842,4 4 2480,2-10 0,-1-13 0,0-1 0</inkml:trace>
  <inkml:trace contextRef="#ctx0" brushRef="#br0" timeOffset="68475">23002 1406 10951,'-3'-9'1349,"0"2"-989,3 0-270,4 3 90,1 1 0,11-1-91,-4 1 1,8-1-449,10-4-631,8-4 990,-2 0 0,2-1 0,-4 1 0,-1-1 0,-4 2 0,0 0 0,0 0 0</inkml:trace>
  <inkml:trace contextRef="#ctx0" brushRef="#br0" timeOffset="69050">23713 1277 11670,'4'3'1440,"-3"4"-1351,2 11-89,-4 0 90,0 0 0,0 1 0,-1 5 0,-1 2-90,1 6-60,0-6 0,1 5 0,-1-5-120,2 6-180,1 3 1,1-1-1,0-11-2428,5 16 989,-5-27 1799,1 2 0,-2-9 0,-1-2 0</inkml:trace>
  <inkml:trace contextRef="#ctx0" brushRef="#br0" timeOffset="69358">23753 1276 10771,'2'-6'180,"-1"0"90,1 2-1,0-1 541,7 0 0,19 4-541,-2 5 1,1 1-225,-6-1 0,-1 1-45,4 2 0,-1 2 90,0 7-180,-11 2 90,-8 7-90,-19-5-225,-11-6 1,-3-3-1306,-3 1 1620,7-3 0,3-2 0,12-3 0,6-2 0</inkml:trace>
  <inkml:trace contextRef="#ctx0" brushRef="#br0" timeOffset="69668">24211 1110 11221,'3'-20'2428,"-1"8"-809,1-4-1529,-5 32 0,-2 10 0,1-4 22,-1 7 1,-1 11-1,0 1 1,1-8-113,1-9 0,1 1-203,0 8 1,-1 7 0,3 0-1,3-9-3074,15 5 1638,-11-9 1,2-4 1365,9-11 0,-12-18 0,0-3 1</inkml:trace>
  <inkml:trace contextRef="#ctx0" brushRef="#br0" timeOffset="69861">24191 1330 10681,'3'-7'1079,"12"1"-1979,7 2 1,2 0-1529,14-3 2428,-12 2 0,-2-2 0,2-5 0,-6 0 0</inkml:trace>
  <inkml:trace contextRef="#ctx0" brushRef="#br0" timeOffset="71055">23392 1682 9512,'2'-7'3058,"-6"6"-2968,-1 3 90,-6 6-90,2 1 0,-4 4 0,-6 12-1,2-3-1945,-2 8 1856,7-7 90,1 0-633,3 2 543,1-2-90,4 0 0,2-1 0,3 2-90,3-1 0,2 3-90,3-3 0,2-1-89,2-2-1,2-3-540,7 0-2158,2-2 3058,-2-5 0,4-3 0,-7-4 0</inkml:trace>
  <inkml:trace contextRef="#ctx0" brushRef="#br0" timeOffset="71600">23536 1964 10411,'3'-7'1619,"0"0"-1439,0 3 90,0 1-90,1 0-90,-1 1 0,2 0 0,0 1 0,0 0 0,1 1-1,1 0 1,2 1 0,1 1-90,-1 1 0,-1 2 0,-4 0 0,-1 1-90,-2 5 0,-2-2 1,-2 3-1,-1-3-90,-6 5 0,2-2 90,-4 3 0,3-4 0,0-1 0,3-2 0,-1-1 0,0 2 0,2-3 0,0 0-90,2-3 180,9-7-90,0 0 90,15-14 0,3-2-90,1-2-2427,2-1 2517,-7 8-182,-2-1 182,3 2 0,-5 2 0,0 2-90,-4 3 90,0-1 0,-4 4 90,0 1 0,-4 4 2369,-1 3-2459,-2 1 330,-2 3-330,-1 0 0,-1 2 0,0 0 90,0 2-90,-1 0 0,0-1 0,0 0 90,0 1-90,2-2 0,0 1 0,1-3 0,0 0-270,2 1 90,0-3-719,4 2-540,-1-5-180,4 1 1619,-2-3 0,6-2 0,2 1 0</inkml:trace>
  <inkml:trace contextRef="#ctx0" brushRef="#br0" timeOffset="71832">23981 2061 11041,'6'0'1259,"-1"3"-1079,-4 3 0,-1 2-90,-1-1 0,-1 2 90,-1-1-180,-1 3 0,-1-1-180,-1 0 0,0 1-180,0-1-180,0-2-359,0 0-630,0-1-270,0 0 1799,2-2 0,-3 1 0,0 0 0</inkml:trace>
  <inkml:trace contextRef="#ctx0" brushRef="#br0" timeOffset="72545">24157 1959 11400,'4'-10'3276,"0"1"-2774,-4 9-1131,-5 20 359,1-7 90,-2 13-180,6-19 90,0 1 0,1-2-89,2 0 89,-1-1-90,2-1 90,1-1 0,0 0-359,6-3-91,11-11 720,-5 4-90,4-10 90,-13 8 180,4-7-90,-4 7-90,4-2 90,-7 16 0,-3 2-90,0 15 90,-2-5-90,0 21 0,0 4 0,0-14 0,-1 0-90,0 6 0,0 5 0,-1-4-225,0 0 0,-2-4 225,2-7 0,-1-2 1,-2 10-91,1-25-270,-10-4 450,5-6 180,-23-17-90,16 3-435,-9-9 525,13 11 508,-5-11-508,9 12 270,-6-15-270,12 19 0,3-5 0,7 4-1035,10-2 1,4-2 854,1-2 0,0 0 0,4-2 0,0-1 0,-5 1 0,0 1 0</inkml:trace>
  <inkml:trace contextRef="#ctx0" brushRef="#br0" timeOffset="72804">24554 1756 10411,'11'4'1979,"1"2"-1439,4 7-1,8 13 1,-1 4-360,0 2-60,-6-4 0,2 5 0,-9 1-180,-14 4 0,-10 2 0,3-3-400,5 3 1,-2-1-126,-7-7 0,-4 4 1,-2-2-1,-1-6 585,-6-5 0,-1-4 0,-2 5 0,-1-2 0,4-8 0,-1 1 0</inkml:trace>
  <inkml:trace contextRef="#ctx0" brushRef="#br0" timeOffset="73577">21189 2207 10591,'3'-6'2159,"0"9"-2069,-1 0 0,-2 9-90,0-2 90,-1 3 0,0 2-135,-5 21 0,-2 7-765,2-11 0,0 0 600,1-4 0,-1 2 1,1-3-1410,-1 1 0,2-7 1619,2-10 0,1 1 0,0-5 0</inkml:trace>
  <inkml:trace contextRef="#ctx0" brushRef="#br0" timeOffset="73812">21152 2326 10591,'3'-8'720,"0"2"-541,-1 2 1,1 2 0,1-1 90,6 0 0,2-2-90,12-2-180,-7 3-180,4-1 0,-10 2-180,-1 0 0,-1 1-179,-1 0-2738,0 0 2457,-1 1 1,-2 1 0,-3 0 0</inkml:trace>
  <inkml:trace contextRef="#ctx0" brushRef="#br0" timeOffset="73991">21213 2405 9602,'-2'7'899,"2"-1"-449,5-2-270,2-2-90,2-2 359,13 0-1708,17-5-180,-9 3 1439,11-4 0,-25 4 0,4-2 0</inkml:trace>
  <inkml:trace contextRef="#ctx0" brushRef="#br0" timeOffset="74249">21515 2454 13289,'4'9'360,"0"-1"-360,-5 19-450,-1-8-359,0 14 179,0-18-1259,0-4-449,1-4 2338,-1-1 0,1-1 0,0-1 0</inkml:trace>
  <inkml:trace contextRef="#ctx0" brushRef="#br0" timeOffset="74476">21557 2226 11490,'3'-8'900,"0"1"-900,0 0 0,-1 3 0,-1 2 0</inkml:trace>
  <inkml:trace contextRef="#ctx0" brushRef="#br0" timeOffset="74973">21687 2431 14009,'2'8'360,"0"1"-270,-2-2 0,0 2 0,0 1-90,0 1-90,-1 2 0,0 1-90,0 0-450,-2 14-89,0-3 539,-1 1-90,2-7-90,2-10-90,0-3 270,2-1 90,3-9 1,1-3 89,2-6 0,0-4-90,2-2 90,2-4 0,0 1-90,-1 2 0,0 1 90,13-14-45,-8 17 0,0 2 45,4 3 0,-2 23 0,-12 2 0,1 7 0,-2-5-156,-1 2 156,0-2 0,0 0 0,-1-2 0,0 0 0,0-1 0,1 3 0,0-5-180,-1 1-180,0-5-89,1-3-901,0 1 181,1-3 1169,0 0 0,6-3 0,1-1 0</inkml:trace>
  <inkml:trace contextRef="#ctx0" brushRef="#br0" timeOffset="76181">22226 2509 9871,'-7'-10'810,"0"1"-450,3 5-1,0 0 1,-2-1 0,1 2-90,-1-1 90,0 1-180,-1 0 269,-2 0-269,2 2 270,-9 1-270,5 5-90,-3 0 0,5 4-90,4-3-180,-2 5 0,2-2 0,0 2 0,3-3-90,1 0 1,1 0-1,1 0-360,2 1 270,2-2 90,1 1-89,-1-4 89,1-1 0,0 0 0,0-1 0,0-2 90,1 0 90,-1-2-90,4-2 270,3-6 90,1-2 90,0-3-90,-6 4-90,-2 3 0,-2 4 270,-1 0-90,4 23-91,-4 19-134,-1-16 0,0 1-881,-2 4 1,0 0 880,-1-5 0,0-2 0,0 2 0,0 0-45,-1 2 0,1 1 45,0-3 0,-1 0-45,1 0 0,1 0 0,-2 17-2749,1 0 2749,1-4 90,0-5-7,0 8-83,0-17 90,-1 3-90,0-17 0,-2-3 1206,-3-7-1206,-4-8 0,-10-14 90,4 2 2535,-3-5-2535,6 11-228,2 1 228,1 2 0,0 2 89,2 1-89,1 1 90,1 1-90,1 1 0,1 1 0,2 1 90,0 1 742,4-2-832,4 0-3130,8-4 3040,2 2-514,16-7 514,-9 5 90,10-4-90,-9 1 0,1 1 90,2-3-180,1-2-697,1-4 787,1-1-90,-1-1 90,-2-2-90,-2-1-1718,-3 1 1718,-4 0 90,-3 4 1757,-3 1-1847,-3 2 90,-3 4 523,-2 2-523,-1 2-90,-2 2 946,-1-1-856,-1 4 3276,-1 0-3192,-1 2-79,-2 1-5,0 3 0,-2 0 0,-1 3 0,0 2 0,-1 3-90,1 1 90,-1 3 0,1 1-90,0 0 90,1 3-3277,0 1 2893,2 0 294,1 1-180,2 5 90,3 4 0,1-4-346,3 1 436,0-10 0,2 0-270,0-1 270,2-1 3042,-1-3-2952,2 0-90,0-3 90,1 0 535,0-3-535,0-1 0,-1-1-90,2-3 90,-1 1 0,1-4-90,-1-1 521,0-3-431,4-9-90,0-8 90,-3 1-661,-2-4 661,-5 11-421,-3-7 421,-1 6 0,-1-4 0,-1 9 0,0 1 0,-1 2 0,0 2 0,0 0 0,0 2 0,0 2-90,0 0 722,7 4-632,1 0 451,4 2-541,-2-2 90,0 1-90,6-2 0,-3 1 90,4-1 0,-5 1-90,0-1 90,-1 2-90,-2-1 90,0 2 0,0-1 0,-3 3 0,1-1 0,-2 2 0,0 1 90,-2 1 0,0 6 0,-1 4-90,-1 1 0,0 3 90,1-7-90,-1 2 0,2 0 0,0 0 90,0-1-90,1 1-90,0-2-90,1-1-450,3 3 90,0-5-719,2 1 1259,3-2 0,4-1 0,5 2 0</inkml:trace>
  <inkml:trace contextRef="#ctx0" brushRef="#br0" timeOffset="76477">23295 2601 10771,'-5'-8'1259,"1"2"-449,2 3-630,-2 4-1,3 1 361,-5 33-405,-1-3 0,-1 5-105,1-6 0,-1 2 0,0-1-624,0-3 0,1 0 0,0-1 549,-4 8 0,2-5-135,1-2-179,2-5-318,2-2 228,0-5-91,1-2-270,1-4-899,0-1 1709,2-2 0,0-3 0,0-1 0</inkml:trace>
  <inkml:trace contextRef="#ctx0" brushRef="#br0" timeOffset="76776">23279 2564 10771,'1'-16'1529,"5"0"-4806,25 5 1793,-10 3 2127,11 10 1,0 5-734,-9-3 39,6 10 1,-7 3-310,-31 10 270,15 4 1,-35-7-1,16-17-90,-1 1-90,2-1 3122,2 0-3662,0-2-1529,3 0 2407,-1 0 1,3-1-1,1 1 1</inkml:trace>
  <inkml:trace contextRef="#ctx0" brushRef="#br0" timeOffset="77507">23591 2813 12300,'-9'-2'2519,"6"-3"-2340,4 3 1,11-7-270,-1 2-179,6-6 89,-4 2 0,-1-4 0,-3 1-90,0-4 90,0 1-270,2-15 91,-4 5 179,1-1 0,-6 8 90,-2 9-90,0 2 90,-2 2 0,0 0 0,-1 3-90,0 1 0,-4 3 90,1 3 0,-3 6-179,13 8 269,7-5-90,10 1 90,-2-10-90,-3-2 90,-3 0-90,0-2 0,4 3 90,-5-1 0,-2 3 0,-5-1 0,-2 0 0,-1 2 0,0 0 0,-1 1 0,0 1 0,-1 0 0,1 2 90,0 15-90,0-6 0,5 23 90,2-21-90,0 1 0,2-13 0,-4-7 0,3 0 0,-1-2 0,0-2 0,0 1 0,2-4 0,-1 1 90,13-14 0,-3 2 179,1-4-269,-11 19 0,-9 5 0,-3 11 0,1-4 0,1 0 90,1 10-180,1-2-3187,2 7 1813,1-11 115,0-4 1349,-1-7 0,-1-2 0,-1 0 0</inkml:trace>
  <inkml:trace contextRef="#ctx0" brushRef="#br0" timeOffset="77710">23938 2518 11041,'0'-8'1529,"2"2"-2519,3 7-809,0 0 1799,0 3 0,-2 0 0,0 0 0</inkml:trace>
  <inkml:trace contextRef="#ctx0" brushRef="#br0" timeOffset="78402">24181 2718 13199,'8'-5'3276,"0"4"-3044,-7 3-142,0 5-90,-3-1-179,-3 7 89,1-3-180,-3 6 0,2-3-90,0-1 0,-1 1 0,1-1 1,0 0-1,1-2 0,0-1-270,0 1 271,2-4-1350,-2 2 1439,14-24 90,-2 2 180,8-11 90,3-3 90,-9 15 269,7-2-269,-9 16 0,4 14-180,-5-3 90,3 7-90,-4-6 90,1-1-90,2 0 90,0-1-90,0-2 90,7 4-90,1-5 90,5 1-90,4-10-3277,-8-2 3162,3-6-390,-7-2 415,1-4 90,0-4-90,-1-2 90,-1-3 0,-1-2-90,0-5 90,-4 8 0,0-2-1051,3-8 1,-1 0 1050,-3 11 0,0 0 45,1-5 0,-3 10 2056,-7 21-2101,-1 1 505,-2 10-505,-6 16 0,5-11 0,-1 1-425,0 1 0,1 1 425,0 0 0,1-1 0,-2 11 2926,1-3-2926,1 2 90,3-6-361,0-1 271,2-5 0,2-1-809,8 13-181,-3-15 914,7 7-1363,-7-21 1439,0-2 0,2-7 0,2-3 0</inkml:trace>
  <inkml:trace contextRef="#ctx0" brushRef="#br0" timeOffset="78541">24541 2699 11670,'26'3'-90,"-1"-1"0,1 0-810,2-1 1,-1 0-2097,-7-3 2996,0 0 0,4-3 0,-1-1 0</inkml:trace>
  <inkml:trace contextRef="#ctx0" brushRef="#br0" timeOffset="80156">21042 3111 10501,'-9'0'0,"-2"-1"90,3 1 180,-1-1 359,1 1-449,1 1 270,0-1 90,-2 2-270,2 1-180,-1 1 0,2 0 89,1 2-89,1-1 0,-1 3 0,2 1 0,2 3 0,0 0-90,2-1 90,1-2-90,8 8 0,-3-7 0,7 6-90,0-8 0,0-2 0,9-1 90,-8-2 0,3-3 0,-10-1 0,1-1 90,-4 0 0,-1 1 0,1 0 0,0 0-90,-1 3 90,-4 5-90,0 2 0,-4 10 0,2-5 90,-1 13-90,3-9 0,-1 4 0,4 1-180,5 6 90,4 1 90,0-7-90,1-9 90,-6-10 0,2-2-90,-1-1 90,0-2 0,1-1 0,0-3-90,3-5 90,-3-1 0,3-5 0,-5 1 0,-2 0 0,3-11 0,-4-1 0,3-10 0,-4 9 0,-1 5-90,-1 11 90,-1 4 0,0 2 0,1 1 0,1-1 0,0 4 0,1-2 0,6 5 0,-3-1 0,4 1 0,-3 0-90,-1 0 90,0-1 0,1 0 0,0 0 0,-1-1 0,1 0 0,-1 0 0,1-2 0,0 0 0,-1-1-90,0-1 90,0-1 0,-1 0 0,0-1 0,0-1-90,0-1 90,0 0 0,-1-2 0,1 0 0,-1-2 0,0 0 0,-1-1 0,0 1-89,-1 1 89,1 0 0,-2 3 0,1 0 0,-1 2-90,1 2 90,0 6 0,0 2 0,0 7 0,-1 0 0,0 3 0,-1 2 0,0 8 0,0-4 0,-1 8 90,-1-5-703,0 2 613,-1 0 0,-1 1 0,0-3 0,-1 1 0,1-2 90,0-2-90,-1 6 0,2-7 0,-2 4 0,2-9 0,0 0 0,1-1 0,-1-1 0,2-1 0,-1-1 0,1-1 90,-1 2-90,1-3 612,-1 0-522,1-1 0,2-2-90,1-6 0,2 0 0,1-7 0,0 2 90,7-12-90,-2 3-3277,7-8 3162,-4 7 115,0-1-106,-1 3 106,1 1 0,-2 2 0,-1 4 0,3-3 0,-4 7 0,0-2-90,-4 7 3366,0 1-3212,-2 3 94,0 2-158,-1 1 0,-1 3 0,-1 1 0,-1 2 0,0 1 0,-1 1 0,2-1 0,-2 1 0,1 6 0,0-7 0,0 5 0,3-4 0,-1-5-90,2 3-90,0-7-89,0 0-91,0-3 0,2 0-180,-1-2-89,1-1-990,0-1-270,1-1 1889,1-2 0,6-3 0,1-1 0</inkml:trace>
  <inkml:trace contextRef="#ctx0" brushRef="#br0" timeOffset="80792">21765 3479 10861,'0'-8'1529,"0"2"-1259,-4 0 0,1 4 269,-4-1-449,-1 3 90,0 0-90,-2 3 0,3 1 0,-1 0 0,1 2 0,-4 4-180,4 0 0,-1 2-90,4-2-180,1 4-89,2 1 269,1 0-90,3-2-90,4-3 180,-1-3 0,3 0 90,-2-3-90,1-2 90,0-1 0,0-2 1,0 0-1,-1-2 0,1 0 0,2-7 0,-2 1 90,2-4 0,-5 1 0,2-5 90,-3 5 0,2-7-90,-2 8 90,-1 1-90,2 9 0,-2 2 90,1 5-90,-1-1 0,-1 1 0,1-1 0,0 1 0,1 0 89,0 0-89,1 0 0,-1-2 0,1 0 90,3-1-90,-2-2 0,6-1 0,-3-3 0,7-6 0,-5 0 0,4-5 0,-3-1 0,-1-3 0,1-3 0,1-12 0,-4 6 0,1-7 0,-5 6 0,-1 5 0,-2-1 0,0 4 0,-1 4 0,0 3 0,-1 2 0,0 3 0,0 2 0,-3 7 0,0 3 0,-2 8 0,2 2 90,-2 6-811,0 4 721,-1 5 0,1 1 0,0-1 0,0 1-72,1-3 72,1 0 0,0-4 0,2-1 0,0-2-90,2 7-90,0-11-629,4 9-720,-1-15 1529,4 3 0,1-7 0,2 0 0</inkml:trace>
  <inkml:trace contextRef="#ctx0" brushRef="#br0" timeOffset="81008">22151 3419 11221,'9'-5'359,"1"0"-359,-1 3 90,2 0-90,7-2-180,-1 2-569,5-3 119,-4 0-809,2 0-90,0 0 1529,2 0 0,2-2 0,0 0 0</inkml:trace>
  <inkml:trace contextRef="#ctx0" brushRef="#br0" timeOffset="81251">22545 3449 12390,'-5'8'809,"2"0"-629,3-1-90,1 1 0,-1-1 0,0 0 0,-2 12-540,1-3 450,-5 16 0,3-16 0,-2 2 0</inkml:trace>
  <inkml:trace contextRef="#ctx0" brushRef="#br0" timeOffset="81459">22529 3212 11760,'0'-9'1080,"0"2"-721,0 0-3636,1 1 2480,1 8 1,0 2 0</inkml:trace>
  <inkml:trace contextRef="#ctx0" brushRef="#br0" timeOffset="81743">22882 3462 12750,'-19'-14'2248,"-2"13"-2427,-5-2-541,0 17 90,16-4 271,-1 2-91,5-3-90,4-2-539,2 2 1079,6 6 0,2 1 0,5 4 0</inkml:trace>
  <inkml:trace contextRef="#ctx0" brushRef="#br0" timeOffset="81874">22844 3668 10141,'-1'7'-180,"-1"-1"180,-1-1 90,-1-1 0,-1 1 90,0-1-90,-2-1 0,-1 1 90,-1-1-90,0-1 0,1 1-90,0 0 0,0 0-90,1 0-630,-1 0 720,3-2 0,-3 0 0,3-1 0</inkml:trace>
  <inkml:trace contextRef="#ctx0" brushRef="#br0" timeOffset="82755">23248 3613 10321,'-1'-7'810,"0"1"-451,0 0 1,-1 0 90,-1 0-90,1 0 0,-2 1 809,-7-7-450,-7 7-539,3-3-180,-22 27-629,23-1 359,-10 7-90,18-10 90,6-8-90,1-1 1,2 0-1,0-1-270,4-1 360,-2-1 1,3-1-541,12-8 720,-1-5 180,9-6 0,-10 2 0,-7 4 90,-5 6-90,0-1 0,-2 2 0,0 0 179,0 2-179,0 6 0,-2 2-90,1 3 90,1 14 0,1-5 0,15 12 0,-2-16-90,6-4 0,-8-10 0,-3-2 0,2-1 0,1-2 0,3-3 0,-1-2 0,3-3 90,-3-3-90,0-1 0,-1-2-339,-3 1 429,-3 1 0,-2 2 0,-2 3 89,-1 1-89,-2 1 0,0 3 0,-1 0 360,-1 2-450,-6 13 429,1-3-429,-6 12 0,4-6 90,-1 3-90,1-1-90,-5 9 0,3-5 1,-4 8-1,4-9 90,1-1-90,2-5 90,2-3-90,1-3 90,6-5 0,-1-2-90,10-9 90,1-7-90,10-12 90,-2 3-90,2-1-1545,-6 10 1635,1 2 0,-1 3-90,-2 5 90,-4 2 0,8 6 90,-11 4-90,5 4 0,-11 2 90,-1 2 0,0 1-90,0 9 90,-2-4 1455,2 5-1455,0 7 0,3 3-90,-1-3-90,3-5-450,-1-15 90,-2-5-89,2 1-1170,-2-5-360,1-1 2069,-1-2 0,5-4 0,0-2 0</inkml:trace>
  <inkml:trace contextRef="#ctx0" brushRef="#br0" timeOffset="83168">24237 3332 11490,'-3'-6'990,"5"1"-810,1 3 0,4 0 0,1 2-1,1 0 1,10 1-90,-3-1 0,6 1 0,-5-2-180,0 1-180,0-1-89,-1 0-991,3-2-1927,-3 0 3084,-2 1 1,-8 0-1,-4 2 1</inkml:trace>
  <inkml:trace contextRef="#ctx0" brushRef="#br0" timeOffset="83423">24279 3490 11400,'7'-3'900,"0"0"-180,-4 1-451,2 0 271,-2 0-90,3 1-270,-1 2 0,0 1-90,0 2 89,-1 2-89,-1 1 90,1 3-90,-2 1 0,1 1 0,-2 1-90,0 2 0,-1-1-180,-1 1 0,1 0-89,-2 0-181,1 0 0,-1-1-180,1 0-269,0-3-1170,-1 0-719,0-2 2788,0-1 0,-3 1 0,0 0 0</inkml:trace>
  <inkml:trace contextRef="#ctx0" brushRef="#br0" timeOffset="83623">24210 3753 12030,'8'2'630,"-1"1"-360,0-3-1,0 1-89,2 0 0,1 1 0,1-2 0,1 1 0,1 0-180,2-1 0,0 1-270,0-1-90,1-1-359,0-2-271,0 0-2287,7-6 3039,-7 1 1,11-9-1,-8 0 1</inkml:trace>
  <inkml:trace contextRef="#ctx0" brushRef="#br0" timeOffset="83901">24683 3301 12480,'-2'-8'2878,"0"14"-2698,0 2-90,-1 14 0,1-4 0,-2 7 30,0 4 0,-2 8 0,1-1-435,2 4 0,0-1 165,-2-3 0,0 2 0,2-4-929,1-1 0,1-7 1079,-5-8 0,3-2 0,-2-9 0</inkml:trace>
  <inkml:trace contextRef="#ctx0" brushRef="#br0" timeOffset="84188">24594 3452 11041,'14'-31'1709,"-8"17"-1349,13-13-271,-11 22 91,3 1-90,-1 3 0,0 1 90,3 1-90,0 2 0,1 3 0,8 4 0,-6 1-90,8 8 0,-12-6 0,2 4-90,-7-5 0,-3-1 90,-1 0-90,-3 0 90,-1-1-90,-3-1 0,-1 0 90,-3 0-90,-1-1-90,-2 1 0,1-2-179,-1 0-1,0-1-180,0-1-2068,-4 1 809,5-2 1799,-2 1 0,1-1 0,0 0 0</inkml:trace>
  <inkml:trace contextRef="#ctx0" brushRef="#br0" timeOffset="84432">25008 3707 12480,'7'2'2788,"-1"0"-1349,-1-2-809,-1 0-2249,1 0-1658,0-1 2457,-7-5 1,-6-4 0,-7-5 0</inkml:trace>
  <inkml:trace contextRef="#ctx0" brushRef="#br0" timeOffset="97328">1203 2257 7803,'2'-8'1079,"1"2"-449,-2 1 89,1 0-359,-1 0 360,1 0-1,-2-1 450,1 1-539,-1 0-540,-3 14 0,0 0 0,-3 20 0,2-1 0,-1 11-697,2-17 0,1 2 637,-1 2 0,1 3 0,-1 0-691,0 10 0,0 1 691,0-4 0,1 2 0,-1-2-871,0-3 1,1-2-1,0 1 871,0 1 0,-1 1 0,1-1-30,-1 1 0,1-1 0,-1 3-400,0 0 1,0 3 0,1 1 0,-1-3 399,0 2 0,1-2 0,-1 3-147,0-3 1,0 4 0,1 0-1,-1 0 1,0-5 146,1 3 0,0-4 0,-1 1-112,1-1 1,-1 2 0,1-1 0,0-3 111,0-1 0,-1-3 0,1-1 127,0 12 1,-1-1-128,-1-2 0,1-2 133,0-2 1,0-1-134,0-1 0,-1-1 278,1-1 1,0 0-279,0-2 0,-1 0 609,1-3 1,-1 1-610,0 3 0,-1-1 90,-2 13-90,4-19 0,-1-1 0,-1 2 0,1-3 0,1-4 0,0-3 1598,0-2-1598,1 0 1930,0 0-1930,0 0 1985,0-1-1985,2-1 560,-1-3-560,2 0 90,0-2 90,2 0-90,0-1-90,2-1 0,2-2 90,0 0-90,3 0 0,1-1 0,2-1 0,8 0 0,4-1 0,5-1-1799,7-1 1799,-17 3 0,2-1 45,2 0 0,1 0-45,2 0 0,1-1 0,4 0 0,2 0 0,1-1 0,3 0 0,2 0 0,-6 1 0,0 0 0,2 0 0,1 0-560,0 0 1,2 0 0,0-1 0,1 1 0,-3 0 559,4 0 0,-1 0 0,0 0 0,-1 0 0,1 0 0,0 0 0,-1 1 0,-2-1-624,3 1 1,-3 0 0,1 0 623,0 0 0,0 0 0,1 0-417,-1 0 0,1 1 1,0-1 416,-2 1 0,1 0 0,-1 0-159,0 0 0,0 0 0,0 0 159,-1 0 0,-1 1 0,0 0 36,0 0 0,-1 0 0,0 0-36,-1 0 0,-1 1 0,1 0 0,-2 1 0,0-1 0,-1 1 0,10 0 0,-1 0 0,-2 0 0,-2 1 0,-5 0 0,0 0 533,-3 0 1,0 1-534,3 1 0,-1 0 1065,10 1-975,1 2-90,-22-4 2123,-4 1-2033,-2-1 2878,4 1-2968,-6-2 90,3 2 0,-7-2 1131,-1 0-1131,0-1 0,-1 1-1,1-1 1,0 1 0,1-1-90,-2 1 90,2-1 0,-3 1 90,2-1 90,-1 2 180,0-1-1,0 0-359,-1-4 0,-1-1 0,-3-5-90,-1 2 0,0-2 0,0 2 90,0-2-90,0-1 0,-1-1 0,-1-2 0,1-2 0,-1-2 0,-1-5 0,1-4 45,1 3 0,0-4-45,0-6 0,1-2-1639,0 0 1,0-2 1535,0-3 1,1 1 102,2 8 0,-1 1-285,0-2 0,0-3 225,0 0 0,0-3 0,1 1 30,-1 6 0,0 2 0,0-3-490,0 2 0,0-3 0,0 1 1,-1 1 489,1-2 0,0 2 0,0 0 0,0-1 0,-1 0 0,0 0-201,1 0 1,-1 0-1,1 0 171,-1 0 0,1 0 1,0-1 77,0 1 0,0-1 0,0 0-48,0 0 0,0 0 0,0 0-30,0 0 0,1 1 0,-1-1 30,1 0 0,0 0 1,-1 0-334,1 1 1,-1-1 0,1 1 332,-1 0 0,0 0 0,1 1 0,-1-1 0,1 1 0,-1 0-15,1-10 0,-1 1 0,1 2 0,0 0 45,-1 6 0,0 0-45,1 3 0,-1 0 550,-1-5 1,0 2-506,1 8 0,-1 2-45,0-3 0,0 2 45,-1-3 0,0 6 618,0 4-618,1 3 1863,-1 2-1863,1 2 3125,0 1-3215,0 3 732,-2 0-642,-1 4 56,0 1-56,-2 3-89,2 0 89,0-1 0,1 1 89,-1-1 1,1 1 0,-1-1 0,0 0-90,-5 2 90,2-1-90,-11 3 0,3-2 0,-9 3 45,4-1 0,-1-1-1195,-17 3 1150,11-2 0,-1 1-813,5-3 0,0-1 813,-2 2 0,-1-1 0,-5 0 0,-1 1 0,-3-1 0,-1 1 30,9-2 0,0 0 0,-3 0-641,-2 1 0,-3 0 1,0 0-1,2-1 611,-3 1 0,1 0 0,-1 0 0,1-1 0,-3 1 0,2 0 0,1 0-178,1 0 0,2-1 0,-2 1 178,0 0 0,-3-1 0,0 1 0,2 0-362,-2 0 1,2 0-1,-2 1 362,3-2 0,-1 1 0,-1 0 0,1 0 0,0 1 0,-1-1 0,1 1 0,2-1-194,-2 1 0,1 0 1,-2-1 193,3 0 0,-2 1 0,0 0 0,3-1 0,1 0 0,1-1 0,0 1 0,1-1 0,-1 1 0,0 0 0,1 0 0,1-1 0,-1 1 0,1-1 0,1 1 0,-2-1-228,-3 1 1,-2 0-1,3 0 228,-5 0 0,0 0 38,5-1 1,-2 0 0,4 0-39,5-1 0,2 0 394,-3 0 0,2 0-394,0-1 0,5-1-90,4 1 1463,3-1-1463,2 0 1647,0 0-1557,3-1 0,-4 4 0,3 2 0</inkml:trace>
  <inkml:trace contextRef="#ctx0" brushRef="#br0" timeOffset="98800">1517 2681 10411,'7'-6'270,"-1"0"-270,-3 3 90,0 0-90,0 0 90,2 0-90,-2 0 0,2-1 0,0 1 90,0 0-90,1 0 0,0 0 0,1-1 0,1 0 0,0-1 0,7-2 90,0-1-90,2 0 0,-1 0 90,-5 2-90,1 0 0,1 0 0,0 0 0,2 0 90,-1-1-90,1 1 0,0 0 0,8-2 0,-6 2-231,4 0 231,-7 3 90,-1 0-90,1 1 0,-2 0 0,4 2 0,0 1 0,0 1 0,-2-1 0,-5 2 0,0-1 320,0 1-320,0 0 0,0 1 0,5 1 0,-4-1 0,3 2 0,-3-2 0,-1 0 0,0 1 0,0-1 0,0 0 0,-1 0 0,0-1 0,0 1 90,0 0-180,0-1 90,-1 0 90,0 1-90,-1-1 0,0 0 0,0 0 0,-1 0 0,0 0 0,1 0 0,-2 1 0,3 0 0,-2 0 0,2 0 0,-3-1 0,0 0 90,-1 0-90,1-1 0,-1 1 0,0-1 0,1 1-90,-1-2 90,0 2 0,-13-6 0,-3-1 0</inkml:trace>
  <inkml:trace contextRef="#ctx0" brushRef="#br0" timeOffset="99383">1622 2728 9961,'1'-6'1799,"1"2"-1619,5 4-90,-1 2 90,0 0-90,0 1 0,0 0 0,2 2 0,-1-1 0,1 1 0,1 2 0,0-2 0,2 4-90,0-2 90,1 3-90,0-2 90,2 1-90,1-2 89,8 4-594,-5-4 595,7 1-90,-7-5-200,1 0 290,-1-2-90,1 0 0,0-2 90,1-1-90,-1-1 0,0-2 0,2-1 0,-1-2-576,3-1 576,-4-1-2938,-1 0 2938,-3 0 308,-1 0-308,-2-1 0,0-1 221,2-6-221,-2-1 0,-1-2 0,-3-3 0,-4 11 0,0-5 478,-3 7-568,0 1 3366,0 0-3969,0-3-27,-1 5 720,1-4 0,-1 9 0,0 0 0</inkml:trace>
  <inkml:trace contextRef="#ctx0" brushRef="#br0" timeOffset="101214">2342 2751 9152,'-2'-9'1349,"1"1"0,0 3-1259,1 18 0,0-6-90,1 15 90,1-12 0,-1 9 0,4 14-90,0 3-347,0 1 347,0-9 0,-3-8 0,0-1 90,0 12-90,0-11 0,0 7 0,0-13 0,-1-2 0,1 4-3158,-1-5 3158,0 2 0,1-3 0,-1-3 293,0 2-293,0-4 0,-1 2 90,1-3 3186,-1 3-3160,1-2-116,0 1 90,0-2-90,-1-11 0,0 3 0,-2-23 45,0 6 0,-1 0-45,-1-18-337,-1 7 1,1 0 336,1 10 0,0 1 0,-1-5 0,0 0 0,-1-8 0,0 6 0,3 17-90,0 1 90,1 2 0,0 0 0,0 2 0,1 0 0,-1 2 583,0-1-583,3 13 0,-1-1 0,2 13 0,-1-7 0,0 0 0,0-2 0,-1 1 0,1 1 0,0 2 0,-1 1 0,3 16 0,-1-10 45,0 5 0,1 1-45,-1-5 0,1 16 0,-2-24 0,0 6 0,0-4 0,0 4 0,-1-6 0,0 0 0,0 0 0,0-1 90,0 0 0,-1 0-90,1 1 90,0 6 0,0-5-90,0 3 89,0-7-89,-1 5 90,0-5-90,0 4 0,0-5 0,0-2 90,0 0-90,0-1 0,0 0 0,0-1 0,1-1 0,0 0 90,-1 0-90,1 1 0,-1 0 90,1-1 90,-1 0 270,1-2-90,0 2 449,-1-1-719,-2-15-90,2 6 0,-3-13 0,2 9 0,0-11 0,0-4 0,-1-11 0,1 6 0,0 0-663,-1-7 663,0 4 0,0 1 0,0-2-3172,-1 0 3172,2 1 0,-2 0-88,0 3 88,1 2-346,1 3 346,-1 1 0,1 1 0,-1 1 0,0 3 372,1 1-462,0 4 3232,1-2-3232,0 4 222,-1-1-222,1 4 558,0 1-558,-1 0-114,0 0-2135,1 1 1529,-4 6-989,2-1-449,-3 7 2248,2-3 0,-2 4 0,-1 2 0</inkml:trace>
  <inkml:trace contextRef="#ctx0" brushRef="#br0" timeOffset="102651">2009 3791 10681,'3'-6'2518,"2"4"-2428,-1 3 270,4 9-180,-2-5-90,1 2 180,4 2-90,1 0-90,1 2-90,0-1 90,-5-5-90,0 2 90,0-2-90,2 1 90,-2 0-90,2 1 0,1-1 90,0 0-90,0-1 0,2 1 0,1 0 89,1 0-89,1-1 0,-1 0 0,0-1 90,9 1-90,2-4 0,3 2 0,0-4 0,-7 1 0,2-1 45,1-1 0,0 0-45,12-1 0,1-1 0,1 0 0,-1-1 0,-14 3 0,-2-1 0,0 0 0,0-1 90,18-6-90,-21 5 0,21-7 0,-29 7 0,0 0 0,0 0 0,-1 0 0,-1 0 0,-1-1 0,-1 1 0,-1-1 0,1 0 0,-2 0 0,0 0 0,-1 1 0,0 0 0,-1 1 0,3-2 0,-3 1 0,1 0 0,-2 1 0,1-1 0,-1 1 90,-1 0-90,1-1 0,0 2 0,0-3 0,-1 2 0,1 0-90,-1-1 90,0 1-90,2 0 90,-1 6 0,-3 1 0,0 4 0,-5 0 0,0 0 0,0-1-90,-5 3 90,4-4-179,-14 7 89,9-7 0,-9 6 90,9-6-90,0 1 0,-1-1 0,0 0-90,-9 2 90,5-2 0,-7 1-90,6-2-90,-14 1 0,-4 0-1085,-1-2 1085,2 0 0,14-3-540,-9 0 271,10-1-811,-6 0-179,11-2 90,0 1 740,2-2 1,-3-2-1,-1-1 1</inkml:trace>
  <inkml:trace contextRef="#ctx0" brushRef="#br0" timeOffset="105031">1898 2293 9332,'-3'-8'-90,"0"2"90,1 1 90,-1 2-90,0 0 90,-1 0 0,0 1 89,0 0 1,0 0-90,0 1 90,0-1-180,-1 0 90,1 0 0,-2 0-90,2 0 90,-2 1-90,1-1 0,-1 1 0,2 0 90,-3 0-90,1 1 0,0-1 0,-2 1 0,3 0 0,-4-1 0,3 1 0,-2-1 0,2 2 0,0-1 0,1 1 0,-1-1 0,0 1 0,-2 0 0,2-1 90,-6 1-90,5 1 0,-2-1 0,-1 1 0,2 0-90,-2 0 90,0 1 0,3-1 0,-1 1 0,2-1 0,0 1 0,1 0 0,-1 1 0,0 0 0,0 1 0,1 0 0,0 1 0,-1 0 0,1 0 0,0 1 0,0-1 0,0 0 0,0 0 0,0 1 0,1 0 0,-1 0 0,0 1 0,1 0 0,-1 0 0,2-1 0,-1 1 0,1 0 90,-1 0-90,1 0 0,-1 1 0,2 1 0,-1-1 0,0 1 0,0 0 0,1 0 90,0 1-90,0 5 90,1-4-90,-1 5 0,2-1 90,-1-2-90,1 3 0,0-5 0,0-1 90,1 1-90,-1-1 0,1 0 0,0 4 0,0-4 90,0 8-90,-1-9 0,2 4 0,-1-5 90,-1 2-90,1-2 0,-1 2 90,1-3-90,-1 0 0,1 3 90,-1-2-90,1 3 0,0-5 0,1 1 0,-1 0 89,1 0-89,-1 0 0,3 0 0,-3-1 0,2 2 90,0-1-90,1 0 0,-1 0 90,0-1-90,1 0 0,-1 0 0,1-1 0,0 0 0,0 0 90,1 3-90,-1-2 0,3 2 0,-2-2 0,0-1 90,0 1-90,1-1 0,0 0 0,0-1 0,1 1 0,0-2 0,0 1 0,0-1 90,1 0-90,-1 0 0,1 0 0,0 0 0,0-1 0,0 0 0,0 1 90,1-2-90,-1 1 0,0-1 0,0 1 0,0 0 0,1-1 0,0 1 0,-1 0 0,1-1 0,-1 0 0,0 0 0,0 0 0,0 0 0,-1 0 0,2 0 0,-1 0 0,0 0 0,0-1 0,0 1 0,0-2 0,0 1 0,5-1 0,-3 0 0,4 1 0,-3 0 0,3-1 90,-2-1-90,3 0 0,-5 0 0,1-1 0,0 1 0,-1 0 0,1 0 0,-1 0 0,1-1 0,-2 0 0,1 0 0,0 1 0,4-3 0,-3 2 0,7-2 0,-8 1 0,4 0 0,-5 0 0,0 0 0,0 1 0,0-1 0,0 0 0,-1-1 0,5-2 0,-4 2 0,3-4 0,-4 4 0,0-3 0,0 2 0,-1-2 90,0 1-90,-1 0 0,0-1 0,-1 0 0,2-2 90,-1-3-90,1 2 90,-2-2-90,-2 5 0,0 0 90,0-2-90,0 1 0,0-1 0,-1 0 0,1-1 90,-1 0-90,1 0 0,-1 1 0,0-2 0,0 0 90,0-1-90,0 0 0,0 1 90,0 0-90,0 0 0,-2-1 90,1 1-90,0-1 90,0 1-90,-1-1 90,0 0-90,0 0 0,-1-1 90,1 1-90,-2-9 90,0 6-90,0-6 0,-1 7 0,1 0 0,-1-1 0,1 1 0,-2-1 89,0 0-89,-2 0 0,1 1 0,-2-1 0,0 1 0,-1 0 0,-1 1 90,-1 0-90,-1 0 0,0 2 0,-2 1 0,0 0 0,0 1 0,-1 0 0,0 2 0,1 0 0,-1 1 0,1 2 0,-1 0 0,0 1 0,0 0 0,-1 2 0,1 0-90,0 1 1,0 0-1,0 1-270,-6 2 180,4-1-180,-2 1 0,6 0 0,1 1-179,1 0-91,1 1-809,1 2 180,1-1 1259,1 1 0,-1 4 0,0 2 0</inkml:trace>
  <inkml:trace contextRef="#ctx0" brushRef="#br0" timeOffset="107289">2441 2385 9781,'-2'-8'1260,"0"2"-1170,-4 4 0,0 2 0,0 1-90,0-1 89,2 2-89,-2-1 90,1 2-90,0-1 90,-1 2-90,-1-1 90,0 1 0,-1 1 0,0-1 0,0 2-90,-1-1 90,1 1 0,-1 0 0,-1 1 0,2 1 0,-2-1 0,-3 4 0,3-2-90,-3 3 90,4-3 0,0 0 0,1 0 90,-4 5-90,3-4-3367,-4 4 3251,4-3 116,0-1 0,1 1 0,-1-1 0,1 2 0,-2-1-90,1 1 90,1-1-90,-1 1 3276,2-2-3070,0 2-116,-3 5 0,3-5-90,-3 6 0,2-2 90,1-1-90,0 2 0,3-5 0,0 0 0,0 1 90,0-1-90,0 9 0,1-6 0,-1 6 0,2-7 0,0 1 90,1 6-90,-1-4 0,1 5 0,0-7 0,0 7 0,1-7-3277,0 12 3162,0-13 115,1 4 0,-1-4 90,1-2-90,0 1 0,0 0 0,0 0 0,1 4 0,1 4 0,-1-1 0,1-1 0,-2-5 3276,2-1-3160,0 1-116,2 5 0,-2-4 0,3 9 0,-3-9 0,1 2 0,-1-5 0,0 0 90,-1-1-90,1 0 0,1-1 0,-1 0 0,0 0 0,0 0 0,0-1 90,1 0-90,-1 0 0,1 0 0,0 0 0,0 0 0,0 1 0,0-1 90,1 0-90,-1-1 0,3 3 0,-2-3 90,2 3-90,-2-4 0,1 0 0,-1-1 90,1 1-90,0-1 0,-1-1 89,1 1-89,0-1 0,0 1 90,0-1-90,3 2 90,-2-2-90,3 1 0,-3-1 0,0-1 90,4 2-90,1-1 90,5 1-90,1-2 0,-3-2 90,4 0-90,-8-1 0,5 0 0,-6-1 0,2 0 90,-1 0-90,0-1 0,-1 0 0,2 1 0,-1-1 0,0 0 0,1-1 0,0 1 0,1-1 0,0 0 0,-1 0 0,2-1 0,-1 0 0,0-1 90,0 0-90,0-1 0,2 1 0,-2-1 0,2-1 0,-2 1 0,0-1 0,-1 1 90,-1 0-90,-2-1 90,1 0-90,-2 1 90,0-1-90,0 1 90,-1-1 0,-1 1-90,1-2 90,-2 1-90,1-1 90,1-4-90,0 2 0,0-3 90,-1 3-90,-1 0 0,1-1 90,2-4-90,-1 2 0,1-3 90,-2 3-90,0 1 90,0 0 0,0 0-90,0-1 179,3-6-89,-3 4 0,1-4 0,-2 5-90,0 0 90,-1 1 0,0-1 90,0 0-90,-1 1-90,1-2 90,-1 1 0,0-1 0,0-1-90,-1 0 90,0-1-90,1 0 90,-1-3-90,0 1 90,0-1-90,1-2 90,-1 1-90,0 0 0,0 0 90,1-10-90,-2 7 0,2-5-394,-2 10 484,0 1-90,0 0-91,0 1 181,-1 1-90,-1 1 0,0-7 90,0 6-90,-1-6 90,-1 1-90,0 3 390,-2-3-300,1 5-90,-1-1 0,-3-7 0,2 5 94,-3-5-94,3 7 0,-2 0 90,1 0-90,-1 1 0,0 0 0,0 0 0,-1 1 90,0 1-90,-1 0 0,0 0 0,-4-2 0,-3 1 0,-5-3 0,4 7-90,-1 1 90,5 5 0,0 0 0,0 1 0,-7 0 0,-1-1 0,-1 1-232,1 2 142,7 0 0,-7 0 0,5 1 0,-5-1-90,7 1-180,0 0 91,-6 2-1,5-1-630,-10 3 451,12-1-271,-5 3 0,4 1-269,2 1-2288,-9 7 527,7-1 2750,-5 3 0,6 0 0,0-1 0</inkml:trace>
  <inkml:trace contextRef="#ctx0" brushRef="#br0" timeOffset="109297">2954 3664 10141,'-1'-7'1349,"1"1"-1079,-3 1-90,0 2 0,1-1 0,-1 1-90,0-1 180,0 1-180,-1 0 0,1 1 0,-2-1 90,0-1-91,1 2 1,-2-2 0,1 2 0,0-1 0,-1 1 0,0-1 90,-3-1-180,2 1 90,-3 0 0,3 0-90,-1 0 90,1 0 0,-1 0-90,1 1 90,-1 0-90,0-1 90,0 1-90,-2 1 90,1-1-90,-7 0 0,4 0 90,-5 0-90,5 1 0,0 1 0,1-1 0,-1 1 0,1-1 90,-1 1-90,2-1 0,-1 1 0,1 0 0,-4 0 0,4-1 0,-3 1 0,5 0 0,-1-1 0,2 1 0,-1 0 0,0-1 0,0 1 0,0-1 0,0 1 0,-5-1 0,4 1 0,-4-1 0,3 1 0,1 0 0,-1 1 0,0-1 90,0 1-90,1-1 0,-1 0 0,-1 1 0,1-1 0,-1 1 0,1-1 0,-7 1 0,5 0 0,-6 0 0,5 0 0,-1 0 0,0 0 0,0 0 0,-1 0 0,1 1 0,-1 0 0,1 0 0,-1-1 0,0 1 0,0-1 0,0 1-90,0 0 90,0 0 0,1 0 0,-1-1 0,1 2 0,-1-1 0,1 0 0,-4 0 0,5 0 0,-3 0 0,4 0 0,1-1 0,0 1 0,2 0 0,0 0 0,-4 1 0,4 0 0,-3 0 0,5-1 0,-1 0 0,1 0 0,-1 1 0,1 0 0,1 0 0,1 0 0,-1 2 0,1-1 0,0 1 0,1 0 0,0 0 0,0 1 0,1 0 0,1 0 0,-1 0 0,2 1 0,-1 0 0,1-1 0,0 2 0,0-1 0,0 0 0,1 1 0,1 1 0,0 0 0,1 2 0,1 2 0,1-2 0,1 2 0,0-3 0,0 1 0,4 4 0,3 0 0,1 1 0,0-1 0,-3-4 0,8 3 0,-5-3 0,12 5 0,-10-7 0,6 2 0,2-1 0,-2-1 0,5 0 0,2-1 0,0-2 0,9 1 0,-4-3-876,-3-1 876,-5-1 0,10 0 0,-8 0 0,11 0 0,-12-1 0,-2-1 0,0 1 0,11-2 0,-7 2 0,12-2 0,-1 1 0,-7-1 607,4 1-607,-12-1 0,11-1 90,-7 1-90,-4-1 0,0-1 0,5 1-872,5-3 872,-13 3 0,-2-1 0,1-1 0,2-1 0,-2 0 90,1-1-90,-3 0 0,-3 2 245,0-1-155,-2 1-90,-1-1 90,1-2 0,3 0 0,-1-2-90,-1 1 985,-4 0-985,-3 2 90,-2 0-90,1 0 0,-1 0 90,0-1-90,0 0 0,-1-1 0,1 0 90,-1-1-90,-1 1 0,0 0 0,0-2 0,-1 2 0,-1-1 90,0 0-90,-1-3 0,0 2 0,-3-7 0,-4 2 0,-1 0 0,-2 2 0,1 4 0,-1 0 0,-2 0 0,-1 1 0,-2 0 0,-4 0-90,-13-4 0,3 3 0,-11-2-90,9 5-864,-1 2 774,-2 0-45,10 2 0,0 1-134,-13-1 179,13 1 0,0 1-630,-7 0-1078,3 1-721,2 0 2699,5 0 0,-6 0 0,0 1 0</inkml:trace>
  <inkml:trace contextRef="#ctx0" brushRef="#br0" timeOffset="111163">20006 7586 10411,'-2'-8'-90,"0"0"270,1 4 90,0-2 90,0 0 89,0 1 1,1-1 270,-1 1-630,-1 7 0,1 0-2699,-1 6 2609,4-4 0,-3-2 0,4 0 0</inkml:trace>
  <inkml:trace contextRef="#ctx0" brushRef="#br0" timeOffset="112422">17941 8085 9691,'8'-2'-719,"-2"2"-271,-1-4 990,-2 2 0,2-1 0,0 0 0</inkml:trace>
  <inkml:trace contextRef="#ctx0" brushRef="#br0" timeOffset="112950">20528 8593 9512,'6'2'0,"1"-1"0,-4-5 0,-1-2 0</inkml:trace>
  <inkml:trace contextRef="#ctx0" brushRef="#br0" timeOffset="135030">6157 2247 8972,'6'-7'1529,"0"2"-450,-3 2-899,-4-2 0,0 1 90,-5 0 0,-4 2-90,0 2-90,-6 0 0,1 2 90,-7 3-1538,-5 4 1448,-7 6-45,15-6 0,0 0 0,-1 1 0,-1 0 0,0 1 0,0 1-45,0 0 0,0 0 45,1 1 0,-1 0-766,1 0 1,1 1 765,1 1 0,0 0-45,1 0 0,1 0 45,1 0 0,1 2-45,-2 4 0,0 0 0,-2 12-488,6-8 0,2-1 488,6 3 0,0 4 0,9-9 0,2-1 571,5 2-571,3-3 90,4-2-90,1-2 0,3-2-90,2-2 90,1-1 0,2-4 0,11-1 90,-9-4 1255,7-2-1345,-15-3 0,0-2 1012,-2 0-1012,-1-2 0,-4 0 0,-2-1 0,-3 0 541,-3-1-631,-3 0 90,-2-1 0,-2-1 395,-4-2-395,-2 0-90,-14-11 90,2 8 0,0 2 0,-1 1-1049,-10-1 869,0 1 0,8 7-90,10 5-89,2 0-1,0 2-180,1 1-90,3 0-2647,1 1 3459,3 2 0,3 1 0,3 2 1</inkml:trace>
  <inkml:trace contextRef="#ctx0" brushRef="#br0" timeOffset="135317">6359 2692 10771,'3'-6'809,"-1"1"-719,2 7-90,-2 0 90,1 7-90,-1 0 90,-1 3-90,0 4 90,1 3-90,-1 7 90,-2 3-90,0 5 90,-1 0-90,0 1-1600,-2-1 1510,2 0 0,-2-3-833,1-3 563,1-4-383,0-4-786,2-4-180,0-2 1709,1-3 0,2 3 0,1-1 0</inkml:trace>
  <inkml:trace contextRef="#ctx0" brushRef="#br0" timeOffset="136113">8905 2420 10231,'7'-7'0,"-1"0"450,4-3 0,-2 1-270,0 0 89,-4 3 91,-3 3 0,0-3-180,-2 2-90,-1-1 180,-6 2-180,1 3 0,-7 1 0,1 3-1,-5 2 1,-4 3 0,-5 5-90,1 0-718,-4 4 718,3 2 0,1-1 45,10-5 0,0 0-45,-6 7 90,-3 8-90,8-8 0,2 0 0,2 0 0,4-3 0,4-1 0,1-3 0,6 7-90,1-6-334,6 9 334,1-9 0,4 3 90,2-3-90,0-1-90,1-3 90,11 0 0,-9-4 690,15 3-690,-17-7 90,3-1-90,-7-2 90,-1 0-90,-2-2 90,-1-1 273,-2-1-273,-2 0-90,-3-7 90,-6-1-90,-3-3 45,-10 2 0,-3 1 45,-5-1-180,3 2 0,1 2-179,1 3 359,1 1 0,11 4 0,-2-2 0</inkml:trace>
  <inkml:trace contextRef="#ctx0" brushRef="#br0" timeOffset="136552">9146 2754 10681,'6'-7'989,"1"-1"-809,-1 5 90,6-2-180,-4 2 90,4 0-90,-2 2 0,1 1-90,1 0 90,-1 1 0,1 2 0,0 0-90,0 1 90,-1 1-90,0 1 90,-3 1-90,-2 1 0,-2 1 0,-3 1 0,-1 1 0,-5 2 0,-4 3-90,-4 1-240,-3 3 330,-1-1 0,0-1 0,0-2 0,2-1 0,1-1 0,2-4 0,3-1 0,1-1 0,0 0 0,2-1 0,1 0 0,1-2 0,2 0 0,4 1 330,4 0-330,2 0 0,6-2 0,0-2 0,3-1 0,4 1-180,14-3 0,-4-1-776,-9 1 0,0-1 506,11-3-449,0-1-720,4-1-90,2-2 1709,-19 4 0,1-1 0,9-4 0,2 0 0,1-1 0,0-1 0</inkml:trace>
  <inkml:trace contextRef="#ctx0" brushRef="#br0" timeOffset="137209">12212 2322 10681,'1'-8'540,"-1"0"-361,-1 2 361,-11-4-450,4 5 0,-8-1 0,4 7 0,-3 1 45,-7 6 0,-3 3-135,-7 6 60,3 1 0,-4 5 0,3 2 0,12-2 0,2 3 0,1-1-242,-4-1 1,0 1 0,5 1 226,3 14 0,9-4-45,14-6 0,2-11 0,2-1-218,7 0 218,-1-5 0,0-2-1895,8-1 1895,10 1 0,-14-8 417,8-3-417,-2-3 0,6-8 90,-13-6 94,-27-16-184,-9 9 0,-4 10 0,-3 1 1777,-7 2-1777,-1 2 0,1 3-90,2 1-90,5 3-170,1 2-1000,1 3-269,5 0-359,0 1 1978,7 0 0,2 1 0,2-1 0</inkml:trace>
  <inkml:trace contextRef="#ctx0" brushRef="#br0" timeOffset="137690">12802 2630 11221,'-7'-3'179,"3"-1"-89,7 1-90,1-1 0,5 1 90,-1 2-90,7 0 0,4 2 0,-1 0 0,1 2 0,-6 0 0,-2-1-90,-1 1 90,-1 0-179,0 1 89,-3 0 0,-1 0 0,-2 0 90,-2 1-90,-1 0 0,-2 1 0,-5 4 90,0-3-90,-4 3 90,2-2-90,0-2 90,1 1-90,1-1 90,1 0 0,-1 3-90,4-2 90,-1 3 0,8 0 0,2-1 0,4 4-352,3-2 352,2 1 0,3 3-560,1-1 560,0 0 0,-1 1 0,-2-2 90,-3-1-90,-4-1 0,-4-2 90,-3 0-90,-4 0 90,-3 0-90,-4 0 338,-6 1-338,-16 5 90,4-3-1415,-11 2 1145,11-5-360,1-2-1230,4-1 690,3 0 416,4-2 1,0-1 0,1 1 0</inkml:trace>
  <inkml:trace contextRef="#ctx0" brushRef="#br0" timeOffset="139723">8759 3312 9512,'6'-8'449,"-1"2"1,-3 1-180,0 0 270,-1 2 179,1-3-269,-3 0-270,-1 1 90,-4 0-180,0 3 0,-5 3 89,0 2-89,-7 3-90,-3 3 90,1 0 0,0 1 0,-12 8-45,4-2 0,-1 2 0,7-2 0,2 0-504,-1 0 1,2-1 503,2 0 0,3 0-45,-2 5 0,1 6 0,4 2-659,3-4 659,6-1-90,4-9 39,2 1-39,3 0 0,2 0 0,4-1 847,1 1-847,10 1 0,-5-4 0,5-1 90,-8-5-90,-1-2 90,0 0-90,-1-1 90,-2-1 0,-1-1 630,2-1-630,-4-2 61,0 0-61,-4-5 0,-6 2 0,-2-2 0,-3 0-90,-2-1 90,-2 0 0,-2-1 0,-1 1 0,-2-1 0,2 1 0,-1 1 0,2 0 0,0 3 0,2-1 0,1 2-450,-4-2 90,4 2-719,-2 0 1079,6 3 0,3 0 0,-1 0 0</inkml:trace>
  <inkml:trace contextRef="#ctx0" brushRef="#br0" timeOffset="140013">8952 3527 10771,'-5'-5'1079,"-1"0"-989,9 2-90,0 2 90,6 0 0,-1 1-90,2 0 0,0 0-90,1 0-3187,0 0 2622,-2 0-694,5 0 0,-5-1 90,2 0 1259,-6 0 0,-1 0 0,-1-1 0</inkml:trace>
  <inkml:trace contextRef="#ctx0" brushRef="#br0" timeOffset="140221">8911 3695 9781,'8'5'450,"-1"0"-270,-2-4 90,2-1-90,1 0 90,1 0-90,3-1-1,0-1 91,12-2-180,-5 1 90,9-2-180,-6 0-180,-1 1-270,1-2-1978,3-1 989,-9 0 1439,3-2 0,-6-2 0,-1 0 0</inkml:trace>
  <inkml:trace contextRef="#ctx0" brushRef="#br0" timeOffset="140549">9516 3333 10231,'-7'-10'720,"2"2"-360,0 2-91,1 1 91,1 2-90,1-2 270,-1 2-450,2 7 0,0 1 0,1 15-90,0-5 90,1 7-90,-1-3 89,-1 1-89,1 1 90,-2 11-90,2-7 0,-1 7 0,1-10-179,0-2-1,0-1-180,-1-3-90,1-1-180,1-2-2647,1 3 3107,-1-6 0,2 5 0,0-5 0</inkml:trace>
  <inkml:trace contextRef="#ctx0" brushRef="#br0" timeOffset="141021">9676 3330 11221,'3'-7'90,"0"2"359,0-1 451,-1 3-630,1 4-180,-2 3 0,-2 5-1,-3 2 1,-2-1 0,-1 2 0,-2 0 0,-3 4-90,-2-1 90,-10 10 0,6-7-180,-5 5-90,6-7 0,7-4 1,-2 0-271,4-3 270,3-3 0,0 2-540,2-5 451,4 1 179,3-3 0,1-1 0,3-3 0,-2 0 0,1 0 0,1-1 90,-1 1-90,1 0 0,-1 1 90,-1 0 0,0 1 0,0 1-90,1 0 90,-1 2 0,1 1 0,-1 2 0,1 0 0,0 3 90,1 0-90,-1 3 0,1 0-90,5 7 180,-4-5-90,5 6 0,-5-7 0,1 1 90,0-2-90,6 3 0,-4-4 90,5 2-180,-5-6 0,0 0-180,-1-3-180,0 0-809,0-2 180,0 0 1079,0-2 0,5-3 0,2-1 0</inkml:trace>
  <inkml:trace contextRef="#ctx0" brushRef="#br0" timeOffset="141573">10230 3408 9691,'5'-7'990,"0"1"-360,-2 2-1,0 0 541,-1 1-901,-4-2-89,-2 4-90,-5 0 0,-1 4 0,0 1 180,-23 12-180,10-4-45,4-3 0,-2 2 0,-6 6 0,1 0 45,-3 3-590,3-3 0,2 1 410,5-3 90,4-1-90,2-1 0,4-1-90,0 3-90,2-1 0,3 3 181,2-4-1,5-3 910,4 0-910,-1-4 0,4 2 0,-1-4 90,1-1-90,0 0 0,7 0 0,-3-1 90,3-1 0,-4-1-90,-1 0 90,-1-2 0,6-1 0,-5-1-90,3-1 90,-7 1 0,-1-2 90,0-3-90,-3 2 0,-1-3 0,-4 2 0,-1 0 0,-1-2 0,-5-3 0,-2 0 0,-1 0 0,1 5 0,2 3 0,1 2 0,0 1-90,1 1-180,0 0 0,0 1-269,0 1-271,1-1-2158,1 1 2968,-1 1 0,3-1 0,0 0 0</inkml:trace>
  <inkml:trace contextRef="#ctx0" brushRef="#br0" timeOffset="141856">10481 3563 12570,'4'4'2518,"0"20"-2518,-2 1-180,0 14-89,-1-17-811,0 10-1258,1 1 629,0 1-270,2-7 1979,-2-10 0,2 1 0,0 2 0</inkml:trace>
  <inkml:trace contextRef="#ctx0" brushRef="#br0" timeOffset="143947">14451 2590 8792,'6'-7'1439,"-1"0"-1169,-5 2-90,-2 0 0,-2 2 0,-2 0-90,-3 4 90,-7 1-91,-1 3-89,-5 2 0,1 2 90,-13 8 0,7-2-1356,-8 7 1266,9-4 90,3 1-958,-1 1 868,4-1 90,2 1-90,2 1-419,3 1 419,2-2 0,3 0-90,4 3 0,2-6-154,4 4 64,1-5 90,3-2 0,3 3-180,10 5 90,-1-5 504,7 1-414,-3-7 1,-1-3-1,-1-1 361,6-3-361,-7-2 0,6-1 469,-10-2-469,0-1 90,-1-1 178,-2-1-88,-1-2 634,-2-2-724,-2-5 655,-4 3-655,-3-5 0,-4 3 180,-13-10-180,1 6-1676,-10-7 1676,5 10 90,-1 1-90,-2 1 0,3 3 90,1 1-90,3 3 0,3 2 0,1 1-180,2 1-90,0 1-269,3 0 1221,0 1-1581,2 0 899,2 0 0,1 1 0,0-1 0</inkml:trace>
  <inkml:trace contextRef="#ctx0" brushRef="#br0" timeOffset="145408">8814 3640 8792,'-6'-3'2429,"0"0"-2250,6-3-89,1 3 0,3-3 0,1 3 0,-1 0 0,2 0 0,0-1-90,1 0 90,0 1-90,0 0 90,-1 1-90,1 0 90,-1 0-90,1 0 0,-2 2 90,0 0-90,-1 1 0,1 1 90,-2 2-90,-2 4 0,-1 1 0,-3 3 0,-2 1 90,-3 4-90,-3 3 0,-2 3-922,-2 0 922,-1-1 0,-9 10 0,7-9 0,-6 8 90,9-13-90,-1 5 0,5-8 0,0 0 0,4-5 0,3-3 0,-1 2 922,6-2-922,1-3 0,2 2 0,1-6 0,6 1 0,-1-2 0,9-2 0,-5 1 0,7-2 0,-6 2 0,1-1 0,0 1-90,0-1 0,2 1-450,6-1 90,-5 0-1798,13-2 629,-13 1 1439,6-1 1,-3-1-1,1-1 1</inkml:trace>
  <inkml:trace contextRef="#ctx0" brushRef="#br0" timeOffset="146413">14606 2862 10141,'8'-4'90,"0"1"0,-3 0 0,0 1 90,-1 1-90,1-2-90,0 2 90,0-2 0,1 3-90,0-2 90,2 1-90,0 0 90,6 1-90,-3 0 90,4 1-90,0 1 0,-4 1 0,3 0 0,-6 1 90,2 2-90,-5-1 0,0 2 0,-4-1 0,-3 1 0,-2 1-90,-1 1 90,-4 1 90,0 1-90,-3 0 0,0-1 0,-1 0 0,3-1 0,0 0 0,1-1 0,3 0-90,0 3 90,3-3 0,2 2 0,4-4 0,7 3-90,0-1 0,5 1 0,-3-1 0,0-2 0,0 2 0,-1-2 0,0 1 0,-2 0 0,-1 0 0,-3 1 0,-1-2 0,-5 5 90,-2-2-90,-5 4 90,-1-3 0,-7 2-90,-1-1 90,-12 6 0,10-6-90,-6 2 0,13-7-269,2-1-181,1 1 540,2-1 0,3-3 0,2 1 0</inkml:trace>
  <inkml:trace contextRef="#ctx0" brushRef="#br0" timeOffset="146665">15359 2785 9691,'3'-4'1440,"-1"2"-1260,11-1-91,-1 1 91,1 0-90,3 0-90,2 1-180,-1-1-89,0 1-361,-2-1-809,-1 1-180,-3 0 1619,-1 0 0,-2 0 0,-2 1 0</inkml:trace>
  <inkml:trace contextRef="#ctx0" brushRef="#br0" timeOffset="146883">15366 2948 10051,'-1'8'900,"2"0"-630,1-4-1,3 0 1,0-3 0,2 1 0,2-1-90,3 1 0,1-1 0,3 0 0,1-2-90,1 0-180,2-1-180,-1-1-270,0 1-2068,6-5 539,-7 1 2069,4-3 0,-5-1 0,0-1 0</inkml:trace>
  <inkml:trace contextRef="#ctx0" brushRef="#br0" timeOffset="147705">16013 2593 9691,'-2'-7'2159,"-1"6"-2069,1 8 0,-1 4-90,2 3 90,0 0-90,0 1 90,0 4-463,0 1 463,1 2-90,0 1 90,0 5-90,0-2 0,0 12 89,1-11-852,-1 5 763,0-11-90,0 5-90,0-7-90,0 2-449,0-6 269,0-5 450,0 4 0,0-7 0,0 1 0</inkml:trace>
  <inkml:trace contextRef="#ctx0" brushRef="#br0" timeOffset="148182">16206 2613 10051,'6'-7'1260,"0"1"-1171,-7 12 1,0-2 0,-6 8 180,-19 18-180,9-11-816,0-1 1,0 0 815,-1 0-90,0-1-14,1 1 104,0-3-90,2-1 0,2-2 0,2-3 0,3-1-90,1-2 0,1-1-90,-1 1 0,2-2 1449,1 2-1359,7-4 107,1 0-107,7-4 90,-4-1 0,3-1-90,-2 2 90,-1 0 0,0 0-90,-1 1 90,0 0 0,-1 2 0,3 0 0,-3 2-90,4 2 90,-4 1 0,3 6 0,-2-1 0,1 3 0,-1-2 0,0-2 0,1 0 0,0 0 0,0 0 0,0 0-90,1 0-180,5 2-90,-3-3 0,5 0-899,-5-4 1259,5 0 0,1-2 0,5-1 0</inkml:trace>
  <inkml:trace contextRef="#ctx0" brushRef="#br0" timeOffset="148457">16472 2847 10321,'5'6'720,"0"0"-540,-3-1 89,0 1-89,0 2 0,1 1-90,0 1 90,1 2-90,-2 1 90,1 1-90,-1 1 0,-1 2 0,1-1-370,-1 4 280,-1-1 90,0 2 0,0 1-90,-1 0 181,0-1-271,0 9-180,0-9-306,0 5 36,1-10-269,1-1-810,0-2-270,1-2 1889,0-1 0,2 3 0,1 1 0</inkml:trace>
  <inkml:trace contextRef="#ctx0" brushRef="#br0" timeOffset="149035">17217 2791 11041,'5'-7'629,"0"2"1,-3 1 0,0 1 449,0-2-629,-3 0-270,-2 1-90,-2 0 89,-3 4-89,0 0 90,-3 1-90,-2 0 0,-3 2 0,-1 0 0,-6 3-90,-1 0 90,-4 1 0,-4 4 0,-2 1-90,-2 2-420,-2 1 1,1 1 329,2 5 90,3 0-90,7-3-145,13-6 145,1 0 0,3-1-90,2 0 90,1 0 0,1-2-90,1 1 1004,2-2-1003,1 1 249,3-1-250,0 1 0,2-1 90,2 0 0,1 1-90,2-2 90,1 0 0,2 0 0,2-2 0,8 2 0,-5-2 0,13 1 0,-14-5 90,4 1-89,-4-3 89,-4-2 0,1-1-90,-5-1 90,-3 0 0,-1-1 0,-2-2 0,-2 0 0,-3-6 0,-1 3 0,-5-6 0,1 5 0,-1 1 0,0 0 0,-1 3 0,0-1-90,0 2 90,1 0 0,-1 2 0,2 0-270,-4 0 0,4 2-180,-3 0 0,5 1-359,0 0-2339,1 1 3148,-1-1 0,2 0 0,-1 0 0</inkml:trace>
  <inkml:trace contextRef="#ctx0" brushRef="#br0" timeOffset="149627">17263 3019 10501,'7'0'540,"0"-1"-181,-2 1-89,-1 0-90,2 2 0,-3 0 270,2 8-180,-4 4-90,-2 16 0,-1 6-91,1-11 1,-1 2-150,-1 8 0,1 4 1,1-2-410,4 4 1,2-3 0,-2-3 0,2-2 0,4-9 0,0 1 0</inkml:trace>
  <inkml:trace contextRef="#ctx0" brushRef="#br0" timeOffset="154705">17396 11146 9332,'-9'-2'629,"-1"1"-269,5 1-90,-2 0 450,1-1-631,13-1 1,2 1 0,18-4 0,-1 4 0,2 0-1251,-3 0 0,2 0 1206,12-1 0,1 1 0,-1 0 0,-1 1-15,-10 0 0,0-1 0,2 1-895,3 0 1,1 0 0,0 0 894,3 0 0,0 1 0,0-1-608,3 0 0,-1 1 0,2 0 600,-10-1 1,1 1-1,0 0 1,1-1-313,4 1 0,1 0 0,0 0 0,0 0 312,1 0 1,1 0 0,-1 0-1,1 0-81,-5 0 1,1 0-1,0 0 1,0 0-1,-1 0 59,5 0 0,0 0 0,-1 1 0,1-1 0,-6 0 0,-1 0 0,2 0 0,-1 0 0,2 0 18,3 0 0,0-1 0,1 1 0,1-1 0,0 1-3,-3 0 0,0 0 0,0 0 0,0 0 0,0-1 0,0 1 3,4 0 0,0-1 0,-1 0 0,0 0 0,-1 1-18,-1-1 0,0 1 0,-1 0 0,-1 0 0,-2-1 30,7 0 0,-3 0 0,0 0-30,-1-1 0,0 2 0,-1-2 0,-1 1 0,-1-1 0,0 1 61,-5-1 0,-1 1 0,-1 0-16,12-1 0,-1 0 488,-9 1 1,0 0-354,3-1 0,-3 0 0,12-1 1138,-2 0-1138,-22 0-90,-5 0 2198,-4 0-2198,-1 1 3097,-2-1-3187,-1 0 0,-2 1 0,-1 0 0</inkml:trace>
  <inkml:trace contextRef="#ctx0" brushRef="#br0" timeOffset="156689">17861 10532 9422,'-3'-7'0,"-1"2"0,-3 5 0,-3 2 0,2 0 0,-9 4 0,-2 2 0,-6 5 0,5-1 0,-4 5 0,12-5 0,-2 4 0,7-5 0,4 0 0,1 0 0,3 1 0,6 6 90,3-2-90,6 4-90,10 3 90,-5-6-45,-3-4 0,1 0-45,1 1-477,5 3 567,-12-9 0,-1-1-90,-4 0 90,2 0-90,-5-1 90,-1 0 0,-6 0 0,-2-1 567,-4 2-567,-7 2 0,1-2-90,-4 3 90,4-3-180,0 1-90,0-1-629,2-1 809,1 1 90,3-2 0,0 2 0,0 0 0</inkml:trace>
  <inkml:trace contextRef="#ctx0" brushRef="#br0" timeOffset="156939">18104 10722 8612,'-3'-9'540,"1"-1"-180,0 7-181,0-1-89,-2 6 90,1 3-90,-1 2 0,2 8-90,1-4-180,1 3-90,-1-3-89,0-1-721,1 0 361,-1 0 719,0-2 0,-1 5 0,-1-1 0</inkml:trace>
  <inkml:trace contextRef="#ctx0" brushRef="#br0" timeOffset="157173">18098 10389 9332,'2'-9'539,"1"1"-269,-2 3-90,0 1-1079,1 0-181,-6 7 1080,3-1 0,-4 7 0,3-3 0</inkml:trace>
  <inkml:trace contextRef="#ctx0" brushRef="#br0" timeOffset="157999">18335 10632 10141,'-2'-10'1439,"0"2"-1079,0 2 0,1 1-90,0 1 90,13-2-360,-5 2 0,11 1 90,-6 4-90,1-1 0,1 1 0,0 0 0,6 2 0,-4 0 0,4 1 0,-1 2 0,-7-1 0,4 3-90,-8-2 90,-1 1 0,-3 0 0,-2-1 0,-2 1 0,-4 1 0,0 1 0,-5 2 0,-3 2-424,-2 1 334,-2 2 90,-1-1 0,2-1 0,2 0 0,3-3 0,2 0-31,3 0 31,0-1 0,4 1 0,1-1-90,3 0 1,7 6-91,7 1 0,12 8 90,-4-6 0,2-1-420,-11-6 420,-3-4 0,-2 1 0,-3-3 385,-1 0-385,-2 0 30,-2-1 60,-3 0-90,-1 0 0,-8 3 524,0-3-434,-15 5-90,8-6 90,-7 3 0,7-5 0,0 0-90,-2 0 90,5-2 116,-1 1-116,7-2 0,1-2 0,3 0 0,1-2 0,3-1 0,3-2 0,4-6 0,3-1 0,5-5-2795,3-3 2795,3-3 0,2-2 0,2-2 0,0 1-339,-7 8 1,1-2 338,2 0 0,0 1 0,-2-1 0,1 1-694,0 0 1,-1 3 693,5-7 0,-1 4-297,-4 2 387,-5 5 0,-3 3 0,-2 2 1824,-2 2-1824,-1 0 682,-4 3-682,-7 1 0,-2 3-90,-7 3 2015,2 3-2015,-10 5 0,-6 10 90,-3 5 634,7 0-724,8-2 0,9-8 90,3 0-90,2 0 0,2-1-90,3 1 90,2 0-90,2-2 0,2 1 0,1-3-360,8 5-89,5-4 179,1-1 0,0-4-269,-6-4-1350,10-2 1979,-6-2 0,14-1 0,-8-2 0</inkml:trace>
  <inkml:trace contextRef="#ctx0" brushRef="#br0" timeOffset="158957">19467 10677 9152,'0'-10'1169,"0"2"-719,-2 3-360,-2 5 90,-2 3-90,-4 6 0,-2 5 0,1-2-90,0 2 0,4-4 89,1 2-89,0-1 0,1 2 90,1-2-90,3 1 0,0-2 0,2 1 0,2-1 0,2 1 0,1-2 0,1 0 90,1-2-90,5 0 0,-3-2 0,10-2 0,-4-5 0,0-2 0,-1-1 0,-6-1 0,0-2 0,-3 0 0,0-3 0,-3-1 0,-1 0 0,-3-3 0,0 2 0,-3-3 0,0 1 0,-3-2 0,0 2 0,-1 1 0,0 2 0,1 2 0,1 3 0,1 0-90,2 3 90,0-1 0,5 0-90,-1 1 90,5 0 0,0 1-89,1 0 89,2 1 0,1-2 0,0-1-90,4 0 90,2-3 0,2 0 0,4-3 0,-1 0-90,0-2 90,8-8-2853,-8 3 2853,6-5-9,-12 4 9,2-6 0,-5 5-262,-1-2 262,-5 8 0,-1 2 0,-1 1 0,-1 3 2839,1 1-2839,-2 2 12,0 7-12,-2 4 363,0 10-363,-3 8 0,0 4-952,-3 2 1,0 2 951,1-7 0,0 0 0,-3 11 0,-1 1 0,1-6 0,1-2 0,-1 1 0,1-1-958,-1 2 1,0 0 957,1-2 0,0 0 45,1-1 0,0 0-90,1-1 0,0 0 90,0-1 0,1 0-156,1-1 0,0-1 111,1-3 0,1 0 0,-1 18 0,4 1 0,0-12 0,2 1 0,-1-14 0,1-4 0,1-2 1476,0-3-1476,0-2 0,1-2 2294,1-2-2294,4-8 90,1-7-180,-1-4-35,-2-4 215,-6 2-90,-1-1 0,-2-1 0,-1-3 0,-3-1 0,-2-2-468,-1 2 468,-1 2 0,-1 3 0,0 4 90,1 3-90,-1-2 0,2 6 456,0-1-366,3 4-90,4 0 0,1 1 586,4 1-586,2 2 0,1-1 90,3-1-90,5-2-90,3-2 0,5-1-90,1-2-3097,1 0 2353,4-2-605,1-1-852,1-2 2381,1 0 0,-10 4 0,0 0 0,1-1 0,0 0 0</inkml:trace>
  <inkml:trace contextRef="#ctx0" brushRef="#br0" timeOffset="159552">20340 10427 9871,'-6'-17'0,"2"8"270,-2-8 270,4 10-360,-1-2 359,1 2-449,-4 16 0,3 0-90,-4 19 90,3-3-90,0 6-2865,-1 1 2955,0 7-90,0 1-961,-1 1 1051,1-2-90,1-3 0,1-2 45,1-12 0,1-1-45,-1 9 0,1 3 0,0-11 0,1-3 0,-1-3 0,2-4 0,-1-7 2565,5-7-2565,-2-1 1351,9-13-1351,-5 5 0,12-20 0,-6 12 0,7-9 0,-6 10-534,1 1 534,1 3-115,-1 2 115,0 5 0,0 1 0,0 3 0,1 1 0,1 3 0,-2 2-90,1 3 90,-2 2 0,-2 3 0,-1 1 0,-3 2 0,-3 0 0,-3 1 528,-2-1-528,-2 2 0,-4 0 90,-3 2-90,-4-1 0,-3 0 0,-3-1 121,-2-3-121,-11 3 0,9-7-866,-6 1 866,13-6 0,2-1-90,3-1 1,0-1-181,4-1-720,1-1-2158,3-3 3148,6-3 0,5-5 0,5-2 0</inkml:trace>
  <inkml:trace contextRef="#ctx0" brushRef="#br0" timeOffset="159839">20721 10410 10501,'0'-9'1079,"0"1"-1079,0 23 90,-1-5 0,-2 23-45,-1-6 0,-1 0-3322,-2 12 3233,2-8 0,0 0 44,-1 4-458,1 1 278,1 1 90,0-1 629,2 1-1259,2-7 1,-1 0-630,2 5-120,-1-9 1,1-1 1468,2-6 0,2 4 0,0 0 0</inkml:trace>
  <inkml:trace contextRef="#ctx0" brushRef="#br0" timeOffset="160697">20787 10943 9602,'3'-11'269,"0"0"1,-1 2 90,0 1-90,-1 1 180,0 1 269,0 1 91,-1 0-361,-2 0-269,-2 4 0,-2 3-90,-3 4 90,2 1-90,-1 2 0,1 2 0,-1 2 0,1 1 0,0 3-90,0 6 0,3-4-90,1 4-90,3-8 90,2-1-90,2 0-449,12 8 449,-6-10 90,10 5 0,-10-13-180,3-4 270,-2-2-90,2-3 0,-4-3 0,-2-1 90,0-2-90,-2-1 90,-2-1 0,-1-2-90,-2 0 90,-3-5 0,-2 4 0,-1-5-90,0 8 90,0 1 0,2 2 0,-2-1 0,1 1 0,1 0 0,0 3 0,5 1 0,0 1 0,4-1 0,1 2-90,0-1 90,3-1 0,2-1 0,2-3 0,10-7 0,-4-1-1195,6-6 1195,-8 5 0,3-7 45,-5 6 0,-1-2-45,-2 4 0,0-1-30,2-7 0,1-3 0,-2 2 30,-2 5 0,-2 0-113,2-4 1,0-2-1,-2 2 158,-1 0 0,-2 1 0,1-2 0,-2 3 45,-7 5 0,-3 31-90,-3 13 0,0 6-300,0 5 0,1 3 300,1-10 0,0 0 0,1 0-985,-2 7 1,-1-1 984,1-1 0,1-2 0,1-9 0,1-2-259,-1 2 0,1-1 259,-1-1 0,1 0 0,-3 17 0,-1-3 0,3-8 0,0-3 0,1-7 0,1-2 0,1-3 0,-1-1 0,2-3 416,0-2-416,4-4 90,9-11-90,0-3 2371,9-10-2371,-5 0-119,4-3 119,0-2 0,2-3 0,0 2 0,-3 4 0,1 2-242,-4 6 242,-2 3 0,-1 5 0,-3 3 0,-1 2 0,-1 3 592,-1 3-592,-2 2 90,-1 3-90,-2 3 0,0 2 0,-3 3 0,-1 2 699,-2 5-699,-2 2 0,-1 1 0,0-1 90,-2-1-90,0-2-2905,-2-3 2905,1-2 90,-1-4-90,0-2 0,-2-1 0,-1-1 0,0-3-270,-4-1-810,0-3-2191,0-4 3271,6-3 0,4-6 0,5-1 0</inkml:trace>
  <inkml:trace contextRef="#ctx0" brushRef="#br0" timeOffset="160882">21816 10935 12120,'11'1'1259,"-2"0"-899,-2-1 0,-1 1 270,-2-1-181,0 1-808,0 0-1980,-1 1 900,-3 2-180,-4 1-270,-4 0 1889,-3 1 0,-11 1 0,-5 2 0</inkml:trace>
  <inkml:trace contextRef="#ctx0" brushRef="#br1" timeOffset="162713">18599 11686 28986,'4'-7'-3277,"-2"2"1046,1 0 1968,-2 1-179,2 0 668,-1 0-215,0 0 203,0 1-1266,0-1 935,0 1-157,-4 0-551,-2 0 514,-2 2 464,1 0-4,0-1-197,7-2-134,0 1 196,7-4 753,-1 3 439,1 0-202,3-1-488,-1 0 84,2 1 105,1 0 310,2-1-162,0 1-393,8 1-410,-5 2-3327,3 1 2978,-7 4-279,5 6-384,-8 3-236,3 16-544,-13-3 704,-2-6 1,-1 2 462,-6 8 0,-2 2 44,-2 4 1,-1 0 69,-1 1 0,0-1-444,-1 0 0,1-3 795,2-9 1,1-1 141,0 0 0,-1 0 259,1-1 1,1-1 606,0 1 1,0-1-827,0-2 1,1 1-20,-6 15-74,3-4-60,0 3-919,5-11 743,0 0 211,5-7-702,1-5 1306,2 1-1846,0-7 450,2 0-1556,-1-3 2827,2 1 0,0-2 0,0 0 0</inkml:trace>
  <inkml:trace contextRef="#ctx0" brushRef="#br1" timeOffset="162927">18676 12548 23358,'0'8'-2758,"0"-2"925,1 0-1444,0-2 2997,-2 2 1,0-1 0,-1-1 0</inkml:trace>
  <inkml:trace contextRef="#ctx0" brushRef="#br0" timeOffset="163605">21663 10917 11490,'7'4'900,"1"0"-720,-3-4-90,2 1 90,0-1-90,2-1 0,1 1 0,3 0 89,11-1-89,-4 0-270,18 0 1,-16 0-271,7 0 0,-11 1-359,-2-1-900,-3 1 1709,1 0 0,-5 0 0,0 1 0</inkml:trace>
  <inkml:trace contextRef="#ctx0" brushRef="#br0" timeOffset="163813">21744 11108 10681,'-4'9'1529,"3"-2"-1169,4-2-180,4-1 90,2-1 89,10 0-179,-2-1-270,8 0-90,-5-1-359,1-2-721,3-1-449,0-1-539,1-3 2248,-2 0 0,3-4 0,-2 0 0</inkml:trace>
  <inkml:trace contextRef="#ctx0" brushRef="#br0" timeOffset="172063">23016 10433 8162,'8'1'3276,"-9"-4"-2774,-1 1-412,-9-2 0,2 4 90,-9-1-180,1 1-414,-7 2 503,4-1-89,-6 3 90,1 1-90,-7 3-1408,-2 1 1498,-3 4-90,17-6 0,0 0 0,1 1 0,-1 0 45,-7 5 0,1 1-303,6-4 1,1 2 257,-12 7 0,2 2 90,0 2-90,11-7 0,1 0-90,-6 15-105,7-8 150,5-3 0,2-2-45,2 3-89,-1 3 89,7-10-90,0 1 394,2-2-483,2 1 1354,1-1-1445,2 0 618,2-1-618,1 1-89,6-1-556,0-2-74,3-1 1079,-1-2 0,8-1 0,1 1 0</inkml:trace>
  <inkml:trace contextRef="#ctx0" brushRef="#br0" timeOffset="172227">22673 10931 9062,'12'-7'-180,"-2"0"270,-3-1 0,-1 0 90,-2-1 0,-2-1 0,-2-2-1,-2 0 1,-2-3 90,-4-3-90,-3 0 90,-4-2-90,-3 3 0,-2 0-354,-1 3 264,-1 0 89,2 4 1,-6-1-90,8 6 0,-4 0-180,10 3 0,1 2-269,1 2-721,1 2 85,4-1 995,0 2 0,8 3 0,2 2 0</inkml:trace>
  <inkml:trace contextRef="#ctx0" brushRef="#br0" timeOffset="172551">23119 10733 10231,'3'-7'540,"-2"-1"-360,0 3 180,0 1 359,0-1 1,0 1-181,-1-1-269,0 14-3547,-1 10 3342,-1 6-435,0 3 370,2-9 0,0 0 0,1 3-90,0 0-90,1-1 0,0 1-180,1-1-69,0-1-21,1-2-179,0-1-1170,0-2-360,0-1 2159,-1-3 0,2 3 0,0-1 0</inkml:trace>
  <inkml:trace contextRef="#ctx0" brushRef="#br0" timeOffset="173123">22349 11378 10771,'-2'-8'0,"2"1"90,2 3 0,2 0 90,2 0 0,1 1-1,3-1 1,3 1-90,7-1 90,5 0 0,5 1-754,9 0 619,-19 1 0,2 1-491,2 0 0,2 1 491,0-1 0,1 0 0,2 1 0,1-1 0,1 1 0,0 0 0,6 1 0,0 0-1424,1-1 1,2 1 1378,-11 0 0,0 1 0,0-1 30,1 0 0,0 0 0,0 0-665,0 0 1,1 1-1,-1 0 665,0 0 0,1 0 0,-1-1-138,0 1 0,1 0 0,-1-1 138,0 1 0,0-1 0,-1 1-30,1-1 0,0 0 0,-1 0-196,10 0 1,0 1 195,-2-1 0,-1 0 45,-4 0 0,-2 0-45,-1-1 0,-1 0 0,-3 0 0,-1 0 0,16-1 1051,-9 1-1051,-7-1 90,-6 0-90,-5-1 1929,-4-1-1929,-3 2 216,-2-1-1296,-7-1 1180,-2 3-2259,-3 0 2425,1 3 1,-1 0 0,-2 1 0</inkml:trace>
  <inkml:trace contextRef="#ctx0" brushRef="#br0" timeOffset="174774">23264 11808 10141,'2'-8'-90,"-2"1"180,-1 3-90,-2-1 90,0 2 0,-1 0 0,-1 1 0,-2-1 90,-4 1-90,0 0 0,-4 2 0,2 1-90,-3 1 90,-4 3 0,-3 2-90,-3 2-1199,0 3 1199,-3 2 90,-1 4-90,-2 1 89,-1 3-980,2 0 936,9-5 0,1 0-45,-11 10-563,14-10 0,0 0 563,-2 6 0,3 0-481,2 0 481,3 1 0,3-2 617,3 0-617,2-3 0,3-2-90,3 1 412,9 13-951,9 0 179,5 2-37,-9-18 1,1-3-683,11 2 1169,-6-6 0,1 0 0,-3-3 0,1 0 0,5 1 0,1 0 0</inkml:trace>
  <inkml:trace contextRef="#ctx0" brushRef="#br0" timeOffset="174939">23186 12343 9152,'7'-8'180,"-2"0"0,-3-1-90,-2 0 89,-3 0 1,-3-3 0,-3-3 90,-4-1 0,-13-7-90,4 6-90,-9-3-218,9 8 308,-6-1-590,6 4 500,0 0 0,8 4-90,-2 2-180,5 1-90,-3 1-179,7 2 111,0 0-1011,2 1 695,0 0 654,2 0 0,1-1 0,1 0 0</inkml:trace>
  <inkml:trace contextRef="#ctx0" brushRef="#br0" timeOffset="175298">23473 12146 10141,'2'-7'450,"0"0"-180,0 2 0,0 0 179,0 2 1,0-2-90,0 2 270,1-1-540,1 6-1,-1 1 1,1 5 0,-2 0 0,-1 3 0,0 1 0,0 2-90,0 2 90,0 0-90,-1 2 0,0-1-180,0 1 0,0 1-89,0-2-541,0 7-539,1-2-1928,2 4 3241,-1-9 1,4 0 0,0-5 0</inkml:trace>
  <inkml:trace contextRef="#ctx0" brushRef="#br0" timeOffset="175746">23825 12193 10681,'7'-12'540,"-2"2"-271,-1 2 1,-1 2 0,0 2 450,0-1-1,-1 1 91,0 0-630,-5 2 0,-2 2 0,-5 2-1,0 1-89,-2 3 90,-2 0-90,-3 4 0,-2 2 0,-4 2-855,-1 0 855,1 1-90,-1 1-297,-8 6 207,9-6-90,-4 3-403,12-8 403,4-3 0,2-1-90,3-2 906,1 1-1265,2-2 482,11-3 57,-2 0 347,8-5-347,-3 1 0,1-2 0,0 1 0,0-2 90,-1 2-90,0 0 0,-2 0 90,0 0-90,-2 1 90,0 1 0,-2 0 0,0 1 0,0 2 0,-2 1 0,0 2 0,-1 2 0,-1 2 0,0 1 0,1 1 0,2 7 0,0-4 0,3 6 0,-1-6-90,8 6-90,1-4-90,6 1-180,-1-4 1,2-3-361,1-3-1368,3-1 919,0-2 1259,0-2 0,7-1 0,-1-1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1:05.046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6046 3879 5734,'2'-8'90,"1"0"0,-2 4 269,3-2-269,-2 12-90,1-2 0,-2 22 0,0-13 0,3 16 0,0-13 0,1-1-1240,0-5 1240,-2-6 0,24-5 0,-9-4 30,6-5 0,9-4 0,-2-3-1014,-5 0 0,0-1 1,1-1 983,2 0 0,2-1 0,0 0 0,-2 1-40,0-1 0,-2 0 0,2 0 40,-3 3 0,4-1 0,0 0 0,-2 1 0,-4 3 0,0 0 0,0 0 217,3-1 1,6-3 0,-2 1 0,-8 6-218,-3 2-1250,8-4 1250,-20 10-180,-3 2 2392,5 3-2212,-6-1 0,4 3 0,-7 0 0</inkml:trace>
  <inkml:trace contextRef="#ctx0" brushRef="#br0" timeOffset="2880">13326 3985 5823,'3'-7'91,"-2"2"-1,0 0 0,0 1-90,1 6 0,-1 3 89,1 11-89,-1-5 0,-2 4 0,3 10 0,-2-13 0,7 16 0,-3-23 0,4 3 0,10-12 0,1-4 0,2 0 45,8-5 0,2-4-45,-1-2 0,0-2 0,-2 1 0,2-1 0,0-1-1093,1 0 1,-1 0 0,0 0 1053,-4 3 1,0 1 0,1-2 38,-1 2 0,3-1 0,-1 0 0,-4 4-45,-2 0 0,-1 2 45,6-4 0,3-1 0,-7 4-89,-5 5 89,10-3 0,-12 4 0,9-3 0</inkml:trace>
  <inkml:trace contextRef="#ctx0" brushRef="#br0" timeOffset="4147">20181 4077 5823,'6'-4'91,"-1"1"-1,0 0 0,-3 7-90,0 0 0,-2 21 0,1-12 0,-2 7 0,0 1 0,1-2 0,1 11 0,1-16 179,9 0-89,-5-10-90,7 3 90,9-14 0,2-5-90,-4 2 0,1-1 0,8-4 0,-1-1 0,-10 2 0,1 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1:24.612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7276 879 5734,'4'-6'0,"0"0"0,-2 3 0,1 0 0,1 0 0,9-3 3,17-4-1,-5 2 1,-6 2 0,1 2 0,0 1-3,4 0 3,2 3-1598,-10 0 1595,1 3 0,-11 0 2,2 7 1,-11 12 0,0-1-3,-12 8 3,2-11-3,-4 6 1595,9-10-1592,0 3-3,9-7 0,1 0 2,12 9-2,-4-6-2,7 6 4,-10-11-2,-3 0 0,-19 16 0,5-12 3,-14 14-826,8-16 814,-6 5 9,5-4 0,0-1 0,-8 6 0,1-1 0,18-11 0</inkml:trace>
  <inkml:trace contextRef="#ctx0" brushRef="#br0" timeOffset="464">7758 931 5734,'-7'-11'0,"1"1"22,3 7-13,0-1 7,1 2-2,-3-1 3,-5 9-11,3-1-3,-5 6-2,2 8 1,1 1-2,0 3 0,-1 4 0,3 0 0,10-2 0,3-3 0,26-28 0,-16-1 0,-1-4 0,-1-2-252,-7 0 252,0-13 0,-6 1 0,-5-9-2450,-3 13 2450,-3 4 0,-20 4-3,13 10 3,-15 3 0,26 13 0,5 3 0,8 0 0</inkml:trace>
  <inkml:trace contextRef="#ctx0" brushRef="#br0" timeOffset="897">8006 906 5734,'-5'-6'0,"1"1"36,-8-1-25,3 4-8,-5 0 3,6 7-1,1 0 7,-7 11-4,-1 7-3285,0-1 3165,5 0 115,7-11-1,0-1-1,7 11-1,3-10 0,7 5 0,-2-15-1,18-21 2,-16-4 1621,10-5-1622,-19 4 0,-6 10 0,-12-14-1900,3 13 1900,-8-9 0,-10 22 0,15 2 1057,-12 5-1057,22 1 0,5 7 0,4-1 0,6 6 0</inkml:trace>
  <inkml:trace contextRef="#ctx0" brushRef="#br0" timeOffset="1170">8184 930 5759,'-5'-8'65,"1"1"-65,21 15 0,8 9-2200,5 3 2200,-11-5 0,-1 0 217,0 1 0,-1-2-217,9 8-1708,1 2 1708,-19-19 0,-4-2 0,1-2 0</inkml:trace>
  <inkml:trace contextRef="#ctx0" brushRef="#br0" timeOffset="1368">8322 912 5734,'-6'-5'0,"1"0"0,1 5 0,-5 4-3277,-6 10 2302,1 0 975,-1 5 762,5-4-762,-2 4 0,0 1-2235,-3 6 2235,4-7 0,1-1 0,2 0 0,3-5 0</inkml:trace>
  <inkml:trace contextRef="#ctx0" brushRef="#br0" timeOffset="1882">8468 853 5734,'-2'-11'22,"2"3"37,7-5-50,2 7-3286,8-2 2302,-6 8 975,2 0 860,-5 1-860,8 3 0,-7-1 0,5 2 0,-6 4 0,-4 6 0,0-3 0,-14 19 0,3-18 0,-6 12 3276,8-14-3160,5 14-1575,2-14 1459,3 13 0,3-12-31,4 16 28,-7-11-2,-10 5 1,-6 1-1455,-4-10 1,-2-1 1451,1 2 0,-1 0-356,-11 5 363,19-10 229,3-3 1,4 1-1,4-3 1</inkml:trace>
  <inkml:trace contextRef="#ctx0" brushRef="#br0" timeOffset="2281">8789 984 5734,'-3'-9'22,"1"2"3,-1 2 18,-2-1 47,-1 3-90,-11 3 90,-3 14-1144,1 0 1054,1 6 0,10-6 0,1 6 0,1 1-90,0-2 90,1 0 0,2 0-90,10-2 84,6-9-14,6 0 12,-2-10 9,-2-13 1,-2-2 1063,-2 1-1060,1-2 1,-3-1-2,-10-1 1,-3 1-3282,-2-4 3219,0 4 1,0 2 57,-8 5 90,6 7-180,-11 10 90,10 0-37,-5 7 37,11 4 0,4-2 0,2 8 0</inkml:trace>
  <inkml:trace contextRef="#ctx0" brushRef="#br0" timeOffset="2714">8988 958 5787,'-2'-6'22,"-1"1"-7,-2-1 75,0 2-90,-4 0 0,3 4 90,-17 26-90,13-12 0,-2 1 0,1 2 0,3 15 0,4-16 0,1 15 0,17-17 0,-5-6 0,11-2-45,2-23 0,-1-6 45,-5 5 30,-4-4 0,2-5 0,-6 3-3307,-11 1 3219,0 1 1,-4 1 57,-8 6 0,-3 5-90,-1 1-406,-1 2 1,0 5 401,6 11 94,-3 7 0,7-1 0,0 10 0,4-3 0</inkml:trace>
  <inkml:trace contextRef="#ctx0" brushRef="#br0" timeOffset="5497">10644 2880 5914,'-10'1'0,"1"0"0,3 0 0,-1 0 0,-17 6 0,6 0 0,-2 0 0,0 2-3277,-4 7 2302,1-1 975,9-2 860,7-6-860,-5 16 0,7-12 0,-2 25 0,10-19 0,3 7 0,2-10 0,11 2 3276,-9-11-3160,9 5-116,-2-11 0,-6-2 0,5-4 0,-11-2 0,-8-10 0,0 9 0,-21-18 0,14 21 0,-16-9-90,12 12 90,-3 0 0,7 2 0,1 2 0</inkml:trace>
  <inkml:trace contextRef="#ctx0" brushRef="#br0" timeOffset="6516">10689 3005 5824,'7'-4'0,"1"1"0,1 1 0,24-1 0,-1 0-820,4 0 1,-13 2 0,-19 2 0</inkml:trace>
  <inkml:trace contextRef="#ctx0" brushRef="#br0" timeOffset="6747">10746 3064 5734,'19'3'5,"9"-3"-2336,-5-2 2331,6-2 0,-17 2 0,1-1 0,4-2 0,1 0 0</inkml:trace>
  <inkml:trace contextRef="#ctx0" brushRef="#br0" timeOffset="7230">11060 2945 5753,'3'-6'251,"1"0"-161,4 0-90,-3 3 0,5-2 0,-3 2 89,5-3-89,-2 0 0,0-2 0,2-4 0,-6 5 0,4-5 0,-3 4 0,-3 4 0,4 1 0,-9 30 0,3-10 0,-6 14 0,-1 3-3277,1-5 3219,1-6 1,-1-1 57,2-3-89,1-4 89,-1 5 0,0-6 0,1-1 0,0-11 0</inkml:trace>
  <inkml:trace contextRef="#ctx0" brushRef="#br0" timeOffset="7447">11056 3138 5759,'-2'6'-3,"1"0"14,3-2 3,5 0-8,1-2-464,5 1 467,10-1-1080,-1-3 0,6-1 0,-2-1 1071,-3 2 0,1-1-709,7-1 1,5-2 0,-6 0 708,5-3 0,-9 3 0,-1-2 0,-6 2 0,0 0 0</inkml:trace>
  <inkml:trace contextRef="#ctx0" brushRef="#br0" timeOffset="8164">13191 2882 5734,'8'-1'270,"-2"1"-270,-17 4 0,5 0-1372,-16 6 1372,-1 3-1639,1 4 1,0 1 1578,-6 4-294,2 8 0,6-1 354,13-13-90,0 20 90,38-22-497,-14-6 497,18 0 850,-17-15-850,-7 1 1762,3-4-1762,-13-1 0,-10 0 0,1 1-90,-22-1 0,18 9 90,-11-2 3276,18 5-3247,0 0 0,3 0 0,1 0 0</inkml:trace>
  <inkml:trace contextRef="#ctx0" brushRef="#br0" timeOffset="8446">13274 3042 5824,'3'-6'90,"2"2"0,11 1-90,-2 1 0,6 0 0,-8 1-223,4-1 223,-6 2 0,3-2 0,-7 1 0,0 0 0</inkml:trace>
  <inkml:trace contextRef="#ctx0" brushRef="#br0" timeOffset="8664">13298 3082 5765,'0'7'36,"9"0"-61,7-5 25,5-2-820,0-3 1,-3-2 0,-1-2 0</inkml:trace>
  <inkml:trace contextRef="#ctx0" brushRef="#br0" timeOffset="9080">13583 2960 5824,'7'-6'90,"2"0"0,-5 4-90,4-2 90,1 2-90,12-2 89,-3 2-89,18 4 0,-22 1-522,6 5 522,-19-2 0,-2 1 0,-4 6 90,-11 14-1812,4-8 1722,-7 7 0,4 1 0,10-15 0,-3 15 430,12-21-430,7 3-90,25 2 45,-17-6 0,4-1-235,3-1 1,6 0 0,1-1 0,-4-1 0,6 0 0,0-1 0,2-1 0,-1 1 0,1-1 0</inkml:trace>
  <inkml:trace contextRef="#ctx0" brushRef="#br0" timeOffset="10913">16093 2850 5734,'-3'-4'3,"1"1"16,-21 11-5,-8 8-1653,2 0 1,-1 1 1158,10-5 0,1 0 894,-4 1 1,4 1-409,1 8-6,11-12 2,0 12 7,28-11-9,-8-3 1,10-2 1,0-2 0,-9-3 7,15 1-3,-23-3-6,-1-1 3276,-6-4-3177,-2 2-99,-4-2 50,-22-2-50,9 4-671,-12-3 671,12 6-12,10 1 12,-9 4 0,12-2 0,-2 2 0,8-3 0</inkml:trace>
  <inkml:trace contextRef="#ctx0" brushRef="#br0" timeOffset="11197">16222 2979 5779,'8'-5'135,"-2"0"-45,0 2 0,4-2-90,-2 3 0,3-1-180,17-2 180,-9 2 0,10-2 0,-14 1 0,-7 1 0</inkml:trace>
  <inkml:trace contextRef="#ctx0" brushRef="#br0" timeOffset="11413">16357 2975 5824,'21'4'18,"15"-4"0,0-4 0,-16 1 0,1-1 0</inkml:trace>
  <inkml:trace contextRef="#ctx0" brushRef="#br0" timeOffset="11897">16737 2864 5824,'1'-7'270,"1"1"-181,1 3-89,3 1 0,-1 0 90,16-1-90,-6 2 0,4 0 0,1 1 0,-4 0 0,7 1 0,-18 0 0,-2 3 0,-9 5 0,1 1 0,-14 11 0,12-9 0,4 11-90,18-8-441,-1-1 531,4-2 0,-7-6 0,9 13 0,-12-10 0,5 10 0,-36-1 0,-4-1 0,10-6 0,0 0-90,-8 2 90,14-5 0,17-5 0,3 1 0</inkml:trace>
  <inkml:trace contextRef="#ctx0" brushRef="#br0" timeOffset="12581">18735 2866 5824,'11'-4'180,"-3"1"-1,-1 0 91,-3 1-90,-23 9-180,2 0 45,-12 5 0,-2 3-1684,8-1 1,2-1 1535,-2 1 1,1 0 102,-6 7-90,19-11-180,-3 18 180,8-15 90,-1 13-179,21-14 179,5-4 0,5 1-90,-3-6 90,3-5 2423,-17-1-2423,7-2 0,-20-2 0,-1 2 0,-6-3 0,2 4-109,-3 0 109,-6-1-2373,-11 1 2373,9 1 0,-8 1 0,23 2 0,-1 1 0</inkml:trace>
  <inkml:trace contextRef="#ctx0" brushRef="#br0" timeOffset="12882">18908 2961 5914,'7'-5'449,"0"1"-269,2 1-90,2 0-90,7 1 0,1 0-180,0-1-90,17-1 270,-26 3 0,-2 0 0,-4 0 0</inkml:trace>
  <inkml:trace contextRef="#ctx0" brushRef="#br0" timeOffset="13063">18892 3005 5914,'4'4'0,"1"-1"0,2-2 0,0-1-1072,4 0 1072,0 0 0,12-1 0,3-1 0,6-2 0,-2 1 0,0-1 0,2-3 0</inkml:trace>
  <inkml:trace contextRef="#ctx0" brushRef="#br0" timeOffset="13681">19435 2844 5824,'8'-1'359,"-3"2"-269,-8 10-90,-2-4 45,-12 17 0,-6 6-180,7-8 1,-1 0-1505,-4 5 1,2-1 1535,6-7 1,3-5 102,7-9-90,1-1 90,6 0 0,-2-2 0,5 0 0,-2-2-90,12-5 3366,-1 2-3160,13 1-551,-14 2 435,-1 3 0,-8-2 0,1 1 0,9-1 0,-7 0 0,10-2 0,-8-4 0,2-2 0,4-5 0,-8 4 0,1-2 0,-1 3 90,-3 3 345,3 1-435,-8 12 0,-1 0 0,-4 7 0,-2 4 0,1-4 0,-1 7 0,0 13 0,6-7 0,0-9 0,1-2-90,5 4 90,27-5 0,-6-10 0,-3-2 0,1 1 0</inkml:trace>
  <inkml:trace contextRef="#ctx0" brushRef="#br0" timeOffset="14482">21479 2957 5765,'5'-4'418,"0"1"-328,-9 2-45,-17 7 0,-4 3-45,-5 0 22,6 1 1,-5 2 0,-2 2-1,5-1-22,-2 3 0,2 1-1093,1-2 1,-1 0 0,3-1 605,4 1 0,4-2 1346,3 0-769,8 19-90,8-15 0,8 15 0,12-19 0,4-5 0,-6-3 0,1 0-779,5 3 0,0-2 779,5-5 2620,-20-3-2620,8-9 0,-13 1-1310,-18-7 0,-7 0 1220,0 3 45,-11 1 0,1 3 45,11 8-90,-3 1 936,8 1-936,1-1 0,0 2 90,-4-2 0,5 1 0,-3 0 0</inkml:trace>
  <inkml:trace contextRef="#ctx0" brushRef="#br0" timeOffset="14797">21661 3054 6094,'6'-4'269,"1"0"-269,-1 3 180,13 0-180,-8 0-135,11 0 0,1-1-44,-7 1-553,18-3 732,-24 2 0,-3 1 0,-1-1 0,-4 0 0</inkml:trace>
  <inkml:trace contextRef="#ctx0" brushRef="#br0" timeOffset="15014">21637 3118 6004,'7'4'90,"1"-1"-1,0-3-89,11 0 0,6-1-1382,0-1 1041,7-2 341,-8-2 0,7-3 0,0-2 0</inkml:trace>
  <inkml:trace contextRef="#ctx0" brushRef="#br0" timeOffset="15464">22218 2950 6004,'2'4'269,"-2"-2"-179,-19 13-90,9-8 0,-10 6 0,0 4 0,11-5 0,-7 5 0,14-10 90,4 0-180,14 6 90,-5-4 0,7 1 0,-1-1 0,-4-2 0,8 5 0,-17-6 0,-4 2 0,-13 7-1476,4-5 1476,-9 5 0,-1-5 0,0-2 0,3 0-810,-3 1 1,2-2 719,9-4 0,2-1 90,-1-1 0,2-2 0,0 0 0,4 0 0</inkml:trace>
  <inkml:trace contextRef="#ctx0" brushRef="#br0" timeOffset="15664">22202 3021 5914,'2'-9'359,"0"1"-179,-1 1-90,1 3 180,16-4-270,0 4-2175,10-3 1906,-5 4-1,-4 1 0,4-2 270,7-3 0,2-1 0,-11 2 0,1 0 0,14-5 0,0 1 0</inkml:trace>
  <inkml:trace contextRef="#ctx0" brushRef="#br0" timeOffset="20913">7213 4382 5734,'1'-8'87,"0"0"-84,3 16-3,-3-3-914,3 17 914,-4 2 220,-1 11-175,0-7 0,0 0-1586,0-6 1,0-2 1540,0 6 0,0-3 0,0-1 0,0 4 0,1 1-90,0 1 90,0-1 0,1-3 0,-1-14 0,1 0 0</inkml:trace>
  <inkml:trace contextRef="#ctx0" brushRef="#br0" timeOffset="21547">7374 4450 5734,'4'-10'90,"-1"3"-90,-3-1 0,-13 11 0,5-2 90,-10 11-90,10-1 0,0 1 0,2 16 0,6-9-754,1 9 754,9-7 0,-1-8 0,8 5 0,3 0 0,-4-2 0,1-1 0,1 1 0,9 7-3142,-13-7 3142,9 7 0,-19-12 337,-4-3-337,-3-1 0,-16 14 0,1-8 0,-5 1 0,-2-3 0,3-4-748,-8-2 748,26-10 0,3 0 2939,3-3-2849,11-23-1706,-1 9 1616,2-3 0,3-5-18,-2 4 0,0-3 0,0 3 18,-1-1 0,-1-1 0,-1 0 0,-1-3 0,-8 7-1779,-22 1 1779,1 5-90,-6 11-1007,-1 16 1097,14-3 662,-10 6-662,18-4 0,2 1 0,1 2 0</inkml:trace>
  <inkml:trace contextRef="#ctx0" brushRef="#br0" timeOffset="22013">7722 4455 5734,'-7'-12'90,"1"5"0,-6-1-90,-1 24 0,3-5 45,1 21 0,4 5-45,3-10-1639,1 5 1,2-1 1575,2-12 63,2 1 0,5 2-90,9 2-682,-4-7 772,5-3-90,9-29 90,-15 6 1881,14-15-1881,-23 10 0,-1-3 0,-3-12-1282,-7 3 1,-3-2 1281,4 9 0,-1 1 0,-4-8 0,-4 3-515,-5 10 0,-1 5 515,1-2 0,-8 12 0,2 5 0,15 3 25,1 10 1,4 2 0,12-3 0,5 12 0</inkml:trace>
  <inkml:trace contextRef="#ctx0" brushRef="#br0" timeOffset="22296">7822 4569 5762,'6'-5'62,"0"2"-62,-2 3 0,2 3 90,21 14-90,-11-7-1258,1 0 0,1 2 1258,-1-1 0,2 0 0,8 5-644,-8-6 1,-1 0 553,13 6 90,-10-5 0,-2-2 0,-7-3 0,1-1 0</inkml:trace>
  <inkml:trace contextRef="#ctx0" brushRef="#br0" timeOffset="22513">8070 4524 5734,'-5'-9'90,"-9"31"-90,7-10 0,-3 11 0,0 1-2264,2-4 2264,0-2 0,1 0 0,-6 17 0,0-1 693,3-5-693,4-9 0,3-6 0,-1 2 0</inkml:trace>
  <inkml:trace contextRef="#ctx0" brushRef="#br0" timeOffset="22796">8277 4457 5734,'2'-8'90,"0"-4"0,-2 5 90,1-2-3457,-1 36 2392,1-14 1141,0 11 1,-1 7 0,1-3-437,1 4-955,0-2 1,0-2 1134,1-9 0,0-8 0,1 4 0,2-1 0</inkml:trace>
  <inkml:trace contextRef="#ctx0" brushRef="#br0" timeOffset="23430">8559 4375 5824,'-2'-5'270,"-13"11"-270,3-1 0,-8 8-2354,12-5 2354,0 0 0,-1 5 0,2 13 0,2-7 0,4 7-1383,13-9 1,2-1 1382,-1 0 0,4 1 0,0-1 0,-3-7 780,1 1-780,7 5-1755,-5-3 1755,1 1 372,-3 7-372,-11-11 0,0 9 2194,-11-7-2194,-10 1 0,-3 1-2043,-6 3 2043,5-3 0,1-3 0,3-4 2268,6-3-2268,4-10 0,2 0 0,16-23 0,6-7 0,-8 17 0,0 0 0,2-7 0,3-2 0,-3 4-1725,0-7 1725,-4 6 0,-9-9 0,-1 18 0,-6-13 0,2 23 2537,-11-2-2627,7 5-356,-7-1 356,11 6 90,0 1 0,-4 4 0,5-2 0,-2 3 0,6-5 0,2-1 0</inkml:trace>
  <inkml:trace contextRef="#ctx0" brushRef="#br0" timeOffset="23881">8843 4384 5824,'-2'-7'180,"0"0"-90,-7 6-1,-3 9-2230,-2 1 2231,-1 8-90,7-1 289,1 13 1,3 2-290,-1 2-305,2-1 1,2 1 304,7-12 0,3-3-2553,10 12 2553,-9-13 0,1-2 0,9 0 1027,-8-11-1027,9-9 0,1-3 0,-1-2 0,-3-5 0,2-7 0,-5 1-1054,-11-4 0,-4-1 1054,6-5 0,-2 0 0,-10 2 0,-6 2 117,-11 4 1,-2 4-163,11 5 0,-2 4 45,-14 9 0,-7 8 0,6 3 0,15 0 0,1 4 0,-10 6 0,-2 5 0,3-2 0,7-2 0,0-1 0</inkml:trace>
  <inkml:trace contextRef="#ctx0" brushRef="#br0" timeOffset="25999">7415 7595 5824,'7'-2'0,"-2"2"0,-2 3 0,0 8 0,-1-4 90,1 9-90,-1 10-3277,0-6 3252,-2 12 25,-1-13-133,-1 9 0,-1 1 223,0 8-1225,0-1 0,1-1 1045,1-8 90,3-1 0,2-10 0,0-8 0,2 2 0,-1-7 0</inkml:trace>
  <inkml:trace contextRef="#ctx0" brushRef="#br0" timeOffset="26480">7628 7588 5824,'-1'-8'180,"-1"-1"-180,1 2 90,3-2-90,0 4 0,6-2 89,19-1-89,-12 4 0,11 0 0,1 2 0,-8 7 0,17 5 0,-25 8 45,-13 9 0,-5 2-45,0 4 0,-5-10 0,-4 5 0,-1 1 0,2-6 0,2-3 0,0-2-708,-3 5 1,-2 1 0,3-3 707,3 1-2689,12-1 2689,2-9 0,8 0-45,7-9 0,3-2 45,6-1-90,-1 0 0,0 0-90,3-5 180,-6 1 957,-3-1-957,-8 3 0,4-2 0,1-1 0</inkml:trace>
  <inkml:trace contextRef="#ctx0" brushRef="#br0" timeOffset="26930">8098 7577 5824,'1'-9'90,"0"2"0,-2-1 179,0-1-179,-1 3 0,-23 30-3367,13-10 3264,-3 6 1,1 0 12,3 0 0,4-1 0,1 1 45,2 0 0,1-1-897,-1 1 1,2-1 851,2 11 0,3-17-180,25 4 135,-3-24 0,2-7 45,-1-2 0,-1-2 0,1-5 0,-4-2 0,-12 2 0,-6-1 0,-9-4 0,-4 3 1703,1 2-1703,-8-3 0,-3 6-269,0 23 269,-6 6 0,15 5 0,7 4 0,5-6 0</inkml:trace>
  <inkml:trace contextRef="#ctx0" brushRef="#br0" timeOffset="27247">8363 7553 5914,'-4'-6'269,"0"0"-179,26 25 0,4 2-90,-6-5 0,1 2-90,5 2 0,-2-3 1,-4-2-584,7 5 673,-23-18 0,-1 1 0,-2-3 0,0 1 0</inkml:trace>
  <inkml:trace contextRef="#ctx0" brushRef="#br0" timeOffset="27430">8512 7566 5914,'-8'-13'90,"1"2"-90,5 7 90,-1 2-1,-9 14-89,0 5 0,1 3 0,-2 6 0,2-3-45,2-2 1,1 0-1123,-5 11 0,3-3 1077,5-8 90,2-6-207,1-4 1,1 4 0,1-5 0</inkml:trace>
  <inkml:trace contextRef="#ctx0" brushRef="#br0" timeOffset="27714">8635 7464 5824,'1'-9'539,"0"1"-539,-5 38 45,3-11 0,1 1-1621,-2 6 0,0 1 1576,2-4 0,2-1 161,1 3 1,0-2-342,0-1 102,0-1 1,0-2-477,-1-14 554,0-1 0,-1-2 0,-1-2 0</inkml:trace>
  <inkml:trace contextRef="#ctx0" brushRef="#br0" timeOffset="28130">8693 7450 5914,'1'-6'90,"0"1"0,1 0-1,8-2-89,-2 2 90,6-2 0,15 2-90,-16 3 0,15 1 0,-22 4 0,2 12 90,-10 21-90,0-5 0,-3-9 0,-2 1 0,-4 1 0,-2 1 0,2-2 0,-4 9 0,3-9 0,-1 2 0,4-3 0,4 4 0,13 0-3277,-3-4 3162,10-9 115,-7-11 0,0 1-90,4 0-90,10 0 1,-2-2 179,12-3 0,-13-3 0,5-2 0</inkml:trace>
  <inkml:trace contextRef="#ctx0" brushRef="#br0" timeOffset="28547">9007 7529 5914,'-3'-7'269,"0"0"-179,0 3 0,0 1 90,-4 3-180,2 2 135,-8 11 0,0 4-135,0 2-1508,-1 1 0,1 0 1598,3 2-90,0 0 0,1 9 90,3 4-1439,1-6 1259,5-2 90,3-17-90,1 0 90,0-1 2183,19-4-2228,-3-18 0,1-4-45,11-1 90,-10-8 0,-6-5 0,-12 11 0,-4 0 45,-1-5 0,-2-1-45,-2 5 0,-1 2 1912,-9-10-2002,-12 32 0,-3 8-3187,5 1 3040,-5 4 0,-1 4 237,9 0 0,1 2 0,1-4 0,-2 2 0,1-1 0,0 0 0,0 0 0</inkml:trace>
  <inkml:trace contextRef="#ctx0" brushRef="#br0" timeOffset="29618">7270 11331 5824,'3'-6'0,"-1"0"90,0 3-90,8 11 0,-2 2 90,5 9-3367,-6 3 2897,-2-1 611,-1 3 1,0 6-1,0-1-231,2 6 0,-1 0-804,0-5 1,-1 2-1,1-4 804,-1 0 0,1-5-630,0-2 630,0-3 1118,5 8-1118,-2-13 0,4 4 0,-6-15 0,-1-3 0</inkml:trace>
  <inkml:trace contextRef="#ctx0" brushRef="#br0" timeOffset="32147">7232 11351 5756,'4'-6'20,"-3"1"-17,-6 5 11,-5 6-12,2-1-2,-1 5 0,4-3 0,-2 3 9,-1 17-3286,6 1 3159,1 4 124,8-11-6,11-5 0,2-2 2,6 1-885,-3-1 1,-1-2 879,3-6 6,-8-2-3,5 0 0,1 0 3,12 2-3,-10-1 0,-1 0 2517,1 3-2517,0 7 6,-11 9-6,0-4 1,-12 0 1,-3 1 1,-5 2-3,-2 5 2639,2-10-2638,-2-6-1,-4-4 0,-1 0 0,-11-21 0,10-8 0,1-4 0,2 7 0,0-1 0,-3-14 0,1-2 0,4 9 0,1-1 0,0 1 0,-1-2 0,1 1 0,-2-4 0,0 1-751,0 0 1,1 2 750,-2 2 0,4 13 0,-10-13 0,7 15 0,-10-8 0,10 15-374,-2 1 374,4 2 0,-20 11 0,5 11 0,-1-2 0,17 5 0,15-14 0</inkml:trace>
  <inkml:trace contextRef="#ctx0" brushRef="#br0" timeOffset="32664">7777 11225 5734,'-6'-6'25,"1"1"40,-1 2-65,0 3 0,0 1 0,-8 23-3277,7 5 3252,-3 4 25,5-2-76,4-16 76,3 6 0,1 2-2244,3 2 2244,-1-4 0,0-1 0,4-7 0,-2-5 0,14-3 0,-4-10 0,6 1 0,-11-10 37,-6 3-37,-4-6 0,-3-4 45,-8-11 0,-4-1-45,8 7 0,-3 0 0,-6 1 0,-5-1 0,0 10 0,-12 15 2261,-3-6-2351,11 24 90,18-6 0,1 10 0,4-3 0,3 7 0,3-5 0</inkml:trace>
  <inkml:trace contextRef="#ctx0" brushRef="#br0" timeOffset="32967">7983 11282 5824,'3'-6'90,"2"3"-90,-1 2 90,6 6-90,8 5 0,-3-1-1639,6 1 1,0 0 753,-3 0 885,15 5-795,-12-8 1,-3-1 704,-1-1 90,4 0 0,-3-1 0,-12-5 0,5-1 0,-4-1 0</inkml:trace>
  <inkml:trace contextRef="#ctx0" brushRef="#br0" timeOffset="33196">8182 11235 5824,'-9'-7'90,"2"5"0,1 3-90,1 7 0,-1 8 0,0 3 90,-3 16-135,2-11 0,1 2 45,2-1 0,3-3 0,1 2 0,4 5 0</inkml:trace>
  <inkml:trace contextRef="#ctx0" brushRef="#br0" timeOffset="33863">8490 10990 5824,'-4'-13'270,"-5"6"-270,2 3 0,-4 6 89,4 2-89,-2 3 90,-8 18-90,8-10 0,2 3 0,5 2 0,20 6 0,0-1-1472,7-3 1472,-10-14 0,-4-3 0,4 5 0,2 1 0,-2-1 0,2 2 0,-1 2 0,-6-1 0,-1 18-2904,-6-8 2904,-3 5 0,-6-12 984,1-6-984,-16 13-2268,2-10 2268,-5 4 0,10-14 0,6-32 0,8 7 0,1-1 140,-2-1 0,1-1-140,3 0 0,1-1 0,2-5 0,-1 1 0,-3 7 0,0 0 597,2-5 0,-1 1-597,-6 1 0,-8 15 0,-10 5-90,5 1 2604,-5 7-2514,10 10 0,5-5 0,-2 6 0</inkml:trace>
  <inkml:trace contextRef="#ctx0" brushRef="#br0" timeOffset="34297">8803 10832 5824,'-1'-7'270,"-7"-1"-270,-2 11 89,-1-2-89,0 12 45,-1 16 0,2 8 0,6-2 0,1 3-45,-2-10 0,-1 2 0,3-2 0,5 7 0,4-5-90,6-9 0,10-10-866,-6-8 956,6-6-45,-7-18 0,-2-4 45,-2-7 30,-8 1 0,-3-7 0,-2 6-1249,-3 11 1,-2 2 1263,-5-14 0,-5 4-1179,-4 16 0,-1 5 1224,0 0-441,-13 14 0,1 6 351,18 0 0,-3 5 0,3-1 0,13-6 0,0-1 0</inkml:trace>
  <inkml:trace contextRef="#ctx0" brushRef="#br0" timeOffset="36597">10500 6180 5824,'-6'-8'90,"-2"1"0,4 4 0,-15 1-90,9 2-963,-11 3 963,11 1 401,-7 7-356,-1 2 0,-2 5 8,4 1 0,1 2 0,0-1-53,-5 2 0,2 0-579,1 5 0,7-2 579,11-5 90,5 1-1368,5-4 1,2-1 1277,5 3 0,12 1 0,-10-16 0,0-4 0,0 2 0,-1-2 0,0-2 0,-5-10 0,-8-4 0,-3-6 813,-9 4-768,-13 5 0,-6 3 1593,6 6 0,0 1-1670,-5-3 0,1 1-237,-3 9 18,26 3 251,7-3 0,8 3 0,4-4 0</inkml:trace>
  <inkml:trace contextRef="#ctx0" brushRef="#br0" timeOffset="36883">10722 6344 5914,'-5'-7'180,"3"-1"-91,15-3-89,-2 4-1679,11-5 1679,-6 6 0,12-3-2801,3 2 2711,-4 0 90,-7 4 0,-18 6 0,-5 2 0,-3 3 0</inkml:trace>
  <inkml:trace contextRef="#ctx0" brushRef="#br0" timeOffset="37082">10731 6444 5914,'0'6'180,"2"-2"-180,5-3 89,13-5-2508,-4 1 2509,9-3-90,-8 1 90,8-3 1,1-1 0,1-1 0,-1-1 0,0 1 0</inkml:trace>
  <inkml:trace contextRef="#ctx0" brushRef="#br0" timeOffset="37464">11130 6314 6004,'3'-6'179,"0"1"-89,-1 1 0,0 0 0,0 0-90,0 1 90,3-2 90,13-8-180,-6 4 90,9-6-90,-6 2 0,-5 1 0,1-1 0,-7 6 0,-2 1 0,-1 1 0,-6 32 0,3-1-45,-1-2 0,1 1 45,1 6-225,3-11 0,0-1-551,0-1 596,2 11-612,-3-14 1,-2-2 0,0 5 0</inkml:trace>
  <inkml:trace contextRef="#ctx0" brushRef="#br0" timeOffset="37680">11153 6555 6094,'11'1'89,"1"-2"-89,2-3-2104,5-1 2104,4-3 0,5 0-1090,-5 0 1,3 1 0,0-1 1089,5-2 0,1 0 0,0 0 100,-4 1 0,0 0 1,0 1-1,0-2 1,1 1-1,-2-1 0,7-2 1,1 0-1</inkml:trace>
  <inkml:trace contextRef="#ctx0" brushRef="#br0" timeOffset="38214">13064 6117 5824,'9'-6'270,"3"-3"-181,-3 2 451,2-3-180,-6 7-360,-15 7 90,4 1-45,-15 14 0,-2 5-1684,11-7 1,1 0 1580,-7 6 1,1 0 57,3 7-90,11-16-45,5 6 0,2 1 45,2-3-45,8 4 0,5-3 45,7-13 90,11 0 0,-16-10-90,-7-10 3366,-11 6-3160,-1-7-26,-31 6-90,8 5-918,-14-1 828,17 6 0,6 3 0,0-1 90,-4 6 0,9-5 0,-4 2 0</inkml:trace>
  <inkml:trace contextRef="#ctx0" brushRef="#br0" timeOffset="38513">13272 6285 5914,'5'-12'359,"-1"4"541,2-5-720,-2 8 0,9-5-540,11 4-90,-1 2 450,12 1 0,-21 3 0,3 0 0</inkml:trace>
  <inkml:trace contextRef="#ctx0" brushRef="#br0" timeOffset="38714">13390 6288 5914,'-7'6'359,"2"-1"-269,18-2-270,-2-2 180,24-3 0,-18-1 0,10-4 0,-13 2 0</inkml:trace>
  <inkml:trace contextRef="#ctx0" brushRef="#br0" timeOffset="39113">13703 6234 6094,'0'-8'359,"8"-3"-269,2 6-90,9-3 90,0 5 0,13 4-180,-15 1 90,5 5-180,-26 15-3097,-7 2 3072,-4 9 205,-3-7 0,0-2-45,8-7 0,1 1 45,-4 5 0,11-1 0,8-2 0,14-8 0,-3-2 0,1-1 90,13-5-90,5-5 0,0-2-45,-17 2 0,1-1 0,14-1 0,4-1-207,-12-1 0,0-1 0,-1 0 0,5-2 0,0-2 0,2 1 0,0-1 0,0 0 0</inkml:trace>
  <inkml:trace contextRef="#ctx0" brushRef="#br0" timeOffset="40096">16391 6181 5824,'-4'-6'90,"0"1"-90,1 1 269,-5-2-269,3 2 180,-5-2-90,0 5 0,-23 8-90,8 0 45,5-2 0,-1 4-15,-1 5 0,-1 3 0,3-2-3307,-9 9 3238,9-9 1,-2 3 0,7-1 38,9 18-2268,16-5 2268,-2 2-946,12-11 946,-6-12 0,5-4 0,-1-1 0,1 1 0,3-5 0,-4-4 0,-17-5 0,4-5 1115,-18 5-1115,3 4 2352,-24 0-3302,10 12 950,-5-2 0,24 8 0,15-6 0</inkml:trace>
  <inkml:trace contextRef="#ctx0" brushRef="#br0" timeOffset="40347">16479 6358 5914,'0'-7'269,"-1"1"1,0-2-180,2 2 45,13-2 0,7-1-405,3 4 0,2-1-1369,-1 0 1,0 0 1329,-1 2 0,-3 1 309,-9 1 0,1 1 0,1-1 0</inkml:trace>
  <inkml:trace contextRef="#ctx0" brushRef="#br0" timeOffset="40563">16768 6289 6183,'11'-5'90,"5"1"-180,-6 2 1,4-1-1,-4 1 90,8-2 0,-3-1 0,6-1 0</inkml:trace>
  <inkml:trace contextRef="#ctx0" brushRef="#br0" timeOffset="41330">17079 6205 5914,'-4'-8'269,"1"1"-179,1 2 90,4-3-180,0 3 180,19-8-180,-2 5 90,6-1-2301,-7 5 2211,-9 2 0,10 4 0,-12 10-2659,6-1 2659,-14 4 0,-1-6 0,0-3 0,0 0 0,-3 11 0,3-9 1478,-2 10-1478,-2 0 90,2-5-180,-4 7-689,0-5 779,2-6 0,-14 17 0,10-14 1435,-6 4 1,0 0-1436,6-6-90,-8 7 90,15-11-90,6 0 90,0-3 0,4 1-90,10 2-2092,-10-2 2182,9 3 0,-13-1 0,-4 2-2268,-18 15 2268,6-7 0,0-4 0,-2 1-135,-5 3 0,0 0-45,0-1 767,1-1 0,2-1-587,12-8 0,1-2 0,3-2 0,0 0 0</inkml:trace>
  <inkml:trace contextRef="#ctx0" brushRef="#br0" timeOffset="42347">19379 6166 5824,'-4'-9'359,"1"2"-89,-2 1-270,-1 8 90,0 0-90,-2 6 90,2-1-45,-14 13 0,-5 5-15,6-8 0,-1 1 0,1 1-1123,-1-1 1,1 1 0,1-2 1034,-9 8 1,5-6 57,14-11 0,0 0-90,9-4 90,-1 0 0,27-14 0,-11 4-405,11-6 405,-15 7 0,-3 2 0,0 1-90,13-1 0,-4 2 1596,5 0 0,2 0-1596,1 0 90,-6 0 0,-1-1-90,0-1 90,3-4-263,-9 3 263,1-2 589,-5 2-589,-4 5 0,1 5 0,-7 15-838,0-4 838,-2 5 346,11 9-346,-3-17 0,8 13-90,-6-21-180,11-1 270,9-3 0,7-3 0,-14-1 0,-1-1 0</inkml:trace>
  <inkml:trace contextRef="#ctx0" brushRef="#br0" timeOffset="43067">21368 6161 5824,'6'-3'0,"-1"0"270,-1 1-270,-1 4 0,-1 1 89,-2 3-89,-7 9 45,-4 2 0,-1 0 0,1 1 0,-2 0-45,-3 3 0,-2 2 0,2-3 0,-6 8 0,3-4 0,7-3-90,18-12 90,-3 3 0,10-9-3277,7-4 3072,-11 2 205,12 9 0,-20-1 0,1 6 0,-10 0 0,2-7 0,-7 5 0,-3 1-179,-10 1 179,-6 4 0,9-13-75,16-8 0,1-1 0,3 0 0</inkml:trace>
  <inkml:trace contextRef="#ctx0" brushRef="#br0" timeOffset="43247">21387 6250 5914,'5'-6'629,"0"-3"-629,-2 5 180,4-1-90,7 1-360,6 0-359,15-1 160,-13 2 1,1-1 0,-4 1 0,0 0 0,1-1 0,1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25:21.74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7038 5019 5734,'-6'-1'90,"0"0"269,1 2-269,10 3 0,3-2 0,5 3-1054,1-5 964,-2 1 59,15-2 0,11-1 0,-3 0-14,-8 1 0,1 0-813,0 0 0,3-1 0,2 1 1,2 0 802,-1 0 1,3 1 0,0 1 0,1-1 0,0 1-21,-5-1 0,0 1 0,1 0 0,0 0 0,1-1 0,1 1-272,-2 0 0,1 0 1,2 0-1,0 0 0,0 0 1,-1 0-1,0 0 0,-2 0 257,2 0 0,-1 0 0,-1 1 0,0-1 0,2 0 0,1 0-100,-4 0 0,3 1 0,2-1 0,0 0 0,0 1 0,0-1 0,-3 0 0,-2 0 0,-3 0 100,5 0 0,-4 0 0,-2-1 0,5 1 0,-2 0 0,3 0 0,2 0 0,0 0 0,0 0 0,-2 0 0,-5-1 0,3 0 0,-3 0 0,-2-1 0,-3 0 0,5 0 0,0 0 0,1 1 0,1-1 0,-7 0 365,-6-1-275,-9 0 1432,-2 0-1072,3-3 1352,-4 1-1712,2-1 3079,-4 1-3349,0 6 1124,0-1-2203,-1 5 1259,-5 1 0,-2-4 0,-2 0 0,-1-2 0</inkml:trace>
  <inkml:trace contextRef="#ctx0" brushRef="#br0" timeOffset="2014">7153 1439 5824,'2'-8'629,"3"3"-539,-2 3 90,8 2-90,6-1 90,20 1-72,-12 0 0,5 1 0,4-1 0,0 1 0,-4 0-476,3-1 0,-1 1 0,2 0 386,0 0 0,5 0 0,1 1 0,-1-1 0,-5 0-954,-2 1 1,-3-1 0,5 1 973,-6 0 1,4 0-1,3 1 1,1 0 0,1-1-1,0 1 1,-2 0-14,-2-1 1,-1 1 0,1-1-1,-1 1 1,1-1 0,0 1 0,1-1-285,-2 1 1,2 0-1,0-1 1,0 1 0,-1 0-1,1-1 1,-2 1 0,-1 0 273,4-1 0,-1 1 0,-1 0 0,-1 0 0,-2-1 0,-2 0-66,5 1 1,-4-1-1,3 0 69,2 0 0,4 0 0,2 1 0,-2-1 0,-4-1 12,-3 1 0,-4 0 0,4-1 114,3 1 0,6-1 0,1 1 0,-4-1 0,-9-1 215,9-2-224,-8 1 0,-3-1 182,-9-2-856,-6 1 1076,-3 1 0,-5 1 0,-2 1 1</inkml:trace>
  <inkml:trace contextRef="#ctx0" brushRef="#br0" timeOffset="6968">996 5694 5734,'6'-2'0,"0"0"31,-1 1 11,1-1-25,0-2-17,-1 1 0,1 0 0,2-1 0,10-8 90,-6 5-1729,5-7 1,1 0 1523,-7 4 160,10-12 0,0-3-45,-9 8-463,1-1 1,-1 0 462,-4 4 90,5-12-979,-5 7 1,0 0 888,6-13 0,-1-3 933,0 4 1,0 2-934,-2 2-284,3-4 1,-1 3 373,-7 15-90,4-5 90,5-13-90,-6 15 0,0-2 308,5-7 1,1-2-1,-2 2-308,-3 7 0,0 1 0,2-5 0,2-2 0,-2 3 3067,4-7-3067,-5 9 0,0 0-1122,5-8 1122,-3 4 862,-8 14-862,9-15 0,-7 13 0,5-11 0,-4 10 0,1 3 0,2-5 0,-3 7 0,6-3 0,-7 6 0,4-3 1241,-3 6-1241,3 1 0,2 0 0,0 1-3277,6 4 3162,-10-2 115,7 2 0,-2 6-2268,-7-5 2268,7 8 0,-10-8 0,0 2 0,2 5 0,4 14 0,-3-7 2268,2 9-2268,-3-4 0,-1-1 0,1 1 0,-1 3 0,1 2 0,-1 4 0,-2-9 0,1 1 0,-1-3 0,-1 1 1638,3 13 0,-1 0-1580,-2-18 0,0-1-58,2 10 0,-1-2 0,2 0 0,1 3 0,0-5 0,0-3 0,5 15 0,-6-22 0,5 16 0,-3-12 0,1 2 0,2 5 0,5 8 0,-9-19 0,4 8 0,0-7 0,-1-1 0,4 5 0,-4-7 0,13 9 0,-12-12 45,8 5 0,2 0-3322,-3-4 3162,10 5 115,-12-9-598,-4-3 598,1-1-2070,21 2 2070,-16-2-483,15 1 483,-14-4 1574,12-2-1913,-8-2 1,0 1 338,12-4 0,0-3 0,-22 6 0</inkml:trace>
  <inkml:trace contextRef="#ctx0" brushRef="#br0" timeOffset="10181">3295 5673 5770,'7'-2'54,"-2"0"-54,3 4 0,-2-1 0,2 1 90,-1 0-3367,6 0 3162,-4 0 115,3 1 0,10-1 0,-11-1 90,16 1-90,-8-4-2269,10-1 2269,-6-1 0,3-1 45,-8-1 0,-1 0-45,1 0 748,0-1 1,-1 0-749,-5 2 0,9-6 0,8-8 90,0-2-90,-5-1 0,-1-2 0,-1-4 45,-6 5 0,0 1 2965,-2-6-3010,-4 7 0,0-1-1460,-1 4 0,-1-1 1460,1 1 0,0-2 257,0-3 0,1-3 0,-2 4-257,4-7-350,-1-2 0,1-2 350,-4 7 0,0 0-1019,0-4 1,1-1 1018,-1-1 0,1 2 1018,-1 2 1,-1 1-1019,4-8 0,-1 3-2037,-1 1 2037,1 0 0,0-1 0,-3 13 0,-1 2-234,6-17 234,-4 15 0,-1 0 0,4-9 0,-5 14 0,8-8 0,1-1 0,-2 2 0,4-3 0,0 0 1001,-1 5-1001,6-4 646,-6 6-646,0 3 0,-8 7-338,22-13 338,-15 10 0,15-4 0,-1 0 0,-10 7 0,0 0 0,1 1 0,7 0 0,5 2 0,0-1 0,-4 3 0,-7 2 0,-1 1 1662,2-1-1662,-2 1 0,2 0 0,1 1 0,0 0 0,14 2 0,-11-2 0,-2 1 0,6 0 0,-13-1 0,6 2 0,1-1 0,0 1 0,3 0 0,1 1 0,-8-1 0,0-1-1134,2 2 0,-1-1 1134,1 0 0,-1 0 0,10 3 2268,-15-3-2268,5 2 0,2 1 0,0 0 0,10 4 0,1 1 0,-3 0 0,-8-3 0,-1 1 0,4 1 0,-8-2 0,0 1 0,-2-1 0,12 8 3276,-5 4-3160,-9-7-116,10 13 0,-10-10 0,-3 0 0,0 1 0,2 0 0,4 12 0,0 0-3277,-6-7 3219,0-2 1,-1 0 57,-4-4 0,0 2 0,-1 0 0,0 2 90,2 6-90,-1-4 0,1 4 0,0-4 0,1 7 0,-1-2 0,2 0 90,0 2-90,-3-9 0,0 0 0,4 10 1638,0-1 0,0 0-1432,2-1-206,-3-6 0,0-2 0,2 1 0,9 9-2612,-9-12 2612,6 6 0,5 5 0,-11-15-1466,12 14 1466,-16-19 0,5 5 0,8 9 0,-5-5 0,2 1 0,0-2 0,-5-6 0,1 1 0,1 0 2177,3 0-2177,5 2-1619,-4-2 1619,-1-3 0,-7-4 800,6 1 0,2 1-710,4 1-90,5 1 0,3 0-1363,-10-5 0,0-1 1363,-1 1 0,0-1 0,15 2 0,-16-3 0,12 1 0,2-1-924,-2 0 924,2 1 0,-1-2 0,-10 0 0,-1-2 0,1 1 0,1 0 0,0 0 286,1-1 0,-1 0-286,-2 1 0,-2-1 0,3-1-180,1-2 1,1 0 2551,-3 0-2552,17-2 180,-32 2 0,-12-3 0,-5-1 0</inkml:trace>
  <inkml:trace contextRef="#ctx0" brushRef="#br0" timeOffset="13415">1293 5748 5824,'-1'3'270,"1"-2"-270,-16 29 0,10-18-1559,-5 15 1559,8-19-90,0 0 475,1 3-385,-1 3 0,3-3 0,-1-1 0,2-7 0,0-2 0</inkml:trace>
  <inkml:trace contextRef="#ctx0" brushRef="#br0" timeOffset="14015">1414 5754 5765,'-1'-7'25,"-3"5"-17,-2 5 3,-4 9-8,5-5-3,1 5 3,4-8 0,1 2-3,8 5 3,-2-3 0,11 10-3,-6-7 0,1 1 0,-6-3 0,-4 8 0,-3-11 0,-2 9 0,-8-5 0,0-3 0,-1 2 0,3-5 0,4-5 0,16-21 0,-5 6 0,12-12 0,-9 5 0,-6 0 0,-1 3 0,-16-4 0,6 19-12,-9-3-55,2 11 67,2 2 0,-3 2 0,4 1 0</inkml:trace>
  <inkml:trace contextRef="#ctx0" brushRef="#br0" timeOffset="14482">1630 5795 5745,'-7'-4'79,"-3"2"-79,1 6 0,1 0 0,1 2 0,-1 10 0,5-8 0,-4 9 0,7-12 0,2 5 0,3 0 0,0-1 0,10-8 0,-10-5 0,5-12 0,-12-1 0,-2-1 0,-2 4 0,-6 3 0,4 8 0,-4-1 0,1 11 0,6-1 0,-2 4 0,6-4 0</inkml:trace>
  <inkml:trace contextRef="#ctx0" brushRef="#br0" timeOffset="14802">1774 5862 5793,'1'-6'121,"0"0"-31,1 3 0,13 10-1,-8-4-89,12 12-89,-8-5-91,3 4 180,-2-3 0,-3-2 0,-4-6 0,-2-1 0</inkml:trace>
  <inkml:trace contextRef="#ctx0" brushRef="#br0" timeOffset="15000">1856 5868 5781,'-5'-5'43,"-8"8"-43,6 0 0,-5 7 0,-1 5-51,1-2 51,-1 4 0,2-3 0,6-6 0,-2 4 0</inkml:trace>
  <inkml:trace contextRef="#ctx0" brushRef="#br0" timeOffset="15415">2026 5841 5734,'2'-6'90,"-1"12"-90,0-2 0,-3 20 0,1-15 0,1 25-3277,1-21 3117,1 12 160,0-13 0,0-7 0,2 3 0,-2-5 0</inkml:trace>
  <inkml:trace contextRef="#ctx0" brushRef="#br0" timeOffset="16032">2185 5867 5734,'3'-6'270,"-2"1"-270,-2 2 90,-5 3-90,-2 4 0,0 2 0,2 0 0,4-3 89,-1 13-89,2-9 0,2 9 0,6-4 0,-1-3 0,4 5 0,-3-5 0,0 3 0,-3-5 0,0 2 0,-13 4 0,0-6 0,-10 7 0,3-9 0,-7 0 0,8-2 0,-4-6 0,16-2 0,0-4 0,8 1 0,4-6 0,7-7 0,-4 4 0,1-14 0,-13 23 0,-2-8-89,-6 12 89,-2 2-180,-2 0 180,3 3 0,-2 4 0,8-3 0,-3 2 0</inkml:trace>
  <inkml:trace contextRef="#ctx0" brushRef="#br0" timeOffset="16502">2329 5910 5824,'-3'3'180,"3"-3"-180,-7 10 90,5-4-90,1 3 0,2 3 0,2 1 0,0-1 0,14 2 0,4-15 0,4 0 0,-6-10-840,-11 0 840,-7 4 90,-7-17-180,-15 12-189,2-6 279,-15 25 0,22 0 0,-4 9 0,11-7 0</inkml:trace>
  <inkml:trace contextRef="#ctx0" brushRef="#br0" timeOffset="18101">4247 5631 5784,'-5'-4'40,"1"0"50,4-1-90,6-1 90,0 0-90,9-1 90,5 0-90,5 0 0,-3 1-1606,-3 1 1606,-11 4 90,12 6-90,-12-2 0,8 5 0,-16 7 89,-4 0-89,-1 5-917,0-6 917,2-6 1435,-1 12-1435,2-9 0,5 17 0,2-19 0,2 4-201,-3-6 201,-1-3 1065,0 0-1065,3 10 0,-5-5 0,-13 24 0,5-20 0,-13 12-90,4-10-90,2-3-76,-3 3 312,9-8 0,5-4 0,2-2 1</inkml:trace>
  <inkml:trace contextRef="#ctx0" brushRef="#br0" timeOffset="18548">4614 5706 5914,'1'-8'359,"-1"1"-269,-1 0 90,-4 4-180,-2 2 180,-17 19-180,10 4 90,-4 7-3367,19-1 3162,4-14 115,6-1 0,-3-7 0,23-3 0,-12-4 0,2-4 0,-3-3-2268,-7-15 2268,-2 3 0,-12-3 0,-22 3 0,13 11 954,-9 2 0,0 5-1224,8 7 91,-8 4 179,14 1 0,6-4 0,0 1 0,5 0 0,1 1 0</inkml:trace>
  <inkml:trace contextRef="#ctx0" brushRef="#br0" timeOffset="19014">4816 5685 5821,'-1'-7'93,"0"2"87,-2-2-91,-5 9-89,1 1 90,-4 9-90,6 3 0,1 13 90,4-12-90,4 4 0,2-1 0,0-9 0,7 9 0,0-16 0,0-9 0,1 2 0,-5-7 0,-11-19 0,-1 16 0,-8-19-418,4 23 418,-6-1 0,-1 5 0,3 3-90,-2 3 90,6 1 0,-10 13 0,10-4 0,-8 10 0</inkml:trace>
  <inkml:trace contextRef="#ctx0" brushRef="#br0" timeOffset="19315">5037 5783 5914,'-3'-10'539,"2"2"-539,6 6 90,-2 1-90,14 10 90,12 10-90,-8-5-270,3 3 1,-1-2 89,-11-7-1057,12 7 1237,-20-13 0,-3-1 0,1 0 0</inkml:trace>
  <inkml:trace contextRef="#ctx0" brushRef="#br0" timeOffset="19514">5150 5748 5824,'-7'-14'180,"1"4"-90,2 6-1,-14 15 1,7-4-90,-12 14 0,9-1 0,1 0-3277,-2 6 2610,2-5 0,2-1 512,4-4 370,4-3 0,3 0 0,2 2 0</inkml:trace>
  <inkml:trace contextRef="#ctx0" brushRef="#br0" timeOffset="20047">5316 5716 6004,'9'-5'90,"0"0"89,16-4-179,-11 4 0,12-3 0,-17 6 90,9 0-90,-8 1 0,6 0 0,-10 2 0,1 4 0,-9 7 90,-3 3-90,-9 3 0,-2 0 0,0 0 0,2-4 0,2 0 0,6-1 0,7-2 0,-1 1 0,7-5 0,-2-4 0,11 8 0,-9-6 0,6 8 0,-13-7 0,-4 7 0,-17 10 0,-2 0-135,-2-2 0,1-1 46,1-2-46,6-5 0,3-3 135,9-6 0,1-2 0,3-1 0</inkml:trace>
  <inkml:trace contextRef="#ctx0" brushRef="#br0" timeOffset="20469">5574 5839 5824,'-1'-10'449,"0"4"-359,-4 1 0,-2 5 0,-7 10 0,4-2-90,-3 7 90,6 12-90,7-1 0,-1 4 0,6-10-90,13-10-3187,-8-6 3162,10 0 115,-5-18 0,-5-4 0,2-3-480,-9 0 480,-4 9 0,-13-17 0,7 17-89,-10-10 2883,-1 27-2794,2 4 0,-3 2 0,7 6 0,7-4 0</inkml:trace>
  <inkml:trace contextRef="#ctx0" brushRef="#br0" timeOffset="20915">5740 5870 6004,'7'-10'629,"-2"1"-449,-12 9-90,2 1 90,-16 27-180,13-10-1161,-6 13 1251,11-15-90,3-2-3097,5 5 3097,-1-5 0,4 1 0,11-12 0,-7-6 0,9-1 0,-9-15 0,-7-4 462,0 1-462,-8-5 2966,-20 5-3056,9 9-90,-13 0 180,-4 24 0,10 0 0,3-2 0,1 1 0,-3 6 0</inkml:trace>
  <inkml:trace contextRef="#ctx0" brushRef="#br0" timeOffset="24081">10161 6534 5779,'-10'3'-3,"3"-2"51,-6 2 42,6-1-90,2 3 0,4-1 0,12 2 45,9-1 0,2 0-3322,13 2 3219,-7-1 1,5 1 75,-4-1 0,6 1 0,1 0 0,0 0 0,-5-1-775,-1 0 1,-4-1 0,5 1 756,0 0 0,5 1 0,3 1 0,1-1 0,-2 1 0,-3-2-87,-3 0 0,-3-1 1,0 0-1,0 0 1,2 0 100,3 1 1,2-1 0,0 1-1,1-1 1,-1 1 0,-2-1-33,-1 0 0,-2 0 1,0 0-1,0-1 1,0 1 17,0-1 0,0 0 0,0 0 0,0 0 0,-1 0 0,7 0 0,0 0 0,-2 0 0,-5 0 0,1-1 0,-1 0 0,-1 1 0,4-1 0,-2 0 0,-9 0 84,-6-1 6,4 0-90,0 0 0,-3 0 108,0 0 1,-13-2 0,3 2 0</inkml:trace>
  <inkml:trace contextRef="#ctx0" brushRef="#br0" timeOffset="27665">1040 7147 5793,'6'5'0,"-1"-2"0,1-3-40,8-4 46,-4 1 2,7-2 26,13-7-3311,-8 2 3184,10-5 94,-3-3-1136,-12 5 1,-1-1 1134,11-7 0,-1-5 0,-3 0 0,-9 10 0,0-2 0,0 1-163,-3 4 163,0-1 0,8-10 0,-5 8 1061,-1 0 0,1 0-1061,-3 4 0,6-7 3239,-5 5-3239,1 1 0,2-3-2067,-3 4 2067,-4 5 455,15-10-455,-12 8 0,12-7 0,-8 6 0,-1 1 0,4-3 0,-7 6 0,4-2 2165,-9 4-2165,6-2 0,-3 2 0,0 1 0,2 0 0,-4 1 0,4 1 0,-4 1 0,3 1 0,0 3 0,-2-1 0,2 2 0,-3-1 0,0 0 0,10 7 0,-7-4 0,5 5 0,0 0 0,-3-1 0,4 4 0,1 1 0,-2 1 0,6 9 0,-7-9 0,5 10-2193,-8-10 2193,3 6 0,6 9 0,-12-16-326,2 1 1,0-1 325,0-1 0,2 1-1225,0 0 0,0 0 1225,4 3 0,5 7 673,-6-11 1,0-1-674,0 0 0,3 1 0,0 1 0,3-3 90,8 3-1225,-5-4 1135,-1-3 0,-12-5 2555,25 4-2555,-18-4 0,3 0 0,1 0-90,3-2-42,8-1-1570,-5-1 1702,-3-2 0,-11-1 0,8-1 0,1-1 0</inkml:trace>
  <inkml:trace contextRef="#ctx0" brushRef="#br0" timeOffset="29400">4141 7189 5734,'-3'8'22,"2"-2"3,4-2-2,0-1-3,1-1-20,6 1 0,-2-1 0,7 0 90,10-2-90,-9 0 0,11-1 0,3-4 0,-10 2 90,16-5-90,-15 1 0,-3-1 0,0 0 0,2-2 0,7-8 0,0-2 0,-7 2 0,-1 1 0,0-1 0,-2-2 0,6-10-2556,-9 11 2556,4-5-2,-8 8 2,10-12 0,-5 9 0,-1-1 0,0 3 0,-1 0-331,-1 1 0,0 2 331,2-1 2335,-6 6-2335,16-17 0,-13 16 1,7-8 0,1 1-1,-4 5 0,14-10 0,-14 13 0,8-2-734,-8 3 734,4 0 0,8-1 0,-13 5-555,12-4 555,-19 7 0,5-1 0,2 2 0,0 0 1513,-1 1-1513,10 9 0,-12-5 0,16 9 0,-11-1-3174,10 10 3174,-7-5 0,2 4 220,-8-4 1,0-1-221,-1 1 0,3 2 0,0 1 0,2 2 0,5 7 0,-1-1 0,-5-5 0,0-3 0,-1 0 0,-2-2 0,8 10 0,2 2 0,0-5 0,-9-9 0,1 0 0,4 3 0,-8-11 0,6 3 0,0 0 0,0-1 0,9 4 0,2-1 0,-2-6 0,-7-2 0,0-1-90,2-1 90,5-2 0,-15-2 0,8 1 0</inkml:trace>
  <inkml:trace contextRef="#ctx0" brushRef="#br1" timeOffset="34083">908 8978 16173,'-3'-5'-3277,"2"1"0,6-2 4745,-2 2-460,1 0-131,-1 1-284,1 0-61,4-2-239,-4 2 1343,9-2 69,-3 3-1486,1 0 34,-1 0-229,-3 2-47,1 0-215,6 1-115,-5 0-193,1 0-411,5 5 106,-3 0-114,7 5 21,-8-4-23,-1 2 88,-1 0-2398,5 7 1355,-4-3 1302,8 11-1969,-10-9 2088,1 2-63,-3-4 160,2 5-1223,-2-2 1627,2 4 0,-2-4 773,0-1-860,5 13 616,-4-8-507,2 6 193,3 8-167,-7-17-29,1 2 1,0 0 2526,-3-8-2471,2 8 12,1 3-4,-3-6-6,2 5 2,1 5 0,-4-14 0,4 14 2197,-5-18-2217,1 5-1,1 10 39,-1-6-32,3 15 20,-4-19 167,4 13-242,0-12-91,-1 0 10,0-5-9,3 9-3197,-3-9 2765,4 8 275,-4-7 56,0 1 36,3 4 71,-3-5-585,1 1 767,-3-7-118,5 15 36,-4-11-16,5 12 13,-6-15 3085,2 5-3066,0 0-7,0 2-31,0-3 73,3 6-114,-4-8 863,6 16-832,-5-12 2,2 4 4,-3-6-17,-1-5 33,2 8 12,-2-7 32,2 6-15,1-1-60,-2-4-4,2 5-16,-3-7 29,0 0-16,6 8 92,4 1 75,1 2 6,0-3 122,-6-7 131,4-2 203,-3-1-29,10-5 337,-10 1-87,7-4 50,-2-4-3517,5-7 3233,-1 0-131,1-2-240,4-11-68,-9 12-629,-1 2 1,-2 0 244,-2 3-179,0-1-1905,5-12 2076,-4 7-9,4-7 1137,-4 3 0,-1 0-1118,-1 0-467,1-1 1,-1 0 476,-3 8-6,3-19-493,-2 12 1,0 0 619,-1 2 1,1 1 1,-1 0 1,0-1 882,0-4 1,0 1-987,0 2 85,0-1 0,1-5 1,0 2-1041,-2 7 0,0 1 945,2-6 0,-1 0-23,0-3 1,0 1-318,-1 4 1,1 1 332,-1-1 1,0 1 213,0 1 0,0 1 0,0 2 0,0-4 0,1-1 0,-1 0 0,3-13 0,0-1 0,-2 11 0,2-5 0,1-1 0,0 9 0,-1 3 0,4-15 306,-1 12 1,-1 3-307,-2 5 0,4-6 0,-5 13 0,0 1 0,7-3 0,-3 3 2268,16-4-2268,-13 8 0,6-2 0,-10 4 0,6 5 3276,0 2-3160,14 15-116,-9-5 0,-5 0 0,-2 1-3277,1 8 3162,-1-2 115,-4-3-2268,-1 0 2268,-3-8-45,3 7 0,1 1 45,-3-8 0,4 4 0,1-1 0,-6-12 0,6 4 0,-7-7 0</inkml:trace>
  <inkml:trace contextRef="#ctx0" brushRef="#br1" timeOffset="38365">4233 8758 22195,'-5'-7'-3277,"3"-1"0,4 4 860,1-1 3730,5-1 614,-1 3-346,10-4-166,-1 3-642,-1 1 1042,-1 1 721,-6 1-1204,19 4-912,-14 0-911,15 2-218,-6 9-973,0 5-1595,2 1 1388,-4 1 508,-11-10 401,4 6 1,-1 1-759,1 0 922,-2-1 0,1 2-749,4 14 571,-5-5 536,-4-11 0,1 1-452,1 8 126,1 7 2095,-4-12-1466,2 8 0,-1 0-3122,-3-11 2907,1 2 0,-1-1 287,-2-7 41,3 13 24,0-5 1,0 2 41,3 10-7,-2-8 1,1 3-1,-2-4 2,2 1-31,0 2 0,0 2-36,0-1 10,1 8 120,-1-2 3194,-2-6-3068,-3-9-97,3 16 46,-3-18 22,2 16-6,-1-7-28,-1-3-1839,2 4 1762,-2-8 48,-1-9-113,4 18-80,-1-11-48,2 12 12,-3-17-56,-1 4 99,0-6 9,0 5-23,0-4 59,0 1 45,1 8 61,-1-7 1814,0 3-1770,2 2-190,-2-6 61,3 12-40,-2-11-40,-1-2 54,0-2-111,0-5 172,2 7-12,-1-5 224,2 5-89,0-4 146,0 0 176,2 2-56,-3-3 218,9 2 160,-7-5 150,8 4-96,-9-6 317,3 0 33,2 0-146,-1-1 182,1 1-205,8-5-38,-11 3-188,18-8-3505,-14 4 2962,3-1-177,-5 1-60,-6 3-342,9-7 92,-7 6-333,8-10-64,-9 10 13,2-4 3447,-4 4-3482,4-6 85,-3 4 86,3-3 17,-2-1-53,-2 4 6,3-6 106,-2 5-5,3-8 186,-3 7-3,3-4 118,0 0 82,-1 3 125,2-4 65,-4 8-52,0-1 79,4-5-6,-3 4 15,10-13 27,-9 13-72,7-8 29,-7 8 41,3-2 42,-3 4 59,6-6-50,-7 6 31,4-1-1,-5 3-49,2 0 149,-1 0-84,3-1 90,-2 2 142,3 1-82,0 2-473,0 2-256,5 8-464,-9-5-426,6 7 3,-5-3-311,1 3-223,-1-2 115,1 1 337,3 7 244,-3-6 450,8 16-2754,-4-9 2696,-1-2 552,-2-3 68,2 3-67,-5-11 184,4 10-132,-1-6 77,-1 0-42,2 3 28,-2-3 23,6 6 3166,-7-9-2884,10 14-312,-9-14 122,2 3-64,-3-4 40,1 1-35,-3-3-97,3 3 63,-4-6-14,1 2 5,1 1-21,0-2 146,3 3 144,-2-5 549,3 1 67,-3-3 341,7-3 146,-6 1-134,14-13-376,-12 7-322,8-8-184,-5-2-752,3-5-2981,-3 2 1943,0 0 367,-7 12-82,0-1 481,0-14-164,-1 8 367,1-9 1,-2 0-119,1 2 226,-1 5 0,0-1-633,0 2 428,-1 0 148,1-16-3,0 4 1833,-1-5 1,0 0-1676,0 4-1398,-1 4 0,1 2 1470,0 8 37,1-1 58,1-8 1,-1 4 0,1-1-895,1-12 928,-2 13 0,1-2 25,2-12 1,0 2 89,0-1 163,1 0 1,-1 2-270,-1 11-108,-1 4 1,0-4-1035,1-5 0,0-1 1020,-1 4 1,1 1-6,-1-3 1,0 1 511,2-3 1,0 3-592,0 0 114,0 0 0,0 1-1752,-1 12 1879,-1 0-10,0-2-389,2-5 414,-1 4 1533,2-4-1552,5-6 100,-6 11-51,6-9 21,-1 7 106,1 2 130,1-3 1185,-1 6-1158,-4 5 2861,16-10-2607,-13 8-45,14-8 108,-8 9 77,2 1-4,0 0-476,-3 3 440,-8 2-140,11-2-49,-9 2 1329,12-2-1578,-10 4-400,3 1-164,5 4-1368,-7-1 1021,2 2 657,2 10-401,-6-5 0,9 10 1,-10-9-1</inkml:trace>
  <inkml:trace contextRef="#ctx0" brushRef="#br0" timeOffset="41732">1228 5853 5737,'10'4'50,"13"2"-39,-11-4 2,18 1 0,8 3 17,-8-1 0,2 0 0,-1 0-1043,-4-1 1,-1-1-1,3 2 1013,5 1 0,4 1 0,-1 0 0,-6-1 0,-3-1 0,-2 1 0,5-1 0,3 2 0,-2-1 448,-2 0 1,0-1-449,-3 0 0,1 0 0,-2 0-396,-2-1 0,-1 0 396,10 3 0,1-1-1211,-8-1 1,-2 0 1210,9 2 372,-10-3 1,0 1-373,-1 0 0,-1-1-1305,8 0 1305,-7 0 0,0 0 0,-1-1 190,-1-1-190,11 2 0,-10-1 1096,-2 0 1,-1 0-1097,-9-1 0,10 2 229,-11-2-229,1 1 3276,-1 0-3270,-1 0 1,-2-1-1,1 0 1</inkml:trace>
  <inkml:trace contextRef="#ctx0" brushRef="#br0" timeOffset="42849">4208 5768 5734,'-7'0'180,"12"0"-180,5 2 90,16 0-90,-5-1-2295,5 0 2340,-8 0 0,5 0-23,5 1 1,6 1-1,3 0 1,0 2-96,-2-1 1,0 2-1,2-1 1,0 1-1,0 0 73,-5-2 0,0 0 0,0 1 0,0-1 0,0 0 0,0 1-497,4 2 1,1 0 0,0 1-1,-3-1 1,-2-1 496,2 2 0,-3-2 0,3 1 0,-3-1 0,3 0 0,1 1 0,-1-1 0,-3-1-41,1 1 1,-2-1 0,1 1 40,1-1 0,2 1 0,0-1 0,-1 0 0,2-1 0,-1 0 0,-4-1-462,-6 0 1,-1-1 461,5 2 0,3-1 0,-6 0 0,-3-2 502,-3 1-412,6-1-90,-12 0 2213,1 0-2213,-7 0 41,-9 2 1,-2-1 0,-10 3-1</inkml:trace>
  <inkml:trace contextRef="#ctx0" brushRef="#br0" timeOffset="44948">1516 7126 5734,'8'-6'0,"-3"0"84,5-2-78,-7 4 264,6-3-181,-17 12 1,-17 17-45,6-5 0,-1 1-1115,1 0 1,1 0 1069,-3 3 0,1 0 0,-2 6 0,2 2-45,6 0 0,0 0 0,-1 3 0,4-1 45,11-9 0,4-3 0,7-2-90,16 0-1440,-13-11 1530,10 3 1013,4-7-1013,-15-3-120,10-11 120,-19 4 0,-4-7 0,-12-5 0,2 6 0,-6-7 1738,5 9-1738,-5 0 219,0 1 1,1 0-1,5 6 1</inkml:trace>
  <inkml:trace contextRef="#ctx0" brushRef="#br0" timeOffset="45248">1683 7317 5809,'2'-5'15,"2"-1"-15,12 0 0,-5 2 0,11-2 0,4 2 0,-5 1 0,5 0 0,-13 2 0,-8 2 0,-1 0 0</inkml:trace>
  <inkml:trace contextRef="#ctx0" brushRef="#br0" timeOffset="45448">1759 7410 5734,'6'4'53,"21"-6"-3330,7-5 894,2-1 2256,-7 0 127,-17 5 0,3-2 0,1 0 0</inkml:trace>
  <inkml:trace contextRef="#ctx0" brushRef="#br0" timeOffset="45715">2148 7221 5756,'3'-7'158,"0"1"-68,-2 26-90,-2 4-1256,0-5 0,0 1 1256,-2 17-2010,1-8 2099,1 3-613,2-5 0,1 5 1,1-4 523,-1-6 0,0-1 0,1 6 0,0 3 0,1-4 0,8 3 0,-1-7 0,5 5 0</inkml:trace>
  <inkml:trace contextRef="#ctx0" brushRef="#br0" timeOffset="46664">4914 7350 5793,'1'-7'31,"0"1"-31,1 1 180,-1-1-90,-1 0 89,-7-3-179,1 7 90,-16 4-45,3 5 0,-3 3-45,-10 6 0,-1 2-1093,10-5 1,0 0 0,1 0 1034,-7 4 1,1 3 87,7 0 0,0 3 0,4-3-120,-2 7 45,2 5 0,7-1-2403,21-8 2448,2-2 0,6-9-90,-7-8 0,25 0 90,-20-2 0,17-1 2179,-20-7-2179,-7-1 0,-7-15 0,-12 3 0,-7-5 0,4 10 0,5 5 3276,-3 2-3247,5 5 0,-2-1 0,7 4 0</inkml:trace>
  <inkml:trace contextRef="#ctx0" brushRef="#br0" timeOffset="46965">5067 7518 5824,'-6'-7'90,"1"1"0,8-1 0,0 4-90,9-4 0,7 4-3277,8-1 3072,-5 1 115,-1 0 0,-12 2 90,6-1 0,-5 1 0,4-1 0</inkml:trace>
  <inkml:trace contextRef="#ctx0" brushRef="#br0" timeOffset="47302">5479 7354 5818,'3'-6'6,"0"1"174,0 0-90,-1 1-1,1 11-89,-4 3 0,1 14 90,-3 4-90,2 3 0,0 2-90,0 3 90,2-8 0,1 5 0,1-6 0,3-1 0,0-2 0,-1 0 0</inkml:trace>
  <inkml:trace contextRef="#ctx0" brushRef="#br1" timeOffset="47953">4995 7592 22398,'28'-5'1460,"-9"2"-1038,14-3-171,0-1-129,0 2-111,-8 0 0,1 1 1,9-2-1,-16 2 1,-1 1-1</inkml:trace>
  <inkml:trace contextRef="#ctx0" brushRef="#br0" timeOffset="64233">6758 6223 5765,'-1'-6'2,"1"0"21,1 1 5,0 1-22,-1-2 84,2-1-90,1 10 0,-1 31 0,-1-8 30,0 2 0,-1 7 0,-1-6-30,2 6-332,-1-3 1,1-2 241,-1-4-130,0-11 220,-2 0 0,1-8 0,0-5 0</inkml:trace>
  <inkml:trace contextRef="#ctx0" brushRef="#br0" timeOffset="64765">6660 6200 5745,'-1'-9'0,"1"3"0,2 0 0,2 1 0,0 1 0,25-10-3277,0 2 3215,-10 4 1,0 1 63,12-2 1,-15 6 2,4 1 1,0 0-6,1 3 3,16 3 0,-28 2 17,-10 18-20,-2-13 5,-3 10 1,-1 1-6,3-6 3,-3 15 3273,12-16-3152,15 13-124,-8-12-1639,7 11 1,-2-1 1529,-8-9-1017,-4 11 0,-3-1 1126,-10-12 0,-14 9 0,-5 0 0,5-9 0,-2 0 0,1-2 0,7-7 0,5-3 0,5-5 0,4-2 0</inkml:trace>
  <inkml:trace contextRef="#ctx0" brushRef="#br0" timeOffset="65115">7081 6164 5734,'5'-14'90,"-2"5"-90,1 0 0,1 10 0,-2 1 0,3 10 45,-2 12 0,-1 3-3322,2 2 3219,-2-1 1,0 2-1078,-1-6 1,-1-2 1134,1 4 0,-1-5 0,1 2-56,1-3 0,0-1 0,1-2 56,3 16-22,-1-27 1,2 0 0,2-1 0</inkml:trace>
  <inkml:trace contextRef="#ctx0" brushRef="#br0" timeOffset="66031">7316 6360 5742,'1'-11'172,"-1"2"-82,-4 2 0,-3 7-90,1 0 0,-3 6 89,3 4-89,-1 1 90,1 5-90,3 1 0,9 11 0,-1-13 0,21 11 0,-13-23-418,11 2 418,-15-8 0,-1-3 0,0-14 0,-4 8 0,-9-8 0,-3 1 0,-2 6 0,-9-11 0,12 18 0,2 1-90,1 0 90,4-2 329,21-10-329,-8 7 0,15-8-45,-11 3 0,-1-2 45,3-6 0,-1-1-1639,1 1 1,-1 0 1580,-2 0 1,-3-2 57,-3-6 0,-3 3 0,1 1 0,1-6 0,-1 3 0,-5 21 0,4 3 0,-5 14 0,-1 13 0,0 10 0,-1-4 0,-1 11 0,-1-8 0,-1 7 0,1 0 0,-1-6 0,0-8 0,1-1 951,-3 15 0,1-2-951,0-9 0,2-14 0,-1 7 90,11-35-90,1 2 0,1-7 0,1-1 0,-2 5 0,2 0 0,4 0 0,1 2-1530,2 0 1530,7 3 0,-9 24 0,-3 6 0,-2-4-154,2 5 1,-4 3 153,-15 0 0,-4 0-2290,-8 10 2290,6-8 0,-1-2 0,-13 3 1933,12-12-1933,-18 4 0,19-10 0,-15-7 0,23-9 0,-2-8 0</inkml:trace>
  <inkml:trace contextRef="#ctx0" brushRef="#br0" timeOffset="66735">7967 6071 5762,'3'-8'19,"0"1"15,-2 3-25,1 0-9,0 16 0,-2 8 0,-1 16 0,-1-2 0,1-9 0,0 4 0,0-4 0,-1 10 0,1 1 0,0-2 0,2-7 0,2 4 0,-1-3 0,3-1-20,-2-12 20,1-7 0,-3-3 0,1-4 0</inkml:trace>
  <inkml:trace contextRef="#ctx0" brushRef="#br0" timeOffset="67218">7917 6101 5734,'7'-7'0,"-1"1"0,2 1 0,-3 1 0,2 1 0,9-3 0,-8 4 0,12-3 0,-12 4 0,4 1 0,-4-1 3,1 1 2,-3 2 1,-2 0-12,-1 2 6,-4 1 0,-2 0 0,0-1 0,-3 1 0,1-3 0,-2-1 0</inkml:trace>
  <inkml:trace contextRef="#ctx0" brushRef="#br0" timeOffset="67700">7972 6076 5734,'-4'-5'42,"10"5"-23,-1 3-10,5 2 2,0 2-2,1 5-3286,6 9 3162,-1 1 115,1 5 0,-8-6 0,0 1 0,2 6 0,-1-2 0,-2-3 0,1 0 30,3 9 0,2 5 0,-1-6-1165,-4-8 1,0-3 1134,0 0 0,0-1 0,4 4 0,-5-11 0,-11-7 0,-3-4 0,-13-9 0</inkml:trace>
  <inkml:trace contextRef="#ctx0" brushRef="#br0" timeOffset="67969">7913 6375 5765,'1'-8'33,"1"3"-22,2 1-2,-1 2-3,3-1-6,15-4 0,1 1 0,9-2 0,1 0 0,-3 1 0,-5 2 0,-3 0 0,-10 4 0,0 0 0</inkml:trace>
  <inkml:trace contextRef="#ctx0" brushRef="#br0" timeOffset="68384">6752 6783 5734,'5'-7'0,"0"1"3,2 2 8,1 1 20,10-3 11,9 0-41,-7 1 1,2 0-287,5 0 0,5 0 303,-4 1 0,6-1 0,2 1 0,-1-1 0,-3 1-381,2 0 0,-2 0 1,6 1 362,-8 0 0,5 0 0,4 0 0,2 0 0,1 0 0,-1 0 0,-1 0 0,-5 1 0,-5 0-847,11 0 0,-7 1 0,4-1 847,-4 1 0,6-1 0,2 1 0,-1 0 0,-5-1 0,-6 2-858,0-1 1,-4 2 857,0-1 0,0 1 0,4-1 0,0 1 0,4 1 0,-1 1 0,-10-2 0,-2 1 0,4 1 0,-5 0 0,-7 0 0</inkml:trace>
  <inkml:trace contextRef="#ctx0" brushRef="#br0" timeOffset="68802">7021 6959 5804,'-3'-6'110,"1"0"-20,0 1 0,1 1-90,0 10 0,2 9-1639,1 5 1,0 1 1612,2 10 26,-2-12 0,1 2 0,1 4 0,0-2 0,0 2-45,0-3 1,-1-1-136,-1-9 180,-5-6 0,-3-6 0,-5-4 0</inkml:trace>
  <inkml:trace contextRef="#ctx0" brushRef="#br0" timeOffset="69282">6951 6954 5804,'2'-7'11,"0"1"-3,0 2-7,2 0-3278,8-3 2302,-3 1 975,12-3 475,0 4 0,2 0-475,2 0 0,11 1 0,-1 5 0,-13 13 0,12-4 0,-27 11 0,-11-8 0,-2 5 0,0-1 3276,2-4-3160,9 7-116,0-11 0,7 8 0,1 1 90,0-1-1227,7 9 1137,-15-12 0,-5 0 0,-7 2 0,-5 3 0,-3-3 0,-1 1-45,0 2 0,-1-2 45,-15 2 0,20-19 0,5-6 0,1-3 0</inkml:trace>
  <inkml:trace contextRef="#ctx0" brushRef="#br0" timeOffset="69583">7409 6898 5812,'-4'-8'102,"4"21"-102,2 1 0,3 22 0,-2-17 0,-1 1 0,4 16-3277,-1-1 2848,-1-10 429,0-9 687,-1-1-687,8 10 0,-3-9 0,5 8 0</inkml:trace>
  <inkml:trace contextRef="#ctx0" brushRef="#br0" timeOffset="70515">7646 7074 5824,'4'-6'449,"-8"9"-359,-4 8 0,-9 21-90,7-12 0,7 1 0,4-1-90,3-10 90,9 11-90,3-19 90,-4-2 0,3-3-90,-8-4 90,0-4 0,-3-13-3277,-8 0 3162,0 0 115,-4 8 0,4 8 0,-5-6 0,5 7-89,-4-6 89,8 7 0,4 0 0,1-1-90,4 1 90,-3 2-2269,17-10 2179,-11 7 2359,11-8-2269,-2-8 0,-10 4-45,-1 3 0,-2-1 45,-2-4 0,-2-7 0,-2 14 0,0-3 90,0 37-90,-1-9 3276,1 21-3218,-1 2 0,-1 0-3335,1-2 3219,0 2 1,-1 1 57,-1 2-702,1-10 792,-2 7-90,1-19 0,0-7 90,3-14-90,15-26 0,-3 4 321,-3 8 1,0 0-322,2 2 0,-3 8 776,0 2-776,18 0 0,-15 6 0,6 11 0,-4 5 0,-10 4-652,4 16 652,-14-15 2445,-2-6-2445,-2 3 0,-1-3 0,-6 5 0,-2-2-180,-3-2 180,3-6 0,5-9 0,8-8 0,3-4 0</inkml:trace>
  <inkml:trace contextRef="#ctx0" brushRef="#br0" timeOffset="70800">8179 6948 5824,'0'-8'90,"0"17"-90,0 12 45,0 11 0,2 4-45,-1-12 0,1-1 0,0 11 0,1-2-90,2-5 90,2-6 0,-4-11 0,2-2 0</inkml:trace>
  <inkml:trace contextRef="#ctx0" brushRef="#br0" timeOffset="71301">8136 6912 5824,'0'-8'90,"1"1"-90,13-2 90,-5 3-90,10-3 0,9 1 0,-1 2 0,9-2 0,-14 6 0,0 7-1431,-15 0 1431,5 4 0,-12-2 0,-9 17 90,3-11-90,-7 16 0,7-12 0,3 6 0,6-3 0,8-4 0,4 1 0,-2-1 0,-3 2 0,-3 14 0,-5 2 0,-2-10 0,-6 0 0,-9-1 0,-5 1 0,0-5-45,3-5 0,0-3 5,-4 3 1,2-3 39,5-6-40,8-8 0,1-3 0,1-5 1</inkml:trace>
  <inkml:trace contextRef="#ctx0" brushRef="#br0" timeOffset="71602">8586 6624 5914,'0'-7'180,"1"2"-91,5 0-89,-1 3 90,23-8-90,-17 7 0,15-5-90,-19 7-179,1-1 269,-3 2 0,0 2 0,-4 3 0</inkml:trace>
  <inkml:trace contextRef="#ctx0" brushRef="#br0" timeOffset="71801">8584 6738 5824,'-7'7'0,"2"0"0,3-2 90,4 2-90,4-5 0,12-1 0,2-2-3277,0-2 3174,2 0 1,-2-1 102,-7 1-179,0-1 0,3 0 0,0 0 0</inkml:trace>
  <inkml:trace contextRef="#ctx0" brushRef="#br1" timeOffset="72901">9097 6155 5971,'2'-7'199,"-1"0"-118,-4 4-120,-9 7 156,-3 6-94,-5 6-1943,1 3 1929,-1 7-1232,8-6 0,0 2 1271,2-5 1,0 1-46,-2 8 1,3 1-5,5 2 1,2-2-31,-2 10 13,5-9 0,5-2-16,13-1 1,-3-8-309,7 1 316,-12-14 2,13-1 1821,8-6-1797,-2-2 45,-12-9 0,-4-2-45,-5 0 0,-5-15-258,-11 19 258,-12-8-1315,-3 2 1315,-2 0 0,4 6 755,10 9-755,-15 2 0,14 1 0,-10 2 0,17-1 0</inkml:trace>
  <inkml:trace contextRef="#ctx0" brushRef="#br0" timeOffset="73348">9264 6387 5914,'0'-8'90,"-2"1"0,-12 27-90,8-10-713,-9 20 713,14-12 0,0 0-2950,9 14 2950,-2-14 0,7 4 0,21-15 0,-17-5-523,19-1 523,-23-7 0,-1-1 0,2-6 0,-1-18 0,-7 5 121,-13 2 0,-5 1-121,-3 5-90,-4 5 0,-2 5 3209,-15 14-3119,8 0 0,8 0 0,0 2 0,-3 3 0</inkml:trace>
  <inkml:trace contextRef="#ctx0" brushRef="#br0" timeOffset="73831">8855 6745 5804,'13'1'-28,"-2"-1"50,13-4-5,8-1-1656,-13 2 1,1 0 1394,0 0 0,0 0 1032,8 0-788,3 0 0,7 0 0,-2 0 0,-5 0 0,2-1 0,1 2 0,6-1 0,0 0 0,-6 0 0,2 0 0,-3 1-1019,2-1 1,-3 1 1018,3 0 0,-20 1-73,16-2 609,-18 2 1,10-1 0,-21 1 0</inkml:trace>
  <inkml:trace contextRef="#ctx0" brushRef="#br0" timeOffset="74502">9109 6913 5734,'0'-10'90,"-1"-2"0,0 5 0,-1 0-90,-1 4 90,-11 6-1,6 0-44,-9 10 0,0 6-45,3 7-212,2-7 1,0-1 211,5 12 0,12 3 0,-1-12 0,9-1 0,2-3 0,-3-11-312,15 5 312,-13-12 0,5-4 0,-2-2 0,-1-2 0,-9 1 0,-2 0 0,-10-7 0,2 6 410,-27-4-500,12 13 0,-16 0-90,16 4 180,-1 2 0,5-1 0,-1 0 0</inkml:trace>
  <inkml:trace contextRef="#ctx0" brushRef="#br0" timeOffset="75232">9296 6980 5914,'8'-1'180,"-3"2"-180,1 22 0,-5-8-3277,1 13 983,-2-15 3020,1 12-726,0-3 0,1 5-1249,4 4 1249,-3-18 0,3 8 0,-2-15 0,0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3:41.95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7835 12049 6004,'32'-14'0,"0"-1"0,0 0 0,-5 3 0,0 1 0,0-1 0,0 0-385,-1 1 1,0 0-1,1 0 1,3-1 384,0 1 0,4-1 0,3 0 0,0-1 0,0 1 0,-3 1 0,-4 1-813,0 0 1,-3 2-1,-1-1 1,4 0 812,-1 0 0,5-2 0,2 0 0,0-1 0,-2 2 0,-2 0 0,-6 1 0,12-2 0,-6 1 0,1 0 0,-5 0 0,-3 2 930,-16 4-840,8-4-90,-8 4 0,5-3 0,-9 5 0,2-1 0,-1 1 541,2-1-631,-4 3 3317,-1 2-3227,-8 8 0,2-4 0,-9 7 0,3-7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4:57:29.80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11266 1603 8882,'-3'-5'1169,"-1"-1"-719,2 4-270,-4-2 90,3 2-90,-3 0 89,1-1 91,-5 1-270,1 0 90,-4 0 0,3 2 0,-8 0-90,4 1 0,-6 2 0,4 0 0,-4 3 0,-1 1-90,-3 2-816,-1 2 816,0 1 90,1 2-90,0 0 90,-1 1-90,1 1 0,1 1 90,1 0-90,2 0 0,0 0 0,3 0 90,1-1-90,4-2 0,3 1 0,1-1 0,3 0 0,1 5 0,4-3 90,0 4-90,4-5 0,4 6 0,1-5 277,5 5-277,-1-7 0,1-1-90,8 0 90,-6-4 0,6-1 0,-7-4 0,0-2 0,-1-1 0,6-1 0,-5-1 0,3-1 0,-4-4 0,-5 1 0,1-4-90,-6 2 90,-1-1 0,-2-1 0,-2 1 539,-2-3-539,-1 1 0,-1-1 0,-2 0 0,-2 0 0,1 2 0,-1-1-90,-3 0 0,3 2-90,-1 0-90,5 3 0,-1 2-180,1 0-1798,0 1 2248,1 0 0,1 1 0,1 1 0</inkml:trace>
  <inkml:trace contextRef="#ctx0" brushRef="#br0" timeOffset="292">11179 1860 10861,'-8'3'1079,"13"1"-1079,-1-5 90,12 1-90,-6-1 90,1 0-90,1 0-180,-1 0 0,1 0-719,2 0-720,-3 1-90,1-1 1709,-6 1 0,-1 0 0,-1 1 0</inkml:trace>
  <inkml:trace contextRef="#ctx0" brushRef="#br0" timeOffset="511">11165 1982 10501,'4'4'360,"1"1"-90,-1-4-180,3-1 0,-1 1-1,2-2 1,-1 1-90,0-1 180,6 0-180,-4 0-90,3-1-269,-4 1-91,0-1-1079,-1 0-180,-2-1 1709,1 1 0,2-3 0,-1-2 0</inkml:trace>
  <inkml:trace contextRef="#ctx0" brushRef="#br0" timeOffset="801">11516 1677 10681,'5'-7'540,"-1"0"-91,-1 4 1,-1-1-90,1 0 270,-1 0-451,1 11-89,-2-2 0,0 10 0,-2-2-90,0 2 90,-1 3 0,-1 5-90,0 3-594,-2 6 504,1-1 0,-1-2-180,3-3-90,1-4-604,2 0-25,0-1-810,1-1-360,1-1 2105,1-2 0,4 2 0,0 0 0</inkml:trace>
  <inkml:trace contextRef="#ctx0" brushRef="#br0" timeOffset="1627">13958 1710 10771,'-7'-5'180,"1"2"90,2-1-91,1 1 1,0-1-90,5 1 0,5 0-90,3 2 90,4 1-90,-1 1 0,2 0 0,2 1 90,9 3-90,1 2 90,-1 0-90,-4 2 0,-8-2 0,-1 5 0,-4-2 90,-1 3-90,-7-3 0,-3 1 0,-3 2 0,-4 3-385,-3 1 385,-3 3-541,-2-2 541,1 0 0,2-2 0,2-1 0,2-2 0,3-1 0,0-1 0,2-1 0,3-2 0,3 5 0,1-5 0,6 3 90,13-1-90,1-2-665,2-2 1,2 0 664,11-1-90,-10-1 1,-1-1-181,12 0-450,0-1-1174,-4-2 5,-1-1 1889,-2-2 0,5-3 0,0-2 0</inkml:trace>
  <inkml:trace contextRef="#ctx0" brushRef="#br0" timeOffset="2452">16726 1699 10231,'-8'-5'0,"1"1"0,5 1 0,2-1 0,1 1 0,4-2 90,2 3-90,1 0 0,2-1 0,1 0 0,1 1 0,1 0 0,-1 0 0,0 1 0,-1 0 0,0 1 0,-1 0 0,-1 1 0,-2-1 0,1 3 90,-3 0-90,0 0 0,-1 1 0,-1 1 0,-2 1 90,-1 0-90,-1 1 0,-3 1 0,0 1 0,-5 5 0,2-2 0,-2 2 0,2-3 0,1-1 0,-2 5 0,3-4 0,0 2 0,3-3 0,1-1 0,1 0 0,2-1 0,1 1 0,1-1 0,0 0 0,2 1 0,-2 0 90,1 0 0,-1-3 90,-1 1 0,-2 3-90,-3-3 0,-3 4 0,-4-3-1,-4 1-89,-5 1-466,-1 1 466,-3 0 90,3 0-90,1-1-180,4-2-89,1 1-181,2-2-360,2 0-449,1-1 180,3 0 1079,1-1 0,2-1 0,2 0 0</inkml:trace>
  <inkml:trace contextRef="#ctx0" brushRef="#br0" timeOffset="3370">19087 1681 9512,'6'-7'269,"0"-1"-89,-1 2 0,0 0 90,0 0 0,1 0 90,-2 0-90,1 0-1,-1 0 1,0 1 180,1-1-90,-2 2 90,1-1-271,-4 14-89,-2-3 0,-4 12-90,-3-1 90,0 3 0,-11 13 0,4-6-2103,-5 6 2013,5-11 0,1 0-90,0-2 0,3-2 0,1-3 1,2-4-1,2-2 0,1-2 90,2-1-90,0 0 90,2-2-180,-1 0 90,6-1 90,0-1 1833,8-2-1833,-3-1 0,3-2 0,-3 1-90,0 0 90,0 0 0,-1 0 0,0 0 0,1 0 0,0 1 0,0-1-90,3 0 90,-2 1 0,8-2 0,-7 1 0,4 0 0,-4-1 0,0 1 0,-1 0-90,1-2 90,-2 1 0,1-1 0,-1-2 0,0 0 0,0-1 0,0 0-90,-2 0 90,1-1 0,-2 1 0,0 1 0,1-2-90,-2 3 0,1-1 90,-7 14-90,-3 5 90,-4 11-312,-2 2 312,3-3 0,1 3 0,1-3-90,2-1 0,1-2-90,2-2-180,1-2-89,2 0-451,1-1-449,3 0 270,2 0 1079,2-3 0,6 3 0,2-2 0</inkml:trace>
  <inkml:trace contextRef="#ctx0" brushRef="#br0" timeOffset="4195">21809 1776 9332,'8'-2'-90,"-1"0"90,0-1 180,-1 1-90,0 0 179,0 0-89,-1 1 90,0-1 270,0 1 0,0 0-181,-1 0 181,1 0-180,-1 1-270,-8 8 90,-7 8-90,-3 1 0,-9 7-90,11-11-209,-4 4 299,6-5-90,1-1 0,2 0 0,0-2 0,0 1 90,3-2-90,0 0 0,2-2 208,1 1-208,1-2-89,3 0 89,1 0 0,2-1-90,3 0 0,6 1 90,-2-1 0,6 0-90,-6-1 90,0 0-90,3 2 90,-4-1-90,3 1 90,-7-1-90,-1 1 90,-2 1 0,-1 0 0,-1 0-90,-2 0 90,-2 1 0,-2 1 0,-1 1 0,-3-1 0,0 1 0,-4-1-90,0 1 0,-2 0 0,0-2-180,-1 0 0,-1-2-179,0 0-271,1-1-719,1-2-90,1 1 1529,2-3 0,-3-1 0,0-2 0</inkml:trace>
  <inkml:trace contextRef="#ctx0" brushRef="#br0" timeOffset="4384">21915 1821 10861,'-2'-9'809,"2"2"-719,2 3 0,1 1-90,4 1 90,2 0-3367,21 0 2443,-2-1-21,-4 1 1,1-1-346,-3 0 1,0 0 1199,1 0 0,3-1 0,8-5 0,2-2 0,2 0 0,-1 0 0</inkml:trace>
  <inkml:trace contextRef="#ctx0" brushRef="#br0" timeOffset="9317">7398 1003 7713,'-3'-6'629,"2"-2"-539,2 2 0,0 1-90,2 0 90,-1 3-90,2-2 0,0 2 0,2 0 0,0 0 90,1 1-90,1 0 0,0 1 0,0-1 90,0 2-90,0-1 0,0 1 0,1 1 0,-2-1 90,1 2-90,0 1 0,-3 3 0,0-1 0,-5 1 90,-2-1-180,-2 1 180,-2 1-90,-2 1 0,-1 0 0,0-1 0,-1 1 0,2-1 0,0-1 0,2 0 0,1-1 0,1-1 0,1 1 0,1-1 0,3 1 0,1 0 0,2 0 0,3 0 0,1-1 90,9 4-90,-3-1-241,7 2 241,-7-2 0,0 0-37,-2 2 37,-2 0 0,-2 1 0,-3 0 90,-6 8-90,-4-1 0,-4 6 0,-4-2-404,-3-3 404,-2 0 0,-2-2 0,-1-1 230,0-2-230,3-1-180,2-2 0,3-3-54,3-1-665,2-2 809,3-1 90,2-2 0,1 0 0,2-2 0</inkml:trace>
  <inkml:trace contextRef="#ctx0" brushRef="#br0" timeOffset="9770">7812 1066 8432,'-4'-8'180,"0"0"-90,1 4 0,0 1-90,0 0 0,-1 1 90,0 0-90,-2 2 90,1 0-90,-3 2 0,0 2 0,-1 1 90,-2 2-90,0 3 0,0 0 0,0 3 0,2 1-3277,0 1 3252,1 0 25,1 1 0,0 1 0,2-2 0,1 0 90,1-1-90,2 3 90,2-3-90,1 1 3276,2-6-3160,1-2-116,1-1 90,2-1-90,0-1 0,1-3 0,1 0 0,1-2 90,-1-1-90,0-1 0,-1-1 0,0-2 0,-1-1 0,-2-2 0,2-5 0,-3-3 0,-2-8 0,-4 5 0,-3-2-258,-2 7 168,-1 0 90,-1 1 0,-1 3 0,1 0-180,-4 1 90,4 3-90,-3 1 0,6 4-989,0 3 1337,0 0-168,1 2 0,1 1 0,2 0 0</inkml:trace>
  <inkml:trace contextRef="#ctx0" brushRef="#br0" timeOffset="10193">7997 1048 8252,'-1'-7'270,"-1"0"-180,-1 1 0,1 2 180,-2-1 0,0 1-270,-3 4 90,1-1-90,-1 7 90,1 1-90,-2 7 90,2 0-90,-3 4 0,3-3 0,0 0 90,1 1-90,0 0 89,1-1-89,1 0 0,1-2-89,1-1-1,0-1 0,2 4 0,1-5 0,2 2 0,1-7 0,3-1 0,-1-2 90,4-2-90,-4-2 0,3-4 90,-2-2 0,0-2-90,-3-6 90,-3-3-90,-1-1 90,-4-2 0,-2 5 0,-2-3 0,-1 3-90,-2-1 90,1 5-90,0 2 90,1 4 0,0 0 0,1 3-180,-2 3-269,2 4-181,-1 1 180,4 4 450,2-1 0,2 4 0,1 1 0</inkml:trace>
  <inkml:trace contextRef="#ctx0" brushRef="#br0" timeOffset="10463">8159 1057 7892,'-2'-7'630,"1"0"-630,6 7 90,-2 0-90,6 4 0,-2 2 0,1 0 90,1 2-90,0 0 0,0 1 90,0 0-90,1 1 90,-2 2-180,0-1 0,0 0-90,-1-2-270,-1 1-269,0-2 179,-2-1 540,0-1 0,0 2 0,0 0 0</inkml:trace>
  <inkml:trace contextRef="#ctx0" brushRef="#br0" timeOffset="10659">8290 1046 7982,'-5'-6'270,"1"2"-270,-1 5 0,1 2 0,-1 3 90,2 0-90,-1 2 0,1 2 0,-1 2 90,-1 0-90,0 3-360,-4 6-359,2-4-241,-1 6 960,2-8 0,-2 4 0,1 2 0</inkml:trace>
  <inkml:trace contextRef="#ctx0" brushRef="#br0" timeOffset="11184">8459 978 8702,'0'-10'1619,"0"1"-1259,0 2 0,0 0-1,1 1-179,-1 0-90,2 1 90,1 1-180,2 2 90,0 1 0,2 0-90,-1 1 0,2 0 90,0 0-90,0 2 0,0-1 90,0 1-90,-1 0 0,0 1 0,-1 0-90,0 2 90,-2 0 0,0 1 0,-3 0-90,-2 4 90,-2-1 0,-1 3 0,-2-2 0,0-1 0,-1 0 0,1-1-90,0 0 90,1-1 0,0 0-90,0-1 90,1 0-90,1-1 90,1-1-90,1 1 90,2-1 0,3 0-90,1-1 90,2-1-90,1 0-89,1 1 89,1-2 90,-1 2-180,0-1 0,3 2 0,-4-1 90,0 2 90,-3-1-180,-4 3 90,-3 3 0,-3 0 0,-16 10 90,7-7-180,-9 6 90,10-9-179,2-1-1,1-2-90,2-1-630,1-1 541,2-1 449,-1 0 0,3 0 0,0-1 0</inkml:trace>
  <inkml:trace contextRef="#ctx0" brushRef="#br0" timeOffset="11601">8831 938 8792,'-3'-8'450,"-2"2"-360,2 3 90,-6 1-90,3 2-90,-3 1 89,2 1 1,-2 2-90,0 1 90,-1 3-90,-1 1 90,1 2-90,0 2 0,1 1 90,0 0-90,0 9 90,3-7-90,0 6 0,5-10 0,1 0 0,1-1 0,1-1-90,1 0 0,4 1 0,-2-4 90,5 1-90,-3-5 0,1-2 90,0-2-89,1 0 89,4-6-90,-4 1 90,3-4-90,-4 1 90,-1-1 0,-1 0 0,-1-1-90,-2-1 90,-1-1 0,0-1 0,-2 0 0,-2-1 0,0 0 0,-1 1 90,-1 1-90,0 2 0,-1 1 0,-3 2-180,2 4-360,-7 5-359,7 3 899,-4 9 0,6-1 0,1 4 0</inkml:trace>
  <inkml:trace contextRef="#ctx0" brushRef="#br0" timeOffset="11985">9026 919 8612,'-2'-9'720,"1"1"-540,-1 3 179,0 1-179,-2 0 0,-2 5-180,0 1 90,-2 4 0,0 3 0,0 0 0,0 4 0,0-1-90,1 3-3277,-1 0 3252,1 1 115,2 1-90,1-1 90,1 0-180,2-1 90,0-2 0,2-1-90,1-1 90,0-1 0,1-3 0,3-1 3276,0-2-3160,2-2-206,0-2 90,9-5-90,-4 0 90,6-5 0,-6 0 0,2-3-90,-3-1-188,-1-2 278,-2 0 90,-4-1-90,-1 1 90,-3-1-90,-2 1 0,-3-1 90,-4-2-90,-2 4 0,-4 1 90,0 6-90,-1 5-180,-2 3-90,-3 3-270,-3 4-1798,-10 8 2338,11-2 0,-9 8 0,12-5 0</inkml:trace>
  <inkml:trace contextRef="#ctx0" brushRef="#br0" timeOffset="13952">10646 880 9512,'1'10'0,"0"-2"90,0-4-90,1-1 89,1-1-89,3-2 0,-1-2 0,1-1 90,-3-1-90,0 0 90,-1 0-90,0-1 90,0-1 0,-1 2-90,-1-3 90,1 2-90,-3 0 0,-1 6 0,0 0 0,-1 6 0,2-3 0,1 2 0,2 0 90,0 2-90,1-3 0,1-1 0,3-2 90,0-1-90,1-2 0,-1 0 0,-2-3 90,0-1-90,0 0 90,-2-1-90,-1 1 0,-2-1 0,-1 1 0,-2 0 0,0 3 0,-1 2 0,0 2 0,1 1 0,3 1 180,-1 0-180,-2-5 0,2 0 0,-5-4 0,3 2 0,-3 1 0,3 1-180,-1 0-90,-1 1-270,1 0-629,0 1 180,0 0 989,0 2 0,1-1 0,1 1 0</inkml:trace>
  <inkml:trace contextRef="#ctx0" brushRef="#br0" timeOffset="16625">1501 1138 8702,'-2'7'360,"1"-2"-270,7-1-90,-1-3 180,5 1-180,-4-2 90,8 0-90,-5 1 0,3-1 90,-2 0-90,0-1 0,1 1 0,0-1 0,2 0 0,0 0 0,1-1 90,1 1-180,0 0 180,8-1-90,-6 0 89,7-1 91,2 0-90,-6-1 0,15-1 0,-14 0-694,6-1 694,-9 1-90,0 1 0,-1-1-76,0 0 76,-1 0 180,0-1-90,-1 0-1,0-1 1,-1-1-90,0 1 90,0-3 0,-1 1-90,0-1 90,-1-1-90,3-2 90,6-8-90,-2 3 0,4-5-595,-7 5 595,1 1 0,1-2 0,0 1 0,0 0 90,1-1-90,1 1 0,-2-1 0,1 1 0,-2 2 0,0-1 0,-1 0-346,0 0 346,0 0 0,-2 2-2359,-1 1 2359,-1 1 106,-2 2-106,4-8 0,6-5 0,-2 0-158,5-3 158,-7 8-57,1-2 57,1 2 0,1-1 2161,1 2-2161,-1 0 0,1 0 0,-1 1-357,0 2 357,0 0 0,-2 2 0,-1 1 0,3-3-90,-6 4 90,9-7 0,-10 7 822,3-1-822,-6 3 438,3-2-438,0-1 0,1 0 0,-1 2 0,-4 3 0,2 1 836,0-1-836,0 2 0,3-2 0,0 2 0,2-2 0,0 1 0,0 0 454,1 0-454,0 1 0,8-1 0,-4 2 0,13-3 0,-13 4 0,5-2-90,-11 3 96,-1 0-6,-1 0 0,0 1 0,-1 0 0,1 0 0,-2 1 0,1 0 0,-1 0 0,1 0 0,0 1 0,1 0 0,1 0 0,2 1 0,1-1-3277,12 3 3162,-4 0 115,11 0 0,-7 1 0,13 2 0,-10-1-479,8 2 479,-12-2 0,-3-1 0,0 2 0,-3-2 0,-2 1 0,-2 0 0,-1 0 0,-2 0 0,-1 0 0,-1 0 0,-1 0 0,-1-1 3154,5 5-3154,-4-2 0,3 3 0,-4-3 0,1 1 0,0 1 90,5 5-90,-3-2 419,3 4-419,-5-5 0,1 3 179,2-1 1,7 9-90,-5-8 0,3 5 0,-8-9 0,1 0 0,2 5 0,0-2 0,0 2-90,-2-4 0,-5-3 90,1 0-90,1 2 0,3 5 388,-1-4-388,12 14 0,-10-12 90,9 9-90,2-2 0,-2-1 0,-4-4 0,0 0 90,2 1-90,2 3 0,-11-10 0,-1 0 0,0 0 0,-1-1 0,1 0 0,-1-1 0,-1 0 0,2 1 0,-1-1 0,1 1 0,0-1 0,-1 1 0,1 0 0,0-1 0,0 1 90,0-1-90,1 2 0,-1-2 0,5 3 0,-4-3 0,3 2 0,-4-4 0,-1 1 0,0-2 0,2 2 0,-1-1 0,1 0 0,0 0 90,5 2-90,3 1 0,-1-1 0,1 0 0,-7-4 0,1 1 0,0-1 0,6 2 0,-2-1 90,2 0-90,3 1 0,-6-2-223,7 1 223,-7-2 0,2-1 0,0 1 0,1 0 0,1 0 0,-1-1 0,1 1 0,9 1 0,-3-1 0,8 1 0,-4-2-606,0 1 606,0-3 90,1 1-90,0-1 0,1 0 0,0 0 0,-8-1 0,0 0 0,12 1-897,-12-1 0,-1 0 897,10 0-290,-1-1 290,1 0 0,-2 0-739,1 1 739,0-1 0,-1 0 0,-2 1 0,1-1-1898,-1 1 1898,2-1 0,-1 1 780,-2 0-780,-2-1 0,-3 1 302,-2-1-302,0 1 0,-1 0 0,-1 0 0,-2 0 0,0 1 0,-2 0 378,-2 0-828,-1 0 2821,-3 1-2371,-2-1 0,-4 1 0,-2-1 0</inkml:trace>
  <inkml:trace contextRef="#ctx0" brushRef="#br0" timeOffset="18759">2551 1006 9961,'6'4'180,"-2"2"-180,-4 2 90,1 2-90,-1 2 90,1 1-90,-1 2 90,0 1-90,-1 2 90,1 0 0,-1 7-90,1-7 90,-1 10-90,0-13 0,1 4-90,0-8 0,0-1-180,0-1 0,-1-1-89,1-2-1710,-1 0 2069,1 1 0,-1-3 0,1 1 0</inkml:trace>
  <inkml:trace contextRef="#ctx0" brushRef="#br0" timeOffset="19238">2530 1101 9062,'-3'-8'540,"0"0"-451,4 2-89,1 2 90,2-1-90,2 2 90,2 0-90,1 0 0,2 0 90,0 0-90,1 0 0,1 0 0,-1 0 90,0 0-180,1 2 180,-2-1-90,0 2 0,-2 0 0,1 1 0,-1 1 0,-2 0 0,-1 1 0,0 4 0,-3-1 90,-1 3-90,-3-1 0,-1 0 0,-2 1 0,-1 0 0,-1 1 0,0-1 0,-1 1 0,2-2 0,-1 1 0,-1 0 0,3-3 0,-1 2 0,2-1 0,3-2 0,0 2 90,4-2-90,-1 0 0,3 0-90,1 1 90,0 1-90,1 1 90,-1 0-90,0 1 0,-1 1 90,-2-1 0,-1 1-90,-2-2 90,-2 2-90,-2-1 90,-3 2 0,-2 0-89,-5 2-336,-2-1 425,-3 2-3251,-2-2 3251,1-1 0,2-2-31,2-2 31,2-2-90,3-1 0,1 0 193,1-3-1812,2 0 1709,4-6 0,6-5 0,4-6 0</inkml:trace>
  <inkml:trace contextRef="#ctx0" brushRef="#br0" timeOffset="19512">2895 1031 8882,'-2'-10'809,"0"1"361,1 4-1080,1 20 0,-1-6-90,2 18 90,-2-2-3367,1-4 2392,1 7 270,-1-6 1,-1 0 614,1 4-443,0-1 0,0-2 83,0-4-180,1 4-809,1-9 180,0-3 1682,1 0 0,2 0 0,2 1 0</inkml:trace>
  <inkml:trace contextRef="#ctx0" brushRef="#br0" timeOffset="20377">3134 1201 9781,'-1'-7'450,"-2"3"-360,-2 4 0,-1 2 0,0 2-90,1 1 90,-1 2 0,0 0-3367,-4 6 3342,3-2 25,-3 4-90,4-3 90,0 0-90,-1 6 90,4-6-90,-1 3 0,3-6 0,-1-1 0,3-1 3276,-1 0-3070,2-2-206,1 0 0,1-2 0,0 0 0,2-2 0,1 0 0,4-4 0,-2 1 0,4-3 0,-6 1 0,1-2 0,-2 0 0,1-4 0,-4 3 0,2-3 0,-5 4 0,0 0 0,-2 0-90,0 1 90,-1-1 0,-1 1 0,1 0 0,-1 1 0,0-1 0,0 1 0,2 0 0,-2-2 0,3 1 0,1-1 0,2 1 0,5-3 0,1 3 0,4-5 0,-1 2 0,2-1 0,-1-1 0,1 0 0,0-1-334,1-4 334,0 0 0,-1-1 0,-2 0 0,-2 0 0,-1 1 0,-2 1 0,2-5 0,-3 1 0,0 0 0,-2 5 0,-1 6 244,-1 0-334,0 3 90,3 7 0,-4 2 0,3 8 0,-2 1 0,0 4 0,0 2 90,0 1-90,0 6-330,-1 1 330,0-4 0,0 0-1038,-2 11 1038,1-12 0,0-2 0,-2 4-240,1-4 240,0-3 0,0-1 0,0-3 0,0-1 90,0-2 197,0-3-287,0 2 1134,1-4-1134,5-13 277,2-4-277,7-16 0,-3 7 0,1 0 0,-2 6 0,6-4 0,-4 7 0,11-3 0,-8 10 0,4 1 0,-5 4 0,1 3 0,-3 1-90,1 3 90,-4 1 0,-1 1 0,-2 0 0,-1 0-90,-3 0 90,-2 1 0,-1 1 0,-2-1 0,-2 0 0,-2 1 0,-2-2 0,-2 0 0,-12 4 0,6-6-283,-8 4 283,10-7 0,3 0 0,0-3 0,3-1-90,0-2-89,2 0-721,0-4-359,4 0 179,0-3 1150,6 0 1,6-8 0,1-1 0</inkml:trace>
  <inkml:trace contextRef="#ctx0" brushRef="#br0" timeOffset="21459">3921 1080 9152,'3'-9'0,"-1"1"180,0 2-90,1 0 269,0-2-179,-1 2 0,0-1 0,-1 2 180,0 1-360,1 6 90,-1 5-90,0 4 90,-2 3-90,0-3 0,1 3 90,-1-1-90,1 3 0,-2-1 0,1 0 90,0 0-90,0-1 0,0 1 0,1 1 0,-1-2 0,1 0 0,0-2 90,-1-1-90,1 0 0,0 8 0,-1-8 90,1 6-90,0-10 0,0 2 0,0-3 90,0 3-90,-1-4 0,1 2 89,-1-3 1,-3-4-90,1-1 0,-2-5 0,2 0 0,2 1 0,0-2 0,1 2 0,0 0 90,-1-1-90,1 0 0,1-7 0,0 2 0,2-7 0,-1 5 90,2-5-90,-2 6 0,1-6 0,1-3 0,-1 3-638,1-6 638,0 6 0,0-5 0,-1 1 0,1-2 0,0 2 0,1-1 0,0 2 0,0 0 0,0 3 0,0 3-90,2-3 90,-1 7 0,3-3 0,-3 8 0,0 1 0,1 2 0,-1 3 548,5 4-548,-3 1 0,7 13 0,-5-1 0,1 7 0,-2-1 0,-2 11-238,-2-8 238,2 11 0,-4-12 0,1 2 0,-2-2 0,1-4 0,0 0 0,1 7 0,-1-8 0,1 5 90,-1-11-90,1 0 0,0-1 0,0 0 0,0-2 0,0-1 238,-1-3-418,0 1-89,0-3-1,-1 0 270,0-2 0,-1-1 0,-1-1 0</inkml:trace>
  <inkml:trace contextRef="#ctx0" brushRef="#br0" timeOffset="21663">3923 1181 10231,'3'-6'540,"1"0"-450,3 3 90,2 1-90,2-1 0,2 0 0,3 0-1,4-1-1366,4 0 1097,4-1-273,0 0-1166,-6 2 0,0 0 1619,10-3 0,-10 2 0,0-1 0,8-2 0</inkml:trace>
  <inkml:trace contextRef="#ctx0" brushRef="#br0" timeOffset="21942">4583 1383 9422,'-2'6'-630,"-5"0"0,-3-1 1</inkml:trace>
  <inkml:trace contextRef="#ctx0" brushRef="#br1" timeOffset="27134">6706 4349 9279,'3'-9'562,"0"-1"-379,-1 5 4,0 0-58,0 0 67,0 1-1,-1 0-97,0 9-212,-2 0 89,-1 10 63,-1 0-84,1 2-29,-1 4 93,0 18-989,0-8 929,2-9 0,0 0 152,0 6-139,0-3 88,1-2-501,0-1 402,0-1 5,1-1-97,1-3-85,-1-1-4,1-2-96,0-2 311,0-1-136,-1-3 130,1-1 1,-1 0 0,0-2-1</inkml:trace>
  <inkml:trace contextRef="#ctx0" brushRef="#br0" timeOffset="27730">6944 4363 8252,'6'-4'2665,"0"1"-2081,-17 7-411,6-1-15,-12 5 20,6-2-91,0 0-16,-1 2 439,-5 5-527,2 0 14,0 1 20,4-3-48,7-3-47,1 0-68,1 0-47,2 1-80,3 1-44,3 1 46,2 2-101,5 1 137,1 0-12,13 9-928,-5-6 1053,8 5 157,-9-8-20,1 1 59,-1-1 31,-3-2-36,-1-1-12,-5-2-45,-1 0-20,-3-1-25,-1 0-36,-2 0-31,-3 0 1071,-1 1-939,-3-1 69,-1 2 64,-7 1 94,1-1 41,-6 1 77,-4-1 0,2-4-94,-5 2-69,7-5-102,2 0-50,1-2-25,1-1-224,1-1 103,2-2-118,1-1-26,2-1-77,2-2 38,3-3 98,2-2 80,3-5 66,3-3 139,3-4-1269,2-2 1303,1 1 98,3-4-6,1 0-362,-1-1-54,0 2-39,-3 2-20,-2 2-827,1-7 799,-6 10-13,-1-2-4,-6 9 266,-2 1-4,-2 1-41,-3 2 37,-3 0 49,-2 3 152,-1 1-144,-2 2 139,0 2 1171,0 2-1458,-4 2 82,4 1 68,-2 2 185,8 1-384,1-1 204,4 1 1,-1 2 0,1 1 0</inkml:trace>
  <inkml:trace contextRef="#ctx0" brushRef="#br0" timeOffset="28177">7365 4392 8792,'-6'-6'360,"-1"-1"-360,3 5 180,-2 0-180,-1 3 90,1 0 0,-3 4-90,1 1 0,-1 3 90,0 3-90,-2 5 89,0 2-89,-1 4 0,2 2-298,0 0 298,3 1 0,1-1 0,2-3 90,3 4-90,1-8 0,2 4 0,1-8 90,1-1-90,1 0 0,2-2 90,2 0-90,0-3 90,1-2-90,2-2 388,-1-1-388,0-3 0,1-1 90,0-2-90,4-7 0,-4 0 0,3-4 0,-6 1 90,-2-8-90,-3 4 90,-1-7-90,-5 5 90,-7-13-90,0 9 45,-2 2 0,0 1-45,-5 0 0,-5-3-267,6 12 267,1 4 90,2 3-90,1 2 0,1 2-90,1 1-360,-2 5-1169,2 4 629,1-1 990,4 3 0,4 1 0,2 2 0</inkml:trace>
  <inkml:trace contextRef="#ctx0" brushRef="#br0" timeOffset="28439">7578 4532 9422,'-1'-8'269,"0"2"-179,1 0 0,5 5-90,0 1 0,5 5 90,-1 3-90,5 3 0,1 1 0,3 4 90,0-1-451,0 1 361,-2 0 0,-1-1 90,-1-1-90,-3-1-90,-1-1-360,1 2 91,-3-4-721,1 1 451,-6-6 629,1 0 0,-3-1 0,0-1 0</inkml:trace>
  <inkml:trace contextRef="#ctx0" brushRef="#br0" timeOffset="28638">7744 4560 8702,'-4'-10'-90,"1"0"90,1 2 180,0 2-90,0 2 0,0-1 0,-1 3 0,-6 4 0,2 2-90,-5 7 0,1 2 90,-7 14 0,4-3-1070,-3 9 1070,5-9-270,-2 10-90,4-10-180,-1 5-449,5-13 719,2-2 180,1-3 0,1 4 0,0 0 0</inkml:trace>
  <inkml:trace contextRef="#ctx0" brushRef="#br0" timeOffset="28972">8007 4386 8522,'0'-11'540,"-1"3"-180,0-2-91,0 4 181,0-1-90,0 0 539,0 1-899,0 8 90,0 2 0,-1 8-90,1 0 90,0 1 0,0 9 0,-1 8-90,1-1 0,0 1-90,2 9-449,1-9 89,0-8 0,0-1-989,3 1 1439,2-1 0,0-8 0,2 1 0</inkml:trace>
  <inkml:trace contextRef="#ctx0" brushRef="#br0" timeOffset="29587">8252 4378 9691,'4'-8'0,"0"1"90,-1 1 90,0 1 180,0-2-90,0 2 90,-1-1 179,0 2-269,-4 0-180,-2 3-90,-3 1 90,-2 5 0,-2 1 0,0 2-90,-1 2 90,0 1-90,0 1 90,2 0-90,0 0 90,0 5-90,4-4 90,-1 3-90,6-5 0,1 0 0,2 1-90,10 10 0,-3-8-90,11 9 0,3-3 0,2-1 90,1 0-671,-4-2 671,-7-5 0,-1 0 0,-2 0 0,-3-2-270,-1 12 270,-10-2-90,-10 10 180,-5-11-90,-4-4 45,-1-7 0,0-2 717,-11-1-672,11 1 0,2-5-3277,3-28 3162,19 8-64,5-22 179,6 17 0,3-4 0,2-2 0,1-1 0,-8 13 0,0-1 0,4-7 0,1-5 0,-3 4 0,-5-10 0,-1 15 0,-4 2 0,-13-4 0,1 18 0,-5 0 0,3 3 0,-12 6-180,9-2-90,-9 5 1955,8 0-2495,6-1 29,-2 2 0,5 0 0,0 0 0</inkml:trace>
  <inkml:trace contextRef="#ctx0" brushRef="#br0" timeOffset="30009">8722 4368 9512,'-5'-10'539,"1"2"-359,-2 4 0,0 0 90,-3 0-90,-1 1 0,-2 2 0,0 0-1,-2 2-3456,-1 3 3342,-2 3-42,0 7 1,1 3 66,2-1 0,2 4-30,1 5 0,1 4 0,2-2-15,2-3 0,3 0-45,2 9 0,4-3 0,6-3-560,2-4 560,2 0 0,1-4 0,8 5-90,-6-10 2959,11 3-2869,-13-13 0,5 0-90,-2-8 90,-2-1 0,4-4 0,-5-5-101,-1-1 101,0-5 836,-1-19-836,-10 17 0,-1 0-45,0-3 0,-1 0-1556,-4 1 1,-2 1 1600,-6-11 0,-5 0-532,-4 2 532,-2 4 223,-2 6-223,7 11 0,0 2 0,-9-1 0,-6 2-90,14 10-90,2 1 2421,-4 9-4490,5 5 1170,1 0 1079,9 1 0,7 0 0,2 2 0</inkml:trace>
  <inkml:trace contextRef="#ctx0" brushRef="#br0" timeOffset="30203">8995 4454 10051,'2'-13'-630,"-1"13"1,-6-1-1,-2 12 1</inkml:trace>
  <inkml:trace contextRef="#ctx0" brushRef="#br0" timeOffset="34109">1974 4933 6004,'9'0'0,"-2"1"0,-3 0 0,1 0 0,-1-1 90,1 1-1,-1 0 91,1 0-90,1-1-90,-1 0 180,1 0-180,0 0 0,-1-1 0,1 0 0,-2-1 90,1 1-90,-1-1 0,1 1 0,0-1 0,0 0 0,1 1 0,0-2 0,0 1 0,0 1 0,0-1 90,0 0-180,-1 0 180,4-1-90,-1 0 0,0 1 0,-1-1 0,-2 1 0,0 0 0,0 0 0,0 0 0,0 0 0,1 0 0,0-2 0,0 2 0,1-2 0,0 0 0,0 0 0,0 0 0,0 0 0,-1-1 90,1 1 0,0-1-90,0 1 90,0-1-90,0 1 90,0-1-90,1-1 90,0 1-90,0-1 0,-1 1 90,2-1-90,0-1 0,-1 0 0,1 0 0,0 0 0,0-1 0,0 2 90,-1-2-90,1 2 90,-2 0-90,1 0 90,-1 0 0,-1-1-90,0 2 90,0-1-1,2-3-89,-2 3 90,2-4-90,-3 4 90,3-4-90,-3 3 0,3-2 0,-3 2 90,0 2-90,0-1 0,0 0 0,1 0 0,-1 1 0,1 0 0,-1 0 0,0 0 90,1-2-90,0 1 0,0-1 0,-1 2 0,0 0 0,1 1 0,-1-1 0,0 0 0,-1 0 0,1 0 0,0 0 0,0 1 0,0-1 0,0 0 0,0 0 0,0 0 0,-1 0 0,1 1 0,-1-2 0,1 2 0,-1 0 0,-1 0 0,1-1 0,2-2 0,-1 1 0,1-1 0,-1 2 0,0-1 0,0 0 0,0 0 0,1 0 0,-1 0 0,0 0 0,1 0 0,2-4 0,-3 3-90,3-2 90,-4 2 0,1 2 0,-1-2 0,1 1 0,0 0 0,-1 0 0,0 1 0,0 0 0,1 0 0,-1 0 90,0 0-180,1 0 90,-1 1 0,1 0 0,0 0 0,0 0 0,1-1 90,-1 1-90,0 0-90,0 0 90,0 1 0,0-2 0,1 0 0,1-1 0,2-1 0,-1 0 0,-1 2 0,-1 0 0,-1 1 0,-1 1 0,1 0 0,-1 0 0,1-1 0,-1 0 0,1 0 0,0 0 0,0 0 0,0 0 0,3-1 0,-2 1 0,4-3 0,-5 3 0,1 0 0,-2 1 0,0 0 0,2 0 0,-2 0 0,2 0 0,-2 1 0,0 0 0,0 0-90,0 0 180,0-1-90,0 2-90,0-2 90,-1 1 0,1-1 0,0 1 0,0 0 0,0 0 0,-1 0 0,1-1 0,0 1 0,0 0 0,1-1 0,0 1 0,1 0 0,-2 1 0,1-1 0,5-1 0,-4 1 0,5-1 0,-4 1 0,0 0 0,-2 0 0,2 0 0,0 0 0,0 1 0,0 0 0,0-1 0,0 1 0,2-1 0,-2 1 0,2-1 0,-3 1 0,0 0 0,-1 1 0,1 0 0,0 1 0,0-1 0,0 0 0,1 1 0,-2-1 0,2 1-90,-1 1 90,0-1 0,0 0 0,3 0 0,-2 1 0,5-1 0,-5 1 0,1 0 0,1 1 0,-3 0 0,3 0 0,-3 0 0,0 0 0,1 0 0,-2 0 0,1-1 0,-1 1 0,1 0 0,-1 1 0,0-1 0,0 0 0,-1 0 0,0 1 0,1-1 0,-1 0 0,2 3 0,0 0 0,0 1 0,1 1 90,-3-3-90,1 2 0,0-1 0,0 1 0,0 0 0,1 0 0,0 1 0,1 0 0,-1 1 0,0-1 90,1 0 0,1 1 0,-1-1 0,1 0 0,-1 0-90,0-1 90,0 0 0,0-1-90,1 3 90,-2-2-90,2 2 0,-2-4 90,-2 1-90,1 0 0,0 0 0,0-1 0,0 2 90,0-1-90,-1 0 0,1 0 0,0 0 0,0 0 0,0-1 0,-1 1 0,3 2 90,-2-1-90,4 4 0,-4-4 0,2 1 0,-3-3 0,1 0 0,-2 0 0,1 0 0,0 0 0,0 1 0,0-1 0,0 1 0,0 0 0,-1 0 0,1 0 0,-1 0 0,1 0 0,-1-1 0,0 2 90,0-2-180,1 2 90,1 3 90,-1-3-90,1 2 0,0 1 0,-1-2 0,1 2 0,-1-3 0,0-1 0,0 1 0,0-1 0,1 0 0,-1 1 0,0-1 0,1-1 0,-1 1 0,1-1 0,-1 1 0,1-1 0,-1 0 0,0 0 0,0 0 0,1 0 0,0 0 0,2 1 0,-2-1 0,3 3 0,-3-3 0,2 1 0,-2-2 0,0 1 0,1 1 0,0-2 0,1 1 0,-1 0 0,0-1 0,2 1 90,-2-1-90,2 0 0,0 0 90,4 2 0,-3-2-90,4 0 90,-4 0 0,5-1-1,-2 1-89,2 0 90,-3-1-90,-1-1 0,0 1 0,0-1 90,0 0-90,1 0 0,-1 0 90,1 0-90,1 0 0,-1 0 0,0 1 0,-1-2 0,1 1 90,0-1-90,0 0 0,0 0 0,7 1 0,-5 0 0,6-1 0,-6 0 0,1 0 0,-1 0 0,1 0 0,0 0 0,1 0 0,-1 0 90,0 0-90,1 0 0,0-1-90,0 1 180,0 0-90,0-1 0,-1 1 0,8-1-3277,-6 0 3162,6 0 115,-1 0 0,1-1 0,0 0 0,-3 0 0,-5 0 0,-2 1 0,0-1 0,0 0 0,-1 1 0,0-1 0,2 0 0,-2 0 3276,1 0-3160,-5 1-116,-1-1 0,0 0 0,0 1 0,-1 0 0,1 0-180,-2 1-809,2 0 989,-3 1 0,-1-1 0,-2 0 0</inkml:trace>
  <inkml:trace contextRef="#ctx0" brushRef="#br0" timeOffset="36895">8103 7732 8522,'0'-8'1172,"0"1"-962,-4 11 339,2-1-262,-4 10-186,3-3 31,-2 9-129,1-2 221,0 6-577,1-4 403,1 0-140,-3 15-61,1-9 153,1-2 0,0 1-67,0 8-64,0 1-90,2-9 5,0-10-996,0 5 1201,0-4 0,1 3 0,1-3 1</inkml:trace>
  <inkml:trace contextRef="#ctx0" brushRef="#br1" timeOffset="37323">8116 7815 8594,'4'-7'6,"0"1"92,-2 3-90,1 0 96,0 0-97,0 0 97,0-1-100,1 2 108,-1-1-94,1 1 1,1 0 86,-1 1-105,2 0 1,-1 1-12,1-1 1,0 2 74,0 0-92,1 1-10,-1 0-1,0 2 1,0 0-5,0 1-4,-1 1 3,-1 1 84,-1 2-79,-1 0 17,-3 7 16,0-3 12,-4 4 13,0-2 11,-1 0 6,-2 1 13,1 0-5,-1-1-11,1-1-11,0 0-6,1-1-6,1-2-8,1 1-3,1-3-5,0 0-3,2-2 83,2-1-101,0-1-10,2-1-12,0 1 15,3-2 14,0-1 106,7 0-81,-3-1 10,5-1 14,-4 0-77,0-1 17,-1-1-101,1 1-103,-1-2-546,-1 1 262,1-1 524,-1 0 0,2-1 1,2-1-1</inkml:trace>
  <inkml:trace contextRef="#ctx0" brushRef="#br0" timeOffset="37736">8415 7930 8162,'2'-8'335,"0"0"-3612,0 2 1254,0-1 3901,1-2-1685,-1 3 944,1-3-950,-2 4 214,1 0 234,-2-1 2641,-4 8-2958,1 1-283,-5 6 75,3 1-12,0 1-92,1 1 89,-1 2-96,1 0 100,0 9-49,4 0-98,2 5 7,2-8 99,4-3-103,-2-7 6,3-3 14,1-1 10,-1-3 16,2-1 18,0-2 11,1-3 18,14-13 26,-10 1-12,6-8-14,-16 6-30,-5 4-20,-2 0-23,-1-1-10,-3-1-20,-2 0-109,-6-2 103,-1 4 10,-2 1-63,3 5 23,5 6-157,0 1-73,2 1-77,0 2-879,2 0 179,0 1 1108,1 0 0,0 1 0,2 0 0</inkml:trace>
  <inkml:trace contextRef="#ctx0" brushRef="#br0" timeOffset="38010">8575 7911 9242,'0'-9'-90,"2"2"90,1 4 0,2 1 0,0 2 0,0 0 90,1 2-90,2 2 0,0 2 0,0 0 0,1 2 0,0 0 90,0 2-90,0 1 0,4 5 0,-3-3 90,1 3-90,-4-5-90,-1-1-270,1 2-180,-1-4-269,-1 1 719,-2-5 90,-1 0 0,0-3 0,-1 0 0</inkml:trace>
  <inkml:trace contextRef="#ctx0" brushRef="#br0" timeOffset="38211">8712 7881 8072,'-8'6'90,"-2"8"0,4-2-90,-7 13 90,3-1-90,-1 1 90,2-1-180,3-7-90,0-1-359,1 0 539,0 8 0,3-7 0,0 8 0</inkml:trace>
  <inkml:trace contextRef="#ctx0" brushRef="#br0" timeOffset="38502">8814 7847 8522,'5'-8'1799,"-1"1"-1709,-1 12 0,-1-2-90,0 8 90,-2-1 0,1 1-90,-1 2 90,0 2-90,-1 1 90,1 0-90,-1 1 0,0 0-180,0 0-630,1 11 181,0-10-451,0 5 451,0-13 629,0-2 0,1 0 0,0-1 0</inkml:trace>
  <inkml:trace contextRef="#ctx0" brushRef="#br0" timeOffset="38901">8864 7872 8792,'13'-17'810,"6"4"-810,-2 2 89,1 7 1,-11 3-90,0 1 90,0 1-90,0 0 90,0 3-90,-2 0 90,1 3-90,-5-1 0,-1 2 90,-3 9-90,-4-1 0,-3 9 0,-2-3 90,-6 11-3367,4-9 3162,-5 9 115,8-14 0,2-1 0,1-2 90,2-2-90,2-2 0,0 3 0,4-2 0,-1-1 0,4-3 0,2-6 3276,0 0-3070,1-1-296,7-2 90,-4 0-270,9-3 90,-6-1-89,3-1-91,-4 0-720,1 0 451,-1-1 629,0 0 0,4-4 0,1 0 0</inkml:trace>
  <inkml:trace contextRef="#ctx0" brushRef="#br0" timeOffset="39319">9170 7934 9152,'-4'-6'450,"0"0"-271,1 2-89,0 1 180,-2-1-90,1 1-90,-4 1 0,3 2-90,-2 1 90,0 2 0,-3 5 0,-2 7-90,0 0-157,1 4 157,4-4 0,0 1 90,1 1-90,1-1 0,0 7 90,3-7-90,0 4 0,5-5 0,1-3 0,2 2 0,0-7 0,5 1 0,-2-4 0,8-2 0,-6-3 0,4-3 0,-4-1 0,0-2 0,-1-1 0,0-3 0,-1-2 0,-2-1 0,-1-2 90,-3 0 90,0 0-90,-3-1 0,-1-1 0,-3-3 246,-1 1-246,-2-2-90,0 5 90,-6-3 0,3 8-180,-9-2-90,8 11-179,-6 3-271,5 4-899,-3 2-90,-1 5 1516,1 3 1,-4 5 0,1 2 0</inkml:trace>
  <inkml:trace contextRef="#ctx0" brushRef="#br0" timeOffset="42584">2327 8193 9512,'3'6'-1350,"1"-2"1170,-1-2 1,2-1 89,0 0 0,1-1 90,-1 1-90,0-1 90,2 0 0,-3 1-90,4-2 90,-3 1 0,2 0 0,-2 0 0,0 1 0,0-1-90,1 0 90,4 0 0,-2 0 0,6 0 0,-6 0 0,3 0 0,-3 0 0,0-1 0,1 1 0,3-2 0,-3 2 0,3-2 0,-5 1 0,1 0 0,-1-1 0,0 2 0,3-2 0,-3 1 0,1-1 0,1 1 0,-3-1 0,5 0 0,-4 0 0,1 0 0,-2 0 0,3-1 0,-2 2 0,3-2 0,-4 2 0,0-1 0,0 0 0,1 1 0,0-1 0,-1 0 0,2-1 0,-2 1 0,2-1 0,-4 1 0,1 1 0,-1-1 0,0 0 0,0 0 0,0-1 0,0 1 0,0-1 0,0 0 0,0 0 0,0-1 0,0 1 0,1-1 0,-1 1 0,1-1 0,0 0 0,0 1 0,1-1 0,-2 1 0,1-1 0,-1 1 0,0-1 0,0 0 0,0 1 90,0-1 0,-1 0-90,0 0 0,0 0 90,0 1-90,0-2 0,-1 1 90,1 0-90,-1 0 0,1-1 0,0 1 0,0 0 0,-1 0 90,1 0-90,0 0 0,0-1 0,1 1 0,-1 0 0,0 0 0,0 1 0,0-1 0,0 1 0,0 0 89,-1-1-89,1 1 0,-1 0 0,2-3 0,-1 3 0,0-2 0,0 1 0,-1 0 0,1 0 0,0 0 0,1 0 0,-1-1 0,0 1 0,1 0 0,0 0 0,-1 0 0,3-2 0,-2 2 0,2-2 0,-3 2 0,1 0 105,-1 1 5,0-1-6,0 1-79,0 0 169,0-1-84,-1 1-13,1-1 6,-1 0-114,2-1 2,-2 2 0,1-2-12,-1 1 15,1-2-15,0 3 23,0-2-11,-1 1 11,0 1-4,1-1-93,0-1 2,1-2-5,0 0 8,0 1-9,-2 1 4,0 1 0,0 1 138,1-2 111,0 1-4,0 0 15,-1 0-3,1 0-3,0 0 1,-1 0-14,0 0-136,1 0 1,0 1 8,-1 0-18,1-1 7,0 1-8,0-1 27,0 1 11,1 0 4,-1 0-20,1 0 9,0 0-4,0 1-3,-1-1 16,1 0-32,-1 0-98,1 0 185,-1 1-89,1-1-5,-1 0 2,0 2-101,3-3 77,0 1 5,1 0 9,-1 0 72,-2 1-73,0 0-28,1 0 21,0-1-1,2 0 12,-2 1-2,0 0-7,-2 0 28,3 0-40,-2 0 30,1 1-23,2-1 0,-1 0-9,4 0 1,-2 1 1,0-1-24,0 1-67,-1 1 75,1-1 15,-3 0 5,2 0 9,1 0-3,-1 1 7,3-1-4,-4 0 4,4 1 3,-4 0-15,1 0 7,3 0-5,-3 0 4,2 1-7,-2-1 8,-1 1-8,1-1 10,-1 0 3,1 1-8,-1 0-5,-1 0 0,1 0 1,-1 0-5,0 1 9,0-1-21,-1 1 7,0-1-7,0 1 3,0 0-7,1 1 9,-1-1 8,1 0-10,-1 0 25,-1 0-30,1 0 23,-1 1-11,1-1 19,0 1-11,0 0-9,0 0 1,1 2-3,0-2 18,2 2 5,-2-2 10,-1 1-8,2-1 3,1 2 6,-2 0 4,2 0-6,0-1 10,-2 0-29,1 1 20,-1 0-25,0-2 18,1 2-9,-2-1 5,1-1 11,0 0-5,0 1 12,0 0-4,1 0 6,2 2 1,-1-2 0,1 2 0,-3-3-9,0 1-5,0-1 3,0 1-14,-1 0 1,1-1-89,1 3 165,-1-1-167,1 1 73,-2-2 1,0 0 3,-1 1-10,1-1 21,-1 0-12,1 1 15,1 2-17,-1-2 14,2 2 10,-1-2 12,-1 0 12,1-1-4,0 1-9,0-1 8,-1 1-1,1 0 3,-1-1-1,2 2-17,-1-1-9,1 1-1,-3-2 5,3 1 7,0 2-10,-1-1 0,0 1-12,-2-3 6,1 0 18,-1 0-7,1 0 9,0 0-15,0 0 23,1 1-8,-1-1 20,1 0 91,3 2-104,0 2 8,0-1-13,-1-1 8,-3-2-14,0 0-1,0-1-5,0 1-4,-1 0-1,1 0 2,0-1 12,-1 0-10,1 0 23,-1 0-17,0-1 9,0 1-13,0 0 23,1 0-9,0 0 6,0 0 6,2 2-27,0-2 39,0 2-32,-1-3 35,-1 1-25,0 0 1,1-1 2,0 1-9,-1 0 15,1 0-23,0 0 11,0 0-16,-1 0 1,1-1-74,-1 1 172,1-1-77,-1 0-3,3 1 4,-1-1 20,2 1-13,-1-2 29,-1 1-20,1-1 3,-1 0 89,2 0-4,3 1 5,-3-1-100,3 1 95,-4-2-109,-1 1 1,1 1 79,0-2-78,0 1-7,-1-1 100,1 1-103,-1 0-1,0-1-5,1 1 108,-2-1-92,4 0-9,-4 0 11,2 1-31,-1 0 21,1 0-10,-1 0 7,0-1-11,0 1 105,0-1-96,1-1-206,3 2 195,-2-1-97,3 1 10,-3-1-5,-1 0 1,1 0-14,-1-1 3,1 2 113,-2-2 0,1 1 0,-1-1 0,6 0 0,-4 0 0,5 1 0,0-2 0,-3 1 0,4-1 0,-3 0 90,-1 1-90,1-1 0,-1 0 0,0 0 0,-1 1 0,0 0-90,1-1-989,-2 1 1079,2 1 0,-6-1 0,-1 1 0</inkml:trace>
  <inkml:trace contextRef="#ctx0" brushRef="#br0" timeOffset="45750">10670 4103 8342,'7'3'990,"-2"0"-990,-3 1 90,-2 2 0,0-2-90,0 4 0,-1-4 0,1 3 0,0-2 90,-1 2-90,1-2 0,0 1 89,1 0-89,-1-1 0,0 0 0,1 0 90,0 1-90,0-1 0,1 0 90,1-1 0,1-3 0,1-1-90,0-3 90,0-1-90,-2 0 90,1 0-90,0-2 90,-1 1-90,0-1 90,-1 1-90,0-1 0,0 1 90,0-2-90,-2 0 0,-3-1 0,-1 3 0,-2 3 90,-1 2-90,1 1 0,0 1 0,2 0 0,0-1 0,6 3 0,0-1 0</inkml:trace>
  <inkml:trace contextRef="#ctx0" brushRef="#br0" timeOffset="46702">10647 7512 9152,'-3'-7'450,"1"0"-91,0 2 1,1-1 90,-1 1-270,0-1 180,0 1-91,1-1 1,-1 2 90,0-1-180,-1 1-180,-1 6 90,1-1-90,-2 5 90,4-2-90,0 0 90,0 1-90,1 3 0,1-2 0,2 2 0,0-4 0,3-1 0,-1-3 90,0-2-90,0-1 0,-2-1-90,0 0 90,0-2 0,-1 0 90,-1 0-90,0-1 0,0 0 0,-1 1 0,-1-1 0,-1 1 0,0 0 0,-1 2 0,0 0-90,-1 1 90,-1 2-180,-1 4-720,2 1-899,1 3-449,2-2 2248,1 2 0,0-2 0,0 1 0</inkml:trace>
  <inkml:trace contextRef="#ctx0" brushRef="#br0" timeOffset="47884">10499 11138 10141,'2'9'0,"-1"1"0,-2-6 0,0 2 90,2-1-90,0 1 0,1-3 90,3-2-90,-1-4 0,1-1 0,-1-1 0,-1-2 0,-1 2 0,1-3 90,-2 3-90,1 0 0,-1 0 0,-1 0 90,1 0 0,-2 0-180,-1 8 90,0-1 90,0 6-90,4-5 0,2-3 0,0-3 0,0-3 90,-2-1-90,-1 1 0,-4-2-270,-2 9-90,-1-2-539,1 6-720,2-1 1619,1 1 0,1 0 0,0 0 0</inkml:trace>
  <inkml:trace contextRef="#ctx0" brushRef="#br1" timeOffset="50609">7578 10984 18195,'-6'-6'-3277,"0"2"1744,-1 5 2863,1 0-591,-1 0 7,0 1-333,0 1 133,0 0-159,-1 1 954,-3 3-346,4-2-792,-3 3-238,5-2-179,0 0-108,1 1-264,1-1-176,1 4-246,1-2-17,1 3-47,6 2-408,-1-3 163,4 4 250,0-3 287,0-1 80,2 2 319,-1-1 110,2 1 182,-2 1 446,1-1-125,-2 1-166,0 1-203,-2-1-85,-1 1-114,-1-1 173,-2 5 21,-3 2 267,0-2 13,-3 0 241,-1-8 246,0 1 109,-2 0 174,-1-1 80,0 0-163,0-2-46,-2 0 135,1-1-209,-1-1 42,1-2 36,0-1-75,-1-1-268,1-1-58,0 0-264,1-2-207,-1-1-189,1-3-542,1-2-294,1-2-377,4-1 580,4-10-45,2-1-1439,3-9 1826,1 2 155,2 0 432,-1-1 313,2 0 179,-1 1-1000,-1 1 677,0 1-112,-2 4-254,-2 1 153,-1 5 1539,-2 2-1596,-1 3 89,-1 2-114,-3-4 611,-4 4-929,-3 0 125,-2 4 723,1 3-121,-7 3 228,4 1-114,-4 1 37,7 0 367,-1 0-710,0 3 515,3-2-494,0 1 1,6-1-1,1-2 1</inkml:trace>
  <inkml:trace contextRef="#ctx0" brushRef="#br1" timeOffset="51062">7817 11015 13376,'-2'-7'-1455,"0"2"531,-3 4 1844,0 3 276,-3 5-730,2 1-178,0 4-247,-1 1-100,1 4 582,-2 9-39,2-5-1841,1 7 806,2-8 43,2-2 81,2 1 134,1-1-104,4 6-50,0-8-2,3 4-31,-2-10 178,2-1 243,-1-3 95,5 0 198,-2-4 1296,2 0-903,-2-5 384,-2 0 125,1-2-94,-2-1-187,0-1-363,-1-3-152,0-2-240,-1-2-261,-1-1-410,-2-10-148,-5-8-218,-1 0 80,-5-2 77,0 14 57,0 2 50,1 5 195,-7 0 280,5 5 50,-11 3 160,10 6 97,-3 4-138,8 2-507,2 0 705,1 1-121,2 2 1,3 4 0,1 3 0</inkml:trace>
  <inkml:trace contextRef="#ctx0" brushRef="#br0" timeOffset="51326">8089 11087 8612,'1'-7'270,"1"0"-90,-1 1 0,1 3-90,1-2-90,0 3 90,2 0 90,4 5-180,-1 1 89,5 3-3366,1 3 3252,0 1-685,3 3 1,2 1 798,2 4-343,-3-4 0,-2-1 164,-2 0-180,-1-2-90,-2-1-719,-1-1 2976,-1 0-1897,-2-2 0,2 3 0,0-1 0</inkml:trace>
  <inkml:trace contextRef="#ctx0" brushRef="#br1" timeOffset="51538">8266 11038 10135,'-4'-10'-755,"0"2"635,2 1 84,-2 1 17,-3 8 253,0 1-80,-8 20-113,4-3-1009,-5 12 1089,5-6 66,-1 1-104,0 1-94,5-8 0,-1 0-382,-3 9-1030,0 8 660,5-16 283,1-4 469,2-2 0,0 2 1,0 1-1</inkml:trace>
  <inkml:trace contextRef="#ctx0" brushRef="#br1" timeOffset="52156">8585 10961 10045,'1'-9'559,"-2"1"-559,-2 4 20,-1 1 132,-2 1-9,1 2 221,-3 2-171,1 0 92,-4 4 67,4-2-98,-1 2 58,4 0-220,1 0-108,1 1-128,1 1 1,1 0-164,2 2-17,2 0-7,1 1 138,3 1 1,3 2 58,2 1 66,2 1 46,0-1 49,-1 0 36,0-1 40,-2 0-32,2 0-149,0 2-38,-5-4 77,2 3-111,-6-4 66,0 0-8,-2 1-6,-1-2-70,-2 1 122,-2-1 17,-1 1 16,-2-1 17,-3 1-58,-2-1 104,-2 0 14,-1-1-5,-2-1 5,-1 0-3,-1-2-8,1-1-4,-4 0-16,5-3-11,-2-1-13,7-2-109,2-1 166,2-2-112,2-1-24,1-2-21,3-1 18,2-2 15,7-14 17,1 4-260,6-11 289,-2 6-741,1 0 782,0 0 19,0 1 67,-2 1-12,-2 2-21,-2 3-8,-2-2-19,-3 6 243,-3-6-290,-3 10-45,-5-2-73,-1 5 848,-3 0-757,-1 2 32,-3 1 29,1 1 22,-1 1 46,1 1-37,2 1 5,0 0-235,2 2-184,0 0-557,2 1 443,2 1 456,2 0 0,2 0 1,0 0-1</inkml:trace>
  <inkml:trace contextRef="#ctx0" brushRef="#br0" timeOffset="52543">8881 11023 8882,'4'-7'360,"0"0"179,-2 0-449,-3 0 180,1 2-180,-8 2-90,3 6 90,-4 2 0,1 4 0,1 3-90,0 3 90,1 3-90,1 0 90,3 3-90,1 0 90,4 13-180,5 2 90,-2-15 0,1 0-90,5 9-383,2-9 473,-3-10 0,2-3-90,0-2 90,0-2 0,6-3 0,-3-3-90,5-3 90,9-22 0,-16 11 0,-1-2 0,-2 1 90,-8-2 383,-1-2-383,-8-15 0,-1 8-422,-2 3 1,-3-1 331,0 8 0,-2 2 45,-5-4 0,-1 3-90,2 4 0,0 4-135,-17-2-179,4 10-451,-1 5-1696,-6 5 2101,18-4 0,0 1 405,0 1 0,0 1 0,-9 3 0,0 2 0,-3 0 0,1 1 0</inkml:trace>
  <inkml:trace contextRef="#ctx0" brushRef="#br1" timeOffset="54422">2719 11522 13907,'8'3'-2023,"0"-1"1423,-2-3 1263,0 2-411,-1-1-27,1 0-87,-1 0 86,0 0-236,1 1 410,0-2 89,-1 1-381,3-1 19,-1 0-39,3 1-27,-2-1 3,3 2-67,-1-2 87,-2 1-145,3 0 55,-2-1 84,1 0-91,-1 0 67,0 0-28,-3 0 94,2-1 50,-2 0 20,3-1 4,-4 1 13,2 0 2,-3 0 12,0 0-18,1 0-79,0 1-67,1-2 31,0 1-28,1-2-21,-2 2-62,-1-1-51,1 0-4,0-1 139,1-1-107,0 2-38,-1-3 21,1 1-137,-2 1 83,1-1-62,-2 2 63,0-1-57,-1 0-29,1 0-22,0-1 160,0 0-181,1 1 167,-1-2-91,1 0 203,1-1-133,0 1-87,0-3-147,0 1 156,1-2-80,2-5-360,0 3 90,1-5-76,-2 4 25,-1 1 349,0-1-193,1-1-21,-1 0 34,1-1 346,-1 0-96,0 0 8,0-1-4,0 0 103,3-7 54,-3 5 0,5-9 0,-2 0 90,1 3-90,1-3 0,-1 6 0,-2 2-180,1 0 180,-2 3 0,0 1 89,0 1-89,-1 0 90,0 1-90,-1 1 90,0 1-90,-1 1 90,1-1-90,-1 1 0,0 0 0,0 2 90,0 0 181,0 1-271,-1 0 0,1 0 0,0 1 0,0 0 90,2-2-90,-1 2 0,1-1 0,-1 2 0,-2 2 67,-1 0 0,2 0 9,0 0-3,0 1 4,1 0-3,-1 1-10,2 1-7,1 0 71,-2 1-21,1 1-32,-2-1-1,1 1-23,0 1-6,0-1 21,1 1-34,0 1-124,0 1-14,0 0 25,-1 0-19,1 1 20,1 2-12,-1 0-17,0 1 22,-1 1-15,1 0 35,3 7-1,-2-3 24,2 6 0,-2-5 22,0 0 8,0 2 16,0-1 3,0 1 1,1 2-3,-1 0 38,4 8-8,-3-7 102,2 8-93,-3-7 12,2 4-766,-1-2 732,1 1-5,-1-2-34,1 0 0,-1-2-134,5 13 212,-3-9-12,3 6 111,1 1-184,-4-9 96,7 13-4,-6-14 5,1 0-90,1 0 5,-2-7 92,3 5-80,-5-7 91,1-1 618,-1-1-708,0-1 91,-1-1-92,-1-1 416,0-1-418,-1 0 4,0-1 90,1-1-90,-2 0 0,1-1 0,-1 0 90,4 1 0,-2-1-90,3 1 0,-4-3 0,-1-1 90,2 1-90,-1-1 0,1 0 0,1 1 0,-1-1 0,1 0 0,0 1 0,1-2 0,-2 2 0,3-1 90,-1 0-90,-1 0 0,1-1 0,0 0 0,0 0 0,0 0 0,-1 0 0,-1 0-90,-1 0-810,5-1-1528,-6 0 2428,4-1 0,-7 2 0,-1 0 0</inkml:trace>
  <inkml:trace contextRef="#ctx0" brushRef="#br0" timeOffset="56142">3053 4711 9422,'4'-5'0,"1"0"90,-7 16-90,1-3 0,-2 12 0,-1 4 0,1 3 45,-1 3 0,0 1-45,2 3-593,0-12 1,0-2 502,0 7 0,1-6-180,0-2-89,0-3-541,0-1 630,1-2 270,-1-3 0,1 2 0,0 0 0</inkml:trace>
  <inkml:trace contextRef="#ctx0" brushRef="#br0" timeOffset="56575">2956 4733 8432,'-7'-8'90,"0"1"0,5 3 90,-1 0 0,1 0 0,6-2-90,3 1 0,7 0 90,5 0-90,5-1-913,4 0 823,3 1 90,0 1 0,0 1-90,-1 1 90,-4 2-90,-2 0 90,-6 2-90,-1 1 0,-4 2 90,3 4-90,-8-2 90,0 8-90,-8-4 0,-4 5 89,-4-3-89,-4 1 0,-1 1 0,-4 2 367,0-2-367,1-1 0,3-1 0,2-3 0,3-1 0,0 1 90,4-3-90,0 2 0,4-4 0,6 4 0,7 1 0,2 0 0,2 2 0,-3-3 546,1 6-546,-4 3 0,-4 0 0,-8 5 0,-7-4 0,-8 6 0,-4 0 0,-5 3-1639,5-7 1,-2 0 1131,6-6 0,0 1-78,-6 4 0,1-1-381,-5 3 966,3-2 0,2 0 0,2 0 0</inkml:trace>
  <inkml:trace contextRef="#ctx0" brushRef="#br0" timeOffset="57252">3378 8657 8792,'7'-17'-85,"3"-6"295,-3 7-104,1-4 83,-2 9 503,0-5-354,-2 6 328,1-8-136,-4 11-310,-2-5-58,-2 10-44,-4-1 67,-1 5-74,-3 2 40,-7 4 9,-1 4-1202,-4 3 1186,-2 5 143,0 3-62,0 1 16,5 2-3194,4-1 2934,3 1 49,2-1-124,6 0 45,4 6-121,7-5-31,5 3-108,5-8-20,4-4 412,3-4-387,2-2-55,4-2 2132,2-3-2198,2-1-217,1-4-404,0 0 407,-1-1 677,-2-2 0,3-2 0,-1-1 0</inkml:trace>
  <inkml:trace contextRef="#ctx0" brushRef="#br1" timeOffset="57895">3349 12069 25367,'0'-11'-3277,"0"-4"0,0 5 0,1-2 558,-1 4 2448,1 1 583,0-3 36,-1 0-1977,0-2 2062,-1 4-419,-4 11 2014,2 2-1025,-3 10-350,3 0-419,-1 1 275,1 2-185,0 1 62,0 1 38,2 0-2051,-1 0 663,2-1 164,0 0 161,0-2-434,1 5 288,0-6-108,0 2-1022,0-9 1779,2 0 0,-1-4 0,1 0 0</inkml:trace>
  <inkml:trace contextRef="#ctx0" brushRef="#br1" timeOffset="58186">3296 11993 26266,'-7'-9'-3277,"2"3"0,5 0 0,2 4 3856,5 0 1726,1 1-855,26 5-1145,-14 0 0,1 1-539,12 5 1,0 0 811,-6 0 0,-2 1-129,-1 2 0,-2 0 605,7 9-1730,-5-1-1215,-4 2 151,-5 0 46,-4 2-36,-4-1-146,-12 14 972,-3-11 784,-2-7 0,-2-1 441,-14 8 166,10-13 0,-2 0 243,-1-1 1,-2-1 236,-11 5 1,-3-1 167,10-4 1,-1-1 132,-8 3 0,0-2-601,12-4 0,2-2-172,-15 5-211,0-4 0,9-7 0,-1-4 0</inkml:trace>
  <inkml:trace contextRef="#ctx0" brushRef="#br1" timeOffset="61443">11374 2356 27051,'6'-8'-1683,"0"1"954,-5 1-1137,1 2 811,-2-3-27,1 4 536,0-4 30,-1 3-1347,0-2 846,0 1-193,-4 7 2917,2 0-711,-3 5 47,3-2-841,1 0 239,-1 0 80,1 1-160,0 0-354,2-1-2347,3-1 1392,-1-3 1223,4-2 1296,0-2 48,2-1 177,12-7-153,-1 0-1289,9-5 1843,-3 0-798,3 0-1422,3-3-800,2 0-493,1-1 569,-16 9 1,0-1-485,2 0 1,-1 0 1172,0 0 1,2-2 0,8-6 0,2-1 0,1-1 0,1-1 0</inkml:trace>
  <inkml:trace contextRef="#ctx0" brushRef="#br1" timeOffset="63534">14095 2377 22178,'-5'6'-2093,"2"0"676,3 0-1277,0-2 1231,1 3-131,0-3 541,0 1 258,0 0-1379,-1 1 701,1-1 249,0 2 986,-1 0 85,1 0 450,-1-1 6,0 0-13,1-1-144,-1 1-33,2-1-347,0-1-167,0-2 874,2-1 947,1-1 620,2-2 123,2-1 463,3-2-25,6-3 347,3-2-69,8-5-888,3 0-966,6-3-815,-19 9 1,1 0-101,0-1 1,0 1-214,1-2 1,0 1-46,1 0 1,-1-1-87,1 1 0,1 0 62,-1-1 1,0 1 178,0 0 1,0-1-1,9-2 1,2-2 0,0 0-1,1 0 1</inkml:trace>
  <inkml:trace contextRef="#ctx0" brushRef="#br1" timeOffset="64559">16741 2378 17632,'5'-7'0</inkml:trace>
  <inkml:trace contextRef="#ctx0" brushRef="#br1" timeOffset="64834">16746 2371 21536,'7'4'-3277,"-1"-1"1469,-5 2-1152,-1 0 1560,0 0 649,0 1 340,-1 0 215,0 0-1316,0 1 1122,-1 1-8,0-1 1467,0 0-442,0 0 55,0 0-264,0-1-18,0 0-137,0-1 93,1 0 372,0 0-846,4-2 194,0-2 338,5-5 1307,2-3-357,13-10 79,-3 3-215,9-8 212,-6 5-90,3-3 46,0 0-930,-6 4 1,1 0-875,11-10 376,-12 10 0,1 1-134,8-6-318,-1 4 319,-1 1 298,-2 5 1,3 1 0,0 2-1</inkml:trace>
  <inkml:trace contextRef="#ctx0" brushRef="#br1" timeOffset="65614">18980 2395 18591,'7'1'-455,"0"1"-39,-4 1-966,-1 0 251,-1 2-76,-1 4 791,0-3 117,-1 7-601,0-7 124,0 3 155,1-3 577,0-1 175,0 1 355,2-1-666,0-2 413,2 0 199,1-2 655,2-1 254,1-2 150,3 0 310,3-2 131,6-3-839,0 0 1,0-1-36,17-7-368,-12 5 0,1 0-1052,-6 2 0,-1-1 550,2 1 0,-1-2-301,1 1 1,0-2-79,1 1 0,-1-1-9,2 0 1,-1-1 235,0 0 0,0 0 1,9-8-1,0-1 1,2-1-1,0-1 1</inkml:trace>
  <inkml:trace contextRef="#ctx0" brushRef="#br0" timeOffset="67542">10664 671 6723,'-6'-7'360,"1"1"-270,1 2 0,0 1 0,-1-1 0,0 1-90,-1 0 90,-1 1 0,0 0-90,-2 0 90,0 1-90,-1 1 90,-2 1-90,0 1 0,-3 2 89,0 1-89,-3 3 0,-1 3-623,-1 4 623,0 2 0,2 3 0,2 2 90,2 3-90,3 1 0,1 2-809,3 1 809,3 0-90,1-1 0,4 1 90,3-2-90,3 2 90,3-2 0,3-1-90,3-2 90,3-2 0,3-4 0,4 0-273,-1-4 273,-5-5 0,1-1 0,9 1 0,8-1 0,-14-6 0,2-4 0,0-1 0,3-3-848,-1-3 848,0-1 0,-2-3 90,-1-2 479,-3-2-569,-1-2 0,-2-3 44,-1-2-44,-3-5 0,-2-1 90,-1-4-90,-6 0 0,0-2 0,-4-1 0,-3 0 0,-3-3-1152,-3 1 1152,-5 0 90,-5 2-90,2 14 0,-2 2 0,-11-8 0,8 13 0,0 2-30,-12 2 30,0 7 0,-2 6-89,-5 4-271,0 6-597,18-3 0,0 1 777,0 1 0,2 1 180,-1 0 0,1 2 0,-7 6 0,-1 2 0,0 1 0,-1 0 0</inkml:trace>
  <inkml:trace contextRef="#ctx0" brushRef="#br1" timeOffset="72116">7544 1913 9853,'-7'-3'666,"6"-2"-1066,2 1 489,5-1 310,0 1 114,5-1-193,-1 1-58,4-1-61,-2 2 113,1-1 53,0 2-85,1 1-287,0-1 51,-1 2-158,1 0 72,-2 1-103,0 3 77,-1-1-115,-1 2 81,-3 2-162,-1 1 32,-2 3-122,-2 2 97,-3 3 80,-5 5-1481,-2 3 1721,-6 7-15,-3-1 101,-3 3 84,-2-2-955,0-1 948,1-3-426,1-1-475,1-3 488,3-2-36,-1-1-21,4-3-124,1-3 89,3-2 1247,3-2-973,1-2 1156,2 0-1197,1-1 803,2-1-804,3-1 158,2 0-157,3-1 3,3 0 2,1-2 39,3 0 0,1-2 0,11 0 0,-6 0-639,8-2 459,-10 1-90,0 0-180,-2-1-899,7 1 1349,-7-1 0,11-2 0,-7 0 0</inkml:trace>
  <inkml:trace contextRef="#ctx0" brushRef="#br0" timeOffset="72551">8030 2103 8612,'2'-15'450,"-1"4"-270,0-3 0,-1 6 0,-1 1-1,0 1 181,-2-4-180,1 3 0,-2-1-90,0 4 0,0 2 0,-2 1 0,-1 4 0,-2 3 0,-1 3 0,-2 5-90,-1 5-432,1 3 522,1 3-90,1 0 90,2 2-90,2-3 90,1-1-90,2 6 0,3-7-313,0 6 313,4-11 0,0 0 0,3-2 0,1-3 0,3-1 0,0-3 0,2-2 590,2-2-590,-1-3 0,4-2 0,3-5 0,3-1-569,2-5 569,1-3 0,-2-1 0,-1-4 400,-3-1-400,-4-2 0,-7 5 0,-1-1-2374,1-10 2374,0-9 0,-11 11 0,-3 3 0,-5 0 0,-5 2-131,-2 3 131,-4 4 0,0 5-306,1 3 216,1 4-180,3 3 2238,-1 4-2507,2 2-901,1 4 1,2 1 1439,1 2 0,0 6 0,-1 1 0</inkml:trace>
  <inkml:trace contextRef="#ctx0" brushRef="#br0" timeOffset="72730">8478 2226 10411,'7'-6'180,"0"0"-90,-4 4-900,2 3-449,-4 2 180,1 3 1079,-3 1 0,-4 2 0,0 2 0</inkml:trace>
  <inkml:trace contextRef="#ctx0" brushRef="#br1" timeOffset="74551">7796 5372 9344,'-3'-7'-747,"-1"1"505,2 2 420,-2-2-59,0 2 187,0-2-93,0 2-19,2-1-340,1 0 569,3 0 690,2 1 135,2 0 460,1 0-344,3 0 637,0 0-282,3 0 79,0 0-383,2 0-703,0 0-295,1 1-327,-1 0-43,-1 2-562,-1 1 95,-1 1-24,-1 1-213,-2 1-198,-2 3-325,0 1-152,-4 2-83,0 2 418,-4 1 256,0 2 328,-3 3 367,-3 3-1042,-3 2 1843,-2 3 384,-2-1 112,0-2-642,0-1-53,1-3-124,2-2-149,2-3-200,2-2-90,2-1-147,1-2-249,3 0-90,2-2 903,3-1-1724,1 0 609,2 0-147,3-1 308,0 0 225,3 1 23,0 0 315,1 2 229,-2 1 359,1 0-498,-3 1-404,-1 1-266,-3 0-204,-1 1 138,-3 0 179,-6 7 408,-3-1-447,-6 7 910,-3-6 70,-13 9 190,4-8-864,-8 6 988,10-9-216,0-2-348,4-2-219,3-1-271,3-4 169,4 0-758,2-2 839,4-2 0,1-1 1,1-2-1</inkml:trace>
  <inkml:trace contextRef="#ctx0" brushRef="#br1" timeOffset="74942">8510 5397 9771,'0'-13'218,"-1"2"-255,0 2-11,-3 2 5,-2-1 58,-1 3 49,-2 0 132,0 3 90,0 1-47,-1 2 160,-1 2 159,-1 2 151,-14 19-146,5 0-1518,6-5 0,-1 1 1283,-5 15-297,11-17 0,1 1-385,-3 10 1,0 1 328,3 0 1,0 0-108,1 0 1,1 0-138,3-5 1,2 0 22,7 2 0,4-2-3,1-5 1,3-2-412,1 6 1,2-4 269,19 0 164,-5-14 1431,3-4-1216,4-7 347,1-3-1130,-18 1-1,0 0 1100,0-2 0,-1 0-25,0-2 0,-1-1 110,15-13-304,-4-5-195,-5-1-51,-12 8 1,-3 0-65,1-14 84,-8 5 0,-3 0-190,-11-6 164,3 12 0,-3 2-278,-16-6 495,12 17 0,-2 1-6,0 2 1,-2 1-13,-1 2 1,-1 2-60,-1 1 0,1 2-61,-2 2 1,-1 1-419,1 3 1,0 2-766,0 1 0,0 2 1334,2 2 1,0 1 0,-6 6 0,0 3 0,-1 1-1,1 0 1</inkml:trace>
  <inkml:trace contextRef="#ctx0" brushRef="#br1" timeOffset="77250">7959 8686 21616,'3'-8'-1464,"-1"0"902,-1 3-284,-1-1-9,-1-2-29,0 2 205,-2-2 35,1 4-2633,-1-1 0,-2 7 4576,1 1 584,-1 6-454,1-2-85,1 4-161,-3 1 403,0 3-76,-2 4 261,0 1-2718,-2 3-56,-1 1 751,0 1 244,-1 0 242,-2 0-160,-6 11 258,-3-1-33,1-1 87,4-7 6,8-12-26,1-3-127,3-2-53,1-1-38,1-3-135,1 0-284,1-2-43,7-3-323,1-3 868,5-2 285,5-6 344,-6 3-47,9-5 93,-7 5 118,2-1 126,-1 0 258,-4 4-946,3-1-375,-4 2-383,0 1-87,1-1-4,-1 1-64,1 0-149,-1 0 21,5 0 82,-3-1 247,3 0 12,-4 0 362,4-2-13,-3 0 228,2-2 385,-3 1-392,0-1 29,0-1-325,-1 0 44,-1-2-424,0 2 39,0-1-428,-1 0-33,-1 2 265,0 0-6,0 1 3783,0 1-3492,-1 8-1524,-3 1-275,-2 11 741,-2 1 242,-3 6-620,-1 2 731,0 5 232,0 0 299,2-8 1,0 0 997,-1 9-699,-1 8 200,4-17-340,1-3-405,1 0-627,1 2 206,1-6 1020,1 3 0,2-6 0,0 0 0</inkml:trace>
  <inkml:trace contextRef="#ctx0" brushRef="#br1" timeOffset="77670">8430 8702 14275,'0'-9'-1315,"-1"2"835,1 1 218,-3 1-16,0 3 373,-6 3 689,2 3-31,-5 5-426,0 3 406,-1 3-1137,-2 6 1027,-1 5 121,3 1-263,-2 7-710,4-3-170,1 3 8,3-1-18,3-1 4,3-2-90,2-1-109,4-2-22,2-1-133,11 6 16,-2-9-572,9 3 946,-4-13 154,2-3 248,1-4 143,-1-3 289,3-3 102,0-4-47,2-4-225,-9-1 1,0-1 180,7-7-138,6-9-58,-15 4 428,-4-3-770,-7 4 0,-1 0-1373,0-13 1342,-3 11 1,-2 0-225,-5-8-38,-5-4-134,-3 1 61,-4 1 44,-5 3 103,0 7 276,-4 3 63,1 8 883,-2 4-585,2 6 13,-3 4-688,3 4 795,-1 4-699,3 5 535,4 2-205,4 3 1,1 6-1,2 2 1</inkml:trace>
  <inkml:trace contextRef="#ctx0" brushRef="#br1" timeOffset="80638">7936 11937 24140,'1'-9'-3277,"-2"2"0,-1 1 0,0 1 0,0 1 2567,1 0 221,-2 0 284,1 0-1633,-1 0 1800,-1 0 408,1 0 393,-1 1 160,-1-1-106,-1 1 351,0 0 208,-1 1-78,-1 1 296,-1 0-84,-1 1 131,-1 1-5,0 2 38,-1 1-6,-1 2-255,1 1-555,0 2-511,1 1-175,1 2-502,2 0-451,1 2-431,3 0-584,2 0-94,1-1-92,1 0 88,2 0-82,2 0-55,1 0 309,1-1 366,5 1 715,-1-3 451,2-1 563,-3-5 554,1-1 727,0-2 445,0-2 288,0 0 18,0-1-205,-1-1-131,3-5-499,-3 1-814,2-2-350,-4 1-742,-2 1-181,0 0-430,0 0-51,-2 1-407,1 0 528,-1 1 116,0 1 278,-1 0 328,2 2 1058,-1 5-1513,2 1-356,0 13-600,0 7-69,0 6 856,-2-6 0,-1 0-649,1 11 703,-3-12 0,1 0-1639,-1 11 1716,0-1 257,-1 1 982,-1-3-82,0-2-190,0-4-53,-1-4 14,-1-3 176,-1 0-18,0-3 153,0-1-28,0-3 199,-2 0 184,0-3 101,-1 1 282,-2-3 154,0 0 90,-3-2 143,1-1-243,-3-2-380,1-1-406,-1-1-457,0-1-363,0-1-361,0-1-332,1 1-483,0-3-346,2 1 1274,-1-3 1,1-4 0,-1-2 0</inkml:trace>
  <inkml:trace contextRef="#ctx0" brushRef="#br1" timeOffset="81101">8431 12065 24651,'-5'-11'-3277,"0"1"0,-1 1 0,0 1 1287,-1 2 2271,0 0 256,0 1 50,-2 2-1282,0 1 2715,-2 2 145,-1 4 238,-5 5-589,-1 5-1161,3 1 0,1 2 78,-8 10-549,8-6 0,0 0-277,-3 14-731,3 1 203,7-11 0,0 0-1316,-1 14 1096,5-16 1,1 0-652,3 9 18,4-3-59,2-1-314,9 6 736,0-10 487,6 4 296,-2-15 785,0-3 444,0-3 626,-1-4 492,1-3 465,4-5 10,1-3-122,5-5-474,-1-4-870,1-4-355,-4-5-635,-9 5 0,-1-2-330,-3-2 1,-1-2-343,0 0 0,-2 1-252,-4-1 0,-2 2-1233,-3-13 1090,-5 8 1,-2 0-127,1 7 1,-1 1 68,-4-9 0,-1 2-537,-10-5 620,-3 5 624,-3 8 609,-2 6 611,0 8 932,-2 7 647,-3 6-975,11 4 0,0 3 590,-11 9-1364,13-6 0,1 2-1337,8 0 0,2 1 631,-3 9 0,4 12 1,7-10-1</inkml:trace>
  <inkml:trace contextRef="#ctx0" brushRef="#br1" timeOffset="81330">8784 12268 28620,'-8'-6'-3277,"-1"0"318,6 4 2381,-1-1-368,1 1-1540,-1 5 2835,1 0-385,-1 2 0,1-1 0,0-1 1</inkml:trace>
  <inkml:trace contextRef="#ctx0" brushRef="#br1" timeOffset="90137">7254 11657 29030,'-7'-3'-1828,"0"1"1472,3 0 1686,-1 1-1595,15 1 988,0 0-68,18 1-260,0 1-381,11-1-697,-17-1 0,1 1 1097,4 0 1,1-1-199,1 1 1,3 0-397,1-1 1,4 1 0,-1-1 227,-7 0 1,-1 1-1,3-1-40,8 1 1,4 0 0,1 0 0,-4 0-650,-4 0 1,-3 0 0,2-1 645,-2 1 1,2 0-1,0 1 1,-2-2-542,-1 1 0,-2 0 1,-1 0 537,2 0 1,-1-1 0,-1 1-38,12-1 0,-2 1-152,0 0 1,-2 0 182,-3-1 1,-1 1-197,0-1 1,-1 1 155,0 0 0,-1-1 226,-2 1 0,0 0-172,-3-1 0,-1 0 403,-2 1 1,-2-1-475,15 0 1530,0-1-1325,-8 1-81,-4-1 44,-11 0 1818,-7 1-1660,-1-1 1945,0 0-1823,0 0-141,0 0-246,-1 2 0,0 1 0,-1 1-715,-1 0-1278,0 2-546,-1-1-53,-1 3 37,0-1 480,0 9 392,-3 13 533,2 3 820,0-1 0,-1 1-984,2-8 0,0-1 1370,0 10 1,0 1 51,0-7 1,1 1-84,-1 1 1,0 0-153,1 1 0,0 0 60,-1 2 0,1-1 9,0 2 1,0 0-1295,0 1 1,0 0 1317,0 0 0,0 1 13,0 1 1,0-1-666,0 1 0,0 0 722,0-1 1,0 1-91,0-1 0,1 0 46,-1-1 0,0 0-206,0-4 1,1 2 0,-1-2 213,0 4 1,0-1-1,0 7 1,1-2-2,-2-14 0,1-1 7,-1 17 13,0-5 555,0-3-521,0-5 1764,-1-5-1657,0-5 1722,-1-1-1732,0-3 1423,0 0-1329,-1-3 1102,-1-1-882,-1-1 177,0-2 572,-1 0-192,1-3 223,0-1-14,-1-1-215,0 0-157,0-1-347,-3 0-103,2-1-397,-2 2 58,1-3-519,0 3 89,-2-2 139,-1 2 198,-2 0 207,-3 1-24,-1 0 172,-8 1-129,-1 1-422,-6 1 467,-5 0-1335,-3 1 1168,18-3 1,-2 0-33,0 0 1,-1 0-31,1 0 1,-3 0-21,-13 0 1,-3 1-12,12-2 0,-1 1 1,0 0-932,-1-1 0,1 1 1,-1-1 912,1 0 0,-1 0 1,3 0-23,-3 0 0,-1-1-609,3-1 1,-2 0 0,2 0 596,-5 0 0,0 0-40,7 0 0,-2-1 0,0 0 29,-11-1 1,2-1-163,9 0 0,1 1 152,-8-1 0,1 0 5,13 1 1,1 0-60,-18 1 91,4-1-8,-1 1 56,13 1 1624,-3-1-1568,14 2 2318,1-1-2285,0 1 766,3 0-798,-4-1 2211,7 1-2222,-1 0-25,3-1-50,-1 1 70,-1 0-43,1 1 176,-1-2-245,2 1 59,-2-3-386,4 0-391,-1-3-253,2-2-344,2-2 211,2-13-28,3-18-435,-3 18 1,1-1 1118,1-6 0,1 0 163,-2 4 1,0-1 263,2 0 0,-1-2 146,0-1 1,0-1 128,0-4 1,1 0-1403,-1-2 0,0-1 1236,0 1 0,0-1-19,0-3 0,0 0-305,-1 6 1,0 1 275,0-4 1,0 1-5,-1 4 0,1 1-383,-2 0 0,1 1 331,-1 0 0,0 1 4,0 2 1,1 1-45,-2 2 0,1 1 53,0 3 0,1 0 7,-2-3 0,1 2-76,0-9 686,-2-8-689,1 22 2295,-1-2-2299,1 9 632,1 1-855,-1 2 884,1 1-3088,-1-1 2817,1 3 1,-1 0-1,0 3 1</inkml:trace>
  <inkml:trace contextRef="#ctx0" brushRef="#br0" timeOffset="91917">1456 5969 9152,'5'-10'-540,"2"1"360,6 2 90,0 0 0,5-1 0,2 1 90,3 0-1415,5-1 1325,7 0-1354,6 2 1444,-17 3 0,1-1 0,4 1 0,0 1 0,7-1 0,1 1 45,3 0 0,1 0-860,-9 1 0,1 0 0,0 1 815,1-1 0,1 1 0,2 0 0,-4 0 0,3 0 0,1 0 0,0 1 0,-1-1 0,4 1 0,-1-1 0,1 1 0,1 0 15,-6-1 0,1 1 0,2 0 0,-1 0 0,0 0 0,-2 0-342,3 0 0,-2 0 0,0 0 0,-1 0 0,1 0 327,1 1 0,0-1 0,0 0 0,-1 0 0,1 0-167,-1 0 1,0 0-1,0 0 1,1 0-1,2 0 179,-4 0 1,3-1 0,1 1 0,1 0 0,-1 0 0,-1 0 0,-1-1-63,4 1 1,-2 0 0,0 0-1,1 0 1,3-1 60,-6 1 0,4 0 0,1-1 1,2 1-1,-1-1 0,-1 1 1,-3-1-1,-2 1 7,1-1 0,-3 0 0,-1 0 0,-1 0 0,3 0-3,-1 1 0,2-1 0,1 0 0,-1 0 0,-2 0 0,-2 0-15,3 0 0,-3-1 0,-1 1 0,0-1 22,1 1 1,-1-1-1,1 1 1,-1-1 81,0 0 0,-1 1 0,1-1 1,-1 0-75,9-1 0,0 1 0,0 0-63,-2 0 0,-1 0 0,0 0 63,-2 0 0,-1 0 0,-1-1 77,-3 2 1,-2-1 0,0 0-63,11-1 0,-3 0 0,-5 0 0,-2 1-1,-5-1 1,0 1 1060,17-2-738,-11 2-88,-5-1 87,-7 1-82,-5-1 969,-3 1-961,-2-1 2516,-2 1-1549,-1 0 1416,-6 5-2489,0 1 1549,-3 3-1356,2-1-97,-2 2 240,1 2-430,-1 4-174,0 6-795,-2 3 1120,0 6 93,0 2-339,0 7 69,2 2-177,2-18 0,0 1-12,1 0 0,-1 0-909,1 1 1,-1-1 844,1 1 1,-1-1-45,0-1 0,0 1-474,-2 8 1,0-1 466,0-6 1,1-2-28,-1 6 0,-1-1-1027,-3 9-571,0-4 1899,-1-2 0,-3 2 0,0 1 0</inkml:trace>
  <inkml:trace contextRef="#ctx0" brushRef="#br0" timeOffset="93310">1734 5954 8792,'-1'-7'-450,"-1"0"360,1 0 0,-2-1 90,1 0 0,-2-1 0,1 3 0,0 0 0,-2 0 0,2 1 90,-2-1-90,1 2 0,-1-1 0,1 1 0,0 1 90,1 0-90,-3 3 0,1 2 0,-2 4 0,2 5 0,-2 8 90,1 6-1810,-1 12 1765,4-16 0,0 1 44,-1 5 1,1 1-1054,-1 6 0,-1 2 1009,2 1 0,-1 5-23,0-9 1,0 3-1,0 1 1,1-2-647,-1 3 0,1-2 1,-1 3 623,0-3 0,1 3 0,-2 1 0,1-1-331,0 1 0,-1 1 0,1-1 0,-1-1 331,0 2 0,1-1 0,-1 2 22,0-3 1,0 3-1,0-1 1,1-3-222,0-1 1,1-3-1,-1 1 199,0-1 0,0 0 0,0 0-71,1-2 1,0 1 0,0-1 70,0-2 0,0 1 0,0-2-1,-1 11 1,1-2 0,0-2 0,0-1 148,-1 6 0,1-1-148,0-13 0,1 0 318,-1 6 0,0-2-318,0 1 1298,1-6-1298,1-4 2300,0 4-1940,0-8-180,0 2 2286,1-11-1746,-1-4 845,-3-6-1475,2-1 529,-2-5-619,7 1 90,1 1-90,5 0 0,1 1 0,5-1-691,8 0 781,9-1-90,-12 2 0,2 1-1273,3-1 0,2 0 1273,5 1 0,3-1 0,3 0 0,4-1 0,-1 0-773,-6 2 0,-1 0 0,3-1 795,-2 0 1,3 0-1,0 1 1,-2-1-23,4 1 0,-2-1 0,0 1-388,-7 1 0,0 0 0,0 0 0,1 0 388,4 0 0,0 0 0,1-1 0,1 1-222,0 0 1,1 0 0,0 0-1,0 0 222,-1 0 0,1 0 0,0 0 0,0 1-40,-5-1 1,0 0-1,1 1 1,-1-1-1,0 1 40,6-1 0,0 1 0,-1 0 0,1 0 84,-1-1 1,0 1 0,1 0 0,1 0-85,-6 0 0,2 1 0,0-1 0,1 0 0,-2 1 0,-1-1 0,5 1 0,-2 0 0,-1-1 0,3 1 0,-1 0 0,3-1 0,0 1 0,-1-1 0,-2 1 0,-3 0 0,-1 0 0,-1 0 0,1 1-23,-1-1 1,0 0-1,1 0 1,-1 0 173,-1 0 1,-1 0 0,1 1-1,1-1-133,1 1 0,1-1 0,1 1 0,-1 0 0,-2-1-124,0 1 0,-2 0 0,0 0 0,1-1 106,8 2 0,1-1 0,0 0 0,-4 0 131,-2 1 1,-3-1 0,0 0-132,0 1 0,-1-1 0,-1 1 0,10 0 0,-2 0 0,-1 0 0,-2 0 0,-6 0 0,-1 0 0,-2 0 0,-1-1 0,-3 1 0,-2 0 569,13 0-389,-2 1-90,-12-1 1750,1 0-1750,-10-1 0,-3-1 1475,-3 0-1385,0-1 3096,-1 0-2980,-2-2-117,0-1-89,-1 0-90,0-1 0,-1 0 0,-1-1 90,0 0-90,-1 1 0,0 0 0,0-1 0,-1-2 0,0-2 0,0-2 0,-2-3 0,0-6 0,0 1 0,1-1-3277,-5-20 3219,5 14 1,0-1 57,1 4 0,0 0-656,2-1 1,0 0 655,1-2 0,0-1 0,1 0 0,1-1-648,1-1 1,0 0 647,2-5 0,0-1-45,1-1 0,1-1 45,-2 11 0,1-1 0,-1 0 0,1-1 0,0 1 0,-1-1-30,2 0 0,-1 1 0,0-1-424,1 0 0,-1 0 1,1 0 423,0 0 0,0-1 0,0 1 30,0 0 0,0 0 0,0 0-30,1 1 0,-1 0 0,0 1-15,4-13 0,-1 1 0,-1 4 0,0 2-249,0 2 0,-1 1 249,-2 5 0,0 0-59,0 4 0,-1 0-37,4-16 361,-4 8-452,0 5 1298,-3 6-1483,-1 3 1851,-2 4-2816,-1 3 2036,-1 2-617,-2 2 0,-8 0 0,-1 1 0</inkml:trace>
  <inkml:trace contextRef="#ctx0" brushRef="#br0" timeOffset="93935">2262 5922 9781,'5'-8'-359,"-1"0"269,-1 1 90,0 2-90,0 0 0,0 0 90,0 5 0,0 10 90,-2 11-90,-3 14 0,0-14 0,0 1-1183,-1 5 0,-1 0 1183,-1 7 0,0 1 45,-1 6 0,0 1-45,1-10 0,-1 2 0,0 0-830,0 2 1,-1 1-1,0 0 830,0 2 0,-1 0 0,0 0 0,0 0 0,-1 0 0,1 2-409,0-8 1,1 0-1,-1 1 1,1-1 408,-2 7 0,0 0 0,1 1-195,1-10 1,0 1-1,0 1 1,0 1 194,0 4 0,-1 3 0,1-1 0,0-2 30,0 2 0,0-3 0,0 3-12,2-7 0,-1 4 0,0 0 0,1-2 0,0-4-85,1 0 0,0-3 0,0 0 67,0 5 0,0 1 0,1-3-90,0-6 0,1-1 498,1-3 1,0 0-589,0 11-540,5 1-179,1-14 629,2-1 270,1-12 0,7-9 0,3-2 0</inkml:trace>
  <inkml:trace contextRef="#ctx0" brushRef="#br0" timeOffset="94241">2899 5858 8252,'5'-10'0,"1"2"-90,-3 1 180,0 2 270,0 2-90,-3 12-90,-1 1-90,-4 16 90,-2 4-2189,-4 10 2054,5-17 0,0 2 45,-2 5 0,0 1-1394,-1 5 1,-1 1 1333,2-8 0,1 0 0,-1 1 0,0 2 0,-1 1 0,0 0-395,1 2 0,-1 0 1,0 1 394,-1 1 0,1-1 0,-1 1-408,1 1 0,-1 0 1,1 0 407,-1 1 0,1-1 0,-1 1 0,1 0 0,0-1 0,1 1-187,-1-1 1,1 1 0,0 0 186,1-1 0,0 0 0,0 0 0,1 0 0,0-1 0,0 1 0,1-2 0,0 0 0,0 0-135,1-1 0,0-1 0,0 0 75,1-1 0,0-2 1,1 0-69,-1 11 0,0-2 8,2-3 0,0-1-315,1 6 1,0-3-181,2-12 0,0-1 459,1 6 1,0-3 251,5-4 1,4-1-1,1-6 1</inkml:trace>
  <inkml:trace contextRef="#ctx0" brushRef="#br0" timeOffset="94522">3786 5511 9062,'3'-6'-270,"0"2"270,-3 14 90,-1 7 0,-4 16-45,1-12 0,1 0-1684,-2 4 1,0 2 1375,-1 5 1,0 2 352,0 2 0,-1 2-500,1-10 1,1 2-1,0-1 470,-1 2 0,0-1 0,0 2-274,0 1 0,-1 0 0,1 1 244,-1 0 0,1 1 0,0 1 30,-1 1 0,0 1 0,1 0-362,-1 1 1,1 0 0,-1 1 331,1 0 0,-1 1 0,0 1-8,2-8 1,-1 2-1,0-1 1,1 0-1,0-3 1,0 0-1,0 0 1,0 1 82,-1 6 1,0 1 0,-1 0 0,1-2-84,1-5 1,0-2-1,0 0 1,0 3-41,-1 3 0,0 2 0,0 0 0,0 1 0,0-4-148,0-2 0,1-2 1,0 0-1,0 1 143,-1 8 1,-1 1-1,1 0 1,0-3-115,1-3 1,0-3 0,1 0 46,0-1 0,0-1 0,1-1 58,-1 11 0,1-2-193,1-2 0,0-2-270,2-5 0,0 0 59,0-5 0,1-1 436,1-2 0,0-1 0,5 15 0,2-2 0</inkml:trace>
  <inkml:trace contextRef="#ctx0" brushRef="#br1" timeOffset="94827">4554 5960 10265,'2'-8'670,"0"0"-420,-1 11-582,0 10 676,-1 11-117,-2 9-15,0 5-1851,0-16 1,1 1 1585,-2 3 1,1 1 135,-1 2 0,0 1-232,-1 5 1,0 1 390,0 3 1,-1 2-215,1-11 0,0 1 0,0 0-403,-1 2 0,0-1 0,0 1 425,0 1 0,0-1 0,-1 1-519,0 1 0,0 0 1,0 0 471,-1 0 1,1 0-1,-1 1-32,1 1 0,-1 0 1,1 0 28,-1 0 1,-1 0 0,1 1-36,1 0 1,-1 0 0,0 0-62,0 0 1,1-1 0,-1 0 26,0 0 1,1 0-1,-1-1-186,1-1 1,1 0 0,-1-1 193,1 0 0,0-1 0,1 0-99,0-1 0,1-1 1,-1-1 63,1 12 0,0-1 327,0-3 0,2-1-420,-1-4 0,1-1 0,1-2 1,0 0 224,1-3 1,0 0-751,1-1 1,1-2-532,2 18 1226,2-7 1,1-5 0,1-3 0</inkml:trace>
  <inkml:trace contextRef="#ctx0" brushRef="#br0" timeOffset="95362">2123 6755 9242,'-14'-4'-360,"2"0"360,-1 0 0,2 1 90,0-1 0,1 1 90,1-1 0,2 1-90,1-1 179,3 1-89,4-3-90,6 3 180,27-4-180,3 4-1696,-6 1 0,3 0 1651,2 1 0,2 0-15,-9 1 0,1 0 0,1 0-685,4-1 1,0 1 0,4 0 672,-2 1 0,3-1 0,2 1 0,0 0 0,-2 0-318,-5 0 0,-2-1 1,0 1-1,1-1 0,2 1 315,3-1 0,2 1 0,1-1 0,0 1 0,-1-1 0,-2 1-228,0-1 1,-1 0 0,-1 1-1,-1-1 1,1 0 230,1 0 0,-1 0 0,0 0 0,2 0 0,2-1-6,-4 1 1,1 0 0,2 0 0,0 0 0,1 0 0,0 0 0,0-1-13,-5 1 0,1 0 0,0-1 0,0 1 0,0-1 0,0 1 0,1-1 0,-1 1-1,0-1 0,0 1 0,1 0 1,-1-1-1,0 1 0,0-1 0,0 1 1,-2-1 0,9 1 0,-1-1 0,-1 0 0,0 0 0,-2 1 0,-2-1 52,4 0 1,-3 0 0,-1 0 0,0 0-31,-3 1 1,-1-1-1,-1 0 1,1 0-23,0 0 0,-1 0 0,1 0 0,-1 0 0,-2-1 0,1 1 0,-1 0 0,0 0 0,9-1 0,0 1 0,-2-1 30,-2 1 0,-1-1 0,0 1 21,-5-1 0,-1 1 0,-1 0-96,9-1 0,-2 1 333,-8 0 1,-3 0-193,14-1-90,-14 0 6,-11 0 682,-9 1-1808,-19 0 114,-12 0 1020,5 1 0,-4 0 0,-1 0 0,-3 1 0,-1-1 0,-3 0 0,0 1 0,0-1 0</inkml:trace>
  <inkml:trace contextRef="#ctx0" brushRef="#br0" timeOffset="95787">1675 7239 9332,'-11'1'-270,"1"1"270,3-1 1709,2-1-1349,13-2-180,5 1-1,10-3 1,7 1-871,-1 1 1,9 0-1,2-1 1,-3 0 720,-5 0 0,-2 1 0,3-1-400,3 1 1,4-1-1,2 0 1,-2 0-1,-3 1 400,5-1 0,-4 1 0,1-1-407,-4 2 0,0-1 1,1 1-1,3-1 392,-6 1 0,3-1 0,1 0 0,1 0 0,-1 1 0,-1-1-211,3 1 1,-2 0-1,1-1 1,0 1-1,2 0 196,-1 0 0,1-1 0,1 0 0,0 1 0,-1-1 0,-1 1 18,-2 0 0,-1-1 0,-1 1 0,0 0 0,0 0-18,6 0 0,-1 0 0,0 0 0,1 0 6,-7 0 1,1 0 0,0 0-1,-1 0 1,0 0-7,7 0 0,-1 0 0,0 0 0,-1 0 22,1 0 1,0 1-1,0-1 1,0 0-23,-1 0 0,-1 0 0,1 0 0,-2 0 0,-2 0 0,0 1 0,-1-1 0,1 0 22,-1 0 1,-1 0-1,1 0 1,0 1 87,-1-1 0,0 0 1,1 1-1,1-1-92,0 1 0,2-1 0,0 0 0,0 1 0,-2-1 36,-1 1 1,-2-1 0,0 1 0,2 0-55,4 0 0,2 0 0,2-1 0,-3 1 0,-4 0 30,-2 0 1,-3 0 0,0 0-31,5 0 0,1 0 0,-4 0 0,-7-1 0,-2 1 1316,14 0-1316,-9-1 0,-7 2 0,-5-2-179,-3 0 958,-2 0-1048,-4 0-1598,-2 0 1867,-10-5 0,-5 1 0,-10-4 0</inkml:trace>
  <inkml:trace contextRef="#ctx0" brushRef="#br0" timeOffset="102724">599 7344 10231,'3'-9'270,"0"2"-90,-3 1 90,1 1-90,-2-2 0,0 3-91,-1-1 1,-1 2 90,-1 0-90,-4 3 0,-1 1 0,-3 3-90,-3 3 90,-1 2-551,-4 5 551,0 0-90,-1 4 0,0 2 90,-2 3-90,-1 3-1821,2 0 1821,2 0 90,2 0-186,8-7 1,1 0 95,-4 10 0,-1 7-718,8-14 628,3-2 0,2-2-58,2-2 58,1 1 1621,3-1-1711,1 0-89,7 4 179,-3-4-145,5 1 145,-2-7 671,-1-1-671,1-2 0,0-1 0,-1-2 0,0-2 90,-1 0-90,-1-2 614,3-1-524,-5-2 89,3-2-89,-6 0 399,0-2-309,-2 0 0,-1-2 0,-2 0 0,0-3 0,-1 0 90,-3-1-90,0-2 0,-1 0-1,-1 0 1,-2 0-90,1 2 90,-1 0-90,0 2 90,2 1-90,-1 1-180,0-1 1,3 4-91,-2-1 270,4 3 0,0 3 0,1 0 0</inkml:trace>
  <inkml:trace contextRef="#ctx0" brushRef="#br0" timeOffset="102977">701 7623 9961,'-7'-4'450,"0"0"-90,4 2-270,5-2-90,1 2 90,5-1-180,-2 2 0,1 0-90,0 1-90,1-1-180,-1 0-1169,2 2 1619,-2 0 0,1 2 0,-4 0 0</inkml:trace>
  <inkml:trace contextRef="#ctx0" brushRef="#br0" timeOffset="103168">689 7757 8612,'-2'8'360,"1"-1"-270,3-2 90,1-1-90,2-2 0,1-1 0,2-2 0,1 0-1,1-1-178,2 0-181,0-1 0,2-2-810,0 0 631,0-2 449,0 1 0,1-4 0,1 0 0</inkml:trace>
  <inkml:trace contextRef="#ctx0" brushRef="#br0" timeOffset="103571">931 7466 9422,'4'-7'809,"0"1"-539,-2 2-90,1-1-90,0 1 0,0 0 0,1 1 0,0-1 0,0 0-90,1-2 90,1 0 0,-1 0-90,1 0 89,-1 0-89,0-1 90,0 1-90,0-1 90,-1 1-90,0-2 0,-1 2 90,0-1-90,0 1 0,-1 2 0,0-1 0,0 1-90,1 10 90,-1 0-90,-1 11-179,-1 10 89,0-5-758,0 16 758,-1-8-90,0 5 90,0 0-1344,0-1 1344,0-2 90,-1 0-656,0-3 656,1-3 0,1-5-89,0-4-1,1-2-180,-1-3-540,1 0 631,1-3 269,-1-2 0,2 3 0,0-1 0</inkml:trace>
  <inkml:trace contextRef="#ctx0" brushRef="#br0" timeOffset="103778">877 7883 8882,'9'3'540,"0"-1"-271,1-4-89,0 0 0,3-3 0,5-1 90,13-7-360,-3 2-956,7-6-663,1-1 1709,0-1 0,-16 7 0,-1 1 0,16-11 0</inkml:trace>
  <inkml:trace contextRef="#ctx0" brushRef="#br0" timeOffset="105969">4889 7470 9152,'0'-7'1169,"0"1"-809,0 0 0,-1 0-1,0 0-89,-1 0-90,0 2 90,-1 0-180,-4 6 0,3-1-90,-3 4 90,4-1-90,0 1 0,0 2 90,0 0-90,1 1 0,0-1 0,1 1 0,0 0 0,1-1-90,0 0 90,2 0 0,0 0 0,2-1-90,0-1 90,0-1 0,3 0-90,-1-2 90,1 0 0,0-3 0,-2 0 0,1-1 0,-1-1 0,1-3 0,-2 0 0,2-2 90,-5 2-90,1 0 90,-1-1 0,0-1 0,-2 1-90,0-2 90,-1 3-90,0 1 0,-2 1 90,-1 4-90,1 0 0,-1 4 0,0 6 0,4-3-90,-2 4 0,3-4 90,1-1-90,1 0 0,0-1 90,1 0-90,0 0 90,1-1-90,0-1 90,0 0-90,0-2 0,0 0 90,2-2 0,-3 0 0,1-3 0,-2 0 90,-1-1-90,-1-2 0,-1 2 90,-1-1-90,-1 0 90,1 3-90,-4-2 0,-1 5 0,1 0 0,-1 3 0,2 0 0,1 1 0,-1 0 0,1 2 0,0-1 0,1 1 90,0-1-180,1-1 180,0 1-90,0-1 0,0 2 90,1-3-90,-4-3-90,1 0-1079,-2-5-2108,2 7 3174,3 1 0,2 5 0,4 1 1</inkml:trace>
  <inkml:trace contextRef="#ctx0" brushRef="#br0" timeOffset="106750">5071 7332 9422,'-1'-10'539,"1"0"-269,-1 4 0,-1 0 0,0 1-180,0 0 0,-1 2 0,-1 1 0,-1 2-90,0 0 90,-1 2-90,2 1 90,-1 2-90,0 1 0,1 0 0,-1 1 0,2 0-90,0 2 90,0-1-180,2 2 90,-1-2 0,3 0-90,-1 0 0,2-1 0,1 0 0,0 0 0,0-2 0,1 0 90,1-1-89,0-1-1,1-1 90,0-1 0,0-1 0,0 0 0,0-1 0,1-1 90,-2-1 0,0-1 0,0 0 0,0 0 180,0-3-90,-1 1 0,0-1 90,-2 1-90,1 2 89,-1-2-89,1 11-90,-1 3-90,-1 6 1,0 1-1,-1-1 0,0 1 0,-1 2-90,0 2-483,-1 2 483,-1 0-119,0-1 120,0 0 89,0 0-3187,-1-2 3121,-1-1 66,0-2-90,-3 4 180,2-7 0,-3 2 316,2-7-316,1-1 146,-2-1-146,1-1 3276,0-2-3160,0-1-205,0-2-1,1-1-90,0-1-450,0-2 270,1-2 360,0 0 0,0-5 0,-1-2 0</inkml:trace>
  <inkml:trace contextRef="#ctx0" brushRef="#br0" timeOffset="107185">5243 7397 8072,'2'-8'2429,"0"1"-900,-2 1-1349,-3 4 90,-1 1-180,-2 6 90,0 2 0,0 2-90,-1 3 0,0 1 89,-4 13-179,3-5-522,-2 7 432,5-9 0,2-3-150,0 0 150,3-1-90,0 0 1,3-1-1,0-1 0,2-3 0,1 0-180,4 0 610,-1-5-340,4 0-117,1-6 207,-2-2-180,9-9 180,-10 1-466,5-9 556,-8 3-90,0-3 90,-2 1-17,-3 1 17,-1-1 0,-2-1 0,-2 1 90,-5-8-180,1 8 90,-4-3 0,1 11-90,-1 2 0,0 3-180,0 2-90,0 2-270,0 2-524,1 2 1064,-3 4 0,1 4 0,-3 3 0</inkml:trace>
  <inkml:trace contextRef="#ctx0" brushRef="#br0" timeOffset="112112">15674 2138 8252,'-7'5'90,"2"0"0,3 0-90,2 0 0,0 0 90,1 1-90,1-2 0,0-1 90,2 0-90,0-3 0,2 0 90,-1-2-90,0-1 90,-2 0-90,1 0 90,-1-1 0,1-1 0,-1 0 0,-1-1 0,1 0 0,-2 1 0,1-1 0,0 1 0,-1-1-1,-1 1 91,0 0-180,-1-1 90,-1 1 0,-3 6-90,1 1 0,-1 4 0,3-2 0,-1 3 90,3-1-180,0 2 90,1-1 0,2-3 0,-1 1 90,1-3-90,0 0 0,1-1 0,3 0 0,-1-1 0,1-2 0,0-1 0,-3 0 0,2-1 90,-3-2-90,0 2 0,-1-2 0,-2-1 0,0 2 0,-2-1 0,1 2 0,-2 0 0,-2 1 0,0 2 0,-1 0 0,-1 2 0,2 0 0,-2 2 0,2 0 0,2 0 0,-3 2-90,3-1 90,-2 4 0,4-3 90,0 2-90,4-5 0,1-2 0,0-3-90,-1-2-449,-2 1 539,0-1 0,-1 2 0,0 0 0</inkml:trace>
  <inkml:trace contextRef="#ctx0" brushRef="#br0" timeOffset="113384">15558 2045 9062,'5'3'270,"0"1"-180,-4 0 0,0 3 0,-1-3-1,0 4-89,0-3 90,0 2 0,-1-1-90,1 0 90,1-2-90,-1 1 0,0 0 0,1 0 0,0 0 0,0 1 0,-1-1 0,1 2 0,-1-3 0,0 2 90,0-1-90,0 0 0,1 1 0,-1-1 0,0 1 0,-1 0 0,1 1 0,-1-2 0,1 1 0,-1 1 0,1-2 0,0 3 0,0-3 90,0 1 0,1-2-90,1 1 90,0-3-90,2 0 0,1-3 0,1 1 90,0-3-90,-1 1 0,0-1 0,0 0 0,1 1 0,0 0 0,2-2 0,-1 1 0,2 0 0,-3 0 0,0 2 90,1-1-90,0 0 0,0 2 0,1-2 0,-1 2 0,1-1 0,0 1 0,0-1 0,-1 2-90,6-1 180,-5 0-90,3 1 90,-6-1 90,1 0-90,-1 0 180,1-1-1,-1 0-179,-5-4 0,1-1 0,-5-4-90,3 3 90,-2-2-90,2 1 90,0-2-90,0 2 90,1 0-90,-1-2 0,1 1 0,-1 0 90,0 0-90,0 2 0,0-1 0,1 1 0,-1 1 0,0 0 0,0-1 0,0 2 0,-1-1 0,0 3 0,-3 1 0,-1 2 0,-3 1 0,-1 2 0,0 0 0,0 0 0,2 0 0,0-1 90,-1 0-180,2 0 180,-2-1-90,0 1 0,-1-1 0,0 0 0,0-1 0,-4 0 0,4-1 0,-2 1 90,5-1-90,0 0 0,0-1 0,0 0 0,3 0 0,-1 1 0,1-1 0,0 0 0,-1-1 0,2 1 0,-2-1-3277,2 1 2927,2 6 0,2 1 0,4 6 0</inkml:trace>
  <inkml:trace contextRef="#ctx0" brushRef="#br0" timeOffset="114933">15701 5421 8972,'7'-5'-450,"-1"-1"1080,-1 0 179,-1 3 720,1-4 180,-3 4-1709,-7 9 90,3-3 0,-6 8-90,5-5 0,0 0 90,0 0-90,1 1 0,0 0 0,0-1 0,1 0 0,1-1 0,0 2 0,1-2 0,0 1 0,1-3 0,1-1 0,2-2 0,0 0 0,0-2 0,-1-1 0,1-4 0,-1 1 0,1-2 0,-3 1 0,0 1 0,0-1 0,-1 1 0,0 0 0,0 1 0,-2-4 0,-1 3 0,-1-1 0,-2 7-90,0 2 90,1 1 0,1 3 0,1-2 0,2 3 0,1-2 0,0 1 0,1-2 0,3 1 0,-1-1 0,2 0 0,-2-3 0,1 0 0,1-1 0,0-1 0,1-1 0,-3-1 0,1 0 0,-1-3 0,0 1 0,-1-3 0,-1 2 0,-1-1 0,-2 0 0,0 0 0,-2 0 0,0 1 0,-1-1 0,-1 1 0,-1 1 0,0 1 0,-1 2 0,-4 0 0,3 2 0,-3 1-90,5 0 90,0 2 0,0 1 0,2-1 0,-1 2 0,1-1 0,2 1 0,0 0 0,2 0 0,-1 1 0,2-1 0,2-1 0,3 3 0,-2-2 0,4 0 0,-4-3 0,3-3 0,-2 0 0,1-1 0,-1-1 0,-1 0 0,0-1 90,-1 0-90,0 0 0,-1-1 0,0 0 90,-1 1-90,0-1 0,-1-1 90,0 1-90,-3-3 0,-1 5 0,-2 0 0,0 4 0,0 2 0,2 1 0,1 0 90,1 0-90,0 1 0,1 0 0,0 0 0,1 0 0,1-1 0,1 1 0,-1-1 0,2 0 0,0 0 0,1-1 0,2 0 0,1-3 90,0 0-90,0-2 0,-2-3 0,-1 1 0,0-3 0,-2 1 0,-2 0 0,0-1 0,-1 0 0,-2-1 0,0 0 0,-1 0 0,0 2 0,-2-1 0,0 2 0,-1 1 0,-1 1 0,-1 2 0,0 1 0,-4 4 0,5 0 0,-4 3-90,6 0 0,0 1-90,1 0-89,2 0-91,1 0-90,1 0-270,1 0-1079,0-1-449,1 1 2248,1-2 0,2 5 0,0-1 0</inkml:trace>
  <inkml:trace contextRef="#ctx0" brushRef="#br1" timeOffset="116162">15808 8732 22474,'2'-6'-182,"-2"-1"-1331,-2 2-511,-2 0 688,-1 1 1079,1 2 507,-4-2 191,-1 1-537,0 1 45,1 1 918,1 1 1014,2 1 123,-2 0-200,1 1-115,0 1-42,0 0-143,2 1-228,-2 1-320,3 0-861,0 0-79,1 0-536,1-1-501,2 3-735,0-2-603,3 1-273,0-4 834,0 0 656,4-1 485,-2-2 704,4-1 384,-3-1 994,4-4 495,-3 0 302,2-3-889,-3 2-248,-1-1-703,-1 1-346,-2 0-408,0 0-388,-1 0-283,-1 1-28,0 0-40,-1 1 57,-1 0 139,0 1-137,-1 0-327,-1 3 393,-2 0 1305,1 3 438,-2 1 649,1 2 6,1 2-273,1 0-26,0 1 263,3-1-827,0-1-925,1 2-983,0-3-720,2-1 104,2-4 1798,-1 0 366,1-3 287,-2 0 71,-2 0-334,0-3 169,-3 2-296,0 1-213,-4 1-612,1 3 619,-3 1-35,1 2 1110,1 1 173,-1 2-35,0 1 220,0 1-335,1 2-1672,0-1-1057,1 1 1633,1 1 0,-1 5 0,0 2 0</inkml:trace>
  <inkml:trace contextRef="#ctx0" brushRef="#br1" timeOffset="117546">15456 12156 26624,'7'4'-1469,"-6"2"-1808,-1-3 0,-5 2 3806,1-1-150,2 0-270,-1 1-33,2 0-1627,-1-1 916,2 2 1189,0-1-992,1 0-1340,2-1 911,-1-1 689,2-1 474,2-2 1174,-1 1 218,3-2 675,-3-1 501,1 0-139,0-1-1032,0-1-545,0-1-713,-1 0-864,2-3-480,-4 2-499,3-4-95,-4 4-157,-1-2-130,-2 3-362,-2 0 525,-2 3 1607,0 3 1258,-1 0 259,1 2-325,0 0 43,1 1 222,0 0 426,1 0-784,1 0-1812,0 0-767,0 2-735,2-1 64,2-1 144,0 0 586,6-3 2073,-2 0 40,3-2 875,-1-2-58,-2 0 219,3-2 307,-4 0-122,0 0-782,-1-1-2077,-1 0-208,-2 0-902,1-1-36,-3 0-113,-2-3 49,0 4 574,-6-3 962,2 5 814,-4 0 676,3 4 947,0 1 444,-3 3 279,3 1-304,0 1-536,4-1-1102,1-1-1055,3 3-1109,1-2-921,2 2 229,1-5 1145,2 0 767,0-1 605,3-1 769,-2-2 714,1-1 687,-2 0 11,-2 0-877,-1-1-1271,0 0-741,-2-3-1437,-2 2-716,-2-1 80,-1 2 589,-4-1 881,2 2 248,-3 0 97,2 2-128,1 2 894,1 0 611,1 0 1,0 1 0,1 0 0</inkml:trace>
  <inkml:trace contextRef="#ctx0" brushRef="#br0" timeOffset="123441">7871 2783 9871,'2'-7'-125,"0"1"212,0 2-182,-1 0 45,1-1 14,-1 2-16,2-1 322,0 2 253,2 3-157,-3 1-343,1 4-51,-4 2 119,0 2 121,-1 3-100,-2 3-204,0 5-154,-6 16 231,3-5 134,0-4 1,0 1 78,-1 5-833,3-12 1,0 1 569,0 7-3,1-2-455,1-3 411,1-3-26,2-3-501,-1-1 357,1-1-86,0-1-86,1-2-168,1 0-267,-1-3 194,1-1 967,0-3 1,2 2-1,2 0 1</inkml:trace>
  <inkml:trace contextRef="#ctx0" brushRef="#br0" timeOffset="123867">8185 2845 8072,'6'-7'720,"-1"0"-720,-14 20 90,3-4 0,-8 14-879,4-3 789,0 0 90,-2 5-50,1 1-40,0 1 90,2 0-90,1-1 0,2-1 90,2-2-90,2-4 0,2-1-90,3 7 180,1-8-391,4 6 301,1-9 0,5 0 0,1-2 0,2-2 0,0-2 0,0-3 0,2-2 0,0-2 0,1-2 0,3-2 0,0-3 0,3-3 0,-1-1 0,5-10 0,-8 3 627,0-6-627,-11 5 0,-3-13 0,-5 8-662,-2-16 662,-5 11 0,-4-3 0,-3-2 0,-3 4 0,-4-1 0,-1 6 0,-4 3 0,-2 7-90,-3 4 0,-2 5-89,-1 7-181,-3 5-225,10 5 0,0 3 585,6-4 0,-1 3 0,-11 12 0,1 3 0,6-4 0,1 0 0</inkml:trace>
  <inkml:trace contextRef="#ctx0" brushRef="#br1" timeOffset="125119">8334 6450 8774,'3'-9'66,"0"1"2,-1 2 16,-1 0-20,0-1 105,-1-1-7,0 1 2,-1-1-18,-1-1 4,-1 0-1,1-1-1,-2 0 8,-1 0-7,0 0 9,0-1 87,-5-3-82,1 3-83,-2-3 7,1 5 6,0 0 7,-2 1 7,-1 2 7,-1-1-82,1 3 95,-8 1 1,6 3-85,-6 1-3,6 2 97,0 2-89,1 2 2,-1 6-11,3 0 78,1 4-107,3-1-13,3 2-12,4 8-21,2-5-758,3 5 645,2-5-2,3-1 0,2-1-85,8 5 106,-4-10 13,3 3 103,-5-10-189,-2-2 126,1-2 107,0-1-77,-1-3 12,0-1 90,0-1 562,0-2-647,2-7 71,-4 2-7,3-10-21,-7 8-103,0-4 200,-3 5-137,-1 1-10,0 1-7,-1 2 5,1 0-88,-1 2 103,-2 14 17,1-2-4,-2 14 10,2-3-2,-1 2-1298,1 5 1447,-1 3 6,-1 5-3,0 0 0,-1 3 12,-1 0-77,1-12 0,0 1 96,-2 10-88,1-12 1,0-2-777,-2 6 742,0-4-486,0-3 497,1-5 17,-4 4 15,-1-4 1164,-5 3-1091,3-8 40,-1-4 802,5-4-788,-1-1 495,0-1-773,0-2 24,-1 0-429,-8-7-12,4 2 26,-4-5-157,7 3-581,1 0 399,0 0 724,4 1 1,-3-5 0,1 0-1</inkml:trace>
  <inkml:trace contextRef="#ctx0" brushRef="#br1" timeOffset="125587">8709 6422 11078,'0'-12'-243,"-1"-3"145,-1 6 152,0-2-80,-1 5-125,0 1 207,-2 2-64,0 1 111,-3 0 81,0 3 240,-2 2 71,-2 2 14,0 3 209,-2 5-3424,-4 13 3128,4-2-114,-2 10-233,8-8-157,2 2 196,2 2-1507,3-2 1162,1 2 89,4-3-750,6 11 536,1-10 2440,5 6-2373,-2-14-259,2-3 158,0-3 203,1-4 297,-3-4 220,1-2 2098,0-3-1539,9-6 309,-3 0 209,6-6-242,-7-1 371,-2-3-352,3-13-409,-7 5-303,2-10-1307,-8 8 545,-5-1-268,-1 1 77,-4 4 1,-1-1-757,-3-10 585,0 7 0,-1 0-250,-6-8-232,-2 1 70,-3 5-39,-2 5 396,-2 6 370,-3 3 58,-16 9 503,6 7-1081,5 6 1,1 4 1088,10-3 0,2 2-67,-5 5 1,1 1-1,2 4 1,1 1 0,-1 2-1,0 0 1</inkml:trace>
  <inkml:trace contextRef="#ctx0" brushRef="#br1" timeOffset="126667">8081 9684 15834,'1'-9'-2666,"0"1"1506,-1 2 761,-4 23 394,2-5-103,-3 23-1276,3-9 1275,-1 5-542,2 1 625,1 0-2,0 0-12,1 1-168,0-4-8,0-3-346,0 4 119,0-9 418,0 3 0,0-5 0,1 0 1</inkml:trace>
  <inkml:trace contextRef="#ctx0" brushRef="#br1" timeOffset="127095">8349 9751 19552,'4'-8'-186,"0"1"44,-2 2 42,-1 0-104,0 1-332,-3 0-384,-4 4 1322,-1 1 132,-1 5 128,0 1-104,1 2-209,0 1 180,-1 9-140,3-5 398,-1 7-1183,4-6-804,2 1-109,1 0 25,1 1 58,2 0-20,-1-2 159,3 2-14,0-4 31,2 1 184,0-2 335,0-2 198,1-3 398,1 0 293,-1-3 167,5-2 519,-3-2 374,3-2 126,-5-3 257,-1-2-376,0-2-396,-2-1-383,-1-1-169,-1-3-673,-2 0-240,-2-2-504,-1-2-323,-2-3-21,-2 0 276,-7-14-18,1 11-66,-8-11-563,6 18 1033,-1 1 350,5 9 334,1 3 385,1 2 418,1 3 345,-2 4 50,4 1 442,0 3-1608,5 0 1,2 7 0,2 1-1</inkml:trace>
  <inkml:trace contextRef="#ctx0" brushRef="#br1" timeOffset="127503">8861 9741 11391,'-3'-11'-1551,"0"0"1149,1 2 179,-2 2 173,0 0 107,0 1-46,0 2 203,-2 1-214,-1 2 524,0 2 415,-2 2 38,-1 3 48,-3 5 81,0 5-795,0 4 564,1 3-334,3 3-300,2-2-193,2 1-314,3-2-97,1 0-126,4 2 21,1 0-156,2 1 100,2-3-209,1-4-68,1-4 280,2-3 210,8-1 522,-3-5 315,19-6-278,-13-5 1117,10-6 348,-10-3 181,-3-1-312,-1-5-394,-2-2-485,-3-4-481,-3-2-491,-4-2-557,-3-1-197,-3-1-276,-4 0 74,-4-1-17,-2 3 18,-5-2 133,-4 3 148,-2 3 314,-3 6 390,0 6 524,-14 7 693,7 6-570,-9 8 992,10 7-552,9 1 1,1 2-586,4-3 1,1 2-1,-7 12 1,1 2-1,5-4 1,0-1-1</inkml:trace>
  <inkml:trace contextRef="#ctx0" brushRef="#br0" timeOffset="129347">8141 13661 7982,'2'-7'810,"-2"0"-810,-3 17 0,1-4 0,-4 13 0,3-8 0,-1 1 90,-1 0-90,0 0 0,1 1 0,-1-1 0,1 1 0,-1-1 90,0 1-90,0-1 0,-2 4 0,2-4 0,-1 1 90,3-4-90,0-2 0,0 0 0,1-1-90,1-1 90,0 2 0,2-2 0,0 0 0,2-2-90,-1-1 0,3 1 90,0-1-90,1-1 0,0 0 90,1 0-90,1-1 90,0 0-90,0 1 90,1-2 0,-1 0-90,5 0 90,1-1 0,0 0 0,0 0 0,-5 0-90,0 0 90,0-1 0,0 0 0,0 1 0,-1-1 0,0 0-90,-2-1 90,1 0 0,-1 0 0,-1 1 0,0-2 0,-1 1 0,1-3 0,-2 1 0,0-1 0,-1 2 0,-1 1-90,1-1 90,0 0 0,-1 12 0,-1-2 0,-1 12 0,0-5 0,0 3 0,-1 2 0,1 3 0,0 1 90,-1 11-90,1-8-605,1 7 605,-1-11 0,0-2-49,1-2 49,0-1 0,0-2-90,0-3-180,0 0-180,0-2 0,1-2 600,0-2 1,2-1 0,2-1 0</inkml:trace>
  <inkml:trace contextRef="#ctx0" brushRef="#br0" timeOffset="129786">8634 13686 7533,'1'-8'539,"0"0"-359,0 2 360,0 1 270,0 0-181,-1-1-359,-2 2-90,-2 4-90,-1 3 0,-2 4 0,1 2 0,-1 1 0,-1 3 0,-1 1 0,-3 7-1,3-4 1,-2 5-90,4-7 90,0 5-90,3-6 90,0 4-90,3-8 0,1 0 0,1-1 90,2 0-180,1-1 90,2 0 0,1 0-90,3 0 0,3-1-179,6 4 179,-3-2 0,4 3 0,-6-4-90,-1 1 90,-3-1 0,-1 1 0,-2 1 90,-4 0 0,-1 3-90,-4 0 0,-4 5 90,-5 2-926,-2-4 1,-1 0 925,-11 10 0,8-10 0,-1 0-2808,-9 4 2808,2-3 0,1-2 0,5-3 0,2-2-90,4-3-180,3-1 270,0 0 0,15-12 0,2-2 0</inkml:trace>
  <inkml:trace contextRef="#ctx0" brushRef="#br0" timeOffset="129969">8646 13797 8792,'-13'-7'450,"2"1"-180,1 0-91,2 2 1,2-1 0,2 1 0,2-1-90,3-1 0,4-3 0,6-2 90,6-3-90,10-4-642,5 1 147,-4 4 1,2 0-1235,-6 3 1,0 1 487,9-2 1,0-1 1150,-9 5 0,-1-2 0,10-3 0,1-2 0,1 0 0,0-1 0</inkml:trace>
  <inkml:trace contextRef="#ctx0" brushRef="#br1" timeOffset="132911">7101 5549 12322,'2'-8'619,"-2"3"-687,-2-1-155,-1 4-127,7 0 1132,-1 1-356,7 1-292,-2 0-109,0 0 188,2-1 106,1-1 320,1 1-110,0 0-698,1 0 159,0 0-14,0-1 167,-1 2-148,1-1-102,-3 1 44,0-1 25,-2 1-60,0 0-249,2-1 158,-2 1-96,1 0-1157,-1 0 1424,-1 0 1,2 1-1,-1-1 1</inkml:trace>
  <inkml:trace contextRef="#ctx0" brushRef="#br1" timeOffset="133409">7273 5395 12681,'6'-2'795,"-2"1"-285,3 6-1623,-2 0 244,0 1 291,1 2 120,2 1 142,0 1-237,2 2-87,0-1-171,1 1 689,0-1 144,-2-1-10,6 4 67,-6-4-38,4 2 41,-3-2-17,1-2 48,-3-2 92,0-2-19,-17-3 377,3 2 244,-11 0-183,6 3 59,0 3-126,0 1-288,-2 4-162,0 3-46,-1 2-62,1 1 0,-1 4 0,0 1 0</inkml:trace>
  <inkml:trace contextRef="#ctx0" brushRef="#br0" timeOffset="133941">7191 6732 7533,'1'-9'449,"1"2"-269,0 1-90,0 2 90,0 1-90,1-1 0,1 1 90,2-1-180,2 0 90,1 1 0,3 1 0,2-1 0,3 1 0,2-1 0,12 2-90,-6 0 90,10 1-90,3 2-90,-8 0-357,6 0 267,-16-2 1,-2 1-181,-3 0-450,-1 0 810,1 0 0,-1-1 0,2 1 0</inkml:trace>
  <inkml:trace contextRef="#ctx0" brushRef="#br1" timeOffset="134295">7501 6581 9591,'2'-6'331,"0"1"-123,-2 1-271,5 9-10,-2-2-22,3 12-7,-3-7 127,2 7-203,-3-6 63,3 3-5,-1 0 17,-1-3 78,0 1-9,-1-4 32,-1 0-11,0-1 28,0 0-99,-1 2 105,-3 0 16,-1 1 3,-4 0 14,2 0-2,-4 0 4,0 1-1,-2 2-1,-2 1-104,1 0-19,-2 2-92,3-2-196,1-1-450,0 0 262,2 0 542,1-1 0,-1 2 1,1 1-1</inkml:trace>
  <inkml:trace contextRef="#ctx0" brushRef="#br0" timeOffset="135875">7975 9526 7892,'-2'-8'180,"0"0"-90,0 2 90,1 0-90,-1 0 90,-1 1-90,1-1 90,-1 1-90,1-1 2,-1 2 91,1-1 6,-1 2 30,-6 9 17,3 0 249,-4 13-167,3 0-64,0 6-1225,-2 10 1204,-2 3-119,6-17 1,0 1 26,-1 0 0,1 1-144,-1 0 1,1 0-83,0 1 1,0 0 35,0 0 1,0 0-597,0 1 1,1 0 625,0-1 1,0 1 6,-1-1 0,0 1-2,2-1 1,-1-1 1,0-1 0,1-1-10,-3 19-767,1-4 740,1-13 1,1 0-136,-4 16 7,1-2-341,1-9 344,3-16 977,-1 1-1064,2-7 806,-1-1-810,-1-10-347,2-4 57,-2-7 552,2-2 0,1-8 1,0-3-1</inkml:trace>
  <inkml:trace contextRef="#ctx0" brushRef="#br1" timeOffset="136668">7848 9580 9322,'-3'-8'-456,"1"2"438,1 0 69,2 0 10,1-1 107,2 1 25,3 0 15,1 0-59,4-1 89,5-1-3310,5-1 3344,9-1-147,6 0-1218,-3 3 1,1 0 1022,-6 2 0,1 1 39,-2 0 1,3 0 0,-1 0-72,2 1 1,1 1-169,7-1 0,1 1 142,-6 1 1,0 0-322,-7 0 0,0 1 0,0-1 333,11 2 0,-1 0 141,1-1 0,-1 1-44,0 0 1,-2 1 0,-2-1 0,-1 0 0,-2 1 0,2-1 220,-4 1 1,1-1-1,-1 1-202,2 0 0,1 0 0,7 1 0,-1-1 45,-10 1 0,-3-1 1746,9 1-1701,0 0-1,-19-2 267,-3 0-266,-2-1 2230,-2 1-2320,-2-2 2339,0 2-2249,-1-2 0,-1 1-90,2 0 90,-1 0-90,1 1 0,0 1 0,2 2 90,-1 4-90,-2-1 0,-1 2-90,-2 0 90,-1 2 90,0 3-90,-3 2 0,-1 22 0,-2-6-910,2-7 0,0 2 910,-3 14 0,3-19 0,1 1 0,-1-1 0,1 2 0,-1 10 0,0 0 0,1-10 0,1 0 0,-1 9 0,1-1 90,0 8-180,1 0 90,1 0 45,1-14 0,-1 1-45,3 11 0,-2-15 0,0-1-219,1 3 219,-1-5 0,0-4 0,0-2 0,0-2 90,-2-2 0,1 2-90,-2-5 90,0 0 1683,-3-4-1683,-2-2 266,-6-2-356,-1-1 0,-3-2 0,1 1 90,-2-1-90,-6 0 0,-2 1-1680,-6 0 1680,-3 0 0,-3 2-1373,16 0 1,-1 0 1372,-1 1 0,-1 0 0,-2 1 0,-1-1-713,-3 1 0,0 0 668,-5 1 0,-1 0 45,-3 1 0,0-1 0,10 0 0,0 1 0,0-1 0,-1 0 0,0 0 0,0 1 0,0-1 0,-1 0 0,1 0-475,-1 1 0,0-1 1,0 1 474,1-1 0,-1 1 0,0-1 0,1 1 0,0 0 0,-2 0-167,1-1 1,-2 1 0,0 0 0,2 0 196,-1 0 0,2 0 0,-2 0-38,-6 1 0,0 0 0,2-1 52,1 0 1,2 1 47,4-1 1,1-1-93,1 1 0,1 0 0,3-1 0,1 0 1021,-17 1-1111,9 0 1562,7-1-1652,5-1 0,5 0-90,3-1 530,5-1-800,6-2 540,3-1 0,10-6 0,2 1 0</inkml:trace>
  <inkml:trace contextRef="#ctx0" brushRef="#br0" timeOffset="140909">1755 9496 7892,'1'-8'-269,"1"2"269,4 3 0,2-2 0,9 0 0,5-3-2790,14-1 2790,-16 3 0,2 1 0,3-1 0,2 0-1028,5-1 0,1 1 1028,3-1 0,2 0-596,-9 2 1,1 0-1,0 0 596,3 0 0,0 0 0,0 0-330,3 0 0,1 0 0,0 0 330,-5 1 0,0 0 0,2 1 0,2-1 0,-2 0 0,3 0 0,1 0 0,1 1 0,-1-1 0,-1 0 0,1 1 0,-1-1 0,0 1 0,1 0 0,1-1 0,-5 1 0,2 0 0,1 0 0,1 0 0,-1 0 0,-2 0 0,0 0 0,3 1 0,-2 0 0,-1 0 0,0 0 0,1 0 0,0 0 0,1-1 0,-1 1 0,1 0 0,-1 0 0,1 0 0,-1 0 0,1 0 0,-1 1 0,1-1 0,-1 0 0,-1 1 0,1-1 0,0 0 0,2 0 0,0 0 0,2 0 0,2 0 0,-1 1 0,-1-1 0,-1 0 0,1 0 0,-2 0 0,-1 0 0,1 0 0,1 0 0,-3 1 0,1-1 0,0 0 0,0 0 0,-1 1 0,-2-1 0,5 0 0,-2 0 0,-1 0 0,2 0 0,-2 1 0,2-1 0,0 1 0,-1-1 0,-2 1 57,0-1 0,-2 0 0,0 1 0,1-1 40,-1 1 1,2 0 0,0-1-1,-1 1 1,-3-1 65,5 1 0,-3-1 0,-1 0 29,-4 1 1,0 0 0,-1 0 212,10-1 1,-2 0 290,-6 0 1,-3 0-198,-3 1 1,-2 0 1265,15-2-1105,-11 2-153,-5 0 1673,-5 0-1738,-2 0 2584,-4 0-2511,-2 1 1932,-2-2-1691,1 2 491,-2-1-640,1 2-477,-1 0-185,-1 3-758,-1 0-405,0 1 219,0 1-212,1 3 247,-1 3-107,0 5 475,-1 7 400,0 7 308,-2 10-1194,0-17 1,0 0 1307,-1 3 1,0 1-4,-1 5 1,0 1-48,-2 3 1,1 0-885,1-9 0,0 0 0,0 1 790,-1 1 0,0 0 0,0 0-23,0 0 1,0 1-1,0 0-462,0 1 0,0 0 1,-1 0 437,1 0 0,0 0 0,-1 0-15,1 0 1,0 0 0,0-1-9,1 1 0,-1 0 0,0-1 21,1 0 0,-1 0 1,1-1-37,0 1 0,0 1 0,0-2-318,-1 10 0,0 1 332,2-6 1,0 2 0,0-2-112,0 2 0,0-1 36,1-5 1,0 1 0,1-3 3,0 1 1,0-2 694,0-3 1,0 0-702,1-2 1,0-1-74,0 14 1103,0-5-1085,0-4 30,0-8 916,0-3-879,-1-3 2633,0-2-2560,0-2 62,-2-2 492,-2-1 5,1-3 1166,-4-1-951,1-3-81,-1 0-304,-3-2-258,-2-1 107,-2-2-266,-5-1-1071,-4-1 317,-5 0 162,-7-1 392,-5 2-687,17 3 0,-1 0 759,-2 0 1,0 1-1007,-3-1 1,-1 1 1048,-5 0 1,-1 0 38,-2 1 0,-3 0-11,11 0 0,-1 1 0,0-1 19,-2 1 1,-1 0 0,0 0-678,-2 1 0,0-1 0,-2 1 750,-1 0 1,-2 0-1,1 0-297,9 1 1,0 0-1,0-1 1,-4 1 281,-1 1 1,-2-1 0,-2 1 0,-2 0 0,0 0 0,0 0-90,4 0 0,0 0 0,0 1 1,-1-1-1,-1 0 0,1 1 0,-1-1 85,4 0 0,-1 1 0,1-1 1,-1 0-1,0 1 0,0-1 1,0 1-1,0-1-81,-3 1 1,-1 1-1,0-1 1,1 0-1,0 1 1,1-1-1,2 0 18,-4 1 0,2 0 0,2 0 1,-1-1-1,0 1-1,-1 1 0,0-1 0,0 0 0,0 1 0,1-1-2,-1 0 1,1 1 0,0-1-1,-1 0 1,1 1-2,0-1 0,1 0 1,-1 1-1,-1 0 1,-1 0 15,3-1 0,-1 1 0,-1 1 0,-1-1 0,1 0 0,0 0 0,3 0-19,-6 1 0,2-1 0,1 0 1,0 0-1,-3 0 18,7 0 0,-2 1 0,-1-1 0,0 1 0,1-1 0,1 0 0,3-1 46,-7 1 1,3 0 0,1-1 0,0 1-1,0-1 1,1 1-1,0 0 1,1 0 109,-7 0 0,1-1 0,1 1-111,0 0 1,0 0 0,1 0-1,1-1 0,1 0 0,0 0 28,2 0 1,0-1 0,-1 0-32,-5 0 1,-2 0-1,4 0-4,-4-1 0,1 0 2,10-1 1,-1 0-1,3-1 326,5 0 1,3-1-260,-18-2 459,9 0-469,6-1 1629,5-1-1647,5 0-102,4-1-16,2 1 2616,3 0-2562,1-1 1221,2 1-1347,0 0 851,0 0-723,1 1 36,0-1-86,-1 0 11,0-1 34,0 1 41,2-2 47,2-4 31,1 0 3,5-7-594,0-1 528,7-9 206,0-2-105,5-5-812,-10 15 0,1-1 731,0 0 1,0-1-21,3-5 0,-1 0-8,0-2 1,0-1-1021,1-3 0,0 0 1003,0-2 0,-1 1-8,0 0 0,0-2-663,-1 1 1,0-3 0,-1 2 661,-3 7 0,1 2 0,-1-1 0,3-10 0,0-1 0,-1 1-378,-3 10 1,1 1-1,-1 0 379,0-1 1,0 0-1,0 0-198,0 0 0,0-1 1,1 1 199,-1-1 0,0 1 1,0-1-82,1 1 0,-1 0 0,0-1 55,1 1 1,-1-1-1,1 1 31,-1-1 1,1 0 0,-1 0 0,0 0 1,1-1-1,-1 1 1,0 0 0,0-1 0,1 1 0,-1 0 1,0 0-1,0 1-29,0 0 0,0 1 1,0 0 29,3-12 1,1 1 361,-3 5 1,0 0-363,3-7 0,-1 2 354,-4 13 0,0 2-354,2-6 1,-1 3-87,0 1 91,-1 5 1455,0 1-1541,-3 7 146,3-2-765,-3 16 886,0 0 1,-2 15 0,-2 0 0</inkml:trace>
  <inkml:trace contextRef="#ctx0" brushRef="#br0" timeOffset="142752">1904 3210 8522,'1'-8'720,"-1"21"-630,0 5-2521,-3 21 2521,0 2-45,1-18 0,0 1 45,-1 3 0,0 2-1108,0 0 0,0 2 1063,-1 4 0,-1 1 0,0 1 0,0 0-15,1-10 0,0 1 0,-1 0 0,0-1 0,1 1 0,-1 0-30,-1 0 0,1 0 0,-1 0-309,0 0 1,-1 0 0,1 0 308,-1-1 0,-1 1 0,0-1-677,-3 12 1,0 0 721,-2-1 0,0-1-45,1-1 0,0-1 0,1-4 0,0-1-193,0-1 0,0-2 193,3-3 0,-1-2 76,1-2 1,0 0 13,-6 14 646,2-6-646,3-7 1275,2-3-1365,2-5 1936,-1 1-1846,3-5 1887,-1-1-1707,2-4 901,0-9-1171,3 1 511,0-6-511,1 5 0,1 1 90,0 0-90,3 0 0,3-1 0,4 0 0,26-7 0,-1 3-1346,-7 2 0,1-1 1346,-1 2 0,1 0 0,3 0 0,2 0-834,-9 1 1,0 0 0,1 0 833,1 1 0,1-1 0,1 0-558,1 1 1,1-1 0,1 0 557,2 0 0,0 0 0,2 0-280,-6 1 1,1 0-1,0 0 1,1 0 279,1 0 0,1 1 0,0-1 0,1 0 11,2 0 0,0-1 0,1 1 0,3 0-11,-10 1 0,1-1 0,2 1 0,1 0 0,-1-1 0,0 1 0,-3 0-18,6-1 0,-1 1 0,-2 0 0,1 0 0,3-1 18,-6 1 0,1 0 0,1 0 0,0 0 0,1 0 0,0 1 0,-1-1 0,1 0 0,0 1 0,1 0 0,-1-1 0,0 1 0,-1 0 0,-1 0 0,5 0 0,-2 0 0,0 0 0,1 0 0,3-1 0,-8 2 0,3-1 0,2 0 0,1 1 0,0-1 0,0 0 0,-2 0 0,-1 1 0,-3 0 0,9-1 0,-3 1 0,-2 0 0,0-1 0,3 1 0,-5 0 0,1 0 0,2 0 0,-1-1 0,0 1 0,-2 0 0,-2 0-64,8 1 1,-2-1 0,-2 0 0,0 1 63,1-1 0,-1 0 0,1 0 0,-2 1 0,-3-1 0,-1 0 0,0 1 0,-1-1 0,1 1 0,0 0 0,0 0 0,0 0-23,-1 0 1,0 0-1,0 0 1,0 0 44,-1 0 1,-1 0-1,1 1 1,-1-1-23,9 1 0,0 0 0,0 0-30,-3-1 0,0 1 0,-1 0 30,-2 0 0,0 0 0,-2 0 0,10 0 0,-2 0 394,-4 1 0,-3 0-394,-6-1 0,-3 0 0,-2 0 0,-1 1 1494,10-1-1314,1 0-90,-14 0 2011,1-1-2011,-12 0 3141,-2 0-3051,-1-2 757,-1-1-812,-2-1 82,0-1-207,0-1 90,-1 2-90,1-7 90,0 6-90,0-5 0,-1 4 55,0-1-82,0-1 27,-1 0 0,-1-1 0,0-2 0,-1 0 0,-1-3 90,-1-1-90,-2-5 0,-1-1-640,-1-4 640,-1-2-832,-2-4 832,0-4-1582,-1-3 1582,7 18 0,0 0 0,1-1 0,0 0 0,0-1 0,1 0 0,0-2 0,1 1-45,0-2 0,0-1 51,1-1 1,1-1 0,0-2 1,1 1 0,0-2 0,0-2-826,1-1 1,1-2 0,0 1 823,0 6 0,0 2 1,0-3-450,1-7 0,1-3 1,-1 2 448,0 9 1,1 1 0,-1 1-52,3-14 0,1 1 91,-1-1 1,1 1-45,0 0 0,0 2 46,0 2 1,0 2-46,0 1 1,0 1-347,0 3 1,-1 1 476,0 1 1,0 1-46,0 1 0,0 1 269,-2 2 1,1 2-255,3-18 71,-1 7 79,-2 5-5,0 5-155,-2 4-22,0 3-17,-1 2 1502,-1 2-1467,0 1-175,-1 1 2228,1 1-2162,-1 2 3286,-1 0-3591,-1 1 287,-2 3 684,-1 2 234,-1 4-103,0-2-68,-2 1 180,-3 0 80,-8 1-419,-3-1 0,-3 1-1586,-9 1 1,-2 0 1093,8-2 1,0-1 0,-3 1-77,-2 0 1,-2-1 0,-1 0-1,2 0-788,-1 0 1,2-2 0,-2 1 783,0 0 1,-2 0 0,1 0 0,0 0-67,-3 0 0,1-1 1,-1 0-366,9 0 1,-1 0 0,-1 1 0,0-1 407,-4 0 1,-2 0 0,0 0 0,0 0-272,-1 0 1,-1 1-1,0-1 1,-1 1 295,5-1 1,0 0-1,-1 0 1,0 0-1,0 0-82,0 1 0,0-1 0,0 1 1,-1 0-1,1-1 20,0 1 1,-1 0 0,1-1 0,-1 1 0,1 0 1,-1 0 1,0 0 0,0-1 0,-1 1 0,1 0-15,1 0 1,-1 0 0,0 1-1,0-1 1,0 0 17,0 0 1,0 0 0,0 0 0,0 0 0,0 1-73,0-1 1,1 0 0,0 0 0,-1 0 0,1 1-2,1-1 1,-1 0-1,0 1 1,1-1-1,0 0 1,0 0 1,0 1-1,0-1 1,0 0 0,1 0 76,-1 1 1,1-1 0,0 1 0,1-1 0,0 1-103,-6 0 1,1 0 0,1-1-1,-1 1 49,2 0 0,-1 0 1,1 0-1,0 0-50,4 0 0,1-1 1,1 1-1,-1-1 0,0 1 1,1-1-1,-1 0 1,1 1 64,-9 0 1,0 0 0,1-1-1,1 1 0,1-1 0,0 0 0,2 0 0,1 0 0,0 0 6,5 0 0,0-1 1,1 0 56,-11 1 0,2-1-39,-2 0 1,3 0-7,11-1 0,2 0 421,-4 1 1,4-1-692,3 0 1774,6-1-1414,5 0 0,19-1 0,6-2 0</inkml:trace>
  <inkml:trace contextRef="#ctx0" brushRef="#br0" timeOffset="143653">3041 2777 8522,'4'-8'-270,"-2"0"270,0 3-90,-1-1 90,1 0 90,0 0-90,-1 0 90,0 0-90,1 0 90,-1 1 0,0-1 0,0 0 90,0 2-180,-3 10 90,0 8-90,-5 20-1072,3-14 1,0 1 1116,-1 5 0,0 1-45,-2 5 0,0 3 0,-1 3 0,0 1 0,2-10 0,-1 1 0,0 0 30,0 2 0,0 0 0,-1-1-834,0 2 1,0-1-1,0 0 804,0 2 0,0 0 0,-1 0 30,1-1 0,-1 1 0,0 0-30,1 1 0,0 0 0,-1 0 30,1-1 0,-1 0 0,0 2-8,1-1 1,-1 2-1,0 0 1,1-2-651,0 1 0,0-1 1,0 0 649,1-4 0,0 1 1,0 0-1,1-4-420,0 9 1,0-3 397,3-6 0,0-1 353,0-3 1,1-2-354,2 18-90,1-11 1484,2-6-2113,5-3-91,-1-11 3339,6-3-2529,3-10 0,18-18 0,-12 8 0,-1-1 0</inkml:trace>
  <inkml:trace contextRef="#ctx0" brushRef="#br0" timeOffset="143951">3876 2486 8162,'6'-7'-180,"-1"1"90,0 3 90,0 2 0,-2 4 90,1 2-90,-2 4 90,1 4 90,1 7-90,0 5 0,2 10-1096,-4-15 0,0 1 1051,0 5 0,0 0 45,-2 3 0,0 3-919,0 6 0,-2 4 1,1-1 858,-1-9 0,1 0 0,-1 3 6,-1 1 0,0 4 0,-1 1 0,1 0 0,-1-4-571,0 5 1,-1-4 0,0 2 556,1-1 1,-2 3-1,1-1 1,-1-3-239,0 0 1,0-2 0,-1 2 237,1 1 1,-2 1 0,1 1-1,0-2-135,0 1 1,-1-1 0,1 0 112,0-2 0,0 2 0,0-1 0,1-3 0,0-2 0,1-3 0,-1-1 0,0 11 0,-1-1 39,2-4 1,0-1-130,1-5 0,1-1 345,0-4 0,0-1-705,-1 18 219,2-10-38,2-6 269,2-6 0,3-3 0,2-2 0</inkml:trace>
  <inkml:trace contextRef="#ctx0" brushRef="#br0" timeOffset="144263">4818 2457 8342,'3'-12'-180,"1"2"180,-2 2-90,0 4 90,1 2 0,0 6 0,1 3 90,-1 7 0,-1 3-1209,0 10 1208,0 10-44,-1-14 0,1 2-1457,-1 3 0,-1 3 1457,1 5 0,-1 2-15,-1-10 0,0 0 0,0 1-513,0 2 0,0 2 0,-2 2 528,0 1 0,-1 4 0,0-1 0,0-1-15,0 4 0,0-3 0,-1 3-371,0-2 1,-1 2 0,1 0 0,-1-3 340,0 1 0,0-2 0,0 0-238,0 0 0,-1 1 0,0-1 268,1-1 0,-1 1 0,1-1 65,0-2 1,0 1 0,0-1-96,1-1 0,-1-1 0,2 0 30,-1-1 0,1-1 0,0-1-30,-1 11 0,1-2-147,0-3 0,1-2 57,1-5 0,0 0 0,0-4 0,0-1 412,1-2 0,0-1-862,0 12-269,1-7 2274,0-7-1465,2-5 0,4-2 0,0-3 0</inkml:trace>
  <inkml:trace contextRef="#ctx0" brushRef="#br0" timeOffset="144535">5351 2705 7982,'5'-13'335,"-1"1"-175,0 4-129,-2 3 45,1 3 84,1 5-3364,0 14 3205,0 6 297,0 13-450,-3-15 1,-1 1 168,1 3 0,-1 1-10,0 4 1,0 2-508,0 5 1,-1 1 467,0 2 1,0 1-375,-1-11 1,1 1 0,-1-1 452,0 1 1,0 0-1,0 0-3,0 0 0,-1 0 0,0 0-12,0 0 1,0 0 0,-1 2 186,-1 0 0,0 1 0,0 1 0,0 0-187,-1 1 0,0 0 0,1 0 0,-1 0-388,0 0 0,0-1 0,0 0 0,0-1 331,-1 7 0,1-1 0,-1-4-60,1-1 1,1-2-504,-1 6 0,1-1 58,1-12 1,0-1 590,0 6 0,0-2-105,2-2 0,-2 0 0,2-3 0</inkml:trace>
  <inkml:trace contextRef="#ctx0" brushRef="#br0" timeOffset="145070">2150 3444 8342,'-6'2'0,"1"0"180,7 0-90,2-1 0,9-1 90,5-2-90,12-1-837,-9 1 0,2 0 792,7-1 0,3-1 0,6 0 0,2 0-15,-10 0 0,2 1 0,1-1 0,2 0 0,2 1 0,1-1-747,-4 1 0,1-1 0,0 1 0,1 0 739,2-1 1,1 1 0,0-1-1,1 1-406,-4 0 1,0-1-1,1 1 1,0 0 0,1-1 401,0 1 0,0 0 0,0 0 0,1-1 0,0 1-257,0 0 1,1 0-1,0-1 1,0 1-1,0 0 239,-6 1 0,0-1 0,1 1 0,-1 0 0,0-1 0,1 1-90,0 0 0,-1-1 0,1 1 0,0 0 0,0-1 0,0 1 105,0 0 0,-1 0 0,0 0 0,1 0 0,1 0 0,2 0-15,-3 1 0,2-1 0,1 0 0,1 1 0,0-1 0,0 0 0,-2 1 0,-1-1 15,3 0 0,-1 1 0,-2-1 0,0 0 0,1 1 0,2-1-15,-4 1 0,1 0 0,1 0 0,0-1 0,0 1 0,-1 0 0,-1 0 0,-3 0 0,4 0 0,-2 0 0,-2 0 0,-1 0 0,1 0 0,8 1 0,-1-1 0,0 0 0,-2 1-23,-3-1 1,-2 1-1,0 0 1,0 0-1,-1-1 1,0 1-1,-1 0 1,1 0-8,7 0 0,0 0 0,-1 1 172,-3-1 0,-1 1 1,-1 0-233,9 0 0,-2 0 0,-6 0 0,-3 0 45,-8 1 0,-3-1-225,14 1 1135,-20 0-1854,-32 3 539,-13-2 450,2-1 0,-4 0 0,5-1 0,-3 0 0,0 0 0,-3-1 0,-1 1 0,1-1 0</inkml:trace>
  <inkml:trace contextRef="#ctx0" brushRef="#br0" timeOffset="145585">2051 3930 7803,'-10'1'-90,"0"-1"90,2 1 90,1-1-1,0 1 1,2-1 270,0 0-180,-1 0 450,1 0-450,17-2-90,-1 1 0,23-3 44,-3 1 1,2 0-1759,1 0 1,1 0 1653,-1 0 0,2 0 0,0 0-762,-3 0 0,0 1 0,1-1 761,2 1 1,1-1 0,1 1-423,1-1 1,1 0 0,2 1 414,-7-1 1,2 1-1,0-1 1,0 1-286,2 0 1,1-1 0,0 1 0,0-1 262,-4 1 0,0 0 0,0-1 0,1 1 0,-1 0 14,1 0 0,-1 0 1,1 0-1,0 0 1,-1 0-15,1-1 0,0 1 0,0 0 0,0 0 0,0 0 17,1 0 1,-1 0 0,0 0 0,0 1 0,1-1-18,-1 0 0,1-1 0,-1 1 0,1 0 0,-1 0-25,0 0 1,-1 0 0,1 0 0,0 0 0,3 0 36,-5 0 1,3 0 0,0 0 0,1-1 0,0 1 0,-1 0 0,-2 0-13,6-1 0,-3 1 0,0 0 0,1 0 0,0 0 15,0 0 0,0-1 0,2 1 0,-1 0 0,-2-1 0,-2 1-15,4 0 0,-2 0 0,-2-1 0,-1 1 0,-2 0 0,-1 0 0,0 1 0,0-1 136,-1 0 1,0 0 0,0 0 0,1 0-119,-1 1 0,1-1 0,1 1 0,0-1 0,1 1 0,1-1 0,1 1 0,1-1 0,-2 1 0,-1 0-18,0-1 0,-1 1 0,-2-1 0,0 1 0,10-1 0,0 1 0,-12-1 0,-12 0 0,-6 0 1130,-4 0-1310,-4 0 1810,-10-2-1899,0 2 1042,-19-3-773,8 3 0,-10-3 0,7 1 0</inkml:trace>
  <inkml:trace contextRef="#ctx0" brushRef="#br0" timeOffset="148584">3019 3945 8522,'-2'-8'1080,"0"1"-1080,1 11 0,-1-1 89,0 7-89,1-1 0,0-1 0,-1 2 0,0 0 90,1 0-90,-1 0 0,0 1 0,0-1 0,0 1-90,1-3 1,-1 1-91,0-2 0,1 0-90,-1 0-720,1-1 541,0 0 449,0-1 0,0 0 0,-1-1 0</inkml:trace>
  <inkml:trace contextRef="#ctx0" brushRef="#br0" timeOffset="149044">3164 3974 8342,'7'-8'-90,"-2"2"180,-2 2 0,-2 1 180,1-2 0,-1 1-180,-3 0-90,-2 6 90,0 0-90,-2 7 0,2-3 0,1 1 0,-1 1 90,1 0-90,0 0 0,1 0 0,0 0 0,1-1 0,0 0 0,0 0 0,1-1 0,1 1 0,0-1 0,0-1 0,1-1 0,1 0 0,1-2 0,1-1-90,2 0 90,-2-1 0,1-2 0,0 0-90,0-1 90,0 0 0,0-2 0,0 0 0,-2-1-90,0-1 90,-1 1 0,-2-1 0,0 0 0,0-1 0,-2-1 0,-3-3 0,0 3-90,-1-3 90,-1 6 0,0 0 0,0 1 0,0 2 0,-1 1-90,0 1-90,1 2 0,-1 1 0,1 1-180,0 1-269,1 1 89,0 1 540,1 1 0,-1 3 0,0 2 0</inkml:trace>
  <inkml:trace contextRef="#ctx0" brushRef="#br0" timeOffset="149511">3381 3969 7713,'0'-6'90,"-1"0"-90,-1 2 89,-2 1-89,-1 4 0,0 1 0,1 2 90,-3 7-90,3-3 0,-3 6 0,4-5 0,-1 5 90,3 1-90,-1 0 0,4-1 0,0-5 0,2 0 0,1-1 0,0 0 90,2-2-90,0-1 0,4 0 0,2-2 0,1-1 0,-1-3 0,-4-2 0,4-2 0,-1-4 0,-1-1 90,-2-1-180,-5 1 180,0 1-90,-2-2 0,-1 0 0,-1-1 0,-2 0 0,0-1 0,-2 1 0,0 2 0,-1 0 0,-3 1 0,1 3-90,-3 0 90,3 4-180,1 2-89,0 1-361,-1 1 270,2 2 360,-1 0 0,-2 3 0,-1 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2:20.463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8443 11220 5776,'-3'6'228,"1"-1"-228,5-6 0,0-1 0,3-4 0,3-10 0,-4 8 0,6-11 0,-4 6 90,0-1-90,0 3 0,-3 2 89,0 4-89,-1 6 0,0 13 0,-1 13-1491,-1 0 1491,0-1 0,0-11 0,1 5 0,0 0-90,-1-2-54,2 5 1,-1-2 143,-3-12 0,1 5 0,-1-11 0,-2 0 0</inkml:trace>
  <inkml:trace contextRef="#ctx0" brushRef="#br0" timeOffset="229">8439 11450 5790,'-3'8'34,"1"-2"-34,4 0 0,2-4 90,8-4-180,-4 0 90,5-4-1,-7 1 1,8-8 0,-6 3 0,7-6 0</inkml:trace>
  <inkml:trace contextRef="#ctx0" brushRef="#br0" timeOffset="1246">8124 10189 5734,'6'2'64,"0"-1"-38,-2 0-26,4-2-3277,4-2 2392,-3 1-524,22-1 1409,-19 2-127,9 2 1,-1 0 126,-6 2 0,16 9 0,-22-5 0,4 6 0,-17 7 0,-5 1 0,1 0 0,-3 3 0,0-1 0,-1-4 0,1-3 1811,-7 12-1811,7-6 1021,-1 3-931,24-1-2461,26-21 2371,-6 8 0,-10-13 0,-1-2 1691,1-4-1691,-5 1 0,2-1-2242,4-3 2242,-11 5 0,6-4 0,-12 4 0,0 0 0,1-2 0</inkml:trace>
  <inkml:trace contextRef="#ctx0" brushRef="#br0" timeOffset="2129">8231 9425 5756,'2'-7'25,"2"-3"-16,-2 6-4,3-3 24,19-7-29,-14 8 0,16-7 0,-9 7 0,-4 1 0,3 1 90,-6 10-90,-7-1 0,-6 15 0,-4-6 0,-5 16 0,7-7-1044,1-1 1044,8-6 0,2-8 0,15 3 0,5 2 0,-6 2 0,-1 0 0,7-1 0,-2 1 0,-10 0 0,-6 0 0,-22 10 0,-5 1-1899,-6 2 1899,3-8 0,8-9 0,2-2 0,-9 2 0,11-8 0,-6-2 0,13-11 0</inkml:trace>
  <inkml:trace contextRef="#ctx0" brushRef="#br0" timeOffset="3067">8322 8648 5742,'4'-4'82,"-3"8"-82,-1 0 0,-5 13 0,1-7 0,-2 6 0,1-4 0,-5 12 0,-1 5 0,1 1 0,0 3 0,15-26 0,6-2 0,1-9 0,3-5 0,-9 6 0,4-2 0,0 2 0,-1-1 0,3 1 0,0-1 0,-1-3 0,-2 1 0,-3 0 90,-3 1-180,3-2 180,3 6-90,-2 4 0,-1 10 0,-4 4-3277,-1 8 3162,-1-8 115,1 3 0,-1-10 0,2 14 0,-1-14 0,3 10 0,-1-18 0</inkml:trace>
  <inkml:trace contextRef="#ctx0" brushRef="#br0" timeOffset="4346">8465 7618 5801,'2'8'23,"-1"-1"-23,-1 0 0,-1-2 0,0 9 90,1-7-90,-1 6 0,-3 11 0,1-9 0,-4 20 0,1-13 0,3-6 0,0-1 0,4-9 0,4 1 0,-1-1 90,3-3-90,7-2 0,-6-1 0,11 0 0,-3 2 0,-4 0 0,2 2 0,-9 0 0,-2 0 0,-2 1 0,-6 12 0,1-8-3253,-6 10 3253,3-12-2225,-8 7 2225,4-6 0,-6 6-270,-2-6 270,7-6 0,-2-4 0,11-9 0</inkml:trace>
  <inkml:trace contextRef="#ctx0" brushRef="#br0" timeOffset="4563">8484 7746 5824,'-8'-5'359,"4"0"-359,8-6 90,13-2-90,10-4-90,1 2 90,2 3 0,0 1 0,-1 1 0,-2 1 0,-1 1 0</inkml:trace>
  <inkml:trace contextRef="#ctx0" brushRef="#br1" timeOffset="22462">15295 9227 7588,'-9'-4'-337,"1"1"214,2 4 332,0 0-62,1 1 24,0 0-27,-10 6-33,8-4 20,-16 9 109,15-8 14,-5 4-133,8-5-17,2-1-55,1-1-16,6 4-374,0-3 8,3 2 40,2-2 67,3 0 6,-1-1-3,1 1 17,5 1-1,-9-2 366,8 1-17,-12-1-59,0-1-93,1 0-4,-1 1-19,-7-1-92,-1 0-9,-7-2-9,3 0-1,-2 0 10,1 0 11,2 0 87,-3-1-68,6 1 75,11-2 42,-4 2 3,19-3-5,-12 3-2,5 0 1,-6-1 0,-10-2-20,1 1 8,-8-1-33,2 2 7,-5-2 10,4 3 5,-5-3-5,6 2 3,13-2 52,-5 2 89,17-1-189,-13 2-7,-16 4 76,3 1 0,-13 0 0,16-1 0</inkml:trace>
  <inkml:trace contextRef="#ctx0" brushRef="#br1" timeOffset="26496">15128 5006 7839,'-8'-1'-936,"1"0"641,3 3 183,1 0 30,-1 0 28,-1 1 16,2 0 11,-6 8-207,5-5 243,-6 8-1,5-5-16,-1 1 3,4 2-11,8-3-16,3-1 1,2-3-518,-1-3 540,-4-2 0,17 2 4,-12-1 0,24 2 8,-21-1 15,7-1-2,-11 1-10,2-1 528,-7 0-535,6 0 1,-7-1 1,1 0-2,-1 1-19,0 0-1,0-3 2,-1 0-2,-2-4 3,0-4-3,-2 2-1,1-2 3,0 4 19,-1 0 0,0-2 0,0 1 11,1-1 92,-1 2-92,-1-1-11,-1 0 0,-4 2 0,-10 1 0,6 1 0,-14 0-12,14 3 0,-4-1 1,6 1 11,2-2 0,1 1 0,13 3-3277,4 0 3162,5 2 115,-2-2 0,-2 1 0,-3-1 0,5 2 0,-9-1 0,-4 4 0,-12 2 0,4-3 0,-5 2 3276,9-6-3160,-1 0-116,1 0 0,-1 1 35,9-4-11,-2 1 1,7-3 5,-5 1 0,7-1-1,-2-1 2,1 1-3,-3 1-63,-4 0 11,-18 11-1,5-3-5,-10 6 0,9-6 36,5-3 0,12-3-11,-1-2 33,10-4 4,-6 1-32,-4 0 0,-6 0 0,-13 3-35,3 0-2,-9 5 14,8 0-6,1 2-2,-2 0 31,14-3 0,1-1 0,12-5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1:27.00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14867 3453 6903,'-24'2'270,"4"0"-180,-9 4 0,5-1 0,-3 2-646,-1 0 646,6 0 0,-2 1-398,-2 3 0,0 0 353,-1-1 0,-1 2 45,-7 5 0,0 1-1320,5 0 0,1 0 1275,-1 1 0,0 1-1,0 4 1,1-1-230,7-4 0,0 2 275,1 2 0,-3 3 0,2-1-881,-3 5 1,-1 1 820,5-3 0,-2 3 0,2-2 0,5-5 0,2 0 0,0 0 0,-1 1 0,0 1 0,1 1 0,-1 0 0,1 1 0,0 1-368,0 0 0,0 1 0,1 0 398,-1 0 0,1 2 0,0-1-30,0 1 0,1 1 0,0 0 0,0 1 0,1 0 0,0 0-262,0 1 0,1 0 1,0 0 261,0 1 0,1 0 0,0-1 113,1 1 0,0 0 1,0 0-114,1-1 0,-1 1 0,2 0 3,-1 0 0,1 0 1,1-1-4,-1 0 0,1 0 0,1 2 15,-1 0 0,1 2 0,0 0 0,0-2-15,1 2 0,0-1 0,1 0-30,-1-1 0,1 1 0,0 0 0,0-3 30,2-2 0,0-1 0,0 0-8,2 1 1,0 1-1,1 0 1,0-1 7,0 0 0,0-1 0,1 1-30,1-2 0,0 1 0,0-1 0,0-1 153,5 11 0,0-2-153,1 0 0,2-1 45,0 0 0,0-1-45,2-1 0,0-1-235,2 0 1,1-2 279,0 0 0,2-1-45,0-1 0,1-1 33,0-1 0,1-1 12,0 0 0,1-2 398,1-1 0,1-1-443,0-1 0,1 0 262,1-2 1,0 0-218,1-2 0,0-1-45,-2-1 0,1-3 45,0-1 0,1-1-15,0-3 0,2-1 0,-1 0-30,4-1 0,1-1 22,-2-2 1,3 0 0,1-1-1,-3-1-32,-4-1 1,-2-1-1,1-1 10,11 1 0,2-2 0,-3 0 0,-7 0 0,-3-1 0,1-1 30,1 1 0,0-1 0,-1 0-30,1 0 0,-1-1 0,1 0 0,0-1 0,-1 1 0,1-1-325,-1-1 0,1 0 1,-1 0 354,1-1 0,-1-1 0,1 1-30,-1-1 0,1-1 0,-1 1 0,0-1 0,0-1 0,0 1 0,-1-1 0,1 0 0,0 0 0,-1-1 0,1 0 0,-1-1-114,0 0 1,0 0 0,-1-1 113,1 1 0,-1-1 0,-1-1 144,0 0 1,0 0 0,1-2-145,-1 0 0,2-2 0,0 0 0,-2 0 75,2-1 1,-1 0 0,0-1-76,-1 1 0,1-1 0,-1-1 0,-2 1 0,0-1 0,-1 2 0,-2-2 0,1 0 0,0-1 0,-1-1 0,0 1 0,0-1 0,0-1 0,-1 0 0,0 0 0,-1-1-62,1 0 0,0 0 0,-1-1 62,-1 0 0,1 0 0,-1-1-147,0 0 0,-1 0 0,0 0 147,0-1 0,-1 0 0,-1 0 0,1-1 0,-1 1 0,-1 0 157,0-1 0,-1 0 0,0 0-187,0-1 0,-2 0 0,1 0 30,-1 0 0,0 0 0,-1 0 0,-1-1 0,-1 0 0,0-2 0,-1 0 0,0-3 0,-1 0 0,0 2 0,-1-3 0,-1 2 0,0-2 0,0 2 0,-1-1 0,-1-1 0,0 3 177,-2-1 1,-1 2 0,0 0-178,-1-2 0,0 1 0,-1 0 0,-1 0 0,0 0 0,-2-3-200,-1 1 1,-2-3 0,-1 0-1,0 2 200,1 4 0,-1 2 0,0 0 0,-1-1 0,-1-5 0,-1-1 0,-1 0 0,-1 2 0,1 5 0,-1 2 0,0 0 0,0 2 0,-2-5 0,0 2 0,-2 1 30,-1-3 0,-2 0 0,1 2-188,1 3 1,-1 1-1,0 0 158,-2-2 0,-2 0 0,0 1 0,1 2 0,0 1 0,0 1 0,-3-3 0,0 1 0,-1 1 0,2 3 0,0 2 0,-1 0 0,0 0 0,-1 1 0,0 1 52,0 0 0,-2 0 0,1 2-52,-1 0 0,-1 0 0,0 2 9,0-1 1,0 1 0,-1 1-10,0 1 0,-1 0 0,1 1-30,-2 1 0,1 0 0,-1 1 0,-1 0 0,0 1 0,0 1 0,0 1 0,-1 1 0,0 0-30,0 1 0,-1 0 0,1 1 0,-1 1 0,1 1 0,-1 0-30,1 1 0,1 0 0,-3 1-90,2 1 0,-3 1 0,0 1 1,2 0-31,-1 0 0,1 1 0,-1 1-83,3-1 1,-2 2 0,1-1 0,3 1 150,1 1 0,2-1 1,0 2 141,2-1 0,0 1 0,-1 1 0,-4 1 0,-2 2 0,1 0 0,0 1 0,-1-1 0,1 1 0</inkml:trace>
  <inkml:trace contextRef="#ctx0" brushRef="#br0" timeOffset="1569">16941 6728 9242,'-6'-9'270,"0"1"-91,3 5 1,-2-1 90,1 0-90,-1 0 0,-1-1 90,0 0-90,0-1 90,-1-1-91,-1 0 1,-1-1 0,-2-1 0,0 0 0,-3-2 90,-12-8-90,3 5-956,0 0 0,-2 1 866,-9-3-45,9 5 0,-1 1 0,5 2 0,0 2 0,-3-2 0,0 1-45,-1 1 0,0-1-978,-5 0 1,-1 0 1022,2 1 0,-1 0-45,-7-1 0,-1 1 0,1 0 0,0 2 30,9 0 0,0 2 0,0-1-614,-1 0 0,0 0 0,1 1 614,-2 0 0,1 1 0,-2 0-30,-1 1 0,-2-1 0,0 1 0,2 0-521,-3 0 1,1 1 0,-1 0 542,2 0 1,-2 1 0,0-1-1,2 1-22,1 0 0,1 0 0,-1 1-154,-2 0 1,-1 1-1,-1 0 1,2 0 153,-2 0 0,2 0 0,-2 1-76,2-1 0,-1 1 0,-1 1 0,3-1 106,2 1 0,1 0 0,-1 1-77,0 1 1,-3 0 0,0 2 0,2-1 46,-1 1 0,0 0 0,0 1 0,2-1 0,-2 1 0,0 0 0,3 0 0,0 1 0,1 0 0,1 0 0,0 0 0,0 1 0,0 0 30,0 0 0,1 1 0,-1 2 59,1 0 0,-3 1 1,1 1-1,1 0-89,-1 1 0,1-1 0,0 2 1,1-1 1,-1 1-1,0 1 1,3-1-2,0 1 0,2-1 0,0 1 0,0 1 0,0 1 0,1-1 0,-1 2 0,1 0 0,0 0 30,0 0 0,0 1 0,1 0-30,0 1 0,0 0 0,0 1 221,1-1 1,0 0-1,-1 3-221,1 0 0,-1 2 0,1 1 0,0-2 0,0 2 0,0-2 0,0 2 0,2-2 0,-1 2 0,1 0 0,1-2-152,1 0 0,1-1 0,1-1 152,0 1 0,1 1 0,-1-1 221,1 1 1,1-1-1,-1 1-191,2 0 0,0 0 0,0 0-267,0 0 1,0 1 0,1-1 206,1 0 0,0 0 0,0 2 30,1 0 0,0 3 0,0 0 0,1-2-30,-1 2 0,1-2 0,0 2 7,1-2 1,0 2-1,0-1 1,1-2 191,1 0 1,1-2 0,0 2-215,0 0 0,0 2 0,1 1 0,0-2-195,0 2 0,1-1 0,1 1 195,-2-2 0,1 0 0,1 2 1,-1-1-24,2 0 1,0 1-1,0-1 1,1-1 266,0 1 0,-1-2 0,2 3-253,-1-3 0,2 4 0,-1 0 0,1-1 0,-1-4-6,2 3 0,-1-3 0,1 1 37,0-1 1,0 1-1,0 0 1,1-2-136,0-1 0,0-2 1,1 0 127,-1 0 0,1 1 0,0-1-15,5 13 0,0-1 0,0 0 0,1 0 0,1-1 0,-1-1-45,2 1 0,0-1 45,2-1 0,-1-1 0,1 1 0,1-1 0,1-1 0,0 0-45,0 0 1,0-1 44,2 0 0,0-1 0,0 0 0,1-1 0,2 0 0,0-1 0,0-1 0,1 0 0,1 0 0,2-1-99,0 0 0,0-2 99,2 0 1,1-1 44,2-1 0,0-1 0,2-2 0,0 0 0,-10-8 0,0 0 0,0-1 1,1-1 0,1 0 1,-1 0 28,2-1 0,0-1 0,0 0-70,1 0 0,0-2 0,1 1 70,0-1 0,1-1 0,0-1-30,1 1 0,0-2 0,0 0 219,1 0 0,1-1 0,0-1-219,1 0 0,0 0 0,1-2 30,0 1 0,0-2 0,1 0-162,1-1 1,0 0 0,0 0 131,1-2 0,0 0 0,1 0 105,-1-1 0,1 1 0,0-1-105,-6 0 0,1 1 0,-1-1 0,0 0 0,-3 0 0,-1 1 0,0-1 0,3 0 18,3-1 0,2-1 0,2 1 0,-1-1 0,-2 0-18,0 0 0,-2 0 0,1 0 0,3-1 15,-2 1 0,3-2 0,1 1 0,0-1 0,1 0 0,-3 0-102,-3 0 1,0 0 0,-1 0-1,-1 0 1,1 0 0,-1 0 86,5-1 0,-1 1 0,0-1 0,0-1 0,1 0 15,-3 0 0,2 0 0,0-1 0,-1 0 0,-1 0 0,-3 0-15,1 0 0,-2 1 0,-1-1 0,1 0-47,5-2 1,2-1-1,0 0 1,-3 1 46,2-2 0,-2 0 0,-1 0 0,-3 2 0,0-1 0,-1 0 0,-1 0 0,1-1 0,-1 0 106,1 0 0,-2-1 1,1 0-107,-1 0 0,0-1 0,-1 0 0,0 1 0,-1-2 0,0 1 0,-1-1 0,0 0 0,0 0 40,-1 0 0,0-1 0,0 1-10,-1-1 0,-1 1 0,0-1 0,0-1 0,-1 0 0,0 0 0,-2 0 0,1 1 0,-2-2 0,1 1 0,-2-1 0,1-1 30,-2 1 0,-1 0 0,1-1 30,6-11 0,-2-1 296,-1 1 0,-1-2-266,-4 2 0,-1-3 0,-1 1-232,0-2 1,-2-1 171,-2 3 0,0-3 0,-3 3 30,-2 1 0,-3 1-71,0 6 0,-1 0 0,-1-1 11,0 2 0,-1 0 0,-1-3 37,-1-2 1,-1-3-1,-1-1 1,0 2-9,-1-2 1,0 1 0,0-1-164,-1 1 0,-1-1 0,0-1 0,1 3 164,-2-1 0,0 3 0,0-1 23,-1-1 0,0 0 1,-1-1-62,2 6 1,0-1-1,0 0 1,-1 1 7,-2-7 0,0 0 0,-1 0-8,1 4 1,0-1-1,0 0 1,-1 0 12,1 4 0,0 0 1,0 1-1,-1-1-13,-1-2 1,0 0-1,-1 0 1,0 0-23,-1 1 0,1-1 0,-1 2 0,0-1 22,0 1 1,0 0-1,-1 1 1,1-1-23,-2 1 0,0 0 0,-1 0 0,1 1 5,-1 0 1,2 1-1,-2-1 1,-2-1-6,-2 0 0,-3-2 0,0 0 0,-1 0 0,2 3 0,-1-2 0,2 3 0,-1 0 0,-4-2 0,5 4 0,-3-1 0,-2-1 0,0-1 0,0 2 0,1 0 0,2 3-35,-6-5 0,1 4 0,1 0 0,-1-2 35,4 6 0,0-2 0,-1 0 0,-1 0 0,2 1 0,0 1-23,-4-2 1,2 0-1,0 2 1,-1 0-1,0-1 1,0 1-1,1 0 1,-2 1-24,1-1 0,0 1 1,0 1-1,-1-1 1,0 0 0,1 1 0,-1 0 0,0 0-23,0 1 1,0 0 0,0 1-1,-1-1 23,1 0 0,0 0 0,-1 1 0,0 0 7,1 0 1,1 1 0,-1 0 0,-3 0-125,0 1 0,-2-1 0,-2 0 0,2 1 1,1 1 48,1 1 1,2 0-1,-1 1 1,-1 0-32,0 1 0,-1-1 0,-2 0 0,2 1 0,2 2-391,-8-1 0,3 3 0,-1 0 36,8 1 1,1 0-1,-2 1 1,1 0 498,0 1 0,0 0 0,-1 1 0,-1 0 0,0 1 0,-1 0 0,-2 1 0,1 0 0,-1 0 0,-1 1 0,0-1 0,-1 1 0,1 0 0,0-1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2:58.175"/>
    </inkml:context>
    <inkml:brush xml:id="br0">
      <inkml:brushProperty name="width" value="0.12095" units="cm"/>
      <inkml:brushProperty name="height" value="0.12095" units="cm"/>
      <inkml:brushProperty name="color" value="#92D05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6713 4128 12249,'-1'-9'-318,"0"2"369,0 1 16,1 0 154,0 1-148,0-4 104,1 4 3,0-5 60,-1 5 153,4 5-331,0 8-421,1 1-138,-1 5 243,-2-7-297,0 1 133,0 0 7,2 4-75,0 6 326,-1-4 359,1 3 58,4 3-349,5-7-482,0 4-628,3-13 1090,-5-7 610,4-5 122,12-7-1359,-7 0 1,2-2-1,-1 0 1175,2-1 0,-1 0-82,1-1 1,2-2 0,-4 2-262,-5 4 0,0 0 381,6-5 1,4-3-1,1 0-312,-1 3 0,1-1 0,1 0 0,-1 0-56,-5 3 1,0 0 0,0 1 0,0 0-416,10-7 1,1 1 0,-7 5 298,-3 5-123,3-1 198,-11 7 1,6-1 0,-10 5 0</inkml:trace>
  <inkml:trace contextRef="#ctx0" brushRef="#br0" timeOffset="7103">7973 2966 11056,'4'-10'1376,"0"1"-892,0 1-157,-2 2-140,0 2-19,0 1-92,0-4-79,-7 2-605,-3 6 591,-7 6-1963,-2 11 2608,0 0-347,2 4 0,-3 7 1,2-4 101,5-6 1,0-1-366,-4 7 1,-1 4 0,3-2 302,6-3 1,3-1 281,3-3 0,2 0-422,-2 6 0,3-1-411,7 3-335,3-12 1,2-2 769,-1-3-992,10-2 1,0-2-2491,-9-7 1641,15-2 1480,-22-2 1103,-1-1-181,4-10 611,-5 5-809,-5-8 1,-1-1 74,-3 6-753,-6-7 1,-1 1-49,3 9 0,-4-8 0,13 11 1</inkml:trace>
  <inkml:trace contextRef="#ctx0" brushRef="#br0" timeOffset="7357">8210 3086 8350,'27'-10'674,"-14"4"-2313,9 2 1,0 1 1031,-9 3 0,11-1 1,-14 2-1</inkml:trace>
  <inkml:trace contextRef="#ctx0" brushRef="#br0" timeOffset="7587">8253 3243 8329,'3'2'-1217,"0"0"1087,6-5 701,10-4-518,9-2 0,2 0 0,-10 2 0,0 0 0,12-4 0,1 1 0</inkml:trace>
  <inkml:trace contextRef="#ctx0" brushRef="#br0" timeOffset="7904">8671 2956 9738,'-1'-8'-125,"1"-2"110,0 5 781,0-7-289,1 7 74,3 1-2190,4 19 1,-1 8 679,3 4 548,-1 1 1,-1 3 473,-3-2 1,-1 2-1,-1-3-961,1 3 1,0-1 853,-1 0 0,1 2 0,0-3-687,-2-7 1,0-3 425,2 7 540,0-3 1,0 3 0,0-1 0</inkml:trace>
  <inkml:trace contextRef="#ctx0" brushRef="#br1" timeOffset="8989">6424 6275 5734,'-4'-7'0,"0"0"0,0 1 0,-1 1-286,2 0 286,-1 0 76,-1 0-62,0 2 39,-5-4-39,0 6 50,-19 18-4,13 3 1,1 3-1478,-1 0 0,0 0 1577,2 6 1,2-1-116,6-10 0,0 0 81,-1 12 1,1 5-61,5-2 1,2 3 0,1-1-53,2-2 1,1-1 0,0 0-23,0 0 1,1-1 0,2-5-475,4-4 0,1-7 141,-2-8 45,8-1-372,1-7 577,2-3-26,-6-4 178,-10-20-32,-7 13-175,-3-14 184,-8 12 338,-2 4 0,-3-1-413,-1 2 1,0 0 39,2 1 0,-1 1-38,-9 3 186,20 10 0,1-1 1,3 0-1</inkml:trace>
  <inkml:trace contextRef="#ctx0" brushRef="#br1" timeOffset="9273">6455 6521 5734,'-7'-2'25,"2"0"0,0 1 15,0-3-40,3-5 0,14-8 0,-4 5 0,19-5 0,-17 16 0,3-1 0,-7 5 0</inkml:trace>
  <inkml:trace contextRef="#ctx0" brushRef="#br1" timeOffset="9474">6515 6598 5824,'14'-8'-40,"6"-5"40,1 2 0,3-4 0,-3 2 0</inkml:trace>
  <inkml:trace contextRef="#ctx0" brushRef="#br0" timeOffset="9857">6701 6386 7588,'-3'-7'-553,"-1"-4"-2724,3 4 798,1-2 2531,3 1 1554,1 3-1274,23-6-1606,-13 7 1351,16-3 139,-15 13-160,-5 1-116,-2 17 0,-3 8 57,-6-6 1,-2 1-30,2-2 1,0 2 0,-1-2-805,-5 5 0,-1-2 797,2-7 1,0-2 15,0 0 0,0 0 9,0-1 1,1 1 70,-2 8 0,1 0 32,4-2 1,1 1 99,-2-3 1,3-1-200,8 10 1505,23-20-1805,0-8 199,-9-2 0,1 0-140,6-5 202,0 2 1,-10 5 0,6 2 0</inkml:trace>
  <inkml:trace contextRef="#ctx0" brushRef="#br1" timeOffset="10558">6468 8447 5734,'-10'-6'22,"2"2"23,0 2-22,-5 6-23,2-2 0,-4 7 90,-4 18-90,7-7 0,3 4 0,-2 8 0,0 1 0,3-4 0,1-3 0,1 0 0,-1-1 0,-1 4 0,1 0 0,4 0 30,4 6 0,5-1 0,0-4-30,-2-7 0,1 0-405,1 7 0,1 4 0,5-5 405,8-5 0,3-6-1495,-4-5 0,2-1 1495,3 4 0,-1-3 0,9-10 0,-8-12 0,-9 2-592,4-5 592,-13 4 0,-2 0 732,-5-5-732,-11-6 0,1 5 1225,-10-2-1225,6 10 0,-5 5 0,-2 1 0,1 1 313,-4 5 0,2 4-313,15 3 0,-3 4 0,13-8 0,2-7 0</inkml:trace>
  <inkml:trace contextRef="#ctx0" brushRef="#br1" timeOffset="10828">6652 8820 5781,'-4'-7'43,"4"-1"-43,0 3 0,14-7-300,-6 5 300,8-4 60,-9 6-110,3-1 50,-2 2 0,10-3 0,-13 5 0,5-1 0</inkml:trace>
  <inkml:trace contextRef="#ctx0" brushRef="#br1" timeOffset="11026">6731 8902 5770,'3'-3'144,"-2"2"-144,6-11-973,-3 5 973,1 0 0,1-2 313,12-13-313,-9 10 0,9-14 0,-12 14 0</inkml:trace>
  <inkml:trace contextRef="#ctx0" brushRef="#br1" timeOffset="11477">6861 8543 5787,'-8'-14'37,"3"6"-37,-1-2 0,3 6 90,4-3-90,6-3 0,3-2-3277,21 0 2302,-16 7 975,10 2 860,-16 7-860,1 19-2269,-7 12 2269,-1-1 0,-7 0 0,1-14 0,2 1 0,1 0 971,1-2-971,3-7 0,5 5 0,2 1 0,10 13 0,-4-8 0,0 2 1276,-1 2 1,-1 1-1277,-6-7 0,-2 2-1342,0 9 0,-3 0 1342,-4-10 0,-1-1 0,-2 3 0,0-1 588,-2 4 1,-2 1-589,2-1 0,-2 2 0,1-2 0,-1 6 0,-1-2 0,2-5 0,0 0 0,0-1 0</inkml:trace>
  <inkml:trace contextRef="#ctx0" brushRef="#br1" timeOffset="13481">6333 10253 5734,'-7'-3'14,"-9"8"19,-8 12-19,-4 5-986,12-9 1,-1 2 975,-2 3 0,0 1 0,1 0 222,-1-1 0,1 1-226,-1 1 0,-1 1 0,3-1-494,2-2 1,2-1 493,1 0 0,0 0-754,1 0 0,0 1 754,0 3 0,1 1-628,1-2 1,2 0 627,1-1 0,1 0 0,5 15 0,5-18 0,12 1 0,3-2 623,-2-3-623,15-3 0,2-5-936,-12-8 936,-2 1 0,-3-2 0,-9-1 2269,-7 1-2269,-22-12 0,8 10 0,-18-3 0,-3 3 0,7 6-454,2 0 0,2 1 364,9 2 3032,6 0-2942,1-1 0,3 1 0,1-1 0,1 0 0</inkml:trace>
  <inkml:trace contextRef="#ctx0" brushRef="#br1" timeOffset="13763">6284 10602 5824,'-2'-7'180,"11"-9"-180,-2 8 45,11-4 0,2 1-225,7 0 84,5-2 96,-13 8 0,-14 5 0,-3 1 0,0 0 0</inkml:trace>
  <inkml:trace contextRef="#ctx0" brushRef="#br1" timeOffset="13947">6298 10727 5801,'5'5'113,"18"-10"-113,8-5 0,-8-1 0,3-1 0,-3 0 0,-1 1 0,-1-1 0,9-5 0,-3 0 0,-6-3 0</inkml:trace>
  <inkml:trace contextRef="#ctx0" brushRef="#br1" timeOffset="14549">6760 10250 5914,'-5'7'90,"0"1"-1729,-4 11 1,-1 3-656,-1 2 2660,1 0 0,-3 8 0,0 1 0,2-5-366,2-5 0,0 1 0,-3 8 0,-2 6 0,4-8-1394,1 0 1394,4-7 0,4-13-503,16-15 503,-6 1 1853,11-8-1853,7-12-1853,-9 8 1853,-4 2 0,0 2 0,-2 1 1480,-3 4-1480,0 1-90,9-7 90,-5 4 768,3-3-768,-3-1-2118,-9 7 2118,4-6 312,-7 8-312,0-2 326,-1 0-416,0-2 180,1 1-90,-3 22 0,1-4 0,-2 20 1523,1-8-1523,0 1 0,1 4-146,0-2 0,1 2 0,-1 0 146,0 7 0,0 0 0,1-10 0,0 1 0,-1 0 0,-1 2 0,-1 1 0,0-4-252,1-6 0,-1-1 0,-1 8 0,-1 3 0,0-5 0,-5-1 1</inkml:trace>
  <inkml:trace contextRef="#ctx0" brushRef="#br1" timeOffset="15264">5792 12246 5776,'3'-12'318,"1"2"-229,-15 25 1,-6 11-45,3-3 0,0 3-1138,-1 0 1,-1 3 0,1-2-100,-1 4 1,2-2 1191,5-6 0,2 0 0,2-3 0,4 1 499,8 6 1,4 2 0,0-2-500,-5-2 0,3-1 0,13 4 0,8 1 0,-3-9-1409,7-13 1409,-5-1 0,-1-3 0,-5-9 0,3-12 0,-13 7 1253,-5-7 1,-4 0-1102,-12 2-469,-6-9 339,-1 17 2492,4 3-2402,-1 2-153,-16 6 148,14-1-101,-17 10 0,25-8 0,-3 4 0</inkml:trace>
  <inkml:trace contextRef="#ctx0" brushRef="#br1" timeOffset="15532">6133 12401 5914,'-5'-6'269,"0"-1"-89,1 4-90,15-9-3367,3 1 2213,10-3 1064,-2 6-14,-8 3-76,1 1 90,8-1 0,-11 5 0,7 2 0,-13 4 0</inkml:trace>
  <inkml:trace contextRef="#ctx0" brushRef="#br1" timeOffset="15716">6158 12587 6094,'6'2'269,"3"-5"-179,1-3-90,3-4-225,9-5 1,1-1-4,-2 3 228,6-5 0,-2 2 0,-7 5 0,4-2 0</inkml:trace>
  <inkml:trace contextRef="#ctx0" brushRef="#br1" timeOffset="16099">6555 12226 5914,'-3'-9'269,"0"2"1,-6 9-270,4 1 0,-7 14 90,2 7-1729,2-6 1,1 0 754,-5 11 884,3-1 859,7-15-1039,13 20 90,5-19 0,1-2 45,-3 5 0,-1-1-304,6-7 0,-2-2 349,-6-2 0,-5 2 1478,-14 11 0,-8 6-1478,-2-3 0,-3 2 0,1-1-344,-3 6 0,1-1 344,1-6 0,-1-1 0,5-6 0,4-8 0,0-1 0</inkml:trace>
  <inkml:trace contextRef="#ctx0" brushRef="#br0" timeOffset="16316">6382 12300 7477,'-3'-7'-467,"2"-10"192,2 7 319,13-10 0,10-7 0,-1 2-131,3 1 1,1 0-734,-6 5 1,1-2 0,0 1 0,-2 1 194,10-5 1,-4 4 361,-9 6 0,0 0 233,10-7 1,0 0-1,-10 7 1,-1 0-1,7-7 1,0 1-1</inkml:trace>
  <inkml:trace contextRef="#ctx0" brushRef="#br0" timeOffset="26690">15537 8102 18416,'-1'-8'-3277,"5"1"2058,3 2 2291,20 0 1,9 1-724,-8 1 1,2 0-201,-2 0 1,2 0 0,1 0-81,-2 0 1,1 1 0,0 0 0,1-1-27,2 1 0,1 0 0,0 0 0,-1 0 93,-3 0 0,-1 0 0,0 0 0,1 0 226,-1 0 0,1 0 0,0 1 1,0-1-396,1 1 1,2-1-1,-2 1 1,-3 0-199,0-1 1,0 1 197,9-1 1,4 1-1,-10 0-69,-8 0-2,-3 1 64,5-1-6,10 0 61,-11 0 22,4 0 61,-9-1 1,-20-1-1,4-2 1</inkml:trace>
  <inkml:trace contextRef="#ctx0" brushRef="#br0" timeOffset="27125">16551 7940 20856,'-6'-10'-3277,"2"2"0,4 0 725,9 5 1599,19 7 1875,-5 0-322,10 3-414,0 0 1,0 0-381,-4-1 987,5 2 1,-2-2 769,-16-2-863,8 1-1781,-2 2 818,0-2 98,-21 10-621,-10-6 1245,-5 2 1,-4 3 69,-3 4 0,-1 2-84,-3 5 0,0 2-23,3-4 0,1 0-70,0 3 0,2 0-294,8-6 0,1-1 1,0-2-1,1-1 1,1 3-1,-1-1 1</inkml:trace>
  <inkml:trace contextRef="#ctx0" brushRef="#br0" timeOffset="29285">14134 5264 19430,'0'0'0</inkml:trace>
  <inkml:trace contextRef="#ctx0" brushRef="#br0" timeOffset="29294">14134 5264 19430,'0'0'0</inkml:trace>
  <inkml:trace contextRef="#ctx0" brushRef="#br0" timeOffset="29358">14134 5264 19430,'0'0'0</inkml:trace>
  <inkml:trace contextRef="#ctx0" brushRef="#br0" timeOffset="32297">14016 5196 18711,'-6'-1'-857,"0"0"600,1 1 260,-1 0 62,1 0 240,-1 0-41,0 5 556,-1 5-842,0 2 23,2 1-262,3-4-323,0-1-145,0 22-388,0-15-30,0 16-685,1-21 774,0 5 215,-1 9 280,1-6 234,-1 4 105,2-15 46,5 1-805,0-4 765,5 1 339,-1-6 1208,12-4 121,-4 2-8,11-3 17,-12 3-720,5 0 0,2 1 339,-1 1 0,0-1-364,2 0 0,0 1-181,-5 0 0,0 1-652,1-1 1,-1 1-275,8 1 175,-8-1 0,0 0-209,6 1 112,-9-1 50,-2 0 155,-3-1 264,-6-1 320,1-1 415,-2-1-480,0 0-142,3-8-398,-3 5 136,4-15-559,-5-1-680,0 1-162,-3-2-725,-1 13 374,-1-2 28,0-4 383,-4-14-119,2 9 400,-2-5 436,3 15-250,1 6 247,-3-4-46,2 5 55,-2-2 226,0 5 1216,-9 0 562,-1 2 182,-2 1 327,4 0 77,2 1 326,-1-1-1193,-10 0 0,-4 1 903,-9 0-1604,2-1 0,0 1-129,0-1-218,2 1 0,0 1-60,1 0 32,6 0 1,1-1 9,7 2 0,4 0 1,-1 0-1</inkml:trace>
  <inkml:trace contextRef="#ctx0" brushRef="#br0" timeOffset="34277">14164 7620 11240,'-6'6'1154,"1"0"-1791,1-2 335,2 0-46,-2 5 54,3-4-58,0 3 83,4-11 216,-3 1-677,1-6 452,-4 1-233,-1 0 62,-1 2 46,1 0 262,-1 4 369,0 0-247,1-1 0,1 2 0,2-2 0</inkml:trace>
  <inkml:trace contextRef="#ctx0" brushRef="#br1" timeOffset="35444">13985 7588 5734,'1'-7'1215,"2"2"-318,-1 6-1065,-1 2-182,1 4 319,-1 2 115,-1 1-15,2 14-1780,-1-8 1684,1 7-211,3 7 274,-3-17 151,4 16-174,-2-16-130,0-2-53,1 1 0,5-4 59,-4-6 229,3-1 2097,-3-2-1834,5-1 42,4-1 55,7-2-3339,13-1 3370,-14 3-61,5-1-237,0 2-2374,-10 1 2119,9-1-24,-14 2 2,-2-1 14,5-2 2319,-3 2-2298,6-2 61,-9 2 11,3-2 3235,-6 2-2955,1-2-147,-2 0 65,3-4-143,-5 2-122,2-2-36,-3 3-126,-1-3-3089,1-5 2514,-1 1 331,0-4-82,0 5 291,-3-8 1,1-3-94,0 3 157,-1-1 1,0 0-32,-1-5-2191,0 1 2257,0 0 37,1 5-11,1 6 44,0 5 2241,-2-5-2274,0 9 9,-1-1 82,-16 8 401,9-2-212,-12 2 1,-4 0 3,4-1 1,0-1-10,-2 1 1,0 0-901,2-1 0,2 0 1137,0 0-958,0 0 1,1 1 1059,0 0-370,-15 2-74,26 0 1,5 0 0,-1 2 0</inkml:trace>
  <inkml:trace contextRef="#ctx0" brushRef="#br1" timeOffset="36715">14070 10011 5734,'2'-6'90,"0"8"-90,0-1 0,3 3 0,-2-6 0,2-7 0,-3 3 0,-3-7 0,-1 7 0,-1-3 0,-1 6 0,-2 5 0,2 5 0,-1 1 0,3-1 0,2-4 0</inkml:trace>
  <inkml:trace contextRef="#ctx0" brushRef="#br1" timeOffset="37847">13959 9919 5734,'-2'-8'39,"0"1"12,2 2 39,-1 0-90,-1 12 0,0-3 0,-1 17 0,1 16 0,0-14 0,2 10 0,1-1 0,0-13-45,2 4 0,0 0 45,0-11 0,3 4 0,2-8 0,-2-4 0,2-2 0,-2-1 0,6 0 0,-2 0 0,4 1 0,-4-1-1,0 0-35,14 3 28,-7-2-12,5 1 0,0 0 20,-5 0 0,13 0 0,-18-1 0,-1-1 0,-4 0 3,0 0 11,-4 0-17,-1-8 3,0 3 0,-4-25-2,2 8-3275,-2-11 3156,2 8 118,0 4 0,-1 0 3,1-6 0,0 0 0,0 0 0,0 3 0,-1-1 0,-1-5 0,0 10 0,-1-6-416,2 14 416,-1 7 3185,-3-2-3185,1 3 0,-9 2 0,6 2 0,-3 2 0,5-1 0,-6 1 8,-17 3-8,8-1 314,-9-1 1,0 0-323,7-2-890,2 0 1,2 0 897,6-2 0,3 1 0,2-2 0,0 0 0,3-1 0</inkml:trace>
  <inkml:trace contextRef="#ctx0" brushRef="#br0" timeOffset="39162">14093 12397 21086,'-3'-7'-3277,"0"2"0,-1 6 1920,-1 2 3211,1 1-1324,9-8 272,-2-4-1115,5-9-589,-7 7 1784,-3 1-600,-2 10 0,1-1 1,1 3-1</inkml:trace>
  <inkml:trace contextRef="#ctx0" brushRef="#br0" timeOffset="40329">13924 12330 25882,'-8'-2'-1562,"2"1"998,3 8-975,2-2-344,0 2 637,0-1 214,0 1 227,0 7-1045,1 13 263,0-7 29,1 9 515,1-15 477,1 10-91,0-7 95,0 5-2715,0-13 2032,-1-2 819,1-3 879,9 1 859,-1-3 412,4 2 118,0-4 482,13-1 4,3-1 287,2 1-140,-9-2-767,8 0-756,-4 0-238,4 0 2562,-5 0-2309,-20 2-886,5 0-17,-7 1 11,2-2 55,-2 2-23,1-2 121,-2 0-242,-1-2-1195,-1-2-135,0-12 312,-2-4 0,0-3-607,1 1 1,-1-1-1,0-5 1,0 1-1,-1 0 1,1 2-1,-1 6 1,0 2-1639,-1-16 1522,0 9 791,0 12 590,0 1 111,0 0-59,-2 3-58,1 8 3656,-10 2-957,-1 2 957,0 2 0,2-2 0,6 0 0,-2-1-372,-26 6-1526,6-2 0,-3 2-2366,-4 2 0,0 1 1252,4-3 0,2 1-1621,-5 6 1319,25-9 1,-1-1 0,0 0 0</inkml:trace>
  <inkml:trace contextRef="#ctx0" brushRef="#br0" timeOffset="44779">17892 8060 9779,'2'-13'-148,"1"2"139,-3-8-232,0 11 1268,-3-8-735,0 12-3569,-7-5 1887,-5 2 1926,-1-1 84,-1 4 357,5 4 35,-15 9 1,-4 5-157,14-4 1,0 3-110,-8 6 1,-1 5 0,5 0 395,11 0 1,3 2-551,0 2 0,3-1-139,13 8-793,3-15-258,11-4 0,2-2-973,-1-1 623,0-1 0,1-5 366,-6-13 1,-2-5 1152,11-14 36,-10 12 1,-2-1 808,1-14 137,-12 13 1,-3-19-988,-1 17-117,-1-13-1027,-2 21-1432,0 13 1430,1 0-838,1 13 369,4 0-19,2 2 602,8 9 0,3 2-657,0-2 620,-1 0 0,2-2 98,-2-10 0,1-4-1381,4 1 1023,10 6 290,-15-19 1523,-5-2 723,1-3-363,3-9 0,-2-4 941,0 0-1771,-5-8 1,-3-9 0,-3 4-255,-4 9 0,-3 1-285,0-6 0,0-2 0,-1 4-67,-9-9-1362,0 6-604,6 13-864,1 2 428,6 9 720,11-3 3547,9 3-1112,10-3 1,5 0 21,-3 1 0,1 0 154,2 0 1,-2 0 109,-7 0 0,-4 1 1126,-3 1 33,9 1-254,-15 4-3348,5 2 632,-18 4 283,-7 17 192,-1 12 55,4-16 1,2 1-83,-1-2 0,3 0-221,7 8 1,3-1-877,1-4 825,-1 0 0,3-2-10,10-8 0,1-4 88,-2 0 185,2-1 1,2-1 403,13-9 1,-10 0 0,-6 0 0,1 0 0</inkml:trace>
  <inkml:trace contextRef="#ctx0" brushRef="#br0" timeOffset="45997">18928 8084 17097,'-2'-8'-3277,"-4"-3"0,-3-2 0,-6-5 3145,-10 2 1,-3 2 529,-5 0-51,5 13 0,-4 2 0,6 4 1035,-3 10-901,4 0 1,5 5 329,16 9 0,7-1-92,-1 1-272,3 0 0,3-2-324,4-12-968,10 2-147,10-10 130,1-3 539,-5-19 1,-1-5 1249,-5 1-79,-4-3 0,-3 0 587,-7 6-54,-3 4 498,-1 8 269,-4 9-2577,0 8 100,-1 14 1,-1 12 0,0-4-530,1-10 0,0 1 503,-1 1 0,1 3 0,-1 2 1,1 0 67,1-1 1,0 0 0,0-1 0,0-1 30,-1 0 1,0-3 0,0 2-2,1 9 0,0 2 0,-2-6-476,0-7 1,-3-8 1509,-13-14 328,3-1-230,-9-7-606,7-5-531,0-1-175,-9-9 74,13 6 1,0-1-670,-8-8-518,4-1-814,14 12 2064,12-11 1,5-2 1002,2-1 6,2-1 0,4-2-44,0 9 1,3 0 0,0 0 145,-2-1 0,0 0 1,0 0 73,5-3 0,0 0 1,-1 0-28,-2-1 0,-1 0 0,-1-2-237,-5 3 0,0-3 0,-1 1 1,-2 2-189,8-8 1,-2 1-398,-2 1 1,0-2 0,-4 4-173,-6 6 1,-3 3-811,1-1-97,1 1 129,-13 49-452,1-7 884,1-5 0,-1 3-17,2 1 1,0-1-490,-1 5 632,0-5 1,1-2-148,1-4-24,0-6-32,0-1 442,12-29 732,-6 10-370,2-7 1,1-3 312,2-7-62,1 0 80,5-7 104,-6 15 73,1 4 286,-5 11-158,10 17-2282,-6 1 451,2 4 0,-1 2-750,0 8 205,-1-2-108,-3-11-186,-3-10-467,18-7 1304,-10-1 1701,6-8 0,6-4 0,-2 1 769,-5 2 1,1-1-103,10-8 1,0 3 1205,-5 4-129,-4 30-2256,-12-5-81,3 23 1,0 4-1545,-3-4 352,-2-2 1,1-2-1254,-1-9-129,2-4 1777,10 0 1,-1-5-1,9-1 1</inkml:trace>
  <inkml:trace contextRef="#ctx0" brushRef="#br1" timeOffset="46480">20100 8036 5734,'-8'-7'0,"1"2"0,0 2 1490,-5-2-41,-24 0 36,13 3-868,0 6 1,-5 5 0,5 1 1273,-4 13-2107,3-6 1,2 1 3024,13 5-905,7-3-2117,12 8-308,-3-8-451,8 3-1129,-5-17 248,9-2 437,14-15 1085,-8 5 821,-4-14 0,-4-2 676,-9 8 478,5-17-185,-12 26-30,2 9-1726,6 13 1,3 5-374,10-1 1,1 2-455,-5 1 0,1-1-141,4-6 1,1-5 623,-5-9 1,0-3 632,11-1 1,-8-1 0,-1-2-1,7-6 1</inkml:trace>
  <inkml:trace contextRef="#ctx0" brushRef="#br0" timeOffset="46735">20274 7982 19622,'14'10'-3277,"1"1"434,8 4 2429,4 3 263,-1 1 1,1 1 2,-11-8 0,1 0 72,6 5 1,2 2 0,-5-3-3202,-2-3 2604,-1-2 0,-2-1 752,-10-6 1,0-3 0,-2 0-1</inkml:trace>
  <inkml:trace contextRef="#ctx0" brushRef="#br0" timeOffset="46930">20554 7967 15525,'-2'-10'-3277,"0"3"0,-9 12 2925,4 0 3057,-11 12-2475,3 2 1,-3 5-1,2-1-670,0-1 0,0 1 520,-4 5 0,-2 3 0,3-3 124,6-9 0,2-1 42,0-1 0,1 0 0,-6 5 0,1 1 0</inkml:trace>
  <inkml:trace contextRef="#ctx0" brushRef="#br1" timeOffset="48281">19202 9047 5734,'6'-3'0,"1"5"0,-4 2 0,0 6 4,-6 10 1,-2 7 0,-1 0 8,1 1 0,1 0 0,-1 1-1106,-2 6 1,1 1 0,-1-1 774,2-4 1,1 0 0,0-4 743,1-3 0,0 1-409,2 4 0,0 6 0,0 1 0,1-5 13,-1 1 1,1-1-16,0-2 0,0 3 1,0 0-1,1-3 9,5 7 0,1-4-1148,-3-13 0,0 1 1143,3 9 0,-1-3 17,-2-10 1,-5-11-15,-1-1 0,-6 0 0,-2 0 0</inkml:trace>
  <inkml:trace contextRef="#ctx0" brushRef="#br1" timeOffset="48615">18894 9912 5824,'7'15'53,"3"0"1,2 0-3331,6 7 2849,-5-6 1,3 1 1058,8 9 0,-1 0-618,-2-3 129,1 1 0,1-1-131,3-7-2448,6-11 2523,4-1-37,-13-9 0,1-8 261,-3-5 0,2-6 0,-1-2 1,-2 3-250,6-2 1,-2-1-563,-3 2 0,1-3 1,-2 0-1,-4 5 805,-1-7-175,-7 11 0,-1 2-382,0-2 1,0 0 0,-7 15 0</inkml:trace>
  <inkml:trace contextRef="#ctx0" brushRef="#br1" timeOffset="49198">18886 10705 5818,'-1'-13'96,"-4"1"-96,2 4 90,-3 1-90,1 5 90,-21 4-90,10 1 29,-6 6 1,-6 5 0,4-1-30,-2 10-512,-2-4 1,4 3 511,21 11-1445,22-7 1,5 0 1444,-11-7 0,3 0-15,7 1 1,8 3 0,1-1-1,-7-4 15,-6-5 0,-1-1-693,7 3 1,2 2 0,-6-2 692,-7 1 0,-4 11-68,-24 3 0,-7 2 68,12-11 0,-3 0 90,-7-2 0,-8 2 1,-3 1-1,2-2 1,4-5-91,2-1 0,0-2-82,-8 5 0,-5 1 1,8-4 81,4-4 0,20-14 0,2-3 0,20-13 0</inkml:trace>
  <inkml:trace contextRef="#ctx0" brushRef="#br1" timeOffset="49598">19473 10525 5914,'1'-10'0,"-1"3"90,-3-4-90,-11 25 0,-4 11-1639,2 1 1,-1 2 1343,3-5 0,-1 1 0,2 2 494,-1 4 0,2 2 0,1 3-199,5-3 0,0 4 0,1 2 0,1-2 0,-1-3 0,0 2 0,-1-4 0,3 6-47,3-6 0,0 4 0,1 4 0,0 0 0,3-1 0,0-4 0,2-6 17,5 2 0,2-6 0,1 1-404,-3 2 0,0 3 0,1-2 0,2-5 389,9 1 0,3-9 45,-1-15 0,0-5 0,-6 3 0,-1-3 0,7-8 0,-1 1 0</inkml:trace>
  <inkml:trace contextRef="#ctx0" brushRef="#br1" timeOffset="50182">19561 11026 5812,'1'-9'12,"1"0"-12,5-1 90,7-2-90,0-1-1399,3 2 1399,-7 6 441,21 5-441,-17 2 0,1 13 0,-5 7 0,-13 1 0,-5 1-1463,3 4 1,-1 0 1462,-5-2 0,-1-3 760,-2 2-760,-2 1 0,0-1 0,2-3 0,-3 3 0,7-7 0,25-32 0,3-6-567,-1 1 0,3-6 0,2-1 0,-3 3 567,3-3 0,-1 0-2,2-2 0,3-5 0,-1 1 0,-5 8 2,4-3 0,-7 5 0,-5 9 0,-18 29 0,-7 10 0,-1 4 0,4-2 0,1 6 0,2-4 0,5 5 150,0-6 1,2-2-151,4-7 0,4-5-816,12 0 816,-5-6 1453,8-4-1453,-10-7 0,5-2 0,1-2 0</inkml:trace>
  <inkml:trace contextRef="#ctx0" brushRef="#br1" timeOffset="50414">20150 11178 6004,'4'7'359,"-5"5"-269,-4-2-2188,-2 4 2188,1-2 323,-5 13 0,0 3-413,1-3-150,1-2 0,-1 6 1,2-6 149,3-2 0,-2 8 0,9-21 0,2-7 0</inkml:trace>
  <inkml:trace contextRef="#ctx0" brushRef="#br1" timeOffset="51115">20397 11027 6004,'1'-6'719,"0"0"-719,-6 13 90,-2 14 0,0 5-90,2-8 0,0 1 0,1 6 0,0 2 0,5-4-45,8-4 0,2-3-45,4 11 90,15-29 0,1-9 0,-10-4-30,0-6 0,4-6 0,-5 2-1609,-10 8 1,-2-1 1580,6-10 1,-2 3 57,-6 5 0,-3 13 0,-4 15 0,0-1 0,-3 17 0,-1 7 0,1 10 0,0-4 0,0-3 0,0 1-55,1-6 1,0 6 0,-1 1 0,1-1 0,0-5 54,0 8 0,0-2 0,0-6 0,0 1 0,0-4 0,1-5 0,1-2 90,-4 13-90,-5-4 0,3-18 0,-29-6 0,16-13 0,1-3-999,-3 0 1,0-1 998,0 1 0,3 1 0,-2-1 1134,3 0 0,2 0-1134,1 0 0,17-12 0,8-3-45,6 10 0,5 1-1089,6-10 0,1 1 1089,-5 7 0,0 1-45,-1-1 0,1 0-109,0 1 0,2 0 1,-2 0 198,2-1 0,0 0 0,6-4 0,-4 3 0,-7 5 0,-1-1 0</inkml:trace>
  <inkml:trace contextRef="#ctx0" brushRef="#br1" timeOffset="51398">21007 11279 6094,'6'-6'89,"0"2"91,-3 1 180,1 1-180,-13 20-120,-5 7 0,-5 5 0,2-1-60,1-3 0,-1 2-108,1-3 0,-4 6 0,-2 1 0,2-2 0,3-6-273,0 0 0,0-3-712,1 1 1,-2 1 0,3-4 1063,1-2 0,11-14 1,1-2-1</inkml:trace>
  <inkml:trace contextRef="#ctx0" brushRef="#br1" timeOffset="52031">21690 10970 5914,'3'-13'0,"4"-6"180,-3 0-180,1 0 89,-4 8 181,-12 5-180,-14 20 0,-5 9-90,7-9 0,-2 0-1093,2 3 1,-1 4 0,2-3 1034,2 0 1,1-1 102,1 0 0,-2 2-89,0 3 0,-1 2 0,1-1 44,-2 4 0,0 0-732,4-5 0,0 1 1,4-3 731,-1 7 0,8-4-1004,6 5 1004,1-7 1004,6 3-1004,9-12 0,2-2 0,5 1 0,7-1 0,2-3-1004,6-9 1004,-1-2 0,-13-4 1153,-14 2-1153,-4-11 0,-3-3 0,-1 1 30,-9-2 0,-6-5 0,0 4-30,-2 9 0,-1 2 0,-7-8 0,0 1 0,-2 9 0,14 7-1139,-14 3 1706,15 0 0,-10 1 0,20-2 1</inkml:trace>
  <inkml:trace contextRef="#ctx0" brushRef="#br1" timeOffset="52548">22000 10366 6004,'-5'-8'90,"1"2"-1,32 28-29,-13-5 0,2 4 0,-1-1-1699,9 7 1,-1 2 1313,-5-6 0,0 3 1,-3 4 360,-7 0 0,-1 6 0,-3 1 0,0 0 0,0-6-506,-1-3 0,0-3 1,-1 3 469,1 5 0,1 4 0,-1 3 0,-2-1 0,-3-4-54,-5 0 1,-3-3 0,-2-1 0,-1 0 75,0 0 1,-2-1-1,-1 0 1,1 0-213,-1 4 0,0 1 0,0-2 0,-1-2 190,-3 1 0,-1-4 0,-2-1 0,1-5 0,-2-2 0,1-1 0,-3 2 0,0 0 0,-1-2 0,-1 1 0,4-3 0,5-6 0,3-2 0,-11 3 0,22-13 0</inkml:trace>
  <inkml:trace contextRef="#ctx0" brushRef="#br1" timeOffset="52765">22658 11156 6453,'6'4'900,"-1"-2"-900,-1 0 0,-15-6 0,-4-2 0,-15-5 0</inkml:trace>
  <inkml:trace contextRef="#ctx0" brushRef="#br1" timeOffset="56535">13597 10070 5734,'1'-7'90,"-1"0"0,0 1 90,0 1-1,1 1-179,7 8 90,-1 1-90,4 5-422,-5-2 422,-1-2 0,9 11 0,-7-9 90,15 14-90,-15-17 0,8 3-298,-7-7 298,2-3-1395,10-11 0,3-3 1395,6-4-149,-2 1 1,5-5 163,-11 6 0,3-4 0,2-1 0,1-1 0,-2 1 0,-2 1-38,1 0 1,-2 1 0,0 0-1,2-2-328,1 0 1,2-3 0,2 0 0,0-1 0,-3 2 0,-2 3 350,2-3 0,-3 2 0,-2 3-273,1-1 1,-1 3 272,-2 1 0,2 1 0,10-4 0,-1 2 0,1-1 0,-4 7 0,-3 3 0,-7 8 0</inkml:trace>
  <inkml:trace contextRef="#ctx0" brushRef="#br1" timeOffset="58997">20843 12116 5824,'-1'-7'180,"0"0"-1,2 2-89,0 31-90,-1-13 0,-2 12 0,-1 5 0,-5-2 0,-3 2-174,-2 0 0,-2 3 0,0-1-919,4-7 1,1-2 0,-1 1 929,-3 2 1,0 0-1,1-4 1,-4 6-1,1-2 1</inkml:trace>
  <inkml:trace contextRef="#ctx0" brushRef="#br1" timeOffset="60915">21180 12092 5824,'-15'-8'-17,"5"3"22,-5-1 7,1-1-12,4 4 0,-5-3 0,10 3 90,-4 0-90,2 0 0,-2-1 0,3 2 0,1 1 0,6 3 0,3 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4:16.923"/>
    </inkml:context>
    <inkml:brush xml:id="br0">
      <inkml:brushProperty name="width" value="0.12095" units="cm"/>
      <inkml:brushProperty name="height" value="0.12095" units="cm"/>
      <inkml:brushProperty name="color" value="#92D05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12902 9025 8618,'5'-6'976,"-2"-1"-932,-4 2-472,0 0 28,-1 1 124,1 1-7,-2-1 49,1 2-108,-1-1-250,0 0 94,-1 1 410,1 0 7,-2 2 247,-1-1 51,1 2 112,0 0 93,0 0 47,-1 2 109,2-1-179,-8 8 148,8-5-245,-7 4 45,2 2-130,-3 1-15,-2 6-55,1-4-126,1 1 1,0 0 8,0 0-41,-3 4 0,-4 4 1,2-3-3267,-5 6 3186,2-2 0,2-2 89,2-4-8,-1 0 16,3-1 1,-1 0 2,2-4 1,0 1 6,-7 8 0,1-2 14,-3 2-1143,9-8 0,0-1 1154,-4 3-7,1 0 6,0 0-25,-10 9 13,4-2 1113,0-2 0,2 0-1123,2-4-16,-7 8-1,17-18 22,-12 13 3253,7-7-3220,-1 1 0,1 0-67,1-2-1579,-2 2 1578,7-6-2874,-13 13 2870,11-11-14,-10 10 18,13-14 17,-5 5-15,4-4 28,-3 3-28,6-5 1091,-10 8-1063,7-6 3258,-13 11-3113,14-13-158,-5 4 8,5-4-23,-3 2 12,0 0-18,-1 1-20,4-4-7,1-1-6,-4 2-33,5-2 28,-7 2-50,7-2 52,-3 0-40,3-1 31,-1 1 6,1-1-7,7 1-489,11-2-2726,3 0 2655,5-2 403,-5 0-189,-3 1 208,20-1-6,-11 1 105,-3 0 0,3 0-523,1 0 1,3 0 0,-2 0 639,-2 0 1,0 0-498,4 0 1,2 1-1,-3-1 461,10 1 1452,0 1-1469,0 0-292,0 1 312,-12-2 1,1 1-1,9 1 0,1 0 1,-7-1 0,0-1 1,3 2 1,1 0-104,-7-1 1,2 0 0,-3 0-59,-6 0 1,1-1-227,8 2 0,5-1 0,1 1 1,-8-1 401,8 0 0,2 1 0,-2-1 0,-13-1 0,6 2 0,0 0 0,0 0 0,-3 0 0,2 1 0,-5 2 0,-3-1 0,2 0 0,11 5 0,-1 0 0,-13-5 0,17 8 1687,-15-6-1684,-3-1 0,5 1 2847,-8-3-2847,4 1-3,-8-2 1213,9 2-1205,-4-2-8,5 1 0,-4-2 3,-1 0 3,-3-3-3,2 1-6,-1-1 51,5 1 42,-10-1-90,-6-6 0,0 3 0,-8-5 0,7 2 0,1-4 0,0 1 0,4-16 0,8-6 0,1-3 0,-5 13 0,0-1-1002,2-2 1,2-2 0,-2 3 1001,5-7 0,0-1 0,-3 10 0,1-2-799,-1 2 0,1-2 0,0 1 799,4-7 0,2-1-23,-3 6 1,4-4-1,-1 1 1,-3 5 22,-1 1 0,0 3-141,1-2 0,2-2 0,-4 6 141,-2 3 0,8-7 0,-3 1 0,2 0 2052,-4 3-2052,1 1 121,-6 5-121,12-12-925,-13 15 925,5-5 0,-9 8 1274,0 1-1274,3-2 0,-2 1 0,8-4 0,-6 5 0,3-2 0,-5 4 0,3 0 0,11-5 0,-7 4 1638,6-3 0,0 0-1522,-3 1-116,12-4 0,-15 5 0,4-1-841,-7 1 841,3 0 0,4-2 0,-10 3 0,10-3 0,-10 4 0,-1-1 0,2 1 0,-2 0 841,0 0-841,0-1 0,-6 0 0,-4 2 90,-17-3-90,9 2 0,-23-1 0,-5 0 0,5 1-632,10 1 1,-3-1-1,2 1 632,6 1 0,-1 1 11,-5-1 1,-4 0 0,-2 0-4,3 0 0,-3 1 1,0-1-1,1 0-918,-4 0 0,1 0 0,-1 0 921,-2 0 0,0 1 1,-1-2 36,2 1 0,-1-1 1,0 1-1,5-1-876,-2 0 1,0 1 875,0-1 0,-5 1 0,1-1 1,8 0-155,10 1 0,1-1 106,-5 1 0,-2-1 0,0 0 0,0 0 0,-1 0 0,-1-1 0,-4 1 0,-1-1 0,-1 1 0,4-1 0,0 1 0,0 0 0,0 0 284,-6 0 1,0 1 0,2-1-233,5 0 1,2 1-1,0-1 296,-9 1 1,7 0-177,15 0 1079,-14 1-1074,5-1-1,-2 0 2,8 0 2468,12 0-2608,-1 6 18,4-1 1,0 3-1,4-2 1</inkml:trace>
  <inkml:trace contextRef="#ctx0" brushRef="#br1" timeOffset="4955">18669 9156 5734,'4'-7'0,"0"2"90,1-1 0,-3 0 0,-1-3-90,-5 4 90,-9 1-90,-8 7 0,-3 4-3277,-10 3 3219,6-2 1,-4 3 79,3 4 0,-4 5 1,1 0-1,4-2-1156,1-1 0,0 2 1134,4-3 0,-4 2 0,-1 2 0,3 0 0,8-1 0,3 8 0,10 1 0,6 0 0,6 3 0,1-3 0,0-4 0,2-2 0,4 0-18,5-1 0,7 1 0,2-1 0,-1-1 0,-4-4-199,6 3 1,0-2 216,-5-3 0,5 1 0,-2-1 0,-7 0 0,5 9 0,-19-2 0,-5 1 0,-5-1 0,-7 0 236,-6-3 1,-8 1 0,-4 1 0,0-2 0,5-1-237,1-2 0,3-2 0,-3 0-296,-9 5 0,-5 1 0,1 0 0,7-4 296,8-5 0,3-1 469,-11 5 0,25-7 0,18-9 0</inkml:trace>
  <inkml:trace contextRef="#ctx0" brushRef="#br1" timeOffset="5603">19195 9088 5815,'-4'-10'-11,"0"1"14,0 1 14,-3-5-17,0 2 0,0-1 0,2 4 0,2 4 90,-8 1-90,3 5 0,-12 4-60,2 15 1,-2 10 0,1 1 59,6-6 0,1 1 0,0 4-126,1-2 0,-1 3 0,0 3 0,1 1 0,1-1 1,2-3 125,2 3 0,2-2 0,2-1 0,0 1-764,0 3 1,0 1 0,2-1 0,1-3 763,3-4 0,1-2 0,2-1-45,4 8 1,4 1 66,1-9 1,4 3-1,0-1 1,-1-2 31,-4-2 0,-2-2 0,5 0-72,4-1 0,4 2 0,2-1 0,-1-2 0,-5-6-27,-1-4 0,0-4-246,5 3 1,3-1 0,-5-4 290,7-12 0,-6-3 0,0-8 0,-6 0 0</inkml:trace>
  <inkml:trace contextRef="#ctx0" brushRef="#br1" timeOffset="6201">19443 9683 5790,'-3'-12'-6,"5"0"12,0-1 11,11-4-1,13-3-2123,-5 3 2107,7 1 483,5 22-483,-20 0-1436,12 11 1436,-25-2 0,-2 7 0,-2-5 0,-2 2-793,-3 4 1,-1 3-1,0-1 793,-1 5 0,-1 0 289,-2 4 0,-2 2 0,3-5-289,5-13 0,1-1 0,-4 8 0,6-6 0,9-14 0,22-19 0,-12 4 0,2-4 0,4-8 0,4-8 0,1-1 0,-4 4 0,2-2 0,-2 0-280,-3 3 0,2-3 0,-1 0 0,-4 6 280,-4 6 0,-2 1 0,3-4 0,0 1 2168,4-4-2168,-2 10-1097,-16 32 1,-4 9 1096,-1 4-54,-1 1 1,-1-1 53,4-6 53,2 0 1,1 1-54,2 9-54,1-10 1,0-2 53,7-1 0,4-5 0,7-9 0,1-2 0,5 4 0,2-9 0,-1-3 0,0-8 0,8-4 0</inkml:trace>
  <inkml:trace contextRef="#ctx0" brushRef="#br1" timeOffset="6468">20262 9880 6004,'-1'10'179,"-14"20"-89,-3-4-90,1-3 0,-4 5 0,2-3-90,4-5 1,0-1-1550,-9 10 1,3-3 1198,10-11 440,4-7 254,3-3 0,1 0 0,2-4 1</inkml:trace>
  <inkml:trace contextRef="#ctx0" brushRef="#br1" timeOffset="7168">20416 9668 5914,'3'-10'449,"-1"2"-359,-4 10-90,-7 14-1757,1 7 1847,-4 7 319,7-11-409,2 9 0,1 0-2945,1-1 2900,0 0 0,2 0-45,13-3-965,0-10 1055,5 3-82,1-16 82,-6-2-467,9-11 1,1-4 466,-3 1 339,1-2 1,-1-2-340,-9 0 0,-2 0-679,2-3 679,4-11 0,-11 24 193,-3 6-193,2 9 0,-3 2 122,0 10-122,-3 1 0,0 5-105,-1 1 0,-2 5 0,2-3 105,0-6 0,0 1 117,0 7 0,-1 7 1,0 0-1,1-7-117,2-9 0,0 0 0,-2 17 0,1-3 0,2-13 0,-4-2 2143,2-10-2143,-5-2 1638,-14-13 0,-5-6-1522,3 2-1647,-5-2 0,1 0 1531,9 4 0,4 1 0,-1-1 0,3-5 0,5 4 0,7-5 0,16 1 0,9-1 0,-1 1-2438,6-4 2438,-6 3 0,4-2 0,-4 2 0,1 2 1054,-2 1 0,0-1-1054,-3 3 0,0 0 0,5-3 0,1 0 0,-8 5 0,1-1 0</inkml:trace>
  <inkml:trace contextRef="#ctx0" brushRef="#br1" timeOffset="7417">21193 9847 5914,'6'-6'180,"-1"5"-180,-3 4 89,-2 5-89,-2 2 0,-4 15 45,-5 4 0,-2 4-90,4-8 0,-3 3 45,-3 4 0,-4 3 0,3-5 0,5-11 0,0-1 0,-6 6 0,0 0 0</inkml:trace>
  <inkml:trace contextRef="#ctx0" brushRef="#br1" timeOffset="9200">21920 9621 5734,'2'-7'3,"0"0"25,-1 2 5,0 0-7,-1-2 64,-1 2-90,-3 0 0,-3 5-1639,-19 7 1,-4 3 1613,-5 2 25,11-2 0,-6 5 0,-3 2 0,1 0 0,6-2-1135,-5 6 1,2 1 1134,2-3 0,-3 3 0,1 0 0,6-2 0,4 3 0,6 1-172,5 7 1,5 0 171,2 5 0,13-11 0,8 3 0,-2-6 0,6-2 0,3 1 0,0-3 0,-10-14 0,0 0 343,6-2-253,9-2 1158,-9-2-1248,3-2 0,-11-17 0,-9 11 0,4-14 0,-11 14 0,-8-10 0,-11-5 0,-3 0 1398,-1 10 1,0 2-1399,2 4-90,-12-1 90,17 10 0,10 0 0,-4 0 0</inkml:trace>
  <inkml:trace contextRef="#ctx0" brushRef="#br1" timeOffset="9634">22330 8986 5753,'2'-10'-8,"1"-4"2,1 6 9,8 0-3,-2 9-1093,8 10 1,7 9 0,-2-1 610,-8-5 1,1 3 481,3 3 1,4 4 0,0 3 0,-3 2 0,-6-3 1,-3 2 0,-1 2-1,0-1 1,-1 0-353,2 3 0,0-1 0,-1 0 1,-1 2 350,0-3 1,-1 2-1,0 0 1,-1-1 0,-2-3-39,-1 1 0,-3-2 1,0 0 37,-2-1 0,0 0 0,-4 3 0,-3 0 0,-4 2 0,-1 2 0,-1-1 0,2-2 0,0 3 0,2-3 0,-7 3 0,0-8 0,-5 4 0,-4 1 0,0-1 0,-1-1 0,2-3 0,4-6 0,-2-2 0,2-4 0,-2 0 0,-7 5 0,-4 2 0,1-1 0,7-6 0,-6-2 0,9-5 0,9-3 0</inkml:trace>
  <inkml:trace contextRef="#ctx0" brushRef="#br1" timeOffset="10218">19046 10675 5734,'-22'0'42,"-1"1"0,-9-1-36,40-1-6,9 0-401,-1-1 0,6 0 439,1 0 1,6-1-1,6 0 1,2 0-1,0 0 1,-2 0 0,-5 0-859,2 1 1,-4-1 0,1 1 0,6-1 782,-8 1 1,2-1 0,4 1-1,1-1 1,2 0 0,1 0-1,0 0 1,1 0 0,-1 1-1,-1-1 1,-2 1-83,2 0 1,-2 0-1,-1 0 1,1 1-1,-1-1 1,1 1-1,1-1 1,0 1 0,3-1-1,0 1 124,-6 0 0,2-1 0,1 1 1,0 0-1,2 0 0,1 0 1,0 0-1,0 0 0,0 0 1,1 0-1,-1 0 0,0 0 1,0 0-1,-2 0 0,0 0 1,-1 0-1,-2 0-49,5 0 1,-3 0 0,0-1-1,-2 1 1,0 0 0,0 0-1,-1 0 1,2 0 0,0 1-1,1-1 1,1 0 0,3 0 43,-7 0 0,2 1 0,2-1 0,1 1 0,1-1 0,2 1 0,0-1 0,0 1 0,1-1 0,-1 1 0,0-1 0,-1 1 0,0 0 0,-2-1 0,-1 1 0,-2 0 0,-2-1 0,-2 1 0,-2 0 0,-3-1 0,14 1 0,-6-1 0,-4 1 0,0 0 0,6-1 0,-1 1 0,3 0 0,4-1 0,1 1 0,0 0 0,-2-1 0,-2 1 0,-4-1 0,-5 0 0,5 0 0,-6 0 0,-3 0 0,1-1 0,-1 0 77,5 0 1,-3 0-78,-14-2 518,-29 0-698,7 2 2298,-12-2-2118,7 2 0,0-3 0,-7-2 0</inkml:trace>
  <inkml:trace contextRef="#ctx0" brushRef="#br1" timeOffset="28104">18106 2653 5767,'-6'4'57,"0"-1"123,4-1-1,12 4-89,3-2 0,9 2-1468,0-4 1468,11-1 0,2-1-90,-15 0 0,0 0 138,4 0 1,3 0 0,1 0-109,4-1 0,1-1 0,-3 0-1552,-4 0 1,0 1 1551,3-1 0,4 1 0,-1-1-60,0 0 0,0 0 0,-4 0 30,-8 0 0,0 1-230,7-1 0,2 0 0,-7 0 230,-9 1-179,3-1-1,-8 1 180,4-1 686,-19 1 1,-1 0 0,-9 0-1</inkml:trace>
  <inkml:trace contextRef="#ctx0" brushRef="#br1" timeOffset="28551">18619 2576 5823,'-6'-4'181,"-2"-1"-91,24 9-1,-2-1-89,3 2 0,2 1 0,0 0 0,0 1-1639,12 3 1,0 0 1196,-11-3 0,-1-1 263,6 2 0,3 2 0,-6-3 179,-1-1 45,-2 0 0,-2 0-45,-8-4 0,-8 4 0,-3-3 0,-6 4 2700,-1-3-2700,-9 6 0,-2 3 0,-10 6 606,6-2 0,-3 3 1,4-2-697,8-6 0,0 0-673,-7 8 0,5-3 763,14-10 0,1-1 0,3 2 0,0 0 0</inkml:trace>
  <inkml:trace contextRef="#ctx0" brushRef="#br1" timeOffset="30068">19479 2408 6004,'3'31'59,"0"0"1,-2 5 0,0 2-60,1-12 0,-1 1 0,0-1 0,-1 2 0,-1-1 0,1-2 0,0 0 0,0-1-1639,-1-1 1,1 0 1106,0-3 0,1-2 442,-1 1 950,1-12-860,0 0 0,-1-4 0,1-1 0</inkml:trace>
  <inkml:trace contextRef="#ctx0" brushRef="#br1" timeOffset="30651">19469 2456 5824,'-4'-6'180,"0"1"-180,6 1 90,17-2-90,5-1-1093,3 2 1,5-1 0,-3 1 649,-9 2 1,0-1 442,5 0 0,2 0 0,-5 1 949,3 2-949,-6 6 0,1 2-2268,4 0 2268,6 11 0,-28-9 0,-2 3 45,-12 11 0,-5 3-45,-1 1 0,4-6 0,-2 1 0,2-3 1697,0-1-1697,0 1 0,12-12 0,2-1-2079,11 5 2079,-2-4 0,9 4 1982,-4-5-2027,16 8 0,1 3-2002,-6-3 2047,6 1 0,-4 3-166,-20 16 166,-10-15 180,-13 2 1,-10 3 0,3-5-181,7-8 0,-2-2-45,-7 3 0,-5 3 0,0-3 0,9-7 62,4-11 1,-10 3 0,43-21 0</inkml:trace>
  <inkml:trace contextRef="#ctx0" brushRef="#br1" timeOffset="30984">20112 2518 5914,'-14'-25'90,"6"10"0,0 0 89,6 9-179,0 0 180,-1 1-90,3 19 0,0 9-3367,0 8 3219,0-2 1,1 0 57,0 7 0,1-9 0,0-2 0,1-1 0,1 6-180,3 5 0,3 0-2358,0-9 2420,-2-6 0,2-1 118,1-8 0,-1-6 0,5 2 0,1-1 0</inkml:trace>
  <inkml:trace contextRef="#ctx0" brushRef="#br1" timeOffset="31901">20465 2719 6004,'-5'-7'269,"-2"3"-179,-1 5 0,-3 4-90,0 2-864,-2 4 954,-1 5 59,1 4 1,1 4-150,6-1 0,2 1-45,-4 2 0,4-2 45,17 6 0,5-23-90,13-12-869,-11-1 959,6-8 590,-17 5-590,-2-22 0,-6 15 0,-4-4 0,-3 0 0,-2 8 0,-17-17-2368,16 20 2278,-6-6 90,17 8 0,1 4 0,29-12 0,-14 6 0,0-1 0,5-4 0,1 0 0,-5 2 0,-1-3 0,-1-5 0,0-4 0,-2 3 3276,5-11-3218,-1 2 0,0-2-13,-10 7 0,-1 4-3322,1-4 3219,-3 5 1,0 2 57,-2 5-481,-6 23 481,1 0 17,-1 17 1,-2 13 0,1-3-18,1-7 0,0 1-699,-1 4 0,1 3 0,0-6 699,1-9 0,1-4 0,1 15 0,-1-12 0,1 0 0,-1 5 410,4 10-410,-1-36 0,3 2 0,0-12 0,10-20-473,-6 9 0,1-2 473,0 1 0,0 0 0,0-1 0,-1 3 973,1 1-973,22 5 0,-19 9 0,17 5 2268,-18 28-2268,-11 3-783,0-13 0,-1 1 783,-11 11 2616,1-14-2616,-10-1 0,-2 0 0,2-2 0,-1-1 0,-1-1 0,-6-6-360,5-8 0,-7-1 360,13-9 0,11 2 0,2 0 0</inkml:trace>
  <inkml:trace contextRef="#ctx0" brushRef="#br1" timeOffset="32702">19021 3285 5812,'-14'-1'12,"5"0"-12,-3 1 0,5 0 180,1 0-90,8 2 89,9-2-179,21-1 60,-7 0 0,9-2 0,5-1 0,1 0 0,-1 0 0,-5 1-880,-4 0 1,-3 0 0,0 1 0,8-1 830,-8 1 1,3-1 0,3 1 0,3-1 0,3 0 0,0-1 0,2 1 0,0 0 0,-1 0 0,0 0 0,-2 0 0,-2 1 0,-3 0-1,5-1 0,-2 1 0,-1 0 1,-2 1-1,1-1 0,0 0 1,1 0-1,2 1-193,-5-1 1,2 0-1,1 0 1,1 0-1,0 0 1,1 0-1,-1 1 1,0-1-1,-1 0 1,0 0-1,-3 1 1,-1-1 181,7 1 0,-2-1 0,-2 1 0,-1 0 0,0 0 0,1 0 0,0 0-204,3 0 1,1 0 0,1 0-1,0 0 1,-3 0 0,-1 0 0,-3 0 203,0 0 0,-3 1 0,-2-1 0,4 1 0,5-1 0,4 0 0,0 0 0,-3 1 0,-7-1 58,1 1 0,-6-1 889,0 1 1,-4 0-1308,-2-2 1802,-7 0-2342,2-2 630,-9 2 2739,4-2-2469,4-5 0,0 2 0,8-5 0</inkml:trace>
  <inkml:trace contextRef="#ctx0" brushRef="#br1" timeOffset="34818">18066 4218 6273,'15'-1'135,"19"-3"0,3 0-135,-18 2 0,1-1 30,11-1 0,6 0 0,-1-1-302,-6 1 0,0 1 0,1 0 294,2 0 1,3-1 0,-1 1-1,0 1-22,-5-1 0,-2 1 0,1 0 0,2 0 18,1 1 0,3 0 0,0 0 0,-3 1 0,-3-1-18,3 1 0,-2 0 0,1 1 0,2 0 0,-8 0 0,-6-1-766,0 0 676,-13 0 371,1-1-461,-2 0-449,0-4 629,-5 2 95,-3-3 1,-4 2 0,-1-1 0</inkml:trace>
  <inkml:trace contextRef="#ctx0" brushRef="#br1" timeOffset="35317">18869 3980 5801,'-5'-8'23,"1"3"67,1 1 90,0 1-91,21 13-89,-10-5 30,10 5 0,7 5 0,-2-3-30,-4-2 0,-1-1 0,10 5 0,0 1 0,-6-5 0,-2 0 90,10 4-90,-1 0 0,-6-4 0,-16-7 0,-1 1 0,-7 1 45,-12 10 0,-6 4-45,0-2 0,-2 2-60,0 1 0,-2 1 0,1 1-1033,2-2 1,1 0 0,2-2 766,-1 1 1,3 0-435,1-2 0,4-3 760,5-5 0,-1 1 0,0-1 0</inkml:trace>
  <inkml:trace contextRef="#ctx0" brushRef="#br1" timeOffset="37017">19777 3987 5821,'2'-5'362,"1"0"-272,-10 4-90,-5 5-3277,-5 1 2393,-5 5 884,3-2 365,-3 1-365,-3 3 45,9-1 0,0 0-45,-5 4 0,0 6 0,33 10 0,-2-15 0,2 0 0,3 0 0,7-4 0,2-2 0,-5-1 0,0-1 287,5 2 0,-2 0-287,5 2 0,-17-8-1934,5 11 1934,-10-7 0,-12 11 0,-6 1 0,-7-3-604,1 0 1,-1-2 603,3-4 0,5-4 657,3-2-657,-6 4 0,9-6 0,-4 1 0</inkml:trace>
  <inkml:trace contextRef="#ctx0" brushRef="#br1" timeOffset="37401">20296 4088 5824,'1'-12'180,"0"3"-90,-1 1-1,-1 3 1,-6 0 0,1 2-90,-7 2 45,-6 9 0,-3 4-3322,-9 7 3219,6-4 1,1 0-656,-3 7 713,3 2-1001,11-4 0,2 1 1001,-5 7-173,8-10 0,4-1 173,6-6 753,15 7-753,2-8-201,7 4 201,-3-13-180,8-3-6,-3-5 0,2-2 186,-5 2 0,0-2 0,6-2 0,-3-1 0,4-5 0</inkml:trace>
  <inkml:trace contextRef="#ctx0" brushRef="#br1" timeOffset="38101">20642 4127 6004,'-5'-8'179,"-13"2"-89,2 6-90,-7 1-3277,6 5 894,5 0 2383,-1 1-307,-3 4 1,1 2 306,-1 0 306,-1 8 1,4 0-307,11-7 0,1 10 0,11-17-90,19-9 90,-11-2 0,9-10 0,-1-3 0,-11 4 310,2-2 0,-3 1-220,-8 7 2485,2-2-2575,-1 4 0,2 1 0,-4 4 90,18 17-90,-12-10 0,14 9 0,6-16 0,-6-10 0,1-2 0,-3 5 0,1-4 0,-3-8 0,3-8 0,1-5 0,-3 2 0,-3 4 1232,-1-1 1,-1-2-1248,-5 2 0,4-6 0,0-4 0,-2 1 0,-2 2 0,-5 8 15,-5-1 0,-4 3 0,5-17 0,-6 12 0,-11 30-1978,2 25 1978,6-4 0,0 4-685,3 0 1,1 4 0,0 0 0,-1-2 684,-1 9 0,1 0-82,1-10 1,0 3-1,1-1 1,2-3 81,1 4 0,4-2-90,7 2 0,3-1-45,-5-4 0,2-2 135,7-4 0,2-8-79,-1-17 1,5-11 0,-5-1-1</inkml:trace>
  <inkml:trace contextRef="#ctx0" brushRef="#br1" timeOffset="38537">21293 4038 5914,'-8'12'449,"8"0"-449,6-5 90,7-1 0,18-11-45,-9-5 0,2-1-45,-7 5 0,1-2 0,9-16 0,-6-3 0,-17 6 0,0 1 0,-6 1 0,-16 9-45,-10 13 0,-2 6-1594,12-3 1,0 1 1580,-12 6 1,0 5 54,11 7 0,2 6 0,3-4 3,3-8 0,1 0-755,-3 8 0,-1 2 0,5-5 755,10-4 0,3-1 0,8 8 0,2-11 0,3-1 0,-1-1 0,4-3-265,9-6 1,5-5 0,-2-3 264,-3-1 0,-1-3 0,0 0 0,2-3 0,-4 1 0,-6-1 0,-1-1 0</inkml:trace>
  <inkml:trace contextRef="#ctx0" brushRef="#br1" timeOffset="38737">21995 4096 6993,'7'0'180,"0"0"-270,-3 2 0,1-1-450,2 0 540,-2 0 0,-8-8 0,-6-3 0</inkml:trace>
  <inkml:trace contextRef="#ctx0" brushRef="#br1" timeOffset="39922">18180 5328 5914,'-8'1'269,"-1"2"-89,5-2 90,26 1-180,11-4-23,-7 0 1,5-2-1,3 0 1,-1 0-888,-1-1 1,0 1 0,0-1 0,0 0 620,2-1 0,1 1 1,-1 0-1,-1 0-271,6-2 1,-1 1 0,-4 1 469,-5 1 0,1 0-22,-4 0 0,6 1 0,1 0 0,-1-1 1,-5 1 21,6 0 0,-1 0-130,-1-1 1,4 1-1,-1 0 1,-7 0 219,6 2-90,-11-1 0,2 1 0,-11 0 879,-7 0-879,-1-1 698,-5-1 1,-3 0 0,-3 1 0</inkml:trace>
  <inkml:trace contextRef="#ctx0" brushRef="#br1" timeOffset="40401">19000 5115 5824,'-5'-7'90,"-1"1"90,3 1-1,-1 1-179,11 3 90,3 4 0,14 3-90,4 3 45,-4-2 0,2 0-3322,9 3 3219,-11-4 1,-1 0 57,1 2 45,4-1 0,0 0-45,-2 0 0,-2-1 0,-1-1 90,-7-1 0,-8-2-90,-1 4 0,-21 5 0,-6 2 90,0 3-90,-1-2 0,0 3 1561,5 0 0,2 1-2100,-8 12-1018,9-12 1,1-1 1379,1 5 177,6-9 0,0 1 0,-1 2 0</inkml:trace>
  <inkml:trace contextRef="#ctx0" brushRef="#br1" timeOffset="42202">20053 4991 5804,'5'-6'559,"-1"2"-469,-35 20 0,14-5-1609,-3 0 1,0 1 1518,6-2 0,5-2 662,2-1-572,-4 13-90,8-9-90,2 12 90,30-1-2605,1-2 2605,-9-7 0,-1-2 0,10 4 0,-6-2 0,-7 0 0,0 1 1588,3 2-1588,-11 5 0,-6 1 0,-15-4 0,0 0 0,-2-1 0,-13 1-45,10-8 0,1-1 2068,-2 1-2113,1-2 90,21-14 0,3-2 0,10-7 0</inkml:trace>
  <inkml:trace contextRef="#ctx0" brushRef="#br1" timeOffset="42435">20358 5190 5914,'2'4'449,"1"-3"-359,-2 19-180,1-8-1319,1 4 1319,0-4 0,0-4 333,0-2-243,5 6 0,-3-6 0,3 3 0</inkml:trace>
  <inkml:trace contextRef="#ctx0" brushRef="#br1" timeOffset="42734">20339 4909 2012,'-8'-8'180,"3"3"1660,-1-1-1660,4 3 866,-2-1-1046,0 2 0,1-1 0,1 3 0</inkml:trace>
  <inkml:trace contextRef="#ctx0" brushRef="#br1" timeOffset="43718">20597 5100 6094,'-9'-6'449,"-2"-1"-359,6 3 360,-6-2-270,6 3-90,10 3 0,7 1-90,14 4 0,3 1 0,5 1-45,2 5 0,-3 1 45,-12 0-45,-6 6 0,-6 3-1594,-13-2 1,-4 0 1580,4 0 1,0 0 57,-6 0 0,-1 0 0,-1 4 0,1-1 0,1-2 0,0 3 0,2 1 0,10-2 0,6 4-596,1-4 506,7 1 1594,-2-11 0,1-1-1504,3 7 0,-2-5 0,-2 1 0,-11 1 0,-1 0-1019,-8-3 929,0-5 90,-18 8 0,-3 0 0,3-1 0,-2-2 0,-4 2 0,3-4 0,-3-3 0,8-2 0,2-2 793,3-4-793,9-16 0,7 6 0,2-11-45,16-5 1,6-2-1095,0 2 1,2-2 1138,-1 1 0,1-2 0,0 1-22,-6 9 0,-1 0 1,3 0 21,3-3 0,4-3 0,-1 2 0,-4 2 0,-1 1 0,1 1 0,3-4 0,5-4 0,-1 0 0,-6 6 90,3-4-624,-4 3 1,-4 2 533,-10 8 2335,-8-3-2335,-2 8 76,-27 2-76,11 10 0,-16 7 90,19 6-90,6 16 0,8-3 750,17 2 0,5-2-750,-2-6-1174,3-3 1,1-5 1173,-8-12 0,2-2-90,9-1-135,-1-4 0,2-2 0,-3 0 0,1-2 225,5-4 0,4-3 0,-3 0 0,0-2 0,-2-1 0,-2 0 0,-1 0 0,0 0 0</inkml:trace>
  <inkml:trace contextRef="#ctx0" brushRef="#br1" timeOffset="44735">22023 5054 5914,'-4'-6'359,"-12"0"-359,8 4 90,-12 6 0,-4 4-90,6 6 0,1 1 45,-4 1 0,1 1-90,4 11 0,6 0 45,7-6-45,11-2 0,4-4 45,6-11 0,12-2-90,-9-12 90,-8-5 0,-2-4 90,-4-17-90,2-1 0,-15 10-90,3 18 90,9-3 0,-2 6 0,8-5 0,10-4 0,7-8-1601,-13 11 0,0-2 1601,0 0 0,-1 0 0,2-5-1166,2-3 1,0-2 1165,0-3 0,-3 3 0,-1 1 90,-6 5 0,5-16-90,-8 26 90,1 4-90,-8 20 0,-6 11 961,1 4 1,-1 5-927,1-8 1,1 4 0,-1 2 0,0-1 0,1-4-36,-1 1 0,1-3 0,1 6 25,1-5 1,0 4 0,-1 4 0,1 1 0,1-2 0,0-3-1,1-5-25,1 0 0,2-5 0,-1 3 0,0 6 0,-1 4 0,1-2 0,2-6-433,0-6 1,2-5 432,6 9-1909,8-6 1819,-5-8 90,6-7-27,-2-27 1,-1-7 26,-3 4 0,3-7 0,-3 1 0,-11 8 0,-3 2 508,-6-11-463,-5 12 0,-1 0 993,-3-11-1038,3 15 0,-1 1 90,-6-3-90,12 10 89,-8-7 2649,19 4-2738,22-13-45,-11 10 0,4-3-90,5 0 0,7-4 0,2 1 1,-6 2 44,2-1 0,-1 1-674,-2 2 1,4-2-1,-1 1 1,-5 3 763,-6 3 0,-3 2 0,3-2 0,-1 0 0,10-8 0</inkml:trace>
  <inkml:trace contextRef="#ctx0" brushRef="#br1" timeOffset="45084">23036 4733 5914,'2'-6'180,"-1"0"-180,1 1 89,-2 2 271,3-3-180,-2 23-180,-3 20 45,-1-6 0,0 2-45,-1-4 0,-1 4 22,1-5 1,-1 4-1,0-1 1,1-4-68,0-2 0,0 0-45,0 4 0,-1 5 0,1 0 0,1-8-3187,1 1 3200,-1-1 0,2-8 0,5-22 0,1-5 0</inkml:trace>
  <inkml:trace contextRef="#ctx0" brushRef="#br1" timeOffset="45601">22952 4844 5914,'1'-10'0,"0"1"-3277,5-6 893,0 6 2384,3-4 1499,24-2-1499,-16 8 138,2-1 0,0 2-138,1 4 0,1 1-2028,11 12 2028,-13-3 0,1 8 1014,-18 2 0,-4 2-1014,0-1-706,-2 2 0,-1-1 706,-2-5 0,-1-2 452,-3 6-452,-1 6 1699,2-5-1699,3 2 0,23 7 0,-7-14 0,6 4 0,0 0 1334,-3-5-1424,6 11-2582,-10 2 2672,-4-4 0,-7 5 739,-7-11-679,-7 0 0,-6 2 0,2-2-2062,-6 5 2002,6-7 0,-2 3 0,4-5 0,6-6 267,-5 3-691,6-6 991,-1 0 0,10-14 0,3-4 0</inkml:trace>
  <inkml:trace contextRef="#ctx0" brushRef="#br1" timeOffset="45935">23500 4770 6004,'0'-8'269,"-1"1"-179,-1 35 0,-2 3-90,0 1 0,1 2 0,-1-4 0,1 2 30,1 2 0,-1 3 0,2-4-1669,0-3 1,0-2 1599,0-1 1,0 0 0,2-2-187,7 0 1,1-5 44,-1-1 180,6-1 0,1-4 0,2-15 0,7-2 0</inkml:trace>
  <inkml:trace contextRef="#ctx0" brushRef="#br1" timeOffset="46819">23745 5119 5914,'4'-12'90,"-2"5"-90,2-3 179,-3 7 1,1-1 0,-3 0 0,-19 12-90,9-3-180,-9 16 0,0 4 0,10-6 0,-1 4 0,3 0-179,13-2 89,5 0-1308,1-5 1488,1-7-90,-4-7-567,5-3 747,-4 0-90,6-5 90,-8-2 90,-2-9 0,-9 0-180,0 0 885,-4 6-885,3 6 901,-5-5-811,11 1-90,3-6 0,7 5-1693,6 0 1693,-4 1-1312,11-10 1,1-2 1311,-11 8 0,1 0-149,11-10 0,1-3 149,-9 3 0,-1-2 0,-2 2-741,-1 3 1,-1 0 740,2-2 0,0-1 0,-3 3 15,0-2-15,-7 11 1705,0 2-1615,2-5 664,-11 49-664,2-8-90,-3 4 0,-1 1 0,1-11 0,0 0 44,-1 3 1,-1 3-426,0-1 1,-1 2 0,1-2 380,0 1 0,0 0 30,-1 3 0,-1 3 0,2-9 150,2-6-180,0 3 90,19-46-90,4-3 756,-2 9 0,2-2 1,-1 2-757,8-5 192,-5 6 0,-2 6-192,-8 11 0,-1 2 0,3 5 0,5 11 0,-5-2-1209,2 8 1209,-10-8 45,-9 13 0,-3 2-45,-1-3 970,-1 2 0,-5 0-925,-5-14 0,-2-3-1484,4-5 0,-1 0 1304,-2 2 0,0-1-135,-2-6-767,26-27 1037,3 10 0,2-3 0,2 0 0,9-3 0</inkml:trace>
  <inkml:trace contextRef="#ctx0" brushRef="#br1" timeOffset="46972">24380 5198 6004,'7'0'989,"1"1"900,2-3-4318,-4 1 2429,-9-5 0,-3 2 0,-18-5 0,3 2 0</inkml:trace>
  <inkml:trace contextRef="#ctx0" brushRef="#br1" timeOffset="48301">18614 6717 5914,'17'-4'180,"17"-1"-136,-13 3 1,5-1-360,3-2 0,5 0 0,4-1 1,-1 0-1,-3 1 315,-6 0 0,-1 1 1,0-1-1,3 1-534,0-2 1,3 1-1,2-2 1,0 1-1,-3 0 1,-4 2 533,2-2 0,-5 2 1,2-1-46,3 0 0,2 0 0,0-1 0,-5 2-250,2-1 1,-1 1 234,-1-1 0,3 1 1,-7 0 59,-2 1 0,-15 3 0,-4 0 1</inkml:trace>
  <inkml:trace contextRef="#ctx0" brushRef="#br1" timeOffset="48735">19417 6446 5823,'-13'-8'271,"5"3"-271,7 0 89,36 13-44,-7 0 1,2 0-46,6 2 1,-1-1-1,-7-1 0,-3 0 0,5 0 0,-22-6 1,3 1-1,-5-1 1,-4 4-1,-9 4 0,-6 4 1,-2 4-1,2 4 0,0 5 0,1-3-1,2-5 1,1-1-1093,-3 7 1,-1 4 0,3-5 976,2 3 71,3-9 0,2 2 45,3 6 0,1 1-1,-1 10 1,5-14 0,2-2 0,5-8 0</inkml:trace>
  <inkml:trace contextRef="#ctx0" brushRef="#br1" timeOffset="49301">20559 6239 5824,'-3'-13'90,"2"6"-90,-3-4 180,-6 1-91,0 4-89,-4-2 90,-3 6 0,-11 12-90,5 2 30,2 8 0,-2 7 0,4 1 15,5 3 0,2 2-1138,-2-5 1,-1 2 0,4-1 1034,5 1 1,5-4 57,4 3-1134,11 3 0,3 0 1134,2-2-130,0-1 1,3-4 129,2-19 0,1-5-312,-6-3 0,1-2 312,6 1 0,0-3 0,4-14 0,-11 3 0,-2-3 0,-7-1 0,-1-4 0,-1 1 0,-3 5 0,0 0 0,1-4 0,1-3 0,-6-1 0,-10-2 0,-6-1 0,0 4 0,0 4 0,0 0 0,-1-4 0,-2-2 0,1 7 0,-12 4 0,10 12 731,1 5-911,-3 13 0,1 5 25,8-3 1,2 3 145,-9 12 0,3 2 0,13-8 0,3-1 0,2 0 0,0 1 1</inkml:trace>
  <inkml:trace contextRef="#ctx0" brushRef="#br1" timeOffset="50184">20944 6697 5914,'-6'3'90,"1"0"-90,15-6 90,6-14-90,3 2 0,-7-4 0,-3-2 0,-3-16-1639,-6 6 1,-2-1 1150,1 12 1,-2 0 786,-4-4 1,-1 2-300,-6 4 90,-5 5-90,6 7 0,3 10 0,11 1 0,29 6-90,-15-8 90,22 4 0,-22-8 261,7-3-261,-4 0 0,1 0-2269,9-2 2269,4-2 0,-19 7 0,2 20 0,-6 0 0,-2 0 0,-2 0 2269,-2 6-2269,0 2 0,1 1-2269,8 5 2269,-7-10 0,2-2 0,6-2 2269,-4-13-2269,15-4-1090,-3-10 1,0-2 1089,13-2-45,-7-11 0,-3-3 45,-8 0 398,-6 8 1,-1 2-399,-3-1-658,-4 12 568,0 1 2428,-1 0-2338,-3 19 0,1-6 0,-1 14 0,0 3 0,3 10 966,-1-15 0,0-1-966,3 7 0,2-15 0,0-3 1162,11-1-1162,-2-11 0,3-6 0,-6-11 0,-4-3 0</inkml:trace>
  <inkml:trace contextRef="#ctx0" brushRef="#br1" timeOffset="50501">21459 6235 5824,'0'-9'180,"0"-1"-360,-4 7 160,1-2 20,-5 3 0,6 0 0,-1 0 0</inkml:trace>
  <inkml:trace contextRef="#ctx0" brushRef="#br1" timeOffset="51555">21775 6567 5914,'2'-6'180,"1"0"-91,13-4-89,-6 4 45,9-5 0,0 0-45,-5 3 45,4-7 0,-1-2-45,-9-6 0,3-5 0,-17 3 0,-30 30 0,16-1 0,-1 6 0,2 5 0,2 15-365,7-7 365,5 8 0,2 1 0,4-5 0,0-3 0,4 0 0,19-1 0,-4-12 0,14-11 0,2-7 0,-5-3-1415,-2-5 0,-2-2 1415,-12 0 0,-1-3 0,2-9-550,-8 7 0,0-1 550,4-12 0,-5 10 0,-3 10-90,-5 33-1849,1 4 1939,-2-1 0,1 1 0,0 10 1573,1-16-1483,1 10-90,-1-9 1359,3 1-1449,2-26 90,5-10 0,-1-9 0,2 4 0,0 1 3276,-1 1-3263,7 2 0,2 4-13,-6 15 0,9 1 0,-13 9-3277,3 8 3162,-4-6 115,4 7 0,-2-5 0,-2-4 0,3 2 0,5-4 0,3-11 0,1-3-2268,6-1 2268,-5-2 0,1-4 0,-1-15 0,-2-4-30,-7 10 0,-1-1 0,0-1 30,4-7 0,1-2 0,-2 1 0,-1-3 0,-4-1 0,-3 2 0,-1-2 0,-4 12 0,-5 16 0,-1-3 0,0 28 0,0 15 0,2-5 0,1 4 0,-1 1 0,1-5 0,1-3 0,0 0 565,2 4 1,1 6-1,1-2 1,0-7-566,4 2-793,0-1 0,2-5 703,-1-15-267,6-5 357,-4-1 0,5-5 0,-5-5 0,0-3 0</inkml:trace>
  <inkml:trace contextRef="#ctx0" brushRef="#br1" timeOffset="51768">22609 6348 6004,'8'-4'45,"9"-7"0,1-1-45,1-1 0,5-1 0,6-3 0,-5 3 0,4 1 0,-1 0 0,1 0 0</inkml:trace>
  <inkml:trace contextRef="#ctx0" brushRef="#br1" timeOffset="52469">23057 6382 5914,'-16'-9'359,"4"3"-179,-1-1 360,-17-1-450,16 5 0,-17-1 0,6 21-3367,4 7 2122,-3 2 1066,12-1 858,9-11-1399,15 18-1728,-5-19 2268,10 13 90,-8-24-90,-1-2 0,6-4 90,5-8-90,0-3 2359,-1-2-2179,-1-12-2359,-11 18 2359,5-9 2179,-8 18-2269,3 6 0,-1 0 0,6 8 0,-5-5-2179,18 10 2179,-13-11 0,13-3 0,1-5 0,2-13 364,-7 5 1,0-1-365,4-13 0,-7-1 0,0-2-581,-4 4 0,1-3 581,-1 1 0,1-3 0,-2 0 0,-3 4 0,-1 0 0,-2-1 0,1-5 0,-2-2 0,-1 3 0,1 1 0,-1 1 0,-2-3 0,0 3 0,-2 8 793,0 20-793,-3 9 0,0 16 1134,1-3 0,-1 3-1104,-1 1 0,1 3 0,-1-1-30,1 0 0,-1 1 0,1-4 0,-1 2 0,1 0-30,3-1 0,1-1 0,0-4 30,1 12-1066,1-1 0,1-3 976,1-19 0,3-2-179,2-3 269,5-3 0,0-4 0,3-5 0</inkml:trace>
  <inkml:trace contextRef="#ctx0" brushRef="#br1" timeOffset="52684">23327 6250 5914,'5'1'269,"12"-5"-179,8-2-90,7-4-45,-5 1 0,0-1-44,-1 1-46,-1 0 0,-1 0 135,-3 1 0,-5 2 0,6-3 0</inkml:trace>
  <inkml:trace contextRef="#ctx0" brushRef="#br1" timeOffset="52935">23715 6223 6273,'-8'0'540,"2"8"-450,3 2-90,2 5 180,0 19-270,0-18-180,1 21 270,-1-20 0,0-7 0,0 1 0</inkml:trace>
  <inkml:trace contextRef="#ctx0" brushRef="#br1" timeOffset="53134">23719 5952 6004,'-1'-8'179,"0"0"-89,0 2 180,1-3-630,-1 4 360,3 15 0,2-2 0,3 12 0,1-9 0</inkml:trace>
  <inkml:trace contextRef="#ctx0" brushRef="#br1" timeOffset="54051">24132 6188 6273,'-11'-3'180,"1"2"-45,-6 14 0,0 5-45,3-2-1101,-3 3 1,2 0 1010,7 2-90,2 0-2502,7 12 2592,1-15 0,5 2-180,20-19 180,-14-2-859,15-5 859,-19-1 0,-1-2 0,2-9-1065,-3-10 1065,-4 6 0,-3-5 1968,-16 1-1968,8 15 90,-8-11-90,11 18 0,-1 0 907,2 1-907,5-4 1638,14-4 0,6-1-1580,-6 2 0,1-1-58,7-2 0,3-2 0,-2 2-1639,-3 1 1,-1 1 1580,1-1 1,-2 2 57,0 1 0,-13 6 0,8 20 90,-8-6-90,-1 22 0,-2 5 0,-4-8 0,-1 2 0,0-1-811,0-4 811,-1-4-1909,-1 14 1909,1-19 2179,0 3-2179,4-29-2000,1 1 2000,3-12 0,5-10-260,1 2 0,2-1 260,-4 7 0,0 0 531,4-6 1,2 1-532,1 10 0,0 5-1063,-1 1 1063,16-2 0,-24 19 850,-1 3-850,2 11 0,-2 2 0,-2 2 0,4 7 0,-5-8 0,1 1 0,0-3 0,-1-1 0,1-3 0,0 3 0,2-4-180,5-13-359,6-5 408,-3-3 131,1-7 19,-6 2 1,2-7 0,1-1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2:07.24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13139 5458 8072,'-1'-5'2069,"2"0"-2069,-9 4 90,3-1-90,-5 3 0,4 0 0,-4 1 0,4 0 0,2 0 0,0 1 0,2 0 0,0 1 0,0 0 0,1 2 0,1-1 0,0 2 0,1 0 0,1 1 0,0-1-90,2-1 90,-1-2 0,1 1-90,0-2 90,2 2 0,-1-2-90,1 1 90,-1-3 0,-1 0-90,1-1 90,2-1 0,-3 1 0,3-3 0,-1 0 0,-1 0 0,1-1 0,-2 0 0,0 2 0,-1-2 0,-1 1 0,1-1 90,-1 1-90,1 0 90,-1 0-90,2 0 90,-1 1-90,-1 5 0,1 0 0,-2 5 0,-1-2 0,1 1 90,0 1-90,0 1 0,0 1-90,-1 0 180,1 1-180,-1 0 90,1 0 90,-1-2-90,0 2 0,0-3 0,-1 2 0,0-3 0,-1 1 0,0-2 0,0 2 0,-1-2 0,0 0 0,0-1 90,-2 1-90,1-1-90,-2-1 90,2-1-180,0-2-90,0 1-359,-2-2 179,2-3-449,-1 0 629,2-1 270,2 0 0,0-2 0,1 0 0</inkml:trace>
  <inkml:trace contextRef="#ctx0" brushRef="#br0" timeOffset="441">13329 5508 8882,'2'-6'1439,"0"0"-180,-1 1-989,-3 2-90,-2 4-90,-1 2 0,0 6 0,0 0 0,2 1-90,-2 1 90,1 1 0,1 0-90,0 1 90,1-1-90,0 0 0,1-1 0,0 0 0,2 0 0,1-1-90,0-1 0,3 3 90,0-4-90,2 1 90,-1-6-90,1-1 90,0-1 0,2-1 0,0-1-90,1-2-3187,0-1 3162,1-3 115,5-6 0,-5 2 90,5-11-90,-10 7 90,2-4-90,-6 5 90,0 1-90,-3-1 90,-1 1-90,-2 1 0,-1 0 90,-2 2-90,-5 2 0,2 2 3276,-3 2-3610,-1 4-116,2 3-179,-3 1-990,6 1-360,0 1 1979,2 1 0,-3 4 0,0 0 0</inkml:trace>
  <inkml:trace contextRef="#ctx0" brushRef="#br0" timeOffset="1404">13213 7417 10321,'3'3'810,"-1"-2"-810,0 11 90,-3-6-90,1 2 90,0 1-90,0 0 89,-1 2-89,1 0 0,0 0 0,-1-1 90,0 2-90,1-2 0,0 1-90,-1 0-89,1-2-1,0 0 0,0-1-90,0-1-180,0 1 0,0-2-809,0-1 1259,1 0 0,0 0 0,0 0 0</inkml:trace>
  <inkml:trace contextRef="#ctx0" brushRef="#br0" timeOffset="1883">13307 7490 9242,'2'-5'360,"-1"-1"269,0 2-359,0-2 540,0 1-721,-4 13-89,2-1 90,-3 9 0,1 6-90,2-10-90,-1 6 90,2-8-179,1 3-91,1 0 180,1-1 0,0-2 0,0-4 0,1-2 0,0 0-90,2-1 180,0-2-90,1 0 90,-1-3-90,0 0 90,0-2-90,1-1 90,-1-1-90,-1-2 90,3-5 0,-4 3 90,2-4-90,-3 5 90,-1-1 0,-1 1 0,-1 0 0,0 0-90,-2 1 90,0 0 0,-1 1-90,0 2 90,-2 1 0,-3 0 0,2 3-90,-3 0 0,0 4-90,2 0-90,-2 1-270,1 1 90,3 0-89,-2 1-721,5-1 1170,0-1 0,1 2 0,0 0 0</inkml:trace>
  <inkml:trace contextRef="#ctx0" brushRef="#br0" timeOffset="2379">13543 7448 9781,'-3'-12'1799,"-5"12"-1619,2 3-90,-3 13-90,5-4 180,-2 21-270,5-15 90,-2 11-90,5-17 0,0-5-90,2 2 180,-1-3-90,3 0 0,1-2-179,6-6 269,-3 1 0,4-5-90,-9 0 0,2-4 90,-2 0 0,1-2 0,-3 1 0,0 0 0,-2 0 90,-1 1 0,-4-9 0,1 7-90,-4-5 90,2 9-90,-1 2 89,-4-2-89,3 3 0,-7 1-89,6 3-91,-2 2-90,3 0-180,0 2-1439,-1 1 900,3 0 989,-2 1 0,1 1 0,0 1 0</inkml:trace>
  <inkml:trace contextRef="#ctx0" brushRef="#br0" timeOffset="4555">13174 9326 9152,'-10'1'90,"0"1"-90,7 1-90,-2-1 180,1 1-90,0 0 0,0 2 0,1-1 0,0 1 0,-2 2 0,2 1 0,0 0 0,1 2 0,3-4 0,-1 1 0,2-1 0,1 0-90,-1-1 90,2 0 0,3 3 0,2 0 0,0 0 0,-1-1 0,-1-2 90,1 2-90,-1-1-90,1 1 90,-1 1 0,-3-3 0,3 6 0,-5-5 0,0 2 0,-1-3 0,-2 1 0,-1 0 0,1-1 0,-5 4 0,2-3 0,-3 3 0,1-5 0,-1 1 0,0-1 0,1 0 90,-1-2-90,1 1 90,0-2 90,1 0-90,-1-2-90,2 0 89,-1-2-89,3-1 90,-1-1-90,3-2 90,0-1-90,2-1 90,0-2-90,5-9 90,-1 4-505,3-5 415,-2 6 0,0 0 0,0 1 0,-2 2 0,0 0 90,0 2-90,1-3 0,-3 4 90,0-2 325,-1 5-415,-2 0 0,0-1 90,0 2-90,-2-1 0,-1 3-360,1 0-269,-12 2-811,8 1 1440,-8 2 0,10 0 0,0 1 0</inkml:trace>
  <inkml:trace contextRef="#ctx0" brushRef="#br0" timeOffset="4984">13301 9367 9062,'0'-9'1889,"0"1"-1529,-2 4-271,-2 7-89,1 0 90,-1 7 0,1-3-90,1 2 90,0 0-90,1 2 90,-1-1-90,1 0 0,1 0 90,1-1-180,0 1 90,1-1 0,-1-1-90,2-1 90,0 0 0,1-1-90,-1-2 90,2 0 0,0-2 0,1-1 0,0-1 0,1-1 0,-1-2 0,0-1 0,1-2 0,-1 0 0,-1-3 180,1-6-90,-2 2 0,-1-4 0,-2 5 0,-3-1 0,0 0 0,-2 1 0,-1 1 0,-1 1-90,-1 2 90,0 1-90,0 3-90,-6 1-180,3 2-90,-4 1-179,5 3-451,0 0-449,2 1 90,1 0 1349,1 1 0,2-2 0,1 1 0</inkml:trace>
  <inkml:trace contextRef="#ctx0" brushRef="#br0" timeOffset="7499">13332 7316 11940,'-1'8'540,"0"-1"-270,-3-1-180,1-2-3367,-2 3 2482,0-2 1745,0 1-861,-1 1 1,-1-1 0,0 2 0,-1-1-90,0 2 3276,-2-1-3070,0 2-116,-1 0-90,-1 1 90,1-1-90,0 0 0,0 1 90,-1-1-90,2 1 0,-7 4 0,7-5 90,-7 4-90,8-7 0,0 1 0,-1-1 0,2 0 0,-1 0 90,2-1-90,0-1 0,1 0 0,0-1 0,0 1 0,1-2 0,1 1 0,-1 0 0,1-1 0,-1 0 0,1 0 0,0-1 0,0 2 0,0-2 0,1 1 0,0-1 90,0 1-90,-1-1 0,1 1 0,-1-1-90,0 1 90,2 0 0,2 1 0,1 1 0,2 0 0,1-1 0,-1-2 0,1 1 0,1 0 0,1-1 0,0 1 0,2-1 0,1 1 0,0-1 0,1 0 0,0 0 0,8 0 0,-3 0 0,5 0 0,-6 0 0,1-1 0,1 0 0,-1 1 0,1-1 0,1 2 0,1-2 0,-1 1 0,1 0 0,-2 0 0,3 0 0,-4 0 0,1 0 0,-2 1 0,0-1 0,1 0 0,-3 1 0,5-1 0,-6 1 0,3-1 0,-5 0 0,-2-1 0,0 1 0,-1-1 0,0 0 0,-1 1 0,0-2 0,-1 1 0,1 0 0,-1 0 0,2 0 0,-2 0 0,1 0 0,0 0 0,0 0 0,-1-1 0,1 1 270,-1-1-270,0-1 90,0-1-90,-1-1 90,0-1-90,-1 0 0,1 0 90,-1-1-90,1-1 0,-1-1 90,3-1-90,4-12 0,-1 7 0,4-12 0,-2 8 90,6-12-90,-2 7 0,2-5 0,-6 11 0,-1 2 0,0 0 0,-1 1 0,0 1 0,-1 2 0,0-1 0,-1 3 0,2-3 0,-3 4 0,3-4 0,-5 4 0,2 1 0,-3 1 0,1 2 0,-1-2 0,0 3 0,1-3 0,0 2 90,0-1-90,0 0 0,-1 1 179,1-1-89,-1 1 0,0-1 270,0 1-270,-3-1 0,-2 0-90,-2 1 0,1 1 0,-1-1 90,0 1-90,-1 0 0,-1 0 0,-1 0 0,-1-1 90,-7-1-90,2 0 0,-6-2 0,2 2 0,0 0 0,-4-1-250,0 1 250,-1 0 0,-6 0 90,7 0-90,-7 1 0,10 1 0,0 0 0,0 0 0,3 1 0,-5 0-90,6 0 0,-2 1-90,7-1-269,-2 0-1,3 1-539,0 0-900,3 1 1951,2 0 0,0-1 1,3 0-1</inkml:trace>
  <inkml:trace contextRef="#ctx0" brushRef="#br0" timeOffset="17395">19589 484 7173,'3'-6'1349,"-1"0"-989,-2 0-180,-3 1 0,-1 1 0,-1 1-90,0 1 89,-3 0-89,-1 1 0,-2 1-90,-1 0 90,-2 2 0,-2 0 0,-11 6-90,4-1 45,2 1 0,-1 0 45,-5 3-90,-6 4 90,2 3-90,11-4 0,-3 3 0,11-5 90,4-1-90,1 1 0,3-1 0,3 6 0,2-3 0,3 6 0,4-3 90,9 9-90,-1-4-2624,5 6 2624,-5-9-771,9 5 771,-7-4-180,10 7 180,-9-6-373,-4-3 283,-3-3 90,-7-5-90,-1 3 2260,-4 1-2170,-2 0-90,-5-1 90,-2-2 0,-4 0 0,-3 0-90,-5 1 90,-1-1 0,-1-2-90,-12 4 51,8-3-141,-7 1 0,15-6 379,2-1-648,5-1-451,1 0 540,3-2 360,2-1 0,3 1 0,2-2 0</inkml:trace>
  <inkml:trace contextRef="#ctx0" brushRef="#br0" timeOffset="17763">19901 834 8702,'0'-6'270,"-1"0"0,0 1-90,-2 0-90,1 1 89,-2 0 1,-1 1 0,-1-1-90,-2 2 0,-2 0 90,0 1-90,-3 1 0,-1 1 90,-14 5-90,-2 4-45,11-2 0,0 1-45,-9 6 90,2 7 0,14-10-90,0 6 0,7-8 0,2 2 0,3 0 90,4 5-90,7 1-90,7 3 0,-1-4 0,3-5-180,1-5 0,-2-3-360,12-1 91,-11-3 539,3-4 0,0-1 0,5-4 0,-6 1 0,0 0 0</inkml:trace>
  <inkml:trace contextRef="#ctx0" brushRef="#br0" timeOffset="18506">20153 831 10951,'-4'-7'899,"-4"1"-719,1 6 90,-10 0-90,5 2 0,-7 1-713,-4 3 623,4 0 0,-4 3 0,5 0-3084,-2 5 2994,4-1-1500,1 2 1500,8-5-909,2-1 819,2 0 199,2 0-289,3 1 90,1-1 2051,4 0-2230,6 2 89,-1-4 2016,5 1-2106,3-2 180,-6-4 0,5 1 0,-8-4 1850,1-1-1850,-1-1 0,0 0 0,-2-2 90,0-1-90,-2 0 90,0-1-90,-3-1 0,1-2 90,-2 3 0,0-2-90,-1 5 90,-1 0-180,1 0 180,1 6 0,0-2 0,1 7 0,-1-2-90,1 1 90,1 0 0,0 1 0,1-1 0,1 1 0,0-1 0,2 0-90,0 0 90,1-1 0,-1-1 0,2-1 0,-1-1 0,7-1 0,-3-2 0,5-1 0,-4-1 0,0-2 0,1-2 0,2-3 0,-2-2-528,2-5 528,-4-2 0,0-2 0,-3-3 0,0-2 90,-3-2-90,-1-3-1809,-2 0 1809,-1-3 45,-2 9 0,0 0 45,0-14-45,0 13 0,-1 2 45,0-5 90,0-2-90,-1 13-90,1-2 180,-1 12 249,-3 15-339,0 1-90,-2 19 0,0 0 90,0 6-42,-1 5-48,1-1 45,1-10 0,0 1-45,-1 11 0,2-13 0,0-1 0,0 7-763,2-2 853,0-3-585,2-4 495,1-2-180,0-2 90,1-2-180,1-2 0,1-3 1420,1-1-1689,-1-3 163,2-2-524,1-2 1036,0-1 0,5-3 0,1-2 1</inkml:trace>
  <inkml:trace contextRef="#ctx0" brushRef="#br0" timeOffset="18913">20579 894 11400,'5'4'900,"0"-1"-720,4-3 0,-1-2-90,0 0 90,1 0-90,0-2 0,1-1-1,1 0 1,-1-2 0,0-2-90,0-1 0,-3-1 0,-1 0-90,-2-2 0,0 0 90,-3 0-89,-1 0-1,-2 1 0,-2 0 90,0 3-90,-2 2 0,-1 3 90,-1 1-90,-2 5 90,-1 2-90,-10 16 90,5-2-662,-6 12 662,10-5 0,4 2-90,1 0 90,5 7-295,2-8 295,5 7-803,2-10 803,5 1-90,2-2 90,2-2 0,4-1 0,1-3 0,2-3 0,3-2-90,1-3-180,2-3 0,-1-5-269,2-1-361,-1-5-449,-1-3-1928,2-4 3192,0-4 0,-9 0 1,1-1-1,1-3 0,0 0 1</inkml:trace>
  <inkml:trace contextRef="#ctx0" brushRef="#br0" timeOffset="19179">21403 601 10321,'-1'-8'1169,"-1"-1"-719,2 3-270,1-1 0,0 2 0,2 1 0,0 1-90,1 1 90,2-1-90,2-1 0,1 2 89,11-2-179,-3 1-179,16-2-91,-12 2-90,8 0-90,-9 0-180,-2 0-2647,3 0 3129,-9 1 1,1 0-1,-9 1 1</inkml:trace>
  <inkml:trace contextRef="#ctx0" brushRef="#br0" timeOffset="19448">21474 577 11760,'6'6'900,"0"3"-810,-4-1 90,0 11-90,-1-5-369,1 9 369,-1-3 90,-1 1-180,1 1 90,-1 5-90,0-1-90,0 12-1111,1-7 931,0 3 0,0-10-629,-1 1 359,0-8-1169,0 3-270,0-8 1979,-1-1 0,0 3 0,0 1 0</inkml:trace>
  <inkml:trace contextRef="#ctx0" brushRef="#br0" timeOffset="19655">21382 1043 10681,'-9'-2'1439,"1"2"-1349,21 2 0,-4-1 0,16 1 0,-7-2-3367,1 0 2033,5-1 884,3-2 680,2-1-1130,2-1-674,-9-1 0,1 0 1236,14-5 0,-7 0 1,1-1-1,-4 0 0,-1-1 1</inkml:trace>
  <inkml:trace contextRef="#ctx0" brushRef="#br0" timeOffset="20103">21875 792 11850,'-7'2'1529,"3"2"-1349,3 3-90,3 0 90,-1 4-90,1-1 0,-2 0 0,0 4 0,-1-1-90,-1 2 0,-1 0 0,0 0-180,-2 7-90,-1 0 90,0-1-90,0-1 180,3-11 1,0 2-361,2-5 450,7-9-90,2-6 0,4-5-551,1-7 641,-1 2 0,7-14-181,-1 5 91,2-3 90,-6 14 0,-4 6 0,-3 8 0,2 3 0,2 14 0,-3-3 0,2 10 0,-7-6 0,0 1 628,0 2-628,0 10 0,1-7 0,1 15-90,-1-18 0,1 7 14,-2-12-284,1-1-89,-1-2-181,0-2-809,1-1-90,1-1 1529,-1-2 0,5-3 0,1 0 0</inkml:trace>
  <inkml:trace contextRef="#ctx0" brushRef="#br0" timeOffset="20532">22200 870 10591,'-3'-7'1349,"-1"-1"-719,2 4 179,0 0 91,0 0-630,5 21-180,-2-1-270,3 21 90,-2-13 0,0-1-90,0-7 90,0 0 0,1-1-90,-1 0 0,1-2 90,0-2-90,0 0 90,-1-3 1,1 0-1,0-2 0,1-2-90,-1-2 180,4-2-90,-2-2 90,3-3-90,4-9 90,-1-1 0,3-9-90,-2 2 90,3-16 45,-8 17 0,0-1-45,0 1 0,-1 0 0,3-15 0,-4 15-90,-2 6-90,0 2-90,-1 2-90,0 3 360,0 3 0,2 11 0,0 4 0</inkml:trace>
  <inkml:trace contextRef="#ctx0" brushRef="#br0" timeOffset="20724">22549 1025 11041,'8'-2'1259,"1"0"-809,-2 0 89,1-1 1,-4 1-90,1 0-90,-1 0 89,0 0-179,0 0 90,0 0 0,0 0-360,1 0-630,-2 0-2647,2 0 2457,-11 1 1,-7-1 0,-10 1 0</inkml:trace>
  <inkml:trace contextRef="#ctx0" brushRef="#br0" timeOffset="21291">19326 2014 10591,'7'-12'90,"-1"1"90,0 0 0,-2 3 90,0-1-1,-1 2 1,0 0 0,-1 1 0,1-1-90,-2 2 90,1-1 0,0 2 269,0 0-449,1 8 0,-2 2-90,1 8 90,-3 3 0,-1 6 0,-1 5-90,0 4-266,-1 1 176,1-9 0,0 0-2414,-1 12 2414,2-12 0,1-1-90,-1 6-701,2-2 521,0-3-353,1-2 173,-1-3-270,1-2-538,1-2-541,0-2 2417,-1-2 0,2 1 1,-1 0-1</inkml:trace>
  <inkml:trace contextRef="#ctx0" brushRef="#br0" timeOffset="21607">19343 2012 10591,'-3'-12'90,"1"2"90,1 1 0,0 1 0,0 2 89,0 1 181,1 0-270,-1-2 180,2 0-180,2 0-90,2 1 90,6 0-90,1 1 0,7 0-1,-3 2 1,5 0 0,-1 3-90,3-1-90,3 3-89,-1 1-91,8 5-90,-5 1 270,-5 2-90,-8-1-90,-10 2 180,-3-2 0,-4 2 0,-4-1 0,-2-1 0,-6 2-277,-2 0 277,-4 0 0,0 0 90,1-3-90,1 0 0,4-3-180,2-2-90,2 0-180,3-1-809,0-1 1349,3 0 0,2-2 0,1 0 0</inkml:trace>
  <inkml:trace contextRef="#ctx0" brushRef="#br0" timeOffset="22320">19959 1999 10141,'-4'-9'900,"1"2"-630,-1 1-1,0 1 271,-2 0-180,-1 0-180,-1 0 0,1 3-90,2 3 90,-1 3-91,-1 1 1,0 3 0,1 2 0,-1 3 0,1 1-90,1 3 0,1-1-90,0 2 0,3-2 0,0 1 0,2-2-89,3 1-271,7 9 270,-1-10 0,7 7 0,-6-15 90,2-1-90,-2-3 90,1-2 0,1-2 0,-1-1 0,-1-3 1,-1-1-1,-1-3 90,-2-1-90,-1-1 90,-2-2 0,-3-2 0,-1-1 0,-6-8 0,-1 3 0,-3-4-235,1 7 235,0 5-53,-3-3 143,3 6-180,-1-1 180,5 5-90,1 1 0,0 1 323,1 1-323,6-2 0,0 3 0,5-2 0,1 2 0,3 1 0,1-2 0,2 0 144,1 0-144,10-3 0,0-2 0,6-3 90,-10 3 0,-4 0 0,-8 2 0,-2 0 0,-1 0 0,-1 2 0,-2 0 0,0 0 0,-2 0 180,-1 0-270,-3 11 0,3-2 90,-1 11-90,4-6 0,3 3 0,0 0 0,3 4-459,1 1 459,1 3 0,0-3 90,1 3-195,-2-2 105,0 1 0,-1-2 0,0 3 0,-5-7 0,1 3 0,-5-7 0,-2 0 453,-3 0-453,-2-1 111,-3 1-111,-2-2 90,-2 1-90,-5-1 0,2-1-90,-3 0-90,3-2-90,4-1-90,1-1-269,3-1 629,-1 0 0,5-2 0,0 1 0</inkml:trace>
  <inkml:trace contextRef="#ctx0" brushRef="#br0" timeOffset="23288">21059 1997 10861,'6'-7'1349,"-1"2"-629,-2 1 1079,-1 2-1709,-6 1 89,1 2 91,-15 13-270,8-3 0,-6 8-180,6 0 0,3-4 91,-1 4-91,5-6 0,1-1 0,2 0 0,1 0 0,2-1 0,2 0 0,2-2-90,0-2 91,2 0 89,1-2-90,0-1 90,1-1-90,-1-2 90,1-2 0,-1-1 0,5-5 0,-4 1 0,2-5 90,-5 0-90,-1 0 90,-2-2 0,-2-1-90,-2-7 90,-2-2 0,-2 0-90,-2-3 90,1 12 0,-1-2 0,2 6 0,0 2 0,1 1-90,1 1 90,1 1 0,2-1 0,0 1 0,3 1 0,0 2-90,2-1 90,0 0 0,2-1 0,3-1 0,2-1 0,2 0 0,4-2 0,0-3 0,2-1-716,0-3 716,-2 0 0,-1 0 0,-2-3 0,-3 0 0,-2-1 0,-2 2 90,-2 1-90,-3 2 90,0 0-90,-1-2 90,-1 2-90,-5 13 0,-1 5 0,-6 19 0,1 7-1045,-3 7 1045,5-16 0,0 2 0,0 1 0,-1 1 45,0 0 0,-1 2-45,0 0 0,1 1-1419,0 0 0,-1 0 1419,1 0 0,1 2 30,0-3 0,0 3 0,0-1-980,-1 5 1,1-1 949,1-3 0,0 0 0,0-1-188,1 2 0,1 0 188,0 10 0,0-1 0,1-12 0,1 0-54,0 7 1,1-1-37,2 2 90,2-2 0,0-3 0,3-3 1371,0-4-1371,0-5 2338,1-6-2428,0-3 859,-1-5-769,4-1 1824,-2-5-1824,7-9 0,-3-4-2803,2-9 2803,-3-4 0,-2-3-733,-5 5 1,-2 0 732,1-15-533,-4 2 0,-1 1 623,-4-4-90,0 12 0,-1 0 90,-5-6-88,-3 3 178,-3-5-90,6 15-90,-2-3 90,7 14 2094,1 1-2184,0 2 1722,0-1-1632,3 4 1986,0-3-2076,4 5 209,3-2-119,2 2-90,3-2 0,7-2-745,4 0 566,9-4-91,4 0-180,4-2-1189,-18 5 1,0 1 519,1 0 1,1-1 128,-1 0 1,1 0 805,0 0 0,0-1 1,8-3-1,0-1 1,2 0-1,0-1 1</inkml:trace>
  <inkml:trace contextRef="#ctx0" brushRef="#br0" timeOffset="23571">22396 1969 12120,'3'-7'1619,"0"16"-1529,-2 0-90,1 18-1851,-3-1 1941,-1 5-90,-2 9 45,2-19 0,-1 0-45,0 2 0,0 0 45,-1 1 0,0 0-45,0-1 0,0 0 0,0 1 0,-1-1-45,1-1 0,-1 0-135,-1 17 0,-2-2-3097,4-5 2741,1-5 86,1-3-69,2 0-1190,1-9-270,0 0 1979,2-9 0,0-3 0,0-1 0</inkml:trace>
  <inkml:trace contextRef="#ctx0" brushRef="#br0" timeOffset="23879">22451 1910 11041,'0'-13'270,"1"-3"-181,-1 6 91,1-1-90,0 5 0,0 1 90,1 0 0,2-1 0,4 1 0,7-1-180,0 4 90,4 2 0,10 7-90,-5 0 90,8 5-90,-8-1-799,-3 1 709,-3 0 90,-3 0-122,-5-1 122,-2 0-90,-4 4 0,-4-3 90,-4 4 0,-5-5-90,-21 9 90,5-8-1103,4-2 1,-1-1 1102,-8 0 0,-1-2-90,4-2 0,3-2-179,4 0-91,5-2-180,2 1-470,3-3 1010,4 0 0,3-3 0,2 0 0</inkml:trace>
  <inkml:trace contextRef="#ctx0" brushRef="#br0" timeOffset="24178">22966 1552 10411,'2'-14'360,"0"1"-180,-1 2 0,1 2 0,-1 2 179,1-1 271,-1 3-540,0 13 0,-5 6 90,-1 16-1084,-5 6 949,5-16 0,0 1-780,-1 3 1,0 0 734,-1 1 0,1 1 45,0-1 0,-1 1-1,1 0 1,0 1-45,0-1 0,0 1 45,1-2 0,1 1 0,-1 0 0,2-2-45,-1-1 0,1-1 45,1-1 0,0-1-45,0 16 0,1-3-528,5 6 438,0-14-416,8 8 146,-3-20 645,3-1-2804,5-10 271,-4-4 2248,8-7 0,-2-8 0,2-5 0</inkml:trace>
  <inkml:trace contextRef="#ctx0" brushRef="#br0" timeOffset="24348">22969 1832 10951,'-5'-5'449,"0"0"-359,10 4 90,-1 1-90,7 0 90,-1 1-90,11-1-270,-2 0-180,12-1-539,-4-2-1073,4 0 443,1-2 1529,-1-2 0,3-3 0,-1-2 0</inkml:trace>
  <inkml:trace contextRef="#ctx0" brushRef="#br0" timeOffset="24987">23561 2234 10501,'5'-7'360,"0"2"0,-3 2-270,-3 11-1,-1-2-89,-5 12 90,-1-1-90,-3 4 0,-5 5-298,-2 2 28,-3 3-1237,0-2 877,1-2-719,2-1 89,2-3 1133,3-1 1,0 2-1,1 1 1</inkml:trace>
  <inkml:trace contextRef="#ctx0" brushRef="#br0" timeOffset="25348">24014 1764 9961,'2'-7'450,"0"-1"-90,0 4 90,-2-1 179,2 1-539,-4 21 0,0-6 0,-3 25-1278,1-10 1278,-2 6-90,1 1 90,-2 5 0,1 3-1468,0-1 1468,1 0-90,0-5-274,1-1 184,1-1-90,1-5-90,1-3-90,1-5-89,0-4-181,2-2-899,-1-2 1042,2-3 487,-1-1 0,1-3 0,0-1 0</inkml:trace>
  <inkml:trace contextRef="#ctx0" brushRef="#br0" timeOffset="25587">23985 1843 10141,'2'-7'900,"2"2"-361,-1 3-359,3 1 0,-1 0 0,3 0 0,0 1 0,1 0 90,8-1-180,-2 1-180,5-1-540,11-2-449,-6 1-2198,9-2 3219,-17 2 0,-6 1 0,-6 1 1</inkml:trace>
  <inkml:trace contextRef="#ctx0" brushRef="#br0" timeOffset="25799">24046 2007 9871,'1'7'360,"0"1"-180,1-5 0,1 1 1079,28 9-1169,-16-8-1081,22 8 901,-23-12-179,-1 0-181,0 0 238,1-2-1317,0 0-90,0-1 1619,-1 0 0,7-3 0,2-2 0</inkml:trace>
  <inkml:trace contextRef="#ctx0" brushRef="#br0" timeOffset="26097">24539 1881 10231,'1'-8'630,"0"0"-450,-1 2 269,1 1-179,-1-2 180,1 3-360,2 7 0,-1 1 0,1 8 0,-2 1 0,0 4-3367,-1 1 3252,-1 8 115,-2 1-284,1 2 0,-2 3 284,-1 6-135,1 0 0,-1-2-45,2-4-180,-2 6 0,3-17-270,0-3-179,1-2-900,0-3-270,0-3 1889,1-1 0,-1-1 0,1-1 0</inkml:trace>
  <inkml:trace contextRef="#ctx0" brushRef="#br0" timeOffset="26408">24464 1871 10411,'-1'-9'-180,"1"1"270,0 2 0,0 0 0,2 1 90,0 2 0,2-1 0,0 2 0,2 1-1,1 0 1,3 1 0,2 0-90,3 1 90,1 1-90,3 0 90,0 0-90,0 1 0,-1 0 0,1 1 0,-1 0-90,-1 0 90,1 0 0,-4 1-90,-1 0 90,0 3 0,-6-2-90,-1 3 90,-6-2-90,-4 1 0,-3 1 89,-3 1-89,-5 2-503,-2-1 503,-4 3 0,3-2-90,0-2-90,3 0-656,-4 0 296,6-1-89,-2 0-990,7-4 1619,0 1 0,4-1 0,-1 0 0</inkml:trace>
  <inkml:trace contextRef="#ctx0" brushRef="#br0" timeOffset="28138">18569 379 10321,'-1'-6'-270,"0"-1"270,-1 2 0,-2-1 90,1 2-90,-2 0 90,-1 2 0,-3 0 0,1 2-90,-4 1 90,2 2-90,-7 5 90,4 1-779,-7 6 689,5 1 90,-2 4-90,1 3 0,0 5 45,5-5 0,0 1-45,2-4 0,1 0-675,-2 8 0,1-1 675,-1 10 0,6-11 0,0 0 90,0 13-90,3-13 0,0-1 0,5 10 90,3 1-90,5-1 0,4 1 90,4-2-90,3-1 0,2-1 0,2-1 90,0-1-90,0-2 0,-1-1-972,-3-3 972,-1-2-514,-5-2 514,-3-2 449,-3-2-449,-5-1 1239,-3-2-1239,-6 1 0,-4 3 90,-6 0 788,-7 0-878,-1-4 0,-3 0 0,6-4 0,-2-1 0,-18 7 0,-1-1 0,8-6 0,1 0-535,-1-1 0,1 0 535,4-1 0,2-2 0,-3 1-345,-1-1 345,11-1 0,1-1 0,8-1 114,2 0-114,16 1 1743,-5-1-1743,16 3 517,-9 0-517,-1 2 0,-1 0 0,-4 2 0,3 11 0,-3 0-1245,3 12 1245,-3 3 0,-3 6 45,0-17 0,-1 1-1535,-2 2 0,0-1 1535,1 3 0,-1-1 0,-1 2 0,-1 1-397,1 0 0,-1 1 397,0 1 0,0-1-471,-1 1 0,1-1 516,-1 0 0,1 2 0,-1-4 0,1 3 0,-1-2-384,0 5 1,-1-1 353,2-4 0,-1 0 0,0-1-15,0 1 0,1-2 0,0-1 0,-1 1 0,2-2 0,-1-1 0,2-2 0,-1 0 474,1-1 0,1-1-429,2 15 0,3 0 0,2-5-90,4-2 758,3-3-758,6-1-90,1-6 639,8 1-999,-2-7-179,4-3-1010,-8-8 1,0-1 1449,16-4 1,-6-4-1,2-2 1,-5-2 0,0 1-1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5:29.075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5400 5180 5734,'6'3'61,"-2"0"-33,-2 0-27,-1 1-1,-1 1 0,0 2 0,0 1 90,1-1-90,3 4 0,0-9 0,3 4 0,2-10 90,-4 2-90,3-4 0,-6 1 0,-1-1 90,-6-2-90,3 4 0,-7-4 0,4 7 0,-3-1 0,2 5 0,0 1 0,1 1 0,1 2 0,5-11 0,-2 3 0,2-8 0,-7-1 0,1 7 0,-6 0 0,4 9 0,1 1 0,2 0 0,2 0 0,5-2 0,0-2 0,7-4-3277,-4-3 3162,1-3 115,-2-1 0,-4-5 0,-3 3 0,-1-2 0,-4 10 0,-1 4 3276,2 1-3160,0 2-116,4-1 0,5 0 0,4-7 0,3 0 0,-2-4 0,-3 2 0,-2-1 0,-1 0 0,-1-2 0,-2 4 0,-6 3 0,0 4-180,-5 6 180,7-1 0,2 5 0,6-3 0,4 1 0</inkml:trace>
  <inkml:trace contextRef="#ctx0" brushRef="#br0" timeOffset="1782">5339 5043 5734,'2'6'270,"4"-6"-270,-3-1 0,10-10-3277,9-12 2392,0 2 1010,-7 5 1,1 0-126,5-6 45,2-1 0,4-7-45,-10 9 0,2-4 0,1-2 0,0 1 0,-1 1 0,1 0 0,-2 2 0,1 0 0,2-3 0,0-1 0,2-4 0,1 0 0,0 0 0,-3 3 0,-3 4-76,3-3 0,-2 2 76,1-1 0,2 0 0,-6 6 2124,-8 11-2124,2-2 801,-6 8-891,1 1-90,1 1 90,1 0 315,-3 3-225,-1 0 0,-2 0 0,-1-1 0</inkml:trace>
  <inkml:trace contextRef="#ctx0" brushRef="#br0" timeOffset="2616">6415 3992 5770,'-1'-7'144,"-11"0"-54,-18 15-90,6-6 0,-10 12 0,11 3-3277,6 2 2302,-3 1 975,11-3 860,8-9-860,10 8 0,4 1 90,1-1-90,7 0 0,5 3 0,-1-2 0,-3-4 0,0-1 0,11 6 0,-2 0 0,-1 3 0,-21-4 0,-3 1 0,-3-1 0,-12 5 0,-6 5 0,0-4 0,0-7 0,0-1 0,-2 3 0,-2 1 0,2-3-573,-8 2 483,7-6-90,-3 0 180,6-4 0,3-6 0,15-9 0,3-5 0</inkml:trace>
  <inkml:trace contextRef="#ctx0" brushRef="#br0" timeOffset="3070">6904 3803 5745,'5'-7'79,"1"-7"-79,-3 7 180,2-7-3457,-23 32 2392,9-7 555,0 12 0,-2 11 1,0 2-1,2-5 330,3-7 0,3 2-88,1 0 1,1 7 0,0 3 0,2 0 0,0-2 0,2-8 87,5 4 0,3-3 0,0 1 0,1 5 0,3-1 0,-1-7 0,3-7 0,1-3 0,2 1 0,0-4 541,2-6-541,-2-15 0,-10 2 0,6-15 0,-8 4 0</inkml:trace>
  <inkml:trace contextRef="#ctx0" brushRef="#br0" timeOffset="3616">7071 4044 5824,'8'-7'90,"6"-3"-90,-2 3 0,5-1 90,15 1 0,-16 4-90,7 6 0,-1 5 0,-15 7 44,-4 9 1,-4 3-1684,-7-6 1,-2 0 1580,0 2 1,-1-1 57,-9 8 0,13-19 0,-5 8 0,20-21 0,5-6 0,11-16-1134,-11 9 0,0-1 1134,4-3 0,4-6 0,-1-1 0,0 3 0,5-8 0,-4 10 0,-16 31 0,1 1 0,-12 18 0,-4 6 0,4-13 0,-1 0 0,-1 13 0,2-1 0,4-5 0,4-2-90,5-14 2089,4-8-1999,9-6 0,-2-6 0,3-7 0</inkml:trace>
  <inkml:trace contextRef="#ctx0" brushRef="#br0" timeOffset="3866">7619 4122 6183,'-5'20'180,"2"-7"-135,-7 11 0,0 1-135,2-6 90,0 0 0,0-1-1231,2-2 913,-1-1 318,0 1 0,2-5 0,2-3 0</inkml:trace>
  <inkml:trace contextRef="#ctx0" brushRef="#br0" timeOffset="4549">7730 4001 5824,'5'-5'90,"-1"0"-90,-1 3 90,-1 0 0,3 4-1,0 20-89,0-9 0,-1 15 90,2-1-90,3-3 90,3 4-90,0-12 0,13-13 0,-13-4 0,13-5 0,-12-7 0,-1-3 0,5-11 0,-4 9 0,-2 2 0,-1-7 0,-6 14 0,2-3 0,-2 42-3277,2-7 3219,-4 4 1,-1 0 57,0 11 0,0-19 0,1 1 0,1 12 0,0 1 0,-1-12 0,0 0 0,1 5 0,1 1 0,-2-4-2178,-1-4 2178,1 11 0,-6-22 2265,-1-4-2265,-1-1 0,-29 1 0,16-3 0,-12-2 0,-1-2 0,16-1 0,-16-6 0,33-3 0,14-12 0,8-2 3276,4 1-3354,-8 10 0,-1 1-102,3-1 180,-3 2 0,0 0 0,1-1 0,2 1 0</inkml:trace>
  <inkml:trace contextRef="#ctx0" brushRef="#br0" timeOffset="4800">8395 4158 6004,'5'-4'359,"-2"13"-359,-4-2 45,-8 20 0,-5 6-90,1-10 0,0 1-45,0-1 0,-1 3 1,1-3 44,-1-1 0,0-2 45,1-2 0,0-2 0,-2 2 0,-4 4 0</inkml:trace>
  <inkml:trace contextRef="#ctx0" brushRef="#br0" timeOffset="5449">8934 3900 5914,'10'-9'180,"-4"3"89,3-4 181,-6 7-360,-16 4-90,3 2 60,-8 7 0,-6 5 0,2 0-60,7-3 0,0 1 0,-6 5 0,-2 4 0,3-2-1639,8 0 1,3-1 1625,0-2 1,1 0-78,3 8 90,5-13-45,8 5 0,2 0 45,4 0-45,-1 0 0,2-1 45,8-8 0,3-4-1118,-6-2 1028,0-4 90,-11-1 2838,4-16-2838,-9 9-619,2-13 619,-11 15 0,-2 0 0,-8-4-2723,-19-2 2723,8 4 0,8 5 0,-1 0 497,-18 2-587,21 3-373,-15-2 463,26 3 0,2-1 0,1 0 0</inkml:trace>
  <inkml:trace contextRef="#ctx0" brushRef="#br0" timeOffset="5899">9074 3608 5914,'4'-9'0,"1"-2"90,4-2-90,-2 2 90,1 1-90,3 6 0,-3 4 44,10 8 1,4 6-1684,-8 1 1,1 1 1625,7 4 1,0 3 12,-7-1 0,0 3 0,-2 2-567,-4-2 0,-1 4 0,-1-1 0,0-1 567,2 1 0,1-1 0,-2 1-205,0 6 1,-2 3 0,-4-1 204,-8-2 0,-5 0 0,0-4 0,-2 2 0,-2 0 0,3-7 0,-1 4 0,-1-1 0,0-5 0,-6 1 0,-2-4 0,-4 3 0,1-3 1793,0 0-1793,-4 1 0,25-20 0,0 0 0</inkml:trace>
  <inkml:trace contextRef="#ctx0" brushRef="#br0" timeOffset="6116">9596 4144 6094,'6'-3'449,"0"1"-1078,-2 2 629,-1 2 0,-5 1 0,-1 1 0</inkml:trace>
  <inkml:trace contextRef="#ctx0" brushRef="#br0" timeOffset="6766">6739 4648 5914,'-10'0'269,"32"-3"1,22-1-225,-15 1 0,7-1 0,3 0 0,2 0 0,-2 0 0,-2 1-701,-3 0 1,-1 0-1,-1 0 1,1 0 0,2 0 368,-4 1 0,2-2 1,2 1-1,1 0 1,-1-1-1,-2 1 0,-2 0 1,-3 1-74,9-1 1,-5 1 0,1 0 359,0 0 0,2 0 0,1 0 92,-6 0 1,0 0-1,2 0 1,1 0 0,3 0-82,-3 0 0,2 0 0,2 0 0,1-1 1,0 1-1,0 0 0,-2 0 0,-1 0-116,1 0 1,-1 0-1,-2 0 1,1 0-1,0 0 1,2 0 104,-3 0 0,1 0 0,1-1 0,0 1 0,0 0 0,1 0 0,0 0 0,-1 0 0,2-1 0,1 1 0,0 0 0,1-1 0,-2 1 0,-1 0 0,-2 0 0,-3 0 0,3-1 0,-4 2 0,0-1 0,3-1 0,1 1 0,6 0 0,1-1 0,2 0 0,-4 1 0,-4 0 0,-7 0 403,1 1 1,-5-1-404,0 1 0,-2-1 436,7 0-1426,-45 0 813,1 3 177,-6-1 0,-1 1 0,-4 1 0,-11 2 0,18-3 0,0 1 0</inkml:trace>
  <inkml:trace contextRef="#ctx0" brushRef="#br1" timeOffset="13749">5284 7882 7588,'0'-7'-175,"0"0"551,-1 1 312,1 1-178,0 12-131,0 5-107,-1 24-1909,0-3 0,0 1 1773,0-10 0,1 0 24,-1 9 0,-1 1-99,1-8 0,1 2 1,-1-3-101,0 1 0,0 0-710,1 1 1,-1 2-1,1-4 733,-1 7 2,1-13 7,0-4-19,0 3 1657,0-4-1527,1 0-143,-1-3-169,1-4 3048,-1 6-3040,5-7-251,0 0-23,7-3 308,2-2-1180,5-3 0,2 0 1285,8-2 153,-8 1 1,4-1-12,5-2 1,3-1-1,-4 1-71,-7 2 1,0-1-484,9-1 1,3-1 0,-5 1 1046,-2 1-415,1 0-108,-6 1 1,-1 0-1625,6 0 1391,10-3-25,-16 4 1826,-2 1-1845,12-2 7,-14 2 0,2 0 8,-3 1 1835,-8 1-1865,8 0 3381,-9 2-3445,2 1 299,-4-1-36,0-3 56,-4-14-1,-1 5-59,-2-12-3231,2 10 3045,-1-4 244,0-9-1216,1-5 1,0-2 1148,0 12 1,-1-2-486,1-13 1,0-6 0,0 6 528,0 14 1,0 1-1,0-11 0,-1-4 1,0 3 84,-1-1 0,0 3-13,0-1 1,1 2 71,-2 2 1,1 3 260,0 9 592,1 4-761,0 7 1748,0-5-1751,-3 2 2369,0 0-2802,-17 9 332,-6 5 0,-4 2-16,4-2 1,-1 0 0,0 1-903,0-1 0,0 1 1,0-1 909,1 1 0,0-1 0,3-1 764,2-1 1,-2 0-772,-8 3 0,-6 0 1,4-1-982,4-1 0,1 0 1077,-2 1 1,-3 0-1,2-1-705,2 0 1,2-1 0,4-1 357,-8 2 833,-4 1 1,6-1-730,25-4-106,5 3 0,4-2 0,7 3 0</inkml:trace>
  <inkml:trace contextRef="#ctx0" brushRef="#br0" timeOffset="18550">11469 11627 5734,'-2'-8'0,"1"0"0,-1 3 31,0 0 28,0-2-59,-1 1 90,3-2-90,1 3 0,12 1 0,22 2-3277,-7 0 3264,-7 1 1,5 1 12,0 0 0,6 0 0,2 1 0,0-1 0,-5 1-727,-1-1 1,-4 0 0,5 1 726,-1-1 0,4 1 0,2-1 0,1 0 0,-3 1 0,-4-1-145,1 0 1,-4 0 0,4 1 144,-3-1 0,3 1 0,2 0 0,2 0 0,1 0 0,0 1 0,-1-1 0,1 1 0,1-1 0,1 1 0,0 0 0,1-1 0,-2 1 0,-1 0 0,2-1 0,-2 1 0,1-1 0,-2 1 0,1-1 0,1 1 0,0 0 0,-2 0 0,0-1 0,0 1 0,1 0 0,-1 0 0,2 0 0,0 1 0,0-1 0,-1 0 0,2 1 0,1 0 0,1 0 0,-1 0 0,0 0 0,0 0 0,-3 0 0,-1 0 0,-3 0 0,6 0 0,-4-1 0,-2 1 0,1 0 0,5 0 0,-3 0 0,3 0 0,2 0 0,2 0 0,0 1 0,0-1 0,-2 0 0,-2 1 0,-4-1 0,3 0 0,-2 1 0,-2-1 0,-2 0 0,1 0 0,5 1 0,0 0 0,-1-1 0,0 1 0,2 0 0,0 0 0,0 0 0,-3 0 0,-1-1 0,-3 1 0,-2-1 488,2 1 0,-4 0-488,0-1 45,-4 0 0,-1 0 996,-6 0-862,-4-1 2741,3 0-2741,-2 1 1069,-5-1-1698,1 1 29,-7 1 421,-3 0 0,-2 1 0,0-1 0</inkml:trace>
  <inkml:trace contextRef="#ctx0" brushRef="#br0" timeOffset="20219">20176 11750 5824,'-9'0'180,"1"0"-180,23 0 90,12-1-1729,7 1 1,3-1 491,-6 0 0,2-1 1147,-1 1 0,5 0 0,1-1 0,1 0-105,-8 1 0,2 0 1,-1-1-1,0 1 1,0 0 104,0-1 0,0 1 0,0-1 0,-1 1 0,1-1 0,0 1 0,1-1 0,0 1 0,-2-1 0,-2 0 0,-1 0 0,-3 0 0,7 0 0,-4 0 0,6-1 0,4 1 0,3-1 0,1 0 0,0 0 0,-2 0 0,-2 0 0,-5 1 0,3-1 0,-5 1 0,-1 0 0,2 0 0,5 0 0,-9 0 0,4 0 0,1-1 0,3 1 0,0 0 0,2-1 0,-1 1 0,1-1 0,-2 1 0,0 0 0,-3 0 0,-2 0 0,6 1 0,-2 0 0,-2-1 0,0 2 0,-1-1 0,1 0 0,1 0 0,-1 0 0,0 0 0,1 0 0,0 0 0,0 0 0,0 0 0,-1 0 0,-1 1 0,5-1 0,-1 0 0,0 0 0,-1 1 0,-1-1 0,-1 0 0,8 1 0,-1-1 0,-3 1 0,-5-1 0,-2 1 0,-1-1 0,-2 1 0,4-1 0,-1 1 0,-3-1 351,0 0 1,1 1-352,3-1 0,6 0 0,-1 0 0,-8 1 0,5-2 0,-6 1 0,-1 0 0,-7 1 2268,-10-1-2268,8 1 0,-11 1-539,8-1 539,-27-1 0,4-1 0,-19-2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4:39.77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12841 8038 5734,'-7'3'0,"0"-1"0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3:00.78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12633 1981 8342,'-5'-11'900,"2"4"-720,1-1 269,2 0-269,1 2 0,1-2-90,0 2 90,1 1-90,0-1 0,1 0 90,6-2-90,0 2 0,5-2 0,-2 4-90,1 1 90,1 1-90,1 1 90,2 1-90,0 1 89,2 2-89,2 3 0,0 1 90,1 3-90,-4 0 0,0 4 0,-4 0 0,-2 2 90,-4 1-90,-3 10 0,-4-3-972,-5 9 972,-4-3 90,-3-1-1292,-4 2 1202,-3 1 0,-3 0 0,-2-1 90,2-4-90,1-2-805,2-3 805,2-3 0,3-1 0,2-1 0,2-4 0,3 0 761,1-1-761,3-1 0,1 0 0,3 0 0,7 6 90,1-5 721,9 4-811,-2-6 0,2-1 0,4-2 0,0-1 0,4-2 5,2-1-184,1-1-1,1-2 0,0-2-180,0 0 0,-1-2-179,-1 0-811,-1-1 181,-2 0 1169,-4-1 0,3-3 0,-2 0 0</inkml:trace>
  <inkml:trace contextRef="#ctx0" brushRef="#br0" timeOffset="293">13395 2119 9871,'1'-9'450,"-1"-1"-360,1 5 90,0 0-90,3 3 0,4 2-90,2 4 90,8 4-90,-2 1 90,16 12-1492,-5-2 1402,-9-6 0,0 1 90,11 9-1183,-1-1 1093,0 1-365,-1 0 185,-3-3 1,0-1-181,-4-4-90,-3-3-809,-2-1 89,-4-3 1481,-1-2 0,-2-1 0,1 0 0</inkml:trace>
  <inkml:trace contextRef="#ctx0" brushRef="#br0" timeOffset="504">13721 2143 9422,'-6'-11'90,"2"0"0,-1 3-1,1 2 1,-1-1 0,2 3 180,-3 0-180,-3 6 0,0 3 0,-4 3 0,-2 4-657,-1 2 657,-1 4 37,-7 11-127,5-5 90,-5 8-1209,5-6 1119,3-2-180,0 2-89,2-4-91,3-1-1469,0 2 1020,4-7 809,1 1 0,4-3 0,0 0 0</inkml:trace>
  <inkml:trace contextRef="#ctx0" brushRef="#br0" timeOffset="952">14077 2014 9422,'8'-10'1259,"-2"1"-989,-1 1 0,-2 2 359,-2 2-449,1-1 90,-1 2 90,2-3-180,-1 2-90,2-1 0,1 1 89,2 1-89,3 0 0,3 0 0,4 0 0,7 1-90,4 1 90,5 1-947,3 0 947,0 1-1217,1 1 1217,-1 2-90,-2 1 90,-1 2-90,-2 1 0,-5 1 0,-2 3 90,-6 3-90,-4 1 0,-8 8 0,-7-1 0,-7 7 90,-9 0-1393,-5 0 1303,9-13 0,-2-1 0,-1 0 0,0 0 0,-1 0 0,0-1 0,0 0 0,0-1 0,-14 12-265,5-3 265,4-4 898,5-4-898,4-2 0,3-2 0,4-1 0,3-2 1422,2 0-1422,2-1 1212,4-1-1122,2 0-70,5-1-20,3-1 0,20 0 0,-5-2-757,-8-1 1,1-1 756,16-2-90,-18 1 0,0-1 0,1 0 0,1 1-90,0-1 0,0-1-45,0 1 1,0 0-406,18-1-269,-2-1-740,-17 2 1,-1 0 1467,6 0 1,5-2 0,-17 1 0</inkml:trace>
  <inkml:trace contextRef="#ctx0" brushRef="#br0" timeOffset="2363">12334 2944 11400,'7'-1'1080,"1"1"-990,23-1-1978,7 0 1978,-12 0 0,3 0 0,1 0-1441,10 0 1,1-1 1380,-2 1 0,2 0 0,-1-1 0,-5 0 0,0 0 0,-1 1-30,4-1 0,1 0 0,0 1 22,-9-1 0,1 1 1,1-1-1,0 1-288,5-1 0,0 0 0,2 1 0,-1-1 266,1 1 0,1 0 0,0-1 0,1 1-262,-6 0 0,1 0 0,0-1 0,1 1 0,-1 0 262,0 0 0,0 0 0,1-1 0,-1 1 0,0 0-113,0 0 1,1 1 0,-1-1-1,0 0 1,0 0 112,0 0 0,1 0 0,-1 0 0,0-1 0,0 1-18,5 1 1,-1-1 0,0 0 0,-1 1 39,1-1 1,-1 1-1,1-1 1,-1 1-23,0-1 0,1 0 0,-1 1 0,0-1 0,-4 1 0,0 0 0,0 0 0,0 0 0,2 0 0,1 0 0,0-1 0,-2 1 30,7 1 0,-2-1 0,0 1 101,-2-1 1,0 1 0,-1 0-132,-2 0 0,0 0 0,-1 0 37,-3 0 1,0 1-1,-2-1-37,10 0 0,-3 0 0,-4 1 0,-2-1 388,-8 0 0,-1-1-298,12 1 1678,-9 0-1768,-7-1 90,-4 0 0,-4 0 0,-3 0 179,-2-1 1051,-1 0-1230,0 0 2583,1 0-2224,-2 0 1272,2 0-1451,0-12-180,-1-4 0,0-5-90,-1-4 0,-2 7-1338,0-10 1338,0-3 0,0 0 0,-1-4 0,1-4 0,-1-3-23,0 9 1,0-3-1,0-2 1,0-3-438,1 8 0,-1-2 0,0-3 1,0 0-1,1 0 0,-1 0 0,0 1 430,0-3 0,0 2 0,-1-1 0,1 1 0,0-1 1,0 1-315,0-3 0,0 0 1,0 0-1,1 1 0,-1 2 1,-1 3 343,1-2 0,-2 3 0,1 3 0,0 3-705,0-2 1,0 4 704,-2 2 0,1-1-397,-1-10 0,0 2 397,-2-2 462,2 6 0,1 4-642,0 14 1697,-3 9-1517,2 4 2268,-1 12-2268,0 1 3276,1-6-3160,-4 9-116,-9-8 0,-9-2 0,-3-2 0,-7-1 0,-5-1 0,-1 0 0,3 0-495,5 0 1,1 1-1,0-1 1,-3 0-1,-7 0 489,11-2 0,-3 1 0,-4 0 0,-3-1 0,-2 1 0,-2-1 0,-1 1 0,0-1 0,0 0 0,0 1 0,1-1 0,2 0 0,2 0 0,2 0 0,4 0-362,-9 1 1,4-1-1,3 0 1,1 0-1,-1 0 1,-3 0-1,-4 1 368,11-1 0,-4 0 0,-2 0 0,-1 0 0,-3 0 0,0 1 0,0-1 0,-1 0 0,1 0 0,1 1 0,2-1 0,1 0 0,4 1 0,2-1 0,4 0-344,-11 1 0,6 0 0,4 0 0,-2 0 0,-2 0 344,-1 0 0,-2 0 0,-2 1 0,0-1 0,-1 0 0,0 1 0,1 0-104,3-1 0,0 1 1,-1 0-1,1 1 1,-1-1-1,0 0 1,0 1-1,0-1 104,-3 1 0,1 0 0,-1 0 0,0-1 0,0 1 0,0 0 0,1 0 0,2 0-45,-2 0 0,0-1 1,1 1-1,1 0 1,0-1-1,2 1 1,2-1 44,-13 2 0,1 1 0,5-2 0,8 0 208,-8 1-90,17-3 88,-4 1 975,11-1-570,6-1 1606,-4 2-1452,7-3 1476,2 1-1643,4 6 2678,1-1-3230,4 5-239,-1-2-406,2 1 78,0 3-227,3 5 93,1 4-1198,2 5 1693,0 6-6,0 4-96,-2-8 0,0 8 293,-3-5 0,2 6 0,-1 4 0,1 1 1,-2-1-18,0-3 1,-1 1-1,-1 0 1,1 1-1,-1 0 1,1-1-422,0 0 0,1 0 0,0-1 0,0 0 0,-1 0 0,-1 0 426,0-1 1,-1 2 0,-1 0 0,0-3 0,-1-3 0,0-4 11,0 5 0,-1-2-295,1-2 0,0 4 0,-1 0 0,1-4 307,-1 1 0,1-2-456,3 5 1,0 1 0,1-6 244,3-3-1554,30-19 1219,-21-21 426,1-1 0,1-1-723,-3-7-1089,2 0-540,-2-1 2516,1 0 1,1-4 0,0-1 0</inkml:trace>
  <inkml:trace contextRef="#ctx0" brushRef="#br0" timeOffset="3133">16044 2099 10051,'11'-1'180,"-2"0"-90,-2 0 0,1 1 0,2-1 0,3 2 0,3-2 0,8 2 0,6-1-3367,6 0 3309,-14 0 1,1 0 12,0-1 0,1 1-337,4-1 1,0 0 335,1 0 1,0-1-45,2 1 0,0 0-671,0 0 1,1 0 715,1-1 0,-1 1-45,1-1 0,1 1-494,-4-1 0,3 0 0,-2 0 494,5 0 0,0 0 30,-5 0 0,0 0 0,-2 0-30,2 1 0,-3-1 0,-1 1 0,-1-1-35,-3 1 0,-1 1 35,17-3 815,-2 3-725,-13-2 1716,2 0-3335,-15 0 1665,-11-2-136,-3 1 0,-16-2 0,3 1 0</inkml:trace>
  <inkml:trace contextRef="#ctx0" brushRef="#br0" timeOffset="3514">16894 1874 9781,'3'-7'270,"-1"0"-90,-1 3 0,1 0 0,6 2-90,-2 2 0,6 2 0,-1 1 90,12 5-180,-2 0 90,12 5 0,-3 0 0,0-1-805,6 3 760,3 1 0,-2 0-45,-8-4 45,-9-3 0,-2-1-45,9 3 90,-10-3-90,1-1 0,-7-2 0,-4-2 90,0 1-90,-10 1 0,-2-1 714,-7 1-714,-1 1 0,-4 1 0,-3 1 0,-2 3 0,0 2 0,0 1 90,-6 9-731,6-5 551,-2 4-360,7-1 91,6-7-1832,-4 9 842,10-12 1349,0 3 0,3-3 0,1 0 0</inkml:trace>
  <inkml:trace contextRef="#ctx0" brushRef="#br0" timeOffset="4736">18289 1694 9152,'1'-9'0,"-1"3"0,-5 2 0,0 1 0,0 1 0,-1 0 90,-2 1-90,0 0 0,-3 0 0,0 1 90,-7 2-90,2 2 0,-5 1 0,7 1 0,-1 1 0,2 2 90,1 1-90,1 2 0,1 0 0,2 2 90,3 0-90,2 0 0,6 8 90,2-2-808,6 7 718,2-5-433,3-1 433,1 0 90,2-1-90,2 0 0,2 0 0,1 1 0,1 0 0,-9-7 0,1 0 89,7 6-908,6 6 819,-12-8 0,-2 0 0,-4-1 623,-1-1-623,-2 2 89,-3 0-89,-2-1 425,-4-2-425,-2-6 0,-1 0 0,-2 1 923,-1-1-923,-3 0 0,-7 2 0,1-4 0,-6 2 90,4-4-180,1-2 180,-1-1-90,1-1 90,-1-1 0,1-2 90,1 0-90,0-2 0,2 0 90,2-2-90,0-1 0,3-3 0,1-1 0,2-2 0,7-17-90,2 4-1371,1 5 0,1-1 1371,8-14 45,0 8 0,1-2-45,2 0 0,2 1 0,-2-1 0,1 2-628,0 2 1,-1 2 717,3-5-472,-8 10 0,-1 1 472,3-6-90,3-9 0,-12 18 0,-2-2 0,-6 6 0,-3 1 0,-4 1 0,-2 0 0,-4 1 0,-1 3-90,-6-1-90,1 3-90,-1 1-89,1 1 1607,2 3-2597,2 1 179,2 0 1536,3 2 0,-2 1 0,2 0 1</inkml:trace>
  <inkml:trace contextRef="#ctx0" brushRef="#br0" timeOffset="5229">18659 1887 9781,'4'-8'900,"0"0"-630,-1 5 0,0-1-180,2 2-1,0 3 1,2 1 0,0 2-90,2 2 90,3 1 0,2 4-90,2 2 90,2 4-1265,1 1 1175,0 1 90,1 0-90,2 4 90,1 0-90,0 0 90,0 0-90,-3-4 0,0-1 0,-1 0-90,-2-4-90,-3-1-90,-3-3-450,0 0 181,-4-5-900,0 1 1755,-4-4 0,0-1 1,-3-1-1</inkml:trace>
  <inkml:trace contextRef="#ctx0" brushRef="#br0" timeOffset="5439">18988 1936 9602,'-2'-11'-180,"0"1"270,0 1 269,0 1-89,-1 0-180,0 1 0,-3 3 0,1 4 0,-2 3-90,-1 2 90,-2 3 0,-11 12-90,3-3 90,-8 10-90,7-4-2669,1 0 2669,-1 2-90,2-2 0,1-1-180,2-1-457,2-1 187,3-2-1438,0 4 1978,5-8 0,2 8 0,3-7 0</inkml:trace>
  <inkml:trace contextRef="#ctx0" brushRef="#br0" timeOffset="6067">19534 1646 9512,'5'-6'449,"0"0"-269,-2 1 270,-2 2-270,-1-3 0,-2 3 0,-2-1-90,0 1 89,-3 2 1,-4-1-90,1 3 0,-4 0 90,-5 5-90,4-1-90,-6 4 90,6-1 0,-4 7-90,5-1 90,-2 4 0,6 2-90,4-4 90,5 19-90,6-14 90,7 12-90,2-11-992,5 2 992,3-1 0,0 0 0,1-3 0,-1-2-267,1-2 267,-1 1 0,-1-1 0,-2 1 0,-2-3 0,-3 0 0,-2-2 0,-2 0 0,-2 4 0,-4 0 0,-3 2 0,-5-3 0,-4-4 0,-5-1 0,-2-2 468,-6 2-468,-3-3-631,-4 0 631,-4-2 0,0 0 0,-1-1 0,0-2 90,4 0-90,4-2 0,5-1 0,3-1 0,2 0 0,2-2 0,3 1 0,0-7 90,4 3-90,5-16 0,6 3-431,5-9 431,5 0 0,2-1 0,5-4 0,-7 9 0,2-1 0,-4 7 0,0-1 0,4-5 0,0-1-90,6-8 90,-8 10 0,1 0 269,-3 2 1,-1 1-270,1 0 0,-1 0 0,2-16 0,-10 21 0,-2-4 0,-8 5 0,-2 5 0,-6-2-90,-1 5-90,-3 3-89,-2 2-721,-14 4-629,7 2-360,-9 3 1542,12 3 0,-2 1 0,-1 3 0</inkml:trace>
  <inkml:trace contextRef="#ctx0" brushRef="#br0" timeOffset="6530">17875 2670 10681,'-10'-3'0,"0"1"180,2 0 0,1-1 90,1 1-91,2 0 271,0 0-180,0-2-90,4-1-90,3 0 0,6-3 90,8 1-90,11-2-3367,11-2 3309,-12 5 1,2 0 12,3 0 0,4 0-568,-7 1 1,4 1 0,1-1 0,-2 0 552,4 1 0,-1 0 0,2 0-332,0 0 0,2 0 1,0 0-1,-2 1 332,3 0 0,-1 1 0,2 0-310,-6 0 1,1 0 0,1 1 0,-1-1 301,-2 1 1,-1 0-1,1 0 1,2 0-8,0 0 0,3 0 0,2-1 0,0 1 0,-2 0 0,-2 0-15,4 1 0,-2-1 0,-1 1 0,3 0 15,-7 0 0,3-1 0,1 1 0,0-1 0,-1 1 0,-4 0-15,4 0 0,-3 0 0,-1 1 0,1-1 0,-2 1 0,0-1 0,1 1 0,2 0-42,4 0 1,3 1-1,2 0 1,-2-1-1,-5 1 42,3 0 0,-5 0 0,3 0 172,2 0 0,2 1 1,-1-1-1,-6 0-172,-5 0 0,-6-1 456,3 1-906,-55-4-180,-6 0 430,-2 0 1,-3 0 199,8 0 0,3 1 0,4-1 0,1 1 0,-7-1 0,0 0 0</inkml:trace>
  <inkml:trace contextRef="#ctx0" brushRef="#br0" timeOffset="8830">18779 2891 9961,'6'1'1439,"-2"0"-1349,-5 9-90,-1-1 0,1 1 90,-1 4-90,0 1 90,0 3-90,0 3 0,0 4-1174,0 4 1174,0 3 89,1 3 1,0 0-90,0 1 90,1 2-90,1-1 90,0-1-90,0 0 90,0-1-90,1-5 0,0-3 90,0-3-90,1 5 90,-1-8-90,1 3 0,-2-11 0,0 0 90,1-3-90,-2-1 0,1-1 90,0-2 1175,0 3-4542,0-3 1517,-4-6 1760,1-1 0,-5-9 0,1 1 0</inkml:trace>
  <inkml:trace contextRef="#ctx0" brushRef="#br0" timeOffset="9240">18654 3468 10141,'-5'-5'360,"-1"-1"-180,4 4 270,-1-2-360,1 8 0,1 0-1,1 7-89,3-2 90,-1 1 0,2 2-90,0 2 90,2 1-90,0 2 90,2 2-90,1 0 90,0 0-90,-1-2 0,0-2 0,0 0 90,0-1-90,-1-3 0,0-1 90,0-1-90,1-2 0,-1-1 0,1-2 90,0-3-90,1-2 0,1-2 0,1-2 0,1-4 0,2-5-686,0-4 686,0-4 0,0-3 0,-1-3 0,-1-1 0,-1 0 0,-3 0 0,0 2 0,-2 3 0,-1 4-90,-1 5-179,-1 2-1,-1 4-180,0 2-2827,-1 3 3196,2 6 1,0 4 0,1 5 0</inkml:trace>
  <inkml:trace contextRef="#ctx0" brushRef="#br0" timeOffset="10140">18579 4053 10141,'0'-8'90,"1"-3"90,-1 4 180,1-1 180,0 1-271,0 1 181,0-2-360,3 10 0,-2 0 0,3 7-90,-3 0 90,0 10 0,0-1-90,0 18 90,-1-8-90,0 7 0,0-8 0,-1-3 90,0-1-90,-1-1 0,1 0 90,-1 8-90,0 2 0,1-7 90,-1 2-90,0-18 0,0 2 0,1-6 0,0 0 0,1-14 0,0 0 0,0-10 0,0 5 0,0-2 0,0 4 0,0-4 0,2-7 0,12 1-90,1-2 90,5 8 0,-5 9 0,1-2 0,9-10 0,-1-4 0,-1-2-1639,-5 4 1,-1 1 1625,2-3 1,-3 1 12,-6 3 0,-11 30 0,-1 22 0,-2-1-200,2-10 0,-1 0 200,2 1 0,0-1 0,0 0 0,1 1 0,-1-2 0,1 2 0,0-2 0,0 8 0,2-2 2923,0 5-3192,1-11-361,0-1 90,-1-11-1079,-1 0 1619,3-5 0,-1-3 0,2 0 0</inkml:trace>
  <inkml:trace contextRef="#ctx0" brushRef="#br0" timeOffset="10576">19171 4082 10951,'3'-8'180,"0"1"0,-2 2 269,0 0 91,0-1-90,-2 2-270,-2-2 179,0 4-269,-6 3 270,-11 13-180,-3 11-90,-2 5-90,5 3 90,11-13 0,2 0-90,-4 11-231,4-10 1,1 0 230,0 8-663,1 1 663,4-3 0,1-2 90,3-3-90,7 10 0,0-8 0,6 6 0,7-9 0,-4-9 0,6 0-508,-6-8 508,0-4 0,4-1 0,2-5-90,1-2 90,1-4 0,-1-5-231,-3-1 276,-7-2 0,-1-1-45,2-9-45,-6 7 0,-1-1 45,-5-9-1127,-4 8 1,-2 0 1126,-5-17 0,1 16 0,-3 0-76,0 7 0,-2 0 31,-7-3 0,-3 0 45,5 7 0,-2 0 0,-3-2 0,-2 3-169,-5 4 0,0 4-10,-12 3 89,15 1 0,1 2-180,-2 8-180,11 0 0,1 2 300,4 1-3127,3 6 2972,4-4 0,7 10 0,4-4 0</inkml:trace>
  <inkml:trace contextRef="#ctx0" brushRef="#br0" timeOffset="11223">19748 4048 11580,'-3'-26'1529,"0"0"1,-13-12-1440,1 44 0,-9 7-1,5 6 1,1 4 0,2-1 0,1 3-68,1 1 1,-2 4 0,2 1-1,2-1-82,2 5 0,3-1 0,3 2-75,3-3 0,2 4 0,2-2 1,3-4 44,4 7 0,7-6 0,15-6 0,2-11 90,0-18-1867,4-13 1867,-22 4 0,-2-1 211,-4-1-211,-3 2 348,-1-1-348,-3 0-90,-2-6 90,-2 4 0,-2-3 90,-4 0-90,3 6 0,-3-3 911,3 6-911,-1-1 0,2 3 217,-1 0-217,8-2 0,7 0 0,5-1-90,8 2 90,-1 2 0,5 0-228,2 0 183,-9 4 0,0 1 45,10-1 0,6 1-90,-16 4 90,-2 1 0,-2 3 0,-3 1-90,-1 8 90,-8 7 0,-2 5 0,-9 4-1603,-5-1 1603,-2 1 0,-3 6 0,8-19 0,0 0 45,0 1 0,1 0-45,-1 0 0,0-1 0,-4 16-805,1-2 895,3-5-2579,2-2 2489,2-4 0,2-3 0,1-3-90,2-1 0,0-2-270,2-2 123,3 0-3040,6-5 3149,2-2 1,7-10 0,-1-3 0</inkml:trace>
  <inkml:trace contextRef="#ctx0" brushRef="#br0" timeOffset="11398">20682 4431 13919,'5'-5'1979,"0"0"-2519,-1 3-2737,-1 3 0,-4 3 3022,-12 1 1,-18 0 0,10-3 0,-1-1 0</inkml:trace>
  <inkml:trace contextRef="#ctx0" brushRef="#br0" timeOffset="17474">11215 5565 9512,'-1'-10'1439,"-1"2"-1349,-3 5 0,-1 1 0,1 2-90,-3-1 0,3 1 90,-2 0-90,1 0 0,-1 0 0,0 1 0,-1 0 0,0 1 89,-1 0-89,1 1 0,-5 1 0,3-1 0,-3 2 0,5 0 0,-1 0 0,0 2 0,1 1 0,0 0 0,0 1 0,1 2 0,0 1 0,0 2 0,1 2 0,0 1 0,1 1 0,2 1 0,0 0 0,1-1 0,2 1 0,1-1-89,3 8-1,1-5 90,2 4-90,0-9 0,1-1 90,0-2-90,2 0 90,1-3-90,0-1 90,1-2 0,0-2-90,1-1 90,0-1 0,1-3-90,-1-1 90,2-1 0,0-1 0,1-1 0,-1-2 0,1 0 0,-1-1 0,-1-1-90,-1-1 90,-1-2 0,4-6 90,-5 2-335,2-4 245,-5 4 90,-2-1-90,-2 1 0,-1-3 90,-2 1-90,-1-3 90,-1-1 0,-2 1 0,-2-3-646,-2 3 646,-2-4-59,-1 5 59,-1 0 0,-3 0-90,-1 4 90,-1 2 0,0 3-90,0 3 320,-7 0-230,-3 3-90,1 1 216,1 5-216,8 3-90,-1 1 0,2 2-118,1 2-152,1 0-1709,-1 7 630,4-4 1439,-1 4 0,5-1 0,1 1 0</inkml:trace>
  <inkml:trace contextRef="#ctx0" brushRef="#br0" timeOffset="18309">11702 5689 9781,'-6'-7'90,"0"1"90,1 2-90,1 1 270,-4-2 90,-5 0-90,-1 0-181,-5 0-89,7 4 90,-1 2-180,3 1 90,0 1 90,-7 3-90,-1 6-90,-1 1 90,2 2-90,6-2 90,0 2-90,0 10 90,3-3-90,-1 5-870,7-7 870,0 1 0,2 1 0,5 14 0,0-7 0,5 10 0,-1-13 0,1-1 0,1-2-90,1-3 90,-1-3-90,3-2 0,0-2 1,1-2 89,0-2-90,1-3 90,0-1-90,9-1 90,-3-3-90,8-3 90,-5-2 0,12-8-1341,-10 1 1341,8-7 0,-13 4 622,-1-4-622,0-5 0,-8 5 0,0 0-1039,7-13 1083,-9 11 1,0 1-45,1-8-2431,-2 1 2431,-2 1 18,-3-8 72,-3 10-108,-5 1 1,0-1 107,-5-1 0,-6-12 566,0 15-566,-2 2 0,-2 2 2113,-3 2-2203,0 2 90,-3 3 0,0 1-90,-1 3 90,0 2-90,3 2 0,-7 2-90,9 2-90,-5 1 0,9 2 1211,1 1-2381,-2 4-269,6-1-90,1 1 1056,6-2 0,1 3 1,2 2-1</inkml:trace>
  <inkml:trace contextRef="#ctx0" brushRef="#br0" timeOffset="19068">12541 5530 10321,'-6'-9'90,"1"2"90,2 4 0,0-1 0,0 1 0,-1-1 0,-1 1-1,0 0 1,0 0 0,0 1 360,-11-3-270,3 3-90,-10 6 0,-1 5-91,5 5 1,1 3-60,0 4 0,-1 3 0,3 0-380,1 7 0,3 0 350,2 0 0,4-1-45,6-3 0,2-2-45,3 4 0,3 1 0,4 1-45,-3-12 0,1 0 90,2 2 0,0 0-45,9 4 0,-6-13-179,11 3-1,11-10 225,-14-6 0,0-3 45,17-6 0,-16-6 0,-1-5 45,-7-1 0,-3-1-714,2 2 0,-1-2 669,-4-2 0,-2 2 90,-4-4-90,-2 1 90,-2-2 0,-5 0-1061,-2-8 1061,-4 2 0,-3-2-1168,0 12 0,0 1 1168,-10-9-45,9 12 0,-1 2-1046,-7-1 1091,0 4 0,-12 0-45,13 10 0,-3 5-1138,-1 12 1,-2 7 0,3-2 763,1-6 1,2 2-1,3 8 1,0 5-1,7-3 1,9 2-1</inkml:trace>
  <inkml:trace contextRef="#ctx0" brushRef="#br0" timeOffset="19739">13168 5858 10591,'-3'-7'0,"0"0"90,0 2 90,0-1 629,-16-8-449,0 2-180,-8-1 0,7 8-90,6 3 0,-1 1 0,-1 0 0,-1 2 0,0 1 0,-1 1 0,-3 2 0,1 3-90,-2 2-683,3 3 683,2 3-348,0 8 348,6-4 90,2 5-90,7-8-90,3 11 90,3-6-795,3 8 705,3-7 1,2-2 101,9 6-102,-5-9 0,6 2 0,-7-11-90,8 1 180,-5-5 324,7 0-414,-7-5 90,0-1 0,4-3-90,0-2-1152,3-3 1242,-1-3-90,1-3 90,-1-3 0,1-6 0,-2 0 0,-1-6 0,-1-2 0,-4 1 0,-2-3 0,-5 3 0,-2-3 0,-4 2 0,-3 0 233,-4 1-233,-2 3 90,-4 1-327,-2 2 327,-5 3-90,-2 4 90,-6 4-90,-1 4 0,-4 4 0,-2 4 89,-1 4-178,0 3-1,-1 5-90,0 3-180,3 2-270,2 1-989,5-1-360,3 2 1979,5-1 0,0 4 0,2 0 0</inkml:trace>
  <inkml:trace contextRef="#ctx0" brushRef="#br0" timeOffset="67353">21062 5867 7443,'2'-9'449,"-1"1"-269,0 3-90,0-2 180,-1 3-180,1-3 90,0 3 90,-1-2-180,0 0 0,0 0 0,0 0 0,-1 1 0,-1 0 0,-1 0-90,0 0 90,0 0-1,-1-1 1,-1 0 0,0-1 0,-1 1-90,-1-2 90,1 2-90,-2-2 90,1 2-90,-2-2 90,0 0-90,0 0 90,-2 1-90,0-2 0,0 2 0,-1-1 90,-1 1-90,0-2 0,-1 2 0,0-2 0,-1 2 0,-1 0 0,0 0 90,-5 0-90,-1 0 0,-1 2 0,0 0 0,-15 1-1200,9 1 1200,-12 1 0,10 2 90,-10 2-90,8 0 0,11 0 0,1 0 0,-8 1 0,1 2 0,1 1 0,-1 0 0,0 1 0,1 0-322,-1 2 322,-1 0 0,6 0 0,0 1 0,-13 5 45,4 1 0,0 2-45,5-1 0,2 1-795,0 0 0,1 1 840,0 1 0,3 0-45,5-5 0,2 2 0,-7 8 0,1 1 0,4-6 0,1 1 45,-5 6 0,1 1-45,6-7 0,0 0 0,2 0 0,0 0 0,0 1 0,0 1 45,2-1 0,1 1-45,0 1 0,0-1 0,2 1 0,0 0 0,0 1 0,1 0 45,2 0 0,-1 1-45,1-1 0,1 1 0,1 1 0,0 0 0,1-1 0,0 1 45,1 0 0,0 1-45,1-1 0,0 1 0,4 12 0,0 0-504,-2-8 0,1-1 504,2 9 0,1-1 0,-4-10 0,1-2-652,1 1 0,0-1 697,1 0 0,-1 0-739,1 0 0,0-1 739,0 0 0,1 0-45,-1-2 0,1 1-248,5 9 1,1 1 292,-3-9 0,0-1 263,5 9 0,0-2-308,-1-6 0,1-2 45,0 0 0,1 1-45,0-2 0,1 0 191,1 2 1,1-2-192,-3-3 0,1-1 45,4 3 0,0-1-1,-4-4 1,2 0-15,2 0 0,1 1 0,0-2 15,1 1 0,0-1 280,10 6 0,0 0-325,-11-10 0,-1 0 45,2 0 0,0-1 743,-1 0 0,1-1-743,0-1 0,1 0-45,0 0 0,0-1-180,1 0 0,0-2 225,0 1 0,1-1 0,12 1 0,1 0-45,-11-3 0,1 0 45,8 1 0,0-2-601,-11-1 0,-1-2 556,-2 1 0,1-2 45,11-1 0,-1-1-281,-8 1 0,-1-1 236,8-3 0,-1 0 49,-10 0 1,-2 0-50,0-1 0,1-1 45,10-6 0,-1-1-206,-5 1 0,1-1 161,7-5 0,-1-1 0,-6 2 0,-1 0 0,-4 1 0,1-1 29,-2 0 1,1-2 0,-1 2-30,-1-2 0,1 0 0,6-8 0,0-1 274,-10 7 1,-1 1-275,-1 0 0,-1 0 0,1-2 0,-1 0 702,-3 1 0,0 0-657,-1 0 0,-1-1-45,-1-1 0,-1 0 0,0-1 0,-2 0-193,0-1 0,-1-2 223,-3 1 0,0-2 0,-1 0-30,0-8 0,-3-1 22,0 6 1,-1-3-1,-1 0 1,0 2-163,-1 2 1,0 2 0,-1-1 139,-3-8 0,0-1 0,-2 2-178,3 9 1,-1 1 0,0 1 207,-1 0 0,-1 0 0,0 1-114,-1-2 1,0 1 0,-1 1 83,0-1 0,0 0 0,-1 1 30,-1-1 0,0 1 0,0-1-312,-1 1 0,-1 0 0,1 1 282,-1 0 0,0 1 0,-1-1 22,-1 1 1,-2-1-1,0 0 1,1 2-23,-2-2 0,1 2 0,-1 0 0,1 0 0,-1 0 0,-1 0 0,1 3 30,-1 0 0,1 1 0,-1 2-30,-1-2 0,0 1 0,-1 1-188,-1-1 0,-1 1 0,0 1 188,-1 0 0,0 0 0,-1 1-30,0 0 0,-1 0 0,-1 2 30,1-1 0,-2 2 0,1 0-16,-1 1 1,1 1 0,-1 0-45,0 1 0,-1 1 0,1 0-30,0 1 0,0 1 1,0 0-31,1 1 0,0 1 0,0 1-90,1 0 0,0 1 0,1 0-130,1 2 0,0 0 0,1 1-560,-13 2 1,1 3 217,2 1 0,1 3 682,2 1 0,-1 3 0,8-1 0,0 2 0,-1 1 0,-1 1 0,1-1 0,-1 1 0</inkml:trace>
  <inkml:trace contextRef="#ctx0" brushRef="#br0" timeOffset="73503">20256 1376 7173,'-8'0'899,"0"1"-359,3-1 719,-1 0-1079,13-2-90,6-1 0,5 0 0,3-1 0,-4 2-90,5-1 90,3 1 0,7 0-1225,1 0 1225,6-1 0,2-1-90,-17 2 0,-1 1 45,1-1 0,1 1-45,0-1 0,0 1 0,1 0 0,1 0-681,13-1 1,2 0 680,-12 0 0,1 0 0,0 1 30,0-1 0,0 1 0,1-1-30,0 1 0,1-1 0,1 0 0,-4 0-1223,8 0 0,-1 1 1223,0-2 0,1 1 0,-2 0 45,-1 0 0,-1 0-45,3 0 0,0 0 0,0 0 0,0 0 0,-3 0 0,0 1-615,2-1 1,1 0 614,-5 1 0,-1 0 45,1 0 0,0 0-45,-2-1 0,1 0 45,-1 1 0,0 0-45,-1-1 0,0 0 45,-1 1 0,1 0-1,10 0 1,1 0-45,-10 0 0,0 0 45,8 1 0,0 0 0,0-2 0,-1 0 0,-9 2 0,1-1-45,7-1 0,1 0-142,-12 1 1,-1 0 141,0 0 0,0 0 90,0 0 0,-1 0-90,1-1 0,-1 1 44,1 0 1,-1 0-45,-2-1 0,1 1 45,1 0 0,-1-1-45,0 1 0,0 1 0,1-2 0,0 0 45,-1 1 0,-1 1-45,2-2 0,0 1 0,-1 0 0,0 1 45,1-2 0,0 1-45,1 0 0,0 0 0,0-1 0,0 1 45,0 0 0,1 0-45,0 0 0,0 0 310,0 0 0,0 1-310,1-1 0,-1 0 45,1 0 0,-1 0-45,1 1 0,0 0 0,-1-1 0,1-1 0,0 2 0,0 0 45,0-1 0,0 0-45,12 0 0,-1 1 45,-8-1 0,-1 1-45,9-2 0,-1 1 45,-12 1 0,0 0-45,0-1 0,-1 0 44,-1 1 1,-1 0-45,0 0 0,0-1 45,6 1 0,-1 0 45,14-1-90,-14 1 0,-1 0 90,7 0-627,-4-1 627,-3 1-1,-4 0 845,-3 0-845,-2-1-89,-2 1 833,-1-1-743,-2 0 1387,0 0-1477,0 1 3276,-2 0-3118,0 0 78,-2 0-236,0 0 0,0 0 90,0-1-90,2 1 90,-2 0-90,3 0 0,-4 1 0,6-1 90,3 2-90,1-1 0,0 0 0,-2 0 0,-2-1 0,1 1 0,-2 0 0,0-1 0,0 1-90,-2-1 0,-1 0-90,0 0-90,-1 0-539,0 1 809,-2-2 0,-11-3 0,-3-2 0</inkml:trace>
  <inkml:trace contextRef="#ctx0" brushRef="#br0" timeOffset="75078">22309 1165 10951,'0'-8'2608,"1"0"-1618,0 3-810,1 9-180,0 3 90,1 7-90,-2 2 89,1-4-89,0 3 0,-1-1 0,0 1 90,0 1-90,1 8 0,-1-5 90,0 5-90,0-8 0,0 0 0,0-1 0,-1-2 90,1 4-90,-1-5 0,1 2 0,-1-6 0,1-1 0,-1-2 90,1 3-90,-1-3 0,3-8 0,-1-1 90,2-12-90,-1 4 0,-1-4 0,1-1 0,-1-4-293,0 1 293,-1-2-90,-1 2 180,0 0-90,0 1 0,-1 2 0,0 1 0,0 1-90,0 1 90,0 2 0,0 2-90,0 1-90,0 1 0,0 0-1529,0 0 1709,-2 3 0,0 7 0,-1 4 0</inkml:trace>
  <inkml:trace contextRef="#ctx0" brushRef="#br0" timeOffset="78076">22266 1279 9781,'4'-6'0,"0"2"90,4 1 180,7-2-180,1 0 0,5-2-846,0 2 846,4-2 90,8-3-1498,4 0 1408,-16 3 0,1 0-45,1 0 0,0-1 0,3-1 0,2-1 45,1-1 0,3-1 0,-1 0-1269,7-3 0,1 0 1209,-5 1 0,2 0 0,1-1-8,-6 2 0,0 0 1,0-1-1,-1 1-594,3-1 1,-1 1 0,1-1 571,-1 0 0,3-1 0,-1 0 0,-2 1 30,1 0 0,-2 1 0,2-1-264,0 1 0,2-2 0,1 1 0,-2 1 234,2-1 0,-2 1 0,2-1-104,-3 2 0,2-1 1,0 0-1,-3 1 104,-1 1 0,-3 1 0,2 0 8,9-3 1,2 1-1,-2 0 22,-10 2 0,-1 1 0,0 1-30,6-3 0,0 1 0,-2 1 247,-2 0 1,-4 1-248,-1 1 0,-2 0 1270,16-5-1270,-3 3 90,-10 1 1800,-4 2-1800,-1-1 0,-7 3 0,1-1-90,-7 3 2781,1 0-2691,-3 0 1927,2 0-2017,-4 1 9,1-1-459,-2 0-2827,1 0 3241,-6-2 1,-5 3 0,-7-1 0</inkml:trace>
  <inkml:trace contextRef="#ctx0" brushRef="#br0" timeOffset="78862">22397 1153 9332,'-8'2'-360,"0"0"360,3-2 90,-1 1 1439,1 0-1349,12-5 90,-3 1-90,11-5-1,-4 2 1,2 0 0,5-4 0,1-1 0,5-3-1224,3-3 1224,2-2-90,4-5-1039,-15 12 1,0-2 992,3-2 1,0-2 45,2 0 0,0-2-433,1-1 1,2-2 372,-2 2 0,1-2 0,-1 2-699,4-5 1,0 0 698,-5 4 0,1-1 0,-2 2-30,1 0 0,-2 0 0,0 2 0,-1-1-191,1 0 1,-1 1 190,-1 2 0,0 0 165,1-3 1,-1 1-166,-1 3 0,-1 0 0,0 0 0,0-1-118,-1 3 0,1-1 163,-1 1 0,0-1 864,14-11-909,-3 3 0,-3 3 1362,-5 2-1272,3-2-90,-6 5 1428,0-1-1428,-7 8 0,-2 0 1491,0 1-1491,-1 1 0,-1 0 0,0 1 599,-1 0-689,0 1-90,-1 0 1,0 0-451,-1 1-1349,0-1 540,-3 0-90,-2 1 1529,-2 0 0,-6 4 0,-1 2 0</inkml:trace>
  <inkml:trace contextRef="#ctx0" brushRef="#br0" timeOffset="79663">22369 1221 9422,'2'-10'809,"0"2"-629,1 3 90,-1 1-90,0 0 90,0 0-1,1 0-89,-1-1 270,2-3-180,-1 1 90,2-8-180,-1 4 0,0-5-1,0 1 1,0-5 0,0-1-90,2-10-957,0 4 1,-1-1 956,4-11-45,-4 18 0,0-1 0,1 1 0,0-1-45,1 0 0,0 1-163,0 0 1,1 0 162,3-8 0,1-1 45,-3 9 0,0 0-45,3-7 0,0 2 0,4-5 89,0 2-89,-2 3 0,1 1 0,-1 2 0,0 1 90,0 0-273,0 2 183,4-8 0,-5 8 0,2-4 0,-5 10 0,-1 1 0,-2 1 0,1 1 0,-2-1 0,0 2 90,0 0 1603,-1 1-1693,0 0 493,-1 2-493,0-1 236,-1 2-236,0-1 0,-1 2 0,1 0 0,-1-1 0,0 2 0,-1 0-90,1 1-180,0-2-90,-1 2-719,1-1 1079,-1 0 0,0 1 0,-1 1 0</inkml:trace>
  <inkml:trace contextRef="#ctx0" brushRef="#br0" timeOffset="80378">22381 1217 11131,'-6'-5'809,"0"1"-629,5-2 0,0 1 0,0-2 180,-1-7-1,-1-5-89,-3-11-90,2-1-854,-1-4 764,1 3 0,1-1 0,-1-3-1,1 5 1,1-1-45,0 8 0,1-1-15,-2-5 0,1-2 0,0 2-596,0 3 0,1 2 566,-2-8 0,1 1-624,0 9 1,0 1 623,-2-16 0,-1-1-65,1 5 65,-3 0 0,1 4-148,-1-1 148,-1 4 0,1 0 0,0 5 1000,1 2-1000,0 4 1453,2 3-1453,0 2 0,0 1 0,1 1 0,1 1-90,-1 1 296,1 1-296,0 0 0,0 2 788,1-1-1328,-1-2-719,0 2 1349,-1-2 0,1 3 0</inkml:trace>
  <inkml:trace contextRef="#ctx0" brushRef="#br0" timeOffset="81095">22243 1195 10231,'-9'-3'1080,"1"0"-901,6 0 271,-3-3-180,2 2-90,-2-3 90,0 2-90,1-2 0,-3 0 89,1-1-89,-1-3 180,-8-9-180,4 1-90,-6-8 90,4 4-90,0-1-905,0-3 905,-1-5 0,-1-2-1180,0-4 1090,7 18 0,0 0 45,0 0 0,0 0-1,0-1 1,0 1-45,0-1 0,-1 1 45,1 0 0,-1 0 0,-4-8 0,0-1-45,2 8 0,0 0 0,-3-7 0,0 1 0,3 8 0,1 1 90,-12-17-90,0 1 0,0 2 0,-1 2 0,3 5 0,0 1 0,2 4 0,0 1 0,1 1-389,-1 1 389,2 2 0,1 2 0,1 2 0,2 1 826,0 1-916,-2-1 90,4 2-90,-2 0 1334,5 2-1334,0 2 90,0 0-90,2 1 405,0 0-405,0-1-90,2 3-270,-1-2-2827,1 0 2477,6 9 0,2 0 0,6 8 1</inkml:trace>
  <inkml:trace contextRef="#ctx0" brushRef="#br0" timeOffset="81983">22142 1345 8972,'-5'-6'989,"1"1"-539,0 2 0,-3-1-180,2 1 179,-6-5 1,1 3-180,-2-4 0,-1 2 0,2 0 179,-11-6-179,4 1-45,-1 1 0,-1-1-1319,-6-3 1184,7 4 0,0-1 89,-12-5-89,-4-2 0,17 10 0,-1-2 0,-10-4 0,-1-1-45,7 4 0,-1 0-1181,-11-6 0,-1 0 1181,8 4 0,1 0-45,-4-1 0,-1-1-1064,1 1 1,-1 0 1063,0-1 0,0 1 45,1 0 0,-1 1-611,-1 0 1,1-1 610,0 2 0,0 0-45,3 1 0,-1 0 0,2 1 0,-1 0-408,4 1 0,-1 1 453,1 0 0,0 1-45,0 0 0,0 0 57,-9-1 1,-1-1-13,8 4 0,1-1-45,-8-1 0,0 1 0,11 2 0,1 2 0,-19-4 327,4 2-327,4 0 1066,5 2-1066,3-1 1149,4 1-1149,3 2 0,2-1 2569,1 1-2569,2 0 0,1 0 0,1 1 0,2 0-90,1-1 90,0 1 1389,2 0-1569,0-1 750,-2 2-1020,3-1 76,-3 1-346,5 2-89,1 0-271,2 2-629,1 2-449,0-2 2158,1 1 0,3 2 0,2 2 0</inkml:trace>
  <inkml:trace contextRef="#ctx0" brushRef="#br0" timeOffset="84262">21996 2573 10321,'-6'-6'1709,"0"-1"-1619,9 2 0,-1 1-90,5 0 90,0 2 0,3-1 0,2 2-90,1-2 90,2 1-90,1 1 90,2 0-334,1 0 244,1 1 90,0 1-90,0 1 0,-2 0 0,0 2 0,-3-1 0,-2 2 0,-2 0 0,0 5 0,-6 0 0,-1 2-90,-8 4 90,-11 5 0,-1 1 0,-6 3-754,3-8 754,1 0 0,1-1-146,2-1 146,1-1 0,3-3 0,1 0-90,3-1 90,0-1 0,1-1 0,2 1 742,0-1-742,3 2 402,1-1-492,3 2 0,3 2 0,2-2 0,0 3 0,1-3 0,-1 0-90,1 2 90,-1 0 0,-1 0 0,-1-1-90,-2-2 180,-1 1-89,-2-1-1,-2 1 0,-1-2 0,-3 3 90,-2-1 0,-3 0-90,-5 3 90,-1-2 0,-11 5-703,7-5 703,-3 0-123,10-6-57,2-1-90,1-1-90,2 0-269,1-2 629,1 1 0,3-3 0,2 1 0</inkml:trace>
  <inkml:trace contextRef="#ctx0" brushRef="#br0" timeOffset="84704">22694 2678 9781,'-4'-10'810,"-1"1"-450,1 1 0,-1 1-1,1 0 1,-1 1 0,1-1 270,-4-1-361,2 2-89,-2-1 90,3 4-90,-2 1 0,0 2 90,-8 5-180,-1 4 0,-7 5-3367,3 2 3342,-2 5 25,0 4-289,7-4 1,-1 2 243,0 4 0,1 0 0,0 0 0,0 0-588,3 1 0,0-2 633,1 7-90,1 1-15,4-6-75,3 8 1912,3-9-1912,5 5 90,2-13 553,3-1-553,1-4-90,9 0 90,-3-5 1171,5-1-1171,-5-5 0,-1-4 25,7-5-115,-2-5 180,0-9 853,-9 2-943,-7-1 90,-7 4-90,-2 0 0,-3 0 0,-2 1 90,-1 2-90,-1 1 0,1 2-90,-1 1 376,1 1-556,1 4-540,-2 0 270,4 2-2338,-1 2 2878,4 2 0,4 1 0,2 2 0</inkml:trace>
  <inkml:trace contextRef="#ctx0" brushRef="#br0" timeOffset="84950">22889 2801 12660,'-2'-9'809,"1"-1"-359,0 5-90,0-2 0,0 2-180,0-2-91,0 1-898,1 1-2468,-1 0 3039,1 0 0,1 0 1,1 0-1</inkml:trace>
  <inkml:trace contextRef="#ctx0" brushRef="#br0" timeOffset="85379">23081 2698 11490,'-3'-8'1530,"1"1"-1171,0 1-269,4 3 0,1-1 0,4 3 90,7 0-180,-2 0 90,9 0-90,-2 0 0,6 0 0,2 0-855,1 0 855,-2 0-90,-3 0-409,3 2 409,-8-1 90,6 1-90,-13 0 0,5 0 90,-10 0-90,1 1 90,-5 2 732,-3 2-732,-2 3-90,-4 2 90,-4 3 0,-3 5 0,-2 1 0,4-1 0,0 0-875,-8 13 875,8-10 0,-1 0-45,2 1 0,2-1 45,-6 12-90,6-13 1,1-1-91,0 8 0,0-1-180,2-1-368,2-3 369,2-5-181,1-1-180,2-3-629,1-1 0,2 0 1349,0-3 0,5 1 0,2 0 0</inkml:trace>
  <inkml:trace contextRef="#ctx0" brushRef="#br0" timeOffset="85597">23656 3010 12030,'6'-6'2609,"0"0"-2250,-3 3-1888,-1 0-1748,0-1 618,-3 0 2659,-2 0 0,-5-4 0,-1-1 0</inkml:trace>
  <inkml:trace contextRef="#ctx0" brushRef="#br0" timeOffset="87950">23939 540 10951,'2'-8'180,"-1"1"-180,2 3 90,-1 0 0,1 1-90,2 0 89,0 1-89,2 0 0,0 0 90,1 1-90,0 0 0,6 0 90,-2 0-90,3 0 0,-4 1 0,-1 1 0,0 0 0,0 1 0,-2-1 0,0 2 0,-1-1 0,-2 1 0,0 0 0,-2 2 0,-2-1 0,-2 6 0,-2-2 0,-3 5 0,-1-2 90,-2 1-90,-1-1 0,-4 5 0,2-3 0,-2 4 0,4-5-90,2-1 180,0 0-90,2-2 0,1 1-90,1-2 90,1 0 0,2-1 0,0 0-90,2-1 90,1 1-90,2-1 1,2 1-1,2-2-90,2-1 0,1 0 0,1-1-90,1-1-450,8 0-449,-3-3-94,6-1 1263,-7 0 0,5-4 0,1 0 0</inkml:trace>
  <inkml:trace contextRef="#ctx0" brushRef="#br0" timeOffset="88375">24333 568 9602,'0'-6'1349,"1"-1"-360,-1 1-629,-2 1-270,-2 3 90,-1 2-90,-2 3 0,1 2 0,-1 1 0,0 2 0,-1 1 0,1 1-90,0 0 89,0 1 1,2 1-90,0-1 90,2 1-90,0 0 90,2-1-90,1 0 90,2 4-90,2-4-90,6 7 90,-3-9 0,5 2 0,-3-6 0,0 0 0,1-2 0,1-2 0,-1-1 0,1-1-90,0-2 90,3-5 0,-3-1 0,2-5 0,-6 0 0,-1-3 0,-3-8 90,-4-4-90,-2 2 0,-10-9 0,3 19-90,-6-6-206,4 13 26,-1 3-90,1 3-90,0 2-269,1 1-1080,-1 4-360,1-1 2159,0 2 0,-2 4 0,-1 1 0</inkml:trace>
  <inkml:trace contextRef="#ctx0" brushRef="#br0" timeOffset="89351">23553 45 10861,'8'-1'1619,"-2"3"-1529,-4 1 0,-1 6 0,-2-2 0,-2 7-90,0-3 90,-4 17 0,2-10-90,-3 7-90,4-12 90,2-5 0,0-1-90,-1-1 90,2-1 0,-1 0-90,0-1 0,1-1 90,-1 2-180,1-1 0,1 1 180,3-2-90,1-2 90,3-2-90,0-1 90,-1 1 0,1-1-90,-2 1 90,4 0 0,-1 0 0,3 0 0,-3 0-90,0 1 0,2 0 0,-3 0 90,3-1 0,-5-1 0,-1-1 0,-1 0-90,0-1 90,-1 0 0,1 0 0,-1 1-90,0-2 90,0 2-90,-1 7 90,0-1 0,0 11 0,0-6 0,-1 3 0,0-2 0,0-1 0,1 1 0,0 6-90,0-5-269,0 7 89,0-8-90,-1 1-629,2 0-900,-2-5 1889,2 2 0,-2-5 0,1 0 0</inkml:trace>
  <inkml:trace contextRef="#ctx0" brushRef="#br0" timeOffset="89753">23864 71 9691,'1'-8'2519,"-5"10"-2429,2 1 0,-6 9 0,4-1 0,-1 0 0,-1 2 0,1 0 0,1 1-90,-1 1 90,0 2 0,1 4 0,0-3-90,2 2 0,2-8 0,0 0 0,2-1 0,5 3-90,2-1 90,3 0-90,7-4 90,-6-6 0,5-2 0,-4-2 0,0-3 0,1-1-90,-1-3 90,0-1 0,-3-2 0,1-4 0,-2-2 90,-2-1-90,-3 0 90,-3 0-90,-2 0 0,-3 1 0,-4-2 0,-3 0 0,-13-4-270,-4 8-630,-2 4 1,-6 9-2378,5 9 2996,2 2 1,-3 6 0,9-2-1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6:07.708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8249 4384 5734,'-5'-6'0,"-1"-1"0,3 4 19,-5-2 52,1 0-71,1-1 0,4 16 0,1-6 90,5 18-90,-1-6 0,-1-2 0,0 3 0,0-9 0,3 13 0,5-8 0,5 0 0,13-20 45,-10-2 0,1-3-45,1-2 0,4-3 0,1-1 0,-2 2-653,0 0 1,-1 0-1,2 0 653,1-3 0,3-1 0,0 0 0,-4 3-1372,4-2 1,-4 2 1371,1 0 0,1 1 0,4 3 0,4 0 0,-4 3 0,-4 3 0,-1 1 0,6-2 0,2-1 0,-5 5 0,7 8 0</inkml:trace>
  <inkml:trace contextRef="#ctx0" brushRef="#br0" timeOffset="650">9487 4500 5737,'-7'-3'0,"0"-1"16,3 1 21,-2-1-12,2 0-16,-2 0 81,0-2-90,1 12 0,0-6 0,3 26 0,5-13 0,7 12 0,-2-17 0,4-2 0,15-19-3277,2-2 3219,-10 4 1,1-1 102,2-3 0,2-1-45,4-5 0,1-1 0,-5 4 0,0 0-1127,7-5 1,-3 2 1126,-12 10 0,1 0 0,12-7 0,3 0-180,-3 4 1,0 0 179,4-3 0,0 2 0,-7 6 0,-3 2 0,0 1 0,0 5 0,-7 1 0</inkml:trace>
  <inkml:trace contextRef="#ctx0" brushRef="#br0" timeOffset="1279">10685 4419 5773,'-6'-8'51,"0"2"-51,3 1 90,-1 1 0,1-1-90,-1 2 0,2 5 0,2 4 0,0 4-3277,1-1 3162,1-2 115,-1 0 90,7 17-90,-4-13 0,16 18 0,-7-24 0,8 2-836,-6-12 836,8-7 0,4-7 0,2-2 0,-10 8 0,1-2 0,4-3 0,2-4 0,-4 4-933,-6 4 0,-2 1 933,5-4 0,0-1 0,-1 3 0,-1 0 0,3-2 0,1 0 0,-5 3 0,0 2 0,0-1 0,-2 2 0,-2 3 382,14 3-382,-14 4 0,14 3 0,-16 4 0</inkml:trace>
  <inkml:trace contextRef="#ctx0" brushRef="#br0" timeOffset="2151">11717 4477 5776,'-8'-7'48,"-5"-3"42,8 5-90,-3-2 0,4 5 90,1 15-90,1-5 0,1 10 0,1-8 0,3 4 0,10-3 0,-2 0 0,9-9 0,1-12 0,4-5 0,2-2 0,3-2 0,-4 2 0,1-1 0,-1 1 30,-4 2 0,-2 1 0,2-2-53,3-2 1,2-2-1,0 1 1,-5 3-23,-2 3 0,-1-1 45,10-6 0,5-2 0,-10 6 0,-12 10 0,8-3 0</inkml:trace>
  <inkml:trace contextRef="#ctx0" brushRef="#br0" timeOffset="3116">8325 5559 5779,'-10'-1'0,"1"1"36,-1-2-27,3 0 171,-2 0-90,4 3-90,2 8 0,-1-2 0,3 5 0,0 12 0,1-14 0,0 14 0,0-19 0,3 5 0,0-4 0,1 2 0,-2-5 0,3-1 0,25-17 0,-8-2 0,4-4 0,-1 0 0,4 0 0,1-1-1093,-2-1 1,1-2 0,-4 4 1034,-6 6 1,-2 2-828,2 0 1,0 0 884,7-4 0,2-1-311,-2 4 0,1-1 0,-1 1 311,3-2 0,-1 1 0,7-2 0,-5 3 0,-12 7 0,3 3 0,-2 1 0,3 1 0</inkml:trace>
  <inkml:trace contextRef="#ctx0" brushRef="#br0" timeOffset="3638">9255 5589 5914,'3'6'0,"-1"-1"0,1 1 0,1 2 0,0 0 0,1 0 0,-2-4 0,9 8 0,-5-8 0,6 5 0,13-16 0,-4-4 0,2-2-1639,-1 1 1,1 0 1580,5-6 1,-1-1 56,-11 8 0,0-3 1,8-4 0,4-5 0,2-1 0,-5 4 0,-1 0 0,1 1-279,-1-1 0,3-2 1,0 0-1,-3 3 234,3 1 1,-3 4-614,-5 5 0,0 0 658,3-3 0,0 2 0,6 4 0,-13 5 0</inkml:trace>
  <inkml:trace contextRef="#ctx0" brushRef="#br0" timeOffset="4237">10483 5576 5801,'-8'-4'203,"0"-2"-203,9 10 90,1 3-90,4 5-1669,-1 1 1669,-3-4 390,9 17-390,-5-14 0,8 3 0,3-5 0,19-17 0,-9 0 0,0-2 0,-3-2 0,0-2 0,5-7 0,1-4 0,-2 2-1057,-7 5 1,0 0 1056,3-3 0,2-2 0,1 0-30,-1 1 0,2 2 0,1 0-72,3 3 0,2 1 0,-1-1 102,-4-1 0,1 0 0,-2 2-362,-1 5 1,0 2 0,-5 3 0,0 5 0,1 0 0</inkml:trace>
  <inkml:trace contextRef="#ctx0" brushRef="#br0" timeOffset="4750">11823 5509 5823,'-6'-3'91,"0"0"89,3 1-180,0 3 0,0 1 0,2 3 0,0 0 89,1 11-89,3 1 0,-1 1-1286,3-3 1286,0-8 0,15-4 0,4-4 0,4-2-1325,2-1 0,0-2 1325,-13-1 0,1-3 0,4-3 0,4-4 0,0 0-522,-3 1 0,0 0 0,1-1 0,1-1 522,2 0 0,1-2 0,-1 1 0,0 0 201,4-3 1,-1 0 0,0 1-292,1 0 0,0 2 1,-5 2 89,5-2-45,-4 2 0,-5 7 45,-16 14 0,-6 5 0,-3 7 0</inkml:trace>
  <inkml:trace contextRef="#ctx0" brushRef="#br0" timeOffset="5366">11626 6585 5824,'-3'-8'359,"1"0"-269,2 4 90,1 0-180,2 7 0,-3 11 90,1 1-90,-3 10 0,0 9 0,1-13 0,2 8 90,13-18-90,6-13-1671,7 0 1671,4-17 0,-11 6 0,3-4-23,-2 0 1,4-3-1,0 0 1,-2 1-8,-3 3 0,-1 2 0,3-3-42,2-2 0,3-3 0,2-1 0,-3 2 0,-6 4-18,-4 4 0,-1 1 90,16-11 0,-11 6 0,-26 18 0,-6 5 0</inkml:trace>
  <inkml:trace contextRef="#ctx0" brushRef="#br0" timeOffset="5949">10229 6827 5824,'-6'-6'270,"2"0"-181,6 7-89,2 5 90,4 7-90,0 15 90,-4-13-90,4 4 0,4-3 0,10-12 0,10 4-124,-11-14 1,3-5-1,3-4 124,-2-1 0,3-3 0,1-2 0,0 1 0,-2 1 0,-3 4 0,-1 1 0,0-1 0,3-2-39,-1-1 1,4-3-1,2-2 1,0 0-1,-1 1 1,-4 3-1,-6 3-6,2 0 0,-2 1-1048,8-6 1,3-2 0,-9 7 860,-12 9 232,-3 2 0,-9 7 0,-3 1 0</inkml:trace>
  <inkml:trace contextRef="#ctx0" brushRef="#br0" timeOffset="6552">9256 6664 5914,'4'-7'539,"0"0"-449,-8 33-90,2-10 45,-2 8 0,0 2-3322,5 0 2303,2-2 974,10-11 234,11-19 1,8-10-1,-2 0-234,-4 5 0,-1-2-459,0 0 1,3-2-1,0-1 1,0-1 458,-2-3 0,0-1 0,-1 0 0,0 0-30,2-2 0,-1 1 0,2-1-261,-2 1 1,2-2 0,-1 1 0,-3 3 290,4-5 0,-3 4 196,-4 4 0,-6 4 0,-13 8 1,1-1-1</inkml:trace>
  <inkml:trace contextRef="#ctx0" brushRef="#br0" timeOffset="7050">7995 6732 5914,'5'-8'180,"-2"3"-1,1 1-179,-1 2 90,6 19-45,-1 0 0,0 1-3322,5 13 3219,-5-12 1,0-1 57,-1-4 0,3-1 0,16-1 0,7-13 0,-14-1 0,2-4 0,2-5 0,3-5 0,2-4 0,0 1 0,-4 3-140,-2 2 1,-3 1 0,5-3 105,-1 0 0,4-3 1,5-3-1,0 0 0,1-1 1,-2 1-1,-2 3 1,-6 3-737,3-2 0,-5 4 0,3-2 770,5-3 0,4-3 0,2-1 0,-2 3 0,-7 4 0,-2 4 0,-2 2 0,2-1 0,-1 0 0,-5 4 0,1 0 0</inkml:trace>
  <inkml:trace contextRef="#ctx0" brushRef="#br0" timeOffset="10004">13895 2641 5734,'-7'-1'90,"12"0"0,11-2-90,14-2 45,-10 2 0,4-2-27,1 2 0,5-1 0,3-1 0,-1 1 0,-3 1-1111,3-1 1,-2 1 0,4-1 764,-7 2 0,4-2 1,3 1-1,0 0 0,1-1 1,-2 2-1,-2 0 328,2 0 0,-3 1 0,0 1 0,2 0 0,5 0-44,-8 0 0,4 0 1,3 0-1,2 1 1,1-1-1,2 1 0,-1 0 1,1 0-1,-2-1 1,-1 1-1,-1 0 1,-4 0 43,7 0 0,-4 0 0,-2-1 0,-1 1 0,2 1 0,4-1 0,5 1 0,-16 0 0,3-1 0,2 1 0,3 0 0,0 0 0,3 0 0,0 1 0,2-1 0,0 1 0,0-1 0,1 1 0,0 0 0,-1-1 0,0 1 0,-1 0 0,-1-1 0,-2 1 0,-1-1 0,-2 1 0,-2-1 0,-2 0 0,13 1 0,-3 0 0,-4 0 0,-2-1 0,0 1 0,1 0 0,2 0 0,3 0 0,-7 0 0,2 0 0,2 0 0,2 0 0,0 0 0,2 1 0,-1-1 0,0 1 0,-1-1 0,-1 0 0,-2 0 0,-1 0 0,-3-1 0,-3 0 0,13 2 0,-5-2 0,-3 1 0,0-1 0,3 0 0,-2 0 0,2-1 0,1 1 0,-1 0 0,0-1 0,-1 0 0,0 0 0,-1 0 0,0 0 0,-1 0 0,2 0 0,-2 0 0,0 0 0,1 0 0,0 0 0,-2 0 0,-2 0 0,1-1 0,-1 0 0,-3 0 0,-2 0 0,5 0 0,-2 0 0,-4-1 0,1 0 0,-2 1 600,1-1 0,-1 1-555,9-1 0,-4 1-317,-6 0 272,-4 0 90,-11 0 2246,6-1-2246,-3 1 1525,11 1-1525,-7 0-90,2 1 0,-7 0 1844,-2 0-1754,-6 0-90,3-3 0,-5-6 0,2 0 0,-4-7 90,0-1-90,1 1 0,-1-5 0,0-1 0,0 1 0,0-1 0,0 0 0,1-4-90,1-5-817,-1 5 907,1 5 0,0 10 0,-1-13 0,1 12-90,-1-14-450,-1 14-179,-1-2 1626,-3 6-907,-1 4 0,-3 4 0,-6 1 0,-3 0 0</inkml:trace>
  <inkml:trace contextRef="#ctx0" brushRef="#br0" timeOffset="10832">13872 2365 5759,'3'-5'-22,"0"-2"66,2-3-32,0 2 19,3-4 59,-4 6-90,1 12 0,-4 11-105,-2 8 0,0 4 105,-2-3 0,0 1 37,0 9 0,0 1-37,0-6 0,0 0-60,0-2 0,0 1 0,1-2-850,0-1 1,0-1 909,0 5 0,-1-4 0,3-10 0,1-11 0</inkml:trace>
  <inkml:trace contextRef="#ctx0" brushRef="#br0" timeOffset="20517">15795 10547 5781,'-4'-4'313,"1"2"-313,-5 3 89,3 0-89,0 0 0,0-1 0,-8 2 0,5-1 0,-5 1 90,7-1-90,-5 1 0,-7 1 0,2 0 90,-19 6-90,22-6-1101,-11 4 1101,16-4 0,-1 0 0,-4 1 0,-9 4 0,5-3 0,-3 3 0,-5 3 0,13-6 0,-13 6 0,18-7 0,-4 1 1101,-6 4-1101,-8 5 0,6-2 45,-1 0 0,-1 2-45,-7 5 0,12-8 0,1 0 0,-8 5 0,9-4 0,2-1-1087,-3 2 1087,6-4 0,3-4 0,-10 11 0,8-7 0,-17 17 0,12-12 0,-4 6 0,7-8 0,-6 9 1087,9-11-1087,-6 9 0,1 3 0,-1 4-2270,-1 1 2270,3-3-2640,1 3 2640,5-12 0,-4 11 90,3 1-90,3 0 0,-1 5 0,3-7 1518,2-11-1518,0 5 2328,1-6-2328,0 2 0,3 7 0,-2-12-682,3 11 682,-4-14 0,2 3 90,5 4-90,-3-2 985,3 0-985,3 3 0,-3-7 0,5 7 0,-8-10 0,3 1 0,11 2 0,-6-2 380,6 0 1,1-1-381,-4-2 0,16 3 0,-16-4 0,4-1 0,-2 0 90,-1 0-90,16-2 0,-14-1 0,17 0 0,-15-1 0,12-3 0,-8 2 0,1-2 0,0 0 0,-4 0 0,13-4 0,-10 1 0,5-3 0,-14 5 0,1 0 0,8-5 0,-1-1 0,0-1 0,-2 0 0,-2 1-3277,-2-1 3162,2-2 115,-10 7-396,-4 3 396,1 0 0,13-16 45,-9 8 0,1 0-1114,2-4 1,1 1 1068,7-10 0,-11 11 2137,-5 9-2137,9-14 0,-8 11 486,8-10-486,-4 1 90,-4 6-90,7-11 0,-8 8 180,5-12 3096,-6 13-3128,1-7 0,0 0-148,-4 4 90,4-16-90,-5 15 180,-2-8-1383,1 9 1203,-2-5 90,-2 4 0,-1 0-90,1 2-699,-1-3 1,-1 1 788,1 7-90,-9-11-1266,-3 9 1,-2 0 1265,4 1 0,-1 2 274,-6-2 1,-5 4-455,0 9 0,-7 4 0,-2 2 0,-1 2 0,4-1 45,2-1 0,3 1 0,-1 1 1,-3 0-134,1-1 1,-2 1-1,-3 0 1,0 1-1,0 0 1,2 0 0,3 1 267,-1 1 0,1 1 0,2-1 0,1 1 0,1 0 0,-2-1 0,1 1 0,1-1 0,-1 1 0,0 1 0,-1 0 0,1 1 0,1-1 0,-1 0 0,0 1 0,0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4:48.24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4226 5698 5734,'-8'-3'0,"1"-1"0,-1 3 0,-7-1 0,-16 3 0,10-1 0,-12 2 0,12 1 0,-10 2 3,9 0 2,-7 1 1,17-3-1,-9 3 5,2 1 0,0 0-7,-5 3 8,-6 4 0,0 2-5,7 1-5,-1 2 1,1 4-929,10-5 1,2 1 926,0-1 0,1-1 0,-5 17-2777,9-15 2777,0 2 0,1-2-103,1-1 109,3 2 0,1 1-6,2 10 0,1 1 0,2 0 0,0-13 0,1 0 0,4 9 0,0-1 0,3-1 0,-2-7 0,1-2 0,11 5 0,-2-3-245,3-3 245,-10-9 0,9-3 0,1 0 0,2-1 20,1-6 0,10-2 0,2-2 1,-4-3 9,-3-6 0,-3-3 0,2 1-30,-1 6 0,1 2 0,1-2 0,-3-4 0,0-7 0,-1-6 0,-3 0 0,-5 4 0,-5 2 0,-2-1-338,3-3 1,1-3 0,-4 3 337,-7 6 0,-6 0 0,-8-4 0,-6-3 0,1 4 0,3 3 0,-5 2 0,-5 1 0,-8-2 0,-4 0 0,1 2 0,4 4 0,-6 1 0,1 4 0,4 0 0,-3-1 0,0 0 0,6 4 0,3 3 0,4 3 0,-19 4 0,11 3 0,0 2 0,5-3 0,1 0 0,-3 4 0,2 0 0,2 4 0,1-1 0</inkml:trace>
  <inkml:trace contextRef="#ctx0" brushRef="#br0" timeOffset="16683">8472 4628 5734,'6'3'0,"-2"-1"0,-1 3 0,1 4 0,0 0 0,1 1-3277,-2-3 2302,0 0 1835,3 7-860,3 5 0,-1-5 0,1 1-310,-5-11 310,1-2 0,3 0 0,13-6 0,-6 0 0,11-5 0,-10 0 1619,0-1 1,2-3-1620,2-1 0,1-3 0,-1 1 0,4-1 0,-2 0-1531,8-8 0,-3 3 1531,-9 8 0,3-1-503,6 2 0,-7 6 0,3 3 0</inkml:trace>
  <inkml:trace contextRef="#ctx0" brushRef="#br0" timeOffset="17434">9510 4812 5734,'7'-6'0,"0"-1"0,-4 3 0,1-2 0,-2 9 0,-2-1 0,1 14 0,-1-8 0,1 6 0,0-9 0,2 1 0,10 1 0,5-6 0,2 0 0,1-8 0,-8 0 0,12-11 0,3-4-1639,-8 6 1,0-1 1599,1 1 1,1-2 0,-1 0 38,5-5 0,0-1-17,-1 3 1,2-1-1,0 1 17,-3 4 0,0 1 0,0 0 0,1-2 0,0 0 0,-2 4-235,-3 5 1,-3 4 234,-3 6 0,3 2 0,4 2 0</inkml:trace>
  <inkml:trace contextRef="#ctx0" brushRef="#br0" timeOffset="18018">10665 4848 5734,'1'-6'0,"-4"11"0,3-1 0,-5 20 0,5-8 0,0 2 0,3-6 0,0-8 0,2-2 0,8-2-3277,14-9 3162,0 0 115,-10 3 0,2-4 0,5-4 0,3-4 0,-1 0 0,0-1 0,0-1 0,0-1-55,4 0 1,1-1 0,-2 1 54,-6 2 0,0 0 0,-3 3-276,-2 3 1,-2 2 275,0 0 0,0 1 0,16-6 0,-6 6 0,-8 8 0</inkml:trace>
  <inkml:trace contextRef="#ctx0" brushRef="#br0" timeOffset="18583">11655 4898 5734,'6'-5'0,"0"2"0,-4 5 0,1 8 0,0 10 0,-1-4 0,16-1 0,-8-14 0,21-7 0,-3-7 0,5-6 0,-3 2-1639,-5 3 1,1 0 1609,-2 1 0,2-1 0,1-2 1,-1 1 28,0 0 0,-1-1 0,0 1 0,-4 1-942,2 0 0,0 0 942,8-6 0,4-1 0,-8 4-115,-9 6 1,3-4-1,-10 6 1</inkml:trace>
  <inkml:trace contextRef="#ctx0" brushRef="#br0" timeOffset="19483">8617 5733 5734,'-4'5'0,"-2"7"0,4 1 0,-4 10 0,4 1 0,4-5 0,3-3 0,5-13 0,2-6 0,4-4-105,7-5 0,6-4 105,-7 2 0,2-2 0,0 0 0,1 0 0,-2 1 0,1 0 0,0 0 0,1-1 0,3-4 0,4-2 0,-1-1 0,-1 2 0,-5 2 0,7-4 0,-4 2 0,-3 1 0,0 0 0,0 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7:00.891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7128 10084 5734,'-1'6'73,"1"-1"-59,1-1-11,2-1-3,1-1 0,2 2 0,0-1 0,1 0 90,0 3-90,-3-2 0,2 1 0,-4-2 0,0-1 0,2 3 0,1 2 0,-1-1 90,4 2-90,-3-8 0,3 1 0,-1-7 90,9-14-1729,-2-2 1,2-2 1625,-4 7 0,1-2 13,2-4 0,1-3 17,-1 3 1,1-1-1,-2 3-17,-2 5 0,-1 0-752,4-7 0,2-2 0,-2 5 842,1 2-90,-2 4 0,1 0 0,0 0 0,0 0 0,13-10-90,-7 6 90,-7 7 564,-7 6 0,6-4 0,-8 6 0</inkml:trace>
  <inkml:trace contextRef="#ctx0" brushRef="#br0" timeOffset="1284">10457 10050 6363,'6'5'180,"1"6"-3457,-1 8 984,-1-4 3792,6 20-1499,-7-25 0,7 10 859,2-21-859,7-11 0,1-3-1134,-6 4 0,0 0 1134,7-9 0,3-3 523,-7 3 0,2-3 0,-1 0 0,-2 3-523,2 0 0,-1-1-553,0 1 1,3-4-1,-1 1 1,-3 5 552,8-8 0,-2 4 0,3-3-315,-5 8 0,1-1 0,0 0 315,-1 0 0,1 0 0,2 0 0,1 2 0,3 0 0,-1 0 0,-3 4 0,1 0 0,-1 2 0,0 1 0,0 0 0,1 1 0</inkml:trace>
  <inkml:trace contextRef="#ctx0" brushRef="#br0" timeOffset="3049">12331 10149 5739,'6'11'6,"1"-2"-3,-3-1-3,0-2 14,2 0-9,-1-3 18,20-5-21,-7-5 1,2-3-1642,0 1 1,1-1 1586,4-3 1,0-1-13,-10 5 1,3-2 64,5-3 1,6-4 0,4-1 0,-1 1 0,-4 1-144,-2 2 1,-2 1 0,4-1 141,-4 1 0,2-2 0,2 0 0,1 0 0,0-1 0,1 2-141,2 0 1,2 0 0,1 1 0,-1 0 0,0 0 0,-2 2 140,-1 0 0,-2 1 0,0 1 0,0-1 0,2 0 0,2-2 0,1 0 0,2-1 0,-1 1 0,-1 0 0,-3 3 0,3-1 0,-2 2 0,-1 1 0,-3 1 0,-2 0 0,-1 1 0,1-1 0</inkml:trace>
  <inkml:trace contextRef="#ctx0" brushRef="#br0" timeOffset="4485">18560 10239 5734,'7'-2'11,"1"3"9,-4 6-4,0-1 18,1 4 65,8-3-3376,0-2 3252,4-4 25,17-16-697,-7-1 1,5-4 0,-1 2 696,-9 5 0,-1 0 0,6-1-66,-1 0 1,4-3-1,5-1 1,1-2 0,1 1-1,-1 0 1,-3 2 0,-4 2 65,2-1 0,-3 2 0,-1 1 0,3-2 0,-2 2 0,3-2 0,1-1 0,1 1 0,-1-1 0,-4 3 0,-3 1 0,1 0 0,-4 3 0,-1-1 0,6-5 0,-1 1 0,2-2 0,0 0 0</inkml:trace>
  <inkml:trace contextRef="#ctx0" brushRef="#br0" timeOffset="12217">15942 2963 6094,'-7'0'89,"1"0"-89,-1-2 0,-3 0 0,-1 1 0,-3-1 0,-5 2 0,7 0 0,-3 1 0,8 0 0,-11 3 0,1 1-1392,-3 1 1392,5 1 0,-15 11 0,11-5 0,2-2 0,1 0-202,1 2 202,1 0-2864,-8 11 2864,6-7 0,-4 7-653,5-2 0,1-1 742,1-1-343,-6 9 0,1 1 254,8-14 0,-6 12 0,5-8 0,1 0 0,-1 4 0,1-4 0,1 1 613,0 6-613,-1 1 1369,3-4-1369,-1 1 2947,-1 7-2947,-1 2 0,0-1 0,1 0 0,3-12 0,1 1 0,-3 8 0,1 0-2947,1 3 2947,0 0 0,1-5-1369,-5 6 1369,5-11-77,-5 11 77,6-14 0,1-1-536,-1 2 536,1-1 0,-1-1 0,3-4 396,-1 1-396,2 6 45,-1-3 0,0 0 45,0 8-90,0-8 0,-1 1 81,-2 7 0,0-1-81,0 1 575,0 0 1,0 0-487,0-1-89,0 1-766,1 1 0,0 1 766,0 5 0,1-11 0,0 1 1004,-1 8 1,-1-2-1005,2-11 0,0 0 30,-2 10 0,0 5 0,-1-3-990,2-5 1,0-1 959,-1 2 0,0-1-373,0 9 463,2-17 776,-2 9 1,1 3-867,-1 4 30,1-9 0,0 4 0,0-3-1763,-1 9 1733,2-14 0,0-2 0,0 4 1823,1-2-1823,1 2 0,1 2 852,2 2 1,0 1-853,-1 1 0,0-2 0,2-2 0,0-2 0,-1 3 0,-1-7 0,-1 0 1130,2 5-1130,-1 8 0,0-9 0,0-1 0,0 0-383,-1 0 1,1 0 382,-1-2 0,1 0-1195,0 0 0,0 0 1195,0 3 0,2 9 684,-2-7 0,0 0-684,-1-1-846,2 3 0,-1-2 846,0-7 0,2 16-574,-2-15 0,0 0 574,3 18 0,-1-5 1616,-2-16-1616,0 2 0,1 1 0,0 1 0,3 15 1030,-1-15 1,1-3-1031,1 5 0,2 3 0,2 0 0,4 1 0,1 2 0,4-2 0,-9-11-1135,7 3 1,2 1 1134,-6-6-759,11 8 1,0-1 758,-12-11 0,10 5 0,1 0 0,-6-4 0,-1-1 0,0-1 1517,0 0-1517,9 2 0,-6-1 1134,2-1 1,-1 1-1135,-3-1 90,13 3-90,-9-4 0,1 0 0,8 3 3276,-10-4-3218,2-1 0,-1 0-58,-3-1 0,11 1 0,2 0 90,-3-4-90,-7 1 0,-1 0 0,3-2 0,-2-3 0,0 0 90,-3 0-90,10-5 0,1-1-3277,-7-2 3219,-6 3 1,0-1 146,0-2-945,-5 2 856,-1-1-993,6-7 1,0-2 992,0-2-664,1 1 1,-2 0 663,-3 2 753,0-2 1,0-2-574,4-10-355,-4 10 0,-2 0 265,1-6 0,-2-1 45,2-4 0,1-3-90,-6 15 0,1-2 396,3-7 0,2-6 0,1-1 0,-3 5-441,0 1 0,0 1-356,-2 4 1,2-3 0,-1-1 0,-1 4 400,1-6 0,-2 1-221,0-3 0,0-4 0,-1 4 176,-1 5 0,0-2 18,0 1 0,0-6 0,0-2 0,0 2 0,-1 6-18,0 1 0,-1 1 0,1-2 0,1-4 0,0-1 0,0 3 14,-1 6 0,1 3 0,0-3-14,2-4 0,0-3 0,0 0 0,0 3 0,0 2 0,-2 2 0,2-3-18,1-2 0,1-5 0,0-1 0,0 3 0,-3 7 18,0 3 0,-1 2-83,3-10 1,1-3-1,-2 5 83,-1 3 0,0 4 0,0-4 0,-1 3 0,-1-2 0,1 1 0,1-3 0,0-2 369,-2 3 1,0-5 0,-1 1 0,-1 5-370,-1 5 0,-1 1 0,1-7 0,0-2 0,0 3 49,-2 6 1,0 2-50,1-11 0,0 2 283,0-7-283,0 13 0,-1-2 1202,-1-10 1,-1 1-1203,-1-2-1200,0-1 0,-1 2 1200,0 10 0,0 4 0,-1-1-805,-1-2 0,1-1 805,-1 3 0,1 0 663,0 1 1,1 1-664,-1-9 0,1 2-1517,1 1 1517,-1-3 0,0 1 0,2 8 758,-1-1 1,0-2-759,-4-9 0,-1 0 0,-1-2 0,-2-2-23,-1 7 1,-4-3 0,0 1-1,2 3 23,-4-3 0,-1 0 567,2 6 0,-2-4 0,-1 1 1,1 3-568,-4-2 0,1 2-1135,-1-2 1,1 1 1134,3 7 0,1 1 2269,-7-5-2314,0 5 0,-8-2 0,-3 0 0,6 2 15,7 4 0,2 2 0,-4-2-442,-4-2 0,-4-2 1,-3-1-1,1 2 1,3 2 351,-3 1 0,1 2 0,0 1-83,5 1 1,-2 0 0,1 1-1,0 0-25,-4-1 1,0 0 0,-3 3 227,6 4 0,-3 2 0,-1 0 0,2 1 0,4 0 0,-8 2 0,0 0 0,3 1 0,-5 2 0,0 0 0,4-2 0,10 0 0,-1-1 0,1 0 0</inkml:trace>
  <inkml:trace contextRef="#ctx0" brushRef="#br0" timeOffset="21266">8824 5408 5824,'-5'7'0,"1"-2"270,1-2-181,4-11-89,0-2 0,3-7 0,-2 5 90,2 4-90,-2 1 0,1-3 0,-2 2 0,2-2 90,-2 6-90,1-13 0,-1 6 90,2-15-90,-2 10 0,-1 1-1122,1 3 1122,-1 6-716,-1-12 716,1 10 0,-1-20 0,1 21 0,0-10 0,-1 12 0,1-1 0,-1-6 1023,1-3-1023,0 1 0,-1-1 995,1 10-995,0-2 0,1-4 0,-1 4 0,1-14 0,-1 14 0,1-11 0,-1 10 0,0-2 0,0 1 0,0 2 90,0-6-90,0 5 0,0-4 0,0 3 0,0 4 0,0-4 0,0 3 0,1-7 0,-1 5 0,1-13 0,-2 11 0,1-7 0,-1 0 0,1 1 0,0-1 0,1 5 0,-1 4 0,1-2 0,-2 3 0,1-9 0,0 8 0,-1-6 0,1 6 0,0-1 0,1 0 0,-1 3 0,0-3 0,1 4 0,-1-2 0,0 2 0,0-2 0,-1 1 0,1-1 0,0 1 0,-1 2 0,0-1 0,1 0 0,-1-1 0,0 0 0,0 0 0,-3 7 0,2-1 0,-9 15 0,7-9 0,-6 11 0,6-8 0,-2 14 0,2-11 0,0 7 0,2-13 0,0 3 0,0 0 0,-1 0 0,1-2 0,1 0 0,0-2 0,-1 1 0,2-2 0,-2-1 0,0 3 0,0-3 0,7-12 0,-3 6 0,7-12 0,-6 10 0,0-2 0,3-4 0,-2 3 0,1-3 0,-1 1 0,-1 3 0,2-3 0,-1 2 0,-1 2 0,0-2 0,2 1 0,-4 2 0,2 0 0,-1 2 0,0-1 0,1 5 0,3 2 0,-1 3 0,5 6 0,-6-6 0,3 5 0,-5-7 0,1 0 0,0 2 0,2 5 0,1-2 0,5 11 0,-6-11 0,3 4 0,-5-9 0,0 2 0,1 0 0,-1 1 0,2 1 0,-1-4 0,-1 3 0,-1-4 0,0 0 0,0 0 0,0 0 0,0 0 0,0 0 0,-6-7 0,2 2 0,-9-8 0,7 6 0,-5-4 0,1 3 0,2 0 0,-5-1 0,6 3 0,-4 0 0,5 2 0,-2-1 0,-1 0 0,2 0 0,-2 1 0,0-1 0,-1 1 0,-3-1 0,3 1 0,1 0 0,1 1 0,1 0 0,-1 0 0,1 0 0,0 0 0,0 1 0,1 0 0,-1 1 0,2-1 0,-1 2 0,1-1 0,1 0 0,-1 0 0,0 0 0,0 0 0,-1 3 0,0-1 0,0 3 0,1-3 0,0 0 0,1 0 0,-1 1 0,1-2 0,7-8 0,-3 3 0,11-15 0,-10 12 0,10-19 0,-7 9 0,3-2 0,-3 4 0,-4 9 0,2-5 0,-2 3 0,2-6 0,-2 6 0,0-3 0,0 5 0,-1-4 0,0 2 0,0-3 0,3 13 0,-2-3-45,6 15 0,0 4 45,-1-4 0,2 5 0,0 0-683,-2-5 683,5 11-3076,2 3 3076,-3-8 0,3 4-360,0-5 181,-8-12 179,5 9 0,-10-17 0,0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5:23.09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18100 1461 5742,'6'-5'82,"-2"0"8,0 3-90,0 11 180,-2 25-180,-2-12 0,-1 4 44,-2 5 1,-3 7 0,0 1 0,1-6-45,0 1 0,-1-1-820,0-4 1,1 4 0,-1-2 0,1-7-155,-3 3 1019,3-5 0,0 1-442,1-2 1,0-1 351,0 0 0,0-2 45,0 10 0,4-24 0,-1 0 0</inkml:trace>
  <inkml:trace contextRef="#ctx0" brushRef="#br0" timeOffset="533">18294 1604 5824,'3'-8'0,"1"1"90,-2 3 0,3-1 0,-2 1-1,1-2-89,-6 13 90,-1-3-90,-12 17 0,-5 5-1639,4-7 1,-1 1 1629,1-1 1,-2 1 0,2-1 8,0 0 0,0-2-45,0 2 0,1-2-45,3-2 1,-11 10-1,25-21 90,-2-1 3276,12-7-3160,6-5-1071,-7 3 955,5-2 0,-1 7 0,-7 2 0,8 1 0,-9 7 0,1 2-3076,10 17 3076,-6-10 0,7 8 319,0-10 1,0-2-320,0-1-864,2 1 1,-1-3 863,-6-7-89,-1-2 89,6-2 0,-1-3 0,6-3 0,-1-2 0</inkml:trace>
  <inkml:trace contextRef="#ctx0" brushRef="#br0" timeOffset="849">18657 1649 5824,'2'-6'270,"0"0"-181,4 33-44,-4-2 0,-1 3-45,1 0 0,1 1 45,-3 6 0,-1-3-2238,1-4 2193,-1-4-2511,2 6 2421,-2-15 0,1 10 0,0-18 90,0 1 0,0-3 0,0 2 0</inkml:trace>
  <inkml:trace contextRef="#ctx0" brushRef="#br0" timeOffset="1215">18660 1599 5824,'1'-13'180,"11"1"-180,5 2 0,9 5 0,-4 4 45,2 3 0,2 4-45,-9 5 0,1 1 0,4-2 0,-2 2-1452,-3 16 1452,-21-12 0,-3-4 0,-2 0-1411,-6 2 1,-1 1 1410,1-2-135,-6 4 0,-1-3 135,13-9 0,-9 2 0,19-15 0,1-2 0</inkml:trace>
  <inkml:trace contextRef="#ctx0" brushRef="#br0" timeOffset="1632">19412 1325 5824,'2'-9'180,"-1"2"-180,0 1 90,1 3 179,-3-5-179,-15 24 0,-7 12-1729,9-9 1,0 2 1629,-6 7 1,-2 5 0,3 0-32,5-5 1,2-1 0,1 4 61,0 2 1,0 5-1,0-1 1,1-3-756,2-4 0,0-2 0,1 2 733,-1-2 0,0 1 0,1 1 0,5 1 0,4 2 0,3 2 0,4-1 0,3-2-48,2-5 1,3-2 0,2-1 0,1 2 47,-2 0 0,1 3 0,0 0 0,1-3 0,0-4 0,7 2 0,0-5 0,0-7 0,5-5 0,-6-8 0,-11-8 0</inkml:trace>
  <inkml:trace contextRef="#ctx0" brushRef="#br0" timeOffset="3700">19841 1568 5734,'6'-5'270,"-19"8"-2266,6-1 1996,-17 6 321,3 1 1,1 2-322,0-1 0,-4 2 0,0 2 430,5 3-430,-1 11-1876,8-8 1876,6 3 438,14-5 0,4-1-438,-2 0 0,1 0 0,3 1 0,14 4 0,-12-11 0,0 1 0,3 1 0,0 0-1348,3 4 1,-2-2 1347,-2-2-863,3 7 863,-15-14 0,0 7 0,-6 1 0,2 1 0,-11 2 0,0-7 0,-1 1 2268,1-4-2268,-1-2 0,3-3 3276,-6 0-3160,4-3-205,1-1 89,-4-4 0,10 1 0,-4-3 0,12 0 0,0 1 0</inkml:trace>
  <inkml:trace contextRef="#ctx0" brushRef="#br0" timeOffset="4099">20180 2026 5824,'-3'4'449,"-2"5"-3726,-3 7 894,-1 2 2383,3-6 1499,-10 11-1769,-4 6 1040,2-4-950,-4 1 180,10-14 0,0 0 0,0-1 0</inkml:trace>
  <inkml:trace contextRef="#ctx0" brushRef="#br0" timeOffset="6115">19541 1663 5787,'5'-4'0,"1"0"-50,-2 3 83,12 1-24,-9 0-4,9 0 29,7 8-3311,-4 3 3168,5 2 109,-8 3-34,-10-6 34,6 25-1084,-10-9 1,-1 0 1083,2-1 0,-2-1-116,-2 3 1,-4-2 115,-6 9 0,1-10 0,-5 6 0,4-11 0,0-2 0,-1 1 0,-7 12 0,10-16 0,13-11 770,11-15 0,5-8-770,5-6-422,-8 8 0,2-4 0,-3 3 422,-4 3 0,-2 0 0,6-8 0,1-2 707,0-2 0,3-2 1,-1 1-708,1-2 0,-1 0 30,-2 5 0,1-2 0,-3 6-30,-2 2 0,-5 5 0,0 3 0,-9 9 3276,4-1-3227,-11 19 1,-4 9-1630,4-2 1,0 0 1579,-3 5 0,0 0 0,4-3 0,2-2 0,2 3 0,2 1 0,2 3-1135,3 0 1,2 0 1134,-4-1 0,3 1 0,8 3 0,4-6 0,11-10 2269,1 4-2269,2-17-180,-9-12 180,-5-2 0,0-2 0,8-9 0,-11 7 0,0 0 0</inkml:trace>
  <inkml:trace contextRef="#ctx0" brushRef="#br0" timeOffset="7100">20466 1764 5742,'1'-9'82,"1"0"8,-1 3 90,0 0-1,0 1-179,-5 13 90,1 3-90,-1 13 0,1 3-1639,2-5 1,0 1 1625,-1 3 1,2-1 12,2 6 0,1-16 0,5 2 0,2-1 0,2-3 0,15 12 0,-11-28 0,-1-3 0,6-18 0,1-4 3276,-5 2-3238,-1 1 1,1-6 0,-4 4-39,-2-1 0,-3 3 0,-1 10 0,-2 27 0,-4 4 0,0 2 0,-2 3 0,0 8 0,-2 5 0,1-7 0,0 4 0,0 0 0,0 0 0,0-2 0,0 0 0,-1 1 0,1 0-112,0 3 0,-1 2 0,1-1 1,0-4 111,-1 4 0,0-5-361,1-6 0,0-2 361,-3 7-3005,-2-3 3005,0-6 0,-1-11 90,1-6-180,-1-2 90,-1-1 0,-2-4 0,-1-1 278,-2-5-278,-7-9 0,-1-1-1541,3 0 1541,-2 1 0,4-2 0,15 0 0,6 2 0,1-1 0,0 0 0,4-2 0,15-4 0,6 3-270,-4 2 1,1 1 200,-5 3 1,0-1 0,-1 2 0,3 0 0,-3 3 0,-3 2 0</inkml:trace>
  <inkml:trace contextRef="#ctx0" brushRef="#br0" timeOffset="7416">21032 2040 5824,'13'-4'719,"-8"10"-539,-19 22-180,2-5-1262,-1-4 1,0-2 1261,2-3-180,-10 10-902,-3 1 1082,-1 1 0,7-7 0,8-9 0,4-3 0</inkml:trace>
  <inkml:trace contextRef="#ctx0" brushRef="#br0" timeOffset="8266">21707 1687 5824,'5'-6'359,"-1"0"-359,-7 4 90,-12 7-90,-10 4 0,6 0 0,-1 1 0,0 0 0,-2 2 30,-1 3 0,-2 1 0,3-1-30,2-2 0,1 1 0,-5 8 0,-1 3 0,6-2 0,5 3 0,3-2 0,3 0 0,10-2 0,13 11 0,-5-14 0,9 1 0,2-3 0,0-6 0,-5-2 0,2-1 0,12-3 0,0-4 0,2-2 0,-11-8 0,-3-2 0,-5 0-1435,2-13 1435,-16 14 0,0-2 0,-4-6 0,-10-11 0,0 3 0,-4 4 0,0 2 0,3 6-654,-12-7 654,21 17-90,-5-2 1215,-1 1-1305,-1-1 180,3 3 0,4 1 0,3 1 0,-1 0 0</inkml:trace>
  <inkml:trace contextRef="#ctx0" brushRef="#br0" timeOffset="10469">22074 2194 5737,'4'-7'177,"1"1"-87,-4 2-90,-15 33 0,7-18 0,-2 7 0,-2 2 0,-2-3 0,0-1-90,-5 6 45,2-3 0,-1-2 39,1-3 6,-7 2 0,7-7 0,-6 4 0</inkml:trace>
  <inkml:trace contextRef="#ctx0" brushRef="#br0" timeOffset="13016">22522 1877 5756,'2'-6'158,"1"7"-68,0 8-90,1 21-1639,-2 5 1,0 2 1195,-1-14 1,0-1 442,0 17 0,1-4-607,-2-17 607,0 4-1235,2 5 1235,-2-12 0,2 10 0,-1-13 0,-1-5 1145,0 4-1145,-2-16 0,-2-2 0,-2-10 0</inkml:trace>
  <inkml:trace contextRef="#ctx0" brushRef="#br0" timeOffset="13432">22540 1827 5762,'2'-6'0,"0"2"0,1 1 0,1 2 0,0-1-9,9 0 40,16 0-25,-6 1-1,9 0 12,4 6-6,-6 8-11,-13-2 1,-6 4-3278,-16 17 3162,-11-6 115,-12-5-918,15-13 918,-4 1 0,-1 2-65,3-1 65,4 0 0,7-6 0,4-1 0</inkml:trace>
  <inkml:trace contextRef="#ctx0" brushRef="#br0" timeOffset="13968">23066 1892 5779,'3'-8'135,"-2"1"-135,-5 4 90,-18 8-1729,6 6 1,0 3 753,-15 6 885,15-4 0,2 3 430,2 5 0,4 2-430,4-6 0,1 0-452,-4 7 1,2-1 451,11 9 0,1-15 90,7 2-90,2-6 0,3-5 0,14-7 0,-7-9 0,4-4 0,-9-5-399,-8 0 399,-3-4 0,0-2-1274,0-7 1274,-2 7 0,-3-2-108,-7-8 0,-4 1 108,0-2 0,-2 2 0,0 2 0,-4 8 0,-2 4 0,-3 2 0,-17 4 0,15 0 0,0 4 0,-9 11 0,14 1 0</inkml:trace>
  <inkml:trace contextRef="#ctx0" brushRef="#br0" timeOffset="14416">23317 1492 5824,'8'-6'90,"0"2"0,26 18-90,-14-4 45,7 7 0,1 4-45,-4 5 0,-2 2 29,-7-6 1,1 0 0,-2 1-1123,1 0 1,0 0 0,-3 1 1034,0 5 1,-2 1 57,-1 1 0,-3 4-545,-5-3 1,-2 5-1,0 1 1,-1-4 544,3-3 0,-1-2 0,-3 4-39,-2-4 1,-3 6-1,-2 2 1,-1 2-1,0-2 1,0-3-1,0-6 39,-2 2 0,-1-4 0,-2 1-69,1 3 0,-2 4 1,-1 0-1,0-2 1,2-5 68,-8 4 0,0-6 0,4-5 0,-2 0 0,3-2 0,3-4 0,1 0 0,-8 2 0,3-4 0,8-11 0,-3-2 0</inkml:trace>
  <inkml:trace contextRef="#ctx0" brushRef="#br0" timeOffset="15269">18643 2710 5795,'-14'0'-50,"0"1"44,1-1 12,-10 1-3283,8-1 908,-9 1 2383,12-1 1308,-2 1-1288,-2-1 56,-7 1-90,8-1 1144,-2 0-1054,27-1-747,16-1 1,12 1 0,-3 0 700,-3-1 1,4 1-12,-8 0 1,6 1 0,5-1 0,2 0 0,1 1 0,-1 0-1,-3-1 1,-5 1-12,4 0 1,-5 0 0,0 1-1,4-1-22,-6 0 0,2 0 0,1 1 0,2-1 0,1 0 0,2 1 0,2-1 0,1 1-70,-11 0 0,3 0 0,0 0 0,3 0 0,0 0 1,1 1-1,2-1 0,-1 0 0,1 1 0,-1-1 0,1 1 1,-2-1-1,0 1 0,-1-1 0,-2 0 0,-1 1 1,-3-1 69,8 0 0,-3 1 0,-2-1 0,-2 0 0,1 0 0,-1 1 0,2-1 0,2 0 0,4 1-5,-9-1 0,3 0 0,2 1 0,1-1 1,2 1-1,1-1 0,0 1 0,1-1 1,0 1-1,0 0 0,-1-1 0,0 1 0,-1-1 1,-2 1-1,-2-1 0,-1 1 0,-3-1 1,-2 0 4,15 1 0,-7 0 0,-3 0 0,0-1 0,2 1 0,4 0 0,-6 0 0,2-1 0,2 1 0,1 0 0,1 0 0,1 0 0,-1 0 0,0-1 0,-1 1 0,-2 0 0,-2 0 0,6-1 0,-3 1 0,-1 0 0,-1-1 0,0 1 0,2-1 0,2 1 0,-6 0 0,2-1 0,1 1 0,0 0 0,1-1 0,1 1 0,-1 0 0,0-1 0,0 1 0,-2-1 0,-1 0 0,2 1 0,-2-1 0,0 0 0,-1 0 0,0 1 0,0-1 0,1 0 0,0-1 0,1 1 0,0 0 0,2 0 0,0 0 0,1-1 0,0 1 0,0 0 0,-1-1 0,0 1 0,0-1 0,-2 1 0,2 0 0,0 0 0,-1-1 0,0 1 0,-1 0 0,0 0 0,0-1 0,0 1 0,4-1 0,2 1 0,0-1 0,-2 0 0,-2 0 0,-5 0 0,-5 0 0,4-1 0,-8-1 963,0 0-873,10-5-90,-22 5-1053,4-5 1269,-22 8 0,3-2 1,-7 3-1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5:04.44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7059 10113 8432,'3'-7'2789,"-1"1"-2340,1 4-359,1 3-90,-2 1 90,1 3-90,-1-1 0,-1 1 0,1 0 0,-1-1 90,1 1-90,-1 0 0,1-1 0,0 0 0,0 0 0,3-6 0,-1 0 0,2-4 0,-2 0 0,2-2 0,1-3 0,3-5 90,7-13-90,1 0-464,-6 10 0,0 0 464,8-14-1341,1-2 1341,-10 17 0,0 0 0,1-1 0,0 0 0,0 1 0,0-1 0,0 0 0,0 0-145,-1 2 1,1-1 144,11-16 0,-4 6 0,-2 3 0,-3 5 90,-3 4-90,-2 4-90,-3 2 90,-1 3 675,-1 0-675,1 1 0,-2 8 0,1 2 0</inkml:trace>
  <inkml:trace contextRef="#ctx0" brushRef="#br0" timeOffset="1388">10537 10096 11311,'-3'8'89,"1"-2"-89,3 2 90,-1-4-90,1 3 0,-1-3 0,1 0 0,0 0 0,1 1 0,0-1 90,0-1-90,3-3 0,1-2 0,1-4 0,2-2 90,1-1 0,3-5-619,3-3 618,5-6-89,1-2 90,4-4-1572,0-3 1527,-12 16 0,0 0-45,0 0 0,0-1 45,0 1 0,0-1-45,0 1 0,0-1 0,0 1 0,-1 0-954,14-15 954,-1 2 0,-3 4 0,-3 3-176,-4 6 266,-3 2-90,-2 4 382,-2 1-382,-2 3 1242,-1 0-1332,0 2 1088,0 1-1358,-2 1-1638,1 1 289,0 2 1709,-1 0 0,2 5 0,-2 0 0</inkml:trace>
  <inkml:trace contextRef="#ctx0" brushRef="#br0" timeOffset="2654">12339 10253 11041,'0'-7'1619,"0"12"-1619,-2-1 0,2 12 90,-1-10-90,1 2 0,0-2 0,1 0 0,-2 0 0,1-1 0,0 2 0,1-3 0,5-4 0,1-4 0,5-6 0,2-5 0,0-1 0,0-2-1342,12-13 1342,-8 8 0,1-1 0,-5 6 0,1 0 0,0 0 0,1-1 0,0 1 0,1-1-1474,7-8 1,0-1 1473,-6 8 0,0 0 0,5-5 0,0-1-154,-2 4 1,-2 2 153,8-8 0,-10 10 0,-2 2 0,0 1 0,-3 1 0,-3 5 0,-1 1 0,-2 1 762,-1 2-942,0 2 3127,0 0-3756,-1 2-913,0 1 103,0 3 1619,0 1 0,1 3 0,0 2 0</inkml:trace>
  <inkml:trace contextRef="#ctx0" brushRef="#br0" timeOffset="4157">18455 10303 11221,'8'-1'359,"-2"2"-269,-2 1-90,-2 2 0,-1 0 0,1-1 0,0 1 90,0-1-90,3-3 90,-2-1-90,4-5 90,-3 1-90,3-4 90,3-4 0,3-3-90,5-7-935,-2 4 0,1-2 980,-3 5 0,1-2-45,12-12 0,2-1 45,-11 12 0,0 0-45,6-5 0,0 1 0,-7 7 0,-1 1-538,0 0 0,0 1 538,15-14 0,-2 2 0,-11 11 0,-1 0-270,9-7-90,3-3-2178,-7 5 469,-7 4 2069,2 0 0,-5 3 0,0 0 0</inkml:trace>
  <inkml:trace contextRef="#ctx0" brushRef="#br0" timeOffset="12765">15798 3103 7083,'1'-8'1079,"0"1"-899,-2 0 180,2 1 90,-1 0-270,0 0 179,1 1-179,0-1 90,0 1 90,-1 0 0,1 0-90,-1 0-90,-2-1-91,0 1 1,-1 1-90,-1 2 90,-1 1-90,1 2 0,-2 1 0,2 0 0,-1 2 0,-1-1 0,0 2 0,0 0 0,-1 2 0,-1 1 0,1 2 90,0 0-90,0 3 0,0 1 0,1 1-249,0 2 249,0 5 0,0 2 0,-1 6 0,2 1-1107,-1 2 1107,2 1 90,0 2-180,0 0 135,0-8 0,0 0-45,1-5 0,0-1 0,-1 8 0,0 0-768,0-8 0,1-1 768,0 2 0,-1-1 0,0 1 0,0-1 0,0 1 0,0 0 0,0 0 0,-1 0-359,1-1 1,-1-1 358,1 1 0,-1-1 0,-4 17 45,4-18 0,1 1-1,-1 6 1,-1 1 0,2-5 0,0 1-45,-1 3 0,1 1-269,0 1 1,0-1 268,1 13 45,0-15 0,1 1 0,1 0 0,0-2-45,1 15 44,-1-14 1,1-1-156,2 10 201,0 0-90,1-1 90,0 0-90,0-1 0,1 0 824,1-2-824,0-1 90,0-1 139,1 0-229,-1 1 0,0-1 913,0 0-913,0 7 812,0-6-767,-1-7 0,0 1-45,2 17 0,1-2 0,-2-5 129,-1-14-129,-1 0 0,1 0 678,-1-1-678,1 0 0,-1-1 0,1 0 0,-2-1 90,3 8-90,-1-8 0,0 7 0,-1-3 0,0-4 0,0 10 0,-1-10 0,0 4 0,-1-6 0,0-1 0,-1 1 310,1-2-310,-1 2 620,1-2-620,0 2 373,0-3-373,0 1 0,0-1 0,0 1 0,2 0 0,-1 0 0,1-1 0,-1 0 0,2 4 0,-1-5 0,3 8 0,-2-8 0,2 5 0,-2-6 0,2 5 0,-2-4 0,2 4 0,-1-6 0,-1 1 0,1-1 0,-1 0 0,0 0 0,0-1 0,0 1 0,0 0 0,2 4 0,-2-2 0,2 1 0,-3-4 0,1 0 0,2 4 0,-2-3 0,1 2 0,-1-4 0,0 1 0,-1-1 0,0 0 0,1 0 90,-1-1-90,1 0 0,0 1 0,0 0 0,0-1 0,0 1 0,0 1 0,0-1 0,1 1 0,1 3 0,-1-3 0,2 3 0,-3-4 0,1 0 0,0 0 0,1 0 0,2 2 0,-1-1 0,2 2 0,-2-4 0,0 0 0,0 0 0,-1 0 0,0 0 0,1-1 0,-1 1 0,0-1 0,0 1 0,0 0 0,-1-1 0,1 0 0,-1-1 0,-1 0 0,1-1 0,-1 0 0,0 0 0,0-1 0,5 2 0,-4-2 0,5 0 0,-5-1 0,0 0 0,1-2 0,0 1 0,0-1 0,1-1 0,-1 1 0,1-1 0,0-1 0,0 0 0,0 0 0,0-1 0,0-1 0,2-3 0,3-3 0,-2 0 0,0-2 0,-3 2 0,0-2 0,0-2 0,2-4 0,-1-3 0,2-2-219,0-4 219,-1 0-1007,0-1 1007,0-2 90,-1 0-1538,-2 7 0,-1 0 1448,3-14 45,-3 13 0,-1 0-268,2-10 267,-3 10 1,1-1 45,-2-1 0,1 0-90,-1-1 0,1 0-619,-2-7 0,0 1 664,0 13 0,-1-1 0,0-8 0,0-1-619,0 8 0,0 0 619,0-2 0,0 0-45,0-1 0,1 0 0,0 1 0,0 0 45,0-1 0,0-1 330,1 2 1,0-1-376,0 1 0,0-1 0,0 0 0,0 1 45,1-1 0,-1 1-45,0 1 0,0-1 0,1 1 0,-1 0 45,0 2 0,0 0-45,0 1 0,0 0 90,-1-6 0,0 0-45,0-3 0,0 1 0,-1 0 0,1-1 0,-1 2 0,0 1 45,1-11-403,-2-2 403,0 2 0,1-1-45,-1 17 0,0 1 134,1-19 4,-2 17 0,0 0-183,0-18 90,0 17 0,0 0-45,1 2 0,0-1-45,-1-1 0,1 0 0,-1 2 0,1 0 98,-1-12 0,0 1-98,0 8 0,0 1 45,0-8 0,-1 0-45,2 11 0,-1 1 44,-1-1 1,1 0-45,0-18 0,-1 14 0,2 9 0</inkml:trace>
  <inkml:trace contextRef="#ctx0" brushRef="#br0" timeOffset="13032">16043 2796 16078,'-9'-4'-270,"1"1"180,4 2 0,-1 0-180,1 1 180,-5 0 0,2 0 0,-2 0 0,3 1 0,-1 0-89,0 0 89,-1 1-90,0 0 0,-1 1 0,-1 0 0,0 1 0,-2 0-270,-7 3 181,4-1-205,-5 2 204,5-2 0,0 0 1,0-1-1,1 1-90,1 0 90,0-1-90,2-1-89,1-1-1,1 0-809,2 1 269,0-1 990,2 0 0,0 0 0,1 0 0</inkml:trace>
  <inkml:trace contextRef="#ctx0" brushRef="#br0" timeOffset="14080">15726 3070 8522,'3'-7'-180,"0"0"180,-1 3 0,1 0 0,-1 1 90,1-1-90,0 1 0,0 0 0,0 0 0,0-1 90,1 1-90,0-1 90,0-1-90,1 1 0,-1-1 0,1-1 90,1 1-90,-1-1 0,5-3 90,-2 1-90,2-3 0,-2 4 0,1-1 0,-1-1 0,0 1 0,0 0 0,1 0 0,-2 0 90,0 1-90,2-2 0,-2 3 0,1-2 0,-1 2 0,-1 2 0,1-1 0,-2 2 0,1 1 0,2 0 0,-2 1 0,4 1 0,-3 2 0,1 0 0,0 2 0,2 0 0,-1 2 0,6 6 0,-3-2 0,4 5 0,-6-4 0,1 4 0,3 7 0,-2-4 0,1 9 0,-3-6 0,0 4-1184,-1 2 1184,0 0 90,-1 0-784,0 2 694,0 1 0,0 0 0,-1 2-1142,-1 0 1142,1 1 89,-1 0-89,0 1 90,0 4-2391,1 2 2346,-4-17 0,-1-1 0,1 1 0,0 1-406,-1-1 1,1 1 405,-1 0 0,0 1-266,0-1 1,0 0 265,0 1 0,0-1-45,-1 0 0,1 1 45,1 11 0,0 0 0,-1-9 0,0 1-210,1 8 1,0 0 164,-1-10 0,0-2 45,0 2 0,0-1 554,0 1 1,0-1-600,0 0 0,0 0 45,0 0 0,0-1-87,0-1 0,-1-1 87,1 1 0,-1 0-45,1 18 312,-1-12 1,0 1-313,0-9 0,0 0 0,-1 5 0,0 0 0,-1 9 0,-1-2-360,-2 6-269,1-12-991,-3 13 1620,2-21 0,-4 10 0,1-10 0</inkml:trace>
  <inkml:trace contextRef="#ctx0" brushRef="#br0" timeOffset="24737">16686 753 8792,'0'-10'899,"0"1"-539,1 4-180,1-1 90,-1 2-90,2-2-90,-1 2 0,3-1 0,-1 1 0,1-1 0,1 0 0,1 0 0,1 0-90,2-1 89,7-1 1,-4 3-90,6-3 0,-7 5 90,5-2-90,-4 3 0,2 0 90,-5 2-90,-1 2 0,0 1 0,-1 3 0,-2 3 0,-2 4 90,-2 3-90,-3 6 0,-4 2-781,-4 4 781,-3 3 0,1-10 0,-2 1 0,-7 11 0,6-12 0,-1-1 0,-4 5 0,0-2 0,1-4 0,2 1-90,3-5 90,1-2 90,2-1-90,3-6 0,1 3 0,15-16 0,1 0 0,12-12 292,-2 1-292,4-6 0,3-2-45,-5 3 0,1-2-565,-4 6 1,-1-1 609,7-5 0,0 0 0,-7 7 0,-1 1 0,0 0 0,0 1 0,13-13 0,-3 6 0,-4 2-271,-5 6 271,-3 3 0,-5 2 0,-1 4-90,-3 2 505,0 3-415,-3 2 1239,0 3-1239,-2 3 0,-2 3 0,-1 4 0,-5 19 0,1-6-446,1-7 1,0 1 445,-3 9 0,1 0-103,0-1 103,2 0-90,1-4-864,2-2 864,1-5 0,1-2 0,1-3-179,1-1 1072,1-2-1252,0-1-166,2-2-554,2-2 1454,1-2-285,3-3 0,9-2 0,3-2 0</inkml:trace>
  <inkml:trace contextRef="#ctx0" brushRef="#br0" timeOffset="25013">17667 1094 12120,'-6'-7'1889,"-3"5"-1709,5 5-90,-4 6 0,2 1 90,-2 5-90,-2 3 0,-8 16-90,4-8-90,-5 11-90,6-14-540,-4 7-511,6-10 602,-2 5-181,7-12-889,1-1-730,0-2 2429,2-2 0,-1 1 0,1 0 0</inkml:trace>
  <inkml:trace contextRef="#ctx0" brushRef="#br0" timeOffset="25764">17883 804 11400,'1'-9'90,"1"2"0,-1 1 270,0 2 0,0-1 360,0 1-630,-1 12-1,-3 7-89,0 7 90,-2 2-90,1-5 0,0 5 90,-1 11-408,2-7 408,-1 6-90,3-15 0,1-2-90,1-2 90,0 0-90,1-3 0,2 0 0,0-1 0,2-3-90,4 0 180,-1-4-90,4-2 0,-1-3 0,11-8 0,-3 0-2778,8-8 2778,-8 0 90,2-4-90,0-4 90,2-5-327,-10 10 0,0-2 327,-2 1 0,0 0-45,-1 2 0,-1 1 45,5-12 0,-9 16-90,1-2 90,-2 6 0,0-1-90,-2 7 0,0 7 90,-2 2 2933,0 16-2933,-3 11 0,0-7 0,0 1 0,-1-2 0,0-1-420,1 3 1,-1-2 419,-2 17 0,0-4 0,0 3 0,1-3 0,0 1 0,1 0 0,-2 1 0,1-3-555,0 1 645,-1-3-90,1 2 0,0-2-1206,0-2 1206,0-3-2260,0-5 2170,2-5 881,-1-4-971,-1 5 90,-1-4 0,0 0 0,-1-5 90,2-6 286,0-1-286,-1-1 940,-1-1-940,-1-2 3276,-1 0-3250,-2-2-26,-1-2 0,-3-1-90,-4-3 90,0-1 0,-14-8 0,9 4 90,-7-6 0,12 7 0,4 0 0,2 2-1,3 1-89,2-1 90,1 0-90,1 0 90,3 0-90,1 0 90,3-3-90,3 0 0,5-5 0,4 0 90,7-5-1492,3 1 1402,5-2 0,2 2 0,1 0 0,2 2-90,-1 1-90,-3 2-180,-2 2-180,-3 1-2737,5-2 3106,-10 5 0,8-5 1,-11 5-1</inkml:trace>
  <inkml:trace contextRef="#ctx0" brushRef="#br0" timeOffset="26032">18489 1104 10591,'8'-4'630,"-1"0"-271,-3 2-179,0 0 360,-1 0-270,3 3-180,-3 2 0,2 4 90,-5 9-90,-3 3-1083,-3 13 1083,-6-1 0,-2 4-90,-3 0 90,-1 0-90,0 0-90,-2-1-179,0-2-181,3-4-90,-1-3-539,3-4-540,1-3-180,1-3 1040,2-3 1,-2 2-1,-1-1 1</inkml:trace>
  <inkml:trace contextRef="#ctx0" brushRef="#br0" timeOffset="26639">19266 792 10321,'3'-9'-180,"-1"2"270,1 0 0,0 2 90,0 1 270,-1 1-1,1-2 1,-1 2 450,0-2-810,-9 7 0,1 0-90,-9 8 90,1 0 0,-3 2-90,-3 2-160,-2 1 250,0 1-90,-4 2 90,0 2-90,-4 2-1329,2 0 1419,1 1-90,2-2-472,2 0 472,3-1 90,2 0-90,3-1-90,2-1 90,2-2-90,4-3 0,1 1 90,3-3-90,1 1 0,3 0 205,0-1-385,8 6 180,-1-5 0,4 4 0,0-6-90,7 0 180,-3-3 963,4 0-1052,-5-4 89,-1-1 454,1-1-454,-1-2-90,0-2 90,0 0 0,-2-2-90,0 0 90,-3-2 0,0 0-90,-1-6 90,-4 2 90,0-4-90,-5 3 0,-1 0 338,-7-8-248,-4-1-90,0 2 90,-2 3-90,5 7 0,-3-1 0,3 4-90,-3-2-90,6 5-180,0 1-269,1 0-990,1 0 1619,0 1 0,0-1 0,0 0 0</inkml:trace>
  <inkml:trace contextRef="#ctx0" brushRef="#br0" timeOffset="29095">19301 1188 9871,'-2'-8'810,"1"1"-450,0 1 179,1 1-539,1 23 90,-1-9-90,-1 21 0,0-16 0,0 2 90,0 0-90,0 0 0,0-1 0,0-2 0,0 1 0,0-2 0,0-1 90,0 0-90,0 1 0,0-3 0,0 0 90,0-3 0,0-2-90,2-18 0,1 6 0,2-17 0,1 11 0,1-2 0,1 0 0,0 0 0,1 1 0,-1 1 0,1-1 0,0 4 0,-1 0 0,5 1 0,1 3 0,0 1 0,0 3-90,0 4 90,-3 2 0,8 7 0,-3 4 0,-1 2 0,-2 1 0,-6-4 0,0 0 0,-1 0 0,-1 0 0,0 0 0,0 0 0,-1 0 0,0-2 0,1 0 0,0-1 0,-1 0 0,1-1 0,0 0-270,3 0 0,-1-3-89,3 1-811,3-5-89,-1 0 180,3-3 1079,0-2 0,6-3 0,2-2 0</inkml:trace>
  <inkml:trace contextRef="#ctx0" brushRef="#br0" timeOffset="29364">20057 1226 10231,'9'-1'810,"-2"1"-720,-4 2 0,0 1 0,-1 2-1,0 1 1,0 2 0,-2 2 0,0 2 0,-2 2-90,-2 2 90,-2 3-90,-2 2 0,-2 1-3277,-2 0 2443,-1-1 114,-2-1-2158,-6 5 2878,6-8 0,-7 6 0,6-8 0</inkml:trace>
  <inkml:trace contextRef="#ctx0" brushRef="#br0" timeOffset="31832">20747 654 10231,'6'1'900,"-2"1"-900,-6 5 0,-1-1 90,-3 5-90,0-1 90,-3 6-438,-1 0 348,0 1 0,-4 2-647,0 2 647,-2-1 0,-2 2 90,1-1-90,3-5 0,-1 2 0,-1 1 0,0-1 45,0 0 0,0 0-166,-3 3 1,1-2 120,-7 8 0,9-11 0,1 0 0,-4 6 0,-1 0 89,10-10-89,-1 1 314,3-5-314,4-2 742,0-2-742,1 1 270,1-2-270,0 1 0,0 0 90,1 1-90,3 1 0,-1-2 0,7 2 90,4-1-90,2 0 0,14 2 0,8 1-344,-10-3 0,0 0 389,1 0 0,-1-1-852,1 1 0,0 0 807,-5-1 0,0-1 0,0 1 0,0 0 0,0 0 0,-1 0-979,20 1 979,-3 1 0,-4-2 0,-2 1 0,-2-1-2305,-5 0 2305,-4-1 0,-4-2 90,-3 1 245,-3-1-335,1 0 1014,-3 0-2453,0-2 395,-7-4-125,-1 0 1988,-4-1 0,0 2 0,1 1 0</inkml:trace>
  <inkml:trace contextRef="#ctx0" brushRef="#br0" timeOffset="32257">20644 1001 9691,'2'-6'1440,"4"6"-1440,-3 1 90,3 6-90,-1-1 0,1 2 90,4 6-1,3 5-89,0 0 0,-1 1-366,-3-2 456,-1-2-90,-1 3 0,-1-3 0,-2-1 0,-1-2 0,-1 0 0,-2-1-90,0-1-90,-1-1-179,-2-1-181,0 0-809,-2-1 1440,-3 1 1,-1 0-1,-4 1 1</inkml:trace>
  <inkml:trace contextRef="#ctx0" brushRef="#br0" timeOffset="32757">21325 406 9871,'3'-6'810,"3"5"-720,-1 3 0,4 5 0,0 1 90,4 4-90,3 3 0,4 6-1005,1 4 1005,3 5 0,-12-13 0,0 0-45,0 2-1,1 0 1,-2 2 0,1 1-983,3 13 1,-1 0 982,-4-6 0,-1 0-976,2 10 1,-1 0 975,-6-9 0,-2 0 0,0 1 0,-1 2 0,-3 4 0,0 0-45,-3 2 0,0 0-568,0-10 1,0 0 0,0 0 567,-2 0 0,0 0 0,0 0-191,-1 0 0,-1 1 0,0-1 191,0 0 0,-1-1 0,0 1 30,-1-1 0,-1-1 0,0 0-30,0-1 0,-1-1 0,0 0-268,-6 11 1,-2-1 222,1-2 1,-2-1-46,1-2 0,-1-2 51,1 0 0,-1-1-141,1-4 0,1-2-180,0 0 0,0-2-405,2-3 1,-1-1 904,-7 4 0,-2-1 0,1-2 0,-1-1 0,-9 4 0,1 0 1</inkml:trace>
  <inkml:trace contextRef="#ctx0" brushRef="#br0" timeOffset="33512">16381 450 9871,'-9'-4'-449,"2"-1"359,0 1 90,2 1-90,0 1 90,0 0-90,0 0 90,-1 2 0,1 1 0,0 2 90,0 3 0,0 2 0,-2 5 0,0 6 89,-3 5-89,-1 11-1814,-1 5 1814,5-17 0,1 1-881,-2 1 0,1 2 881,-1 3 0,-1 2-880,0 2 0,0 0 880,-1 5 0,1 0-60,2-12 0,0 0 0,1 1 30,1-1 0,0 1 0,0 0-30,0 1 0,0-1 0,0 1 0,2 0 0,0-1 0,0 0 15,-1 11 0,3 2-537,2-2 1,1 2-1,1-3 537,1 0 0,1-2-15,0-2 0,1 1 0,3-3-236,9 7 0,2-5 116,-4-9 0,1-2-124,8 7 0,2-2-191,-6-13 1,1-4 90,2 0 0,1-2-361,2-2 0,1-2 675,1-2 0,1-1 0,-1-3 0,2-1 0,1 0 0,1-1 0,0 0 0,0 0 0</inkml:trace>
  <inkml:trace contextRef="#ctx0" brushRef="#br0" timeOffset="35711.54">6924 9722 9871,'5'9'0,"-2"0"90,-2-2-90,-1 0 0,0 0 0,1 1 90,-1 0-90,0 3 0,0-2 0,0 2 0,-1-3 0,1-1-90,0 0 90,0 1 0,0-1-180,-1 2-179,0-3 179,0 4-540,1-5-179,-1 3 899,0-4 0,0 1 0,-2-1 0</inkml:trace>
  <inkml:trace contextRef="#ctx0" brushRef="#br0" timeOffset="36287.54">6887 9721 7982,'-7'-8'0,"1"1"0,1 4 0,2 1 0,-2 1 90,-1 1-90,2 2 0,0 1 0,1 0 90,0 2-90,-1 2 0,1 1 0,-1 2 0,1 3 0,-1 7 0,2-4 0,0 6 0,2-6 90,1 0-90,1 0 0,1 0-90,0 0 90,1-2 0,1 1 0,2-3 0,0 0-3277,1-3 3162,0 0 115,1-2 0,0-1 0,4-1 0,-3-3 0,3-1 0,-4-2 0,1-1 3276,0-2-3160,4-4-116,-4-1 90,4-4-90,-6 1 0,0-1 0,-2-2 90,1-9-90,-4 4-635,-1-16 725,-3 15-90,-3-10 90,-5 0 0,-1 5-754,-5-4 664,2 11 90,-2 1-90,0 4 0,0 2 90,0 3-90,1 4 0,0 1 0,-1 3 0,0 1 0,-1 2 577,0 3-666,0 1-91,2 2-270,0 1-270,2 1 181,2 0 539,2 1 0,1 5 0,0 1 0</inkml:trace>
  <inkml:trace contextRef="#ctx0" brushRef="#br0" timeOffset="38418.54">10226 9933 8612,'-7'-7'450,"1"0"-360,4 3 90,1 0-90,0-4 0,2 3-90,1-1 90,1 0-1,0 2 1,7-5-90,-4 5 90,4-3-90,-4 5 0,0 0 0,1 1 90,1 1-90,-2 0 0,2 1 0,-3 0 90,0 1-90,0 0 0,-1 1 0,1 0 0,-1 0 0,-1 1 0,0 1 0,-2 2 0,0-2 0,-2 6 0,-1-2 0,-2 1 0,0-1 0,1-2 0,0-1 0,0 0 0,1 0-90,0-1 90,0 0 0,1-1-90,1 1 0,3-2 0,2 0 1,1-3-1,2-2-270,1-2-180,1-1 180,0-1-449,-1 0 269,-3 2 540,-2 0 0,2-1 0,-2-1 0</inkml:trace>
  <inkml:trace contextRef="#ctx0" brushRef="#br0" timeOffset="38895.54">10139 9791 8252,'-5'-9'720,"2"2"-270,0 1-1,0 2 1,0 1-270,-4 3-90,1 3 0,-2 5 0,1 3 0,0 3 0,-1 5-90,1 2-3277,-2 16 3342,3-8-65,2 7 90,3-11-90,3 1 0,0 1-575,4 3 575,0-4 0,4 0-90,1-4 0,3-2 0,10 0 0,-4-7 90,7-2-90,-8-7 2605,1-4-2605,3-3 90,1-4-190,6-4 190,-8-1 0,1-1 0,-5 2 0,0-1 118,5-3 1,1-3-119,-3-2 0,0 0-1479,-5 4 1,-1-1 1478,4-4 0,-1-2 0,-4-2 0,-1 0 98,2-10-98,-6 5 0,-2 1 90,-6-3-20,-5-6-70,-5 12 0,-5 2-1074,-3 2 1074,-5 4 0,-3 3 1887,-4 4-1797,-1 3-90,-5 4 0,0 3-2131,-4 4 2041,4 3-90,-1 2-484,6 0-236,2 1-179,6-1 1079,3 3 0,6-3 0,2 2 0</inkml:trace>
  <inkml:trace contextRef="#ctx0" brushRef="#br0" timeOffset="39728.54">14647 4553 8792,'4'-6'630,"0"0"-540,-3 12-90,0-4 0,-1 10 0,-1-3 90,0 4-90,1-2 0,0 8 0,0-7-90,-1 2 0,2-5-90,-1 0-90,0-1-270,1-1-269,0 0 719,0-1 90,1-1 0,-1-1 0,2 0 0</inkml:trace>
  <inkml:trace contextRef="#ctx0" brushRef="#br0" timeOffset="40156.54">14669 4361 8162,'-3'-7'90,"-1"1"0,0 1 90,-3-1-90,3 3-90,-4 0 90,3 2 0,-1 2-90,-1 0 90,-1 3-90,-1 3 90,-1 2-90,-1 4 90,0 4-619,1 4 529,0 2-93,3 3 182,-1 12-44,6-18 0,1 1-358,0 1 0,1-1 327,3 19-2,3-13-3,1-1-1,3-2-3,8 5-147,-3-11 144,6 3-13,-7-12 16,7-2 89,-4-5-85,3 0 4,-4-5 9,2-3 640,1-3-630,-1-3 0,-1-4-784,-2-1 767,-3-5-8,-1-1-4,-4-3-30,-2-1-3,-3 0-3,-2-3-4,-3 2 94,-4-2-87,-3 2 3,-2 2 3,-2 2-65,-2 4 481,0 5-388,0 4 5,1 6 84,-2 4-72,-2 6-172,-2 4-267,-2 5-536,1 7 581,6-1 0,1 2 1,-1 7-1,1 1 1,1-3-1,1 0 1,0-1-1</inkml:trace>
  <inkml:trace contextRef="#ctx0" brushRef="#br0" timeOffset="40778.54">14656 6455 8792,'-2'-8'989,"0"0"-359,1 4-360,-1-1 0,2 0-180,3 0 0,2 1 0,2 0-90,1 1 90,1 1-1,1 0 1,5 1 0,-3 1-90,3 1 0,-5 1 90,-1 1-90,-1 2 0,0 0 90,-2 3-90,-2 1 0,-3 1 0,-1 1 0,-4 2 0,-2 5 0,-3 2 0,-3 4-413,0 0 413,-1-1-3255,1-3 3255,2-3 0,0 4 0,2-3 0,2 0 0,4-1 0,4-9-90,2 2 90,2-5 0,2-1 0,2-1 186,2-2-186,1 0-90,1-1-179,0-1-1,0-1-540,7-3-539,-6-1 3482,3-1-2133,-7 0 0,0-3 0,0-1 0</inkml:trace>
  <inkml:trace contextRef="#ctx0" brushRef="#br0" timeOffset="41222.54">14652 6229 9781,'-7'-10'180,"-1"0"-90,0 1 180,-6-1-90,2 3-90,-5-2 90,1 5-90,-1-1 0,-2 4 0,-1 1 0,-4 4 0,-1 3 0,-6 5-1,2 6-1525,4 10 1,1 3 1435,10-9 0,1 1 30,-1 1 0,0 2 0,4-1-299,4-1 1,2 0 313,1 9 0,3 1-45,1-7 0,1 0-502,2 7 0,1 0 502,3-10 0,0-1-692,2 0 0,1-1 647,1-1 0,2 0 45,1-2 0,1 0 255,2-2 0,0-1-255,1-2 0,1 0-707,1-3 1,1 0 706,-1-2 0,2-1-45,10-1 0,2-1 127,-9-3 0,0-1-82,8-1 0,1-3 0,-2-5 0,-2-2-45,-6 1 0,-1-2 179,6-4 0,-1-1-134,-9 2 0,-2-1 0,-1-1 0,-1-1 317,-1 0 1,-1-1-318,-2-1 0,0-1 0,-3 0 0,0-1 715,-2-1 1,-1-1-716,-2 0 0,-2-1-538,-1-1 0,-2-1 583,-2 1 0,-1-1-45,-2 1 0,-2-2 115,-3 1 0,-2-1 0,-3 0-86,-1 0 1,-3 1 0,0 1 0,1-1 0,-1 0 0,-1 2-30,-1 3 0,0 2 0,1 3 0,-2 3 0,1 4 0,0 0 0,-1 2-45,1 2 0,0 2 0,0 2 1,-1 1-136,1 2 0,1 2-135,-1 2 0,1 2-399,1 1 1,1 2 6,1 1 0,2 2 720,1 1 1,0 3 0,-2 9 0,-1 2 0,0 3 0,0 0 0</inkml:trace>
  <inkml:trace contextRef="#ctx0" brushRef="#br0" timeOffset="42243.54">13736 9815 10501,'-8'-4'1439,"1"0"-1259,9 0-180,0 0 0,3 0 90,0 1-90,-1 1 0,1 0 90,0-1-90,0 2 0,1-1 0,0 2 0,0-1 90,0 1-90,0-1 0,-1 2-90,1-1 90,-2 1 0,2 2-90,-3-1 90,0 1-90,-2 5 90,-2-2 0,-1 3 0,0-3 0,0 0-90,-1-1 90,1 1 0,0-1 0,0 0 0,0-1 0,1 0 0,-1 1-90,2 1 90,0 0-90,2 0 0,-1-1 0,1-1-90,1 3 1,0-1 89,0 1-270,-1 2 270,0-3-180,-1 5 90,-1-4 90,-1 2-90,-1-2 90,-1-2-90,0 1 1,0-1-1,-2 1-180,1 0-1169,-3 0 1529,2-1 0,-2 0 0,2-3 0</inkml:trace>
  <inkml:trace contextRef="#ctx0" brushRef="#br0" timeOffset="42713.54">13687 9555 8972,'-11'-3'90,"0"0"90,0 1 809,-27 2-4266,14 4 2573,-17 0 793,23 5 688,4 1-687,1 5 45,-2 9 0,1 4-90,6-5 0,2 1 0,-6 15 0,3 2 0,10-2 0,4-1-45,-2-12 0,3 0 0,4 2 0,4 1 0,0-4 0,11 7 30,-7-13 0,4 2 0,-1-5-442,-2-6 0,1-3 412,2 4 0,1-4 0,11-7-377,-9-3 377,7-8 0,-3 1 0,-7-2 0,1-4 0,-2 0 0,0-2 0,0-1 0,0-2 0,1-8 0,-4-1 445,-6 1 0,-2 0-445,1 1 0,-2 0 0,-3-1 0,-2 2 162,-2-10-162,-5 8 0,-1-1 0,-1 8 0,-1 0-381,-2-8 0,-1 1 381,-11-7 0,-1 5 0,-7 5 0,-2 5-1618,-3 7 1618,-3 6 0,-5 7 0,19 2 0,-1 2 354,-12 5 0,-2 2-714,-1 3 0,0 1-180,1 1 1,1 0-570,4 1 1,3 0 703,10-4 1,1 0 404,-14 13 0,11-8 0,-1 1 0,0 1 0,0 0 0</inkml:trace>
  <inkml:trace contextRef="#ctx0" brushRef="#br0" timeOffset="43012.54">12253 10148 8432,'7'-8'-1619,"0"2"1619,-3 2 0,4-1 0,-1 0 0</inkml:trace>
  <inkml:trace contextRef="#ctx0" brushRef="#br0" timeOffset="44626.54">16790 6543 8162,'-6'-5'900,"-1"0"-720,3 2 180,1-1-1,0 0 1,2-1-270,1-2 0,1 1 0,2 0 90,4-1-90,-1 2 0,4-2-90,-1 4 90,0 0 0,1 0-90,0 1 90,1 2-90,0 0 0,0 2 0,-1 1 0,4 5 0,-4 0 0,1 4-90,-6-2 90,-2 1 0,-1 0-90,-3 2 90,-1 1 0,-3 2-90,-9 14 90,-4 1-556,0 2 466,1-7 90,9-13 0,2-2 0,1-1 0,0 3-90,3-4 90,0 3 556,2-5-556,1-1 0,1 0 0,1 0 0,0-1 0,1 1 0,0-1-90,0 1 90,1-1 0,-2 1 0,0 0-90,-1 1 90,-1-1-90,-2 5 90,-3-3-90,-1 3 90,-1-2-180,-3 3-90,-1-1 0,1 1-449,-1-3-271,6-4 990,-1 0 0,4-4 0,0 0 0</inkml:trace>
  <inkml:trace contextRef="#ctx0" brushRef="#br0" timeOffset="45120.54">16754 6418 8792,'-8'-7'180,"0"-1"-90,0 1-90,0 0 90,-1 1 0,-1 2 0,-1 0-90,-2 2 90,0 2 0,-2 1 0,-3 4-90,-1 3 89,-3 4 1,-7 17-1603,9-5 1558,6-4 0,2 1-45,0 14 45,6-14 0,0 0-45,2 1 0,0 1 0,1 0 0,1 1 45,0 0 0,2 0-45,0 0 0,1 0 45,1 0 0,1 0-45,1-1 0,0 0 0,1-1 0,1-1 0,1 1 0,1-1 0,0-1 0,2-2 90,11 17-380,3-4 290,3-6 0,1-5-801,1-4 801,0-6 90,1-4-90,-8-4 0,1-4-1265,4-3 1,-1-3 1219,-1 1 0,1-1 90,6-11 0,-2-2-170,-13 7 0,-1-2 125,4-6 0,-1-2-138,-6 6 1,-1-1 137,2-14 0,-1 0 0,-4 7 0,0-1-31,2-9 1,-2-2 30,-5-2 0,-2 1 45,-1 8 0,-1 0-45,-2-10 0,-2 2 45,0 11 0,-3 2 606,0 1 1,-1 0-652,-2 0 0,-1 2 45,0 2 0,-2 0 0,-8-5 0,-3 1-539,-3 3 0,-1 2 494,-1 1 0,1 1 0,0 6 0,1 3-167,-9 3-13,3 4-270,1 5-359,3 2-271,3 3 361,5 1 862,5 2 1,1 3 0,1 1 0</inkml:trace>
  <inkml:trace contextRef="#ctx0" brushRef="#br1" timeOffset="45880.54">16882 4929 11754,'-3'0'1054,"0"-1"-812,-2 13 176,2-3-3695,-1 2 2700,1 1 1599,-1 2-970,0-1 230,1 1-160,-2 6-247,1 1-180,0-3 30,2-1 20,1-10-6,0-1-8,0-1 3411,1 1-3418,0-2 190,5-3-45,-2-2 149,4-4 152,-5 3-23,3-3 35,-2 2-13,2-1 39,-1 2 26,1-1-68,0 1-84,0 0-132,3-1-9,0 1-22,1-1-16,-1 1 5,-1 1-22,0-1-66,-1 1-162,1-1 171,-1 1-57,0 0 0,0-1 23,-1 0 5,0-1 32,-1 0 198,-1-1-4,-1 1-6,1 0 88,-1-2-113,-1 1-7,-2 13-31,1-2-13,-1 12-6,1-6-2,3 7 0,0-5 2,1 4 17,1-1-91,-1-5-76,2 2-358,-1-4 83,0-4-1534,-1 0 2015,1-6 1,-3 1 0,0-3-1</inkml:trace>
  <inkml:trace contextRef="#ctx0" brushRef="#br0" timeOffset="46279.54">16944 4612 8972,'-7'-7'0,"0"2"90,2 5 0,-2 2 0,-1 2 0,-2 3 0,-4 3 179,-12 17-179,3-2-491,7-6 0,1 1 491,-7 14-45,11-17 0,1 3 43,-2 6 1,-2 5 0,3-3-4,-1 1 1,2 0-364,-1 0 1,-1 3 0,3-1 357,2 4 1,2-3-50,2-7 1,0 0 42,2 7 0,0 0-21,6 8 80,4 1-184,4-5-5,6-4-1067,2-3 1144,3-6-45,-6-11 1,1-2-4,12 2 22,-10-6 0,0-2 106,11-4-66,2-5 19,2-6 24,2-4-1237,-19 6 1,-1-1 1150,0-1 0,0-2-8,7-8 0,-1-3-120,-1-5 1,-1-3 108,1 1 0,-3-1-8,-3-3 0,-4 0-300,-5 9 0,-3 0 290,0-1 0,-3-1-5,0 0 0,-2 0 50,-2 1 0,-3-1 0,0 1 0,-2 0 0,-4-1 0,-2 1-116,-2 1 0,-1 1 116,-1 2 0,-2 1-45,-2 3 0,-1 2 0,-2 2 0,-3 2-105,-5 5 0,-5 3 0,1 1-120,-3 0 0,-2 4-270,6 3 1,-3 2-1,0 2 1,4 1 539,-3 5 0,2 4 0,2 0 0,-2 2 0,2 1 0,9-4 0,1 0 0,-1 0 0</inkml:trace>
  <inkml:trace contextRef="#ctx0" brushRef="#br0" timeOffset="47854.54">17134 9767 8522,'-2'-8'1080,"-1"0"-451,2 4-629,-3 9 90,2-1-90,-5 14 90,3-5-90,-2 4 0,2-5 90,-1 2-90,0-1 0,0 1 0,-1-1 0,2-1 0,0-2 0,0 0 0,1-2-90,0 2 0,1-4-90,1 1 90,8-8 0,-2 0 0,4-4 0,-2 1-89,3-2 89,-1 2 0,2-1 0,-4 1 90,1 2-90,-2-1 90,0 2-90,2-1 0,-2 1 0,1 0 90,0 2 0,-3-1-90,2 1 90,-1-1 0,0 1 0,1-2-90,-2 1 90,2-4 0,-3 1 0,2-2 0,-3 1 90,0 1-90,1-2 90,-2 1 0,1-1-90,0 2 90,-2 12-90,1-4 0,-2 11 0,1-6 0,-1 2 0,1 2 0,-1 0 90,0 1-90,1 1 0,0-3-90,0 1 0,1-2-180,0-2-90,-1 0-449,2-3 719,-1-1 90,1-3 0,0-1 0,-1-2 0</inkml:trace>
  <inkml:trace contextRef="#ctx0" brushRef="#br0" timeOffset="48285.54">17108 9559 8612,'-17'-1'270,"3"2"-180,-1 2 90,2 1-90,-1 2 0,-4 2 0,0 3-486,-3 2 486,1 3 0,1 3-90,-2 4-1414,2 4 1503,0 5 1,3 3-90,2 2 90,8-9 0,1 1-207,1-8 1,2 2 161,2 18 0,2-1-45,1-16 0,1 0-666,3 8 0,2 0 621,-1-11 0,1-1 0,0-1 0,2-1-411,6 5 0,3-2 411,-6-6 0,3 0-692,12 3 0,3-3 647,5-3 45,-11-8 0,1-2 151,12-5-151,-9-3 0,0-2 0,-7 1 0,0-2 59,7-2 0,-2-2 31,-10 2 0,-1 0-45,15-14 90,-3-5 0,-4-2-1084,-4-4 1039,-13 17 0,0-1 0,-2-1 0,-1-1 418,-1-1 1,-1 0-419,-1-1 0,-2-1 0,0 1 0,-2-2-386,-4-5 0,-1-3 1,-1 1 385,-2-1 0,0 0-16,0 2 1,-1-2 0,-1 3 17,-1 3 1,-1 4-48,1 3 0,-1 1 45,-2 1 0,0 1 0,-1 2 0,-1 1-45,-1 2 0,0 0 0,-1 4 0,-1 0 0,0 3 0,-1 1-45,0 2 0,0 2-45,-1 3 0,1 1 0,0 2 1,0 2-811,-7 8 1,0 2 359,9-4 0,0 2 540,-4 4 0,1 3 0,5 0 0,1 2 0,0 1 0,0 0 0</inkml:trace>
  <inkml:trace contextRef="#ctx0" brushRef="#br0" timeOffset="64676.54">19679 2551 6993,'2'-11'450,"-1"1"-90,1-2-181,-1 5 91,0-3-90,1 2 90,-1 1 0,-1 0 0,1-1-90,-1 1 89,0 0-89,0 0 0,0 1 0,0 0 90,-1 0 0,1 0 0,0 0-180,3 9 0,0 2-90,3 15 90,1 5-1157,0 2 1,0 2 1066,-1-5 0,-1 1 45,4 12 0,-1 0-45,-2-7 0,-1-1-1054,1 5 0,0 1 1054,0 1 0,1 0 0,-1 3 0,1 1 45,0-1 0,0 0-45,0-1 0,0 2-643,-1-8 0,0 1 1,-1-1 687,2 6 0,0-2-45,-2-7 0,0 1 0,0-2-346,1 2 1,-1-3 390,0 1 0,1-1-45,-1 0 0,-1-1 0,1-1 0,0-1 0,-1-1 0,0 0 0,3 16 90,-2-5-90,0-5 0,1-1 977,-2-7-977,1-1 1544,-3-13-1634,-1-2 2789,2-10-2878,-3-2-1,1-11-90,-3-4 955,1-6-1044,-2-10-623,1 17 0,0-1 757,-1-3 0,1 0-405,-1-2 1,-1 1 134,1-2 0,-1-1 209,0 1 0,-1-3 0,0 3 0,0-3 0,-1 1 0,0-3 0,0 0 0,0 1 0</inkml:trace>
  <inkml:trace contextRef="#ctx0" brushRef="#br0" timeOffset="65323.54">19659 2526 8882,'-8'-21'-720,"1"1"540,0-1 90,1 2 1,-1 0-1,3 4 0,0 1 90,-1-1-90,1 4 90,0 0 0,1 0 0,1 5 0,-1-2 90,2 3 0,0 0-90,-1 0 179,1 1-89,-1-1 90,0 2-90,0-2 90,0 1-90,0-2 0,0 1 0,0 1 90,1-2-180,-2 10 0,1-2 0,-1 8 0,2-1 0,-1 2 0,0 2 90,-1 2-90,0 3 0,-1 11 0,-1-2 0,0 5 0,2-9 0,0-2 0,0-2 90,0 3-90,-1-1 0,1-2 90,1-5-90,0-6 90,1-1 90,-1-2-90,3-18-90,1 2 0,3-19 0,0 9 0,1 0 0,6-18-301,-5 14 1,1-2 300,1 2 0,0 2 0,3-12 0,-4 14 0,0 1 0,1-2 0,0-2 0,-3 9 0,1 0 0,-3 8 0,1 2 0,-1 2 0,5 5 0,-2 2 0,4 5 0,0 5 511,2 4-511,1 5 0,0 2-455,-1-3 0,0 0 455,8 11 0,-6-11 0,0 1 0,6 7 0,-2-3 0,1-2 0,-1-5-180,0 1-990,7 2 451,-6-7 62,4 0 657,-11-10 0,4-3 0,0 0 0</inkml:trace>
  <inkml:trace contextRef="#ctx0" brushRef="#br0" timeOffset="65970.53">19909 4025 8252,'6'-5'720,"-2"-1"-360,-2 1-1,-1-1 1,0 0-180,-2 0 90,-1 0-180,-1 1-90,-2 2 90,0 1 0,-2 2 0,-1 1-90,-2 1 90,-8 5 0,-6 4-19,-3 3 1,-7 6 0,-3 2 0,1 0 0,4-2-566,-2-1 1,3-2-1,-4 3 494,3-1 0,-4 4 0,-3 2 0,2-1 0,2-2 0,7-3 45,-4 3 0,3-1-45,-1 0 0,-2 2 0,3-1 0,4-3 0,1-1 0,-4 3 0,1 0 45,9-7 0,1 0-45,1-1 0,-1 0 0,-12 12 45,11-11 0,1 0-45,-8 6 0,-3 4-90,3-5-90,11-6-809,-11 5-1889,17-14 2878,-3-1 0,8-3 0,2-3 0</inkml:trace>
  <inkml:trace contextRef="#ctx0" brushRef="#br0" timeOffset="66384.53">18992 4361 9242,'1'-10'90,"-1"2"90,1 0 359,0 0-269,0 2-180,-12 14 0,1 2-90,-11 17 0,3-1-1151,-1 2 1151,-2 3 0,0 2 45,6-8 0,1 2-45,3-7 0,1 1 0,-3 6 0,1 0-2981,-1 8 3071,2-1-170,6-7 0,2 1 80,1 1 0,5 0 0,4-4 90,5-12-90,11 3 0,-3-14 0,5-2-102,4-3 102,3-2 69,4-3-159,1-1-180,-13 2 0,0 0-359,12-5 44,-14 4 0,-2 1-404,5-3 989,-3 0 0,0 1 0,-1 0 0</inkml:trace>
  <inkml:trace contextRef="#ctx0" brushRef="#br0" timeOffset="66932.53">19968 3973 9242,'2'-6'180,"-1"0"0,1 2-91,3 4-3366,0 1 2393,3 7 1320,2 4-347,3 5-2216,4 6 2216,2 7-89,4 5-262,-12-16 0,0 2 262,1-1 0,0 1 45,1 4 0,0 1 327,-1-2 0,0 0-327,0 3 0,1 0-544,-1 1 0,0 1 544,0 1 0,-1 1-45,2 2 0,0 0 45,0 1 0,0 0-45,-1-5 0,0 0 0,0 3 0,0 0-132,0-2 1,-1 0 175,2 2 1,0 1-45,-1-3 0,-1-1 0,1-1 0,-1 0 0,0-3 0,-1-1 0,0 0 0,1 0 0,-1-2 0,0 1-266,4 7 1,1-1 310,-4-8 0,-1 0-45,3 3 0,0-1 636,2 4-636,-1-8 1476,-3-4-1566,-2-3 1121,-2-3-1301,0-4 3084,-2-1-4344,-1-2 1712,0-3 1,-3-7 0,-1-3 0</inkml:trace>
  <inkml:trace contextRef="#ctx0" brushRef="#br0" timeOffset="67393.53">20659 4974 9062,'1'-6'629,"0"0"-359,1 1 180,-2 1-90,2-3 539,-2 3-4176,4 10 3342,-1 2-65,1 13-985,2 17 985,-2-5 45,-1-9 0,0 1-45,2 16 45,-2-20 0,-1 0-45,0 3 0,0 0 45,0 0 0,0 1-45,-1-1 0,1 1 0,-1-3 0,0-1 44,0 0 1,1 0-45,-1 4 0,0-1 0,1 10 90,-1 6-90,0-20 0,-1 2 0,0-7-1792,0 0 1792,-1-7 1882,0-2-1882,-1-2 1166,-4-4-1076,-1-3-90,-3-4 0,-4-4 0,-1-2 0,-4-3 0,-2 0 2583,-1 0-2583,-1 0 0,-2 1 0,-2 1 0,1 2 0,0 1 0,2 2 0,3 1-180,3 1-90,3 3-809,-1-2-630,6 3-180,-1-2 2091,7 1 0,-1-5 0,1-2 1</inkml:trace>
  <inkml:trace contextRef="#ctx0" brushRef="#br0" timeOffset="68029.53">20062 3872 9602,'3'7'-90,"0"-2"269,-1-1 1,1-1 0,0 0 0,1-1 90,2 0-90,2-2 0,4 0-90,7-3 90,8-4 0,8-3-1819,-14 3 1,1 0 1670,2-1 0,0 0 13,5 0 0,1-1-575,0-2 1,3 0 589,1 0 0,3-1 0,-1 0-30,-8 2 0,-1 0 0,1 0-660,9-2 1,2 0 0,-2 0 659,-9 3 0,-2 0 0,0 1-30,14-4 0,0 0-169,-2 1 1,1 0 168,-7 2 0,1 0 0,-1 1 45,2 0 0,0 0-45,-2 0 0,1 0 0,-4 2 0,-6 1 0,-3 0 45,5 0 0,-2 1-45,-2-1 0,-3 2 0,-6 0 1461,0 0-1731,-7 1 977,-6-1-1427,-2 2 1625,-6 0-2435,4 0 1804,0 0 1,-3-1 0,0-2 0</inkml:trace>
  <inkml:trace contextRef="#ctx0" brushRef="#br0" timeOffset="68388.53">21208 3382 9961,'-5'-6'180,"0"-1"90,3 4-90,-1-1 180,1 1-360,6 5 90,0-1-90,9 6 90,-2 0-90,5 1 0,3 2 90,3 1-90,1-1 0,1 1 90,1-1-90,0 0 0,-2-2 0,-1 1 0,-3-2 89,-4-1-89,-2-1 0,-4-1 0,0 0 0,-2 0 0,-1 0 0,-3 1 0,-9 5 0,-5 1 0,-12 9-1496,-6 2 1496,11-10 0,-1 1 0,-3 2 0,-1 1 0,2-1 0,0-1 0,-4 5 0,0 1 0,4-4 0,1 1 0,-1 1 0,0 1-619,-2 5 1,-1 0-911,3 1 0,0 0 1529,2-3 0,1 1 0,3-2 0,2-1 0,-2 5 0</inkml:trace>
  <inkml:trace contextRef="#ctx0" brushRef="#br0" timeOffset="71463.53">14283 7342 0,'-32'23'0,"0"0"0,0 0 0,1 1 0,-1-1 0,0 0 0,0 0 0,0 1 0,0-1 0,1 0 0,-1 1 0,0-1 0,0 0 0,0 1 0,0-1 0,0 1 0,1 0 0,-1-1 0,1 1 0,-1 0 0,1 0 0,0 0 0,-1 0 0,1 0 0,0 0 0,0 0 0,-1 0 0,1 0 0,0 0 0,-1 1 0,1-1 0,0 0 0,-1 0 0,1 1 0,0-1 0,0 0 0,0 1 0,0-1 0,0 0 0,-1 1 0,1-1 0,0 1 0,0-1 0,0 0 0,0 1 0</inkml:trace>
  <inkml:trace contextRef="#ctx0" brushRef="#br2" timeOffset="78468.53">19939 3773 7982,'5'7'0,"-2"-1"-90,-1-1 90,-1 0 0,-1-1 0,1 2 0,0-1 0,-1 0 90,1 1-90,0-1 90,-1 0-90,0 0 90,1 0 450,-2 0 1709,2 0-2159,3-7 90,-2 1-90,4-7-90,-3 4 89,2-2 1,3-4 90,6-7-90,2-1 0,4-5 0,-3 4 0,3-4-1696,-5 4 0,0-1 1651,-2 3 0,-1 0 0,6-7 0,-1 0-45,-4 4 0,0 1 45,1-5 0,1 0-909,1-2 1,0 0 908,2-3 0,-1 0-893,2-1 0,0 0 848,0 0 0,0 0 45,1-1 0,0 0-278,0 0 1,-1 0 232,1 1 0,0 0 0,-1-1 0,1 2 392,0 1 1,1-1-363,-2 3 0,1-1 0,0 1-147,3-5 0,1 2 147,-4 3 0,1-1 0,-1 2 15,1-2 0,0 2 307,1-1 0,-1 1-307,0 0 0,0 0 0,1 0 0,-1 0-45,0 2 0,1-2 60,-3 3 0,0 0 0,1 0-392,3-5 0,1 0 362,-5 5 0,1-1 0,-1 1-30,4-5 0,-2 2 45,0 0 0,1 0-45,-1 0 0,1 1 0,-3 2 0,0 0 45,0 1 0,-1 1 154,-1 2 1,0 0-200,-1 1 0,1 0 0,-1 1 0,-1 0 45,0 1 0,0 1 45,3-5 0,-1 1 0,8-6 1231,1-5-1141,-12 15-90,-3 1 1355,-1 3-1355,-2 0 0,0 1 0,-1 1 2443,0 0-2533,-1 0 619,0 1-529,0 0 677,1 1-767,-2-2 90,1 2-37,2-3-53,-2 3 90,0-1-90,0 2 0,-2 1 0,0 0 90,0 1-90,-2 1 0,1-2 0,0 2 90,0-1 0,-1-1-540,1 1-179,-5-1-91,-1 2-89,-4 1 269,-1 1-629,-2 1-2108,0 0 3196,1 0 1,0-1 0,3 0 0</inkml:trace>
  <inkml:trace contextRef="#ctx0" brushRef="#br2" timeOffset="78963.53">21481 1695 9781,'-9'-2'-449,"0"-1"359,4 1 0,1 1 90,-2-2 90,0 0 0,0 1 90,1-1 179,0 2 181,-1-2-270,0 2 180,0-2 89,2 2-449,9-1 0,-2 1-90,9 1 90,-3-3 0,3 2-90,1-2 90,3 0-3367,17-4 3252,-8 0 25,13-2 90,-15 3-90,4-1 0,-9 3 180,6-2-90,-12 2 0,1 2 0,-5 0 3186,-1 1-2980,-2-1-206,0 1 179,-1 0-89,2 1-90,-1-1 0,0 3 0,-2 0-90,-3 4 90,-3 2-90,-1 4 90,-4 6-90,-4 7 180,-3 7-1847,-5 5 1667,10-19 0,0 1 45,-1 0 0,0 0-608,0 0 0,1 0 608,-1-1 0,0 1-45,-10 15 90,2-4-90,3-4 0,2-3-90,3-3-180,1-3-270,3-3-179,2-4-631,1-1 1056,2-2 294,1-2 0,1-3 0,1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5:49.56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8858 3598 6378,'32'4'-45,"0"1"0,-2-3 0,4 0 0,0 0 0,1-1 0,0 0 0,1-1 1</inkml:trace>
  <inkml:trace contextRef="#ctx0" brushRef="#br0" timeOffset="1937">7143 3925 6903,'-11'-8'-90,"0"-1"90,2 3 0,1-1 0,0 1 0,2 2 90,1-2-90,-2 2 90,1-1 0,-2-1 0,2 1 0,-2 0-90,3 1 90,0 1 0,1-1 0,0 2 0,0-1 90,-2 0-180,2 0 89,-3 0 1,3 1-90,9 1 0,-2 1 0,8 1 0,-3 0 0,2-1 0,2 1 0,3-1 0,13 1 90,0-1-90,0 1 0,3 0 0,10-1-1146,-10 0 1,1 1 1145,-8-1 0,0 1 0,3-1 0,0 1-284,2 0 0,0 0 284,1 0 0,1 1 45,0-1 0,1 0-1137,0 0 0,1 1 1092,4 0 0,1 1 0,-1-1 0,3 1-223,-10-1 0,3-1 0,0 1 0,-2 0 223,2 0 0,-2 1 0,2-1-30,0-1 0,0 1 0,1 0 0,-2-1 30,0 1 0,-2 0 0,3 0-264,1 0 0,2-1 0,2 0 0,0 1 286,2-1 1,1 0-1,1 0 1,0 0-5,-8 0 0,0 0 0,0 0 0,0 0 0,0-1-27,0 1 0,1-1 1,-1 1-1,0-1 0,-2 0 69,11 1 0,-2-1 0,0 1-136,-10-1 0,1 0 0,0 1 0,0-1 98,0 1 1,1-1-1,-1 1 1,0 0-38,0 0 0,0 0 1,1 1-1,-1-1 60,0 0 0,0 1 0,0-1 0,1 0 43,-1 1 0,1 0 0,0-1 1,-1 1-45,1 0 1,0 0 0,0 0 0,0 0-23,0 0 1,0-1 0,0 1-1,1-1 0,-1 1 1,1 0 0,-1 0-1,1-1 0,0 1 1,-1-1 0,1 0-1,1 0 0,2 1 1,2-1 0,0 1-1,-1-1 0,-3 0 1,0 1-1,0-1 1,1 0-1,2 1 1,0-1-1,1 1 1,-1 0-78,0 0 1,0 0 0,0 0 0,-1 0 54,-2-1 0,0 0 0,-1 0 0,1 1 18,-2 0 0,1-1 0,-1 1 0,1 0 0,-1 0 4,6 0 1,0-1 0,-1 1-1,0 0-22,0 0 0,0 1 0,0-1 0,-1 0 0,1 1 0,-1-1 0,0 0 0,-1 0 22,-3 1 1,-1-1 0,0 0-1,1 0-22,4 0 0,0 0 0,1 0 0,-1 0 22,-3 0 1,0 0-1,0 0 1,1 0-23,-2 0 0,0 0 0,2-1 0,-2 1 0,0 0 0,2 0 0,-1-1 0,-1 1 0,1 0 0,4-1 0,0 1 0,0-1 0,-1 1 0,-3-1 0,-1 0 0,1 1 0,0-1 0,4 0 0,0 1 0,1-1 0,-1 0 94,-3 0 1,0 0-1,1-1 1,-1 1-73,4 0 1,0 1-1,0-1 1,-1 0-23,-4 0 0,0 0 0,0-1 0,1 1 0,3 0 0,1 1 0,0-1 0,-1 0 0,-2 0 0,-1 0 0,-1 1 0,2-1 0,2 0 0,0 0 0,1 0 0,-2 0 0,-2 0 0,-1 0 0,-1 0 0,1 1 0,0-1 0,0 0 0,0 0 0,0 0-23,0 0 0,0 0 0,-1 0 0,1 0 23,-1 0 0,0 0 0,0 0 0,3 1 0,0-1 0,3 0 0,2 0 0,-2 0 0,-1 0 0,0 0 0,-2-1 0,0 1 0,2 0 0,0 0 0,1 0 0,2 0 0,-2 0 0,-2 0 0,-3 0 0,-1 0 0,-1-1 0,1 1-23,-1 0 1,0 0 0,1 0-1,2 0 23,1-1 0,2 1 0,1 0 0,0 0 0,-3-1 0,2 1 0,-3 0 0,1 0 0,2-1-58,-1 1 1,2 0 0,1-1 0,-2 1 0,-1-1 57,-2 1 0,-3-1 0,1 1 0,-1-1 0,1 0 0,1 1 0,-1-1 0,0 0 0,0 1 0,0-1 0,0 0 0,0 1 69,0-1 0,0 0 1,-1 0-1,1 0-69,0 0 0,0 1 0,-1-1 0,1 0 0,-1 0 0,0 0 0,1 0 0,-1 0 0,0 0 0,0 0 0,0-1 0,0 1 0,0 0 0,-1-1 0,0 1 0,1 0 0,9-1 0,1 1 0,-1 0 0,0-1 0,-1 0 0,0 1 141,0 0 1,0 0 0,-1-1-142,0 1 0,0-1 0,-1 1 0,0 0 0,0 0 0,0 0-110,-1 0 1,0 0 0,0 0 109,-1 1 0,0-1 0,0 1 0,-1-1 0,0 0 0,-1 1 0,0-1 0,-1 0 0,0 1 0,-1 0 0,0-1 0,-1 1 30,0-1 0,0 1 0,0-1-155,7 1 1,0 0-1,-1-1 125,-7 1 0,-2-1 0,1 1 0,4-1 0,2 1 0,-3-1 0,3 1 0,-1-1 100,0 1 1,0-1-101,0 0 0,-1 0 334,0 0 0,-1 1-334,0-1 0,0 0 340,-2 0 0,1 0-340,-1-1 0,-1 1 0,-1 0 0,0 0 0,-1 0 0,0 0 0,-1-1 0,-1 1 0,-2 0 0,0 0 45,6-1 0,0 1-45,10-1 0,-16 0 0,0 1 1636,2-1-1636,-5 0 0,-3 1 1893,-4 0-1893,-1-1 1092,-3 0-1092,0 1 1744,-2-1-1654,-1 1 98,0 0-2797,-1 0 1890,-7 3 719,-1 0 0,-13 3 0,-1-1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7:37.341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7747 5907 5734,'-7'-4'47,"1"0"-4,2 2 47,0 0-90,7 6 45,23 4 0,10 0-45,-12-1 0,2-1 0,1-1 0,6 1 0,0-2 0,-3 0 0,7-1 0,-3-1 0,2 0 0,-2-1 0,-10-1 0,-4-1 0,-7 1 0,0-1 0</inkml:trace>
  <inkml:trace contextRef="#ctx0" brushRef="#br0" timeOffset="300">7866 6063 5824,'4'5'90,"0"1"-90,-6 9 0,-1 2 0,-1 3 30,-1 4 0,-1 3 0,1-2-1669,-1 7 1,-1-1 1313,2-7 0,-1 2 0,0 1 578,-2 4 0,0 2 0,1-5-253,1-6 0,1-1-585,-2 7 0,-1 3 1,2-8 583,3-7 1,-1 6 0,4-5 0,-1 5 0</inkml:trace>
  <inkml:trace contextRef="#ctx0" brushRef="#br0" timeOffset="1317">7949 6524 5823,'2'-5'1,"2"0"-1,-1 3 0,2 1 0,1 0 90,29-5-90,-17 2 0,2 0 0,0-1 0,13-10 0,-8-5 0,-9 7 0,0-1 0,-1-9 0,-13 3 0,-2 1 0,-3 3 0,-4-15 0,-17 23 0,-5 20-3277,-3-3 3274,17 3 0,3 2 3,-1 5-1153,6 4 1,2 2 1152,0-1-29,1-2 1,4 1 28,8-5 0,4-2-269,6 2 269,-4-3 0,0-2 0,6-9 0,-3-3 0,1-3 434,2-7 1,5-4 0,-2-4-435,-3-2 0,-2-4 0,1 1 0,5 2 0,1 1 0,-3-2-652,0-11 0,-7 4 652,-9 16 831,-8 17-831,0 3 0,-6 11 0,3-4-416,-5 9 1,0 2 415,1-4 0,-4 11 0,1-2 0,7-17 0,16-29 0,-2-2 623,7-12 0,4-8 0,-2 5-623,-8 14 0,0 1 0,3-5 0,1-3 0,-2 6 653,-1 6-653,0 12 0,-5 4 0,-1 6 3276,-4 20-3160,-1-17-1070,-1 17 954,1-22 0,0-1 0,0 1 0,2-2 0,4-4 0,9-15 0,3-5-1538,-4 6 0,0 0 1538,6-9 0,1 0 0,-5 8 0,1 3-750,7 5 750,-1 1 0,-6 13 0,-12 16 0,-3 3-1134,1-2 1134,-2 5 0,0-1 0,-2-7 1134,-1 12-1134,2-5 0,-1 2 1298,1-12-1298,4-8 0,2-11 0,2 0 0</inkml:trace>
  <inkml:trace contextRef="#ctx0" brushRef="#br0" timeOffset="1617">8882 6313 5773,'0'-10'141,"-1"3"-51,-1-3 0,0 6 89,-1 8-179,1 2 0,-1 10 30,-2 9 0,-1 7 0,0-1 15,-1 1 0,0 0-1138,-1 3 1,1 2 0,-1-3 605,1-4 0,0-3 181,2-7 0,1-2 306,-6 18-795,3-3 0,-1 0 795,1-1 0,1-5 0,1-3 0,3-14 0,0-2 0,0-14 0,0-3 0</inkml:trace>
  <inkml:trace contextRef="#ctx0" brushRef="#br0" timeOffset="1937">8758 6352 5824,'3'-9'-12,"5"-2"-965,-2 4 980,4 1 318,27 4-321,-9 4 0,-5 2 0,5 2 0,-3 1-1532,-3 3 1,-2 1 1531,5 1 0,-3 0 0,-2 7 0,-14-9 0,-12 23 0,1-17 0,-12 6 0,-5-2 0,-5-7 0,6-4 0,2-1 336,-2-3-336,5-4 0,11-4 0,-1-2 0</inkml:trace>
  <inkml:trace contextRef="#ctx0" brushRef="#br0" timeOffset="2233">9292 6118 4303,'-6'-34'180,"3"14"-90,1-4-90,3 22 689,4 13-689,-2 12 0,-3 11 0,1-5-1639,0-8 1,-1 0 1492,0 13 1,0 6 0,0-4 100,-2-7 0,0-3-598,0 6 1,1 0 642,-1-8 0,2-1 42,0 12 0,3-19 1,0 0-1</inkml:trace>
  <inkml:trace contextRef="#ctx0" brushRef="#br0" timeOffset="2917">9568 6423 5824,'3'-9'90,"0"1"0,-3 3 89,-2-2-89,-11 0 0,-1 6-657,-7 2 567,4 7-1330,3 1 1330,0 1-1382,-1 4 1,0 0 1291,2-1-1523,-11 13 1613,20-19 0,4 5 0,3-6 343,5 1-343,4-9 0,14-16 0,-12 7 1089,2-3 1,-2 2-1090,-4 8 0,3-4 3276,-5 17-3160,9 19-116,-6-10-45,10 3 0,1-3 45,-6-10 0,4 0 0,1-6 0,10-23 0,-14 4 0,0-4 0,0-1-106,-1 0 0,0 0 0,-1-4 106,0-4 0,0-6 0,1-3 0,-2 3 0,-3 4-1093,-1 6 1,-1 2 0,-1-2 1089,2-6 1,1-5-1,-1 3 1,-4 9-1,-1 6 0,-7 34 1,-3 9 1,0 5-1098,-1 1 0,0 1 1099,-1 5 0,0 0-1,3-10 0,1-1 1,-1 0-5,0 5 0,1 0 5,0 3 0,0 2 0,2-2 0,0-4 0,2-3 0,0 0 0,2-3 0,5 0 0,9-24 0,-3-7 0,6-13 0</inkml:trace>
  <inkml:trace contextRef="#ctx0" brushRef="#br0" timeOffset="3133">9861 6244 5753,'6'5'71,"5"-1"-71,1-3 45,7-1 0,2-1-45,9 0 0,-4-2 0,4 0 0,-2 0 0,-8 0 0,0 1 0,11-3 0,0 0 0</inkml:trace>
  <inkml:trace contextRef="#ctx0" brushRef="#br0" timeOffset="3533">10263 6392 5914,'15'0'180,"8"-2"-180,-2-1-3277,5-2 3253,-10 2-1111,6-8 1,2-1 1134,-1-3 408,0 3 0,-2-5-453,-10-5 0,-6-1-45,-18-10 90,13 11 0,-4 6 0,-15 16 0,-9 11 0,4 3 0,7 8 0,3 4 0,-4-2 0,-2 2 0,5 0 601,7 0 0,7 1-601,8 7 0,5-2 0,-2-15 0,2-1 0,3 9 0,1-3 0,9-5 1089,-1-12 1,6-3 0,-2-2-1090,0-3 0,0-2 0,7 0 0,3-1 0,-3-2 0,-2-9 0,0 1 0</inkml:trace>
  <inkml:trace contextRef="#ctx0" brushRef="#br0" timeOffset="3716">11168 6394 6453,'6'5'90,"1"-1"-90,-4 10 0,-9-6 0,-2 9 0</inkml:trace>
  <inkml:trace contextRef="#ctx0" brushRef="#br1" timeOffset="11916">15498 4917 8625,'8'-8'585,"-1"2"667,15-7-955,-5 5-242,0 0 0,2 0 94,12-2-161,-7 4 0,1 1-2302,5-2 2422,-11 3 0,1 2 23,9 8-597,-17-1 39,6 15 148,-25 0 1,-8 3 229,1-1 0,-3 2 0,0-1-858,2-1 0,-1 0 1,1-1 895,-2 0 1,1 0 0,0-2 301,-2 2 1,3-2-263,0 0 131,3 4 14,24-28 123,13-11 1,5-6-905,-8 5 1,1-2 0,-1 1 647,2-2 1,0 1 0,-1 0-11,-3 1 1,0 1 0,-2 2 3,-3 1 1,-1 1 189,5-5 1,2-1 0,-2 2-152,6-6 0,-1-2 1,-4 10-129,-16 18-463,-7 14 188,-3 12 2391,-4 2-2190,1 2 1,0 0 3254,3-7-3322,1 10 1,4-2-3083,6-16 2173,3 10 988,0-22-8,2-5 172,2-2 1,4-2 0,1-2 0</inkml:trace>
  <inkml:trace contextRef="#ctx0" brushRef="#br1" timeOffset="12166">16264 5056 9653,'6'2'-399,"-3"3"-521,-14 18 944,-3 3 1,4-10 1,1 0 21,-6 9-22,2-8 0,1-2 37,1-1-92,-9 11 0,13-15 1,0 0-1</inkml:trace>
  <inkml:trace contextRef="#ctx0" brushRef="#br0" timeOffset="12901">16536 4962 5824,'3'-12'0,"-1"1"0,1 1-582,-1 2 672,-1 1 280,3-7-370,-2 6 299,1-4-76,-2 14-214,-2 7 173,-2 17-79,-2 2-48,2-10 0,0 2 51,-1 10-57,3-11 1,1 0-1395,0 1 1296,3 4 14,17-14 43,-8-7 27,15 0-614,-14-9 654,2-4 0,1-3-14,3-5 1,0-2 0,0 1 1,0 0-2,2-8 0,-3 3 63,-6 7 1448,1 16-1631,-13 21 0,-4 10 29,2-4 1,-1 3-791,-1 1 1,-1 5 0,1 0 0,0-5 749,-1 1 0,1-1 42,1 1 1,-1 5-1,1 0 1,0-6-957,1-3 1,-1-2 889,1 8 0,0-4-90,-3 1 164,-16-21-1001,7-6 1021,-15 1 0,-3-11 613,-3-3-613,9 1 0,1 0 962,-5-4-962,3-1 0,20 2 0,5 4 1372,15-9 1,9-1-1373,2 4 0,1 1-1171,4-5 1,2 0 1170,1 4 0,1 2-696,1-1 0,-3 1 617,-10 5 1,0-1-8,11-4 0,-3 2 0,-10 2 0,4-1 0</inkml:trace>
  <inkml:trace contextRef="#ctx0" brushRef="#br0" timeOffset="13150">17294 5229 5914,'6'-8'90,"-2"2"0,0 2-1,-1 11-89,-2-2 0,-1 9 0,-7 5 0,-3 2 0,-2-1 0,-1 1-45,-3 8 1,-1-1-1,3-8 0,-1-2 45,0 0 0,0-3 0,0 1 0,-6 6 0</inkml:trace>
  <inkml:trace contextRef="#ctx0" brushRef="#br0" timeOffset="13752">17999 4929 5824,'11'-9'0,"-3"1"0,-1 1 0,-1 0 90,-1-1 90,3-5-180,-4 5 89,2-3 91,-12 9-180,1 3 0,-9 3-858,0 5 903,-3 4 0,-1 1-45,-7 7-1554,5-4 0,1 1 1554,-2 6-994,0 6 0,1 3 994,9-17 0,1 1-30,-2 16 0,0 8 0,8-6-15,13-12 0,4-1 237,-7 13 0,2-4-192,8-17 0,2-4 0,1-5 0,-1-3-90,5 1 90,13 0 0,-22-6 2268,-3-3-2268,2-17 0,-7 8 0,-15-16 0,-8 0 0,-1 10-627,-2-3 1,-1 2 626,-1 8 0,4 4 0,-7-3 0,11 6-180,-1 3 872,8 6 1,7 1 0,-1 3 0</inkml:trace>
  <inkml:trace contextRef="#ctx0" brushRef="#br0" timeOffset="14200">18453 4459 5824,'1'-14'-29,"-1"3"-3248,3-1 905,1 8 3697,3-4-1321,17 17 1,6 9-690,-8-2 0,1 1 685,1 0 0,2 1 0,-2 1-55,1 8 0,-3 0 55,-5-2 0,-2 0 17,-1-3 0,-2 5 1,-7-1 0,-1 6 0,-2 3 0,-1-1 0,0-5-60,1-2 1,-1-2 0,-4 4 41,-4-1 0,-2 4 0,-4 5 0,-1 1 0,-2 0 0,0-1 0,-1-5 0,2-4 0,-6-1 0,0-5 0,-1-2 0,-2 4 0,2 1 0,-2 3 0,-2 1 0,1-1 0,0-2 0,1-6 0,-5-1 0,0-5 0,-1-1 0,0-1 0,-1-1 0,-1-1 0,4-2 0,-1-1 0,0 0 0,-1 0 0,-1 0 0,1 0 0,-1-1 0,-1 0 0,-1-1 0,0 0 0,0-1 0,-1 1 0</inkml:trace>
  <inkml:trace contextRef="#ctx0" brushRef="#br0" timeOffset="14750">15242 4403 5138,'-12'-13'0,"-6"-3"-1000,4 5 1000,-3 2 252,-10 28 0,-1 10-252,13-12 0,0 2-888,-6 4 0,-3 4 0,1 4 902,8-5 1,1 3 0,1 1-1,0 1 1,0 0-3,2-1 0,0 0 0,1 0 0,0 1 1,-1 1-337,1 0 0,-1 2 0,-1 0 0,2 1 0,0-1 0,2-2 354,-2 5 0,0-2 0,4 0 0,7 2-27,6-7 0,5 2 0,3 2 0,2-1 0,1-1 0,-1-3 1,-2-3-108,2 5 1,-1-5 0,8 2 103,-3-8 0,6 3 0,3 2 0,3 0 0,1 1 0,0-3 0,-2-1 0,-2-4 0,-5-4 0,8 0 0,-3-7 0,3 1 0,0 0 0,4 1 0,3 0 0,-1-1 0,-1-1 0,-5-2 0,0-3 0,0-1 0,0 1 0</inkml:trace>
  <inkml:trace contextRef="#ctx0" brushRef="#br0" timeOffset="17683">17164 7885 5734,'-6'-8'0,"0"1"33,-6-8-16,5 6 0,-2-6 96,-6-5-113,8 11 0,-7-10 0,9 13 90,-3-3 0,-6-2-90,0 0 96,-16-7-86,17 11 1,-17-8 128,6 3-23,5 3 0,0 0-2985,-14-6 2941,15 6 1,1 1 68,-4-2-99,-2 0 0,-5-3 0,3 2 30,7 4 1,-1-1-246,-6-3 1,-2-1-1,0 2 316,-3-1 0,2 2-1046,5 1 0,0 0 1061,-6-1 0,1 0 247,-6-1 1724,17 6-1928,-12 0 0,-2 0 233,1 0-356,6 2 0,-7 0 1,-2 1-1,5 0 47,-5 1 0,1 2-711,1-2 1,-2 1-1,3 0 794,3 0 1,1 1 123,0 1 0,-1 1 1,3 0 140,-7 0-249,1 3 1,-7 3-1,6-1 160,11-1 0,3 1 35,-11 3 0,1 1 386,-2 5 91,10-5-134,0 2-436,-4 6 1,-1 1 2503,1 3-2703,0-2 0,1 1-552,8-3 304,1 5 0,1 3-75,3-7 0,1 1-84,-3 8 1,1 0-174,5-11 0,2 0-40,2 0 0,1 3 126,3 8 0,3 5 1,0-3-175,-2-2 1,2 2 317,1-7 0,4 4 0,1 3 0,2 0 1,-1-2-1,1-5-771,4 4 0,0-4 1,2 2 778,-4-3 1,2 3 0,1 1 0,-1-2 0,0-3-124,1-2 1,-1-2-1,1 1 162,1-1 1,1 3-1,-1-2 1,-2-2-741,2 1 1,-1 0 773,1 1 0,2 3 1,1 0 131,0-2 0,2 0 0,-1 0 1,-2-3 9,0 1 0,1 1 0,-1-2 0,4 4 0,0-1 0,-5-4 0,-4-6 0,-2-2 0,1 1 0,1-1 0,6 4 0,3 1 0,-2-3 0,3 1 0,1-1 0,-3 0 257,-3-1 1,-1-1-1,4 1-257,5 2 0,6 2 0,2 0 0,-2-1 0,-6-2 0,3 0 0,-2 0 157,-6-3 1,3 1-1,1 0 1,-3-1-158,-1-1 0,-2 0 0,1-1 0,1 0 0,2-1 0,-1 1 0,0-1 0,0 1 0,2 0 0,3-1 0,4 0 0,-2 0 0,-4-1-647,0-1 1,-2 0 646,3 0 0,4 0 0,-5-1 0,-6-2 0,-1-1 0,5 0 0,0 0-55,-5 0 1,-1-1 54,-1 0 0,-1 0 0,2 0 441,3-2 1,6-1 0,-3 0-442,-9 1 0,1 0-179,9 0 0,3-2 0,-6 1 179,-1-1 0,0 0 0,9-4 45,-11 2 0,2-1-45,-1-1 0,0 1 1132,-2-1 1,2-1-1073,-1-5 0,2-3 0,-3 1-2320,7-7 2260,-10 8 0,3-2 0,-3-1 45,4-11 0,-2-1-15,-6 8 0,0-1 0,-1 0-30,2 0 0,-1 0 0,0 0 45,1-7 0,-2 0-15,-5-1 0,-2-1 0,-1 2-30,0 9 0,-2-2-37,-1-3 1,0-6-1,0-2 1,-3-1 0,-1 4 36,-6-5 0,-4 2 0,1 0 0,4 6 0,1 0 0,-1-1 0,-1 2 0,-6-8 0,-1 1 0,0 4 1066,2 7 1,-1 1-1067,-4-4 0,-2-4 0,-1 1-711,1 4 0,1 0 0,-1 0 711,-1-2 0,-1-1 0,-4-2 0,5 10 0,-3-2 0,-1-1 0,-1 1 0,2 2 0,2 2 12,-1-1 1,2 3 0,-3-3-13,0 1 0,-2-3 0,-2-1 0,-1 1 0,-2 2 124,3 5 0,-1 1 0,-1 1 0,-1 1 0,-1 0 1,1 1-1,0 1-169,-4-1 0,0 1 0,0 1 0,0 1 0,-1-1 0,-1-1-190,5 1 0,-1-1 0,-1-1 1,0 1-1,0-1 0,0 1 0,1 2 1,1 0 234,-5 1 0,1 2 0,0 0 0,1 2 0,2 0 0,1 0 68,1 1 0,3 1 1,-1 1-1,-6 1-68,6 0 0,-4 1 0,-3 0 0,-2 1 0,-1 1 0,-1-1 0,0 1 0,2-1 0,1 1 0,3-1 0,0 0 0,1 0 0,3 0 0,-1-1 0,0 1 0,-1 1 0,-4-1 0,1 1 0,1 0 0,-1 0 0,1-1 0,-1 1 0,1 0 0,-1 0 0,1-1 0,-1 1 0,0 0 0,1 0 0,-1 0 0</inkml:trace>
  <inkml:trace contextRef="#ctx0" brushRef="#br0" timeOffset="23700">17482 8809 5734,'8'2'0,"0"0"0,-3-1 0,0 0 0,1 0 180,-1 0-90,-6-6-90,1 3 90,-8-5-90,4 5 0,-1-1 89,1 1-89,-6-2 0,4 1 90,-13-6-90,10 5 0,-8-4 0,7 3 0,-7-3 0,6 3 0,-3-2 90,-7-2-90,12 4 0,-11-3 0,14 5 0,-7-3-3277,-1-1 3162,1 1 115,-1 0 0,7 3 0,-23-9-2268,16 6 2268,-17-7 0,20 8-23,1 1 23,-5-3 0,-5-3 0,3 2 0,-2-2 0,10 5 0,-17-11 0,12 9 0,-11-9 2258,7 6-2258,0-1 0,-3-1-2145,-5-4 2145,14 8 2268,-5-3-2268,-2-1-2268,5 4 2268,-8-5 0,9 6-385,3 2 385,-1 0 0,-21-9 0,14 6 45,-13-5 0,-2 0-45,7 2 424,3 2 0,2 1-424,5 0 0,0 1 90,-15-9-90,10 6 463,-7-5-373,4 3 2637,-1-2-2727,0 1 0,6 1 0,13 9 0,-4-3 0,-3-3 0,3 2 2007,-1 0-1917,-5-2-90,9 5 0,-9-6 0,8 5 0,-4-3 0,2 1 90,-8-5-90,10 6 0,-5-2 0,8 5 0,-3-3-3277,0 0 3162,-1 0-2153,2-1 2268,3 4 0,-9-9 0,7 6 0,-8-5 0,4 1 0,0 2 0,-3-3 2268,4 4-2268,-7-4 0,8 6 0,-6-5 3276,3 3-3160,2 0-26,-5-1-90,6 2 0,-4-3 0,2 3 0,-3-3 0,2 2 0,4 2 0,0 1 0,1 0 0,2 2 0,-1-1 0,2 0 0,-1 1-90,1 0 90,1 6 0,1-1 0,1 4-3277,2 11 3162,-1-8 115,1 10 0,2 12-2268,-2-11 2268,2 14 0,-2-19-331,-1-4 331,0-2 0,1 15 0,-1-13 2105,1 22-2105,-2-26 0,0 10 0,1-14 0,-1 1 3147,0 1-3057,1-1 649,-6-12-739,4 3-239,-5-11 239,5 9 0,-1-1 0,-1-4 0,-2-10-654,2 5 654,-1-4 0,0-5-90,2 13 90,-2-11 223,4 16-223,0-3 0,2-3 0,0 0 670,9-6-670,-4 12 0,8-5 0,0 8 0,11 0-2455,-3 1 2455,6 2 0,-11 1 0,13 1 0,2 1 0,-4-1-142,2 1 1,-1 0 141,-4 0 0,-10 0 0,8 1 0,-14-1-450,3 1 450,8 5 0,-3-3 0,5 4 0</inkml:trace>
  <inkml:trace contextRef="#ctx0" brushRef="#br0" timeOffset="30134">18707 8958 5734,'4'-8'0,"-1"2"0,-1 2 0,0 0 0,-1 0 180,0-2-90,1 3 0,-1-2-90,2 2 89,0-2-89,1-2 0,0 0 90,0 0-90,-2 2 0,11-19 0,-7 11 0,9-16 45,-6 9 0,2 0-45,0-2 0,1 0-1484,1-5 1,-1 1 1483,0 4 0,-1 2 0,0-3-1205,5-8 1,1-1 1204,0 0-246,-1 2 1,2-3 290,-1 4 0,0 1-338,-6 8 0,1 1 293,6-11 0,-1 2 0,-1 0 0,-5 11 755,-2 1-665,5-8 0,1 0 400,0 0-460,0-1 0,4-4 0,-3 4 60,2-4-90,-3 6 0,0 1 0,-4 4 1996,0 0-1951,0 2 0,1 0-45,3-6 90,2-3 0,-1-1-90,-3 7 0,7-13-635,-12 17 725,1 1-90,7-16 0,-5 12 1539,0-3 0,0 1-1539,-5 9-557,4-10 647,-7 16-90,-1 0 0,1-1 0,1-4 892,-2 2-892,4-6 0,-4 4 0,1 0 614,-1 2-614,-1 3 0,-21 20 0,11-8-345,-17 16 300,9-8 0,1 0 45,1-2 0,0 0 0,-5 5 0,0-1 0,-4 3-90,-2 0 90,17-13 0,-9 6-90,10-7 90,9-10-3047,20-19 3047,-3 4-214,-1 3 1,3-1 213,7-1 0,-1 1-1064,-9 8 1,-1-1 1063,11-6 0,-1 3 0,-7 5 0,-3 6-90,7 8 90,-9-1 928,0 12 1,-3 3-1109,-3 1 0,-1-1 0,1 1 104,3 1 76,4-3 0,1-4 0,1-3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5:50.376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8946 9020 14129,'1'-7'630,"-1"1"-659,0 1-493,-1 1-120,-1-1-53,1 0 260,0 1 29,0-1-261,-1 2-586,-2 5 1971,0 6 158,1 5-101,2-1-41,2-2-449,1-5-335,4 5-344,4-3 333,-1 2-2213,8-10 1675,-8-8 1722,1 1 173,-5-3-169,-5-2-581,-4-2-26,1 1 222,-4 1-307,4 11-1864,-4 0-461,4 3 942,-2 3 1529,4-1 434,-1 3 56,2 1-754,1-2 632,0 2-137,1-4-1544,3-3 273,-3-1 288,2-4 421,-8-6-1500,2 5 646,-5-3-617,2 7 988,-3 5 2011,5 0-371,1 4-2254,9-3-1393,3-2 2661,1-3 446,-4-2 1218,-2-1-145,-2 1-1455,-1-2-1164,-2-1 279,-2-1 804,-7 8 3,3 1 1,-1 9 0,7 1 0</inkml:trace>
  <inkml:trace contextRef="#ctx0" brushRef="#br0" timeOffset="3630">17558 8760 19507,'5'5'-3277,"-2"-1"827,-6 2 2722,0-1 42,-1 1-221,-1 5-253,2-1-84,-3 14-737,4-11 886,1 10-23,2-15-763,1 0-261,1-4 588,1-1 464,1-1 366,2-2 705,-3-1 531,4-2 65,-3-5-680,-2 3 172,1-5-770,-3 3-430,0 1-375,0-2-752,0 1-454,-2 0-84,0-3 875,-1-4-98,-1 2 248,-2 1 169,1 12 1591,1 3-213,0 4-337,4 6-387,-1-5 91,4 8-173,-1-12 102,1 3 64,3-6-259,0-6 749,-1 1 542,0-4-117,-6-6-919,0 7 152,-1-7-200,-1 9-104,-3 0-561,-3 4 390,0 0-457,0 3 1230,1 11 40,4-8-53,0 13-221,5-14-578,3 5-420,0-9-30,3-4 916,-4-2-1155,-3-10 188,-4 5-221,-2-3 411,3 8 683,-3 5 938,3 8-1556,0 1-491,4 2 70,8-6 1400,-4-4 585,12-10 318,-13 4-414,5-6-1242,-9 4 171,-2-1-313,-1 1 296,-2 2-538,-6 9 1047,5 0-601,-3 7 0,7-3 1,2 1-1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6:01.35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7959 5521 8792,'3'-7'1259,"-1"2"-1169,0 8 0,-1 1 0,0 10-90,-4 6 90,0 4-1874,-2 8 1784,-2 6 45,3-18 0,1 2-45,-2 1 0,1 0 45,-1 1 0,0 0 0,1-1 0,-1 0-45,1 0 0,0 0-928,-4 16 928,2-2-90,1-5-90,0-4-90,2-4-310,0-5 220,1-2-810,1-3 271,-1-3 1298,1-1 0,1-3 0,0 0 0</inkml:trace>
  <inkml:trace contextRef="#ctx0" brushRef="#br0" timeOffset="266">7900 5568 9602,'-1'-8'989,"0"1"-629,2 2-180,2-1 0,1 3-1,1-1-89,1 1 90,2-1-90,1 0 0,2 0 0,0-1 0,2-1 0,0 0 0,2-1-90,0 0 0,0 0-180,0 0-90,-3 2-90,0-1-1798,1 1 359,-5 1 1799,0 1 0,-5 2 0,-2 0 0</inkml:trace>
  <inkml:trace contextRef="#ctx0" brushRef="#br0" timeOffset="475">7890 5753 9961,'8'7'270,"0"-3"-90,-3-2 0,1-2 0,1 0 0,0-2-90,3 0 90,0-2-90,2 0 89,2-2-89,-1 0-3367,3-1 3252,0 0-1166,0 0 1011,-1 0-277,1 0-172,-1-1-811,-1 0 1440,5-2 0,-2-2 0,5-2 0</inkml:trace>
  <inkml:trace contextRef="#ctx0" brushRef="#br0" timeOffset="765">8331 5443 10501,'-1'-16'2698,"1"16"-2563,1 16 0,2 13-105,-1-2 0,1 4 0,0-1-60,0-2 0,0 0 0,0 0-30,0 1 0,0 1 0,0-3-480,1-1 1,0-2 539,1 1 0,0 0 0,-1-1 0,1-1 0,4 14 0</inkml:trace>
  <inkml:trace contextRef="#ctx0" brushRef="#br0" timeOffset="1104">8372 5462 10501,'-5'-11'450,"-3"-5"-180,3 7-91,-2-2 361,3 4-270,0 3 180,0-2 179,1-1-269,12 0-180,2-2-180,9 4 90,0 4-90,-3 1 0,1 0-90,1 1 0,0 1 0,0 0-180,4 4 90,-7-2 91,2 3-1,-9 0-90,1 7 0,-13 6 90,-8 1 0,-3 0 90,-6 5-344,3-8 1,0-3 343,5-4-539,-2 1 179,4-4-360,-1 1 720,4-3 0,3-2 0,0 0 0</inkml:trace>
  <inkml:trace contextRef="#ctx0" brushRef="#br0" timeOffset="1474">9006 5101 10681,'-6'-8'360,"1"1"269,-3-2-449,4 3 540,-3-3-540,3 6-90,-2 3 0,0 4 90,-7 18-91,3 0-44,2-3 0,0 2-1684,-3 10 1,1 1 1625,0-3 1,-1 2 42,3-4 0,-1 1 0,0 0-323,0 5 1,0 0-1,1-1 293,-1 5 0,0 0 30,2-6 0,-1 2 0,2-3-1004,0 2 0,2-3 1019,0 1 0,0 0-45,1-1 0,2 0-211,0-1 0,1 0 166,1-2 0,1 0 869,-1-3 1,4 2-1095,6 3 0,4 3 0,1-4-90,2-4 1,1-2 120,0 2 0,0 1 1,1-6-482,18-8-899,-9-9 1484,0-5 135,4-5 0,-10-1 0,1-1 0,2-2 0,0 0 0</inkml:trace>
  <inkml:trace contextRef="#ctx0" brushRef="#br0" timeOffset="2104">9174 5502 10591,'-1'-16'2249,"4"-1"-1979,2 3-1,8-2-179,-3 8-90,5 0 90,-6 4 0,2 2 0,8 1 0,-1 4 0,5 6-90,-10 0-45,-12 16 0,-4 4-45,-2-1-83,-2 2 1,-2 0 172,-3-4-90,-1-1-425,-1 0 425,1-2-3047,-2 4 3047,6-10-89,-4 7 89,9-16 250,5-1-160,11-19 0,4-8 0,6-4 0,-4 1 0,2-4 0,1-5 0,-1-1-199,-3 6 0,1-2 169,-3 4 0,2-1 0,-2 1 75,1 0 0,-2 2 2840,9-11-2885,-11 24 0,-4 4 0,-7 24 0,-2-1 0,-2 11-297,1-5 207,-1 3 90,1-4-360,-1 19-90,2-9 725,1-10 0,0 1-1715,6 9-1168,1-11 2608,1-4 0,4-8 0,-1-3 0</inkml:trace>
  <inkml:trace contextRef="#ctx0" brushRef="#br0" timeOffset="2313">9762 5598 11400,'4'-9'3149,"-3"16"-2969,-5 5-90,-1 11-1,-6 16-2606,3-12 2382,1-7 0,1 0-225,-2 6-2068,-3 10 629,4-14-540,-1 6 2517,6-17 0,0 2 1,0-1-1</inkml:trace>
  <inkml:trace contextRef="#ctx0" brushRef="#br0" timeOffset="3010">9968 5372 11400,'-3'-14'3276,"1"5"-2504,-4 14-592,3 24-315,0-3 0,2 4-225,3 2 1,3-1 269,-3-7 0,3-3-180,12 9 270,-5-27-90,0-5-90,2-6 135,-1-6 0,1-4 225,8-15 0,-5 3 0,-2 4-90,-2 12-90,-2 10 0,-8 33 30,-1-4 0,0 6 0,0-3-412,1-4 1,-1 2 403,1 3 1,1 7-1,0 0 1,0-5-1593,0-3 1,0-1 1569,0 1 0,0 2 0,1-5 0,1 13-1005,-2-4 0,-1-1 1005,-1-3 45,-7 1 0,-8-10-45,-16-33 0,-5-15 0,3 7 0,1-3 0,6 4 0,1-2 0,4 0 125,3-2 1,7 1-126,12 0 2179,10-3-2269,2 4-270,13-9-405,-8 14 1,0 0 987,-4 2 0,1 1-1123,4-2 1,-1 0-1260,1 0 1993,0 0 0,2-3 1,1-1-1</inkml:trace>
  <inkml:trace contextRef="#ctx0" brushRef="#br0" timeOffset="3235">10671 5480 12750,'8'5'1979,"-2"13"-1800,-6-5 1,-2 13-45,-6 0 0,-3 4-555,1-4 0,-3 2 1,-1 0 419,0-1 0,-2 2 0,0-1 0,0-1 0,-1 2 0,1-1 0,-1-3 0,-7 5 0,-1-1 0</inkml:trace>
  <inkml:trace contextRef="#ctx0" brushRef="#br0" timeOffset="4391">11443 5012 11041,'7'-3'2338,"0"1"-359,-4 0-1799,-17 6-90,6-1 0,-15 7 0,10-2 0,-3 3 0,-1 2 0,-4 3-1130,0 1 1130,-2 4-90,2-1 90,-4 5-90,4 0 90,-1 0-90,2 0 0,4-2 90,0 1-90,4 0 0,1-1 0,4-1 0,2-2 0,2-2 0,3-2-90,3 7 0,1-6 90,3 4-90,-1-7 0,3-1-90,-1-2 90,3 0-90,0-3 90,1-1-180,8 0 90,-4-4 91,5-1-1,-5-1 0,-1-3 1040,-1 2-1040,7-5 0,-7 2 90,5-4-90,-8 2 90,1-5 0,-4 1 0,-1-3 0,-4 2 90,-3 0-90,-1-1 90,-3-1-90,-2-2 90,-4-2-543,-3 0 453,-3 0 90,-2 0 0,-2 1-90,-2 2 90,-2 1-90,2 3 90,1 2-90,3 1 90,2 2-180,2 0 90,2 0-180,1 1-89,2 1-451,-1 1-1079,4 0 1799,-2 1 0,5 0 0,1 0 0</inkml:trace>
  <inkml:trace contextRef="#ctx0" brushRef="#br0" timeOffset="5342">11764 5404 12030,'8'-6'0,"0"1"90,-4 2 0,0 1 90,-1 0 90,1 0-180,-1 5-90,-1 1 90,-3 6-90,-1 1 90,-2 2-90,-1 3-90,-2 6 0,-2 0-270,-1 4-606,-1-1 246,-1 0-989,0-1-270,0-2 1979,1-2 0,-1 1 0,0 0 0</inkml:trace>
  <inkml:trace contextRef="#ctx0" brushRef="#br0" timeOffset="7153">12493 4786 10861,'1'-9'809,"0"0"-89,-1 4 269,0-2 1,0 2-900,-6 5 0,0 2 0,-6 8 0,0 2 0,-4 2-1,-4 4-1141,-2 3 1142,-2 2-1249,-3 3 1159,0 0 0,-1 0 90,-1 0-90,1 1 0,1-2 90,3-1-853,2-2 763,3-2 90,1 0-90,2-2 0,3 0 0,2-3 0,0 2 0,3-5 821,0 2-731,3-7 1169,2 3-1349,0-1 1074,1 0-984,2-2 0,2-3 0,0-1 0,3 0 0,3-2 0,1-1 0,3 0 0,3-1 0,5-3 0,4 0 0,4-3 0,0 1-643,2 0 643,1-1 0,-1 0 0,1 0 0,-1 2 0,9-2 0,-12 3-460,4-2 370,-15 4 90,-3 0 0,-2 0-90,0 0 702,-3 1-702,1-1 90,-3 1-269,0 0 310,1 0-3318,-3 1 2457,-4-5 1,-4 2 0,-5-4 0</inkml:trace>
  <inkml:trace contextRef="#ctx0" brushRef="#br0" timeOffset="7512">12223 5021 10861,'2'-9'0,"0"2"180,1 1 0,-1 3-1,1 0 181,0-1-180,1 1 180,0 0-180,1 0 0,-2 1 180,3 0-1,5 2-269,-4 1 90,6 2-90,-7-1 0,1 2-90,0-1 90,1 2 0,1 1 0,-1 0-90,1 1 90,3 5 0,-3-2-90,1 3 90,-4-4-90,-2 1 0,0 0 0,-1 0-90,-1-1 0,0 0-180,-2 0 0,0-1-90,-1 0-179,-1 0-181,-1 0-1169,-1-1-719,0-2 2608,0 1 0,-2-1 0,-2 0 0</inkml:trace>
  <inkml:trace contextRef="#ctx0" brushRef="#br0" timeOffset="8088">12631 4436 10951,'-1'-8'1439,"3"3"-1259,2 4-90,6 3 270,22 13-181,0 4 1,4 6-113,-12-5 1,0 3 0,1 1-1,-2-2-853,5 3 1,-2 0 0,-1 2 807,-4 0 1,-1 3-1,-3 0 1,-3-1-23,-2 11 0,-5-1-45,3-1 0,-4 4-207,-7-12 0,-3 4 0,-2 1 1,-2 1-1,-2-3 93,-4 5 1,-3-2 0,-1-1 0,1 2 0,3-5 0,1 2 0,0 0 0,-1-1 0,-1-2 0,-6 0-1,1 0 1,-1 0 0,0 0 0</inkml:trace>
  <inkml:trace contextRef="#ctx0" brushRef="#br0" timeOffset="9866">18004 8724 10501,'7'-2'0</inkml:trace>
  <inkml:trace contextRef="#ctx0" brushRef="#br0" timeOffset="10066">18014 8770 8972,'9'-4'-90,"-4"0"0,-3 4 0</inkml:trace>
  <inkml:trace contextRef="#ctx0" brushRef="#br0" timeOffset="10285">18042 8792 8882,'8'-3'-180,"-2"0"0,-4 2 0,0 0 0</inkml:trace>
  <inkml:trace contextRef="#ctx0" brushRef="#br0" timeOffset="18835">9233 6058 11041,'3'3'1169,"1"-2"-1079,10-4-90,4-1 180,18-5-180,0 0-609,-12 4 1,2-2 653,8-1 0,-1 0-45,-6 2 0,3-1 30,7-1 0,5-1 0,-2 0-1406,0 1 0,-1 0 1406,-1 0 0,2 0 0,-2 1-713,-9 1 1,-1 1 0,1-1 682,0 1 0,0 0 0,0-1-427,1 1 1,0 0-1,0 0 427,0 0 0,1 0 0,-1 0-239,1 0 0,-1 0 1,1 0 268,0 1 0,0-1 0,-1 0 9,1 1 0,0-1 0,0 1-39,-1 0 0,0-1 0,1 1 108,0-1 0,2 0 1,0 1-1,-2-1-108,1 1 0,-2 0 0,3-1 22,1 1 1,2-2-1,0 1 1,-4 0 82,6 0 1,-2 0-106,5-1 0,-2 0 0,-13 2 0,-3 1 453,-1 0 0,-2 0-453,16-1 1026,-1 1-1026,-12 0 1198,0 1-1198,-11 1 2330,-2 0-2330,-1 0 1149,-2 0-1059,2 0 903,-3 0-903,2 0 98,-2 1-188,-2-1 90,3 0 0,-2 0-90,0 0 0,1 0 0,-1 0-270,-1-1 270,1 1 0,-3 0 0,0 1 0</inkml:trace>
  <inkml:trace contextRef="#ctx0" brushRef="#br1" timeOffset="51703.54">17057 9548 8162,'-9'0'0,"1"0"0,5 0 0,0 0 0</inkml:trace>
  <inkml:trace contextRef="#ctx0" brushRef="#br1" timeOffset="52504.54">9339 10465 6993,'7'5'0,"-1"1"0</inkml:trace>
  <inkml:trace contextRef="#ctx0" brushRef="#br1" timeOffset="53818.54">10493 9638 8162,'2'-6'-1439,"3"5"1439,-3 1 0,3 4 0,-2-1 0</inkml:trace>
  <inkml:trace contextRef="#ctx0" brushRef="#br1" timeOffset="54363.54">17004 9144 8342,'6'-6'900,"1"1"-900,-4 2 0,-1 2 0,0 0 0</inkml:trace>
  <inkml:trace contextRef="#ctx0" brushRef="#br1" timeOffset="62168.54">5156 7121 7443,'-2'-9'209,"1"4"1,2 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8:30.375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16664 856 5734,'5'-5'0,"0"-1"61,-3-1-32,-1-1-29,-3-1 0,-3 1 90,1 3-90,-2 2 0,-17-2-3277,8 4 3162,-14-1 115,12 4-740,-2 2 740,-2 2 45,-10 7 0,-2 4-45,16-7 0,-1 0-936,-12 7 0,3 0 936,10 0 0,10-5 2002,4 13-2002,3-8 0,3 13-781,13-4 1,4-1 780,0 3 0,1-4 0,6 5 0,-4-4 0,-5-7 0,-2-1 23,7 6 0,-1-1-23,-3 3 0,-13-14 0,-8 22 0,-18-14 0,-6 0 0,12 0 0,-3-1-30,-8-5 0,-5-3 0,6-2 988,-1-4-1048,-5-2 22,28-5 68,14-10 0,4-2 0,11-7 0</inkml:trace>
  <inkml:trace contextRef="#ctx0" brushRef="#br0" timeOffset="370">17143 1159 5753,'3'-11'59,"-2"-1"-47,-2 7-12,-6-4 90,-18-3-90,7 6 30,-7 7 0,-8 3 0,4 0-30,-3 6-1093,8-3 1,-4 2 0,6-1 977,2 6 115,4 1 0,1 3-1090,3 4 1,2 1 1089,-1-3 0,1 0 0,3 0 0,7 1 0,16 7 0,5-2 0,-2-2-217,4 2 1,0-3 216,-6-16 0,14 0 0,-9-8 0,-1-1 0,17 1 0,-16-4 0,-1-3 0,0-3 0</inkml:trace>
  <inkml:trace contextRef="#ctx0" brushRef="#br0" timeOffset="1399">17487 1293 5779,'4'-16'45,"-3"7"-45,-4-3 90,-1 7-90,-2 1 0,-7-1 90,-19 4-90,8 0 0,-11 5 0,19 0 0,-2 6 0,0 2 0,-4 11 0,5-7 0,3 0 0,5 5 0,8-5 90,10 6-90,3-7-1405,2 4 1405,-2-11 0,-3-5 0,0-2 0,16-7 0,-12 1 0,8-10 0,0-3 0,-10 6 0,1-4 0,0 1 0,-7 9 0,3-1-2077,1 8 2077,-2 1 0,4 9 0,0 6-1135,6 3 1,0 1 1134,2 3-172,8-6 1,2-6 171,-9-14 85,5-14 0,5-10 0,-4 0-85,-5-3 0,-3-2-64,-2 7 0,1-1 0,0 0 1,-2 1 63,-4 0 0,-2 0 0,0 0 33,-1 0 0,0-2 1,1-1-34,-1-3 0,0-2 0,-1-1 0,1 3 730,-1 3 1,0 2 0,0-1-731,1-14 0,1-2 0,-5 23 0,-6 31 0,-2 11-1053,0 1 1,-1 2 1052,1 0 0,-1 3 0,-1 2 0,-1 4 0,1-2 0,0 1 0,0 1 16,1-5 1,-1 3 0,0 2-1,3-4-16,2-1 0,3-2 0,-1-1 0,-3 5 0,5-4 0,16 2 0,6-10 0,8-24 0,-9 4 0,1-3 0,7-14 0,-2-7 0,-3-1 0,-1 1 0,1-1 0,-1 1-127,-3 1 1,-5 0 126,0-4 0,-7 7 0,-2 0 0,-8 9 0,-6 6 0,-18 9 399,3 1-399,-13 9 0,12 1 765,6 6 1,0 5-1,1-2-765,-3 8 0,10-7 0,0 7 0,3 0 0,5-5-886,13 1 1,4-3 885,-2 9 0,1-2-462,5-10 0,1-5 462,2-3 68,4-8 0,7-2 1,-4 0-114,-10-2 0,0-2 45,7-3 0,5-2 0,0-2 0,-6-3 0,-4-8 0,-2-4 0,2 0 0,0 1 0,-1-1 0</inkml:trace>
  <inkml:trace contextRef="#ctx0" brushRef="#br0" timeOffset="1700">19235 857 5824,'2'-9'90,"2"3"0,7 0-809,1 4 719,5-1 0,3 0-1639,6 0 1,2 1 1413,-1-1 0,1 0 225,1 1 0,-1 1 899,0 0-1034,2-2 0,-1-1 135,-4 1 0,0 0 0,-5-1-69,-16 1 0,-6-3 0,-2 0 0</inkml:trace>
  <inkml:trace contextRef="#ctx0" brushRef="#br0" timeOffset="1983">19368 855 5823,'-2'5'1,"1"1"89,1-1-90,1 1 180,7 19-180,-2-10-548,5 18 593,-7-10 0,-2-1 89,1 10-104,-3-4 0,-1 5 0,0-4 15,-2-9 0,1 0-45,-2 6 0,0 4 0,0-4-3229,-3 7 3229,3-13 0,0 2-90,0 3 0,0-1 188,-1 12-98,3-6 0,1-2 0,0-5 0,4 1 0</inkml:trace>
  <inkml:trace contextRef="#ctx0" brushRef="#br0" timeOffset="2216">19188 1500 5823,'-5'12'1,"2"-6"179,14 10-90,21-8-46,-14-3 1,1-1-90,15-2 1,1-2-1,-15-2 0,0 0-548,4-1 0,1-3 593,0-5 0,-2-3 0,-7 4 0,0 0 0,8-7 0,1-1 0</inkml:trace>
  <inkml:trace contextRef="#ctx0" brushRef="#br0" timeOffset="2683">19717 1311 6543,'3'28'135,"-4"-1"0,0 1-1774,0-8 1,0 0 491,-2 6 1,0-1 1146,1-1 1499,0-8-1499,3-6 859,2-12-859,5-17 0,5-4 0,2-3 0,0 2 0,0-1 0,3-6 0,2-1 0,-2 5 0,1-1 0,-3 4 3276,6-6-3218,4 7 0,-1 9-3335,-14 19 3072,10 13 205,-17-2-550,0 0 640,0 15-1223,-1-8 0,-1 0 1043,2 13 45,-2-14 0,0-2-405,2 3 295,-1-9 1977,2 4-1822,2-11 0,3-5 0,4 1 0</inkml:trace>
  <inkml:trace contextRef="#ctx0" brushRef="#br0" timeOffset="3085">20150 1184 5914,'-1'-7'180,"0"-2"89,1 3 1,13 36-180,-3-2-45,0 3 0,0 2-45,-2-8 0,-2 1 45,2 3 0,-1 0-45,-2-10 0,0 0 45,3 9 0,-1-3-45,-2-10 0,5 8 0,-3-23-304,0-4 304,10-15 0,-3 1 0,-2-6 0,3-9 0,0-2 0,-2 5 0,-1 3 0,0-2-53,0-1 0,4-7 0,0-3 0,0 3 0,-4 9 8,-1 5 0,-1 3-979,1-4 0,1-1 0,-1 7 934,1 11-90,-5 8 295,-1 3-115,-2 17 0,-3 4 0,-2 4 0,-2-6 0,-2 5 0,-1-3 0,-5 1 0,1-1 0</inkml:trace>
  <inkml:trace contextRef="#ctx0" brushRef="#br0" timeOffset="3566">18048 2201 5914,'-1'6'449,"-1"1"-359,4-3 0,1 0 90,7 1 0,21 2-1273,-6-4 1,3 1 0,-1-1 694,5 1 1,1 0 705,-4-1 0,1 0 0,2-2-488,-3-2 0,2 0 0,-1-2 0,-2 0-176,4-3 1,0-1-399,2 2 1,3 0 0,-9-2 753,-7-10 0,-22 1 0,-4-2 0</inkml:trace>
  <inkml:trace contextRef="#ctx0" brushRef="#br0" timeOffset="3786">18356 1994 5914,'-1'10'180,"1"10"-180,1-7 44,0 17 1,-1 4-45,0-15 0,-1 1-740,0 11 0,1 1 650,-1-8 0,0-1-355,2-3 0,0 0 1,-1-1-1,1 0 0,3 16 1</inkml:trace>
  <inkml:trace contextRef="#ctx0" brushRef="#br0" timeOffset="4266">16697 2772 5824,'-6'-6'0,"0"2"0,-2-4 180,4 4-90,2 9-90,3 2-846,5 10 846,-4 7-962,-2-1 0,-1 6 1,0-3 961,1-3 0,0 2-40,0 7 1,0 8 0,0-1 0,1-7-51,1-8 0,0-2-573,1 6 1,0 3-1,1-6 663,4-7 0,2-4 0,-1-7 0</inkml:trace>
  <inkml:trace contextRef="#ctx0" brushRef="#br0" timeOffset="5500">16664 2843 5824,'4'-6'90,"24"-13"-90,-9 8 30,7 1 0,7-1 0,-1 2-30,-4 3 0,1 2 30,-1-1 0,2 0 0,-3 1-30,-6 2 0,-1 3 0,-2 9 0,-4 2 0,-5 1 0,3 18 0,-22-10 0,-11 2 0,3-2-1639,5-4 1,0-1 1313,-7 7 0,-2 2 0,2-5-561,-3-1 886,1-2 0,0 1 0,0 1-394,7-6 394,4-1 2332,38-11-2332,-6-2 0,1 1 0,-1-1 0,0 0 0,3 0 0,-2 3 2408,-5 7-2408,3 15-2416,-6-4 2416,-3 9-646,-3-5 1,1 3 0,-1-2 645,4 8-317,2-2 0,4 5 1,-3-8 316,2-10 0,4-6 0,6-1 0,-3-4 0,-5-6 0,1-3 0,16 0 0,2-2 216,-15-3 1,-1-3-262,10-9 0,-1-2 1179,-15 11 1,0-2-1135,3-6 0,1-3 0,-5 4 0,-6 2 0,9-13 0,-15 22 0,1-2 0,-21 28 0,13-14 45,-7 12 0,-1 2-45,8 6 0,4-7 0,1 1 0,4 11 0,8-11 0,3-2 0,0-5 0,15 2 0,-21-15 0,4-5-2269,-1-5 2269,-3-1-346,0-5 346,-9 5 0,-7-10 0,-4-1 0,-7-4 0,-1-1 0,-3 1 0,-4 5 0,2 5 0,12 8 2097,7 4-2097,7-6 0,1 3 0,6-5 0,1 6 259,7-5 0,4-2-259,-1-1 0,0-2-1135,5-1 1,0-1 1134,-5 0 0,-2 1 0,-3-1 0,-1 0 0,-1-1 0,-1-1 0,0 0 0,0 1 0,-3 0 0,-2 2 0,2-7 0,-1 2 0,-4 3 0,0 0 0,0 2 0,-5 12 0,-5 34 0,0-8 0,0 2 339,1 1 1,1 0-340,0 4 0,-1 2-371,1 3 0,1 3 1,0-2 370,-1-1 0,1 2 0,2-2 0,2 4 0,0 0 0,1-8 0,1-10 0,1-2 112,2 17 1,2-5-113,0-17-180,0-7 168,7-12 1,-4-5 0,3-11 0</inkml:trace>
  <inkml:trace contextRef="#ctx0" brushRef="#br0" timeOffset="5716">17797 3073 5914,'16'2'90,"0"-2"-3367,-2-1 3234,6-1 43,11-3 0,8-1 0,-2 1-1154,-8 0 0,2 1 1154,-3 0 0,4-1 0,1 0 0,0 0 0,1-1 0,0 1 0,-1 0 0,-1-1 0,1 1 0,-1-1 0,2 1 0,-2-1 0,1 0 0,-1 1 0,1-1 0,-1 1 0</inkml:trace>
  <inkml:trace contextRef="#ctx0" brushRef="#br0" timeOffset="5983">19147 2857 5914,'-7'-2'359,"-1"0"-359,32 3 90,-11-1-90,5 1 0,5 0 30,1-1 0,3-1 0,-1-1-300,1-2 1,-1 0 269,12 2 0,-4-2 0,-11-5 0,-33 5 0,-5 0 0</inkml:trace>
  <inkml:trace contextRef="#ctx0" brushRef="#br0" timeOffset="6220">19235 2917 5824,'-2'5'180,"1"0"-180,0 0 90,-1 0-1,0 14 1,-1-5-45,1 4 0,-2 4 15,1 4 0,-1 2 0,0 0-60,0-2 0,1 1 30,-1 2 0,0 2 0,1-5-260,1 4 185,1 3 0,0 2-502,0-12 1,1-1 0,-1 7 0,-1-2 0,-1-8 0</inkml:trace>
  <inkml:trace contextRef="#ctx0" brushRef="#br0" timeOffset="6449">19016 3445 5914,'-5'8'359,"12"-2"-269,11 0-90,6-5-90,5-3 0,9-2 1,-6-1-1,-11 2 0,1-1-275,6-2 1,5-1 0,0 0 0,-6-1 0,-9 0 0,-1 0 0,9-5 0,0 0 0</inkml:trace>
  <inkml:trace contextRef="#ctx0" brushRef="#br0" timeOffset="6952">19555 3211 6183,'-7'-1'450,"2"3"-270,0 23-180,2-7-2681,-3 12 2771,-1 0-90,-1-2 0,-1 2 90,-1 3-2758,2-11 2668,1-2 993,14-24-993,1-8-884,11-16 884,-3 4-302,2-3 302,-4 8 0,2-2 0,4-6 0,1 1 0,-5 6 0,-1 2 0,1-4 0,0 6 0,8 18 0,-11 15 415,4 10 0,-1 5-415,-9-11 0,-1 0 0,3 11 0,1-2 1140,3-8-1949,11-2 629,-10-11 3456,7-2-3160,-13-10-116,0 0 0,4-7 0,0-2 0</inkml:trace>
  <inkml:trace contextRef="#ctx0" brushRef="#br0" timeOffset="7299">20022 3170 6004,'3'-2'989,"1"6"-899,6 14 90,1 13 0,0 5-225,1-5 0,-1 1 45,2 4 0,0-2-994,-4-10 1,0-7 993,0-12-90,7-9-1124,8-15 0,1-6 1214,-8 10 0,1-1-30,0-3 0,2-2 0,0-3 7,1-4 1,1-5-1,-1 1 1,-2 4 22,-2 2 0,0 1-498,1-2 1,3-5 0,-1 2-1,-6 8 408,-3 8 44,1 3-449,-4 12 495,-1 1 0,-6 11 0,-3 5 0,-1 3 0</inkml:trace>
  <inkml:trace contextRef="#ctx0" brushRef="#br0" timeOffset="7533">20902 3284 6543,'3'-8'-739,"1"0"739,-7 3 0,0-1 0,-10-4 0,0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6:59.53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9307 6561 7803,'-3'-7'449,"-1"0"-359,2 3 180,0-2-90,0 2 90,1-2 0,-1 0 0,1 0-91,1-1-89,-2 2 180,1 0 90,-1-2-180,-1 0 0,-1-3-90,1 4 0,0 0 0,0 2 0,0 0 89,-1-1-179,1 0 90,-2 0 0,2 0 0,-3-1-90,0 1 90,-1-2-90,-3 1 0,2 2 0,-3 0 90,2 2-90,0 1 0,-2 0 0,-5 3 0,0 2 0,-13 7 0,9 0-942,-8 7 942,6 4-1366,-1 5 1366,10-11 0,0 1 44,0 2 1,1 1-45,-2 4 0,0 1-1149,1 1 0,0 2 1149,0 1 0,-1 3 0,2-2 0,-3 6 0,2 0 0,1-4 0,0 2 0,2-2 0,-1 4 0,1-1 0,1 2 0,0 0-485,1 0 0,0 2 485,2-3 0,0 2 0,1 1-336,1-2 0,1 2 0,0-1 336,-1 1 0,1 0 0,0 0-151,1-5 1,2 0 0,0-3 150,0 3 0,1-1 45,1 0 0,0 1-56,2 2 0,0 0 11,1 1 0,0-1 0,1 0 0,0-1 268,0-2 1,1 1-269,1-5 0,0 2 0,0-2 0,0 2 0,2 1 30,1 2 0,2 3 0,0-3-30,4 4 0,1-3 0,-1 1 0,1-1 0,1-5 0,0-2-329,2-3 1,0-2 328,-5-6 0,1-1 211,13 8 1,0-3-212,4 0 0,-11-10 0,0-1 0,6-2 98,2-4-98,0-3 0,1-3 0,0-3 0,2-5 0,-9-1 0,1-1 0,-7 1 0,0 0 0,7-5 0,-2 0 0,7-12 0,-16 14 0,0-1 0,-1 0 0,0-1-128,6-9 1,-2-2 127,-4 7 0,-1-2 231,4-6 0,-1-2-231,-1-4 0,-3 0-175,-3 7 1,0 0 174,3-10 0,-1 0 319,-4 10 1,-1 1-275,0-2 0,0-1 0,-2 2 0,0-1-45,-1-1 0,0 0 45,-1 0 0,-1 0 0,0-1 0,-1 0-45,0-1 0,0-1 45,0 1 0,-1-2-45,-1 0 0,0 0 260,0 0 1,-1-1-261,0-2 0,-1-2 30,0 7 0,0-1 0,0 1-618,-1-8 1,-1 0 617,1 9 0,0 0 0,0 2-30,-1-2 0,0 1 166,-1 1 0,0-1-121,0 2 0,-1 0-45,0 0 0,-1 0 0,0 2 0,-1 0 87,-1 1 1,0 0-88,-1 1 0,0 1 0,0 0 0,-2 1 0,0 0 0,-2 2 0,0 0 0,0 0 0,-2 1 0,0 1 45,0 0 0,-2 1-45,0 1 0,0 1 0,0 0 0,0 1 0,-1 2 0,-1 0 0,-9-3 0,0 2-178,7 4 0,0 0 133,-7-1 0,0 1 45,-8 0 415,1 2-595,3 2-102,10 3 0,1 0-78,-12 1 627,14 1 0,2 0-717,-5 1-179,5 0-900,3 1-180,5 0 2255,2 1 0,0 1 1,1 1-1</inkml:trace>
  <inkml:trace contextRef="#ctx0" brushRef="#br1" timeOffset="83327.53">16120 324 8432,'-2'-12'2429,"-3"0"-1800,1 0-359,-2 3 270,3 5-360,-1 0 180,0 2-180,-4 2-90,1 3 89,-6 2-89,-1 7 0,-2 4 0,1 1 0,-11 15-1145,7-7 0,1 1 1099,4-2 1,1 1 0,1 3 0,0 1 0,0 4 0,0 0-689,2 2 1,2 1 703,2-4 0,0 1 0,2-1-60,-1 6 0,2 1-706,1-9 0,1 2 0,0-2 751,2 3 0,2-1-45,2 3 0,1 0-389,1-2 1,2 2 328,3-3 0,1 1 0,0-2-220,4 3 1,0-2 189,-2-6 0,0 0 0,2-2-315,10 5 1,2-5-71,-8-7 0,0-2-470,8 4 1,2-3 933,0-7 0,2-4 1,1-3-1,2-2 0,-6-1 1,0 1-1,0-1 0</inkml:trace>
  <inkml:trace contextRef="#ctx0" brushRef="#br1" timeOffset="84219.54">17796 562 10861,'6'-13'989,"0"-7"-629,-2 7 450,0-2-451,-5 10 1,-15 10-360,6-3 90,-13 10 0,1 2-90,-8 5-424,-1 2 424,9-5 0,0 1 90,-5 5-90,5-1 0,-1 5 0,2-4 0,6-5 0,1 0-668,-12 16 1,3-2 667,10-5-45,5-5 0,2 2-45,3-2 0,3 1-90,8 16 0,5-1 135,-3-14 0,3-3 0,8 5 0,2-4 45,9-11-90,2-7 90,-8-5 0,-2-3 0,-8-2-90,-2-1 90,-3-2 444,-1 0-444,-3-2 1406,-2 0-1406,-3-1 0,-2-1 0,-4-1 0,-3-2 0,-4-1 0,-15-7 0,5 9 0,-8-2 0,11 10-90,2 1-90,3 4-450,-4 0-719,2 4-180,0 0-270,6 2 1799,5-1 0,3-1 0,0 0 0</inkml:trace>
  <inkml:trace contextRef="#ctx0" brushRef="#br1" timeOffset="84497.54">18037 776 10681,'-8'-2'270,"1"0"-90,1 1 89,1-1 271,2 0-450,5-1 0,1 0 0,6 0 0,0 0 0,0 1 0,2 0-90,1 0-90,-1 1-720,6-1-89,-6 0-630,3 0 1529,-5 1 0,-5 0 0,1 0 0</inkml:trace>
  <inkml:trace contextRef="#ctx0" brushRef="#br1" timeOffset="84723.54">17948 931 10861,'3'7'1439,"12"-1"-1169,2-4-180,7-1 0,-4-1-3367,22-3 0,-19 0 2548,17-2 0,-19-1 1,-3-1-1</inkml:trace>
  <inkml:trace contextRef="#ctx0" brushRef="#br1" timeOffset="85143.54">18640 533 11221,'0'-6'449,"1"-1"1,-1 2 0,1-1 449,0 1-719,3 9-90,-3 2 90,3 10-90,-2 1 0,-1 8 0,-1 5 0,0 6-30,-1-6 0,0 7 0,1-3-780,-1 1 1,2 0-374,-1 2 1,0 3 0,0-5 436,1-12 1,0-2-1,1 12 1,-1-15 0</inkml:trace>
  <inkml:trace contextRef="#ctx0" brushRef="#br1" timeOffset="85928.54">16498 1960 10591,'-8'-5'90,"1"0"180,0 2-90,1 0-90,-1 1 89,1 1 91,-4 2-180,0 0 90,-15 11 0,-4 13-1475,7-3 0,0 4 1340,3-2 0,1 1 0,0 5 0,2 1 0,3-2 0,1 0-45,1 1 0,1 2 45,-1 4 0,0 0-45,2 2 0,1-1 45,2-2 0,0 0-45,2 0 0,0 0 45,2-3 0,1 0-932,1 0 0,2 1 932,0 2 0,2 0-45,0-4 0,2 1 0,2 1 0,3 1 0,-1-1 0,2 0 0,2 0-30,-2-5 0,1 1 0,1-3-15,1-1 0,1-3-1049,0-3 1,0 0 958,0-3 0,2 0-135,8 3 1,0-2-326,-5-6 1,1 0 324,6 1 0,0-1-495,-7-6 1,-1-2-765,19 1 1529,-18-3 0,0-2 0,7-3 0,1-2 0,3-1 0,0 0 0</inkml:trace>
  <inkml:trace contextRef="#ctx0" brushRef="#br1" timeOffset="86470.54">17755 2249 10501,'0'-10'270,"1"1"-90,-1 1 359,-2-1 631,-11-8-990,3 8 0,-11-4-1,4 13-89,-3 3-939,-6 3 1029,-6 4-91,7 1 1,-2 2-45,6-3 0,1 2 0,-8 4 0,-1 1 0,-2 6 0,1 1 0,8-6 0,0 1-628,-1 3 1,-3 4-1,4-2 628,3-3 0,3 0-45,-6 9 0,2-1 0,7-8 0,2 0 45,0 1 0,2 0-45,1 0 0,1-1 0,2 0 0,1 0-355,1 19 355,6 0 90,6 0-90,-2-20 0,2-1 0,0 0 0,2 0-495,8 4 0,2 0 495,-5-7 0,1 0 0,12 7 0,4-2 30,-6-11 0,2-3 0,-2-1-30,0 3 0,0-1 0,11-3 0,-6-4 0,-15-7 600,-2-2-510,-3-4 1519,-3-1-1609,-2-3 0,-7-13 0,-4 5 517,-6-10-517,-8 14 0,-8-3 0,-1 1 0,4 3 0,4 2 0,-1 0-30,-12-8 0,-5-3 0,6 8-329,4 12 953,3 4-1134,2 2-90,5 2-719,8 3-450,1 0-360,2 0 2159,3 0 0,1-1 0,2 0 0</inkml:trace>
  <inkml:trace contextRef="#ctx0" brushRef="#br1" timeOffset="86728.54">18068 2612 11400,'-10'-3'630,"0"0"-270,7 1 180,-1-2-450,6-1 0,0 1 89,17-1-89,-6 2-270,11 1-179,-9 1-91,1 0-360,0 0-989,-1 0-449,-1-1 2248,-1 1 0,1-2 0,0 1 0</inkml:trace>
  <inkml:trace contextRef="#ctx0" brushRef="#br1" timeOffset="86929.54">17972 2775 11400,'4'5'360,"1"-1"-270,0-3 90,6-1 0,8-2-90,1-1-787,7-2 607,-3 1-846,14-4 936,-17 3 0,1 0 0,7-3 0,1-2 0,-1 1 0,1-1 0</inkml:trace>
  <inkml:trace contextRef="#ctx0" brushRef="#br1" timeOffset="87354.54">18660 2487 11760,'-7'-7'900,"0"0"-630,4 3-1,0 1 271,0-1-90,1 0-180,0-1-90,1-1-90,2 1 269,6-2-359,1 2 0,2-2 0,-1 2-269,2-5 179,-4 2 0,5-5 0,-7 3 0,1 0 0,-2-2 90,0 0-90,0 1 0,-1-4 90,-1 5 0,1-2-90,-1 5 90,-1 2-90,1 0 90,0 11 0,-2 0-90,2 32 90,-1-17 0,-1 2-342,1 10 0,1 1 342,-1-6 0,0 0 0,1 5 0,0 0 0,0-7 0,-1-2-45,0 0 0,1 0-315,-1-1 0,0 0-2917,-2 13 2457,2-10 1,-5 4 0,1-18 0</inkml:trace>
  <inkml:trace contextRef="#ctx0" brushRef="#br1" timeOffset="87529.54">18577 2870 11221,'-1'7'719,"0"-2"-629,9-2 90,2-4-90,2 1 0,5-3-90,5 0-360,0-1 0,2-2-1279,6-3 1,1-1-1,0 0 1,0-1 1498,1-2 1,-1-3 0,-1-4-1,-1-2 1,3-3 0,-1 0 0</inkml:trace>
  <inkml:trace contextRef="#ctx0" brushRef="#br1" timeOffset="88129.54">19694 1069 10411,'8'-8'630,"-2"1"-1,-3 3 361,0-2 449,-1 3-1349,-6 11 0,1 0-180,-7 14 0,2-3-1349,-3 4 0,-2 3 1439,3-5 0,0 0 0,-4 7 0,1 0 0,-3 7 0</inkml:trace>
  <inkml:trace contextRef="#ctx0" brushRef="#br1" timeOffset="88750.54">20676 526 11760,'-5'0'2249,"-12"10"-2069,-6 6 0,-8 4 0,4-1-180,3-3 0,0 1 54,0 1 0,-5 3 0,-2 1 0,2 1 0,7-2-99,-2 11 0,3-1 45,-2-6 0,-2-1 0,6-1 0,8 2 0,7-3-90,13-2 90,-2-7-90,16 13 90,6-6 0,-3-8 0,0 1-515,11 2 515,1-2 0,-17-9 0,-11-1 0,7 1 0,-11-3-90,-1 0-270,-1 0-564,1 1-2353,0-1 2814,0-1 1,-3 1-1,1-2 1</inkml:trace>
  <inkml:trace contextRef="#ctx0" brushRef="#br1" timeOffset="89141.54">20898 774 10771,'-7'-6'1799,"1"1"-1619,6 0 0,3 4-90,6-1 89,6 1-89,-1 0-90,5 0-90,-5 0-269,1 0-181,-2 0-2737,8 0 2904,-10 1 1,5 1-1,-10-1 1</inkml:trace>
  <inkml:trace contextRef="#ctx0" brushRef="#br1" timeOffset="89341.54">20879 931 10771,'1'9'989,"7"-1"-899,1-4 180,14-2-180,3-2-1729,6-3 1,1 0 1358,7-3 0,-6 1 0,-3-1 0,-1-3 0</inkml:trace>
  <inkml:trace contextRef="#ctx0" brushRef="#br1" timeOffset="90170.54">21697 547 10951,'9'-5'180,"-1"1"0,0 1 89,-1 0 1,0 1 360,2-2 539,0 2-719,-1 1-90,-2 2-180,-6 4 0,-3 3-91,-4 2 1,-2-1 90,-3 4-3457,-3 1 3252,-1 2-252,-1 0 367,0 0 0,3-2-90,1 0 0,3-3 0,2 0 0,1 0 0,2-1 3121,2 0-3121,2-1 458,1 0-548,3-1-90,7 5 90,0-3 0,7 4-89,-1-4 89,0-1-90,0 2 90,-3-3-3187,-2 0 2892,-2 0 205,-1 0-90,-3 4 180,-2-1 0,-3 2 0,-4-2 0,-3-1-89,-3 2 89,-2 1-180,-3 1 0,-2 0 2934,0-1-3024,1-3-90,2 0-1708,-4-1 449,6-1 1709,-1-2 0,1 0 0,0-1 0</inkml:trace>
  <inkml:trace contextRef="#ctx0" brushRef="#br1" timeOffset="90414.54">21760 666 11400,'18'-21'2159,"-4"6"-2099,10 1 0,10 0 0,-4 1-690,-6 3 1,0 0 629,9-2 0,3-2 0,-6 3 0,5-2 0,-2 1 0</inkml:trace>
  <inkml:trace contextRef="#ctx0" brushRef="#br1" timeOffset="90822.54">22330 542 11670,'-12'-12'2069,"4"3"-1799,-3 3 540,-3 7-631,4 2 1,-7 5-90,6 1 90,-5 11 0,0 5 0,-2 8-180,7 0 0,7-8-90,8 4 0,1-12-667,8 8 757,-1-8-90,3 1 90,1-1-90,-1-2 90,0-1-89,5 4-1,-8-7 0,5 15 90,-18-11-45,-12 4 0,-6 1-45,2-6 0,-2-1-990,-9 6 1,0-2-270,-2-2-1762,10-7 3111,15-8 0,2-3 0,1-2 0</inkml:trace>
  <inkml:trace contextRef="#ctx0" brushRef="#br1" timeOffset="90972.54">22294 568 11131,'0'-9'449,"0"2"91,0 0 0,0 2-270,2 1 989,25-6-1079,-6 5-90,0 0 0,1 1-1386,10 0 1206,1-1-180,0 1-450,1-1-629,-2 1-630,-4 0 1979,3 2 0,-11 3 0,1 1 0</inkml:trace>
  <inkml:trace contextRef="#ctx0" brushRef="#br1" timeOffset="91668.54">19509 2726 11580,'7'-3'720,"0"-1"-540,-2 5-90,-1-1 90,0 4 0,-2 1-90,-1 1 0,-1 2 89,-1 3-179,0 2 90,-2 2-180,-1 2-663,-3 4 214,0 1-2160,-8 11 450,5-9 2249,-4 6 0,4-7 0,0 0 0</inkml:trace>
  <inkml:trace contextRef="#ctx0" brushRef="#br1" timeOffset="92269.54">20613 2374 10861,'3'-9'450,"-1"1"89,0 3 91,-2 1-180,2-2 269,0 2 181,-1 1-630,-6 8-1,-8 6-179,-5 6 90,-7 4 0,-2 2-180,11-10 0,-1 2 60,-10 7 0,-4 3 0,4-3-946,7-5 1,1-1 885,-12 10 0,3-2 90,4-1-90,4-1 90,-1 4-90,8-7 0,-1 3 90,8-4-90,2-5 0,2 2 0,3-5 0,1 0 1861,1 0-1861,6 3 0,-1-3 0,3 2 0,-1-4 0,6 1 0,5 0 90,10 0-90,-5-3 0,1 0 0,-7-3 0,0 0 0,-1 1-3277,8 1 3072,-8-1 205,5 0-90,-10-2 0,-2 0-90,-1 0 0,-1 0-90,-2 0 0,-1-1-89,0 0 3301,-1 0-3572,0-1-989,1 0-270,-1 0-629,2 0 2518,-3-2 0,6 0 0,1-2 0</inkml:trace>
  <inkml:trace contextRef="#ctx0" brushRef="#br1" timeOffset="92625.54">21065 2631 11490,'-7'-7'2249,"0"-1"-1709,12 0-360,-2 2-90,10-1 180,2 3-360,-2 1-450,10-2 0,-9 3-359,3-2-451,-6 2-359,-2 1-449,-1 0 2158,-3 0 0,-3 1 0,0 0 0</inkml:trace>
  <inkml:trace contextRef="#ctx0" brushRef="#br1" timeOffset="92788.54">21073 2751 11311,'-3'5'899,"5"0"-539,11-4-540,13-1-1435,5-4 895,4 0-989,-4-1 1709,-6 1 0,0-1 0,-3 1 0,0-1 0,7-1 0,1 0 0</inkml:trace>
  <inkml:trace contextRef="#ctx0" brushRef="#br1" timeOffset="94660.54">21866 2317 10321,'3'-7'180,"0"-1"180,-2 4 359,1-2 91,-2 1-720,-4 4 0,0 2 90,-7 7-90,1 5-90,-4 4-764,-2 6 854,-3 4-1383,1 3 1383,-2 4 0,2 1-90,2-3 90,3 0-90,3-3 0,3-2 0,2-3 0,3-2 0,3-3-90,2 0 0,2-2 90,3 1-280,2-3 280,2-1-90,1-3 90,0-3 719,0-2-809,1-2 1468,0-1-1378,0-2 0,0-2-90,3-3 90,-4-1 0,4-5 0,-10 2 0,-1-3 0,-5 3 0,-3-1 0,-2 0 240,-5-1-240,-1 0 0,-4 1 0,-1 1 0,-2 2 0,0 1 0,1 2-90,1 1-90,1 2-180,2 1-90,2 1-449,2 0 899,2 0 0,8 1 0,2 0 0</inkml:trace>
  <inkml:trace contextRef="#ctx0" brushRef="#br1" timeOffset="95068.54">22290 2377 10861,'2'-11'539,"0"0"-179,-1 3-90,0 1 90,-1 1 270,1 1-91,-2-1-359,0 1 180,-2 1-180,-3 3 0,0 2-90,-4 3 0,0 3 0,0 2 89,-2 2-89,-7 11 0,6-5 0,-7 15 0,11-8-180,3 4 0,9 0 0,6-5-89,12 3 89,-2-9-683,3 2 683,-3-6 0,-2-2 0,-1-1 0,-2-1 90,-3-1-90,0 1 0,-3-1 90,-2 0-90,-1 1 90,-3-1-90,-1 1 90,-4 1 0,-1 1-90,-4 0 90,-4 3 0,-3 0 683,-3 1-773,-1 0 90,-1-1-412,2-2 232,2-1-90,3-3-179,2 0-91,2-2-2069,0 0 2609,3-3 0,2-1 0,3-2 0</inkml:trace>
  <inkml:trace contextRef="#ctx0" brushRef="#br1" timeOffset="95265.54">22302 2416 11041,'-7'-5'180,"0"2"-90,3-1 89,0 2 91,1-1-180,8-2 0,0 0 0,10-2-90,3 1-709,6-2 619,5-1-180,2 1-180,3-3-449,-1 1-540,2-3-1,-3-1 1440,-3-1 0,1-5 0,-3 0 0</inkml:trace>
  <inkml:trace contextRef="#ctx0" brushRef="#br1" timeOffset="95787.54">22873 392 9781,'-1'-19'630,"0"9"0,2-12-450,0 16 629,31 1-629,-10 9-284,2 3 0,4 2 329,5 10 0,1 2-750,-7-4 0,2 5 629,-6-1 1,4 6 0,2 2 0,-1 2 0,-1-1 0,-4-4-912,4 6 0,-5-3 0,2 4 822,-3-4 0,2 4 0,2 2 0,-2 0 0,-1-1 0,-4-3-469,-2 0 1,-4-2-1,-1 0 1,0 0 475,0 2 1,0 1-1,0 0 1,-1 0-315,0 0 1,-2 1 0,1-1 0,-2 1 321,1 7 0,0 0 0,-2 0-8,-2-8 1,0-1-1,0 1 1,-1 0-1,-1 0 1,1 0-1,-2 1 1,1-1-159,-1 1 0,0 0 0,0 0 1,-1 0 157,0-1 0,0 0 1,-1 1-1,-1 3-7,-1 1 0,0 3 0,-1 1 0,-1 2 0,0-1 0,-1-2 0,1-3 0,-2 0 0,0-2 0,0 1 0,-1 0 0,1 1 0,-1 4 0,0 0 0,0 1 0,0 0 0,-1-2 0,0-2-15,-1-1 0,-2-1 0,1-2 0,-1-1 0,0-3 30,-3 4 0,0-3 0,-1 0-30,1-2 0,-1 0 0,-3 2-15,0-5 0,-3 3 0,0 0 0,-1-1 0,3-2-105,-3 2 0,1-2 0,-2 2-168,1-3 0,-3 3 0,-1 0 1,1-2-1,4-5-387,-6 3 1,3-5 107,-8 6 1,2-3-649,11-11 1,2-1 1214,-16 5 0,-2-6 0,3-4 0</inkml:trace>
  <inkml:trace contextRef="#ctx0" brushRef="#br1" timeOffset="97347.54">10141 1181 9781,'-7'-8'-449,"1"0"629,4 5-1,-2-1 1,1 0 90,0 1 90,-1 0-90,1 0 0,-2 0-90,-1 1-1,-2 2-89,0 2 0,-3 3 0,-1 1 0,-3 4 0,-3 1-90,-5 8-1272,-2 3 1362,-1 6-875,11-11 1,0 0 873,0 1 1,0 1-45,-1 4 0,-1 1 0,1 2 0,0 0 0,-1 3 0,1 0-802,0 2 1,2 0 756,1-3 0,1 1 45,1 0 0,0 0 0,3-3 0,0 1 0,0 0 0,2 0-45,1 1 0,0 0-245,2 0 1,0 1 274,3-2 0,0 2 0,1-1-385,1 5 1,1-1 384,-1-4 0,2 1 0,0-1-30,4 4 0,1 0 30,1-2 0,2 1 0,0 0-294,4 5 0,1-1 264,-3-6 0,2 1 0,0-2 45,2 0 0,1-3-36,-1-2 0,2-1 36,1 0 0,1-1-184,-2-4 0,1-1 139,2 1 0,1-1 45,-1-3 0,1-1-45,0 0 0,0-1 0,2-1 0,-1-1 45,1 0 0,-1-1-45,2-2 0,-1 0 45,1-1 0,0-1-45,0-1 0,0-1 388,0-1 0,1-1-343,12-3 0,0-1 176,-10 0 1,0-1-222,11-2 0,-2-1 0,-12 1 0,0-2 30,-2-1 0,2-2 0,-2 1-30,3-3 0,-1 0 0,-3 0 0,2-1 0,-3-1 45,0-2 0,-1-1-45,5-9 0,0-1 0,-8 5 0,0-1 0,4-7 0,-2-1 45,-8 9 0,-1-1-45,3-13 0,0-1 0,-6 11 0,-1 0 45,2-9 0,-2 0-45,-5 11 0,-1 0 45,-2-13 0,-1 0 0,-1 9 0,-1 0-45,-2-10 0,-2 1-109,1 12 1,-2 0 153,-2-2 0,-1-1-45,-1 1 0,-1 0-247,-2 1 0,-2-1 1,1 1 291,-3-2 0,-2-1 0,-1 3 0,-4-2 0,-1 0 0,2 4-136,-3-2 0,-1 1 121,0 1 0,-2-1 0,2 4-30,4 6 0,1 3 0,-1 0 0,-2 0 29,2 2 1,-3 1 0,2 1 41,-6-3 1,0 1-72,4 2 0,-1 1 0,3 2 0,-3 0 0,2 2 0,-1 0 0,0 2 297,-7 0 0,0 0-297,9 2 0,1 0-45,-5 1 0,1 2-135,-6 1 0,3 4 1885,2 2-2065,4 3 0,3 3 166,3 2-525,3 1-1589,4 0-969,4-1 3398,4 7 1,6 0 0,2 6-1</inkml:trace>
  <inkml:trace contextRef="#ctx0" brushRef="#br1" timeOffset="98654.54">12609 1060 9691,'-7'-1'720,"0"0"-540,2 0 0,0 0-90,-2 1 0,1 1 0,0-1 0,0 2 0,0-1 0,-1 2-1,-1 0 1,-1 0-90,-1 2 90,-1 0 0,-1 1-90,-1 1 90,-1 1 0,-5 5-90,2-1 90,-10 13 0,9-6-45,3-2 0,1 1 45,-3 4 0,-3 9 0,2 2-461,7-7 0,0 2 371,2-7 0,0 2 90,-1 11 0,-1 5 0,2 0-1059,1-2 0,1-1 0,0 0 969,0 0 0,-1 0 0,2 4 54,0-1 0,2 5 0,-1 1 0,2-3 0,1-6-54,0 0 0,2-1-26,-1-1 1,-1 4 0,1 2 0,3-3 85,5 5 0,5-1 0,-2-5-15,-2-5 0,1-1-555,2 8 1,2 5-1,0-9 600,7 2-90,2-2-263,1-3 263,3-2 0,0 0 1267,2-3-1267,0-1 0,1-3 90,2-2-90,2-2 0,3 0 89,1-2-89,1-2 45,-11-5 0,1-1-45,-8-3 0,1 1 0,15 2 0,0-1 0,3 0 0,-13-3 0,1 0 45,7-1 0,-2-1-45,-10 0 0,-1 0 0,12 0 0,0 0 0,1-1 90,1-1-90,-3-1 0,2-1 0,-12 0 0,0-1-321,13-1 0,-2-1 321,5-3 0,-1-2 1240,-2-1-1240,0-3 570,0-2-570,-2-1 45,-10 4 0,0-1 405,0-2 1,2-3-451,0-5 0,2-3 0,-1 2-388,-2 0 0,-1 0 388,-4 2 0,1-2 0,-4 2 0,2-11-637,-2-1 726,-2-1-89,-5 10 0,-2 0 90,4-14-90,-5 14 0,-1 0-1614,0-10 1704,-1-5-90,-1 3-679,-1 6 1,0 0 723,-1 7 0,-1 1 326,0-9 1,0-1-372,0 10 0,-1 0 45,0-1 0,0 0-447,-1 1 1,1-1 401,0 1 0,-1 0 45,0-1 0,-1 0 341,0 1 0,0 1-341,0-1 0,-1 1-45,-1-2 0,0 1 45,0 1 0,-1 0 0,-1-1 0,-1 0 386,0 2 0,-1-1-386,0 1 0,-2 0-45,-1 0 0,0 1 0,-2 1 0,0 0 45,-4-2 0,-1 0-45,-1 2 0,-2 1-358,-2-3 1,-1 2 357,-1 0 0,-1 2 0,-1 0 0,-1 1 0,3 2 0,-1 1 0,-4 0 0,1 1 45,3 2 0,0 2 118,-2-2 1,-1 2-164,2 2 0,-1 1 0,2 2 0,-3 0 0,1 1-219,-5 0 0,0 0 219,4 2 0,-2 0 0,2 1-45,-4 0 0,2 2 0,-3 0 0,-2 1-345,0 2 0,-3 1 0,3 0-15,-2 1 1,1 1-46,3-1 0,-2 1 1,5 0-541,7 1 1,1-1-361,1 1 1,1 1 1451,1 0 0,-1 0 0,-7 6 0,-1 1 0,-1 1 0,0 0 0</inkml:trace>
  <inkml:trace contextRef="#ctx0" brushRef="#br1" timeOffset="106080.54">10479 1968 9152,'-7'4'270,"0"-1"449,2-2-179,0-1-540,5-5 90,0 2-90,5-4 0,-2 2 0,5-3 0,0 1 0,5-5 0,1 0 0,4-2 90,6-5-1466,3-3 1376,4-3-752,-13 12 1,-1-1 796,2-1 0,-1 1-45,3-3 0,1 0 45,0-2 0,1 1 0,1-2 0,3-1-16,-3 2 1,3-2 0,-1 1-863,4-3 0,0 0 833,-5 3 0,2 1 0,-1-1 60,-2 1 0,-1 0 0,-1 2-60,3-2 0,-1-1 45,6-4 0,-1 0-973,-10 9 0,-1 1 928,-2 0 0,0 1 89,13-9 167,-5 2-166,-4 5 661,-4 0-661,-3 4 90,-3 1 1344,-2 2-1524,-1 1 3066,-1 1-2976,-2 1 955,1 1-1045,-2 0 390,0 1-390,0-1 90,-1 1-90,2 0 90,-1 0-180,0 0-2429,0 0 810,-6 0 1709,1 0 0,-7 1 0,2 1 0</inkml:trace>
  <inkml:trace contextRef="#ctx0" brushRef="#br1" timeOffset="106505.54">11327 1119 8972,'-8'0'899,"1"-1"91,2 1-900,19 0 0,3-2-90,10 2 0,-7-3 90,-9 1-90,-1 1 90,1-1-90,0 0 90,-2-1-1,0 3 1,-5 1 0,-1 4-90,-3 1 0,-3 4 0,-2 1 90,-1 2-90,-7 12 90,3-3-749,-4 8 659,3-7 0,2-2 0,0-2 0,2-2-180,1-1 0,1-2-269,-1-1-181,3-2-719,-1-1-90,3-2 1439,0-1 0,0-1 0,1 0 0</inkml:trace>
  <inkml:trace contextRef="#ctx0" brushRef="#br1" timeOffset="108623.54">12969 2054 8252,'-6'-4'2789,"0"0"-2519,5 0-181,1-2 1,1 1-90,1 0 90,-1 0 0,2 1 0,1-6 0,1 2 0,1-5-90,-1 1 90,1-2-447,1-5 357,2-3 90,1-9-90,1-2 44,-2 5 1,0-1-699,-2 6 0,1 0 654,1-9 0,1 0 0,-4 9 0,0-1 45,4-12 0,0 0-45,-4 8 0,1-1 0,2-7 0,0 0-837,-3 10 1,-1 2 836,0-1 0,1 1 0,-1 0 0,0 1-111,-1 0 1,1 1 110,-1 0 0,0 0 0,3-17-705,-1 1 705,0 4 0,0 0 0,0 0 0,-1 1 868,2 1-868,-1 0 0,0 2 342,-1 0-432,1 1 90,-1 1 0,1 1 0,-1 4 0,0 2-22,0-1 22,-3 7 1209,2-1-1209,-3 7 49,1 0-49,0 3 1546,0-3-1636,-1 4 453,0-3-363,0 4 0,0-2 0,0 2 0,0-3 0,0 2 90,-1 0-90,1-1-90,-1 1-989,0-1-720,-2 2 1799,-1 0 0,0 2 0,-1-1 0</inkml:trace>
  <inkml:trace contextRef="#ctx0" brushRef="#br1" timeOffset="109127.54">13284 539 9062,'-4'8'360,"1"1"-270,1-2 0,0 0 89,-5 10-89,2-5 90,-11 23 0,1-10-90,-4 9-90,7-13 90,2-4-90,8-11 0,-2 1 90,2-4-90,8-8 0,1-3 0,15-16 0,-5 5-1639,2-4 1,1-1 1433,-2 4 205,1-2 0,0 1 0,-6 9 0,5-5 0,-9 13 90,2 28 0,-7-10-90,1 9 0,0 1 0,-1-6 0,3 11-90,0-7 3302,-1-6-3842,3 8-539,-3-13 180,0 3 989,-1-6 0,1 3 0,1 0 0</inkml:trace>
  <inkml:trace contextRef="#ctx0" brushRef="#br1" timeOffset="109854.54">13005 2043 8972,'-6'2'719,"0"0"-629,10 1 450,11-5-180,15-2 0,8-3-241,-5 2 1,3-1 0,0 0-768,-2 0 1,1 0 0,2 0 700,-4 1 1,3 0 0,1 0 0,-2 0 0,-4 1-1257,10-1 0,-3 0 1225,-7 2 1,2-1-1,0 0 1,-4 0-23,2 1 0,0 0-238,6-1 1,5 1 0,-4-1 192,-1 1 0,-1-1-615,-2 2 1,3-1-1,-9-1 660,-7-1 0,-16 2 0,-16-2 0</inkml:trace>
  <inkml:trace contextRef="#ctx0" brushRef="#br1" timeOffset="110272.54">13131 1799 9152,'-9'-4'1259,"8"9"-1169,2 0 180,15 22-270,-8-11 90,6 11-90,-9-15 0,0 0 0,-1 1 0,0-2-90,-1 1-3148,-1 15 3238,-1-13 0,-2 14 0,-1-16 0</inkml:trace>
  <inkml:trace contextRef="#ctx0" brushRef="#br1" timeOffset="110798.54">13326 1628 9602,'0'-8'1349,"-2"0"-1259,-3 13 90,-1 8-3457,-4 22 2482,3-8 1654,2 4-769,3-10-90,1-5 0,1 4-90,2-1-89,3-3 89,3 3 0,-1-8 0,2-3 3366,0-4-3430,8-7 154,-6-2-90,0-18 0,-24 8 0,3-1-1979,-18 16 2069,17 5 0,-4 3 0,9-2 0</inkml:trace>
  <inkml:trace contextRef="#ctx0" brushRef="#br1" timeOffset="111158.54">13536 1646 9512,'-7'-15'1619,"2"9"-1529,-4-2-90,3 10 179,-1 6-89,2-1-90,-1 3 90,3-1-90,0-1 90,2 2-90,0-1 0,1 1 90,2-2-90,5 11 0,-1-8-90,7 11 0,-5-13 0,2 3 90,-3-4 0,0-1-90,-1 1 1,1 3 89,-3-3-90,-7 11 90,-2-10 0,-7 6-90,4-7 90,-1-2 0,0 0-90,1 0-90,1-2-900,-3 1 1080,4-3 0,-2-2 0,3-2 0</inkml:trace>
  <inkml:trace contextRef="#ctx0" brushRef="#br1" timeOffset="111364.54">13527 1660 9871,'2'-6'360,"0"1"-180,0 1-90,2-1 270,5-3-270,0 1 0,4-3 269,15-4-3636,7-4 3129,-6 4 1,-2 0-1,-23 11 1</inkml:trace>
  <inkml:trace contextRef="#ctx0" brushRef="#br1" timeOffset="112115.54">10481 2066 9871,'-7'1'1709,"12"-2"-1259,35-8-360,-6 3 0,5 0 0,-1-1-1183,-8 2 1,-1 0 0,2-1 541,1 1 0,3 0 0,-1-1 1,-4 2 550,4 0 0,-4 0-263,5 0 1,0 0 262,-3 1 0,0 1 60,0-1 0,-1 0-15,0 1 0,0 0-45,-1 1 0,0-1 0,-1 0 0,-1 1-45,-1 0 0,-1 1-45,3-1 0,1 0-136,3 1 0,-1 0 46,-10 0 0,-1 0 685,17 1 1,-41-2 0,-5 0 0</inkml:trace>
  <inkml:trace contextRef="#ctx0" brushRef="#br1" timeOffset="112508.54">10644 1887 10501,'3'15'270,"-2"-3"-180,3 4-90,-3-6 0,1 1 0,-1 0-90,0 0-90,0 0-360,-2 5-1079,-1-1 720,0 0 79,-1-2 1,-2 0 0,1 0 0</inkml:trace>
  <inkml:trace contextRef="#ctx0" brushRef="#br1" timeOffset="113032.54">10821 1797 9242,'-3'0'719,"0"3"-719,-4 7 0,2 0 0,1-3 90,0 1-90,0-1 0,0 0 0,1-1 0,1 0 0,-2 1-90,2-1-90,-1 2 1,3-4 89,2 1-90,2-3-90,3 0 180,-2-1 0,3 0 0,-4-1 0,0 1 0,1 1 90,-1 0-90,0 0 0,-2 4 0,-8 9 180,3-4-180,-14 14 90,11-17-539,-8 9 539,8-11 0,0 2 0,2-5 0</inkml:trace>
  <inkml:trace contextRef="#ctx0" brushRef="#br1" timeOffset="113248.54">10823 1845 8792,'2'-8'450,"-1"1"-360,2 4-90,3-3-180,-1 2-90,2-2-720,-2 2 990,2 0 0,3-3 0,2 0 0</inkml:trace>
  <inkml:trace contextRef="#ctx0" brushRef="#br1" timeOffset="113620.54">10951 1786 9602,'-2'9'269,"1"-1"-179,-3-2-90,1 0 90,0 1 0,-3 7-90,3-3 90,-3 3-90,4-6-90,0 0 90,0-1-90,1 0 0,1 0-90,0-1 1,1 0-361,4 4 450,-1-5-90,2 3-90,-1-3 180,-1-1 0,0 0 90,-1-1-180,-1 0 180,-1 2 0,-1 0-90,-1 0 90,-3 2 0,1-2 0,-2 1 0,0-1 0,0-1 0,0 0-90,1 0 0,-1 0-89,1 0-181,0-1-540,0 0 900,-1-2 0,3 0 0,0 0 0</inkml:trace>
  <inkml:trace contextRef="#ctx0" brushRef="#br1" timeOffset="113839.54">10914 1836 8162,'12'-14'22,"-2"2"1,3-1 0,-5 5-1</inkml:trace>
  <inkml:trace contextRef="#ctx0" brushRef="#br1" timeOffset="114081.54">11007 1682 9062,'5'-4'0,"-1"0"0</inkml:trace>
  <inkml:trace contextRef="#ctx0" brushRef="#br1" timeOffset="140548.54">22539 885 9242,'4'5'180,"1"-1"-180,0-4 0,-2 1 0,-1-1 0</inkml:trace>
  <inkml:trace contextRef="#ctx0" brushRef="#br1" timeOffset="141066.54">22809 732 8162,'-6'4'900,"3"3"-630,5-5-180,4-1 0,0-4-90,1-2 90,-1 0-1,0 0-89,0-3 90,3-6-90,-2 3 90,4-12-90,-5 10 0,1-6 90,-3 7-90,-1 0 0,1 2 0,-1 0 0,0 2 0,-1 1 90,-3 17-90,0-1 0,-3 22 0,4-11-547,-2 9 547,2-7-309,-1 0 309,2 0-225,0 5 0,0 0-1214,0 4 890,0-5 1,0-3 548,-1-6 0,-1-3 0,1 0 0</inkml:trace>
  <inkml:trace contextRef="#ctx0" brushRef="#br1" timeOffset="141286.54">22789 1027 9422,'7'4'989,"14"-2"-899,-8-2 90,15-1-180,-9 0-360,11-2-180,-7 1-2737,6-1 2144,-12 0 1299,-2-1 0,0-3 0,0-1 0</inkml:trace>
  <inkml:trace contextRef="#ctx0" brushRef="#br1" timeOffset="142006.54">21794 596 9332,'3'-6'2968,"-8"5"-2878,0 2 90,-7 4 0,0 2-90,-3 1 90,-11 11-90,4-2-1,1 1 1,-2 3-861,5 0 1,-1 1 0,2 0 815,-3 1 0,1 0 234,-6 9 1,2 2-190,10-5 0,4 2-180,6-3 0,3 1-225,3 10 1,3-1 134,2-14 0,4-4-1459,13-2 1,1-7 1286,-5-6 0,0-2 0,1-2 0,1-6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9:27.227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7873 4437 5734,'-2'-7'67,"0"0"-44,-2 0 67,2 2-90,-2-1 90,0 1 0,-5 0-90,4 2 89,-22 1-89,12 3 90,-10 1-684,11 1 594,-3 0-1553,-2 2 1,-1 2 1552,-6 0 0,2 2 0,-5 3 0,4-2 0,7-1 0,1 0-1024,-11 5 1,0 0 1023,1 3 0,3 0-264,3 1 1,1 2 263,6-7 0,0 2 396,-4 3 1,0 5-367,6 4 0,1 5 0,2-4-30,1-7 0,1 1-295,-3 11 1,0 6 0,2-3 294,6-3 0,3 0 0,1-5 0,2 2 0,0 1 0,-1-2 8,0-2 1,-1-2-1,3 3 10,3 2 0,2 5 0,3 1 0,-1-3 0,-1-5-18,4 3 0,1-3 0,0 4 0,2 3 0,-1-6 295,-3-9 1,0-4-296,-2-1 0,2 0-236,5 2 1,3 1 0,-2-1 235,-2 0 0,1-1 57,4 2 0,5 1 0,0 0 0,-4-4-12,-6-4 0,0-2-45,5 3 0,3 2 0,-4-3 1766,7-1-1766,-8-6 0,-1-1 0,12-1 530,-9-8 1,4-4-1,-4 1-530,11-8 0,-6-1 0,-1-1 0,-8-2-1339,-1-4 1339,-4 5 0,-1-4-607,1-3 1,-1-3-1,-1 1 607,3-3 0,-1 0-23,-3 5 0,0-3 0,-1-2 23,-3-1 0,-2-2 0,-1-1 0,0 6 0,0-1 0,-1-1 11,-1 5 0,1-4 0,-1-2 0,-1 1 0,-2 4-11,-2 2 0,-3 3 0,-2-2 22,-4-3 1,-4-3-1,0 0 1,1 2-23,3 1 0,0 3 0,-4-2 0,-3 3 0,-5-1 0,-2-2 0,-2 2 0,2 2 0,3 3-198,-1 2 1,1 4 0,-2-2 197,0-1 0,-4-2 0,-1 0 0,1 0 0,3 4 498,-2 2 0,3 2 1,-2 0-499,-6 0 0,-2 0 0,3 1-703,1 0 1,2 2 657,-5-1 0,2 3 767,9 5 1,4 2-723,1 0 0,-18 3 0,25-1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7:15.25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3001 8933 9691,'3'-7'-449,"0"1"629,-1 3-90,1-1 89,0 1-89,0 0 0,2 2 0,1-1 0,1 1 0,2 1 90,3-1-90,5 1 180,20 0-90,-3-1-1264,-7 1 0,1 0 1174,-4 0 0,0-1-45,3 1 0,2 0-346,1-1 0,1 0 346,5 0 0,0-1 0,3 1 0,0-1-535,-11 1 1,0 0 0,3 0 534,1-1 0,3 1 0,1-1 0,-3 0-628,4 1 0,-1-1 0,2 1 605,-2-1 1,2 0-1,1 1 1,-3-1 108,2 0 1,-3 0-1,3 0-95,-6 1 0,2 0 0,1-1 0,-1 1 0,-1 0-301,1-1 1,-1 1-1,-1 0 1,3-1 282,-1 1 0,2 0 0,1 0 0,-1-1 0,-2 1-128,0 0 1,-1 0-1,-1 0 1,0 1 131,2-1 1,-1 1-1,1 0 1,0 0 30,5 0 0,0-1 0,0 1 0,0 0-31,-3 0 1,0 0-1,0 1 1,1-1-145,-2 0 0,1 1 0,1-1 0,-1 0 1,0 1 121,-2-1 0,0 1 0,-1-1 0,1 1 0,1-1 18,2 1 0,1 0 0,0 0 0,0-1 0,0 1 0,1 0 0,-1-1 0,1 1 0,-1 0 0,1 0-18,-1-1 0,0 1 0,1-1 0,-1 1 0,1-1 0,-1 1 0,1-1 0,-1 0 0,2 0 0,1 0 1,-2 0 1,2-1 0,1 1 0,0-1 0,1 1 0,-1-1 0,-3 0-2,0 0 0,-1 0 0,-1 0 0,-1 0 0,2 0 0,1 0 11,-3 0 0,1 0 0,1-1 1,1 1-1,-1 0 0,0-1 1,-1 1-1,-2-1 4,2 1 0,-1-1 0,-1 0 0,0 0 0,-1 0 0,1 0-15,1 0 0,-1 0 0,1 0 0,0-1 0,-1 1 0,1 0 15,0-1 0,0 1 0,0-1 0,0 1 0,0-1 0,0 1-1,0-1 0,-1 1 0,0-1 0,0 1 0,2-1 0,1 0 8,-1 0 1,1 1-1,2-1 1,0 0-1,0 0 1,0 0 0,-1 0-1,-1 0-22,3 0 0,-1 0 0,-2 0 0,1 0 0,0 0 0,3 0 0,-6 1 0,2-1 0,0 0 0,1 0 0,0 0 0,0 0 0,0 0 0,0 0 11,-2 0 0,1 0 0,0 0 1,0 0-1,-1 0 0,0 0 1,-1 0-1,-1 0 4,4 0 0,-2 0 0,-1 0 0,0 0 0,1 0 0,2-1-15,0 1 0,2-1 0,1 1 0,0-1 0,0 1 0,-2-1 0,-2 1 18,1 0 0,-1-1 0,-2 1 0,0 0 0,0 0-17,1 0 0,-1 0 0,0 0 0,0 0 0,-1 0-1,4 0 0,1 1 0,-2-1 0,1 0 22,-2 1 1,0-1 0,0 0-1,-1 0-22,-2 1 0,-1 0 0,0 0 0,0-1 22,0 1 1,0 0 0,0-1-1,0 1-22,-1-1 0,0 1 0,0-1 0,3 0 18,0 1 0,2-1 0,1 0 0,0 1 0,-3-1 4,0 1 1,-2 0 0,0 0-1,1 0-22,0 0 0,2-1 0,0 1 0,-2 0 0,-1 0 0,5 1 0,-2-1 0,-1 0 30,1 1 0,-1-1 0,0-1-30,-1 2 0,-1-1 0,1-1 22,-2 1 1,2 0-1,0 0 1,-3 0-23,-1 0 0,-1 0 0,0 0 0,7 0 0,2-1 0,-5 1 0,-4-1 0,-3 1 303,0 0 0,-1 0-303,-3 0 0,-2 0 1228,18-2-1228,-10 2 0,-5-1 90,-5 2-90,-5 0 1968,-2-1-1968,-1 1 2899,-2 0-2899,0 0 1739,-1 1-1739,-1-1 202,-1 1-113,2-1 1,-1 0 0,-1 0 0,1 1-90,-2-1 90,1 1-90,0-1 90,0 1 450,0 0-180,-1-2-360,0-4 0,-3-3 90,1-8-90,-3 1 0,0-4 0,-1-7 0,-1 0-415,-1-9 415,2 13 0,0-2-413,-1-2 0,0-1 413,1 0 0,-1-4-30,0-5 0,0-6 0,0 2 30,0 12 0,1 0 0,0 0-798,0-10 1,-1-3 0,0 4 752,1-2 0,0 3 45,0 10 0,1 1 0,0-1 0,0-1-45,1 1 0,-1 0 45,0-1 0,1 1 0,0 0 0,-1-1-461,2-11 0,0-1 461,-1 11 0,1-1 0,0-9 0,0 1 0,1 12 0,-1 2-45,0-1 0,0 1 45,1 0 0,0 1 0,0-6 0,0 0 0,0 7 0,-1 1 0,0-5 0,1 1 0,-2-8-45,0 9 0,1 0 45,-1-6 0,0-9 4,0 22-4,1 3 0,-2 0 0,1 3 530,-1 0-530,1 1 0,-1 1 0,0 1 2284,0 1-2374,-1 0 90,0 1 1238,0 1-1238,0 0 409,-2-2-409,-1 2 0,-2-1-90,-8 0 90,1 2 0,-24-6 0,7 5-856,7 1 1,-2-1 855,4 3 0,0 0-879,-3-1 0,-1 0 879,-2 0 0,-1 1 0,0-1 0,-1 0 0,-6 1 0,0-1-1028,-1 0 1,-1 0 1027,10 0 0,-1 1 0,0 0 0,-1-1 0,1 1 0,-3 0-413,-1-1 0,-3 0 0,0 1 0,1-1 413,-3 1 0,2-1 0,-3 1-156,3-1 1,-3 1-1,1-1 1,1 1 155,-1 0 0,2 0 0,0 0-133,-2 0 0,1 0 0,-2 1 133,1-1 0,-1 0 0,-2 1-35,7-1 0,-3 1 0,-1-1 0,0 1 0,3-1 35,-2 1 0,2 0 0,0 0 0,-2-1 0,4 1 0,-2 0 0,-1 0 0,-1-1 0,2 1 0,1 0-23,-7-1 1,2 1 0,0 0-1,-1 0 23,5 0 0,0 0 0,-1 0 0,0 0 0,0 1-18,0-1 0,0 0 0,0 0 0,0 0 1,-1 1 17,2-1 0,-1 1 0,0-1 0,0 1 0,0 0 0,-1-1 0,1 1 0,0 0 0,0 0 0,-1 0-18,1 0 0,-1 0 0,1 0 0,-1 0 0,0 0 18,0 0 0,0 1 0,0-1 0,0 0 0,0 0 0,0 0 0,-1 1 0,1-1 0,0 0 0,-1 0-18,0 1 0,1-1 0,-1 1 0,0-1 0,0 1 18,0-1 0,1 1 0,-1-1 0,0 0 0,1 1-18,-1-1 0,1 1 0,0 0 0,-1-1 0,-2 1 18,3 0 0,-1 0 0,-2 0 0,-1 0 0,1-1 0,1 1 0,2 0 0,-5 0 0,1 0 0,1 0 0,-1 0 0,-1 0-13,5 0 0,-1 0 0,-1 0 0,-1 1 0,1-1 1,2 0-1,1 0 13,-1 0 0,2 0 0,1 0 0,-1 0 0,-2 1 0,-1-1 0,-1 0 0,-1 1 0,-1-1 0,1 0 0,2 1 0,-2-1 0,2 0 0,1 0 0,-1 0 0,-1 0-15,0 1 0,0-1 0,-2 1 0,1-1 0,1 1 0,2-1 15,-5 0 0,2 0 0,2 1 0,-2-1 0,6 0 0,-1 0 0,1 0 0,-1 0 0,2 1 0,-2-1 0,0 0 0,1 0 0,0 0 0,-4 0 0,-1 0 0,0 0 0,1 0 17,0 0 1,0 1-1,0-1 1,1 0-41,2 0 1,1 0-1,0 0 1,-1 0 22,-2 0 0,0 1 0,-1-1 0,2 0 0,3 0 0,0 0 0,2-1 0,-2 1 0,2-1 0,-1 1 0,0 0 0,0 0 0,1-1 0,-1 0 0,1 1 0,0-1 0,-10 1 0,0-1 0,0 1 0,1-1 0,0 0 0,0 1 113,0-1 0,1 0 1,0 0-114,1 0 0,1 1 0,-1-1 0,1-1 0,1 1 0,0 0 71,1-1 0,1 1 0,0 0-71,1 0 0,0-1 0,0 0 0,2 1 0,1-1 0,0 0 0,-11 0 0,1 0 0,-2-1 0,0 0 0,10 1 0,-1-1 0,2 1 0,-8-1 0,-1 0 0,3-1 0,-4 1 0,5-1 0,4 2 0,1-1 0,-8-2 0,0 0 561,14 2 0,1-1-561,1 0 0,1 0 0,-17-2 0,2-1 0,7 1 0,0 1 0,5 0 0,3 0 1879,5 1-1879,2 1 0,3 0 1395,-2-1-1395,5 2 0,-2-1 2569,5 2-2569,1-1 514,0 0-514,-3-1 0,2 1 0,-2-1 0,2 1 0,0 1 0,1-1 0,-1 1 0,1 1 0,0-2 0,0 1 0,0-1 0,0 3 0,2 2 0,0 4 0,-1 1 0,1 1 0,0 1 0,0 3 0,-2 6 0,1 2 0,-5 16-1639,3-7 1,-1 1 1580,2-6 1,0 1 57,-1 0 0,1 3-534,-1 2 1,0 3-1,0 0 564,1 2 0,-1 1 0,1-1-610,-1 2 1,1 1 0,0-1 579,0-1 0,1 0 0,0-2 0,1 3 0,1-1-504,-1 1 1,0 0 503,1-1 0,1-1 0,-1-2 0,1-1 0,0-1 0,1 0 44,-1 0 1,1 0-45,0-1 0,1-1 486,-1-1 1,1 1-487,0-3 0,0 1-45,0-2 0,1-1 45,-1 0 0,1-1 0,0-3 0,0-1-90,1 20 0,1-6 0,-1-2-90,1-2 974,-1-3-1154,1 3 180,-3-9-179,2 10 89,-2-16 2158,0 3-2247,0-9 2623,0 0-2714,-1-2-90,0 0-376,0-1-973,0-1 1988,1-1 0,-1-2 0,0 0 1</inkml:trace>
  <inkml:trace contextRef="#ctx0" brushRef="#br0" timeOffset="4166">2656 5142 7263,'-9'-5'270,"2"0"-180,3 2 0,1 0 89,0 0 1,-2-2-90,2 1 270,0-1-180,0 0 0,1 1 180,-1 0-180,1-1 179,-1 2-179,0-1 90,1 1 0,-2 0-270,11 1 0,0 0 90,11 2-90,5-2 0,7 0 0,10-2-519,-18 2 1,0 0 518,2-1 0,3 0-861,11-2 1,4-2 890,-7 1 0,1 0 0,0 0-30,0 0 0,-1 0 0,0 0-816,4-1 0,1 0 0,-3 0 816,-9 1 0,-1 1 0,0 0-308,0 0 1,0 0-1,2 0 308,9-3 0,4 1 0,-3-1 0,-9 3 0,-1-1 0,2 1 22,4-2 1,4-1 0,0 1-1,-3 0-22,0 0 0,-1 2 0,-1-1-190,3-1 1,-1 1 0,-1 0 189,-6 1 0,-1 0 0,-2 1 0,1 0 0,-1 1 0,6-3 0,-1 1 0,-9 2 0,-1 1 0,4-2 0,-3 0 773,0 2-683,-5-1 2049,-4 1-1959,-2 1 1418,-1 0-1508,-2 0 2346,-1 1-2346,-1 0 380,-2 0-290,2 0-90,-2 0-270,2-1-629,-1 1-271,-1 0 1080,0 1 0,-2 3 0,-1 1 0</inkml:trace>
  <inkml:trace contextRef="#ctx0" brushRef="#br0" timeOffset="5076">5953 5081 9422,'-16'-4'-180,"-2"-2"450,1 0 629,-3 0-719,26 5-90,-3 0 0,25 2-45,-4-1 0,0-1-1004,-1 2 1,1-1 1003,9-1 0,3 1 15,-8-1 0,2 0 0,-1 0-1424,10 0 1,0 0 1393,-5 0 0,1 0 0,3 0-8,1 0 0,2 1 1,2-1-1,0 1-136,-5 0 1,0-1 0,1 1 0,1 0 0,3 0 135,-8-1 1,2 1-1,2 0 1,0 0-1,1 0 1,-2 0-1,0-1 1,-3 1-23,6 0 0,-1 0 0,-2 0 0,0 0 0,0 0 71,3 0 1,1 0 0,0 1 0,-5-1 0,-6 1 333,-1 0 0,-5 0-855,-1 1 0,-2 0-2775,1 0 3225,-15 0 0,-3-2 0,-4 1 0</inkml:trace>
  <inkml:trace contextRef="#ctx0" brushRef="#br0" timeOffset="10466">10584 10778 8072,'-3'-9'360,"0"2"-180,-1 1-90,0 1 90,-1 0 0,0 0-90,-2 0 90,-1 2 0,-2-1-1,-1 2-89,-1 0 90,-2 1-90,-1 1 0,0 0 0,-3 3 0,-3 2 0,-15 13-1411,5 0 1366,9-3 0,2 1-781,4-1 0,1 0 781,-3 3 0,1 3-45,0 1 0,0 1 45,-1 5 0,1 2-1165,0 1 0,2 1 1120,-1 1 0,2 1 45,1 2 0,0 0-45,2 1 0,0 1-162,2 0 0,1 2 192,2-4 0,2 2 0,0-2-283,1-7 0,2-2 1,-1 1 282,1 8 0,0 2 0,2 0-30,3-4 0,1 0 0,1-2 0,0 6 0,3 0 0,-1-7 0,1 2 0,1-4 209,1-4 1,2-2-210,8 10 0,3-3 0,-6-10 0,0-2 486,7 5 1,1-3-487,-6-9 0,0-2 0,1-1 0,0-1 0,1-2 0,1-1 45,-1-2 0,2-1-45,0-1 0,1-2 0,0-2 0,0-1 0,1-2 0,-1-1-427,4-2 1,-1-2 471,0-2 0,0-1-45,2-2 0,0-1 0,-2-1 0,0-2-101,-4 1 0,1-2 0,-2 1 101,1-2 0,0-1 0,-5 4 0,1-2 0,-3 2-31,-2-2 0,-2 1 76,-1-1 0,0-1-45,-2 0 0,-1-2 0,1-12 0,-3-1 0,-3 8 0,-1 0-232,-1-10 0,-2 1 277,-5 7 0,-1 1-45,-3-1 0,-1 0 0,-3-2 0,-2 0 0,-2 1 0,-1 0-45,-2 1 0,-2 1-42,-3 0 0,-1 0 87,0 3 0,-2 0-45,-1 1 0,-4 1 45,3 5 0,-4 0 0,1 2 0,7 4 0,1 1 0,-4 1 0,-5 0 0,-5-1 0,0 2 0,3 2-30,3 3 0,3 3 0,-2 0 7,2 1 1,-3 0-1,1 1 1,1 2-297,0 2 0,2 2 1,-1 1 198,1 0 0,0 1 0,1 1-120,0 1 0,0 0 0,1 2-178,-11 5 0,1 2-257,4 0 0,0 2 675,4-1 0,0 3 0,-1 5 0,0 2 0,1 0 0,0 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9:42.091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11245 8874 5737,'-7'-5'25,"2"1"-20,0 1 1,2 0 5,0 0 9,-1 1 90,0 1-110,8 7-3212,16 5 3212,-1 1 37,8-2 1,8-1 0,-1-1 7,-3 0 0,1 0-794,2 0 0,3 0 0,-3 0 794,-1 0 0,0 0-148,-8-1 0,1-1 1,5 2 132,-1-1 0,3 1 0,4 1 0,0-1 0,-1 1 0,-3-1 280,1 0 0,-3-1 1,1 1-1,6 0-302,-8-1 0,3 0 0,4 1 0,3 0 1,1 1-1,0 0 0,0-1 0,-2 1 0,-2-2 1,-4 0-1,-4-1-452,6 1 0,-6-1 0,-1 0 1,4 0 443,1 1 0,5 0 0,3 1 0,0 0 0,-2-1 0,-4 0 0,-7-2 45,6 2 0,-6-2-45,-1 0 0,0 0 134,7 1 1,2 1-135,-8-3 0,1 1 0,-1-1-206,4 1 0,-2 0 206,1 0 0,-1-1 969,-10-2 0,-3 0-969,0 0 0,13 1 2719,-24-2-2629,1 0-1,4 0-89,-4 0 2394,5 0-2394,-6 0 90,1 0-90,-12-6 0,3 2 0,-8-3 0,4 2 0,-1-10 0,2-4 0,2-4-45,0-6 0,0-2-1594,1-1 1,1-2 1599,2 7 1,1-1 0,1-4 8,1 4 0,1-3 0,0-2 0,1-2 0,0 0 0,0 0-141,0 0 1,0 0 0,0-2 0,1 1-1,-1-1 1,0 0 0,0 0 157,1 0 0,-1-1 0,1 0 0,-1 1 1,0-1-1,1 2 0,-1 0-305,0-1 1,1 0 0,-1 1 0,1 1 0,-2 2 0,0 4 317,-1 0 0,-1 3 0,0 0 0,1-10 0,0-2-199,-1 2 0,-1-3 1,1 3 198,-1-1 0,1 1 198,-1-3 1,0-4 0,0 10-289,-1 8 281,0 3 0,0 2-191,-1 9 0,0 2 0,0-3 0,0 2 2093,0-4-2093,-1 9 0,-1-7 0,1 7 3130,-2-5-3130,-3 1 0,2 2 0,-3-1 0,3 4 0,-10-3-1255,-8-1 0,-2 0 1255,4 1 0,0 0-88,-9-1 0,-6-2 88,4 4 0,-6-2 0,-2 1 0,0 0 0,6 1 0,4 1 0,3 0 0,-4-1-369,1 1 1,-5-1 0,-3-1-1,0 0 1,4 1 0,4 1 368,-8-1 0,5 1-608,-3 0 1,-1-1 607,6 1 0,-1-1 0,-2 0 0,2 1 0,-3-1 0,1 0 0,0 0 0,-3-1 0,1 0 0,-3 0 0,7 1 0,-3-1 0,-1 1 0,3-1 0,4 2 0,-4-2 0,4 2 339,-9-2 1,3 1-340,1 1 0,4 2 0,0 0 0,4 0 1944,14 2-1944,-20-2 104,12 1 0,-1 0-149,-5 0 0,0 0 45,6 0 0,0 1 0,-13 0-1498,13 0 1498,2 1 0,3-1 2268,7 0-2268,-17 1-90,8-1 90,-9 1 0,15-1 0,-5 0 0,6 0 0,-11 1 0,1 0 0,-7 1 2578,4 0-2578,3 0 0,9-1 0,-17 4 0,14-4 0,-11 4 0,15-4 0,0 1 0,1 0-90,2 0 90,1 3 0,-1 14 0,-1 8 0,1 4 0,-1 6 0,1 2 0,-1-1-645,0-2 1,1-1-1,-1 0 1,0 4 644,1-5 0,-1 4 0,1 1 0,0-1 0,0-1 0,0-3-567,1 0 0,-1-3 0,1-1 0,0 0 567,-1 0 0,0-1 0,0 2 0,0 3-152,1-3 0,-1 4 0,0 3 0,0 0 0,0 0 0,1-3 1,0-3 151,-1 1 0,2-4 0,-1 1 0,0 6 0,1-8 0,0 5 0,0 4 0,-1 2 0,1 1 0,-1 1 0,1 0 0,0-2 0,1-3 0,-1-3 0,2-4 0,0 7 0,1-7 0,0 0 0,0 3 0,-1 2 0,-1 4 0,1 0 0,0 1 0,0-4 0,2-5 0,1 0 0,2-4 0,0-3 0,3-2 0,0-1 0,-1 0 0,1-2 0,7-1 0,9-46 0,-11 6 0,1 0 0,0-1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0:09:45.875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5545 10637 5734,'-8'-1'90,"2"0"180,3-3-91,1 2-269,0 6 90,1-1 0,1 6-89,3-2 89,3-7 0,-2-1 0,0-8 0,-4-1 0,-1 0 0,-1 3 0,1 3 0,7 7-90,-2-6 0,4 5 90,-7-15 0,-1 10 0,-1-6 0</inkml:trace>
  <inkml:trace contextRef="#ctx0" brushRef="#br0" timeOffset="2471">5470 5886 5759,'4'6'65,"-1"0"-65,-2-2 0,-2 1 90,0 1-90,-1 0 0,-1 7 0,5-4 0,-2 3 0,7-9 0,-1-6 0,3-7 0,-4 2 0,1-3 90,-5 5-90,0-3 0,-1 2 90,-2-2-90,-1 6 0,-5 6 0,2 1 0,-4 7 0,7-4 0,4-3 0,1-4 0,3-12 0,-5 5 0,-1-6-180,-12 15 180,4 1 0,-4 7 0,10-3 0,2-4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7:48.31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5177 3863 10141,'5'-6'90,"0"1"-90,-1 2 0,0 0 0,1-1 0,-1-2 0,1 0 0,-1-1 0,1-1 0,0-1 0,-1-1 90,1-1-180,1-6 90,1-3 0,-1 0 0,-1 1 90,0 1-90,0 6 0,-1-3 0,-2 8 0,1 1 0,-2 0 0,1 1 0,-1 10 0,0 1 0,-1 13 90,-1 3-180,-2 6-793,2-3 0,-1 2 883,0 13 0,1-11 0,1 0-1229,-2 11 1229,2 1 0,1-6 0,1 0 0,-1-13 0,0 0 0,1 12 0,0-2 0,1-5-90,0-3-90,1 0 90,0-8 0,0 1-90,-1-9 1674,0-2-1674,-1-2 1232,1-2-1412,1-4-809,-1 0 1169,0-5 0,-2 1 0,-1-2 0</inkml:trace>
  <inkml:trace contextRef="#ctx0" brushRef="#br0" timeOffset="208">5129 4291 7982,'4'6'180,"1"-1"-90,1-5-90,1-1 90,1-1-90,2-2 90,1 0-90,2-1-3277,2-1 2393,3-2 1632,-1-1-838,4-1-899,8-5 449,-7 4 395,5-3 0,-6 3 1,0 0-1</inkml:trace>
  <inkml:trace contextRef="#ctx0" brushRef="#br0" timeOffset="874">5627 3839 8072,'-10'-6'270,"1"1"-180,1 0 90,1 0 0,1 1 0,0 0-3392,1 1 3302,1 0 90,1 0 89,-1 0-179,1-1 90,0 2 0,1-3-90,3 1 3186,5-2-2980,2 2-296,4-1 90,5 1 0,-4 1-90,6 0 0,-7 1 0,1 3 90,-1 0-90,0 3 0,0-1 0,-2 3 0,-1 1 0,-2 2 90,-1 11-90,-3-2-3277,-3 11 3162,-3-4 115,-4 4-2093,0 0 2183,-3 0-979,0-1 889,0 0-495,-4 7 495,5-11 1670,-1 3-1760,5-14 90,2-2 2219,1-2-2219,0-2 1668,2-1-1668,1-1 1312,3-4-1312,1-1 0,4-5 0,1-2 0,2-4 0,4-4-3277,3-4 3162,2-5 115,0-3-485,-4 5 1,0-2 484,-4 5 0,0 0-503,3-6 0,0-1 503,-4 8 0,-1 0 0,-1-1 0,1 1-554,10-16 554,-3 3 0,-2 4 1791,0 0-1791,-5 10 0,0-1 1007,-7 10-1007,1 0 0,-15 33 0,6-11 0,-4 7 0,0 1 968,1 2-968,1 2 0,1 6 0,2-8-90,1 4 90,2-11-90,1-2 1026,2 0-1116,-1-1 514,2-1-424,1-2-180,0-1-90,2-2-89,1-2-541,1-1 451,0-3 539,1-1 0,7-3 0,1-1 0</inkml:trace>
  <inkml:trace contextRef="#ctx0" brushRef="#br0" timeOffset="1059">6228 3773 10591,'8'0'180,"-1"1"-3418,-2 1 3238,-2 1 0,-1-2 0,-2 1 0</inkml:trace>
  <inkml:trace contextRef="#ctx0" brushRef="#br0" timeOffset="3340">2329 8853 7892,'2'-8'540,"0"2"-360,-1 0-90,0 2 0,1-1 90,-1 1 0,1-1-90,0 0 90,0 0-90,-1 1 0,0 7-1,-1 6-89,-1 5 90,-3 11-90,0-6-785,-2 10 785,1-8 0,0 2-209,2-5 299,0-1-90,0-1 0,2-2 0,0-1 0,1-1 0,1-1 0,1 0 768,2-2-678,5 2-90,-1-4 226,5-1-226,5-3 0,-3-2 0,15 0 0,-11-1 0,5-2 0,-8 2 0,3 0 0,-5 2 0,2-1 0,-7 2 0,-1 3 0,-4 0 0,-1 5 0,-6-2 0,-9 13 90,0-3-2140,-11 10 2050,1-5 0,-2 1-307,-2-1 307,10-9 0,0-1 0,-9 7-593,-2 1 413,12-10 0,2-4-270,4-1-629,1-3 2274,2-1-1195,1-2 0,-1-6 0,1-3 0</inkml:trace>
  <inkml:trace contextRef="#ctx0" brushRef="#br0" timeOffset="3569">2196 8791 9242,'-7'-5'0,"0"0"0,2 2 0,1-1 90,2 1-90,0-2 0,2 0 0,1-2 0,2-2 0,5-6 0,10-11 0,1 0 0,-5 10 0,0 0 90,12-9-904,-9 10 1,0 0 633,10-7-269,6-2-451,-10 10 720,-3 2-549,-2 3 1,-1 2 0,0 2 0</inkml:trace>
  <inkml:trace contextRef="#ctx0" brushRef="#br0" timeOffset="4207">2514 8777 9422,'10'-4'90,"4"1"0,-5 1-90,5-1 0,-4 2 0,1 1 0,1 1 0,0 1 0,0 2 0,-1 2 0,-1 2 89,-2 1-89,-1 3 0,-2 1 0,-2 2 0,-2 2 0,-2 2 0,-2 6 0,-2 1-383,-3 2 383,-1-1 0,-1-1 0,-5 7-3,2-5 3,0-2 0,5-9 0,3-8 0,1-2 0,1 0 0,1-1 0,0-2 0,5-10 0,0 0 384,3-9-294,4-9-90,4-10-1352,1 0 1352,0-3 0,-4 11-843,-1-1 843,0 2-205,0-1 205,-2 4 90,-1 3 0,-2 3-90,0 3 180,-1 2-90,-1 1 0,0 2 1181,-1 1-1181,-1 1 936,1 0-936,0 2 465,-1 0-555,-2 12 90,1-1-90,-2 12 0,1-5 0,1 3 90,0 1-90,0 1-353,1 1 353,0 2 0,0-2 90,1 0-90,1-1 0,0-1 0,1 0 0,0-3-90,2-1 90,0-4-90,1-1 0,0-1-449,5-2 179,-2-3-270,4-2-449,-3-3 622,0-2 457,0-2 0,4-6 0,1-2 0</inkml:trace>
  <inkml:trace contextRef="#ctx0" brushRef="#br0" timeOffset="4399">2960 8682 10951,'-4'-8'179,"1"3"1,2 4 0</inkml:trace>
  <inkml:trace contextRef="#ctx0" brushRef="#br0" timeOffset="6242">648 7968 9961,'1'-9'1080,"-3"2"-990,-1 3 179,-1 2-179,-4 2 0,3 1 0,-3 2 0,1 0 0,-1 4-90,-1 0 90,-1 4-90,-2 4 90,-1 3-90,-2 2 90,1 4-1159,0 0 1069,1 4 0,-1 3 45,5-8 0,1 1-45,2-3 0,-1 0 0,0 6 0,0 0 0,0 12 0,1 0 90,2-2-90,3-11 0,0 0 0,2 12 0,0-14 0,1 0 0,4 5 0,2-1-773,1-3 773,3-2-90,1-1-551,3-3 551,0-2-220,1-3 220,-1-2 0,1-5 0,-1-1-90,10-3 90,-5-2 90,7-2-90,-11-1 0,0-1 90,-2 0-90,3-4 90,-4 0 799,0-2-799,-7 1 784,-2 0-694,-2 0 563,-3-1-653,-2-2 378,-2-1-378,-2-3 90,-5-2-1,-2-2 1,-15-9-2583,-3 1 2538,15 13 0,-1 2-45,-15-8-236,9 10 326,-5 1-90,2 4 0,2 1-90,7 4-90,6 2-360,-1 5 1,4-2-811,0 4-89,4-2 2043,2-1 0,1 1 1,1-1-1</inkml:trace>
  <inkml:trace contextRef="#ctx0" brushRef="#br0" timeOffset="8249">942 8353 9062,'4'-7'-360,"-1"2"270,1 2 90,0 0-90,0 0 90,1-1 0,1 0-90,0-1 90,1 0 0,-1 0 0,2-1-90,-1 1 0,1 0-90,0 0-89,0 0-361,1 1 630,1 0 0,1 0 0,3 0 0</inkml:trace>
  <inkml:trace contextRef="#ctx0" brushRef="#br0" timeOffset="8457">1019 8584 7803,'12'-2'179,"0"-1"-89,-3-4 0,2-1-90,5-4 90,1-2-180,2-3-180,2 1-449,0-2 719,8-8 0,-4 5 0,-9 7 0,-1-1 0</inkml:trace>
  <inkml:trace contextRef="#ctx0" brushRef="#br0" timeOffset="10466">1416 7690 7982,'1'-10'720,"-1"1"-450,-1 3-270,2 9 90,1 0-90,1 13 0,-1-4 0,1 6 0,-1-3 0,0 2 0,-1 2-452,0 2 542,0 0-90,-1 0 0,0-1 0,0-1 0,0 0 0,0-2-46,1 0 46,0-2 90,2 4-180,1-7 180,2 4-90,3-7 0,-1-2 0,10-2 0,-7-3 0,6-1 0,-3-1 0,1-1 0,0 0 0,0 0 0,1 0 0,-1 1 0,7 2 0,-7 1 0,4 3 0,-7 1 450,0 7-450,-3 6 0,-2 0-275,-6 2 275,-3-5 0,-9 17 0,0-8-1208,-5 12 1298,-1-11-180,0-2 180,-3 0-885,2-4 795,0-1-90,0-1-321,2-5 141,1-2-270,3-4-20,1-3 21,2-3 814,2-3 0,-3-5 0,-1-3 0</inkml:trace>
  <inkml:trace contextRef="#ctx0" brushRef="#br0" timeOffset="10701">1380 7734 8252,'-5'-5'270,"0"-1"-180,2 2 0,2-1 0,1-1 0,2-1 0,2-1 0,2-1-90,5-6 90,3-2-90,4-2-432,2 0 522,1 0-180,1 0-90,2-2-180,-1 2-540,0-1 631,-3 5 67,-1-1 0,2 0 0,1 0 0</inkml:trace>
  <inkml:trace contextRef="#ctx0" brushRef="#br0" timeOffset="11482">1796 7693 8522,'2'-9'180,"0"3"0,4 1-180,-1 3 90,2 0-90,-1 3 90,1 1-90,1 1 90,6 4-90,-2 0 0,4 3 90,-3-1-90,0 0 0,1 0 90,0 1-90,-1-2 0,0 0 0,0-1-90,-1 0 0,-1-1-270,3 1-809,0-1 1079,-1-1 90,-2-1 0,-6-4 0,0 0 0</inkml:trace>
  <inkml:trace contextRef="#ctx0" brushRef="#br0" timeOffset="11702">1982 7544 8252,'-4'-9'0,"0"2"180,2 3-180,-2 8 0,1-2 90,-1 9-90,2-1 0,0 3 0,0 1 0,1 3 0,-1 0 90,-1 21-180,1-15-180,-1 0 0,0 1-899,-2 5 910,0 1 1,-1 3-1,0-7 1</inkml:trace>
  <inkml:trace contextRef="#ctx0" brushRef="#br0" timeOffset="12249">2454 7135 8252,'-1'-13'1260,"0"0"-1170,-1 2 179,-1 2-89,-6 8-90,3 4 0,-9 9 0,6 0-90,-5 8 90,-1 11-285,1-3 195,6-7 0,-1 0 0,-2 8 45,4-6 0,-1 1-45,1 0 0,1 0 0,-1 0 0,1 0-501,1-2 0,0-1 501,1 6 90,0-3-90,3-3 0,0-3 0,3-3-90,-1 1-90,6 4 90,-2-6 0,5 2 0,-2-7-90,2-3 90,1-1 0,1-2 1,1-1-1,1-2 0,7-2 0,-4-2 0,11-4 0,-14 3 346,4-3-256,-8 2 1031,-2 1-1031,-1-2 90,-2-1 0,-4 1 0,0-1 0,-4 2-1,-2 1-89,-3-1 90,-2 2 0,-3-1 0,-2 1 0,-2 1-90,-1 1-212,-2 2 302,1 1-90,-1 0 90,-4 1-90,1 1-180,2-1 0,7 1-180,6-1 360,3 0 0,2-1 0,2-1 0</inkml:trace>
  <inkml:trace contextRef="#ctx0" brushRef="#br0" timeOffset="12525">2656 7325 9422,'-1'-7'629,"0"-1"-89,-1 0-90,0 2-1,-1-2-179,1 4 180,-1-1-270,8 13-90,-2-2-90,6 14-3277,-3-6 3342,1 6-708,2 4 643,1 8-180,-1-2 0,1 5-135,-4-13 1,0-1-136,3 11-270,4 7-719,-5-17-90,1-3 1529,-1-5 0,4 0 0,0-1 0</inkml:trace>
  <inkml:trace contextRef="#ctx0" brushRef="#br0" timeOffset="13624">5602 3181 9512,'-10'-2'-450,"1"-1"360,0 2 0,0 0 0,-1 1 90,0 0 0,-1 1-90,-1 1 90,-3 1 0,-3 2 0,-4 2 90,-2 2-649,-5 5 559,0 3 90,-4 7-90,17-11 0,0 2-830,-1 1 0,1 1 830,-2 3 0,0 1 45,0 1 0,1 1-1112,-2 2 0,1 2 1112,0 1 0,0 1-45,2 1 0,-1 2 45,1 1 0,0 2-983,0 1 0,1 1 968,5-12 0,0 1 0,1 2-30,0 1 0,1 3 0,-1 0 0,2-1-353,-1 2 1,1-2-1,0 2 353,2-1 0,-1 1 0,1 1 0,1-3 30,1-1 0,2-1 0,0 0-105,1 0 0,2 1 0,0-1 105,0-1 0,2-1 0,0 1-30,5 12 0,2 0 0,2-4 0,2 0 0,2-3 0,2-1 0,3-3 0,2-2 192,0-2 1,3-1-223,0-6 0,3-1 0,-1-1-15,5 1 0,2-2 41,-7-3 0,2-1 0,-1-2 4,3-3 0,-1-2-45,-1-2 0,1-2 0,3-2 0,1-2 45,1-1 0,0-2-30,-9 1 0,-1-1 0,1 0 30,-1-1 0,0-1 0,1 0-142,-1-1 0,-1-1 0,1 0 142,-1 0 0,0-1 0,0-1 0,-1 0 0,0-1 0,0 0-152,-1 0 1,1-1 0,-2 0 151,1 0 0,-1-1 0,0-1 0,10-8 0,-1 0 0,0-2 0,-1-1 45,-1 0 0,-2-2-45,0 0 0,-2-1 45,-2 0 0,-1-3 45,-3 3 0,0-3 0,-2-1-29,-1-1 1,-2-2 0,0 0-32,0 1 0,0-1 0,-2 0 54,-3 3 1,-1 0 0,-3 2 5,-1-2 0,-2 1 42,-2 1 0,-1-1-87,-2-2 0,-2-2 0,-1 0 0,-2 0-15,1 11 0,0 0 0,-2 0-56,0 0 0,-2 1 1,0 0 70,-8-12 0,-1 1-15,4 12 0,0 1 0,-1 0-30,-1 1 0,-1 1 0,-1 1 30,-1 0 0,-2 1 0,0 1-30,-2 1 0,0 0 0,-2 2 51,0 1 0,-2 1 0,0 1-51,-2 1 0,0 1 0,-3 2-42,-2 2 0,-3 2 1,-1 1-1,1 0 42,-2 1 0,1 2 0,-6 1-39,14 2 1,-4 1-1,-3 1 1,0 1-1,0 1 1,0 1-1,2 0-56,-3 3 0,2 1 0,0 2 1,0 0-1,0 0 0,-1 0 56,4-1 1,0-1-1,-1 1 1,1 0-1,-1 0 1,2 1-1,-1 0-81,-2 3 0,-1 1 0,1 1 0,0 0 0,3 0 1,1-1-131,-3 4 1,2-1 0,2 1 0,-3 2 249,7-3 0,-2 2 0,-1 1 0,1 0 0,0 0 0,2-1 0,-2 2 0,2-1 0,0 0 0,0 0 0,-1 2 0,0 1 0,0 0 0,0 1 0,0-1 0,-1 0 0,1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5:08:13.36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7604 4693 6633,'-3'-7'2069,"-2"4"-1979,1 3 0,-2 4 0,4-1-90,-1 1 0,1 1 90,0 0-90,1 0 0,0 0 90,0 1-90,1 0 0,-1 0 719,1-1-539,-2-10-90,-3 7-90,0-7 0,-1 8 0,4 0 90,0 1-180,1 1-780,-1-1 1,1 1 0</inkml:trace>
  <inkml:trace contextRef="#ctx0" brushRef="#br0" timeOffset="3063">7822 10500 9512,'-6'6'629,"1"0"-629,5-1 90,-1 1-90,1-1 90,0 1-90,1 0 0,-1 0 0,1 0 0,0 0 0,-1-2-180,1 1 90,-3-11-90,-1 8-269,-1-8 359,-1 6 90,3-1 0,-1-4 90,0 1 0,0 1-90,-2 4 0,3 1-450,-1 3 450,2-1 0,0-1 0,0-2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8:59:28.65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9245 8517 5734,'9'0'19,"3"-1"49,-1 0 115,21-1-93,-5 0-90,8 0 44,-15 2 1,3-1 45,2 1 0,4-1 0,4 1-390,-4-1 1,4 1-1,2-1 1,1 1 0,-1-1-1,-3 1 322,3 0 1,-2-1-1,1 1 1,2 0-480,-2-1 1,3 1 0,1 0 0,0 0 0,-1 0 0,-1 0 474,-3 0 0,-1 0 0,-1 0 0,2 1 0,2-1-6,-1 1 1,3 0 0,1 0 0,1 0 0,-1 0 0,0-1 0,-1 1-304,-1 0 1,-1-1 0,0 1 0,-1-1 0,1 1 0,0 0 290,-4 0 0,1-1 0,-1 1 0,1 0 0,1 0 0,1 0 0,0 0-50,0 0 0,3 0 0,1 0 0,0-1 1,1 1-1,-1 0 0,-2 0 0,-2 0 1,-2 0 49,1-1 0,-3 1 0,-2 0 0,1-1 0,5 1 0,-2 0 0,3 0 0,3-1 0,2 1 0,0 0 0,-1 0 0,-3 0 0,-3 0 0,-5-1 0,6 1 0,-6 0 0,3 0 0,-1 0 0,3 0 0,2-1 0,1 1 0,-2 0 0,-2-1 0,0 1 0,0-1 0,1 1 0,-1-1 0,2 1 0,1 0 0,-1-1 0,0 1 0,-1-1 15,1 0 0,-1 0 0,-1 0 0,-4 0 490,4 0 1,1 0-506,-5 0 0,4-1 0,2 1 0,-2 0 0,-4 0 0,6-1 0,0 1 352,-2 0 1,4 0-1,-2 0 1,-6 0-263,6 0-1575,-10 0 1575,2 0-90,-13 0 2013,-8 0-1833,6 0-117,-4 0-63,5 0 799,-6 1-799,1-1 3276,0 0-3160,-2 0-116,2 1 0,-2-1 0,0 1 0,-18-2 0,-4 0 0</inkml:trace>
  <inkml:trace contextRef="#ctx0" brushRef="#br0" timeOffset="6914">16273 3072 5756,'6'-1'68,"-3"3"-68,-3 10 0,-1-5 0,1 4 90,3 1-90,0-5 0,2 5 0,2-8 0,2-5 0,-1 1 0,1-4 90,1-9-90,-6 6 0,3-8 0,-7 10 0,-3-3 90,-5 0-90,3 0 0,-10 8 0,11 2 0,-5 9 0,8-5 0,0 3 0,3-5 0,2 0 0,1-5 0,0 0 89,-2-3-89,-6-3 0,-5 1 0,1 2 0,-3 2 0,6 3 0,6 0 0,1 0 90,3-2-90,-7-4 0,-2 3-179,-4-2 179,-3 3 0,10-2 0,0-1 0</inkml:trace>
  <inkml:trace contextRef="#ctx0" brushRef="#br0" timeOffset="7948">19231 2069 5914,'-3'-6'719,"-3"6"-719,2 1 90,-4 5-90,3-1 0,0 0 90,-5 8-90,0 3 0,1 0-90,12 1 0,1-13 90,8-2 0,-4-6 0,4-8-90,-2-3 90,0 0 0,-6 1 0,-15-4 0,6 11 0,-8-7-90,6 13 90,3 2 0,-3 2 0,11 3 0,-1-2 0,5 1 0,3-6 0,-3-1 0,1-4 0,-12 0 0,-11 4 0,3 1 0,-4 6 0,12-2 0,0 0 0,2 3 0,2-1 0,3 3-90,-11-5 0,7 2-89,-11-3 179,2 5 0,0 0 0,-5 4 0</inkml:trace>
  <inkml:trace contextRef="#ctx0" brushRef="#br0" timeOffset="9831">16278 3125 5821,'-5'3'-40,"1"0"68,4 1-13,2-3-15,4 1 90,15-5-90,-3-1 90,16-4-90,-4-3 30,-7 3 0,4-2 0,-3 1-30,0 0 0,0 1 0,-1-1 0,3 0 0,1-1 29,7-3 1,1-2 0,-1 2-1123,-9 3 1,-1 0 0,1 0 1063,2-2 0,3 0 1,-1 0-1,-2 1-1035,5-3 0,-1 1 1064,1-1 0,2-2-166,-7 3 0,3-2 0,1 0 1,-3 2 165,0-1 0,-1 2 0,1-1 0,-2 0 0,1-1 0,1 0 0,0 0 0,5-2 0,1-1 0,-1 0 0,-4 3 0,2-2 0,-1 0 0,-1 1 0,3-1 0,1-1 0,-4 2 0,-3 2 0,-2 0 0,0 1 0,0 0 0,-1 0 0,2 0 0,1-1 0,1 0 0,-1 1 0,7-4 0,-4 2 1513,4-1-1513,-2 2 0,5-3 0,-4 2 0,-8 4 0,0 0-505,8-3 1,3-3 0,-6 4 504,-2 2 0,-2-1 0,1 0 0,0 0 0,0-1 0,1 0 0,-1 1 0,-2 0 0,-3 1 0,2 0 0,-2 0 0,5-3 0,-3 3 0,11-6 236,-12 5 1,3 0 0,-2 0-237,-1 1 0,-2 1 0,4-2 0,0 0 0,-3 2 0,1 0 0,-3 0 0,-2 1-426,4-1 426,-8 2-284,7-2 284,-10 4 190,24-10-190,-14 6 0,1 1 0,4-3 0,0 1 0,-6 2 0,-1 2 0,1-1 1970,-10 4-1970,17-7-1367,-13 6 1367,12-4 0,-6 2 0,-3 1 0,5-1 1581,-6 1-1581,-6 3-2041,12-4 2041,-11 3 882,9-2-882,-13 3 0,7-1 0,-2 1 0,3-1 559,-6 1-559,-1 1 2754,5-2-2754,2 1 1925,-2-1-1925,-2 2 0,-5 0 0,0 1-90,-5 4 0,1-2-89,-6 3-156,2-3 335,-1 0 0,-1 0 0,0 0 0</inkml:trace>
  <inkml:trace contextRef="#ctx0" brushRef="#br0" timeOffset="11731">16290 3127 5824,'8'2'-34,"-2"-1"68,-1 0-34,1-2 90,10 0 0,2-1 0,3-1-1729,-1 1 1,1 0 1625,3-2 0,3 1 43,4-1 0,4-1 0,-2 1-786,-5 0 0,-2 1 0,2-1 756,-1 1 0,3-1 0,-1 0 0,-1 1-205,2-1 1,-1 0 0,1 1 204,0 0 0,1-1 0,4 0 0,-7 1 0,4 0 0,1-1 0,2 0 0,0 1 0,-2-1 0,-2 1 0,7-1 0,-3 0 0,0 0 0,3 0 0,-8 0 0,1 1 0,2 0 0,0-1 0,1 0 0,0 1 0,0-1 0,1 0 0,1 0 0,0-1 0,0 1 0,-1 0 0,-1 0 0,-2 0 0,0 0 0,-2 1 0,-2 0 0,2-1 0,2 0 0,-1 1 0,1-1 0,3 0 0,0 0 0,0 0 0,-1 0 0,-2 0 0,-3 1 0,5-1 0,-3 1 0,-2 0 0,3-1 0,2 1 0,3 0 0,0-1 0,-2 1 0,-3 0 0,1 0 0,-5 0 0,5 0 0,-3 0 0,4 0 0,2 0 0,-1 0 0,-3 1 0,-5 0 0,1 0 0,-3 0 0,6 0 0,2-1 0,-3 1 0,-7 1 0,-2 0 0,1-1 0,-1 1 0,-2 0 0,0-1 0,17 0 914,-14 0 0,-2 1-914,1-1 0,2 1 0,0-1 360,0 0-360,8 0 0,-4 0 963,7 0-963,-15 1 3276,3 0-3160,-11 0-116,-4 1-360,-1 0 360,-14 2 0,6 0 0,-12 1 0</inkml:trace>
  <inkml:trace contextRef="#ctx0" brushRef="#br0" timeOffset="12514">19399 2780 5824,'-8'-5'180,"1"2"-180,2 3 0,0 3 0,-1 3 90,1 1-90,0 1 0,2-2 0,3 1 0,2 5 0,1-4 0,14 5 0,-8-13 0,7 1 89,-5-8-89,-6-6 0,0 3 0,-8-11 0,-1 15 0,-13-2 0,12 9 0,-7 4 0,13-2 0,6-9 0,-4 3 0,-3-13-89,-3 12-1,-7-2 90,-3 7 0,4 0 0,-9 4 0,6-2 0</inkml:trace>
  <inkml:trace contextRef="#ctx0" brushRef="#br0" timeOffset="13114">18119 2866 5815,'-6'-8'9,"1"1"261,1-1-1,1 1-179,2-1-90,3 3 180,7 3-45,14 7 0,5 3-135,1 0 45,-5 0 0,7 3 0,1 1 0,-4-2-45,0 1 0,-2 0-1093,3 0 1,1 1 0,-4-1 1034,-4-2 1,-3-1 102,-1 0 0,1 0-1179,8 4 0,1 0 1089,-11-4 0,1 0 0,4 2 0,-2-2 45,-7-3 0,-12-10 0,0-1 0,-12-9 0</inkml:trace>
  <inkml:trace contextRef="#ctx0" brushRef="#br0" timeOffset="13300">18576 2750 5824,'-4'-11'180,"-10"13"-1819,0 14 1,0 6 581,1-6 0,0 2 750,-6 10 1,0 1 306,7-11 0,-1 2 0,-2 1 0,-3 6 0,-2 1 0,1 0 0,2-4 0,1-1 0,1-2 0,-2 3 0,-1 1 0,-2 4 0,-1 1 0,0-2 0,4-4 0,-5 2 0,1-1 0,0-2 0,-3 2 0,0 0 0,2-3 0,-1 1 0,-1 0 0,1-1 0,-1 0 0,1 0 0,0 0 0</inkml:trace>
  <inkml:trace contextRef="#ctx0" brushRef="#br0" timeOffset="17015">17157 3870 6183,'0'9'360,"1"14"-3637,0-7 2945,0 11 720,0-1 0,1 4 0,0-2-343,-2-1 0,1 1-23,0 3 1,1 6-1,-1 0 1,1-4 7,-2-6 0,1-2 0,0 0-409,0 12 0,0-2 379,0-4 0,1-3 89,-1 6-89,1-4 0,-1-5-719,-2-10 2419,-9-23-1700,1 2 0,-6-23 0,5 3 0</inkml:trace>
  <inkml:trace contextRef="#ctx0" brushRef="#br0" timeOffset="17747">17053 4043 5809,'0'-8'15,"5"-8"-15,-2 7 90,5-4-90,-3 7 90,10-7-3367,12-5 2392,0 1 930,-7 5 0,2 1 429,10 0 1,-1 2-475,-11 2 0,-1 1-143,10-2 1,0 3 187,-8 7 0,-2 3-2219,11 11 2174,-10-8 0,-3 1 90,4 21 631,-26-7 0,-8 5 1,2-2-722,4-5 0,-1 0-176,-5 5 1,-3 3 0,-1-4 175,-7-1 0,0-4-866,8-6 1,-1 0 865,-4 4 0,1-1 0,2-3 2084,12-10-2084,-2 2 0,17-13 0,-8 7-81,15-12 81,-7 7-1719,5 2 1719,-4 1 0,3 2 2268,10 15-2178,-7-1-90,-1 0 0,-1 1 0,5 11 0,-6-3 0,1-1-1629,2 6 1629,-6-10 0,1 1 1292,2-4 0,-1-1-1292,3 1 0,11 10 0,-15-19 0,0-4-2854,10-6 2674,-6 0 0,5-5-1,-4-13 1,-4 2-1,7-12 1</inkml:trace>
  <inkml:trace contextRef="#ctx0" brushRef="#br0" timeOffset="18401">17780 4060 0,'0'-9'0,"-1"-2"2192,-1-1-2013,0 2 1104,1 15-1193,-2 13 0,0 4 594,0 10-639,1-6 0,-1 6 0,0 1 0,0-4-45,1-1 0,-1 0-306,1 3 0,0 3 1,0-6 305,0 8 0,0-8-959,1-8 0,0 0 959,-1 6 45,0-1 0,1-9-45,3-34-535,1-5 1,1-5 0,0 0 534,-1-4 0,1-3 276,0 3 0,0-6 1,1-2-1,0 2 1,-1 8-277,-1 2 0,1 1-30,0-9 0,1-3 0,4 13-219,9 20 249,-4 4 0,7 19 45,-3 15 0,-1 2-45,1-1 481,-7-11 1,2 4 0,-2-2-482,0 2 0,-2-2-884,-1-4 1,-1 0 883,3 5 0,0-1 0,0 2 2050,-4-14-2050,6 13-90,-6-14-990,7 6 1080,-23-36 0,0 3 0,-1 1 0,-1 0 0</inkml:trace>
  <inkml:trace contextRef="#ctx0" brushRef="#br0" timeOffset="18631">17721 4279 5812,'-7'1'192,"1"-1"-192,16-2 90,4-2-90,13-4-1812,-1 0 1812,8-5-1144,-2 0 0,1 0 1099,-13 4 0,1 1 45,5-3 0,4-1 0,-7 3 0,-6 1 0,2 0 0,-2 1 0,-4 1 0</inkml:trace>
  <inkml:trace contextRef="#ctx0" brushRef="#br0" timeOffset="19251">18220 4079 5914,'0'-9'180,"1"3"269,-1-2-89,1 4-180,7 17-90,-3 14 0,-1 5-1729,1 2 1,0 0 1599,-2-8 1,0 0 0,-1-2-843,-1 2 0,0-4 881,-1-2-828,1 1 1,-1 0 827,0-1 0,1 16 90,-2-21 1565,-2-16-1655,-2-3-139,1-15 0,0-10 0,0 1 139,1 5 0,0 0 501,-1-4 0,1-3 0,-1 1-501,0-9 0,1 2-1022,1 17 0,0 0 1022,-1-13 0,1 4 0,3 13 0,2 7 0,19 12 0,-9-2 681,7 11 1,7 8-1,-3-2-681,-6-4 0,-1 0-531,3 3 0,3 1 0,-4-2 531,10 7 0,-1-3 0,-7-6 0,1 0 0,9 5 0,-12-7 0,-1-2-90,13 1-1512,-17-7 1602,12 2 0,-20-8 703,-1-6-703,-7-14 0,2 3 0,-9-17 0,2 11 0</inkml:trace>
  <inkml:trace contextRef="#ctx0" brushRef="#br0" timeOffset="19564">18593 3940 5824,'-1'-8'0,"0"0"180,-1 2 179,1 0-359,4 21 90,-1-5-30,2 14 0,1 10 0,-1-4-60,1 7 22,-1-9 1,1 8-1,0 0 1,-1-6-23,0-3 0,0-2-1093,0 0 1,0 3 0,0-4 977,3 9-604,6-2 539,-7-22 180,6 8 0,-5-19 0,2-5 0,3-3 0</inkml:trace>
  <inkml:trace contextRef="#ctx0" brushRef="#br0" timeOffset="20081">19134 3831 5824,'0'-8'359,"-2"1"-269,-4 4 90,-7 3-180,3 0-1076,-6 2 1076,5 1 229,-14 7 1,-2 2-141,-2 3-89,7-3 0,-3 2 0,5 0 90,-3 13-90,2 1-1475,16-7 1475,6-9-1305,10 5 1,3 1 1304,2 0-342,0 1 0,2-2 342,2-5 0,1 0 0,3 1 0,-6-4 0,1 1-458,5 3 1,0-1 457,5 5 0,-7-2 0,-9 0 0,0 2 0,2 2 848,-2 12-848,-26-8 0,-8-1-590,5-7 0,-1 0 590,-8 9 0,-1 0 0,-2-6 0,-1-4 0,7-4 0,0 0 0,1 1 0,3-5 874,-5-20-874,26-1 0,3-5 0,1-1 0,8-7 0</inkml:trace>
  <inkml:trace contextRef="#ctx0" brushRef="#br0" timeOffset="20714">19511 3888 6004,'1'-7'539,"-1"-3"181,0 5-450,-2 25-1909,0 0 1,0 3 1195,0 1 1,0 2-218,0 4 1,-1-2 659,1 5 36,0-3 1,0 5 0,1-3-37,0-11 0,0 0-74,0 8 0,-1 3 0,1-6 74,0 3 90,-1-12-90,-1 5 2123,-8-51-2123,7 9 846,-2-4 0,1-5-846,3-1 0,2-3 0,2 1-30,0 2 0,0 0 0,1 0-837,-1-6 1,-1 0 0,2 2 866,2-4 0,2 6 285,0 6-330,4 10 0,0 1 45,2 2 0,11-1 0,-6 33 0,-1 11-605,-6-10 1,1 1 604,0 1 0,1 2 0,-1-2 436,-3 1 0,-1-1-436,0 0 0,1 2-903,4 11 0,0-1 903,-4-9 0,0 0 0,2 5 0,2 0 0,1-5 0,-1-3-90,2 1 45,-2-3 0,-1-4-45,-5-10 575,-4-5-1801,-4-13 1316,-2 4 0,-6-11 0,-6 3 0,-3-1 0</inkml:trace>
  <inkml:trace contextRef="#ctx0" brushRef="#br0" timeOffset="20931">19470 4153 6094,'21'-8'179,"0"0"1,9-3 0,2 0-1819,-6 0 1,0 1 311,3-1 1,-2 1 1326,-6-1 319,-10 4 1,4-3 0,-12 6 0</inkml:trace>
  <inkml:trace contextRef="#ctx0" brushRef="#br0" timeOffset="21449">20363 3760 5824,'8'-26'449,"-3"8"-179,0-4-180,-4 13 0,-3 3 0,-2 3 0,-5 3 45,-15 9 0,-3 3-135,-4 3 45,0-1 0,-1 5-15,8 3 0,0 4 0,3-1 15,0 1 0,1 2-865,4-5 1,-2 2 0,0 1 0,5-2 806,0 7 1,7 1-745,5-1 1,3 1 0,2-2 801,-3-4 0,4-1-45,11 7 0,7 3 0,-2-8 0,4-8-759,3 0 1,-1-4 758,-8-15-135,0-2 0,3-2 47,5-8 1,1-1 87,-3 3 0,-1-1 126,2-5 1,-2-4-127,-7-1 0,-2-2 0,-4 6 0,0-1 0,3-8 0,1 0 0</inkml:trace>
  <inkml:trace contextRef="#ctx0" brushRef="#br0" timeOffset="21647">20711 3931 6094,'5'3'629,"-1"0"-809,-1 2-449,-8 1 629,-9 0 0,-12-1 0,-7-2 0</inkml:trace>
  <inkml:trace contextRef="#ctx0" brushRef="#br0" timeOffset="22564">16923 4738 5914,'3'-4'90,"2"0"89,19-1-89,10 0-1729,-11 1 1,1 0 1196,1 0 0,1 0 487,6-1 0,6-2-291,-7 3 0,5-1 0,3 0 1,-1 0-1,-4 0 246,3 0 0,-4 0 0,7 0-53,-10 1 1,4 1-1,4-1 1,1 0 0,2 0-1,-2 0 1,-1 1 0,-5 0-1,-5 0 53,6 0 0,-7 1 0,5-1-84,0 1 1,6-1-1,1 0 1,1 1-1,-4-1 1,-4 1 83,-1 0 0,-4 0 0,0 0 0,3 0 0,1-1 0,-3 2 0,6-2 0,-5 1 295,-8 1 1,-4 0 64,4 0 381,-11 0-741,7 0 0,-15 1 0,1 0 0</inkml:trace>
  <inkml:trace contextRef="#ctx0" brushRef="#br0" timeOffset="23116">18794 4561 5824,'-8'1'629,"1"0"-3906,18-3 984,-4 0 2383,13-4 704,-2 1 1,3-1-705,12-2 0,0-1-795,-4 2 1,1-1 704,3-1 0,3 1 60,-8 3 0,1-1 0,-3 2-16,0-1 1,-1 0 741,0 0 0,2 1 1,-5 0-787,-1 3-720,-21 4 720,-1 1 0,-1-1 0,1-2 0</inkml:trace>
  <inkml:trace contextRef="#ctx0" brushRef="#br0" timeOffset="24031">19621 4488 5776,'-8'-1'11,"-1"-1"20,5 1-25,-4 1 84,3-1 90,-3 1-1,2 0 271,0 0-90,21-6-360,-6 3 90,18-4-764,-12 3 719,4 0 0,4-1-1002,6 0 1,5-1 0,-2 1 956,-6 0 0,-1 0 0,3 0-16,5 0 0,5-1 1,1 1-1,-1-1 1,-6 2 45,-4 0 0,-5 0 0,4 1-541,4-1 0,3-1 0,-1 1 0,-3 0 511,1 0 0,0 1 22,-5 0 1,2 0 0,3-1-1,-1 0-308,5 0 0,2-1 0,-1 1 0,0-1 308,-4 1 1,0 0-1,-1 1 1,0-1 346,-1 0 0,1 0 0,-1-1 1,-1 1-221,1 0 1,-2-1 0,-3 1-758,-6 1 1,0 0 652,14-3 0,-3 0 494,-14 4 741,-3 0-1100,1 0 2107,0 0-2107,-6 0-3148,2 1 1709,-22 2 989,7 0 3153,-18 1-2883,15-1 0,-8 0 0,0-1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00:08.93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18585 9239 5734,'-7'1'0,"1"1"0,3 1 0,0 1 11,0 1 3,-1 3-6,2-3 4,0 4-4,4-3-5,0-1-3,4-3 0,2-8 5,-1-2-2,0 0 23,-2 2-26,-9 16 0,3-7 0,2 4 0,1-9 0,7-7 0,-6 5 90,-1 0-90,-1 0 0,5 4-90,-2-1 90,5 2 0,-5-2 0,-1 0 0,-1-1 0</inkml:trace>
  <inkml:trace contextRef="#ctx0" brushRef="#br0" timeOffset="3750">19594 4559 5734,'-5'-6'0,"4"1"0,3 1 11,4-3 6,-1 0-9,-2-2 3,0 3 6,-2 2 9,1-6-26,-2 4 0,1-4 0,-4 11 0,1-1 0,-1 7 0,1 4 0,2-2 90,-1 4-90,3-4 0,1-7 0,3-1 0,0-3 0,6-8 0,-4 1 0,3-1 0,-6 1 0,-4 5 0,2-1 0,-2 0 0,4 3 0,-1 0 0,2 3 0,-1-2 0,0 0 0,-2-1 0,-1-2-155,-1 0 155,-5 5 0,-1 1 0,-5 6 0,3 2 0</inkml:trace>
  <inkml:trace contextRef="#ctx0" brushRef="#br0" timeOffset="20120">18220 4872 5734,'5'-4'56,"4"3"-51,0 4 9,8 4 1,1 2-15,3 2-941,-3-2 1,0-1 940,2 3 0,2-1 0,4 3 0,2 1 90,4 1-123,-5-2 0,1 1 33,-4-4 0,-2-1-2747,9 3 2702,-8-2 0,-2-2 45,-1-1 0,-5-2 0,3 1 0,-7-2 0,0-1 0</inkml:trace>
  <inkml:trace contextRef="#ctx0" brushRef="#br0" timeOffset="20450">18562 4795 5734,'0'-8'0,"-1"3"0,-5 8 0,0 2-2770,-6 10 2770,3 0 169,-3 6 1,-4 5-1,1-1-169,-2 2 0,0 0-767,1 1 1,-2 2 0,1-3 766,0 0 0,1-3-11,4-6 1,0 1 10,-7 9 0,-3 5 0,1-2 0,6-8 0,1-1 0,-2 3 0,-3 3 0,1 1 0,-1 0 0,0-1 0</inkml:trace>
  <inkml:trace contextRef="#ctx0" brushRef="#br0" timeOffset="22267">18345 9081 5734,'-1'-8'270,"4"6"-270,0 2 90,2 5-90,-1-1 0,1 0 0,2 5 89,9 6-89,2 3 0,0 1 45,6 3 0,1 0-45,-4-4 0,2 1 0,-1-1 0,-11-10 0,8 4-3277,-3-3 2983,1 1 114,-6-4 180,-7-8 0,-3-3 0,-1-4 0</inkml:trace>
  <inkml:trace contextRef="#ctx0" brushRef="#br0" timeOffset="22519">18592 8963 5824,'-3'-8'90,"-1"1"-90,1 2-3277,-21 19 1073,10-1 2331,-1 0 1,-3 5-106,1 5 1,-1 5 0,0 2-1,1-2-282,0 0 1,1-1 0,-2 2 259,3-4 0,-2 2 0,0 0 0,1 0 0,1-2 0,0 2 0,1-1 0,1-2 0,-2 4 0,1-1 0,0 2 0,0 0 0,3-5 0,-2 0 0,1 1 0,0 0 0,0 1 0,-1-1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01:01.40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10925 2594 5734,'8'3'0,"-1"-1"0,-1 1 0,5 2 0,-3-1 0,4 2 0,-7-4 0,7 4 0,6 3 0,-2-2-3277,3 2 3162,-10-5 115,1 1 0,8 2 0,0 0 0,3 2-2269,11 4 2269,-11-5 0,-1 1 0,6 3 0,-11-4 0,6 3 0,0 1 0,-1 0 0,1 0 0,0 1 1069,-5-5-1069,3 4 0,3 0 0,1 1 0,5 2 74,-3 0 1,-1-2-75,-3-1 0,2 2 0,0-1 0,0 1 0,5 1-359,-5-2 1,-2-1 358,-8-5 0,1 0 0,-1 1 0,-1-1 2321,15 9-2321,-4-2-1863,5 3 1863,-10-5 672,-7-5-672,-1 0 0,15 10 0,-6-4 0,11 8 0,-15-11 0,-1 1 2089,8 5-2089,-1-1-98,3 3 98,-7-5-1162,-3-3 1162,-3-3 0,13 9 0,-6-5-565,5 3 565,1-2 805,-5-3 0,1 1-801,-2-1 0,1 0-1,5 3 0,0-1-2,-6-2 0,-1-1 2,5 3 665,-5-2 1,1-1-669,11 8-2500,2 0 2500,-6-2 538,-11-6-538,2 0 0,2 2-1235,4 2 1,1 0 1234,-2 0 0,0 0-246,3 1 0,-1 0 246,-6-4 0,-1 1 814,12 7 0,1 0-813,-11-7 0,0 1-1,3 2 0,3 1 0,-2-2 0,-2-1 0,-1 0 1,3 2 1,1-1-824,4 3 0,-3-2 822,1 0 0,-6-3 0,-2-1 0,-1 0 0,5 1 0,-8-3 0,1 0 0,6 3 0,-3-2 0,0 1 0,8 4 0,-6-3 0,-1 0 0,5 5 805,-5-4 0,0 1-802,6 4-3,-7-5 0,0 0 3010,7 3-3010,-3-3 0,0-1-1351,9 6 1352,-12-8 0,-1-1-2563,13 6 2559,-11-6 4,8 3 1,2 1 1,-2-1-361,-6-2 1,-1-1 357,0 0 0,-7-2 235,8 2-235,9 3-3,1 2 2331,-1-1-2327,-1 0 1,-1 0-2,-3-2 0,0 1 0,5 1 0,-5-2-2325,-3-1 2323,1 0 1,-1 0 1,-7-2 1108,0 0-1108,-1-1 0,1 1 3,20 6 0,-17-6-3,0 1 0,1 0 0,1 0-1349,5 1 1349,-5-1 0,-3-2 1349,-8-1-1352,14 5-1214,7 3 1217,-2 0-129,-1-1 129,-16-6 855,15 7-855,-11-4-384,12 5 384,-11-5 3,3 1-3,-1 0 0,1 0 3,14 6 808,-7-3 1,6 2 0,-5-2-812,-6-3 0,-1-1 1,5 2 0,4 2 0,-4-1 1067,-4-3 0,-1 0-1068,5 2 0,0 1-1564,-5-2 1,0-1 1563,14 7 0,-17-7-1630,11 5 1630,-10-4-147,15 6 0,2 0 147,-10-5 0,2 2 0,0 0 0,3 1 0,-12-5 0,0-1 0,2 1 0,9 2 0,0-1 0,-8-2 0,1 0 0,8 2 0,3 1 0,-5-1 0,6 1 0,-10-4 0,0 1 0,-4-2 0,-2 1 0,11 2 0,-9-2 0,0 0 0,11 3 0,-13-3 0,8 2 0,1 0 0,-4-1 0,5 1 0,-1 1 0,1-1 0,0 1 0,0-1 0,0 1 0,4 0 0,-8-2 0,1 1 0,3 2 0,-2-2 0,0 2 0,2-1 0,-1 1 1404,-3-1-1404,-1-1 0,6 1 0,-4-1 0,10 3 0,-9-2 0,7 1 0,-1 1 0,-6-3 0,5 2 728,-8-2 1,4 1 0,-2 0-729,2 1 0,-3 0 0,-2-1 0,0 0 0,7 2 0,-2 0 0,5 3 0,-12-5 0,-1 0 1183,6 2-1183,4 2 0,1 0-3044,-2-1 3044,-6-3 0,0-1 0,2 1-94,-5-2 1,1-1 93,3 2 0,-4-2 0,1 1-771,2 0 0,-2 0 771,3 1 0,-1-1 0,-2-1 24,-4 0-24,2 0 0,1 1 0,10 2 1099,-11-2 1,2 0-1100,6 2 0,-3-1-1925,0 0 1925,-3 0 0,2-1 1167,7 4 1,0-2-1168,1 1-1168,1 0 1,-2 0 1167,-9-4 0,-1-1 0,5 3 0,-4-2 0,0 0 370,9 3-370,-11-3 0,1 0 0,5 3 0,-1-1 0,6 3 0,4 1 0,3 1 0,-12-4 0,0-2 0,1 1 0,0 1 0,11 3 0,-2-1 0,-2-1 0,2 1 0,-2 0-668,-9-3 668,-2-2 0,-2 1 0,3 0 0,0 0 0,3 2 0,1 0 0,1-1 282,-3 1 0,3 0-282,-4 0 0,-1-1 0,3 2 0,-2-1 0,1 0 0,3 3 698,-10-5 0,1 1-698,14 5 0,1 1 0,-8-3 0,2 1 0,-1-1 0,4 1 0,1 1 0,-5-3 0,-1 1 0,-1-1-599,2 1 0,4 1 0,-6-3 599,-1 1 0,-2-1 0,2 2 128,6 0 0,0 2-128,1 0 0,1 0-140,-6-2 0,1-1 1,-2-1 139,-5-1 0,-1 0 0,3 0 0,1 0 0,-2 0 0,0-1 0,11 6 0,-11-6 0,1 1 0,10 5 0,-2-2 0,0 0 0,-1 0 0,-1 0 0,-8-4 0,3 1 0,1 1 0,8 3 0,-9-4 0,-1 0 0,1 1 0,-8-4 617,-1 0-707,15 7 2539,-15-6-2519,11 5 70,-20-8 0,-2 0 0,-4-1 0,-2 1 0</inkml:trace>
  <inkml:trace contextRef="#ctx0" brushRef="#br0" timeOffset="26633">19452 3396 5734,'3'-5'0,"2"0"0,-3 2 0,3-1 0,-1 2 0,2-2 0,-2 3 0,1-2 0,-1 2 0,2-1 0,-1 2 0,0 0 3,2 2 25,1 5-20,-3 1 9,2 11 0,-6 10 0,-3 2-17,3 6-403,-3-5 0,1 2 403,0-11 0,1-1 0,1 15 0,1-13 0,0-2 0,5 3 0,23-8 0,-14-13 0,19 0 0,-15-13 0,-1-4-625,6-8 0,-6 5 0,-1-2 0,-3-10 0</inkml:trace>
  <inkml:trace contextRef="#ctx0" brushRef="#br0" timeOffset="26969">19504 3081 5742,'-2'-10'82,"0"0"-82,1 3 90,0-1-90,-1 2 90,2 0-180,-2 0-23,0 3 113,0-1 0,0 3 0,1-1 0</inkml:trace>
  <inkml:trace contextRef="#ctx0" brushRef="#br0" timeOffset="27833">19764 3499 5734,'-3'-11'42,"-1"0"-23,1 3 10,-1-4 61,-2-2-90,1 2 0,0-1 90,2 7 0,-5 31-3367,3-3 3219,2-2 1,-1-1 57,1 6-2269,-1-3 2269,2-9 0,0 17 0,4-23 0,2 6 0,17-33-45,-3-2 0,1-3 45,-4 6 0,0 0 1074,2-5 0,0 0-1074,7-2-2228,-13 14 2228,10-6 0,-15 17 0,1 1 0,3 5 0,5 20 0,-3-8-132,1 11 1,-1 1 131,-3-11 0,-1 0 0,1 0 1230,2-7-1230,19-9-1230,-10 0 1230,15-13 0,-21 0 753,3-5-753,3-11-377,-6 2 1,-1-3 376,1-3 0,-1-1 0,0 1 0,-2-4 0,-4 5 0,-1-4 0,-1 1 0,0 5 0,-1 4 0,-1 1 527,1-9 1,0-3 0,-1 7-528,-2 4 565,-2 23-565,2-5 0,-1 32 0,0 14 0,0-6-1072,1 3 0,0-1 1072,1-4 169,0 2 1,1 3-170,-1-12 0,1 1-172,0 9 1,0-1 171,2-1 0,-1-15 560,-1-2-740,9 13 101,-6-15 79,7 8 0,-4-18 0,2-3 0,2 0 0</inkml:trace>
  <inkml:trace contextRef="#ctx0" brushRef="#br0" timeOffset="28105">20511 3335 6004,'-3'17'179,"0"13"-179,2 0 0,0-8 0,0 0 0,0 0 0,1 2-269,-1-2 269,0-10 0,0 6 0,1-13 0,0-3 0</inkml:trace>
  <inkml:trace contextRef="#ctx0" brushRef="#br0" timeOffset="28352">20508 3061 5790,'-5'-20'34,"0"1"56,1 11 90,-1-5-91,0 4-178,0-1-91,2 5 180,1 2 0,0 1 0,2 1 0</inkml:trace>
  <inkml:trace contextRef="#ctx0" brushRef="#br0" timeOffset="29837">20694 3361 5812,'8'6'12,"-3"-2"-12,1 1 90,3 2-90,-1-2-680,4 2 680,-2-3 0,-2-2 187,0-1-97,21-6-90,-14 2 0,16-6 0,-19 3 0,12-18-3109,-11 3 3109,6-7 0,-15 9 389,-4 0-389,-13-10 0,4 11 0,-8-2-89,-17 33 89,10 6 0,2-1 0,2 3 0,7 5 0,3 2 0,3-9 0,2-1 0,-1 4 0,3 0 0,6 3 0,3-1 0,0 0-58,0-1 1,4 0 57,8-11 0,1-3-2231,11 0 2231,-7-3 0,0-2 0,6-9 0,-12-1 0,1-3 0,1-6 0,3-4 0,-2 1 0,1 1 0,0-1 0,-2-1 0,1-1 0,-2-2-119,-3-3 0,-2-1 1,-2 3 118,5-8 0,-6 7 0,-1-4 0,-4 8 0,-7 12 0,-3-6 0,-7 16 0,4 3 0,-3 1 788,7 2-788,16-3 0,-4-3 1244,21-6 0,4-5-1244,-6 0-332,5-2 0,-1 0 332,-9 1 0,0-1 0,2-2 0,6-4 0,-10 5 0,9-3 0,-22 15 0,6 1 0,-10 7 0,2 10 0,-3-6 3276,2 7-3160,0 15-116,-2-17 0,1 19-259,-2-23 259,0 9-3277,0 3 3247,2 0 30,-2-4 0,1-11 0,6 20 0,0-10 0,5 12 0,-4-20 174,-2-4-174,2-3 0,6 0 0,-4-2 0,6-2 0,11-12 0,-14 4-506,15-9 506,-16 2 90,1-2-2191,7-14 2101,-8 9 0,1-5 2101,-8 12-2101,2-6 0,0-2 0,1-3 0,-1 0 0,0 0 0,-2 3 0,-1 1 0,-3 9 0,-1 5 0,0 3 506,-1-1-506,0 0 3276,4 13-3160,5 19-3393,-3-4 3162,5 11 115,-8-20-16,2 1 16,2 8 0,0-2 0,1 0 0,1 11 0,-4-3 0,-3-1 0,-7-7 0,-4 6 0,-8-15-90,3-6 0,-1 1 2965,4-5-2875,5-1 5,0-3 1,2-1 0,0-1-1</inkml:trace>
  <inkml:trace contextRef="#ctx0" brushRef="#br0" timeOffset="30082">22259 3306 5914,'7'-1'-90,"0"1"90,-21 7 0,1-2 0,-16 6 0</inkml:trace>
  <inkml:trace contextRef="#ctx0" brushRef="#br0" timeOffset="30887">19057 4028 4099,'-13'-1'-20,"2"0"49,0-1 879,31-2-878,4 0 0,5 1 0,0-1-1669,6 0 1,1-1 1552,-8 2 1,2 0-1,2-1 1,1 1 85,-1 0 0,2 0 0,1 0 0,-1 0 0,-2 0-293,-1 0 1,-2 1 0,0-1 0,3 0 292,0 0 0,2 0 0,2 0 0,1 0 0,2-1 0,1 0-32,-7 2 0,3-2 0,0 1 0,2 0 1,1 0-1,0-1 0,-1 1 0,0 0 0,-1-1 1,-1 1 31,0 0 0,-1 0 0,-1 0 0,0 0 0,-1 1 0,2-1 0,1 0 0,2-1 0,-4 1 0,2 0 0,2 0 0,1 0 0,0-1 0,1 1 0,0 0 0,-1-1 0,-2 1 0,0 0 0,-3 0 0,-2 0 0,8 0 0,-2 0 0,-3 0 0,-1 0 0,0 1 0,0-1 0,1 0 0,0 0 0,-1 0 0,1 0 0,2 0 0,-2-1 0,2 1 0,2-1 0,0 0 0,-1 1 0,-2-1 0,-4 1 0,0 0 0,-4 0 0,0 0 0,3 0 0,3 0 0,3-1 0,2 0 0,0 0 0,-4 0 0,-5 1 0,-2-1 0,-3 1 0,-4 0 0,0 0 0,-2 0 0,9-1 0,-3 0 0,-12 3 498,-5 0-678,3 2 90,-3 0-90,-1 2 1794,-3 0-1614,-3 0 0,-2 1 0,-2 0 0</inkml:trace>
  <inkml:trace contextRef="#ctx0" brushRef="#br0" timeOffset="32065">19924 4108 6004,'-2'3'269,"1"-2"-269,-1 14 0,1-4 0,-1 17 0,0 5-1639,1-9 1,-1 0 873,0 4 1,0 4 0,-1-1 764,-1-1 0,0 0 0,0-2-309,0-1 1,-1-1 308,0 0 0,0 1 0,0-3 530,1-5 1,-1 0-531,-2 17-399,1-9 399,3-9 2291,3-10-2201,2 6 2420,1-9-2510,2 1 0,22-14 0,-13 3 0,7-3 0,7-2 0,-2 1 0,-4 1 0,1 0 0,4-2 0,5 0 0,0-1-264,-5 4 0,1 0 0,0 0 1,-2 0 263,11-2 0,-1 1 0,-4 1 0,1-1 0,1 1 0,-3 1 0,-1 1 0,-1 1 0,2-1 0,0 0 0,5 0 0,4-1 0,-7 2 0,-13 1 0,-2 1-650,5 0 0,-5-1 650,-12 2 1400,1 0-1400,-1 0 0,-2 1 0,-2 0 0</inkml:trace>
  <inkml:trace contextRef="#ctx0" brushRef="#br0" timeOffset="32487">20679 4435 5824,'-4'-6'180,"1"0"-90,11 7-90,-4-1 0,9 4 0,15 12 0,-14-8-1886,18 9 1886,-21-12 0,10 5-90,-1-2 90,1 1 0,-6-3 455,-5-1-455,-6-2 0,-6 6 0,-2-4 0,-8 4 0,3-2 0,-19 18 0,6-3 0,6-5 0,0 0-90,-2 9 90,7 5 0,6-13 0,5 5 0,5-15 0</inkml:trace>
  <inkml:trace contextRef="#ctx0" brushRef="#br0" timeOffset="32870">21308 4427 5804,'0'-7'110,"-2"-7"-20,1 7 89,-1-6-179,0 15-3277,-3 31 2393,1-7 1082,1-2 0,0 7 0,1 1 0,-1-6-198,1-5 0,0-1-389,-1 8 1,1 3-1,0-5 299,2 0-90,0 7 91,1-10 89,-1 5 0,0-21 0,0 0 0,0-5 0</inkml:trace>
  <inkml:trace contextRef="#ctx0" brushRef="#br0" timeOffset="33252">21343 4334 5801,'-3'-6'23,"0"0"157,2-1-90,2 2-1,10-6-89,3 4-1445,4-1 1535,0 3-90,-4 4 0,22 4 0,-13 8 0,0 3 0,-3-7 0,-1 1 0,1 7 0,-5 0 0,-12-4 0,-6 8-2913,-16 6 2823,2-2 90,-10 0 393,9-15 1,1-1-574,0 0 180,-10 3 0,23-9 0,3-1 0</inkml:trace>
  <inkml:trace contextRef="#ctx0" brushRef="#br0" timeOffset="33998">21878 4349 5824,'-10'-8'180,"0"3"-90,-9 2-1,-1 7-89,0 0-2999,3 4 2999,7 0-1960,-13 20 1960,11-14 0,0 2 0,3 2-180,11 8 90,16-9 90,-1 1 1568,16-27-1568,-15-5 0,-1-4 2431,-8 5-2431,-4 7 0,-1 1 90,-1 2-90,7 9 0,11 14-1959,-5-5 1959,7 5-515,2-15 515,-2-6-32,2-10 0,5-7 1,-3 2 31,-8 3 0,-1-1-741,6-6 0,2-3 0,-5 2 741,-1-10 0,-11 15 0,0-2 600,2-7 0,-1-4-600,-3 2 0,-1-2 0,0 1 577,2-5 1,-1 0-578,-3 0 0,1 0 0,-2 18 96,-3 27-96,-3 9 0,-1 5 0,1 6 0,-1 3 0,0-8 0,-1 1 0,1-3 0,0-3 0,0 0 29,-1 12 1,0 6 0,1-5-30,1-7 0,0-1-176,-1 4 1,0 4 0,2-7 85,5-2-90,1-16 180,4-2 0,-1-10 0,1-7 0,0-9 0,1-4 0</inkml:trace>
  <inkml:trace contextRef="#ctx0" brushRef="#br0" timeOffset="34187">22240 4213 5798,'10'0'26,"19"-5"-26,-13 1-8,3-1 1,1-2 7,6-4-3277,0 0 3220,0-4 0,-7 1 0,2-2 0</inkml:trace>
  <inkml:trace contextRef="#ctx0" brushRef="#br0" timeOffset="34518">22504 3968 6004,'-7'13'89,"0"15"1,0 5-90,4-13 0,-1 2 18,1 4 0,-2 7 0,0 4 0,0-2 0,2-6-18,-1 6 0,1-1-485,1-5 0,-2 2 0,1 0 0,2-4 530,1 2 0,3-5-135,5 7 0,2 1 538,2-17-448,16-32 0,-15 0 0,0-2 0,1 1 0</inkml:trace>
  <inkml:trace contextRef="#ctx0" brushRef="#br0" timeOffset="34720">22534 4257 5818,'3'-5'6,"27"-6"-57,-3 3 51,-1 0 0,-1 1 0,1 0 0,3-1 0</inkml:trace>
  <inkml:trace contextRef="#ctx0" brushRef="#br0" timeOffset="35566">22749 4344 5781,'4'7'223,"4"-6"-223,2 0 90,13-13-90,-11 6 0,8-5 0,-2-4 0,-7 6 0,6-9 0,-6-7 0,-5 7-299,0-8 299,-10 12 0,-1 8-90,-20 10 90,10 4 0,-4 12 0,-4 9 0,4-4-3277,-1 7 3271,6-8 1,-2 2 0,5-3 5,6 2-431,2-8 431,2 7 187,3-3-187,6 1 0,3-4 0,0-6 0,4-7 0,-6-3 0,4-2-2122,19-18 2122,-14 4 675,2-10 1,4-10-1,-4 5-675,-11 13 0,0-1 0,4-9 0,1-5 0,-4 6 438,-7-3-438,-2-2 0,-2 9 0,0 7 0,-1 10 3276,10 4-3211,-4-1-65,11 2 0,0-5 0,5 0-1620,0-2 1,0 1 1619,5-2 0,8-1-90,-6 4 180,-13 6-90,7 15 0,-19 11 0,-2-8 0,-1-1 0,-2 14 45,3-3 0,1-1 3231,1-3-3218,0-1 0,1-1-58,0-10-90,9 14 0,0-11-20,5 5 110,-5-15 0,0-9 0,-2-4 0,3-4 0</inkml:trace>
  <inkml:trace contextRef="#ctx0" brushRef="#br0" timeOffset="36066">23379 4232 5824,'-1'-8'270,"0"15"-270,1 7 44,-3 15 1,-1 5-45,2-12 0,-1 0-1639,-1 8 1,-1-1 904,1-2 734,1-13 569,-1 4-569,0-4 0,1 2 0,7-14 0,8-24 0,-3 5 0,2-2 483,-1-2 0,2-1-483,2-4 0,0 1 291,6-5-321,-5 10 0,3-1 0,-2 4 30,5-4 0,-1 2 0,-2 5 0,-8 13 0,8 16 0,-8 0 0,0 4 0,-1 3-603,-5 4 0,-2 1 603,1-6 0,-1-1-998,0 7 0,0-3 998,-1-1-353,2 2 0,1 0 353,-1-1 0,0-3 0,2-1 0,11-9 0,-2-9 0,11-1 0</inkml:trace>
  <inkml:trace contextRef="#ctx0" brushRef="#br0" timeOffset="36249">24042 4364 6363,'-1'9'0,"-1"0"-359,-1-5 179,0 0 180,-2-2 0,-4-2 0,-7-4 0,-5-3 0</inkml:trace>
  <inkml:trace contextRef="#ctx0" brushRef="#br0" timeOffset="39265">1650 6800 5781,'-5'-6'313,"-2"3"-224,-17 30-89,13-12 0,-1 2 0,-4 11 0,-1 6 0,2-1 30,6-6 0,2 0 0,0 0-1123,-2 2 1,1 0 0,2-1 669,4 9 1,8-2-66,8-13 0,6 0 0,-2-3 488,-3 2 0,3-3-229,5 0 0,5-1 0,1-6 229,-1-10 0,0-7 0,-1 0 0,9-2 0,-1-1 0,-8 1 0,1-1 0,-3-2 0,-3-2 0,-4-2 0,3-4 0,-3-2 0,-10-2 0,-3-1 613,-4-3-613,0 4 0,-6-1 45,-23 2 0,-6 4-45,11 7 0,-1 0 0,-4-1 0,-3 0 0,3 2 303,5 6 0,2 1-303,2 1 0,0 0-655,-2 1 1,1 0 654,0-1 0,-16-6 0,32 4 1219,3-9-1219,18-3 0,4-1 0,2-2 0,-2 4 0,1-2 415,1 2 1,2-3 0,1 1-1,-3 2-415,1 0 0,-1 1 918,-1 0 1,1 0 0,-3 2-919,8-1-3181,-10 6 3181,2 1 0,-6 4 0,-7 3 0,14 17 0,-10-7 0,11 17-647,-13-10 647,2 3 0,-1 0 0,8 11 0,-5-12 0,1 1-45,1 0 0,0-1 1475,-2-2 0,2 0-1430,5 0 0,0-2 0,-4-4 0,14 7 0,-21-17-90,11-7 90,0-14 0,2-6-894,-16-9 1,-5-2 893,-2-1-30,-2 7 0,-3-1 30,-5 7 0,0 2-2248,-1-3 2248,1 5 0,0 2 0,4 8 0,2 4 0,1 2 2248,13-3-2248,0-1 0,14-5 60,-1-6-60,-2-7 0,-1-2 1638,-8 11 0,-1 0-1580,6-11 0,-4-1-58,-7 5 0,-5-6 0,-1 0 0,-3-5-1076,1 5 0,-2 0 1076,-6-4 0,-1 1-1340,4 14 0,1 1 1340,-3-5 0,2 5 0,13 32 0,1 4 0,1 3-631,1 1 0,0 2 631,2 6 0,-1 0 0,-2-11 0,-2 0 0,1 0 0,0 0 0,3 8 0,0 0 0,1 2 0,0 0 539,-2-6 1,1 1 0,1 1-540,1 3 0,2 1 0,0-2 0,0 1 0,1-1-45,8 5 0,1-6 2721,-2-14-2676,8-21 0,-20-12 0,-1-13 0</inkml:trace>
  <inkml:trace contextRef="#ctx0" brushRef="#br0" timeOffset="39482">2501 6522 5770,'17'-8'27,"1"0"0,3-2-27,1-5 0,6-4 0,-3 0 0,-2-4 0,0 0 0,-4 5 0,1 0 0,-2 0 0,-1-4 0,-3 1 0,-3-1 0</inkml:trace>
  <inkml:trace contextRef="#ctx0" brushRef="#br0" timeOffset="39786">2728 6120 5745,'0'-13'79,"0"4"191,0-5-181,0 8-44,8 20 0,1 6 45,0-1-90,0 5 0,3 9 0,-1 1 0,-1-4-1639,1 2 1,-1 0 1631,-2-4 1,1 2 0,1 1 0,-2-3 6,2 4 0,-1-2-90,1-4 0,1 0 0,-2-3 45,-1-4 1,0-1 44,6 8 0,0-5 0,-6-16 0,7 2 0,-3-6 0</inkml:trace>
  <inkml:trace contextRef="#ctx0" brushRef="#br0" timeOffset="40049">3151 6344 5914,'-2'-7'180,"-2"1"-91,2 8-89,1 13-3277,10 19 2393,-2-5 1743,5 5-1039,-4-14 1,-1-1-2090,1 0 2269,6 15 0,-10-28 0,-2-3 0</inkml:trace>
  <inkml:trace contextRef="#ctx0" brushRef="#br0" timeOffset="40266">3127 6082 5824,'-2'-9'0,"2"3"0,3 2 0,1 2-76,1 1 76,0 0 0,-3 0 0,1 1 0</inkml:trace>
  <inkml:trace contextRef="#ctx0" brushRef="#br0" timeOffset="41437">3437 6314 5823,'6'4'181,"2"0"-2,9-9-179,-2 0 0,6-5-1305,-8 1 1395,0-2-2842,4-15 2752,-5 7 0,1-9 0,-16 8 0,-4 1 0,-2 0 0,0 0 0,-3 3 0,-6 15-45,2 15 0,1 4-1353,-2 6 1398,5-4 0,2 6 777,8 1 1,5 3-1,-1-4-777,0-6 0,0-1-786,1 8 0,1 4 1,1-7 785,5-4 0,10 8-703,8-10 703,1-2 1354,6-15-1354,-14-15 0,-2-4 0,6-5-45,-5-2 0,-3-3 60,-8 1 0,-3-2-15,-2 3 0,0-2 0,-1 0 0,1-6 0,-3 0 928,-2 7 0,-2-1 0,-1 5-928,-3-2 0,-5-2 1612,6 25-1612,2 4 224,0 1-224,11 1 0,-3-3 0,11-7 0,4-3 0,1-4 0,-2 1 0,0 0 0,1-1 0,-1 7 0,-8 5 0,1 5 0,-6 12 0,-2 5-3277,2 3 3219,0 0 1,-1 0 57,0 2-1499,2-1 1499,2 11-512,1-14 1,0 1 511,4 11 0,-5-16 0,2-2 0,17-5 0,-13-9 304,15-1-304,-18-9 0,1-5 1298,8-12-1298,-8 3 0,1-4 0,0 2 0,0-1 0,-1 0 0,0 0 0,1-2 0,-3-1-12,-2-3 0,-3 0 0,0 3 12,-1 8 0,-1 0 0,1-7 0,0-4 0,-2 8 0,-3 10 0,-2-2 914,1 8-914,-2 2 0,0 9 0,6 21 0,0-9 0,12 7 0,6 2 0,-3-13 0,1-1 0,3 5 0,0-2 0,-3-4 0,-2-3 42,-2 0-42,14 10 0,-17-8 0,8 11 90,-35 1-90,-2 0 0,4-8 0,-1-1 2925,-5 3-3014,4-3 89,5-4 0,4-3 0,2-2 0</inkml:trace>
  <inkml:trace contextRef="#ctx0" brushRef="#br0" timeOffset="41732">4791 5852 6004,'8'-6'89,"10"-3"1,2-1-90,1 0 0,1 0 0,2-1-45,9-6 1,-2 0-122,-11 6 0,0-1 166,2-1 0,2-1 0,-4 0 0,7-10 0,-7 1 0</inkml:trace>
  <inkml:trace contextRef="#ctx0" brushRef="#br0" timeOffset="42136">4930 5545 5914,'8'4'0,"24"4"0,-14-6 0,-1 1 0,3 0 45,4 1 0,1 1-45,9 1-1639,-9-1 1,0 0 1139,0 1 499,-10-2 788,-1-1-788,10 5 0,-13-4 0,7 3 0,-20 5 0,-2 0 0,-6 13 0,-4 5 0,6-6 0,-1 1-404,-2 9 404,5-12 0,2-3 0,2-2 0,6 15-2269,-2-15 2269,5 10 0,1-20 0,0 1 0</inkml:trace>
  <inkml:trace contextRef="#ctx0" brushRef="#br0" timeOffset="42670">5646 5450 5659,'-5'-7'90,"1"2"-8,2 2 8,0 0-63,1 7 63,1 2-90,1 6 0,2 0 14,1 20-14,-1-12-648,-1-2 1,0 1 737,0 7-90,-1-1-1475,1-4 1,-1 0 1474,0 1 0,2 6 0,2-29 0,2-6 0,2-11 0,-2 1 0,-1-3 0,3-5 0,0-4 0,0 0 230,0 4 0,-1 1 1,1-2-231,3-8 0,1-2 0,1 2 1092,0 8 0,-1 1 0,0 4-1085,0-1 1,0 4-8,3-2 0,0 8 0,5 23 0,-9 5 0,-1 3-1106,-1-2 0,-1 1 1106,0 10 0,-1 5-801,0-2 1,0 2 0,-1-3 755,-1-3 0,1 0 45,6 6 0,3 4 0,-3-10 0,0-13-125,13 6 0,-15-25 0,2-1 0</inkml:trace>
  <inkml:trace contextRef="#ctx0" brushRef="#br0" timeOffset="43066">6254 5298 5807,'-3'-5'107,"0"0"-17,-1 3 0,-10 23-90,5-2 0,1 1 0,1 1 0,4 13 44,5-14 1,0 0-1200,3 7 1155,9 6 0,3-24 0,3-4 0,13-1-323,-11-3 0,0-4 323,1-10 0,-3-5-1398,-6-11 1,-3-1 1397,2 7 0,-2 0 0,-5-8 0,-6 1-383,-11 10 0,-3 3 383,-1 4 0,0 1 0,-2-3 0,-2 2 0,-13 13 0,0 7 283,6 3-328,1 2 0,3 1-45,11 5 246,3 11 0,6-5 1,2 10-1</inkml:trace>
  <inkml:trace contextRef="#ctx0" brushRef="#br0" timeOffset="43453">7092 4966 5914,'-2'-15'359,"1"2"-359,4 16 90,0 19-90,2 3 0,-2-7 0,-1 4 0,2 11 0,1 7 0,-1-5 45,-1-9 0,1 3-60,1-2 0,2 7 0,0 4 0,1-1 0,0-3 0,-2-7-1624,1 2 1,1-3 1586,0 2 1,1 4 0,1-2 0,-2-6 51,4 2-90,-4-5-179,1-3 179,-6-16 90,-1-17 0,-2-8 0,0-14 0,0 4 0,0 0 0</inkml:trace>
  <inkml:trace contextRef="#ctx0" brushRef="#br0" timeOffset="43782">7258 4990 5734,'-3'-22'40,"-3"1"1,0-1-32,-1 0-3286,-4-13 893,8 26 2474,1 3 1319,0 1-1319,7-8 770,4 5-860,16-3 0,3 2 0,8 3-727,-8 7 1,4 2 0,-5 2 726,3 6 0,-6 2 0,-6 1 2269,-12 1-2269,-7 4 0,-3 1-1875,-2 6 1875,-2-3 0,-1 0 0,-6 4-45,-7 2 0,0 0 2509,2 0-2509,0-4 0,2-3-45,11-12 90,1 0 0,3-5 0,1 0 0</inkml:trace>
  <inkml:trace contextRef="#ctx0" brushRef="#br0" timeOffset="44499">7830 4784 5824,'-2'-8'90,"1"2"0,-10-2 0,4 6-1,-29 11 1,16 5-90,0 5 0,1 3-3277,5 10 3072,2 0 205,11-11-89,3-12-91,15 5 180,-4-10-90,23-8-2179,-14-17 2269,0-1 0,-7-5 748,-6 3-748,-3 8 0,7 7 0,-5 18 0,9 10 0,0-2 0,12 0 0,-4-10 1296,6-16 1,0-5-1297,-3-5 3,-2-1 1,-2-5-4,-12 5 0,-3-2 0,2-3 0,-1-3-866,-1-5 1,0-3 0,-2 0 865,-1 8 0,0 0 0,-1-2 0,-1 1 0,0-4 0,-1-1 0,0 1 0,0 6 0,0-5 0,-1 2 0,0-1 0,0-1 0,0 8 0,-1 11 0,2 26 0,0 8 0,-1 3 0,-1 9 0,1 2 0,0-4 0,0-3 0,1-2 0,1 2 0,0 1 0,1 3 0,1 2 0,0-3 0,2-4-45,8 7 0,2-4-368,-1-2 1,1-5 412,11-5 0,-16-17 0,-1-2 0,1-4 0,2-6 0,1-2 0</inkml:trace>
  <inkml:trace contextRef="#ctx0" brushRef="#br0" timeOffset="44719">8224 4457 5739,'-8'4'0,"3"-1"0,16-4 0,17-14 3,2 0-3,-6 0 0,-2 0-1646,2-2 1646,-5 2 0,1 0-407,-5 1 0,0 1 1,2-2-1,0 0 1,-2 0-1,0 1 0</inkml:trace>
  <inkml:trace contextRef="#ctx0" brushRef="#br0" timeOffset="44987">8562 4111 5734,'-7'-3'0,"2"0"17,0 0 22,0 5-3316,1 19 2336,1-4 854,2 6 1,1 4 86,-1 1 0,1 3-74,0-2 0,0 2 0,1 2 0,1-1 74,-1 4 0,2-1 0,0 0-276,-1-4 0,0 1 0,1-1 1,1-4 275,1 3 0,1-4 551,4 1 1,1-5-552,-1-5 89,8 6-89,-12-22 0,4-6 0,0-1 0</inkml:trace>
  <inkml:trace contextRef="#ctx0" brushRef="#br0" timeOffset="45186">8586 4484 5734,'0'-8'0,"6"-2"0,1 6 3,4-3-3,17-9-1639,-11 6 1,0 0 1475,1-1 1,1 1-1,0-2 1,-1 2-1,2-2 1</inkml:trace>
  <inkml:trace contextRef="#ctx0" brushRef="#br0" timeOffset="46016">8848 4430 5734,'-3'8'53,"1"0"-16,13-10-37,-1-1 0,11-9 0,-6-2 0,-3 2 0,0-6 0,-5 1 0,0-4 0,-4 5 0,-2 2 90,-14 5-90,4 8-3277,-17 10 3162,12 7 115,1 5 0,0 7 0,2-4 0,-2 9-321,-1 1 0,4 2 321,10-17 0,3 0 0,6 5 0,1-1 0,-4-4 0,0 0 1267,5 0 0,1-4-1267,2-9 0,1-3-1448,6-11 1,0-3 1447,1-3 129,0-5 1,-1-5-130,-8-4 0,-2-2-889,0-4 0,0 0 889,-1 0 0,-2 1 0,-2 1 0,-1 3 0,-3 8 0,0 3 0,2-15 0,-2 8 0,-2 15 0,0 5 0,8 10 0,3-1 0,8 4 1972,-1-5-1972,15-8 0,2-4-917,-7 2 962,4-1 0,0-1-45,-6-1-982,-10 5 982,3-1-56,-12 8 56,-5 2 45,-6 15 0,-3 4-45,0 0 0,-1 1 0,1 3 0,2 0 0,2-1 0,2 8 0,-1-5 0,3-1-90,13 5 90,-4-15-6,5-1 2247,-5-18-2241,2-4 0,4-5 0,2-5 0</inkml:trace>
  <inkml:trace contextRef="#ctx0" brushRef="#br0" timeOffset="46482">9518 4237 5745,'-1'-15'259,"-1"1"-80,1 0-179,2 12 90,0 26-90,1 8 0,-1-10 0,-1-2 0,0 9 0,-3 3-1605,2-18 1605,-1 7-257,1-15 257,1-1 0,5-13 0,10-21-915,-4 9 0,1-3 0,0 0 915,3-6 0,1 0 0,-1 4 0,1-1 0,-2 6 0,6 1 0,4 12-278,-15 20 278,1 8 0,-2 2 0,1 3 0,-2-6 0,1 0-6,4 6 1,1 2-1,-1-3-84,6 6 1213,-6-10 0,2-5-1123,7-12 0,-3-5 0,10-2 0</inkml:trace>
  <inkml:trace contextRef="#ctx0" brushRef="#br0" timeOffset="46899">10166 4467 5914,'-23'13'45,"7"-5"0,-2 0-45,0 0 0,-4 1 18,-1 1 0,-7 2 0,-2 1 0,1 0 0,4-2-787,3-1 1,2-2 0,-7 3 768,5-2 0,-6 1 0,-3 2 0,-4 1 0,-2 1 0,-1 0 0,-1-1 0,2 1 0,2-2 0,3 0 0,5-2-577,-7 2 1,6-2-1,1-1 1,-1 1-1,-5 1 577,6-2 0,-4 2 0,-3 0 0,-1 1 0,0 0 0,-1-1 0,1 1 0,2-1 0,3-1 0,2-1-182,-4 1 1,3-1 0,2 0 0,1-1 0,-2 1 181,-1 0 0,0-1 0,0 1 0,-2 0 0,-2 1 0,6-2 0,0-1 0,-1 1 0,-1 1 0,-1-1 0,-2 1 0,-2 1 0,-3 0 0,11-2 0,-3 1 0,-2 0 0,-1 0 0,-1 1 0,-2 0 0,0 1 0,-1-1 0,0 1 0,-1 0 0,0 0 0,1 0 0,0-1 0,1 1 0,0-1 0,2 0 0,0 0 0,3-1 0,-6 1 0,2 1 0,2-2 0,0 1 0,1-1 0,0 0 0,0 0 0,0 1 0,-1-1 0,-1 1 0,-1 0 0,-2 1 0,6-2 0,-1 1 0,-2-1 0,-1 2 0,-1-1 0,0 1 0,-1 0 0,-1 0 0,1 0 0,-1 0 0,1-1 0,1 1 0,0 0 0,1-1 0,1 0 0,2 0 0,1-1 0,2 0 0,1-1 0,-10 4 0,3-1 0,3-1 0,1-1 0,1 1 0,0-1 0,0 0 0,-1 1 0,0 0 0,0 0 0,0-1 0,0 1 0,0 0 0,0 0 0,-1 0 0,-2 0 0,2 0 0,0 1 0,-2-1 0,1 1 0,-2 0 0,1 0 0,-2 0 0,1 0 0,-1 1 0,-1 0 0,6-2 0,0 1 0,-1 0 0,0 0 0,-1 0 0,0 0 0,-1 1 0,1-1 0,0 1 0,0-1 0,0 0 0,1 1 0,1-2 0,0 1 0,-3 1 0,1-1 0,1 0 0,0 0 0,1-1 0,-1 1 0,1 0 0,-1 0 0,0 0 0,-1 1 0,-1 0 0,3-1 0,-2 1 0,-1 1 0,-1 0 0,0 0 0,0 0 0,-1 1 0,1-1 0,1 0 0,2-1 0,0 0 0,3 0 0,2-2 0,2 0 0,-10 4 0,5-2 0,2-1 0,1 0 0,-3 1 0,0 1 0,-1-1 0,1 1 0,-1 0 0,1 0 0,-1 0 0</inkml:trace>
  <inkml:trace contextRef="#ctx0" brushRef="#br0" timeOffset="61099">15697 4825 6183,'3'-10'90,"0"2"-90,3-1 0,0 1 90,11-19-90,-5 7 0,-1 0-891,0 1 1,-1 1 935,2-5 0,-2 2-45,-3 2-1263,-1 1 1,0-1 1262,1 0 90,1-10-1235,-5 15 1145,0 4 0,1-5 0,-3 8 738,1-3-1008,-1 4 2828,-1 1-2828,-1 1 2198,0-1-1956,0-2 67,0 2 178,0-2-217,-2 9 90,-13 13-46,0 0 1,-2 2 0,-4 4 0,-1 0-45,4-5 0,1-1 0,-9 8 0,22-19 0,-2 2 0,3-4 0,10-19 0,5 1 0,7-12-1756,-5 12 1756,-5 7 0,0 0 0,10-6 0,-8 6 0,14-7 0,-17 12 0,7-2 0,-8 9 0,4 5 947,-3-1-947,-1 4 0,1 8 0,-2-7 0,5 13 0,-5-16 0,1 1-270,-3-7 270,1-1 0,-3-1 0,1 0 0</inkml:trace>
  <inkml:trace contextRef="#ctx0" brushRef="#br0" timeOffset="62286">16076 4535 5812,'-2'-6'461,"-3"3"-461,1 3 0,-5 5 90,4 0-90,-3 2 0,-4 6 0,5-5 0,-3 4 0,4-1 0,2-5 90,-1 14-90,4-12-3277,12 17 3162,-5-17 115,13 10-314,-8-10 314,4 2 0,5 4 0,-1 2-928,-3-2 928,-4-1 0,-7-6 0,2 16 0,-5-12 270,-8 25-270,-1-26 0,-10 9 0,5-18 0,3-3 972,1-3-972,3-16 0,3 12 0,1-12 3276,2 9-3160,3-7-206,-1 5 0,3-5-179,-2 9 269,0 0 0,-1 1 0,-2 6 0,-1 0 0</inkml:trace>
  <inkml:trace contextRef="#ctx0" brushRef="#br0" timeOffset="63465">15965 5023 5759,'-8'-8'59,"0"0"-53,4 4 84,0-2 179,2 4-89,-1-1 0,-3 15-180,1-5 135,-9 23 0,-3 5-135,1-6-1093,5-8 1,-2 2 0,1-1 1079,-1 0 1,1-1 12,-2 2 0,0 2-726,0-2 0,-1 3 0,1-2 726,-3 6 0,0-2 0,1-1 0,0 1 30,2-4 0,-1 1 0,3-4-1453,-4 5 1423,0 1 0,1-2 0,10-17 1395,0 1-1395,-1 0 0,0 2 0,0-3 90,2 0-90,-1 0 0,2-4 2255,-3 6-2885,4-7 401,-2-3-40,1-3 1088,1-6 0,1 5 0,1-1 0</inkml:trace>
  <inkml:trace contextRef="#ctx0" brushRef="#br0" timeOffset="63902">15517 5560 5824,'-2'-7'0,"-1"0"0,3 2 270,-1 0-270,0 19 89,-1-1-1352,0 11 1263,0-8 0,0-8 90,1 13-90,1-11-426,0 8 426,2-13 0,7-1 0,1-3 0,5-1 0,4-8 0,0-2 0,12-10-90,-3 3 1293,-3-1-1203,-10 6 0,-1 1 0,-3 1 0,10-9 0,-17 13 0</inkml:trace>
  <inkml:trace contextRef="#ctx0" brushRef="#br0" timeOffset="65052">15381 5165 5767,'2'-6'57,"0"0"123,-1 3-1,1 0-89,-11 12-90,3-1 90,-7 7-90,7-6 0,1 1 0,4 8 0,1-6 90,3 5-90,2-12-90,16 5 90,-3-3 0,14 3-2148,-13-5 2148,-1-1-2800,6 6 2800,-11-4 0,9 4-90,-14 12 90,-8-7-90,-3 15 90,-14-8 0,3-8 0,-2 0 0,-8 7 688,6-10 1,1-2-689,5-5 3276,0-8-3160,17-18-116,3 2 0,1 0 0,-1 0 0,1-1-1639,6-7 1,-1 0 1523,0 3 115,2-4-1313,-11 19 1313,-1 2 0,0 0 0,1-3 90,-2 0-90,0 1 2742,-3 1-2742,-2 5 1963,0 0-2053,-1 2-124,0-1 214,-2 3 0,0 0 0,-1 2 0,1 0 0</inkml:trace>
  <inkml:trace contextRef="#ctx0" brushRef="#br0" timeOffset="70218">11425 1903 5734,'7'4'0,"-1"1"0,-2-3 0,5 3 0,1 1 0,0 0 0,0 0 0,-4-3 0,2 1 0,9 3 0,11 3 0,-5-2 0,9 4 0,-7-4 0,5 3 0,1 0 0,-12-4 0,1 0 0,8 3 0,5 0 0,-3 1-1639,-1 0 1,-1 0 1580,2-1 1,-1 1-340,-1 0 0,-2 0 397,-9-2 0,1 0 0,11 6 0,3 1 0,0 0 0,0 1 0,-4-3 0,0 0 0,-2-1 0,4 2 0,-2-2-774,0 0 0,-2-2 774,1 0 774,-2 0 0,0 0-774,10 5-239,-13-7 1,0 1 238,-5-3 0,1 1 0,4 1 0,1 0 0,-6-1 0,1 0 0,8 3 0,-1 0 2762,-2 1-2762,1 1 0,2 0-2762,7 4 2762,-8-4 0,-1 0 0,5 1 1271,0-1-1271,-1-1 0,1 1-1135,-10-5 1,-1 0 1134,10 4 0,-2-1 0,-1 0 0,-5-2 0,4 1 0,-4-1 0,2 1 0,-1 1 0,1 0 0,1-1 0,-1 0-37,-2 1 1,-3-2 36,-2-2 537,4 3 1,2 0-538,10 5-538,-9-5 1,0 0 537,6 3 0,-10-6 806,4 1-806,0 0 0,3 1-403,0 1 0,-1-1 403,3 1 0,-1-1 0,-4-1 0,-2-1 0,2 0 0,2 0 1006,2 2 0,3 0-1006,-8-3 0,0 1-537,8 2 1,1 0 536,-8-2 0,1 1 1348,9 1 1,1 1-1349,-2 1 0,1-1-1349,2 1 1,-2-1 1348,-9-3 0,-4 0-939,5 1 939,-3-1 239,-1-1 1,3 2-240,12 4 0,1 1 0,-4-2 0,1 1 0,-4-2 0,1 1 0,0-1 0,-4-1 1,0-1 0,-2-1 0,2 1 1,-1 0-244,10 3 0,-1-1 242,-4-2 534,-5 0 1,5 1 0,-4-1-534,-5-2 1,-1 0 409,3 1 0,2 1 0,-2-1-404,-3-2 0,-1 1-1207,10 2 1,0 0 1201,-5-1 1,-2-1 551,5 2 0,0 0-551,9 2 0,-3 1-1577,3 0 1574,-1 0 0,-1-1 0,-3 1 0,-7-4 0,8 4 0,-4-3 0,0 0 0,5 2 0,-6-3 0,3 2 0,-3-1 0,1 1 0,-2 0 0,-1-1 0,2 1 0,2 0 0,5 3 0,1 0 0,-6-2 0,-3-1 0,-2-1 253,3 1 0,2 0 0,-1 1-223,-3-2 0,-1 1 0,-1-1 1229,3 0 0,0 0-1259,0 1 0,2 1 0,-4-2-580,5 2 580,-1 1 0,2 0-349,-10-3 0,0-1 349,5 3 0,-2-1 0,11 4-562,-11-5 0,4 2 0,-2-1 562,3 2 0,2 0-101,-4-2 0,5 2 0,0-1 1,-5 0 100,2 0 0,-2-1 0,5 2 0,-3-2 0,-2-1 0,0 1 0,7 3 0,-4-2 0,-2 0 0,2 0 0,-2 0 0,5 2 0,3 1 0,-3 0 0,-5-3 308,1 0 0,0 1-290,-2-1 0,5 2 0,1 0 0,-1 0 0,-7-3-18,-2-1 0,-2-1 0,13 5 0,4 1 0,-6-2 0,-13-5 0,0 0 0,11 4 0,5 1 0,-2-1 45,0 0 0,0 0-45,-4-2 0,3 2 0,0 0 0,-2-1 0,-3-1 0,-1-1 0,-1 1 375,0 0 1,-1-1 0,2 1-376,8 4 0,1 0 0,-4-1-917,-6-2 1,0-1 916,3 2 0,3 1 0,-4-1 139,-9-4 1,1 1-110,13 5 0,5 2 0,-3-2-30,-8-1 0,0-1 0,6 2 0,2 1 0,2 1 0,-5-2 0,1 0 0,0 1 0,-3-2-153,-3-1 0,-2-1 0,3 1 153,2 2 0,6 1 0,2 2 0,0 0 0,-2-2 0,-6-1 0,-2-2 0,-3-1 0,1 1 0,7 2 0,3 2 0,0-1 0,-3 0 0,-1-2 0,-2 0 0,1-1 0,2 2 0,1-1 0,0 0 0,-1 0 0,0 0 0,-2 0 0,7 1 0,-3-1 0,-9-3 0,0 0 0,-2 0 0,3 0 0,3 2 0,5 1 0,1 0 0,-4-1 0,2 1 0,1 0 0,-4-2 0,4 2 0,-1 0 0,-5-2 438,-6-2 0,-1 0-438,8 3 0,3 0 0,-3-1 62,-5 0 0,0-1-62,3 1 0,2 0 0,0 1-11,1 1 0,0 0 1,-4-1 10,-6-2 0,1 0 0,6 2 0,4 1 0,-6-1 2220,-2-1-2917,-1 1 697,-11-2 0,-9-3 0,-17-4 0,-2-1 0</inkml:trace>
  <inkml:trace contextRef="#ctx0" brushRef="#br0" timeOffset="72802">10841 3788 5745,'3'9'22,"0"-2"-2,7-2-12,-2-3 21,26 6-29,-16-3 0,9 1 0,6 1-1093,-5 0 1,1 0 0,0 0 327,-5-1 1,-1 0-1,2 1 765,11 3 0,2 1 0,-5-1 147,-9-2 1,0 1-148,8 2 0,3 2 0,0 0-183,-7-2 0,0-1 1,0 1 182,5 1 0,1 0 0,-2 0 0,-6-2 0,0 0 0,-3-2 0,-3-1 0,1 0 0,8 3 0,6 2 0,1 1 0,-4-2 0,0-1 0,-1 1 0,-1-1 0,3 1 0,2 1 0,-1 0 0,-2 0 0,1-1 0,-2 1 0,-4-2 0,3 1 0,-1 1 0,2-1 0,5 3 0,0 0 0,-4-1 0,-5-2 0,-2 0 0,-1 0 0,4 1 0,-1 0 0,-1-1 0,1 2 0,-1-2 0,4 2 0,2 0 0,-5-1 0,4 1 0,0 0 0,-2-1 8,0 0 0,-1-1 0,1 1-14,-1-1 0,1 1 0,-1-1 0,-5-1 6,-4-3 0,-3 0 0,14 5 0,-2 1 0,-2-2 0,-2 0 0,-1-1 0,-5-2 403,7 4 1,4 1-404,-5-3 0,0 1 0,5 2 0,3 1 30,0-1 0,2-1 0,-3-1-30,-7-3 0,0 0 0,10 4 0,4 2 0,-4-3 0,-11-3 0,-2 0 149,4 0 0,-3 1-149,4 1 0,-4-1 0,0 1 1141,-5-4 1,1 2-1112,5 2 0,3 1 0,-3 0-2213,10 3 2183,-12-6 0,1 2-693,6 4 1,-2-1 692,1 1 0,-3-2 0,5 4 0,1 0 0,-7-3 0,8 4 0,-8-4 0,7 4 0,-1 0 0,-6-4 0,4 1 0,2 2 0,-2 0 0,-6-6 0,3 2 0,3 1 0,-8-4 0,1 1 0,7 3 0,0 0 0,6 3 0,-10-6 1153,1 0-1108,3 1 0,1 0-45,4 2 0,-5-3 0,2 2-14,-3-2 0,2 0 0,-4 0 14,-5-3 0,0 0 30,12 5 0,6 3 0,-6-3 1094,-10-3 0,-1-1-1124,3 2 0,2 1 0,-2-2-1124,-2 1 0,-1-2 1124,5 3 0,-2-2 0,3 2 762,-1-2 1,4 3 0,-2-2-763,-2 0 0,0-1-273,1 2 0,3 0 0,-2-1 273,1 1 0,-2-1-980,-2-1 0,-1 0 980,1 0 0,0 0 0,1 0 0,2 1 649,-2 0 1,2 0 0,-2 0-605,3 1 0,1 1-45,-3-2 0,3 1 0,1 0 0,-3 0 0,7 2 0,-1 0-643,-7-3 1,1 0 0,-2-1 642,1 1 0,1 0 138,5 2 1,4 2 0,-4-2-139,-5-1 0,0-1 0,6 4 0,4 0 0,-6-1 0,-9-4 0,-2 0 0,4 1 0,2 0-443,0 0 0,1 1 1,-1-1 442,-1 0 0,1 0 10,0-1 1,2 1 0,-5-1-11,4 1-11,-2-1 0,6 2 1,-3 0 10,-2-2 0,1 1 0,1-1 0,5 3 0,0-1 0,-3 0 0,6 0 0,-2 0 0,-7-2 0,1 1 0,-2-2 152,-1 0 1,1 0-123,1 1 0,2 1 0,-4-2 1390,10 3-1420,0 0 0,-2 0 1891,-9-4-1891,1 0 0,3 2-148,-3-2 0,1 1 148,3 1 0,0 0 0,-3-2 0,1 1-706,-3-1 1,2-1 0,-2 0 705,0 0 0,1 0-170,-2 0 0,2 0 0,2 0 170,3 1 0,1 0 0,-2-1-392,0 0 0,1 1 392,5 1 0,4 1 0,-6-1 0,-7-2 0,-2-1 0,-3 0 0,2 1 0,5 0 0,3 1 0,-3 0 0,-5-2 0,2 1 0,4 1 0,8 2 0,3 1 0,-3-1 0,-7-2 0,-1 0 0,-2 0 14,1 0 1,3 0-1,0 1 1,-5-2-15,-2 0 0,-2-2 0,1 1 0,1 1 0,1-1 0,3 1 0,-2-1 0,5 2 0,-2-1 631,0 0 1,1 0-677,0 0 0,-3-1-1186,-5-1 1231,-2 0 0,-1 0 0,-5-2 911,-4 0-911,-10 1 0,-9-2 0,-13-1 0</inkml:trace>
  <inkml:trace contextRef="#ctx0" brushRef="#br0" timeOffset="84082">14330 3456 5734,'5'-5'89,"-1"-1"2,-1 4-91,1 3 0,-1 1 0,3 6 0,-1 4 0,0-4 0,-1 2 0,-2-2 0,0-2 0,1 1 0,1 7 0,-1-3 0,2 2 0,-3-6 0,3 0 0,1-4 0,8-2 90,15-17-90,-1-2 0,-8 3 0,0-2 0,-4 3 0,1 0 45,8-10 0,1 2-45,-10 7 0,1 1 0,8-7 0,-1 1-770,-8 6 770,6-3 0,-4 2-90,-6 6 0,3-1 90,-6 14 0,-5-1 0,2 8 0,-5-3 0</inkml:trace>
  <inkml:trace contextRef="#ctx0" brushRef="#br0" timeOffset="84984">14683 3758 5759,'6'1'20,"-1"1"-15,-3 1-2,1 0 0,-1 2 5,1 4 3,3 8-11,-1-4 0,0 2 6,-1-8-6,-2-3 8,6 2-7,-3-4-1,5 1 0,14-11 0,0-7 0,2-3 45,0 0 0,0 0-1684,4-5 1,-2 1 1580,-12 7 1,0-1 57,6-6 0,0 1 0,0 0 0,-3 4 0,3-3 0,-4 5-90,-4 4 90,18-8 0,-28 22 0,3 2 0</inkml:trace>
  <inkml:trace contextRef="#ctx0" brushRef="#br0" timeOffset="86016">16038 5630 6273,'1'9'90,"0"0"-90,-2-3 90,0 3-90,2 12 0,-1-8 0,1 9 0,6-2 0,-1-9 0,4 6 90,9-17-90,6-13 0,2-3-1639,-8 6 1,0-1 1599,1-1 1,0-2 0,2-3-16,0-1 1,0-3-1,1 0 1,-4 3 53,0 0 0,0 1-267,7-8 0,2-2 1,-4 3 310,-10 8 1,-3 2-628,6-7 493,5-4 0,-14 15 2421,-2 6-2421,0 4 13,2 2 77,1 3 0,2 3 0,0 1 0</inkml:trace>
  <inkml:trace contextRef="#ctx0" brushRef="#br0" timeOffset="86831">17044 5904 5824,'0'6'719,"-1"1"-719,0-1 90,-1 5-90,0 0 0,1 1 90,2 12-90,1-13 0,1 10 0,7-12 0,5-7 0,2 0-1651,6-9 1651,-5-2-949,3-7 1,6-6 0,-4 3 948,-3 3 0,-1 1-634,6-6 0,3-4 0,-4 4 634,-8 8 0,0-1 0,4-3 0,3-3 0,-2 2 0,0 1 0,0 1-31,9-9 1,-3 3 30,0 3 1873,-15 11-2503,6-3 293,-10 8 1037,3 1 0,-9 6 0,-1 3 0</inkml:trace>
  <inkml:trace contextRef="#ctx0" brushRef="#br0" timeOffset="87831">17921 5869 5824,'4'-19'359,"-1"7"-89,-1-5-90,-1 11 0,-5 6-180,1 4 0,-6 8 45,-2 7 0,-3 5 0,-4 5 0,0 2-45,5-9 0,0 0 0,-1 1 0,-2 5 0,-2 2 0,4-4 0,-3 4 0,6-9 0,2-3 0,6-11 90,6-1-90,1-5 0,8-4 0,-5 0 0,3-1 0,-5 2 0,4 2 0,-2 0 0,4 1 0,-5 0 0,20-2 0,-9-1 0,3-1 0,1-1 0,3-4 0,2-3 0,-10 3 0,7-9 0,-15 9 0,9-7 0,-7 5 0,-5 4 0,4-4 0,-7 8 0,1 5 0,-3 8 30,-3 12 0,-2 9 0,0-3-30,2-8 0,-1 1-909,-1 8 0,-2 4 0,2-4 909,2-6 0,0-3 0,0 2 0,0 0-1559,1 12 0,0 0 1379,1-15 0,0-2 133,2 6 0,1-4 0,-1-13 1,1 2-1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5:31:07.92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6522 5541 11760,'-12'-4'1529,"-2"0"-989,1 0-90,-5-1-90,7 2-180,-3-2 179,8 2-179,0 1 90,3 0 0,-1-2-180,8 0 0,3-3 0,10-2-45,4 0 0,2-2-954,-3 3 1,2-1 953,12-4 0,3-1-15,-7 3 0,2 0 0,-1 1-30,8-3 0,0 1-576,-4 1 1,1 0 0,-2 1 575,4 0 0,-1 2 45,1-1 0,1 0-45,-1 1 0,0 1 0,0 0 0,1 0 0,-1-1 0,0 2-984,1-1 1,0 1 1028,0 0 0,-1 0-45,1 0 0,0 1 0,-4 0 0,0 1-506,-2 0 0,-1 0 506,-3 0 0,-1 1 0,-1 0 0,-1-1 22,-3 2 1,-1-1 67,18-2 695,-11 2-605,-4 1 0,-7 1 1782,-4-1-1692,-3 2 1642,-2-1-1822,-2 1 1573,-2-1-2383,-9 5 310,4 0-309,-5 4-156,6-3-1914,1 0 2789,0-1 0,-6 0 0,-1 0 0</inkml:trace>
  <inkml:trace contextRef="#ctx0" brushRef="#br0" timeOffset="6917">15964 7443 5127,'32'-12'-30,"0"0"0,1 0 0,-1-1 0,1 0 0,2-2 0,1-1 0,1-1 0,-1 1 0,-1 0-163,1 0 0,-2 1 0,0 0 1,1-2-1,1 0 0,-4 1 0,2-1 1,1 0-1,0-1 0,-1 0 0,-2 1 1,-2 0-1,4-3 0,0 0 0,-1 0 1,1-1-1</inkml:trace>
  <inkml:trace contextRef="#ctx0" brushRef="#br0" timeOffset="17084">13528 4144 8072,'2'-5'3276,"-2"9"-2504,-1 1-772,-1 6 90,1-5-90,0-1 0,1 2 0,-1-2 0,2 3 0,-1-3 0,1 0 0,1-1 90,0-1-90,1 0 0,0 0 0,2-1 0,1 0 0,0-1 0,2-1 0,1-1 90,2-1-90,1-1 90,0-1 0,11-6 90,8-6-180,-4 2 90,1-2-90,-14 8 90,-1 0-90,0 1 0,-1 1 0,-1 1-180,-1 0 0,0 1-180,-1 1-90,-1 1-1888,4 1 449,-3 1 1889,3 2 0,1 1 0,2 2 0</inkml:trace>
  <inkml:trace contextRef="#ctx0" brushRef="#br0" timeOffset="17930">14624 4733 10141,'1'-7'2339,"0"0"-810,0 2 0,-1 0-1439,-4 8 0,2-2-90,-4 8 90,4-4-90,-1 1 0,1 0 0,0 0 0,-1 0 0,1 0-90,1 0 90,-1 0 0,1 0-90,-1 0 90,2-1 0,-1 1-90,2-2 90,1 2 0,1-4 0,2 0 0,0-2 0,2-1 0,0-1 0,3-2 90,2-1-90,2-2 0,5-2 0,2-1-548,3-3 548,0 0 0,-1 1 0,0 0-180,-1 1-90,-1 1-899,10-3-1,-10 5-269,8-3-270,-11 6-450,-1 1 2159,-1 1 0,4 0 0,0 0 0</inkml:trace>
  <inkml:trace contextRef="#ctx0" brushRef="#br0" timeOffset="28348">10783 2737 6094,'-7'-6'269,"0"1"181,4 2 540,-1 1-181,0-1-719,9 8-90,-3-3 0,13 9 90,-9-7-90,4 3 0,-6-4 90,0 0 0,1 1-90,1 0 0,0 0 90,2 0-90,1 1 90,0 0-90,1 1 0,1 0 90,0 0-90,2 0 0,0 1 0,2 0 90,2 2-384,0 0 294,1 0 0,-2 0 0,1 0 90,-1 1-90,6 4 0,-6-3 180,11 6-90,-12-6-90,5 2 90,-7-4 0,0 1-90,1-1 90,-1 0 0,0 0-90,0 0 90,0 0-90,0-1 0,0 0 90,0 0-90,0 1 293,-2-2-293,1 2 90,-2-1-90,1 0 0,-1-1 0,0 0 0,0-1 0,-1 1 0,0-1 0,4 3 90,-3-2-90,2 2 0,-4-3 0,-1 0 0,1 0 0,0-1 0,-2 1 0,2 0 0,0 0 0,0 1 0,0-1 0,0 0 0,0 0 0,0-1 0,1 1 0,-1 0 0,1-1 0,1 2 0,-2-1 0,2 1 0,-2-1 0,-2-1 0,2 1 90,-2-1-90,0-1 0,0 1 0,0-1 0,-1 0 0,3 3 0,-3-3 0,3 2 0,-2-1 0,-1-1 0,2 0 0,-1 1 90,0-1-180,1 1 90,-1-1 0,1 0 0,0 1 0,0-1 0,0 0 90,0 0-90,0 0 0,0 0-90,0 0 180,1 0-90,-1 0 0,1 1 0,1-1 0,0 1 0,0 0 0,1 0 0,0 0 0,0 0 0,-1-1 0,1 1 0,-2-1 0,1 0 0,0 0 0,0 1 0,0-1 0,1 1 0,0-1 0,0 2 0,0-2 0,1 1 0,0 0 0,0 0 0,0 1 0,1-1 0,-1 0 0,1 1 0,0-1 0,0 0 0,0 0 0,0 0 0,0 0 0,0 1 0,-1-1 0,2 0 0,-1 1 0,1-1 0,-2-1 0,0 2 0,1-2 0,-1 1 0,1 0 0,0 0 0,0 0 0,1 0 0,0 0 0,1 0 0,0 1 0,0 0 90,2 0-180,-1 1 90,0-1 0,0 1 0,1 0 90,-1 0-90,1 0 0,0 1-259,-1-1 259,1 1 0,0-2 0,-1 1-90,1 0 180,-1 0-180,0 0 180,0 1-90,0-1 0,6 4 0,3 0 0,12 7-1057,-8-5 1057,3 2-90,-9-5-374,-1-1 374,1 1 90,-1-1 90,2 2-90,-3-2 0,12 6 0,-10-4 0,8 3 0,-10-3-185,11 5 185,-11-5 0,9 4 0,-14-7 0,0 0 90,-1 1-202,2-1 112,-1-1 0,0 0 0,-1 1 0,1-1 0,-1 0 0,0 1 0,0-1 0,0 0 0,6 3 0,-4-2 967,3 2-967,-5-3 0,-1 0 604,6 2-604,-5-1 0,4 1 367,-6-4-367,5 3 0,-5-2 0,5 3 0,-6-4 139,1 1-139,-1-1 0,0 0 0,0 0 0,1 1 0,0-1 0,0 0 0,0 0 0,1 0 0,5 2 0,-4-2 0,4 2-90,-6-3 90,0 1 90,0-1-90,-1 0 0,-1 0 0,-2-1 0,1 0 0,-2 0-90,0 0 180,-1 0-90,-1-1 0,1-1 0,-1 1 0,1-1 0,-1 1 0,-1 0 0,1-1 0,0 1-90,0 0 180,0 0-90,1 0 0,1 0 0,1 1 0,1 0 0,1 0 0,0 1 0,2-1 0,-1 1 0,2 0 0,1 1 0,1 0-90,1 0 180,0 1-90,1-1 0,-1 1 0,1-1 0,-1 1 0,0-1 0,0 0 0,-2 0 0,0 0 0,-1-1 0,0 1 0,-1-1 0,0 0-90,-2 0 90,0 1 0,-2-2 0,0 0 0,0 1 90,0-1-180,-1 0 90,-1 0 0,0-1 0,0 0 0,0 1 0,0-1 0,0 1 0,1-1 0,0 2 0,1-1 0,7 3 0,-3-2 0,13 6 0,-5-3-2005,8 2 2005,-3 0 0,1 0-854,1 0 854,1 1 0,1 0 0,1 0 0,1 0-1040,3 2 1040,0 0 0,4 1-619,0 2 574,-10-4 0,0-1 45,-7-1 0,0 0 0,6 1 0,1 1 0,-1 1 0,-2-1 0,-5-3 0,0 0 0,4 3 0,0 0 0,7 2 0,-3-1 0,0 0 0,0 0 0,0 0 0,-1 0 0,-1-2 0,-1 1 0,0-2 0,-2 0 0,-3-1 1198,-2 0-1198,-3-1 800,-2-1-800,-1 0 1267,1-1-1267,-2 0 881,-1-1-881,-1 0 281,-1-1-281,0 0 1,-1-1-1,-1 1 0,0 0 0,2 0 90,-2-1-90,2 1 0,-3-1-90,2 1 90,0 0 0,1 0 0,0 0 0,1 0 0,0 1 0,2-1 0,2 2 0,1 0 0,3 1 0,2 1-417,2 1 417,4 0 0,1 2 0,2-1 0,1 2-678,3 0 678,2 1 0,3 1 0,0 1 0,2 1 0,-20-7 0,1-1 0,0 1 0,1 0 0,-1-1 0,1 2-30,5 0 0,3 2 0,-2 0 30,-1-1 0,1 0 0,0 0 0,1 1 0,-2-1-690,-4-2 0,-2 0 690,0 0 0,1 0 0,-1 1 0,1-1 0,-2 0 0,1 0 0,0 0 0,0-1 0,18 8-45,-11-4 0,0-1 45,11 4 0,-12-3 0,-1-1 0,8 2 0,2 2 90,1-1-90,0 0-90,0 1 90,0-2 0,1 1 0,0-1 0,0 1 0,-3-2 0,-1 1-979,-3-2 979,0 1-57,0 0 57,-7-3 0,1 1 0,11 5 0,-11-6 0,-1 1 0,11 5 0,-5-2-1134,5 1 1134,-4-1 0,-7-3 0,1 1 100,11 5-100,-12-6 0,-1 1 79,12 5-79,-2-2 0,3 1-555,0 1 555,1 0 0,0 0 0,-1 0 90,-2-1-180,1 0 180,-5-1-90,2 0 743,-2-1-743,-1 0 867,0 0-867,0 0 0,-1 0 211,0 1-211,0-1 0,0 0 0,-1 0-90,1 0 90,0 0 0,0 0 90,-1 1-90,1-1 0,-1 0 0,2 0 0,-1-1 0,1 1 0,-1-1 0,1 0 0,-9-4 0,1 1 0,11 3-45,-11-3 0,0-1 45,7 3 0,1-1 0,-2 1 0,0-2 0,-1 2 0,8 2 0,-10-3 0,8 3 1125,-12-6-1125,11 6 0,-6-3 232,6 3-232,-6-2 0,0 0-314,0-1 314,2 1 0,-1 0 131,2 0-131,0 1 0,-5-3 0,0 1 0,10 4 0,-8-4 0,0 1-1840,8 3 1840,3 2 0,-1 1 0,0-1 0,-2-1 0,-1-1 0,1 0-223,-4-1 223,4 1 0,-1 1 0,2 0 0,1 1 0,-2-1 0,1 0 0,-4-2 0,5 3 0,-5-3 0,4 3 0,-1-1 0,3 1 0,-1 0 0,-2-1 0,-1-1-89,-2-1 89,-1 1 0,0-2 0,0 1 0,-1 0-348,-1-1 348,-1 0 0,-1-1 46,-1 0-46,-2-1 0,-1-2 1712,-1 0-1712,-2 0 0,6 1 0,-7-1 1053,5 0-1053,-7-1 967,-3-2-967,1 1 658,-5-3-658,-1 0 0,0 0 0,-1 0 0,-1-1 0,1 1 0,-2-1 0,2 1 0,-2-1-270,1 1-89,0 1-1620,-1-1 1979,1 1 0,-3-2 0,0 0 0</inkml:trace>
  <inkml:trace contextRef="#ctx0" brushRef="#br0" timeOffset="38289">16211 5235 9062,'2'-7'3276,"-1"0"-1965,0 2-951,1 1-180,-1 0-90,1 1 0,0-1 0,0-1-90,-1 1 90,1-1-90,-1 2 90,1-1 0,-1-1-90,1 1 90,0-2-90,0 0 89,2-5-89,-1 4 90,1-5-90,0 4 0,-1-2 0,1 2 90,2-7-90,-2 3 0,2-3 90,-2 4-90,0 2 0,0-1 90,0 0-90,0 0 0,1-1 0,-1 0 90,1 0-90,1 0 0,-1-1 0,1 1 0,4-8 90,-3 7-90,3-6 0,-4 7 0,-1 1 0,1-1 0,0 1 0,-1 0 0,1 0 0,0 1 0,0-1 0,-1 1 0,1 0 0,-2 1 0,1-1 0,1-4 0,-1 4 0,1-5 0,-2 7 0,0-1 0,0 1 0,-1-1 0,1 0 0,0 0 0,0 1 0,0-1 0,-1 1 0,0 0 0,-1 2 0,2-1 0,-2 0 0,1 1 0,-1 0 0,0-1 0,0 1 0,0-2 0,0 2 0,1-4 0,-1 5 0,1-3 0,-1 3 0,0-1 0,0 0 0,0 0 90,-1-1-90,2 0-90,-1 2 90,1-2 0,-2 3 0,1-2 0,1 1 0,-2 0 0,2-2 0,-1 2 0,0-1 0,0 1 0,-1-1 0,1 1 90,0 0-90,-7 5 0,3 0 0,-5 4 0,3-2 0,-1 1 90,0 0-90,-2 1 0,0 0 0,-3 2 0,1-2 0,-3 2 0,3-2 0,-4 3 0,4-3 0,-3 2 0,4-3 0,-3 2 0,3 0 0,-2 0 0,4-2 0,0 0 0,0 0 0,0-1 0,0 1 0,1-1 0,1 0 0,0 0 0,-1 0 0,2-1 0,-3 1 0,2-1 0,4-7 0,3 2 0,4-5 0,0 1 0,4-2 0,0 0 0,4-2 0,-1-1 0,0 1 0,1 0 0,-1 1 0,2 0-345,0-2 345,2 0 0,0 0 0,-2 2 0,0 0 0,-3 1 0,0 1 0,-1 0 0,-1 1 0,-2 1 0,-1 0 0,-1 2 255,0 0-255,-1 2 0,-1-1 0,0 1 0,-1 0 90,0 1-90,-1 2 0,-1 2 0,-1 4 0,-3-1 0,1 1 0,-1-1 0,0 1 0,0 1 0,0 0 0,0 1 0,-1 1 0,1 1 0,-1-1 0,0 0 0,0 0 0,0 1 0,0-2 0,-1 5 0,2-5 0,-2 5-90,2-7 90,0 2-180,1-4 0,0 1-269,-1-2-371,0 1 1,6-9 0,1-3 0</inkml:trace>
  <inkml:trace contextRef="#ctx0" brushRef="#br0" timeOffset="39144">16948 4480 9961,'-1'-10'270,"0"2"0,-1 2 90,1 2 90,-1 0-181,-1 0 91,0 0-270,-3 1 90,2 2 90,-2-1-180,-1 2 0,2 0 0,-3 1 0,2 0 0,0 0-90,-1 2 90,0-1 0,-1 2-90,1 0 0,-1 0 89,-3 5 1,3-2-90,-4 4 0,5-3 0,0 0 90,1 1-90,0-2 0,1 2 0,1 0 0,1 0 0,1 1 90,0-1-90,1 1 0,2-1 0,0 1 0,2 1 0,0-1 0,1 2 0,0-1 0,1 1 0,1 2 0,0-1 0,1 2 0,-1 0 0,1 0 0,-1 0 0,0 0 0,0 1 0,0 0-90,-1 1 0,0-1 0,2 6 1,-3-5-1,0 3 0,-2-9 0,-2 1 90,-1-2-90,0 0 0,-3-1 90,-1 1-90,-1-2 90,-3 1-90,-1-1 90,-3 0-90,1-2 90,-3-1 0,2 0 0,-3-2-90,2-1 90,0 0 0,0 0 0,1-1 0,2-1 90,-1-1-90,2-1 0,-1-1 90,3 0-90,-1-1 0,3 0 0,0 0 90,2-1 0,1-3-90,2 1 90,1-3 0,2 3 0,1-1 0,2-2 89,6-4-89,-1 2-90,4-4 90,-3 6 0,0 0-90,1 0 90,1 0-90,-1 2 90,1-1-90,0 1 0,-1 0 0,-1 1-90,-1 0-180,0 1-269,-1-1-271,-2 2-1079,0-1-629,-2 2 2518,-1 0 0,0 1 0,-2 0 0</inkml:trace>
  <inkml:trace contextRef="#ctx0" brushRef="#br0" timeOffset="40740">15306 4946 9512,'6'-6'2518,"1"3"-2068,-2 2-90,-1 3-180,-2 3-90,-3 2-1,-1 0 1,-1 1 0,0-1-90,0 0 90,0 0-90,-1 2 90,0 1 0,-2 5-90,1-3 0,-2 5 90,3-6-90,-1 2 0,0 0 90,0 1-90,-1 0 0,0 1 0,-4 9 0,1-4-1051,-3 7 1051,1-5 0,1 1 0,-2-2 0,0 2 0,-1 0 0,0 0 0,-1 0 90,-7 11-90,4-8 0,-5 8 0,6-11 0,1 0-634,0-1 634,2-2 0,1-1-202,2-3 202,2-2 0,1-2 90,2-1-90,-1 0 1037,0-1-1037,1 0 695,0 1-695,0-1 245,0 0-245,0 0 0,0 0 0,0-2 0,1 0 0,0 0 0,0 0 0,-5 6 0,3-5 0,-3 6 0,4-7 0,-1 0 0,2-1 0,-1 0 0,1 0 0,0 0 0,0 1 0,1 0 0,-1 1 0,0-1 0,1 0 0,0-1 0,0-1 0,0 0 0,0 0 0,0-1 0,1 1 0,0-1 0,0 0 0,-1-1 0,0 2 0,1-2 0,0 2 0,0-2 0,0 0-450,-1 0-269,1-7-91,1 0 360,1-6-89,2 3-1,-1-1-989,0 3 0,0 0 1529,0-1 0,0 0 0,0-1 0</inkml:trace>
  <inkml:trace contextRef="#ctx0" brushRef="#br0" timeOffset="41292">14821 5741 9691,'-2'-5'-359,"1"-3"359,0 4 90,-1-2 449,1 2 181,-1-1 1529,1 0-2159,3 12 0,-1-4 89,2 10-179,-3-2 90,1-3-90,-1 3 90,0-2-90,-1 1 90,1 0-90,-1 1 90,0 1-90,0-1 90,-1 5-90,1-4 0,0 4 0,0-6 0,0-1 0,0-1 90,0-1-90,1 2 0,-1-2 0,1 1 0,0-3 0,1 2 0,0-5 0,2 2 0,1-4 0,2 0 0,1-2 0,0 0 0,0-2 0,1 0 0,1-1 0,2-1 0,-1 0 0,2-2 0,1 0 0,2-3 0,2-1 0,1-3-642,0-1 642,1 0 0,0-1 0,-1 1 0,0 0 0,-2 1-265,-2 1 175,-1 2 0,-3 1-90,-1 1-89,-2 2-91,0 1-90,-2 1 445,-2 2 5,-1 0 0,-1 2 0,0 0 0</inkml:trace>
  <inkml:trace contextRef="#ctx0" brushRef="#br0" timeOffset="42208">14801 5093 10771,'-2'-9'899,"-1"3"-629,-1 3-180,-3 3 0,3 0 0,-3 1-90,2 1 90,-1 0 0,0 2-90,-1-1 90,-1 3 0,1-1-90,-2 2 0,2 0 90,-1 1-90,1 1 0,0 0 90,1-1-90,0 2 0,1-2 0,1 2 0,1-1 0,0 0 0,3 4 0,0-3 0,2 2 90,1-3-90,1-1 0,0 0 0,7 5 0,-3-3 0,5 2 0,-2-4 0,0 1 0,1-2 0,0 2 0,0-1 0,1 0 0,0 1 0,-2-2 0,0 2 0,-1-2 0,3 3 0,-4-1 0,1 1 0,-5-3 0,-2-1 0,-1 1 0,-2-1 0,-3 4 0,-5 3 0,-6 5 0,-1-2 0,-2-2 0,4-4-90,-7 2 90,6-3 0,-4 2 0,6-6-90,1-1 90,-1-1 0,2 0 0,-1-2 0,1-2 0,1 0 0,0-1-90,2-2 90,-4-4 0,5 0 0,-2-2 0,5 0 0,1 1 0,2-1 0,1 0 0,1 0 0,1-2 0,3 0 0,0 0 0,3-1 0,0 0 0,2 2 0,4-4 0,-3 4 0,4-3-180,-4 4 0,-2 2-270,0-1-1708,2 1 89,-3 0 2069,1 1 0,0 0 0,-1 0 0</inkml:trace>
  <inkml:trace contextRef="#ctx0" brushRef="#br0" timeOffset="49383">11184 1708 10771,'8'-4'719,"-1"1"-629,-2 4-90,0 0 90,-1 1-90,1-1 90,1 1-90,3 1 90,-1 0-90,2 1 0,-1-1 0,-1 0 0,1 0 90,1 1-90,6 3 0,-2-1 90,5 2-90,7 3 0,-4-1-1070,9 4 1070,-6-3 0,0 0 0,2 1 0,0 0 0,4 1 90,1 2-90,4 1 0,1-1 0,1 1 0,1-1 0,-2 1-1179,1 0 1179,-2-1 0,-3-1 0,1 0 0,-5-2-389,-8-2 1,0 1 388,8 3 0,-9-4 0,-1 1 0,7 3 0,0 0 0,3 2 0,0 1 0,4 1-1040,-1 0 1040,1 0 45,-9-5 0,-1 0-135,13 7 90,-14-8 0,0-1 121,7 6-121,-3-4 0,1 0 0,-1 0 0,1 0 0,-2 1 0,2 0 0,-2-1 0,1 1 0,1-1 0,-1 1 0,-1 0 0,1 0 0,-2 1 90,12 5-90,-9-3 0,8 4 0,-10-8 0,-1 1 0,0-1 410,-2 0-410,2 0 0,-2 0 0,0-2 0,-2 0 0,1 0 0,-4-2 680,1 0-680,-2 0 0,1 0 0,2 0 1229,2 2-1229,8 3 0,-5-3 0,4 3 0,-7-5 0,9 5 173,-5-4-173,8 5 665,-9-6-665,1 1 0,0 1-1196,1-1 1196,-1 1 0,0 0-812,0-2 812,-1 2 377,-1-1-377,0 0 0,-1 1 0,-1-2 0,-2-1 0,-1-1 0,0 1 0,0 0 0,1 0 0,11 6 0,-7-6 0,-1 1 0,0 0 0,5 0 0,9 3 0,1 0 0,-9-3-695,9 3 695,-11-5 0,-1-1 0,-1 2 0,0-2 0,-2 1 0,-1-1 0,-2-2 0,3 2 0,-2-1 1055,2 0-1055,1 0 0,-2 0 293,5 1-293,-2-1 0,0 0 0,-2 0 0,1 1 0,-2 0 0,2-1 0,1 0 11,-1 1-11,2-1 0,1 2 0,-1-2 0,1 2 0,0-1 0,0 1 0,0 0-90,-1 0 90,1 0 0,0 0 0,0 0 0,12 4 0,-9-2-893,8 3 893,-10-3 0,1 0 0,1-1 0,1 1 0,1-1 0,0 1 0,4 1 0,0 1 0,0-1 0,1 2 0,-1-1 0,1 1 0,-1-2 0,1 2 0,-2-1 0,4 1-2126,0-1 2126,-1 2 0,2 1-547,-11-5 1,0 1 546,-6-2 0,0 0 150,7 2 1,0 0-196,2 1 1,-1 0 44,-7-3 0,0 0-188,8 3 0,-1 0 188,-8-4 0,-2 1 0,2 0 0,-1 0 592,0-1 0,-1 1-592,1 0 0,-1 0 0,0 0 0,0 0 0,18 7 0,0 2 0,-2-2 0,-13-5 0,1 1 1537,10 3-1537,-7-2 0,0 0 0,-5-3 0,-1 0-558,5 2 0,1 1 558,-6-3 0,0 0 116,4 2 1,-1-1-117,4 2 247,9 4-247,-12-6 0,-1 0 75,0 0-75,8 2 0,-6-2-553,4 2 553,-11-5 0,-2 1 1009,-2-2-1009,-1 0 0,0-1 0,-1 0 0,1 0 0,0 1 0,1 0 0,0 0 0,0 0 0,0 1 0,4 1 464,1 0-464,3 1 0,0 0 0,1 1 0,0-1-130,1 1 130,1 0 0,0 0 921,2 2-921,0-1 0,1 1 0,0 0-2676,3 1 2676,-3 0 0,-7-4 0,0 0-478,9 5 478,-9-5 0,0 1 0,7 2 0,4 3 0,-1-2 0,3 2 0,-1-1 0,0 1 0,0-1-107,-9-3 0,0 0 107,-6-3 0,0 0 0,6 3 0,0 0 358,10 4-358,0 1 0,-1-2 0,1 2 0,0-2 0,-3 0 0,-1-1 0,0 0 0,-3-1 554,3 1-509,-9-4 0,-1 0-45,12 5 0,-9-4 0,-1-1-475,10 5 385,3 1 90,0 1 0,-9-5 0,0 0 0,-7-1 0,1 0 45,7 1 0,-1 0-45,-7-2 0,-1-1 0,0-1 0,0 1 0,20 8 0,-20-8 0,1 0 0,0 0 0,-1 1 0,1-1 0,0 1 0,0 0 0,-1 0-633,1-1 1,-1 1 632,0-1 0,0 1 0,19 7 1494,-1 0-1449,-11-5 0,0 1-45,-6-3 0,0-1 45,6 4 0,0-1-689,12 6 689,-19-9 0,1 0-45,-1 1 0,1-1 45,0 0 0,1 1-45,-1-1 0,0 1 45,0 0 0,1-1-45,-1 1 0,1 0 44,-1 0 1,1 0-45,-1-1 0,2 1 45,8 3 0,1 0-45,-7-2 0,-1 0 0,9 2 0,-1 0 0,-9-2 0,-1-2 0,1 1 0,0-1 45,0 1 0,0-1-45,-1 0 0,1 1 0,-1-2 0,1 2 0,9 1 0,0 1 0,-7-2 0,-1 0 0,8 1 0,0 1 0,-10-4 0,-2 0 0,1 0 0,0 0 0,19 6 0,-2 1 587,-3-3-587,-3 1 0,-4-1 0,-1-1 0,6 2 0,-9-2 0,4 0 2590,-12-3-2590,0-1 0,-1 0 569,0 1-569,-2-3 0,2 3 0,-1-2 0,1 1 0,-1 1 0,1-1 0,-1 1 0,1-1 0,0 2 0,1-1 1530,2 2-1530,2 0 0,0 1 321,2 0-321,10 4 0,-6-3 0,9 6 0,-10-7-362,2 2 273,1 0-1007,2-1 1096,0 0 0,3 2-1256,2 0 1256,4 1 0,-2 0 0,0 1 0,0-1 0,-3-1 0,2 1 0,-5-2-47,0 1 47,-1-1-90,8 4-28,-9-5 118,4 3 0,-14-6 0,-3-2 727,-3-1-727,-2 0 1334,2 0-1334,-5-2 58,3 1-58,-5-2 622,0 1-622,0-2 227,-1 1-227,0-1-90,0 1-360,0-1 450,0 0 0,-8-5 0,-3-2 0</inkml:trace>
  <inkml:trace contextRef="#ctx0" brushRef="#br0" timeOffset="50994">17223 4972 10141,'5'-3'450,"-1"0"-450,2 5 0,-1 0 0,-1 0 0,1-1 0,0 0 0,1 0 0,0 1 0,0 0 0,0-1 0,1 1 0,-1-1 0,0 1 0,0 0-90,0 0-90,0 0 0,-1 0-90,-1 0-179,0-1-1440,-1 1 1889,0 1 0,0 0 0,-1 0 0</inkml:trace>
  <inkml:trace contextRef="#ctx0" brushRef="#br0" timeOffset="51273">17189 5087 8252,'4'7'270,"-1"-2"-270,1-3 90,0 0-90,1-1 90,-1 1-90,2 0 90,0 0-180,0-1 0,0 1-180,1-2-180,-1 1-179,1 0 89,0-1 540,0 0 0,4-1 0,1 1 0</inkml:trace>
  <inkml:trace contextRef="#ctx0" brushRef="#br0" timeOffset="51769">17541 5148 9062,'3'-7'2518,"0"2"-2068,0 2-180,0 0-90,0 0-90,0-1 0,0 1 0,1-1-90,0 1 90,1 0-90,0-2 0,1 0 0,1-2 0,2-1 0,1-1 0,4-4-90,0 0 90,2-1 0,-3 1 0,-1 2 0,-2 2-90,-1-1 90,-2 2 0,-1 1 0,0 1 0,-2 0 0,1 2-90,-2 0 0,0 0 90,-2 8 0,-1 0 0,-2 7 0,-2 0 0,0 2 0,-1 2-90,0 2 90,-3 4-542,1 0 542,-3 3 0,1 0 0,0-1 0,0 0 0,0-3 0,1-1-180,0-2-261,0-1 81,1-1 0,-1-1-269,1-2-901,1 0-89,1-2 1619,0-1 0,0 3 0,-1 1 0</inkml:trace>
  <inkml:trace contextRef="#ctx0" brushRef="#br0" timeOffset="51981">17528 5404 10501,'11'4'270,"0"-2"-180,-2 2 0,2-2-90,1 2-270,1-1-270,0 1-809,1-1 90,0 1 1259,0 0 0,6 1 0,-1 0 0</inkml:trace>
  <inkml:trace contextRef="#ctx0" brushRef="#br0" timeOffset="54540">10294 4505 8882,'10'5'-450,"-1"0"270,-3-1 90,2-1 90,-2 2 0,3-1 90,-2 0 0,1-1 0,0 0 0,2 1 90,6 3 0,-1-2-90,7 5-499,-3-4 499,3 3 0,0-1 0,1 1 0,1-1-770,0 3 770,1-2 0,1 3-45,-3-3 0,-1 0 45,14 7-45,-4-3 0,1 1-45,-14-5 0,1-1-684,5 3 0,0 0 684,11 4 89,0 0-321,1 1 232,-10-5 0,1 1 45,-7-3 0,0 0-933,7 3 1,0 0 887,-7-4 0,-2 0 0,1 1 0,0-1 158,1 0 0,0 1-113,0-1 0,0 1-45,1 0 0,0 0 305,0 0 1,1 1-261,8 3 0,1 1-502,-7-4 0,-1 1 457,8 2 0,-1 0 0,-10-4 0,0 0 0,-1 0 0,1-1 0,-1 1 0,0-1 392,-1 1 1,0-1-393,19 7 0,-2 0 0,-4-2 90,0-1-404,-4 0 314,0-1 0,1 0 0,0 0 0,0 0 0,0 0 0,3 1 0,0 0 45,-7-2 0,-1-1-45,13 5-210,-14-5 0,-1-1 210,8 2 0,-2 0 1472,0 0-1472,-1 1 0,0-1 391,-1 0-391,0 0 0,0 0 0,0 1 0,0-1 0,0 0 0,1 1 0,-1-1 0,1 0 0,0 1 0,0 0 0,0 0 0,1 0 0,11 4 0,-9-4-311,8 3 311,-12-4 0,-1-1 0,-1 1 561,0 0-561,1-1 0,-1 1 0,0-2 0,1 2 0,11 3 0,-9-2 0,10 3 0,-11-5 0,1 2 0,1-1 0,5 2 90,3 1-90,-15-7 0,-1 1 0,2 0 0,0 1 0,0-1 0,2 1-554,10 3 0,3 1 524,-10-3 0,0-1 0,0 1-433,2 0 0,0 1 0,-1-1 463,13 3 0,-3 0 0,-7-3 0,-2 0-272,-2-1 0,0-1 272,0 1 0,0 0 0,0 0 0,0 0 0,0 0 0,0-1 0,0 0 0,0 1 0,0-1 0,0 0 0,0 0 0,-1 0 0,0-1 0,-1 1-248,0 0 0,0-1 248,-2 0 0,1 1 0,-1-1 0,0 0 0,-2 0 0,1 0 0,-1 0 0,0-1 0,19 7 0,-5-2 189,-2 0-189,-3-2 0,-1 0 0,0 0 0,-3 0 1244,0 0-1244,-3 0 1336,-2-1-1336,-3-2 0,0 1 0,-1 0 0,0 0 0,0 0 0,0-1 1335,0 0-1335,-1 1 0,2-2 0,2 3 752,2-1-752,2 2-184,2-1 184,1 2 0,-4-3 0,1 1 0,14 4-757,-11-4 0,1 0 757,-7-2 0,0 1 0,0 0 0,1 0-112,0 0 1,1 1 111,0 0 0,0 0 0,1 0 0,1 0-549,1 0 1,-1 1 548,1 0 0,1 0-334,-1 0 1,1 0 333,3 1 0,0 1-103,-3-2 0,2 0 103,3 3 0,1-1 0,-2 0 0,0 0 0,2 0 0,1 0 0,-3 0 0,-1 0 0,-1-1 0,1 1 0,8 2 0,-1 0-308,-8-3 0,-1 0 308,9 3 0,-1-1 0,-10-3 0,-2 0-23,-1 0 1,1 0 22,-1 0 0,1-1 0,-2 1 0,0-1 0,0 1 0,-1-1 0,0 0 0,0 1 0,-1-1 0,0 0 808,19 7-808,-12-5 0,0 1 0,-7-3 0,1 0 174,4 2 1,0-1-175,10 5 0,-5-3-14,2 1 14,-2-1 0,-2 0 0,-1-1 0,-1 0 0,0-1-90,0 1 90,-1-1 650,-1 0-650,-1-1 90,-1 1-95,-1-1 5,0 0 0,0 1 1370,3 0-1460,1 1 180,1 0 537,1-1-627,-1 2 0,1-1 0,2 0-585,0 0 585,4 2 0,2 0 0,3 2 0,0-1 0,-9-3 0,-1 0 0,-6-2 0,-1 0 0,7 2 0,0 0 0,9 4 0,0 0 0,-3-2 0,2 1 0,-5-2 0,2 2 0,-3-2 131,1 0-131,0-1 0,2 2-801,-1-2 801,1 1 0,-4 0 0,1 0 0,-2 0 0,0-1 0,0 1 0,-1-1 0,0 1 0,-1-1 0,10 5 0,-9-4 0,8 3 0,-11-3 0,12 4 0,-7-4 0,8 4 0,-10-5 0,1 1 0,1-1 0,-8-2 0,1 1 0,14 5 0,-12-5 0,-1 0 0,11 4 0,3 1 0,-6-3 0,2 1 0,-4-2 0,-2 0 0,-1 0 0,-2-3 0,-4 1 321,-1-2-321,-2 0 0,-2-1 1177,0 0-1087,-1 0 121,-1-1-211,-1 1 990,-1-1-990,0 1 0,-2-2 280,0 1-280,-2-1 11,0 0-11,1 0 0,-2 0 0,1 0 0,-3 0 0,0-1 0,0 1 0,0 0 0,4 0 90,-1 2-90,4 0 0,0 0 0,4 2 0,4 2-864,3 1 864,7 4-90,3 0 90,-5-2 0,0 0 0,-6-2 0,1 0-989,6 3 0,0 0 989,-7-4 0,-1 1 0,0-1 0,0 1-121,1-1 0,-1 1 121,0-1 0,0 0 0,18 7-951,-4-2 951,-4-1 0,-4-2 269,-5-2-269,-4-1 1640,-4-2-1820,-3-1 8,-2-2-998,-1 1 1482,-2-2-312,-1 1 0,0 0 0,-2 0 0</inkml:trace>
  <inkml:trace contextRef="#ctx0" brushRef="#br0" timeOffset="73982">18601 782 7892,'4'-8'1530,"-2"2"-1261,2 1 1,-2 1 90,1 0 0,0 1 0,0 0 359,0 0-449,0 0 360,1 1-360,0-2 269,-2 2 1,2-1-180,-1 1-180,0 4-90,-1 0 90,1 9-91,-2-2-89,1 6 90,-1-1 0,0 1-90,-1 2 90,0 0-90,-1 1 90,-1 1-90,0 0-300,-1-1 390,1-1-90,-2 4 0,1-6 90,-1 2-90,2-7 0,0-1 0,1-2 90,0 0-90,0-3 390,-1 1-390,5-15 0,-1 1 0,11-29 0,-2 12-624,-4 6 0,1 0 624,5-8 0,-2 1 0,2 0 0,-2 2 0,1 2 0,-1 4 0,-1 2 0,-2 5 0,0 2 0,1 2 0,-1 2 0,4 2 0,-2 3 0,4 2 1158,-4 3-1158,1 3 0,-1 1 0,0 2 0,0 5-507,0 3 507,-1 5 0,-1 1-341,-1 0 341,-1-2 0,-2-2 0,-1-1 0,-1 1 0,1-3-90,-1 0 51,0-2-51,-1 0 0,1-1-180,2 2 672,-2-4-492,1 0 174,0-5-624,2 0 312,-1-3-222,3-1-89,-1-4-181,0-1-1169,2-3 1889,6-6 0,2-3 0,6-7 0</inkml:trace>
  <inkml:trace contextRef="#ctx0" brushRef="#br0" timeOffset="74226">19246 823 11131,'7'-1'989,"1"0"-719,-4 0-180,4 0 0,-2 0 0,2 0 0,0-1-90,4 1-90,-2 1-180,4-1-180,-3 1 0,0-1-269,-1 1-810,-1 0-180,-2 0 1709,-1 0 0,-1 1 0,-1 1 0</inkml:trace>
  <inkml:trace contextRef="#ctx0" brushRef="#br0" timeOffset="74418">19329 925 9781,'2'7'720,"0"-2"-540,2-2 90,-1-1-90,3 0 0,-1 0-1,3-1 1,0 0 0,2 0-90,1 0 0,3-1-90,0 1-270,2-2-90,1 1-359,1-2-810,1 0-90,0-1 1619,2 0 0,4-4 0,2 1 0</inkml:trace>
  <inkml:trace contextRef="#ctx0" brushRef="#br0" timeOffset="74871">19971 736 10681,'6'-6'899,"-1"0"-539,-2 2 0,0-1 0,0 1 359,1-3-359,0 3-90,0-3 0,1 2 0,-1 0 0,2-2-91,2 2 1,0-1 90,9-2-90,-4 1-90,7 0 0,-3 2 0,0 2 0,1 0 0,-1 2 0,1 1-90,8 4 0,-6 0-90,6 4 90,-11 0-90,0 1 0,-5 3 90,-1 0 0,-4 3-90,-5 0 90,-5 5-1128,-8 4 1128,-6 4-1469,-9 1 1424,13-15 0,-1 0 45,-1 0 0,0 0 0,0-1 0,-1 0 0,-14 11-794,3-3 794,4-2-90,7-4 90,3 0 0,5-3 0,4 3 0,5-5 0,5 5 0,5-6 0,7 2 0,4-2 0,6 1 0,4-2-149,2-2 59,6 0 11,-1-2-11,-15-3 0,1 0-45,-1 0 0,0-1-90,2 0 1,0 1-46,0-2 0,-1 0-180,-1 1 1,-1-1-992,20-2-358,-5-1-450,-1-1 2249,-2 0 0,4-3 0,0 0 0</inkml:trace>
  <inkml:trace contextRef="#ctx0" brushRef="#br0" timeOffset="75035">21080 1089 12660,'7'6'2248,"0"-2"-3147,-6-7-180,-2-1-271,-2-3-449,-2 3-449,1 2 2248,-1 1 0,-3-3 0,-1-1 0</inkml:trace>
  <inkml:trace contextRef="#ctx0" brushRef="#br0" timeOffset="76182">13282 5103 14908,'-2'7'360,"0"0"-270,3-1-90,0 0 0,0-3 0,0 1 0,2-1 0,-1 0 90,2 0-90,0-2 0,1 0 0,1-2 0,1-1 0,2-1 0,1-2 0,3-2 0,3-4-871,4-2 871,4-5-90,2-2 0,3-1-180,0-1-1393,0-1 1303,0-1-180,0 1-942,-3 3 493,0 2-990,-4 2-719,-1 2 2698,-4 3 0,3 1 0,-1 1 0</inkml:trace>
  <inkml:trace contextRef="#ctx0" brushRef="#br0" timeOffset="77302">15952 5793 14729,'-6'8'90,"2"0"-90,2-4 0,1 1 0,0 0 0,0 0-90,0 0 0,1 1 0,0-1 0,1 0 90,0-1 0,2-1-90,0 0 90,3-4-90,-1 1 90,3-4 0,-1 0 0,2-3 0,4-4 0,1-2 0,3-3 0,1 0 0,2 1-723,-1-1 723,1 1 0,-1 0 0,-1 1 0,-1 3-90,-5 1-625,5 0 266,-6 3-100,3 0-81,-7 3-1349,0 1-629,-1 0 2783,-1 1 1,3-1-1,1 0 1</inkml:trace>
  <inkml:trace contextRef="#ctx0" brushRef="#br0" timeOffset="78027">16893 5966 12120,'6'-3'1709,"2"2"-1619,-4 3-90,0 1 180,-1 0-180,-1 1 0,0 0 90,-1 0-90,0 0 0,0 0 90,0 1-90,1 0 0,-1-1 0,1 1-90,-1-1 90,1 1 0,-1-1-90,0 1 90,0-1 0,1 0-90,0-1 90,0 1 0,1-2-90,3-1 90,-2 0 0,3-3 90,0 0-90,2-2 0,5-5 0,3-2 90,4-4-934,5-4 844,3-1-1413,4-4 1413,1 0 0,-11 8 0,2 0-285,-2 0 1,1 1 194,3-3 0,-1 1 0,-7 5 0,-2 2-269,8-6-91,-13 9-270,-3 1-1259,-2 2-151,-3 1 2130,-1 1 0,-2 0 0,0 1 0</inkml:trace>
  <inkml:trace contextRef="#ctx0" brushRef="#br0" timeOffset="83965">14339 3487 10771,'-3'-7'629,"-1"7"-629,0 3 0,-1 6 0,1-2 90,-1 1-3367,0 1 3162,-1 1 115,-1 1 0,1 0 0,-1 1 0,-1 0 0,1 0 90,-1-1-90,1-1 0,1 0 0,-1-1 0,2 0-90,0-1 90,1-1 3276,1-2-3250,0 0-26,0-1-89,1 0-1,0 0 90,3-1-90,1 0 90,6-4 0,-2 0 0,3-3 0,-4 2 0,0 1 0,0 0 0,0-1 0,0 1 0,0 0 0,0 0 0,2 1 0,-2 0 0,1 0-90,-1 0 90,2 0 0,-2 0-90,1 0 90,0 0 0,-2 0 0,3-2-90,-2 0 90,0-1 0,-1 0 0,-1 0 0,-1 0 0,1-1 90,-1 1 0,1-1-90,-1 0 0,1 0 0,-1 10 0,-2-1 0,1 7-90,-3 2 0,0-3 0,0 4-90,1-4 90,-1 0-90,0 2 90,1-2 0,-1 2-90,0-3 0,1 0-89,-1-1-181,2-2-540,-1 0 990,1-1 0,2 1 0,0-1 0</inkml:trace>
  <inkml:trace contextRef="#ctx0" brushRef="#br0" timeOffset="84504">14741 3719 8882,'6'-4'1259,"0"0"-629,-2 1 539,-1 1 270,1-1-1349,-4 8 0,0-3 0,-3 7 0,-1-4 0,1 1-90,-2 2 90,1 0-90,-1 1 0,-1 1 0,1 0 0,0-1 0,0-1-90,1 1 0,-2 1 90,3-2-90,-1 1 0,3-4 90,1 2 0,1-2 0,2 0-90,0-1 90,3 0 0,1 0 0,1 0-90,1 0 90,4 4 0,-2-3 0,2 3-90,-3-2 0,-1 0 1,-2 0 89,0 1-90,-2 0 0,-1 1 0,-1-1 0,-1 1 0,-2 0 0,-1 1 90,-1-1-90,-1 2 90,-1 0-90,-2 0 90,-1-1-90,0-1 0,-1-1 0,1 0-90,0-2 0,-1 0-90,1-1-179,0-2-1,0 0-1079,0-1 1529,2-1 0,-5-4 0,1-1 0</inkml:trace>
  <inkml:trace contextRef="#ctx0" brushRef="#br0" timeOffset="84729">14831 3775 11221,'-1'-9'809,"2"1"-719,4 5 90,1-1-90,1 1 0,2 0-90,-1-1-180,2 1-90,-2-1-270,2 0-359,-1 0-540,-1 1-180,0-1 1619,0 0 0,2-1 0,2 0 0</inkml:trace>
  <inkml:trace contextRef="#ctx0" brushRef="#br0" timeOffset="87985">22719 564 9871,'6'-4'360,"-1"2"360,-1-1 89,0 1 720,0 0-899,0 0-540,-5 7 0,-1-1-90,-4 5 90,-1 0 0,-1 1-90,-2 0 0,-4 5 90,-8 7 0,4-2-842,-4 3 752,8-8 0,3-3 90,2 0-90,0 2 0,2-3 0,2 1 0,5-3 0,1-1 0,3 1 0,4 0 0,1 0 0,5 0 90,3 0 662,2 1-752,4 1 0,0 0-1200,1-1 1200,-1 1 0,-2-2-237,-3 0 237,-3 0 0,-3-2 0,-2 0 0,-1 1 0,-4-2 0,-1 2 0,-4-2 1168,-2 2-1258,-2-1 449,-4 1-449,-11 6 90,2-3 0,-19 7-90,15-9-90,-9 3-360,5-4 180,7-3-89,-3 1-91,8-4-1979,-1 0 181,4-1 2338,0-2 0,5-1 0,2-1 0</inkml:trace>
  <inkml:trace contextRef="#ctx0" brushRef="#br0" timeOffset="88228">22779 493 10771,'-6'-8'719,"2"1"-89,1 2-450,5 0 0,0-1 0,5 1 0,2 1 0,3 1-90,2-1 89,8-1-389,0 0 300,4-1 0,0 0-180,-2 1-90,0-2-90,-2 1-179,-2-1-1,-3 1-270,-2-1-999,-1 2-440,-1-1 2159,-2 2 0,4-2 0,1 1 0</inkml:trace>
  <inkml:trace contextRef="#ctx0" brushRef="#br0" timeOffset="88912">23344 821 10681,'-2'-9'2159,"1"1"-1260,2 3-809,1 6 0,0 1 0,2 9 0,-3-3-90,0 3 90,-1-2-90,0 1 0,0-1-90,0 1-180,-1-1 0,2 0-90,-1-1-89,1 1-181,1-2-90,-1 0-989,2-1-449,-1-2 2158,2 1 0,-1-2 0,1 0 0</inkml:trace>
  <inkml:trace contextRef="#ctx0" brushRef="#br0" timeOffset="89177">23379 501 10591,'4'-7'450,"-1"0"-360,1 3 179,-2 1-89,1-1 0,-1 1-360,1-1 180,-1 0 0,0 2 0,-2 0 0</inkml:trace>
  <inkml:trace contextRef="#ctx0" brushRef="#br0" timeOffset="89927">23499 834 11221,'6'-3'1529,"0"0"-1080,-2 1-359,0 3 0,-1 1-90,-1 4 90,-1-1-90,-1 3 0,0 1-90,-1 1 90,-2 1-90,1 0 0,-2 2-89,0-2 89,0 1 0,1-2 0,0 0-90,-1-2 90,1 0 0,0-1 0,1-1 90,-1-1-270,2-1 270,5-12 0,-1 3 0,6-11 0,-2 5 0,1-3 0,5-5 0,-3 5 0,3-4 0,-5 9-90,0 1 90,-1 1 0,-1 2 0,0 2 0,0 1-90,1 4 90,-1 1 0,1 3-90,-3 0-90,-1 2 0,0 0 1,0 1-1,-1 1-90,0 1 0,0 1 90,0 0-360,1 4 271,1-4-1,0 3 90,0-6 0,0-2-180,2 1 270,-1-3 90,3-1 0,0-3 0,0-1 90,2-2 0,2-2 0,1-2 0,4-5-909,1-4 909,4-6 0,1-5-1,0-6-44,-12 15 0,0-2 0,0 1 0,-1-2-656,0-1 1,-1 0 700,0-1 0,-1 0-45,1 0 0,-1-1 0,0 0 0,-1 1 0,0 0 0,-1 0 134,6-15-89,-3 4 0,-1 9 0,-2 3 0,-2 7-90,-1 2 270,-1 5-270,-4 17 0,-1 4 90,-4 16-90,0 0 0,-1 5-482,0 4 482,4-17 0,-1-1 0,1 1 0,0 1 0,1-2 0,-1 2 488,0 4 1,1 1-489,0-7 0,1 0 0,-1 4 0,1-1-1065,1 6 1065,2-3 0,1-4-90,1-2-180,1-1-202,1-2 112,2-2 1105,0-3-1914,1-3 780,0-2 389,2-3 0,4-1 0,3-1 0</inkml:trace>
  <inkml:trace contextRef="#ctx0" brushRef="#br0" timeOffset="90164">24176 941 11400,'-5'10'180,"1"-1"-180,3-3-180,0 1-89,0-1-1,1 1-180,-1 0-180,1 1-629,0-1 270,1 0 989,0-1 0,1 3 0,1 0 0</inkml:trace>
  <inkml:trace contextRef="#ctx0" brushRef="#br0" timeOffset="90396">24231 668 9602,'2'-11'539,"1"1"-269,-1 1 0,-1 3 90,0 0 179,1 1-269,-1-1 180,0 2-270,1-2 180,-1 2-1440,1-1-1258,2 6 449,-1 0 1889,0 4 0,-1 0 0,-2-2 0</inkml:trace>
  <inkml:trace contextRef="#ctx0" brushRef="#br0" timeOffset="91528">24358 1007 10321,'3'5'720,"1"0"-450,-1-3-1,0 1 1,0-2-90,1 1 90,0-1-90,1 0 0,1 0 0,1-1-90,0-1 90,1 1-91,0-2 91,1 1-90,-1-2 0,2 0 90,3-4-90,-2 1 0,3-3 0,-4 0-90,0-1 90,0-1 0,2-7-90,-3 5 90,0-5-90,-4 8 0,-1 1 90,-2-1-90,-3 2 0,-1 0 0,-3 3 0,-1 4-90,-8 3 0,2 1 0,-6 4-90,3 0 90,-1 4-90,0 1 0,-1 2 0,4 0-278,0 1 278,3 0 0,2 2 0,1-3 0,4-1 0,1 0 0,2 0 0,1 0 91,3 1-1,0 0 0,2-2 0,1 1 0,2-3 368,2 1-278,1-3-89,0-2 89,1-2 0,1-1 0,0-3 0,1 0 89,1-3-89,3-4-309,0-1 309,2-5 90,0-2-90,-1-2 0,-1-4-372,-2 0 372,0-3 0,-1 0 0,-3 0 0,-1 1 0,-3 2 0,-1 2 90,-3 4-90,0 2 0,-2 2 299,0-1-209,-1 4-90,-1 0 0,-2 2 292,-2 3-292,-2 2 0,0 2 0,1 4 0,5 1 0,1-2 0,2 0 0,1-3 0,-1 0 0,2 0 0,0-1 0,1 1 0,-1-2 0,1 1 0,-1-1 0,0 2 0,1-2 0,-2 1 0,2-1 0,-3 2 0,-1 2 0,-1 0 0,-1 2-90,-2 1 90,0 1-90,-1 1 1,-1 1-91,0 2 0,-1 1 0,1 0 0,-1 1 0,1 0-90,-1 1 90,1-1 0,1 1 1,0-1-1,1 0 0,0-1 0,1-1 90,0-1 0,1 0-90,1-2 90,-1-1 90,2-1-90,-1 0 90,2-1 0,0 0 90,2-2 0,0 0 0,1-2 90,-1 0-90,1-1 90,1-2 90,5-4-91,-2 0 1,4-5 0,-5 2-90,0-4 90,2-2-90,-1-3 0,2-2 90,-2-1-90,-2 0 0,0 2 90,0-4 90,-2 4-270,0 0 89,-3 6 1,-1 5-90,-2 2 180,1 1-90,-7 6-90,3 1 0,-4 6 0,3-2 90,0 5-90,0 3 0,1 0 0,2 0 0,1-3 0,1 1 0,1 1 0,1 3 0,1 0 0,1 2 0,-1-1-90,1 1-180,1 4 180,-3-4-89,0 4-1,-4-9 90,-1 0-90,-2-1 90,-1 0-90,-3-1 90,-1-1-90,-2 0 90,-2-1-180,1-1 1,-2-1-91,-1 0-720,2-3 451,-1 1 629,3-1 0,-4 2 0,0 0 0</inkml:trace>
  <inkml:trace contextRef="#ctx0" brushRef="#br0" timeOffset="91685">25114 1250 9332,'1'-7'629,"-1"0"-629,-1 2 0,-3 2 0,-2 1 0</inkml:trace>
  <inkml:trace contextRef="#ctx0" brushRef="#br0" timeOffset="93246">12361 1878 8612,'4'-5'0,"-1"1"0</inkml:trace>
  <inkml:trace contextRef="#ctx0" brushRef="#br0" timeOffset="93785">13001 2314 8522,'6'-6'-240,"0"-1"0,-3 4 1</inkml:trace>
  <inkml:trace contextRef="#ctx0" brushRef="#br0" timeOffset="94655">15689 3270 7803,'0'0'0</inkml:trace>
  <inkml:trace contextRef="#ctx0" brushRef="#br0" timeOffset="95053">15961 2800 11131,'6'-3'-820,"-6"-1"1,0 3 0,-3-2 0</inkml:trace>
  <inkml:trace contextRef="#ctx0" brushRef="#br0" timeOffset="95468">15191 2285 9871,'8'-1'990,"-1"0"-1350,-2 1 360,-1-2 0,0 1 0,0 0 0</inkml:trace>
  <inkml:trace contextRef="#ctx0" brushRef="#br0" timeOffset="95845">15841 1556 9961,'4'7'-2428,"1"0"2428,-4-3 0,4 2 0,0-1 0</inkml:trace>
  <inkml:trace contextRef="#ctx0" brushRef="#br0" timeOffset="96137">16714 2122 9152,'8'1'629,"-1"-2"-539,-3 0-180,0-2-899,-2 1 989,1-1 0,-1-1 0,0 0 0</inkml:trace>
  <inkml:trace contextRef="#ctx0" brushRef="#br0" timeOffset="96430">17105 1290 8432,'4'-6'-300,"-1"2"0,-2 3 1</inkml:trace>
  <inkml:trace contextRef="#ctx0" brushRef="#br0" timeOffset="100868">22129 1426 9332,'3'8'899,"0"0"-539,-2-4-90,-1 0 0,1 2-90,1 0 89,-1 1-89,0 2 0,1 1 0,-1 1 0,-1 2-90,1 3 90,-1 2 0,0 12-90,-1-1-1401,-1 8 1401,1-7 0,0-7 0,1 0 0,0 10-90,0-10 0,1 0 45,-1 0 0,1-1-45,3 8-90,0 9-90,-1-18-90,1-2-335,1 0 155,0-2-899,3 3-181,-2-8-89,1 1 1619,-2-7 0,0-4 0,0 1 0</inkml:trace>
  <inkml:trace contextRef="#ctx0" brushRef="#br0" timeOffset="101456">22314 1697 10051,'0'-7'0,"0"0"90,0 1 0,1 1 90,-1 0 0,0-1 90,0 0-90,1 0 90,-1 0-91,1 0 1,1 0 0,0-1 0,0 1 0,1-1 0,2 1-90,1-1 90,2 0-90,1-1 0,3 1 0,1 0-90,2 0 90,2 1 0,4-1-90,3 1 89,2-1 1,7 0-90,-7 4 90,2-1-90,-9 3 0,-4 1 0,1 0 90,-3 1-90,-1 0 0,-2 1 90,1 4-90,-4-1 0,-1 3 0,-7 4 0,-2-2 90,-4 5-90,-5 2 0,1-3-322,-2 5 322,3-6 0,1 0 0,1-2 0,0 1 0,3-2 0,0 0 0,1-1 0,2 1 322,2-1-322,1-1 0,6 5 0,0-3 0,6 3 0,-1-4 0,4 2 0,2 0 0,12 6 0,-7-4-2299,7 4 2299,-11-5 0,-2 1 0,-3-3 0,1 4 90,-6-5-90,0 4 0,-6-5 0,-3 1 0,-3-1 2299,-5 2-2299,-6 1 0,-4 0 45,-1-3 0,-1 0-45,-15 3 0,12-4 0,1-1-1683,-13 2 1683,5 0 0,5-2-27,2-1 27,5 0 0,2-2-90,3 1 0,2-1 0,1 0-90,3-1-3097,1 0 2385,17-4 892,1-2 0,21-5 0,-2-1 0</inkml:trace>
  <inkml:trace contextRef="#ctx0" brushRef="#br0" timeOffset="102633">23141 1953 10681,'7'-7'630,"-1"1"-361,-4 3 271,0-1-270,0 0 180,-1 0-1,0-3-269,-2 2 90,-1 0-180,-1 1 180,-1 2-180,-3 1-90,2 3 90,-2 1 0,1 0 0,-1 2-90,0 2 90,-1 0-90,0 2 90,-1 1-90,2 1 90,0 1-90,2 0 0,0 1 0,1-1 0,2 1 0,0 0 0,1 1-90,1-1 90,2-1-90,1 0 90,0 0-90,2 0 0,2-2 90,0-1-90,1-1 90,0-1 0,0-1-90,0-1 90,0-2 0,-1-1 0,0-1 0,-1-3 0,0 0 0,-1-2 0,-1-1 90,-1-1-90,0-2 0,-1-2 0,-2-1 90,0-1-90,-2 0 0,-1-1 0,-1 0 0,0 0 0,-2 1 0,1 1 90,0 1-90,0 2 0,1 0-90,-1-1 90,2 3 0,-1-2 0,2 3 0,1 0 0,3 0 0,1 2 0,5 0 0,5 1 0,4-1 0,4-2 0,-6 3 0,-1-1 0,-6 1 0,-1 0 90,0 0-90,-1 1 0,0-1 0,0 1 0,-1 1 0,0 1 0,-2 0 0,0 4 90,-2 0-90,-1 2 0,-1 0 0,0 0 0,1 3 0,-2 0 0,0 3 0,0-1 0,0 2 0,0-1 0,0 0-90,1 0 90,0-1-90,1 4 90,0-4 0,1 3-90,2-6 90,0 0 0,1-1 0,1-1 0,2-1 0,1 0-90,0-2 90,1-1 0,1-1 0,-1-1 0,1-1 0,3-3 0,-2-1 90,2-4-90,-4 0 0,0 0 0,-2-4 0,0 1 0,-1-3 0,-2 1 0,-1 0 0,0 0 0,-1 0 0,0 1 0,0 2 90,-1 0-90,0 2 0,-1 1 0,1-1 0,0 2 0,-1 0 0,1-1 0,0 2-90,1-4 90,0 4 0,0-1 0,1 1 0,0 1 0,1-1 0,1 0 0,1-1 0,1-1 0,0 1 0,2-3 0,1 0 0,0-1 0,3-4 0,1 0-673,2-4 673,0-2 0,6-12 0,-5 6-836,5-8 836,-9 11 0,-1 1 0,-3 3-218,-2 2 218,-1 2-10,-2 1 10,-1 3 598,1 0-598,-2 2 871,1 1-961,-1 1 345,-1 1-255,1 0 13,0 1-103,0 0 90,0 11 0,-2 5 0,0 9 0,-1 3-569,-1-3 569,0 6-832,0 0 832,0 5 0,-1-1 0,2-1 0,0-8 0,2 0 0,0 10 0,2 8-90,2-6 0,-1-10-90,2 2-90,-2-9 0,0-4-90,-1 0-89,0-3-201,0 1 650,0-4 0,-1-1 0,-2-4 0</inkml:trace>
  <inkml:trace contextRef="#ctx0" brushRef="#br0" timeOffset="102861">23645 1855 10591,'7'-4'360,"-1"0"-180,0 2-90,2 1 0,0-1-90,2 0 89,1 0 1,1-1-90,2 1 0,0-1-179,0 0-1,1-2-180,0 0-90,-1 0-180,1 0 630,9-6 0,-4 1 0,8-5 0</inkml:trace>
  <inkml:trace contextRef="#ctx0" brushRef="#br0" timeOffset="103154">23929 1653 9422,'-1'-8'1978,"0"0"-1708,4 11-180,-2 4 0,2 6 0,-2 3 0,-1-2 0,-1 2 0,1 2 0,-2 1-90,1 2 90,-1 1 0,0 4-90,1-1 90,-1 1-90,1-2 0,0-1 90,1-1-180,2 4-717,1 0 537,3 2 0,1-3-89,2-2-181,1-1-90,0-5-2248,6 5 2878,-4-9 0,8 5 0,-3-6 0</inkml:trace>
  <inkml:trace contextRef="#ctx0" brushRef="#br0" timeOffset="103415">24199 2091 9781,'-3'-8'270,"1"-2"-90,0 3 360,0-1 0,0 2-1,1 1 91,0-1-270,-1 2-270,-1 6 0,-1-1 0,0 7-1,0 0 91,-2 6-180,2 0 90,-2 3-90,2-4-90,0 0-90,0 0 1,2 0-181,0-1-180,1-1 0,1-1-1259,0-1-449,1-1 2248,0-1 0,1 2 0,1 0 0</inkml:trace>
  <inkml:trace contextRef="#ctx0" brushRef="#br0" timeOffset="103643">24193 1674 11311,'5'-2'-3277,"-1"0"3151,1 6 1,-3-2 0,0 2 0</inkml:trace>
  <inkml:trace contextRef="#ctx0" brushRef="#br0" timeOffset="104843">24391 2125 9781,'4'6'720,"-1"-1"-540,0-2 90,-1 1-90,1-1 0,0 1-1,1 0 1,0-1 0,0 0 0,0 0 0,1-1-90,0 0 90,-1-2-90,1 0 0,1-2 0,-1 1 0,0-2 0,1 0-90,-1-1 90,1-1 0,0-2-90,0 0 89,0-2-89,1-1 90,-2 0-90,1-1 0,-1 0 90,-1 1-90,-1 0 0,-1 2 0,0 0 0,-3 2 0,0-1 0,-3 2 0,0 1 90,-3 1-90,-1 2 0,-3 1 0,-1 4 0,-1 1 0,-4 5 0,-1 1 0,0 4-372,0 1 372,1 2 0,2 0 0,1-1 0,3 0 0,3-2 0,2-1-89,2 0 89,1-1 0,2 0 0,2-1 0,1 0 0,3-1 0,1 0 0,3-1 371,2-2-371,2 0 0,2-2 0,1-1 0,1-2 0,2-2 0,2-3-3277,3-2 3162,3-2-563,-1-2 678,0-4 0,-2-2 0,1-6 0,-3 0 0,-2-3 0,-3 1 0,-2-2 0,-3 1-390,-2 0 390,-2 4-174,-3 2 174,-1 2 2776,-2 3-2776,-1-3 832,-1 2-832,-1 2 627,-1 2-627,-1 4 219,0 3-219,-2 1-89,1 3 89,2 3 0,4 0 0,1 0 0,3-2 0,0 0 0,1-2 0,1 1 0,0 0 0,2 0 0,-1-1 0,-1 0 0,0-1 0,0 0 0,-1 0 0,-1 0 0,0 0 0,0 0-90,-2 1 90,0 4 0,-3-1 0,-2 3 0,-2 0 0,-2 5 0,0-1 0,-1 6-90,1 2 0,0-3 90,2 3-90,1-6 90,1 0-90,1-1 90,1 0 0,2 0-90,-1 1 90,2-2 0,0 0 0,2-1-90,0 0 90,1-2 0,0-1 0,5 0 0,-3-2 0,4 0 0,-4-4 0,1-1 0,2-2 90,0 0 0,2-4-90,2-2 90,2-1-617,2-5 617,1-2-90,-2-2 90,0-3 0,0-1 0,1-3-90,-3 1 45,-5 6 0,0-1 45,3-7-90,3-5 90,-9 14-90,-2 4 90,0-1-90,-2 4 0,0 0 0,-2 5 89,-1 1-89,-1 9 0,0-2 617,-1 7-617,-1-3 0,0 2 0,1 0 0,0 2 0,0 0 0,0 1 0,1 0 0,-1 1 0,1 0 0,2 8 0,-1-4 0,1 4 0,0-5 0,-1 0 0,1 1 0,-1-2 0,0 0 0,-1-1 0,-1 1 0,0 0 0,-2 0 0,-2 0 0,-5 5 0,0-4 0,-4 4 0,-4-4 0,4-3 0,-5 1 0,6-5 0,2-1-180,-3 1 0,4-2 1,-1 1-91,3-3-180,2-1 0,1 0 450,1-2 0,4 2 0,2 1 0</inkml:trace>
  <inkml:trace contextRef="#ctx0" brushRef="#br0" timeOffset="105028">25273 2563 11131,'-10'-2'989,"1"-1"-4266,6 1 2949,-1-1 1,-2-2-1,-1-2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5:33:45.65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13660 4149 8612,'-1'-9'2519,"0"2"-1440,-1 2 90,1 0-1169,0 10 90,-1-4-90,1 9 0,1-3 0,0-2 90,0 3-90,0-3 0,0 2 0,1-3 0,0 2 0,0-2 0,0 1 0,1-2 0,1 1 0,0-2 90,2-1-90,-1 0 0,3-3 0,-1 0 90,2-3-90,0-2 0,2-1 0,1-2 0,2-3 0,1-2 90,2-1-90,-2 0 0,2 0 0,-4 2-90,2 1 0,-3 2-90,-1 2-90,-2 3-179,1 1-1,-3 0-180,0 2-2647,-2 1 3062,2 3 0,1 2 0,1 2 0</inkml:trace>
  <inkml:trace contextRef="#ctx0" brushRef="#br0" timeOffset="798">14770 4804 10411,'-6'-7'0,"1"2"270,1 1-90,1 0 180,1 1 89,-2-2-179,1 1 360,1 0-270,-1 0 89,1 1 91,-1-1-450,0 6-90,1 0 90,0 7-90,1-4 90,0 2-90,1-2 0,-1 1 0,1 0 90,0 1-90,0-1 0,1 0 0,0-2 0,0 0 0,1 0 0,2-2 0,3-1 0,0-3 0,3-1 0,0-3 0,1-1 0,5-4-718,1-4 718,3-2 0,0 0 0,1-1 0,-1 2 0,-1 0-90,-2 2-90,-2 2-90,-2 1-179,-2 3-1,-2 0-360,-1 0-1079,-1 2-719,-2 0 2608,0 2 0,-2 1 0,0 0 0</inkml:trace>
  <inkml:trace contextRef="#ctx0" brushRef="#br0" timeOffset="2830">21398 562 10501,'0'-6'0,"0"0"540,1 1-1,-2-1-269,0 1 180,0 0-450,1 0 0,2 6 0,1-1 0,1 5 0,-2-1 0,-1 1 0,-1-1 0,0 2 0,2 1 0,-2 2 0,1 0 0,0 3 0,0-2 0,0 8 0,0-4 0,1 4 0,0-5 0,0 0 0,0-1 0,0 0 0,1-2-180,-1 1-90,1-3 0,-1 0-179,1-2-181,0-1-809,0-1 1439,-1-1 0,3-3 0,-1 1 0</inkml:trace>
  <inkml:trace contextRef="#ctx0" brushRef="#br0" timeOffset="3109">21497 274 10141,'3'-7'900,"-1"1"-541,0 2-179,-1-1 90,1 1 0,-1-1-3547,1 2 2949,1 3 1,-1 0-1,0 3 1</inkml:trace>
  <inkml:trace contextRef="#ctx0" brushRef="#br0" timeOffset="3657">22031 639 9781,'-4'-6'1350,"0"1"-631,1 2 181,1-1-1,-1 0-629,2-1-90,2 2-90,2-1 0,2 3 0,-1-1 0,1 1-180,1-1 90,1 2-180,-1-1-90,1 1 0,-1-1-180,0 1-539,-1 0-1440,1 0 2429,-1 1 0,-1 1 0,-2 1 0</inkml:trace>
  <inkml:trace contextRef="#ctx0" brushRef="#br0" timeOffset="3854">21973 726 10321,'0'6'90,"1"-2"-90,5-2 90,-1-2-90,1 0 0,2-1 0,1 0 0,1 0-180,1 0-180,1-1-89,1-1-721,0 1 361,-1-1 809,-1 1 0,5-2 0,0 0 0</inkml:trace>
  <inkml:trace contextRef="#ctx0" brushRef="#br0" timeOffset="4312">22731 428 10141,'2'-6'1619,"-6"8"-1529,1 0 0,-6 7 0,1-1-90,-2 0 90,0 4-90,-1-2 0,1 0 0,0 0 90,2-1-90,0 0 0,2 0 0,1 0 90,1 0-90,1 0 0,3-1 0,1 0 0,2 1 0,2 0 90,2 1-90,2 0 0,1 1 0,5 1-256,-2 0 346,3 1-90,-4-2 0,1-1 0,-2 0 0,-1 0 0,0-1 0,-4-2 0,0 2 0,-2-2 0,-1 0 256,-1 0-256,-2-1-90,-1 0 90,-2-1 0,-2 1 0,-2-1-90,-1 0 0,-2 0-90,-1 0-90,-1-2-179,0 0-1,-1-1-270,1-1-629,0-1 90,1 0 1259,0 0 0,-2-2 0,-1 0 0</inkml:trace>
  <inkml:trace contextRef="#ctx0" brushRef="#br0" timeOffset="4529">22779 421 2039,'1'-7'720,"1"1"2171,-2 1-2711,2 0 1499,-1 1-1409,1-1 769,0 1-859,2-1 3096,1 0-2800,3-1-296,1 0-90,2-1 0,3 1-1,5-3-683,1 2 414,3-3-89,1 2-181,0-1-180,0 0-1169,-3 2-539,-1 0 2262,-4 4 1,1 1-1,-1 1 1</inkml:trace>
  <inkml:trace contextRef="#ctx0" brushRef="#br0" timeOffset="5381">21761 1462 10681,'-4'-7'540,"0"1"-91,1 2-269,-1 1 180,0 0-180,-1-1-90,1 2 90,-1 0 0,1 1-90,-4 0 0,2 1 0,-2 2-1,0 0-89,0 3 90,-1-1 0,0 3-90,0 0 0,0 2 90,1 0-90,1 1 90,0 0-90,1 1 0,1 0 0,2-1 0,1 0-90,1 0 0,1 0 0,2 0 0,0-1 1,2-1-1,1-1 0,1 0 0,0-1 0,0-1 0,1-1 0,-1-1 90,1-2-90,-1 0 90,2-2-90,-2-1 90,1-2-90,0-1 90,-1 0 0,0-3-90,-1 0 90,-1-3 0,-1 1 0,0-1-90,-2 0 90,0 2 0,-2-1 0,1 1 0,0-1 0,-1 2 0,-1-1 0,1 2 0,0 0 0,0 1 0,0 0-90,0 0 180,2 0-180,0 0 90,2 2 0,0 1 0,1 1 0,4-2 90,-3 1-90,4-2 0,-2 2 0,1-1 0,0 0-90,5-2 90,-1 0-90,1-1-90,-3 1-180,-3 2-89,-1 1-181,0-1-809,-1 1 90,0-1 1349,-1 1 0,0 0 0,-1 0 0</inkml:trace>
  <inkml:trace contextRef="#ctx0" brushRef="#br0" timeOffset="5755">22146 1495 10411,'6'-5'540,"0"1"-360,-2 1-90,1 1 0,1 0 89,1 0-89,0-1 90,5-1-90,-3 1 0,5 0-90,-5 0 90,1 1-90,0-1 0,0 1-90,-1 0-90,0 0-90,-1 1-89,-1 0-91,-1 0-1529,-1 1 1979,1 0 0,-2 2 0,1 1 0</inkml:trace>
  <inkml:trace contextRef="#ctx0" brushRef="#br0" timeOffset="5949">22205 1569 9242,'0'8'719,"-1"-3"-449,8-2-90,-1-2-90,2 1 90,3-1-90,0 0 90,2 0-180,1-1-90,1-1-90,1 1-270,0-2-1439,9 0 1080,-6 0 628,4-2 1,-2 0 0,-1-2 0</inkml:trace>
  <inkml:trace contextRef="#ctx0" brushRef="#br0" timeOffset="6815">22821 1308 8972,'9'-1'1259,"-1"-1"-629,-3 1 989,0 0-450,-1-1-899,-12 4-180,-4 4 0,-5 1 0,-1 3-90,7-2 0,0 2 0,-1-1 0,1 2-90,0-1 0,2 2 0,1-1 0,2 1 0,2-1 0,1 1 0,2 0 0,2 0 0,2 2 0,6 8 90,0-1-887,5 4 797,0-4 90,1-1 0,2 0-90,2 0 90,0-1 0,0 0 0,0-1 0,-2 0-623,1-2 623,-3-1 0,-1-2 0,2 3 0,-6-6 0,1 2 0,-5-5 0,-2 0 663,-2-2-573,-1 1 488,-3-2-578,-1 0-90,-2 0 90,-2-1 0,-2-1 0,-3-1 0,-4-1 0,-1 0 0,-2-1 0,0-2 0,0 1 90,1-1-90,2 0 0,1-1 0,2 0 0,2-1 0,-2-4 0,6 0 0,-1-3 90,7 1-90,2-3 90,4-6-1110,6-6 1020,6-5 0,-7 13 0,1 0 45,2 0 0,0 1-45,1-1 0,0 0 0,6-7 0,1 1 0,-6 6 0,1 0 0,3-3 0,-2 0 90,4-4-90,-4 3-565,-3 1 475,-4 3-499,-2-5 319,-5 9-180,-4-4-179,-5 6-1170,-3 1-360,-3 1 2159,-2 1 0,-8-1 0,-2 0 0</inkml:trace>
  <inkml:trace contextRef="#ctx0" brushRef="#br0" timeOffset="9765">22881 1473 10411,'5'-6'-90,"-1"0"180,-2 3 0,0-1 90,0 0 270,0 0-1,0-3 91,-1 1-90,1-3-270,-3 3 0,0 0-90,-2 0 89,1 2-89,-2 0 0,0 2 0,-2 1 0,-1 3 0,-1 0 0,-2 4 0,-2 1-90,-2 6 90,-2 2-90,0 5-454,0 2 454,2 1 90,-3 12-90,6-9 90,-1 6-90,8-14 0,1-2 0,4 3 90,0-5-90,3 2 0,3-7 0,1-3 90,2-1-90,2-4 0,2-1 0,4-5-735,2-4 735,3-4 0,-1-4 90,0-5-730,-1-4 640,1-3 0,-3 0 0,-4 0 0,-3 4-191,-4 0 191,-2 5 0,-2 3-90,-2 3 90,-2 4 0,-1 2 666,-3 3-666,-1 3 1208,-2 2-1208,-1 4 236,-3 2-236,-2 7-90,-1 3-570,1 5 660,2 3 0,2 1-90,5 1 90,1-1 0,3-3 0,1-1 0,4 1 0,0-2 0,3 0 0,-1-4 0,0-3 0,1-2 0,1-2 0,0-3 0,0-1 750,-1-3-750,2-1 0,-1-3 0,0-1 90,0-3-90,-1-3 0,0-4 90,-2-2-90,-1-10 0,-5 5-403,-1-6 403,-5 10 0,-2 0 0,-3 4 0,-2 1 0,-3 5 0,-2 3 0,-4 3 0,0 5 0,-3 5-826,3 4 826,2 3-90,3 4-90,3 2 90,3 1-90,4-1 0,2-1-325,4-3 236,2-1-1,2-2-180,3-1-449,7 4 89,-2-7-809,6 0-90,-4-8 1818,2-2 1,7-6 0,3-2 0</inkml:trace>
  <inkml:trace contextRef="#ctx0" brushRef="#br0" timeOffset="10099">23427 1308 12120,'-4'7'2159,"-1"1"-2069,-4 19-1945,-2 1 1945,-2 4-972,-2 4 882,-1 3 45,9-19 0,-1 0-45,1 0 0,0 0 0,-5 17-90,3-1 0,2-4-90,2-4-89,2-3 532,2-6-623,1-1-89,1-4-181,1-1-359,1-3-720,1-3 574,1-1 1135,0-3 0,6-5 0,1-2 0</inkml:trace>
  <inkml:trace contextRef="#ctx0" brushRef="#br0" timeOffset="10562">23669 1197 10681,'0'-9'270,"1"2"-90,-2 1 179,2 1-179,-1 0 180,1 0-180,2 1 0,1 2 0,2 1 90,7 2 0,7 1-181,2 0-563,3 2 564,-3 0 0,-1-1 0,2 1-374,-3 0 374,-4-1 0,5 4-90,-8-3 0,3 4 90,-8-2-90,-3 2 0,-3 0 548,-3 2-548,-4 2 90,-6 3-90,-4 1 0,-2 1 0,-3 1 0,-9 6 0,7-6-794,-4 3 794,12-8 90,4-1-90,2 0 0,4-1 0,2 1 0,2 0 0,8 8 0,1 0 0,4-2 0,2 1-1339,7 8 1339,-7-9 0,0-1 0,5 6 90,-1-1-90,-3-1-90,-2-1 1113,-3-3-1023,-5-1 0,-5-2 0,-4 0 90,-7 2-592,-6 0 592,-9 1-90,-7-1 0,-4-2 90,-2 0-1298,2-4 1208,4-1 0,4-2 1026,4-2-1926,-1 1 181,10-2-451,1 0 1170,9-2 0,19 0 0,4 0 0</inkml:trace>
  <inkml:trace contextRef="#ctx0" brushRef="#br0" timeOffset="10720">24506 1854 14189,'9'0'-3277,"-2"0"3039,-2 1 0,-3 0 1,0 0-1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03:10.08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14442 3110 5734,'-3'-6'0,"-2"-2"0,1 2 5,-2-1 26,2 3-11,0 1 14,-1 0-34,1 0 0,-2 1 0,-1-1 0,0 2 0,-4-3 90,4 2-90,-2 0 0,-6-2 0,5 1 0,-9-2 0,11 2 0,0 1 0,-6-2 0,5 3 0,-9-3 0,10 3 0,-9-1 0,0 1 0,-10 2 0,5 2 0,1 2 0,-10 2 0,5 0 0,0 3 0,8-2 0,1 0 0,-1 1 0,2-1 0,-10 7 0,10-3-218,7-5 218,-4 6 0,6-5 0,-8 19 0,9-16 0,-7 19 0,8-3 0,0-1-828,1 4 828,2-6 0,1-10 0,1 8 0,1-1 0,0-3 0,1 19 0,-1-25 0,4 18-3045,-2-14 3045,3 13 0,1-8 699,-3-8-699,11 21-1407,-8-20 1407,5 9 0,11 2 0,-8-11 0,0 0 0,0-1 1810,-1-4-1810,-1-1-2402,10 3 2402,-10-4 0,10 3 1254,7 1-1254,-11-6 0,3 1 0,0-1-1777,5-3 1777,-2 0 0,-1-3 193,-12-1-193,14-2 0,-6 0 0,9-4 0,-10 3 2239,9-4-2239,-4 0 0,1-1 0,0-1 0,3-4 3276,-9 5-3205,7-5-71,-17 9 135,7-8-135,-4 2-270,2-3 270,-5 1 0,-4 6 0,2-18 0,-4 14 0,1-13 0,-3 15 0,0-16 0,-1 4 0,0-13 0,-1 8 0,-2 2 0,-1-1 270,-2-6-270,-2 2 0,-4-6 0,2 5-3277,-5-3 3238,5 11 1,-2-3 0,2 4 38,-10-8-2028,4 8 2028,-4-5-247,0 9 0,-1 2 247,-2-2 0,3 3 0,-2 1 0,-8 7 0,1 4 0,-2 1 0,2 0 0,-1 3 0,-3 12 253,1 5-298,9 0 0,1 2 10,6-1 0,2 0 1169,0 0 0,3 1-1134,5-1 0,2-1 0,2 11 0,0 6 0</inkml:trace>
  <inkml:trace contextRef="#ctx0" brushRef="#br0" timeOffset="999">14770 3633 5734,'-10'-12'0,"5"3"0,-9-9 0,7 9 19,-11-10 4,2 10-9,-4 0-11,5 6 9,-5 4 1,-2 4-8,-2 4-5,-7 7 1,0 2-1640,16-4 1,2 1 1580,-4 3 1,2 1 57,5-2 0,3 0 0,-1 4 0,2 10 0,2 1-2269,3-2 2269,0-3 0,2 3-82,10 1 1,1-2 81,1 1 0,2 2 0,3 0 0,0-12 0,1-2 0,-3-2 0,0 0 0,6 3 0,0-3 0,2-1 0,-4-6 0,15-3 0,-14-3 0,16-2 190,-16-3-190,10-9 0,3-4 0,-12 5 0,0-2 0,3-1 0,2-3 0,-4 1-95,-6 1 0,-4 0 95,0 1 0,-1-3 0,4-12 0,-2-1 0,2-4 20,-3 4 1,-3-2-21,-8-6 0,-5 2 0,0 0 0,-3 10 0,-1-4 0,-1 7-41,-10 2 41,-2 4 0,-4 2 0,-1 6 0,-3 2 0,0 2 0,2 0 0,0 0 0,-4 4 0,-2 3 0,-5 2 0,-1 3 0,2 0 0,5-1 0,4 0 0,5-1 0,-3 3 0,-4 2 0,-4 4 0,2 0 0,8 1 0,7 2 0,5 1 0,0-2 0,0 1 0,2 3 0,0-1 0</inkml:trace>
  <inkml:trace contextRef="#ctx0" brushRef="#br0" timeOffset="2588">15910 5618 5734,'-5'-7'0,"0"1"0,1 1 0,-2-1-3277,-6-6 893,4 5 2384,-5-3 1409,7 6-1378,-13-3-1434,8 4 1408,-10-3 7,7 5-139,4 0 127,-5 1 0,-13 5 0,11-3 0,-14 5 0,8 8 0,2 3 0,7-4 0,1 0 0,-9 8 0,1 0 0,6 7 0,8-7 315,1 0-309,4 3 0,2 2-6,0-6 0,2 1-4,4 4 0,2 4 0,1 0 0,0-4-7,-1 0 1,3-2 309,4 6 0,3 2 0,2-4-309,-1-9 0,4-2-379,0-2 0,4 0 0,-2-1 389,3 1 0,-1-1 536,5-2 0,2-3-536,-2-9 0,3-3 0,-3-1 0,4-3 0,1-1 0,-6 1 0,2 0 0,1-2 0,-4-1 0,-1-3 0,-3-2 0,-2 1-450,3-2 0,-2-2 450,1-4 0,-3-1-172,-5 0 172,-6 6 0,-1-2 0,3-13 0,-2-2 0,-4 8 0,0-1 0,-1 3 0,0-1 0,-1 1 0,-4-12 0,-4 1 0,-8 2 0,-3 0 0,2 8 0,-1 0 0,-1 2 0,-6-7 0,-7 3 0,-2 9 0,-6 3 0,-1 1 0,4 2 65,1 1 1,-1 1-66,-2 0 0,-5 0 0,0 0 0,7 4 420,7 3 1,1 3-421,-4 0 0,-4 2 0,3 0-486,1 3 0,1 2 486,-6 0 0,0 2 0,6 4 0,4 1 882,-4 5-882,8 5 0,3 1 0,6 3 0,5-4 0,-1-1 0</inkml:trace>
  <inkml:trace contextRef="#ctx0" brushRef="#br0" timeOffset="3317">17109 5502 5734,'-8'-6'0,"0"1"0,2 1 0,-2 1 0,0-1-321,-1 2 330,1 1-1,0 0 59,-16 4 1,-3 2-60,8 0 1,-2 2-9,-2 2 0,-4 3 0,-1 3 0,3 0-1093,0 5 1,3 2 0,-1 0 1080,0-1 1,-1 2-1,2 0 34,4 3 1,1 2-1,3 2-22,3 5 0,3 2 0,1-2 0,-3 2 0,3-1 0,3-8 0,0 3 0,3 0 0,3-3 0,5-1 0,5-2 0,-1-2 0,3 8 0,3-2-700,-1-6 0,3 0 0,-1-4 700,-1-6 0,0-3 0,1-1 0,2-3 0,9-4 0,5-4 0,-3-1 1130,-5 1 1,-1-1-1131,9-1 0,2-1 0,-4-1-399,-12-1 1,-1-1 398,5-6 0,3-2 0,-2-1 0,1-3 0,-1-3 0,-4 3 0,2-3 0,-1-1 0,-4 1 0,0-2 0,-3-3 0,-5-2 0,0-6 0,-2-1 0,-2 6 0,-1 4 0,-5-1 0,-5-3 0,-5-7 0,-2-2 0,-1 2 0,0 9 0,-4 3 0,-2 3 0,0-1 0,-4-4 0,0 2 0,1 7-851,1 8 1,-2 4 850,-5 0 0,-5 2 0,0 0 0,1 3 0,0 2 0,-2 1 0,4-1 0,-1 1 0,-1 1 0,3 1 0,1 1 0,2 0 0,1 2 0,-3 5 0,3 0 0,0 3 0</inkml:trace>
  <inkml:trace contextRef="#ctx0" brushRef="#br0" timeOffset="5100">14042 3490 5734,'6'-3'53,"-1"1"-16,-1 0 53,0 1-245,0 2 155,-3 2 0,1 2 0,-3 0 0,3-2 0</inkml:trace>
  <inkml:trace contextRef="#ctx0" brushRef="#br0" timeOffset="5536">14625 3798 5742,'5'-6'6,"-2"2"1,-1 3 0</inkml:trace>
  <inkml:trace contextRef="#ctx0" brushRef="#br0" timeOffset="5983">13731 4208 5734,'5'-3'0,"1"0"0,7 5 0,-2 0 0,7 3 0</inkml:trace>
  <inkml:trace contextRef="#ctx0" brushRef="#br0" timeOffset="6500">14776 4400 5734,'4'-7'22,"1"1"1,-3 9-1,1 2 1</inkml:trace>
  <inkml:trace contextRef="#ctx0" brushRef="#br0" timeOffset="7045">16209 6027 5790,'5'-3'17,"-1"-1"-17,1-1 0,1-2 0,5-1 0</inkml:trace>
  <inkml:trace contextRef="#ctx0" brushRef="#br0" timeOffset="7320">16938 5752 5824,'6'-6'180,"1"0"-90,-3 2-90,0-1 0,-4 0 0,-2 4 0,-5-1 0</inkml:trace>
  <inkml:trace contextRef="#ctx0" brushRef="#br0" timeOffset="23221">10882 7524 5734,'6'-7'0,"0"0"0,2-2 0,-1 2 0,13-15 0,-3 4 0,1 0 0,-1 2 0,0-2 0,8-6 0,1 0-1639,-3 3 1,-2 2 1580,-4 4 1,0 0-606,5-5 0,0 1 663,2-4 0,0 2 0,-4 3 0,-4 3 0,0 1 0,0 0 0,2-2 0,-1 0-688,-5 4 688,4-4 1197,1-1 0,1 0-1197,5-7 0,-2 3 0,0 0 1735,-2 2-1735,0 1 0,1-1 0,-4 3 0,0 0 0,5-4 0,0 0 0,3-4 0,-2 2 0,-8 7 0,0 0 0,4-3 0,0-1 638,3-3 1,0-2-639,1 2 0,1-1 0,1-2 0,2-2 0,-2 5 0,1-2 0,-2 2 0,1 1 0,-2 0 0,6-5 0,-2 2 0,-10 9 0,-2 2 0,0-2 0,1-1-1639,0 0 1,0-1 1580,-3 2 1,1 0 57,3-3 0,-1 1-1984,-4 3 1984,7-7 0,3 0 0,1-1 0,-7 6 0,1 1-179,7-9 0,1 1 179,-6 6 0,-2 2 1484,3-4-1484,-1 2 0,2-2 0,-2 1-350,6-6 350,-1 0 0,-1 2 0,-9 7-788,-1 2 788,5-7 0,-2 1 0,1-1 0,-2 2 0,1 0 0,1-2 0,1-1 0,-1 2 519,-4 5 1,2-2-520,8-8 0,4-4 0,-4 5 0,-9 8 0,1 1 0,6-8 0,5-6 0,1 0 0,-4 4 0,-2 3 0,-1 0 130,1-1 0,1-1 0,-1 1-130,1 0 0,1-1 266,-1 2 0,2-2 1,-1 1-267,3-3 0,0 0-594,-4 4 1,1-1 0,-2 2 593,-3 2 0,0 0 0,-1 1 0,2-2 0,-1 0 0,7-8 0,1 1-110,-5 3 0,1 0 1,-1 2 109,-3 2 0,1 0 29,1-1 0,1-2 0,-1 2-29,-1 2 0,-1 1 0,4-5 0,1-1 0,-1 2 849,-7 7 1,1-1-850,5-5 0,2-3 0,0 1 0,1-1 0,0 0-746,1-1 0,1-1 0,-2 1 746,-1 3 0,0-1 680,1-1 1,3-2-1,-2 3-680,-4 2 0,-1 1 0,4-4 0,2-1 0,-3 2 44,-7 7 0,-2 1-44,1-1 0,-2 2 0,6-7 0,-3 3 0,3-3 0,3-3 0,1-2 1638,-3 5 0,1-1-1630,3-4 1,0-1-9,-4 6 0,0 1 0,-2 1 0,1-1 0,2-1 0,-1 1 0,2-2 0,-6 7 299,5-5-299,-5 4 0,1 1 0,9-10 0,-7 8 0,-1 1 0,-3 1 0,3-1 0,1-1 0,-1 0 0,0 0 0,4-3 0,0 0 0,-5 4 0,0-1 0,1 0 0,2-2 0,2-4 0,0 1 0,-5 4 0,1 1-760,3-4 1,-2 1 759,2-1 0,-4 4 0,7-7 0,2-2-2889,-2 2 2889,-2 3 0,0 0 0,0-2-663,-3 3 0,1 0 663,-4 4 0,0-1 244,9-8 0,1-2-244,-1 2 0,1 0 0,-6 5 0,0 0 0,-1 2 0,1-2 0,-1 1-244,3-2 0,-2 1 244,-4 5 0,-1 0 0,3-2 0,-1 0 488,8-8-488,-5 3 0,5-3 927,-7 6 0,1-1-927,2-2 0,1-1-757,-3 3 1,0 0 0,1 0 756,0 0 0,-1 0 0,-1 1 0,4-2 0,-2 1 0,-3 4 0,-1 0 0,7-7-73,0 0 73,-6 7 0,4-5 0,-2 2 0,-1 0 0,1-1 0,-1 1 0,2-3 125,6-5 1,1-1-126,-9 9 0,0 0 0,2-2 0,2-2 0,2-2 0,0 0 0,-1 1 0,-3 3 0,-1 1 0,0-1 0,4-4 0,0 0 0,-2 2 0,-2 0 0,-1 2 0,4-4 0,-1 0 955,-6 7 1,0 0-956,10-11 0,0 2 0,-1 1 0,-4 5 0,4-6 0,1 0 0,-4 6 1387,-7 6 0,0 0-1387,7-7 0,4-4 0,-4 3 0,-4 6 0,-1 1 0,4-5 0,1-2-1272,4-4 0,0 0 1429,-7 7 1,-1 0-2,4-3 0,2-3-95,0 1 0,2-1 0,-2 0 97,2-1 1,0 1-226,-2 1 1,2-1 0,-1 2 174,-3 4 0,-1 1 0,2 0-6,1 0 0,1-1 0,1 0-106,-1 0 0,1 0 1,1-1-1,-1 1-603,5-4 1,0 1 0,-2 1 598,0 1 1,-3 1 1023,-4 3 0,-2 2-1027,3-7 12,-3 5-3,-1-1 0,-14 15 0,1 0 0</inkml:trace>
  <inkml:trace contextRef="#ctx0" brushRef="#br1" timeOffset="26749">9297 6537 8350,'1'-7'481,"0"1"-317,2 1 255,-1 2-46,2-2-116,0 1-64,1-1-74,0 1 219,6-5-141,12-8-25,-4 2-170,-4 5 1,0-2-40,0 1 1,1-1 12,3-3 1,2-1 0,0 0-16,7-6 1,1-1-1055,-4 4 1,0-1 0,-2 2 993,-2 2 1,-1 1 89,-2 0 1,2 0 8,1 0 1,2-2 0,-2 1-3,-3 3 1,1-1 1,2-2 1,3-1 0,-4 1-1296,6-4 1296,-7 5 0,0 0 2761,10-9-2758,-6 5 1,4-4 0,-2 2 4,-1 1 1,-1 1-790,-1 1 0,1-2 0,-1 2 791,3-2 1,-3 2 4,5-5-10,-6 7 0,2-3 0,-3 3 687,-4 3 1,-1 0-694,12-9 1,0 1-2085,-6 3 2083,2-1 2,-8 6 1,1-1 640,3-2 0,2-2 1,-1 0-637,7-5 1,0 0-655,-6 6 1,-1 0 0,0 0 650,5-3 1,-2 0-1,-4 3 1,1 1-1,-1-1 3,7-6 1,1-1-3,-8 8 1,0-1 0,-1 1-1,10-9 1,-2 2 2069,2-1-2074,-8 7 0,4-4 1,1 0-1,-4 4 86,-4 2 0,0 1-86,6-5 0,4-4 1,0 0-1,-3 2 3,3-3 0,-2 1 930,-4 4 0,1-1 1,0 0-931,3-3 1,0 0 0,-2 2 1,-3 2 1,-1 1-1091,6-4 1,0 0 1085,-7 7 0,-1 1-4,4-3-5,7-6-1307,-9 7 1302,-4 4 1,0 0-24,7-6 20,-7 6 1,1 0 0,0-1 1,0 0 7,4-3 0,1-2-1117,6-3 1,0-1 1122,-6 5 0,0 0-2,3-1 0,-1-1-344,-1 3 0,-1 0 341,-4 3 0,1-1-4,9-5 0,-1-1 0,-6 6 0,-1 0 206,-1 2 0,2-3-203,7-4 1,3-4 0,-3 3-5,-9 7 1,1-1 5,3-2 0,3-2 0,2-2 0,-1 1 450,-1 1 0,0 0 1,0 0-1,-1 1-449,4-3 1,-1 0 0,1 0 218,-4 3 0,1-1 0,0 0 1,-2 2-216,1-2 1,-1 1-1,-1 1 4,4-4 1,-1 2-4,-5 3 0,0 0 0,1-1 0,2-1 0,2-2 1,-4 3-974,-3 2 0,0 1 977,9-7-1,0 0-780,1 0 775,-9 6 1,1 0-529,10-8 525,-10 8 0,0 0 4,-1-1 0,0 0 7,1-2 0,2 0-6,-1-2 0,2-1 0,-1 1 1,0 3-1,1 0 0,2-3 1,1 1-1</inkml:trace>
  <inkml:trace contextRef="#ctx0" brushRef="#br0" timeOffset="27182">15520 3366 5734,'-7'4'0</inkml:trace>
  <inkml:trace contextRef="#ctx0" brushRef="#br1" timeOffset="29499">13143 3414 6152,'5'-5'263,"1"-2"-175,-2 3-50,1-2-8,0 0-8,3-6-12,3-2 1,4-5 56,-4 4-66,2-1 0,1-1 2,2-3-1,1 1 1,-1 0-3,1-1-2,2-2 1,2 0 0,-7 6 1,1 0-2,7-7 0,0-1-2,3-3 2,-5 6 0,0-1 0,-6 5 0,0 1 1,7-8 1,-1 0 0,-8 10 0,-1-1 1,5-4 1,0 0-1641,0-1 1,1 0 1584,-2 3 1,0-1-791,2-1 1,-2 2 844,-4 5-2,13-14-2,-3 2-1372,3-2 1371,-2 2 461,-7 7-459,-1 0 698,0 0 0,2-1-695,5-7 0,0-1 0,-2 5 0,-1 0 0,6-6 1,0 0-3,-4 6 1,0 0-251,2-2 1,-1-1 249,0 2 0,0 0 855,-6 6 1,0 0-857,0-1 1,1 0-1,-1 1 0,2-1-27,1-2 1,3-3 0,1-1 0,-3 4-31,2-3 0,0 1-735,1-1 0,1-2 0,-3 4 681,2 0-2,0-1 0,-2 3 0,-1 0 59,6-5 1,1-2 57,-10 9 0,1 0-3,9-8 0,0-1 1,-10 10 1,1 0-32,2-2 0,2-2 0,-1 2 31,5-5 0,0 0 158,-4 4 1,0-1-1,0 2-157,0-1 0,1 1-31,0-1 1,3 0 0,-3 1 28,-1 0 1,-1 1 279,3 0 1,0-2-1,-2 2-280,6-5 0,1-1 1,-6 4 1,1 0-1,-4 3 0,0 0 65,0 0 1,0 0-63,8-6 4,0 0 0,2 0-4,-11 6 0,2 0-2,7-6 1,4-3 0,-4 2-285,-4 3 0,-1 1 283,3-2 0,-1 0 0,-3 3 0,-3 1 93,5-2-89,-4 2 0,5-3 0,-4 2 1479,8-5-1480,-2 0 0,-1 1-3,-9 9 14,10-10-2280,-8 8 2269,5-4-3,-13 9 2269,-3 4-2269,1-3 0,-3 11 0,-7 1 0,-7 11 0</inkml:trace>
  <inkml:trace contextRef="#ctx0" brushRef="#br0" timeOffset="32154">11628 7800 5734,'-2'5'0,"0"0"0,6-6 0,-2 1 0,5-5 0,-2 1 0,2-1 0,9-8 0,-2 0-1639,1-1 1,2-1 1523,7-7 115,-2 1 0,3-4-562,-4 6 1,3-2-1,0-1 1,-2 2 562,-1 2 0,-2 1 0,2-2-26,5-3 0,2-3 0,1 0 1,-1 2 24,-5 4 0,0 1 0,-1 0 0,1 0 0,6-5 0,0 0 0,1-1 0,-7 6 0,0 0 0,0-1 0,0 1 0,6-5 0,0-1 0,-3 4 0,-5 1 0,0 2 0,-1 0 0,1 0 0,-1-1 0,3-1 0,0-1 0,-2 2 0,0 0 0,1 0 0,4-5 0,3-1 0,-4 2 0,-7 6 0,0 0 0,6-4 0,3-3 0,0 0 0,1-1 0,0 0 0,-1 0 0,-2 3 0,-1 0 0,0 1 0,1-2 0,0 1 0,0-2 0,0 2 0,1-3 0,0 1 0,-3 2 0,-2 2 0,-1 2 0,1-2 0,4-3 0,2-1 0,0-2 0,-2 3 0,0-1 0,-2 1 0,0 1 0,-2 1 0,-1 1 0,1 0 0,4-5 0,0 0 0,0 2 0,-7 4 0,0 1 0,2-1 0,3-4 0,2-1 0,0-1 0,-2 3 0,2-2 0,1 0 0,-6 4 0,2-2 0,2-1 0,-1 0 0,-2 3 0,1-1 0,-2 3 0,0-1 0,2-3 0,1 0 0,-2 2 0,2-2 0,1-1 0,2-3 0,3-1 0,-4 2 512,-7 7 1,0 0-513,7-7 0,4-3 0,-2 0 0,-6 7 0,-2 0 0,1 1 0,-2 1 0,-1 1 0,1-1-122,1 0 0,0-1 0,0 1 122,3-5 0,-2 2 2515,4-3-2515,-5 3 0,5-4 0,-3 2 0,0 1 0,0-1 0,-1 2 0,4-4 0,1-2 0,-1 1 0,-2 4-839,-1-1 1,-3 4 0,2-2 838,1-1 0,1-1 0,-1 0 0,-1 3-330,4-6 1,-3 3 329,-8 9 0,0-1 0,9-8 0,2-4 0,-2 4 0,-6 4 0,0 2 0,2-2 0,1-2 0,1-1 0,1-2 0,1-1 0,0-1 0,-2 2 0,-3 3 0,0 2 0,1-3 0,3-2 0,2-3 0,0 0 0,-1 1 0,-1 1 0,-1 1 0,1 0 0,2-2 0,0-1 0,1 1 0,-1-1 0,0-1 0,2-2 0,-6 7 0,3-2 0,0-2 0,1 1 0,-2 0 0,-2 3 0,5-5 0,-3 2 0,2-1 0,0 0 0,1-2 0,0 1 0,-2 1 0,3 0 0,-2 1 0,0 1 0,-2 2 0,0 1 0,0-1 0,3-4 0,2 0 0,-2 1 0,-5 5 0,0 0 0,-2 3 0,3-4 0,-2 2 0,7-7 0,-3 2 0,1-2 0,-3 5 0,-1 0 0,-1 1 0,1-2 0,0 2 0,2-5 0,0 3 568,-6 5 1,0 0-569,3-3 0,3-2 0,-4 3 0,7-7 0,-7 9 0,4-4 0,0-1 0,-2 3 0,3-3 0,0 1 0,0 1 0,1-2 0,-1 2 29,-1 1 1,1 0-30,0 1 0,1-1 0,-2 2-598,-6 6 0,-1 0 598,13-10 0,2-3 634,-8 7 1,0-2-1,-1 1-634,4-5 0,1-1-552,-1 1 1,1-2 0,-2 2 551,-2 1 0,-4 2 0,-2 5 0,-2 0 0,8-8 0,-6 7 0,2-1 1110,4-5 1,3-1-1111,-6 5 0,2-1 0,-2 1-859,7-5 0,-2 0 904,2-1 0,1 0 735,-5 4 1,1 0 0,0-1-781,-2 4 0,-1 1 0,1-1 30,7-8 0,1 0 0,-1 1-1244,2-1 0,-3 2 1214,-8 6 0,0 2 0,-1-1 0,0 0 0,-1 0 0,0 1 0,6-7 0,-8 8 0,-1 2 0,2-2 0,-2 2 0,0 1 1827,1-2-1827,0 0 118,-5 6-477,3-4 359,-18 13 0,2 0 499,-9 4 0,-3 4 0,-3 0 1</inkml:trace>
  <inkml:trace contextRef="#ctx0" brushRef="#br0" timeOffset="35449">13667 4568 5824,'-10'0'90,"1"-1"-90,4-1 0,-17-8 0,-1-1 0,-11-4 45,8 3 0,-3-2-45,-2-1 0,-3-1 0,4 2 0,-1-1 0,-3-1-156,4 3 1,-3 0 0,-1-1-1,1 1 1,2 1 169,3 1 1,1 0 0,1 1-1,-1 0-640,-5-1 0,-1-1 0,0 1 1,2 1 676,1 2 1,3 1-1,1 0-1099,-2 0 1,1 1 1168,-5-2 0,0 0 2,4 1 0,1 1 132,-3-1-191,6 1 0,-3-1 0,5 1 509,-7-2-497,2 0 1,3 0-23,12 4 1788,-11-7-1963,10 6-12,-7-5-17,10 5 3375,0 0-3363,-10-5 15,8 5 39,-16-8 56,20 9 22,-11-4 7,12 4-18,-1 0 67,0 1-57,3 0 19,0 1-138,1 0 158,-2-1-1,13 3 493,-4 0 293,13 2-417,-10-1 14,4 2-118,-4 0-317,11 11 22,-7-5 40,7 7-430,3 9-118,-4-4 460,-3-4 1,0 1-3231,5 6 3120,-6-9 519,-2-3-120,-6-7-35,5 5-141,-5-5-38,2-6 279,-7-3 254,-2-9-151,0 4-233,-6-16 133,3 4 2966,-2-8-2671,7 9 0,2 1 361,0 4-369,6-19-130,-3 26 581,6-2-3457,5 5 2808,-2 2-216,5 3-483,-7 3-179,10 4 1,2 1-568,4 1 459,-4-1 0,1 1-1006,8 0 161,-12-4 483,4 1 395,-7-5 3640,-8 0-2812,3-1 199,-3-2-199,-1-1 0,-2-3 0,-2 0 0</inkml:trace>
  <inkml:trace contextRef="#ctx0" brushRef="#br1" timeOffset="36120">12949 3956 8137,'-4'-6'-328,"1"0"282,0 4-327,-1 0 169,-4 7 763,2-1-144,-3 9 54,5-7 17,-3 7 50,4 7-169,2-3 117,3 5-1035,3-11 238,2-2-2964,7 1 2296,-5-5 239,9 3-289,-7-5 593,7 1 57,1-1 247,-1 1 1,1 0-1509,6 2 1636,4 1 167,-18-2 1812,-5 0-2012,-1 0-1805,-1 12 2082,-3-7-82,-3 9 211,-4-3 159,-4 0 2247,-11 9-2101,7-12-26,-7-4-88,14-14-953,-1-27 324,6 16 34,1-4 0,2-1 3152,2 0-3217,0 2 1,0 0-45,3-3 141,-1-1 1,-2 18-1,-2 4 1</inkml:trace>
  <inkml:trace contextRef="#ctx0" brushRef="#br0" timeOffset="36798">13751 4461 5734,'8'1'0,"-1"-1"0,8 5 0,-7-2 0,10 3 0,-2 4 0,1 2 0,10 9 2,-1-2 1,1 1 3,-6-3 0,2 1 0,1 1 1,3 2-1,-2-2-1645,0 0 1,0 0 1603,-3-2 1,0 0-1,3 1 42,1 1 1,3 1 0,-1 0 0,-1-2-761,-4-2 1,-2-1 0,2 2 752,1-1 0,3 3 0,1 1 0,-1-2 0,-5-3-82,5 4 1,-3-3 81,-2-1 0,1 1 0,6 3 0,-1 0 0,-9-6 0,0-1 0,2 3 0,3 1 0,-5-3 0,5 2 0,-2 0 0,-16-13 0,-4-4 0,0 2 0,-1-3 0</inkml:trace>
  <inkml:trace contextRef="#ctx0" brushRef="#br0" timeOffset="37269">14573 5105 5734,'-9'2'90,"2"-2"-90,12 4 0,1-2 0,24 6 0,-15-4 45,7 3 0,-1-1-45,-8-1 0,15 4 0,-20-6 0,0-1 0,2-6 0,-6-3 0,-2-13 0,-3-3 0,-2-8 0,-3-1 0,-2-1-3277,-1 2 3162,-1 2 25,3 13 90,3 10 0,-1 1 0,0 3 0</inkml:trace>
  <inkml:trace contextRef="#ctx0" brushRef="#br0" timeOffset="37931">14160 5025 5734,'-15'-8'0,"-3"-1"0,11 6 0,-7-2 8,-2 1 17,1 2 32,-9-2-57,3 3 90,4 1-90,2 1 0,10 1 0,1 1 0,-3 6 0,4-1 0,5 18 0,2-14 0,13 14-741,-6-17 741,11 6-3147,9 3 3147,-8-4 0,-5-5 0,0 2 0,1 4 0,-2 0 0,5 2 0,-5 0 0,-3 0 0,-10-4-90,1 8-1846,-8 5 1936,-1-4 0,-9 13 81,-3-14 1,-3-2-82,-5 8 0,6-9 0,-1-4 2269,-1-9-2269,7-6 0,-2-4 0,7-2-68,11-27 3344,0 18-3160,4-20-116,0 16 0,-2 0 0,2-5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03:54.16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19979 7397 5734,'-4'-7'0,"-1"-1"0,1 3 0,-2-2 5,-1 1 12,2 1 0,-2 0 0,2 2 17,-11-6-34,7 4-3277,-9-6 3252,11 7-100,-4-2 215,-3-1-2227,-8-6 2137,6 5 0,-2-2 0,6 3 45,-9-3 0,-3-2 45,-8-1-60,9 2 0,-5-1 0,3 1-30,-1 1 0,1 0 45,-2-1 0,0 0 1068,6 3 1,0 0-1114,-13-2 0,1 1 124,2 0-94,7 3 0,-3-1 0,4 2 2547,-1 1-2577,-1 0 0,-2-1-3122,-8 0 3122,16 3 0,-2-1 0,-3 0 0,2 1 0,-6-1 0,1 1 0,-5 0 0,4 1 0,7 0 0,1 0 0,-18 0 0,3 0-83,8 1 83,-7 1 0,-1-1 0,-2 1 0,1 0 0,0 0 0,14 0 0,0 0 0,-1 0 0,-3 1 0,-3 0 0,-2 1 0,0-1 0,-4 2 0,0-1 0,10 0 0,0 0 0,-2 1 0,-5 1 0,0 1 0,1-1 0,-1 2 0,-1 0 0,0 0 0,-4 1 0,3 0-547,8-1 0,2 0 1,1 0 546,-2 0 0,0 1 0,-1 1 0,-2 1 0,2 0 0,-3 0 0,3 0 0,2-1 0,-2 1-32,-5 2 1,-8 2 0,1 0 0,6-1 31,6-2 0,1 0-209,-3 0 0,-3 2 0,3-1 209,1 2 0,2-1 0,3-1 0,-1 0 0,-2 3 0,-1-1 925,6-3 1,0 1-926,-7 7 0,1 0 2768,0-1-2768,0 2 0,-1 3 0,6-4 0,3-1-661,4-4 1,1 1 660,-7 6 0,2 2 0,5 0 0,2 0 0,2-5 0,1 3 417,1 11 0,2 5 0,2-4-417,2-11 0,1 0 0,2 9 0,2 3 0,0-4-1895,7 6 1895,-1-6 0,3 3-706,-1-9 0,1 1 1,0-2 705,3 7 0,1 0 249,0-3 1,1 1 0,4 1-250,0-5 0,3 2 0,1-1 0,1 0 0,-2-1 22,0-2 1,-2-1 0,1 0-1,2 1-324,-1 1 1,2 1-1,1 1 1,0-1 0,0-3 301,0-4 0,0-1 0,1-2 0,-2-2 0,-1 0 0,4 1 0,-2-2 0,2 0 0,0 1 0,1 1 0,1-1 0,0-1 0,0-2 0,0-2 0,0-1 0,-1 0 0,-1-2 0,-1 0 0,0 0 0,2-1 0,0 0 0,1 1 0,2-1 0,1 0 0,0-1 0,0-1 0,1-1 0,2 0 0,-1-1 0,-1 0 0,-3 1 0,1-1 0,-3 0 0,-1 0 0,3-1 0,2 0 0,3-2 0,0 0 0,-2 1 0,-7-1 0,3-1 0,-3-1 0,0 1 0,4-2 0,0 0 0,-2 0 0,-2-1 0,-1 0 0,0 0 0,5 0 0,2-1 0,-2-1 0,-2-1 0,-1-1 0,-3 2 403,-3 0 0,1-2-403,-2 0 0,5-4 0,0-2 0,0 1 0,-4 2 58,6-7 1,-1 1-59,-4 3 0,4-3 0,-1 1 0,-6 2 250,-2-1 1,-3 0-274,1-1 1,1-3-1,2-1 1,-2 1 22,2-4 0,0 1 0,1-1 0,-1 0 0,1-1 0,1 0 0,-3 2 0,1-1 0,-2 2 0,-1 1-42,3-5 0,-1 2 42,0-1 0,-1 1-415,0 1 0,-1-4 415,-7 6 0,0-6 0,0-1 0,0 1 0,-2 3 0,0 2 0,-1 2 0,-3-4 0,-3-4 0,-2-6 0,-2-3 0,-1 0 0,-2 3 0,-1 7-140,-4 4 0,-2 6 0,-3-3 140,-3-7 0,-3-4 0,-1 1 0,0 6 0,0 9 0,1 5 0,-2 0 0,0-1 0,-2 0 0,-5 2 0,5 3 0,-5 1 0,-3-1 0,-2 1 0,-1 0 0,0 1 0,1 0 0,2 1 0,-4-1 0,3 2 0,0 0 0,-1 1 0,-1 0 0,-4 0 0,9 2 0,-1-1 0,-2-1 0,-2 1 0,0 1 0,-1-1 0,-1 0 0,2 1 0,0 0 0,1 0 0,1 1 0,3 1 0,-7 0 0,2 1 0,2 0 0,0 1 0,1 1 0,-1 0 0,-1 0 0,3-1 0,0 1 0,1 0 0,-1 1 0,-1 0 0,0 0 0,-1 2 0,-2 0 0,5 1 0,-1 0 0,-1 1 0,-2 1 0,0 0 0,0 1 0,0-1 0,1 1 0,0 0 0,1 0 0,1-1 0,2-1 0,-8 3 0,3 0 0,2-1 0,0 0 0,-1 0 0,-1 1 0,-3 1 0,4-1 0,-1 0 0,0 0 0,1 1 0,-1-1 0,1 0 0,-1 0 0,0 0 0,1 1 0,-1-1 0,0 0 0,1 0 0</inkml:trace>
  <inkml:trace contextRef="#ctx0" brushRef="#br0" timeOffset="14567">17212 5239 5815,'-12'-4'99,"1"2"-9,-7-1-90,6 1 0,-4 0 0,7 1 0,1 0 90,-2 0-90,-1 0 0,-9-1 0,7 0-3277,-17-2 3251,17 2 26,-11-2-860,13 2 860,-2-1 0,-16-3 0,11 2 0,-12-3-1297,10 3 1297,4 1 0,-6-1 0,-13-1 0,13 1 0,-13 0 656,19 2-656,-5 1 0,-3 0 0,3 1 0,-1 0 0,-4-1 0,-1 0-645,7 2 0,1-1 645,-6 2 0,-6 0 0,-2 1 0,-2-1 492,3 1 0,-3 0-447,0 0 0,1 0-582,7-1 0,0 1 537,-9 0 0,0 1 0,12-1 0,2 0 0,1 1 0,0 0 0,-4 1 0,-2 1 502,-2 2 1,-3 0 0,2 1-503,-6 2 0,1 1-436,10-4 1,1 0 0,1 0 435,-3 2 0,2-1 0,3 0 0,1 0 0,2-2 0,1 1 0,-7 2 0,-2 1 332,2 0 1,-2 1 0,1 0-333,-2 1 0,-1-1-353,3 0 0,-1 0 1,1 0 352,-2 1 0,1-1 0,8-3 0,0 0 0,-9 4 0,2 0 0,-6 3 1287,4-2-1287,9-4 0,-1 0 0,-6 5 0,5-4 0,1 0 0,-4 4 1336,2-1 0,0 1-1336,6-4 0,-1 1-655,-5 4 1,-1 0 654,5-2 0,2-1 1798,-5 5-1798,-4 4 0,-1 0-2835,1 1 2835,4-4 0,-2 1 0,3-2 0,0 1 0,2-2 0,-10 9-381,9-9 1,-2 2-1,4-2 381,-1 0 0,0 0 0,-9 9 0,1 1 0,-1 0 1134,9-10 0,0 2-1134,-2 2 0,-4 3 0,1 2 0,3-4 0,0 1 0,1 0-434,1-3 0,-1 2 1,2-1 433,0 2 0,1-2 0,3 0 0,1-1 0,2-4 0,-1 1 0,-2 6 0,0 3 0,2-3 0,0 3 0,0-1 0,-3 8 0,1 0-518,2-7 0,0 1 1,2-1 517,-1 4 0,2-1-14,3-4 1,1 0 13,0-3 0,1 0 0,-1 5 0,0 3 310,2-4 1,0 1 0,0-1-311,1 8 0,1 1 0,0-2 0,0 2 0,1-2 0,2 1 0,1-1 0,-1-5 0,0-2 0,0-5 0,-1 0 0,4 11 0,-1-2 1905,-1 1-1905,2 2 0,0-1 0,-1-8 1638,0-2 0,1 2-1546,2-1 0,0-1-59,-3-3 0,1-2-33,2 3 0,0-3 0,-1 0 0,4 0 0,0 0 0,1 3 0,-1-4 0,1 0-877,6 2 877,0-2-1551,3-1 1,0 0 1550,6 2 0,-8-6 0,-2-1-609,0-2 609,5 2 0,7 4 0,-8-6 0,0 1-672,10 4 672,2 0 1701,-3-4-1701,0-4 0,3 1 369,-7-4-369,-6-3 0,-1-1 0,4 0-779,1-1 1,7-3-1,-6 1 779,4-1 419,-1-1 1,3 0-420,-1-2 0,-1 0-707,-8 3 0,1-1 707,9-2 0,1-1 0,-9 2 0,-2 0 206,4-1-206,6-3 0,2 0 0,-4 0 0,-4 3 0,3-2 64,-5 1 1,1-1 0,-1 1-65,5-3 0,0 0 16,-3 2 1,2-1 0,-2 0-17,3-2 0,-2 2-357,-3 1 1,0-1 356,5-2 0,3-2 250,-8 3 0,3-1 0,1-2 1,-2 2-251,3-2 0,-1 1 0,1-1-334,1-1 0,0-1 1,-2 2 333,6-4 0,-3 1 0,-6 3 0,0 1 0,-5 2 0,1-1 0,5-2 0,1-2 220,-6 2 0,0 0 1,0 0-221,2-1 0,0 0-221,-2 2 1,0-1 0,-2 0 220,3-1 0,-1 1 421,-1 1 0,0-1-421,7-4 0,1-3 0,-6 6 0,1-1 0,-2 2 0,-1 0 0,-1 2-421,7-6 0,-4 2 421,-8 6 341,1 0 1,1-1-342,9-8 1,-11 9 0,1-1-1,2 0 0,-1 0 2215,4-3-2215,8-6 0,1-1 1888,-5 4-1888,0 1 0,-2 0 0,-10 8 0,17-14-2840,-8 6 2840,-5 5 0,0-1 0,7-6 1113,-9 6-1113,5-4 0,0-2 0,-2 1 45,0 1 0,-1 1-45,-4 4 0,2-4 0,1-1 0,-1 2 0,-1-1 0,4-3 0,-1 0 0,-1 1 0,0 0 0,-1-1 0,0 1 397,7-8-352,-9 10 0,0-1 0,1-6 0,-1-1-45,-4 7 0,-1 0-464,6-10 1,0-1 463,-3 2 0,0 0-1047,-1 1 1,1 1 1046,0 0 0,-1-1 0,2-2 0,-1-1-71,-1-3 1,-1 1 70,-2 11 0,-1-1-182,2-7 1,-1 0 181,-6-8-204,-1 14 204,-1-14 160,-2 16 0,0 1-160,-5-17 927,4 15 1,-2-1-928,-3-3 0,-3-3 0,1 5 280,3 5 0,-1 1-280,-3-8 0,-4-2 0,-1 1 30,-2 6 0,-1 2 0,0 1-30,-8-5 0,1 1-198,5 5 1,0-1 0,1 4 197,-1 2 0,1 3 0,0 0 0,-3 2-540,-10-2 0,-1 0 495,8 2 0,-2 1-30,4 0 1,-1 1 0,-3 2 74,1 1 0,-2 1 0,0 0 0,1 0 0,-3 0 0,2-1 0,-3 1 0,4 0 0,0 1 0,0 0 0,0-1 0,0 1 0</inkml:trace>
  <inkml:trace contextRef="#ctx0" brushRef="#br0" timeOffset="17547">12437 1472 5734,'-1'-8'0,"0"0"0,0 4 3,-3-7 44,-1 2-13,1-1-28,-6-1 84,1 4-90,-13-6 90,-1 4-90,0 1 0,-5 2 0,-2 2 0,-1 0 0,8 2 0,0-1 0,-2 1 0,-2 0 0,3 1 0,-9 0 0,2 2 0,9 1 0,-1 3 0,-1 1 0,0 1 0,-1-1 0,-1 2-1093,-1 6 1,-1 3 0,5-1 977,-7 5 115,9-4 0,-4 3 0,6-2-500,-2 4 500,7-2 0,-3 4 0,3 0-1052,2 5 1,1 1 1051,-4 4 0,2 1 0,6-1 0,4 2-3,5-6 1,3 4 0,2 1 0,-2-3 2,0-2 0,0 0 0,3 3 0,-1-5 0,3 5 0,1 3 0,1 0 0,0-1 0,0-2 0,-1-5 0,4 7 0,1-5 0,1 2 0,-2-3 0,2 3 0,1 0 0,-1-2 0,-1-5 0,6 3 0,-1-3 0,-1-5 0,0 1 0,-1-3 149,-1-2 0,2 0-127,4 1 1,5 2 0,2-1-1,-5-2 244,2 0 1,0-1-267,-5-3 0,3 1 0,1 0 0,0-1-231,6 1 1,2-1 0,-1-1 0,-1-1 230,-2-1 0,-1 0 0,2 0 0,2 1 0,3 2 0,0-1 0,-3-1 0,-2-2 0,-1 0 0,-1-1 0,3 1 0,-1-1 0,0 0 0,-5-1 0,-1 0 0,1-1 0,10 3 0,2 0 0,-5-2 0,-10-3 0,-1 0 0,7 1 0,1-1 0,4-2 0,-2-2 863,-10 1 1,2-2-842,3-2 1,4-1-1,1-2 1,-4 0-23,4-2 0,1-3 18,-7-1 0,3-3 0,2-3 0,-2 1 0,-4 1-18,-3 0 0,-4 0 0,1-1 0,8-6 0,0-2 0,-6 0 0,-6 0 0,-6 0 0,2-7 30,-7 6 0,0-3 0,-3 0 540,-2-1 0,-5-3-570,-2 8 0,-3-4 0,-3-3 0,-2 0 0,0 2 0,-1 2-441,0 2 0,-2 2 1,-1 2-1,0-1 0,-1-1 441,2 0 0,-1-1 0,0 0 0,0-1 0,-1 2 0,-1 2 121,-4-1 1,-2 2 0,1 1-1,0 2 1,3 1-122,-1 0 0,3 2 0,-3 0-309,1 0 1,-2-2 0,-1 1 0,-1-1 0,2 1 308,-3 0 0,1 0 0,0 1 0,-1-2 0,0 1 0,-2 0 0,1-1 0,-1 0 0,2 2 0,-1-1 0,1 2 0,0-1 0,-3 0 0,4 3 0,-3-2 0,0 1 0,-1 0 0,0 0 0,1 2 0,-3-1 0,1 1 0,-1 1 0,0 1 0,-2-1 0,4 2 0,0-1 0,-1 0 0,-2 0 0,1 2 0,-2 0 0,0 3 0,-1 1 0,-2 2 0,-1 1 0,0 1 0,-1 1 0,2 0 0,2 1 0,2-1 0,-3-1 0,4 1 0,0 0 0,0 2 0,-2 2 0,3 1 0,-3 2 0,-1 1 0,1 2 0,1 0 0,4-1 0,4 0 0,0 3 0,6-1 0,-2 2 0,-2 1 0,-3 2 0,1-1 0,0 1 0,0 0 0,-1 1 0,0 0 0</inkml:trace>
  <inkml:trace contextRef="#ctx0" brushRef="#br0" timeOffset="40696">15694 6642 5734,'-3'-11'0,"1"3"0,-4-1 0,-4 1-3277,4 1 2302,-4 0 1749,4 3-774,2 1 0,-2-1 0,9 10 3,0-2-3,7 7 4,4 6 1,4 1-4,1 2 0,1 2 1,-2-2 0,1 0 0,-1 0-481,4 4 1,0-1 479,-2 0 1,-1-2 1,4 4-6,-10-10 0,0 0-11,3 4 14,7 10 0,-10-9 0,1 6 0,-12-12 0</inkml:trace>
  <inkml:trace contextRef="#ctx0" brushRef="#br0" timeOffset="40862">15884 6615 5734,'-2'-13'0,"-1"1"0,-1 3 0,-8 21 0,-9 20 0,-4 7 0,2-1 0,5-12 0,1 1 0,0 1 0,-2 2 0,0 0 0,-1 2-118,3-6 1,0 1 0,-2 2 0,0 1 0,0 0 0,-1 1 0,0 0 0,0-1 0,0 0 0,1-1 0,1-1 0,-3 5 0,0-2 0,1 1 0,0-2 0,-1 1 0,1-1 0,0 0 0,-1 0 0,1 0 0,-1-1 0,0 1 0,0-1 0,0 1 0,0-1 0,0 1 0,0-1 0</inkml:trace>
  <inkml:trace contextRef="#ctx0" brushRef="#br0" timeOffset="43029">12190 2299 5734,'-1'-9'90,"0"2"-90,2 2 90,4 5-90,-1 0 0,4 5 0,-3-1 0,2 1 0,12 15 0,-5-5-1639,5 7 1,1 1 1523,1 4 115,-1-4 0,2 3-30,-4-4 0,0 1 0,-1-1-6,1-1 1,0 0 35,-1 1 0,1 0 0,-4-5 0,-2-3 0,-2-5 0</inkml:trace>
  <inkml:trace contextRef="#ctx0" brushRef="#br0" timeOffset="43201">12471 2262 5739,'-27'-7'0,"3"23"0,-3 13 0,11-8 0,-2 6 0,0 3 0,0 3 0,-1 0 0,1-1 0,0-1-547,-1 0 1,0 0 0,1-1 0,0 0 0,-1 1 0,0 2 413,3-4 1,-1 1-1,0 2 1,0 0 0,0 0-1,0-2 1,1 0 0,0-2-1,-3 5 1,0-2 0,1-1-1,0-1 1,1-1-1,0-2 1,-1 0 0,1 1-1,0-1 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5:34:12.22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12429 5827 9332,'-6'-4'3276,"0"1"-2235,2 0-591,0 2-90,-1 0-270,0 1 0,0 1-90,0 0 90,2 2-90,0 0 0,0 0 90,0 1-90,0 1 0,0 0 0,0 5 89,0-3-89,0 4 0,2 2 0,0-3 0,0 4 0,1-4 0,2 4 0,0-3 0,1 2-89,0-4 89,1-1 0,2 3-90,0-4 90,3 3 0,-4-6-90,2 0 90,-2-2 0,0-2 0,1-2 0,-1 0 0,1-2 0,0 0 0,0-2 0,0-1 0,-1-2 0,0 0 0,0-2 0,-1 0 0,1-2 0,-2 0 0,-1 0 0,0-1 0,-1 0 0,-1 1 0,-1 0 90,-1 0-90,-1 1 0,0 1 90,-2 1-90,1 2 0,-1 0 0,-1 3 0,0 0 89,-1 2-89,1 2 0,0 0 0,-6 4 0,4 1 0,-5 3 0,5 1 0,0 2 0,0 3 0,0 1 0,2 2 0,1 1 0,1 1 0,0 0 0,2 0 0,0-1 0,2-1 0,0-1-89,1 0 89,2-1-90,0 0 90,1-2-90,1 0 90,0-2-90,2-1 90,-1-3 0,1 0-90,1-1 90,-1-2 0,0-1 0,0-2 0,0-1-90,0-1 90,0-2 0,0-2 0,-1-1 0,2-8 0,-3 2 90,0-5-90,-4 3 90,-2-8-90,-1 4 180,-6-13-180,2 14-146,-5-4 236,3 10-90,-1 2 0,2 3 90,-2 1-90,2 1 90,-3 4-90,3 1 0,-2 3 235,3 3-235,1 2 0,0 9 0,2-2 0,0 11 0,5-9 0,1 4-90,6 3 90,-1-7-90,3 4 90,-2-8-89,5 1 89,-4-3 0,4 0-90,-4-5 90,-2-2 0,3-1 0,-1-3 0,1 0 0,-3-3 0,-4-2 0,1-1 0,-2-7 0,-2 3 0,-1-7 90,-2 5-90,-2-3 89,-2 0 1,-1 0-90,-1 0 90,0 3-90,-1 0 90,1 2 0,-1 1-90,1 2 0,-1 3 90,2 0-90,0 3 0,0 2 90,1 2-90,0 2 0,-1 2 0,-1 7 0,3-2 0,0 3 0,3-3 0,2-1 0,1 1 0,0 0 0,5 4 0,0-4 0,2 3 0,0-6 0,0-3 0,0 0 0,1-2 0,-1-1 0,4-2 0,-3-1 0,2-1 0,-3-2 0,-2-2 0,3-6 0,-4 1 0,1-11 0,-4 7 0,-3-7 90,-3 6-90,-2-2 0,-4-2 90,-9-6-90,3 7 90,-14-6-90,12 15 90,-10 0-90,12 7 90,-4 2-90,8 2 0,0 2 0,1 2 0,1 1 0,2 2 0,2 2 0,1 6-90,3-3-90,5 16 90,1-15 0,9 14 0,-4-16 0,7 5 90,-6-8-90,2 0 0,0-5 90,0-3-90,1-2 90,-1-5 0,-1-5 0,1-6-90,0-10 90,-4 3 90,-3-3-90,-6-1 90,-1 7-503,-3-6 503,0 10 0,-6-3 0,3 6-90,-5 0 90,3 9-90,-1 3 89,-1 4-89,-3 6 0,0 6 0,-2 6 90,2 3-90,2 3-773,2 2 773,2 0-90,3-1-576,2-3 576,2-2 0,3-2-180,3 7 180,2-8-290,4 5 290,-1-11 0,2-3 983,1-2-983,0-3 810,2-1-810,-2-3 90,1-3-90,0-1 90,1-4-89,1-3 89,2-4 0,0-3-90,-1-3 90,-2-2 0,1-14-1375,-5-1 1375,-1-1-428,-8-5 518,-5 16-90,-3-6 90,-1 10 0,-2 4-90,0 3 90,-1 5-90,-1 1 89,0 4-89,-1 3 90,-7 7 0,2 3-90,-4 5 0,5 3 0,2 3 1306,2 2-1217,1 6-89,4-6 388,3 2-388,4-10 0,3 0-90,5 5 90,-1-5 0,6 4-90,-3-8 90,2-2 0,-1-2 0,0-2-90,4-2 90,-2-1 0,2-3 0,-5-2 0,1-3 0,-1-1 0,-1-3 0,0-2 0,-1-1 0,-2-2 166,0-1-166,-3-1 0,0-1 90,-2 0-90,-2-5 0,-2-1 90,-5-13 0,1 13-733,-4-4 643,3 17 90,-1 2-90,0 5 90,0 1-90,-9 7 90,3 5-90,-7 5 0,5 6 90,2 2-90,-3 14-1335,4 3 1245,4 0-180,6 1-66,10-15 66,0-2-449,9-3 179,-5-11-179,5-1-1260,-4-6-630,0-2 2609,3-4 0,5-7 0,3-4 0</inkml:trace>
  <inkml:trace contextRef="#ctx0" brushRef="#br0" timeOffset="1438">13091 4917 10771,'-7'1'2608,"-1"-1"-1978,2 0-180,2 1-180,-2 2-91,1 1 1,-1 1 0,0 1-90,-1 0 90,0 2-90,0 0 0,0 1 0,0 1 0,0 3 0,1 0 0,0 0 0,1 2-90,1-1 0,1 1 0,1 1 0,1-1 0,1 0-90,1 0 0,1-1 90,2-1-90,1 1 0,3-2 0,1 0 0,6 1 90,-2-5-90,4 2 90,-5-7-90,-1-1 90,1-2 0,0-1-90,0-1 90,0-2 0,0-1 0,0-3 0,0-1-90,0-2 90,-1-2-353,0-4 443,-2 1-90,0-2 0,-2 0 90,-2 1-90,-1 1 90,-2-1 89,-2-5-89,-1 4 0,-2-4-90,-1 10 180,-3-4-180,1 6 444,-2-1-444,1 6 90,0 1-90,0 3 90,0 2-90,-2 2 0,0 3 90,0 2-90,-7 12 0,4-2 0,-2 9 0,6-9 0,2 1 0,1 6 0,2-5-412,2 4 322,2-8 1,2-1 89,2 0-180,5 3 180,0-4-90,5 2 90,-5-8-90,2-1 90,-1-2-90,0-2 90,4-3-90,-4-2 90,8-5 0,-8-1 0,3-4 0,-5 1 0,-2-3 0,0-2 0,-1-11 90,-2 6 231,-1-10-231,-3 10 0,-3-4-343,1 3 343,-2 0 0,-3-1 0,1 8-90,-1 0 90,1 7-90,1 4 90,-2 2-90,1 3 0,0 2 0,-1 5 343,1 2-343,-1 4 0,2 3 0,0 2-90,2 1 0,4 9 90,1-6-1019,3 5 929,1-10-89,2 2 89,1-3 90,5 6-90,-4-9 90,4 1 0,-5-9 0,0-1-90,-1-2 90,1-1 0,-1-3 911,0-1-911,4-6 107,-4 1-107,1-6 90,-4 2-90,-1-2 90,-2-2-90,-2-3-488,-2-3 488,-2-3 90,-4-2 0,-1 2-144,-1 3 144,0 4-1,-5 1-89,3 7 90,-8 3 0,8 9-90,-3 5 0,2 6-351,2 3 351,2 3 0,1 10-90,5-8 404,2 7-314,2-11-90,4 1-90,1-3 90,2-1 0,2-2 0,2-1 234,0-3-234,6 0 0,-4-5 90,3 0-90,-6-4 90,0-2 468,-1-2-468,0-2 238,-1-2-58,1-7-90,-5 1 0,-1-6 0,-4 4 0,-2-1 0,-5-3 0,-1 2-90,-4-2 90,0 6-1,-1 3 1,-4 5-180,2 6-89,-6 5-91,5 6-180,-1 4-180,5 1-449,1 1-1709,2 6 1079,4-6-360,0 5 2069,5-8 0,2 7 0,1-1 0</inkml:trace>
  <inkml:trace contextRef="#ctx0" brushRef="#br0" timeOffset="4324">9849 6325 9332,'-6'4'-90,"1"0"539,2-3-449,2-5 0,1 0 90,3-4-90,0 3 0,-1 0 0,1 0 0,0-1 0,1-1 0,1 0 0,1-2 0,-1 2 0,2-2 0,2-4 0,-2 2 0,3-2 0,-3 3 0,1 1 0,-1-2 0,0 1 0,4-5 0,-2 3 0,3-4 0,-3 3 0,0 1 0,4-5-231,-1-1 231,4-3-439,0-1 529,1-1-90,1 0 0,-1 0 0,1 0 0,6-9 0,-6 7-1071,6-5 1071,-7 9-637,-1 0 637,0 1 0,7-7 0,-5 5 0,2-3 0,-5 6 0,-1 2-104,1-3 104,0 0 0,0-1 0,0 0 0,0 0 0,6-11 0,-4 8 0,4-8 0,0 0 0,1-2-760,0 1 760,-2 4 0,-7 9 882,1 1-882,3-4 0,-3 4 201,2-2-201,-5 6 0,0 1 298,-2 1-298,1 0 0,0-1 0,1 1 0,-1-1 0,2-2 0,2 0 0,1-4 0,1 1 0,-1 1 768,0 0-768,0 1 0,1 0 0,2-4 0,-1 4-90,2-4 90,-4 6 0,0-1 0,0 0-198,10-8 198,2-3 0,1 1-402,-3 1 402,-7 9 0,7-8 0,-6 7 0,7-7 0,-9 8-508,-2 2 508,1-1 498,-2 2-408,5-4-90,-1 1-90,0-1 369,0 1-369,4-5 90,-3 4 0,-2 3 0,1-1 428,5-3-428,6-5 0,-7 7 0,1-1-282,0 0 282,0 0 0,0 0 0,10-5 0,-8 4 0,7-4 0,-10 6 0,-1 1-90,-1-1 90,1 1 0,0 0 90,0-1-90,0 0 0,0 0 0,0 0 0,2-1 0,-1 0 89,1 0-89,2-3 0,1 0 0,2-2 0,0 0 45,-9 8 0,1-1-45,2-1 0,1-2 0,4-2 0,1-2 45,1 0 0,0 1 0,-7 4 0,-1 1-706,1 0 1,-2 1 750,9-7 0,-9 6 0,1 0 0,11-9-45,-11 8 0,-1 0 45,7-6-90,1 0 90,-1 0 0,1 0-90,0 1 45,-8 5 0,1-1-433,10-8 433,-4 3 0,0 0-45,4-5 45,-5 5 0,0 0-835,5-4 790,-11 8 0,0 1 90,8-6 126,0-2-216,-8 9 0,1 0 45,-1-1 0,0 1 80,1 0 0,-1 0-80,-2 2 0,-2 1-45,7-5 0,-6 5 0,0-1 90,11-8-90,-10 6 0,0 1 0,7-5 45,-7 5 0,-1 0-45,9-7 0,-9 8 0,0 0 0,9-9 0,-1 2 45,-5 4 0,1 0-45,-5 4 0,0 1 0,5-5 0,0 1 0,8-6 0,0 2 0,-1-2 0,2 1 0,-2-2 0,-8 9 0,-1 0-118,9-8 163,-11 9 0,1 0-45,-1-1 0,-1 0-90,10-7 90,-8 6 0,-1 1 0,8-6 1314,-1-1-1314,-8 8 0,0 1 0,7-8-26,-7 7 1,1 0 25,1-3 0,1 1 90,12-10-90,-11 8 0,1 1 0,9-8-221,0 1 221,0-1 0,0 0 0,1 0-45,-8 7 0,0 0-976,-6 5 1,1 1 1020,4-5 0,1 0 0,-4 3 0,-1 1-438,10-7 348,5-4 180,-10 7-90,3 0 0,-2-1 0,2 1-90,-3 0 90,0 0 0,-1 1 0,0-1 0,-1 1 0,1 0 0,2-4 0,2 1 0,2-4-609,1 1 609,0-1 0,0 0 0,0-1 0,-2 0 167,-10 9 1,1 0-168,9-11 0,-6 8 0,0 1 1541,3-6-1541,6-3 0,-10 7 0,0 1 0,1 0 0,8-10 0,-3 5 0,-10 7 0,0 1 0,11-10 0,1 0 0,0-1 0,2 0 0,0 0 0,2-1 45,-10 9 0,1 0 94,-6 4 1,0 0-95,10-8 0,0 1 380,4-3-425,-12 10 0,-1 0 90,10-6-90,-9 7 0,0 0 236,10-8-236,-5 5 0,-1 1 0,3-3 45,-5 4 0,0 0-45,3-3 0,8-6 0,-11 8 0,0 0 0,-2 3 0,-4 0 0,-2 3 611,-2 0-791,-3 3 375,0 0-195,-2 1 0,-2 3 0,-1-1 0</inkml:trace>
  <inkml:trace contextRef="#ctx0" brushRef="#br0" timeOffset="6254">11692 8373 10141,'5'-9'-270,"1"1"180,0 0 90,1 0 0,0-1 0,9-8 0,-2 2 90,7-6 180,4-3 180,3-4-180,-8 8 0,0 0-1038,-3 3 0,0 0 858,1 0 0,-1 0 90,9-9 0,1-1-90,1 0 90,0 0-135,-12 13 0,-1-1 0,0 1 0,1-1 44,10-11 1,1 0-45,-5 5 0,0-1-15,-3 3 0,2-2 0,-2 1-30,4-2 0,-1 0 60,-2 2 0,0-1 0,0 1-60,2-2 0,0-1-796,4-3 1,3-3 0,-3 3 795,-2 1 0,-1 2 0,-1 1 0,1-1 0,-1 0 30,0 0 0,0 1 0,-1 0-30,2-1 0,0-1 0,-2 3 0,1-2 0,-2 2 45,1-1 0,-1 1-45,3-2 0,-1 0 0,2-1 0,-1 0 0,0 0 0,1-1-1002,-1 0 1,1 0 1001,-1-1 0,0 0 0,-1 0 0,1-1-260,-2 3 1,1-1 0,1-1 259,0 0 0,0-1 0,0 1 30,1 0 0,-1 0 0,0 0-221,-1 1 0,0 1 0,-2 1 191,2-1 0,0 0 0,-1 0 0,2-1 222,-3 2 1,2-1-1,-1 0-192,1 1 0,-1-1 0,1 1-30,0-2 0,1-1 0,-1 2 0,-1 2 0,-1 0 0,0 2 0,2-4 0,1-1-158,-1 2 1,2-2-1,-2 2 158,4-5 0,1 1-63,-5 2 1,2 0-1,-1 1 63,3-2 0,-2 1-20,2 0 0,0 0 65,0 0 0,1 0-45,-2 3 0,2-1 0,-2 0 62,4-3 1,0 0-63,-4 5 0,0-1 0,-2 1 0,0 1 0,-1 1 380,6-6 0,2-1-335,-1 0 0,0 1-45,0 0 0,0-1 0,-6 6 0,2-1 0,-3 2 0,-1 1 0,0 0 0,5-4 0,2-2 0,1-2 0,0-1 0,-6 7 0,0 0 0,0-1 30,0 1 0,1-1 0,-1 1-30,0-1 0,1 1 0,-2 1 0,2-2 0,1 0-134,-3 2 1,2-1-1,-2 0 179,3-1 0,0 1 143,7-8 1,-1 2-189,-12 10 0,0 0 45,7-6 0,1 1-45,-7 4 0,0 0 45,5-3 0,0 0 88,-8 6 1,0 1-89,6-6 0,0 0-45,-5 4 0,-1 1 0,12-11 0,-1 1 0,-11 9 0,0 2 0,5-6 0,0 1 535,9-8-535,1 0 45,-16 12 0,0 1-45,1-1 0,-1 0 0,1 0 0,-1 0 0,1-2 0,0 1 0,0-1 0,1 0 0,7-8 0,1 0 0,-7 6 0,2-2 0,4-2 0,3-4 0,-3 3 0,-3 3 0,0 1 0,1-1 0,1-1 0,-2 2 45,-1 2 0,-1 1-45,4-4 0,1-1 0,-2 3 0,-1 0 0,1 0 0,0-1 0,-1 2 0,0-1 662,-3 2 1,1 0-663,8-6 0,0 0 0,-7 4 0,0 1 285,7-5 1,-1 1-286,-7 5 0,-1 1 0,0 1 0,1-1 0,-1 0 0,0 0 0,1 1 0,-1-1 0,0 0 0,-1 0 0,1 1 0,-1-2 0,8-6 0,-1 0 0,-6 5 0,0 0 0,1-1 0,1-2 0,0 1-26,4-3 1,-2 0 70,2 0 0,-1 0-45,-1 1 0,-2 1 90,8-7-45,-7 7 0,-1 0-1,-5 5 1,0-1 21,6-4 1,-1 0-22,-6 5 0,0 1 0,7-8 0,1 0-45,-6 5 0,-1 0 0,7-5 0,-1 1 45,-6 6 0,-1 1-45,0 0 0,1 0 0,-1 0 0,1-1 0,6-4 0,0-1-266,-6 5 1,1 0 265,4-4 0,-1 0 668,7-7-668,-10 11 0,-1-1 0,9-8 0,3-3 0,-10 10 90,-2 0-90,-1 3 0,-3 0 90,1-2-90,-1 1 0,2-3 90,9-9-90,-5 5 0,0 2 0,2 0-371,5-6 371,-7 7 0,1 2 90,9-8-90,1 1 0,1 1 0,-9 8 0,0-1 0,9-6 0,-11 8 0,-1 0 1462,4-3-1462,-2 0 0,-3 3 1160,-2 2-1160,-2 1 209,-2 2-119,-1-1-90,0 0 0,-2 1 0,4-6 0,-4 6-90,2-4 0,-4 4-540,3-5 90,-3 3 1216,1-2-1756,-4 6-2197,0-2 2837,-4 4 0,-1 1 0,-4 2 0</inkml:trace>
  <inkml:trace contextRef="#ctx0" brushRef="#br0" timeOffset="7437">9043 5477 10501,'2'-7'899,"0"0"-179,-1 2-90,1 0 359,-2-1-449,0 1-90,-2 0-271,-3 2-89,0 2 90,-2 3-90,0 1 90,-2 2-90,-4 5 0,0 2 0,-5 5 0,0 0 0,-7 13-453,7-6 363,-5 9 90,11-10-90,2-1 0,3-1 0,4-3 0,1-1 0,4-1-361,4 3 361,5 0 0,4 2 0,5-3 0,0-4 0,1-2 0,13 8-1561,-1-5 0,2 0 1516,-14-6 0,-1-1 45,5 1 0,0 1-166,-3-1 1,-2-1 75,7 5 0,4 3 0,-17-4 0,-5-1 90,-4 0-180,-7 9 180,-4-3-90,-16 18 90,-1-9-457,7-9 1,-1 0 411,0-3 0,1-1 45,0 0 0,-2 0 870,-7 6 1,-2-1-871,1 0 0,0 0 0,1-1 0,0 0 0,4-4 0,1-1 495,0 2-405,3-5-90,0 0 0,6-4 90,-1-5-90,8-3 1619,1-6-1619,7-14 0,2-1-145,6-15 145,1 4-1461,2-3 1461,-6 18 0,-1 0 45,0 1 0,1 0-45,7-19 0,-2 5-90,-2 2 90,-1 4-90,-3 4-90,-1 2-90,-1 5-90,-2 2-179,0 3-271,-2 0-539,1 3 612,-2 0-1601,1 2 2760,-2 1 0,1 2 0,-1 1 1</inkml:trace>
  <inkml:trace contextRef="#ctx0" brushRef="#br0" timeOffset="7734">9381 5611 11940,'-6'-8'1439,"3"-2"-1259,4 5 90,2 0-180,1 0 90,1 1 0,0-1-90,1 0 90,0-1-90,2-2-90,0 2 0,0-2-90,0 2-90,-1-1-180,-1 2 0,-1 0-269,0 1-361,-1 0 990,-1 1 0,-2 1 0,0 1 0</inkml:trace>
  <inkml:trace contextRef="#ctx0" brushRef="#br0" timeOffset="7920">9391 5712 12030,'13'-4'450,"-1"1"-180,0-5-180,-2 2-90,4-3-450,1-1 0,-4 2-1978,9-6 449,-10 6 1979,3-2 0,-2 0 0,1 0 0</inkml:trace>
  <inkml:trace contextRef="#ctx0" brushRef="#br0" timeOffset="8384">9666 5303 11580,'-6'-4'1530,"3"-2"-1441,4 2 1,2-1 0,0 2 0,1 1 0,0-2 0,1 0 0,1-2-90,1 0 90,0-1-90,0-1 90,0 1-90,1-3 90,-2 0-90,2-2 0,-1-1 90,0-2-90,0-1 0,-2 0 0,0-2 90,-1 0-90,0 0 0,-1 1 0,-1 2 0,1-2 0,-1 5 0,-1-3 0,-2 33 0,1-8 0,-1 26 0,2-14-209,-1 5 209,3-5 0,-1-1-1205,3 14 1205,-1-12 0,0 0 0,3 7 0,-1-9 0,0-1 0,4 11 0,2 5-1035,-2-8 675,-4-10 1,1 2-271,-3-10-359,-2-1-643,0-1-616,-1-2 2528,0-1 1,-1 1 0,0-1 0</inkml:trace>
  <inkml:trace contextRef="#ctx0" brushRef="#br0" timeOffset="8554">9761 5583 11400,'0'4'1440,"1"-1"-1260,9-6-90,2-2-180,5-5-90,4-2-360,3-2-809,-2 1 0,1 0-1928,11-5 3221,-9 4 1,1-1 0,0 1 0,1 0 0,2-2-1,0 0 1</inkml:trace>
  <inkml:trace contextRef="#ctx0" brushRef="#br0" timeOffset="11592">20385 875 10591,'4'-8'989,"0"0"-269,-2 6 90,1-2 269,-1 1 990,0 0-1979,-2 10 90,-2 4-90,-1 6-1,-2 4-89,1 1 90,0 6-90,0 3-1639,2-7 1,0 0 1613,0 12 25,1-14 0,1 0-457,0 13 367,2-11-90,1 4 0,-1-13-90,2 0-89,-2-4-1,1-1-90,0-3 3120,1-3-3299,-1-1 549,2-3-820,0-1-1079,1-3-719,1-2 2698,4-5 0,4-6 0,2-6 0</inkml:trace>
  <inkml:trace contextRef="#ctx0" brushRef="#br0" timeOffset="11862">20251 471 12120,'-6'0'-240,"2"-1"0,2 2 0</inkml:trace>
  <inkml:trace contextRef="#ctx0" brushRef="#br0" timeOffset="12204">20845 966 12120,'8'-4'990,"0"1"-451,-2 1-359,-1 1 0,3-1 90,-1 0 0,3-1-180,-2 0-90,3 0 0,-4 1-90,0 0-180,0 0-540,2 0 271,-3 1-2738,2 0 2747,-3 1 0,-3 0 0,1 1 0</inkml:trace>
  <inkml:trace contextRef="#ctx0" brushRef="#br0" timeOffset="12382">20846 1089 11670,'3'7'450,"2"-1"-360,2-4 90,3-1-90,2 0-180,1 0-720,9-2-359,-5 1-270,8-2 0,-9 2 1439,1-2 0,3 0 0,0 0 0</inkml:trace>
  <inkml:trace contextRef="#ctx0" brushRef="#br0" timeOffset="21443">21553 780 9781,'3'-11'2069,"-2"5"-1169,3-5-91,-1 5-359,1-1-180,0 1 0,0 5 0,1 3-181,1 8 1,0 1 0,-2 9 0,-1-2-591,-2 8 591,0 2 0,-1 6-90,0 1 90,0 0-90,-1 0-90,0-11 0,0-1-89,-1 11-1011,0 6 830,0-18-314,0-4 45,0-2-91,1-4-359,0-2-199,1-2-1061,1-2 2576,1-2 1,3-2 0,0-2 0</inkml:trace>
  <inkml:trace contextRef="#ctx0" brushRef="#br0" timeOffset="21863">21876 829 11221,'-1'-9'359,"0"2"-179,0 1 270,0 0-180,0 0 180,1 2-91,3-4-89,0 3-90,4-1 90,1 2-90,3-1 0,6 0 0,5-1-90,5 0 44,-6 2 1,2 0-858,1 2 0,1 0 768,-2 0 0,0 0-45,16 1-416,-17 3 506,-4 0-112,-3 2 112,-2 2-90,-3 2 90,-4 3 1520,-3 4-1610,-7 6 0,-6 6-153,-3-4 1,-4 1 152,-3 2 0,-3 1 0,4-5 0,-1 1 0,0-1-985,-4 5 0,1-3 1030,0 0 0,2-3-45,-4 8-759,4-3 759,4-3-138,5-2 138,4-4 0,5 4 0,4-7 0,7 4 0,6-6 0,7-1 90,11-1-90,6-1-818,-15-5 1,0-1 817,2 0 0,-1-1 0,2-1 0,1 0 239,0 0 1,0-1-285,0 0 0,1-1 0,-1 1 0,0-1 0,-1 0 0,-1-1-701,-3 1 0,0-1 477,17-2-1,-7 0-217,-4 1 127,-6 0 1717,-5 0-1986,-4 0 591,-3-1-3239,0-2 3688,-4 1 0,1-4 0,-3 2 0</inkml:trace>
  <inkml:trace contextRef="#ctx0" brushRef="#br0" timeOffset="22008">22920 1211 11580,'8'-1'67,"-1"0"1,-5 1 0,0-1-1</inkml:trace>
  <inkml:trace contextRef="#ctx0" brushRef="#br0" timeOffset="22735">20491 2244 10411,'3'-8'0,"-2"0"90,1 2 90,-1 1 360,-1-1-181,2 0 361,-2 1 90,1-2 449,0 2-90,-1-1-899,-3 4-90,-1 2 0,-4 5 0,-1 2-90,-2 3 90,-3 4-91,1 3 1,-3 4 0,1 2-860,2 2 770,1 2 0,3 1-90,1 1 0,5 8 0,7 4 0,3-4 90,7-4-90,1-13 90,2-3-90,1-5 90,1-2 0,2-4 0,0-2-90,2-2 90,-2-4 0,2-4 0,0-4 0,3-6 0,-10 1 0,0-1 90,8-15-90,-11 12 0,-2-1 90,0-14-45,-9 9 0,-1-1 0,-2 5 0,0 0-760,-3-7 1,-2 1 714,0 7 0,-3 1 90,-11-17-45,3 13 0,-3 2-45,-8-5-45,8 10 0,1 2-771,-6 5 456,2 1 0,1 6-989,-1 6 180,7 3-1572,-4 8 2741,14 5 0,3 8 0,6 5 0</inkml:trace>
  <inkml:trace contextRef="#ctx0" brushRef="#br0" timeOffset="22987">21161 2246 12570,'-1'-9'2428,"1"1"-1978,0 3-270,1 0 0,2 1 0,0 1 0,3 1-90,1 0-180,9-1-180,-1 0-90,6-1-90,-3 1-179,1-1-181,-1 0-269,-2 1-360,-1 0-180,-3 1-360,-3 1 1979,-2 0 0,-4 0 0,-2 1 0</inkml:trace>
  <inkml:trace contextRef="#ctx0" brushRef="#br0" timeOffset="23152">21169 2308 10591,'-6'6'540,"3"-1"269,1-1 91,1 0-630,4-1-1,0 0-89,6-2 0,1-3-180,3 0-180,2-1-1169,10-3-630,-5 1 1979,15-3 0,-10 2 0,7-2 0</inkml:trace>
  <inkml:trace contextRef="#ctx0" brushRef="#br0" timeOffset="25259">22076 1832 11131,'5'-6'359,"0"0"451,-3 3 269,2-1 540,-2 2-629,1-2-630,-8 10-180,-18 20-90,0 2-1053,5-6 0,-1 0 1008,6-6 0,0 0 0,0 2 0,-1 1-449,-6 8 1,0 3 448,0 3 0,0 0-45,0 1 0,2-1-546,1 0 1,2-1 545,6-10 0,2 1-45,-1 7 0,2 0 45,2-7 0,1-1-45,1 5 0,1 0-87,6 6 42,2-12 0,1 0 90,7 8-45,-4-10 0,1-2 1006,9 2-961,1-2-90,16 0 90,-8-7-90,8-1 90,-14-8 0,6-7 0,-10-1 0,5-5 938,-12 0-938,-4-1 0,-4-2 0,-4-1 0,-7-4 0,-5 3 0,-3 0 1297,-13-9-1297,7 9 0,-3 0-880,-5 4 0,0 2 880,7 4 0,1 0-90,-8-1 0,1 1-350,-4 1 80,4 3-372,4 1 192,6 3-6,2 2-353,5 0 1348,1 1-2338,2 1 419,4 1 1470,3 0 0,4 3 0,2 1 0</inkml:trace>
  <inkml:trace contextRef="#ctx0" brushRef="#br0" timeOffset="25463">22366 2395 12570,'7'-3'1259,"-1"1"-359,-4 0-2340,0-2-1798,-4 0 720,-3 0 2518,-2 2 0,-7-2 0,0 1 0</inkml:trace>
  <inkml:trace contextRef="#ctx0" brushRef="#br0" timeOffset="43007">19918 1776 10591,'-2'-6'3276,"3"2"-2145,2 1-1041,3 2 0,-1 1 0,2-2-90,0 1 90,3 0 0,4-1-90,7 0-839,4-1 929,7-1-90,7 1 0,-19 2 0,2-2 45,13 1 0,2-1-1109,-8 1 0,0 0 1064,11-1 0,-1 0 45,-8 2 0,-1-1-45,1 0 0,1 0-653,4 0 0,4 0 653,-2 1 0,4 0 0,-2-1-511,-6 1 0,-1 0 0,1 0 511,-2 0 0,3 0 0,-2 1 0,-1-1-376,1 0 1,-3 1 0,1-1 375,0 0 0,0 1 0,1-1 0,-1 0 0,0 1 0,1 0-82,2-1 1,1 0-1,1 1 1,-2-1 81,1 1 0,-1 0 0,2 0-100,-4-1 1,2 1 0,2 0 0,-2-1 0,-3 1 99,1 0 0,-4-1 0,2 1 110,6 0 1,2 0 0,-1-1-111,-4 1 0,1-1 0,-2 1 96,5-1 0,0 1-66,-5-1 0,0 1 0,-1-1-30,0 1 0,-1-1 325,0 1 1,0-1-326,-2 1 0,1-1 0,-2 1 0,0 0 0,-3 0 0,0 0 0,-2 0 0,-1-1 500,16 2-500,-3-2 0,-4 2 0,-6-2 1520,3 1-1520,-5 0 0,-1 0 1126,-4 1-1126,-8-1 3238,-1 0-3238,-1 1 465,0-1-465,0 0 0,-1 1 0,-1-1 0,0 1 0,0-1 0,1 0 0,-1 1 0,1 0 0,-1-1 0,1 1 0,-1-1 90,0 1 449,0 0 1,1-1 90,-2 0-360,0-2-90,-1-1-91,-1-1 91,-1-1-90,0-1 0,-1-1-90,1-1 90,0 1-90,0-2 90,0-2-90,1-1 90,0-4-90,5-16 0,-1 3-558,1-1 1,2-4 512,-1 2 0,0-1 45,1-1 0,0 0-45,0-2 0,0 2-951,-3 7 1,1 1 950,-1-1 0,1 0-844,-1-2 0,1-1 844,0-3 0,1 0 0,-2 2 0,0-1 0,3-4 0,0-1 0,-3 6 0,0 1 0,2-3 0,-1 1 0,-1 4 0,-1-1-917,3-10 1,-1 1 916,-2 9 0,0 1 45,1-6 0,-1 1-197,0-6 197,-1 4 365,-3 5-365,1 3 905,-1 5-905,-1 2 2499,0-3-2589,-1 2 90,1 2 1084,1 0-1084,-1 7 1057,0 1-1147,0 2 555,0 3-465,0 1-90,-1-1-90,1 1 180,-7 4 0,-2 1 0,-3 3 0,-3-2-90,0 0-528,-7 1 618,-5-1-45,-1 0 0,-3 0 45,6-1 0,-1 0-1266,-12 0 0,-1 1 1266,7-1 0,1-1 0,-6 1 0,0-1-1234,-3 1 0,0-1 1234,10 1 0,0 0 0,0-1-30,0 1 0,-1-1 0,0 0-440,0 1 1,-1 0 0,1-1 469,-1 1 0,0-1 0,0 0-356,0 1 0,0-1 0,0 1 356,0-1 0,1 1 0,-1-1 0,-8 1 0,-1 0 0,0 0-114,1 0 1,1 0-1,1 0 114,0 0 0,0 0 0,1 0 249,5 0 0,1 1 0,2-1-249,-2 0 0,1 0 0,1 1 0,0 0 163,1-1 0,0 0-163,1 0 0,0 1 0,2-1 0,0-1 0,2 2 0,0-1 814,2 0 0,0 0-814,-17 0 0,13 0 0,-1 1 1601,-11-1-1646,13 0 1,1 0 44,-7 1 0,2-1 0,2 2 515,3-2-515,1 1 0,1 0-89,0 0 89,2 0 0,1 0 0,1-1 0,1 1-90,0 1 90,-6-1 0,5 0 0,-9-1 0,12 0 1705,-4-1-1705,6 0 36,2 1-126,-1-1 1248,1 1-1158,0-1 178,0 0-178,0 1 0,0-1 0,1 0 0,0 1 0,-1-2 0,2 2 0,0-1 0,1 0 0,0 1 0,0-1 0,1 1 0,1-1 0,-1 1 0,1-1 0,-1 1 0,0-1 0,-2 0 0,1 0 0,-1 1 0,2-1 0,1 2 0,-1-2 0,0 1 0,0 0-90,-2 0 90,1 0 90,-2 0-180,3 1 180,0-1-90,0 0 0,0 1-90,-1 0 90,0-1 0,0 0 0,-1 1 0,0 0 0,-2 0 0,0 0 0,-1-1 0,-7 1 0,4 0 0,-4-1 0,4 1 0,2-1 0,-6 1 0,5-2 0,-3 2 0,6-1 0,-4 0 0,4 0 0,-5 0 0,5 0 0,0 0 0,2 0-90,0 1 90,3-1 0,-6 1 0,5-1 0,-4 1 0,5-1 0,-1 1 0,1-1 0,0 0 0,-1 0-90,1 0 90,2 3 0,0 0 0,1 4 0,2-1 0,-1 2 0,1 1 0,1 1 0,-1 4 0,2 2-784,-1 7 784,0 4 0,1 5 0,0 3 90,-1 1-90,0-14 0,0 0 0,-1 0 0,1 1 0,-1 15 0,-1 2-980,0-11 0,0 2 980,-1 2 0,0 3 0,-1 0 0,0-6 0,0-1 0,0 0 30,0 0 0,-1 1 0,1 0-30,-2 6 0,0 1 0,0-2 0,0-3 0,1-2 0,-2 11 0,0-1 0,2-13 0,0-2 45,0 1 0,0-1-45,1 0 0,-1 0-521,1-2 1,0 0 520,1-1 0,-1-1 0,0 19 90,1-5-553,0-1 463,2-4 0,0-4 0,0-2 0,1-3 0,0-2 0,0-1 0,0-2 586,0-1-586,-1-2 1697,1 0-1697,-1 3 0,0-5 1320,1 3-1320,-1-2 735,1-4-735,-1 1 0,1-4 0,-1 0 90,1 0-90,-1 0 0,1 2 0,-1-2 0,1 0 90,-1 0-3367,1 0 437,-5-11 232,2 3 2608,-4-10 0,-1 1 0,-1-2 0</inkml:trace>
  <inkml:trace contextRef="#ctx0" brushRef="#br0" timeOffset="62480">3364 2823 8522,'-3'-7'1169,"-3"0"-809,0 3-180,-1 0 90,-3 2-90,3 0-90,-2 2 0,3 0 90,-5 3-90,3 0 0,-5 3-90,4 1 90,0 2-90,-1 2 89,-5 15-89,4-5 90,-3 13-90,6-9 90,2 3-90,1-1 90,2 14-521,2-9 431,1 8 0,6 1 90,1-11-90,0-6 0,1 0 0,4-1 90,3 6-90,-4-16 90,1-2-90,0-3 90,2-2 0,-1-3 0,2-2 0,1-2 0,1-3 90,4-2-90,-1-3 0,2-2-506,7-12 596,-7 4-560,4-10 650,-6-5-180,-6 5-534,-7 9 0,0 1 624,-2-9-90,-4-1 0,-3 1 0,-4 8 0,-2 0 0,-5-8-481,0 9 0,-1 1 481,-11-5-90,-5 2 90,-4 3-90,2 5-427,-1 2 427,1 4 0,0 3 0,-1 2 90,2 4-90,0 1 0,3 2 0,2 2 371,3 0-551,5 1-129,3 1-140,5-1 1607,2 3-2058,3-2 107,3 1-1995,3-1 2912,1 0 1,5 6 0,2 0 0</inkml:trace>
  <inkml:trace contextRef="#ctx0" brushRef="#br0" timeOffset="63080">3874 2811 10861,'0'-9'360,"-1"1"89,1 3 721,-2-1-91,2 0 180,-2 2-1169,0 7 0,0 0 0,-2 10 0,1-3 0,-2 5 0,-1 4-905,-2 3 815,-1 5 90,1-3 0,-1 1-90,-5 13 45,4-12 0,0 1-45,-1-1 0,1 0 90,-5 10-90,5-13 0,1-1 0,-2 5 0,0-3 90,0 3-90,2-4 0,2-2 0,3-8 0,3-5 90,2 2-180,1-4 180,2 2 815,0-5-905,2-1 0,0-1 0,7-1 0,-3-1 0,5-1 0,-3 0 0,1-1 0,0 1 0,0 0 0,10-2 0,-6 1-90,6 0 0,-7 1-90,-1 1 0,1-1-450,4 0 181,-6 1-631,7-1 451,-11 1-361,2 0 990,-4 0 0,-1 0 0,1-2 0</inkml:trace>
  <inkml:trace contextRef="#ctx0" brushRef="#br0" timeOffset="63612">4340 2822 11131,'2'-7'809,"0"-1"-269,-1 3 269,0-1-359,-1 0 0,-2 2-360,-3 2 90,0 1-90,-1 2 0,-1 1 0,0 1 89,-2 2-89,-5 3 90,-1 4-180,0 0 90,1 2-90,5-3 90,-3 7 0,4-5-90,0 5 0,4-6 0,1-2 90,3 5-90,3 1 0,1 0 90,8 1-90,-3-8 0,6 3 0,7 1 0,-2-2 0,8 3 0,-5-4-295,0 0 295,-1 2-485,0 0 485,-2 1 0,-2 0-90,-3-1 90,-3-1 0,-3 1 0,-2 0 0,-4 1 0,-3 7 0,-4-4 0,-13 16 0,1-12 11,-10 8-11,-7-5 0,6-5 0,-8 2 0,13-9 0,-5 0-270,10-6-90,-4 1 306,10-6-1835,-2-2 540,4-1-360,-1-3-180,3 2 1889,2-2 0,-3 0 0,-1-2 0</inkml:trace>
  <inkml:trace contextRef="#ctx0" brushRef="#br0" timeOffset="64980">3137 3875 10591,'-9'1'90,"1"-1"90,2 0 270,1 0-1,-1 0 181,3 1 90,-3 0 989,3 1-1260,4 3 1,3-2 90,4 1-91,4-3-89,4 0 90,7-2-2804,10-1 2624,8-3-135,-17 2 0,2 0 0,1 0 0,2-1-1,4 0 1,2-1-45,1 0 0,2-1-861,-10 2 0,1 0 0,0 0 831,0 0 0,1-1 0,0 1-387,1 0 0,0 0 0,2 1 372,3-2 0,2 1 0,0-1 0,-1 1 15,3 0 0,-2 0 0,2 0-38,-1 0 0,2 0 1,0 0-1,-3 0 8,0 1 0,-2-1 0,2 1-8,-1 0 1,2-1 0,1 1-1,-3-1-420,1 1 1,-2 0 0,1 0 419,-5 0 1,2 0-1,-2 0 1,-2 0 315,8 0 1,-4 0-294,-6 0 0,-1 1-45,-4 0 0,-1-1 180,13 0-90,-9 1 1888,-1 1-1619,-7-1 1286,-2 0-1555,-7 1 3186,-4 0-3047,0 0 696,-1 0-835,3 0 90,-3 0-180,3 0 90,-2 1-90,1 0 90,0 1 0,-1-1-90,0 0 90,2 0-90,-3 1 90,3-1-90,-2 0 180,0 1 0,0-1 0,1-1-91,-3 0 91,1-1-90,-3-2 0,-1-5 0,1 3 0,-3-10-90,1 5 0,-1-5 90,0-2-90,-1-5-984,0-6 984,-1-6-884,2 14 1,1-1 883,-1-1 0,0 0 45,0-3 0,1-1-90,-1 0 0,1-1 45,0-1 0,-1-1 0,1-1 0,0 0 0,1-1 0,-1-1-890,1 0 1,-1-1 889,2 1 0,-1-1 0,0-1 0,0 1-45,0 1 0,0-2-349,0 5 0,1-2 0,-1 2 394,0-4 0,0 1-297,0-7 0,1 3 297,-1 13 0,0 3-90,1-16 1061,-1 4-971,0-2 0,1 11 1187,-1-3-1187,1 13 0,0 1 1475,-1 3-1475,0 0 2086,0 2-2176,1-1 90,-1 3 0,0 0 317,0-1-317,0 2-90,0-2 90,0 1 0,-1 0 0,1 0 0,-2 1 0,-2 1-89,-4 1 89,0 2 0,-5 0 0,-1 0 0,-5 0 0,-8 0 0,-5 1 0,-2 0 0,-3 1-1639,3 0 1,-1-1 1569,3 1 1,-3 0 0,1-1-689,4 1 1,0 0 0,1-1 756,-3 1 0,1 1 0,-1-1-536,0 0 1,-1 0-1,0 0 536,0 1 0,-1 0 0,0 0 0,0-1 0,1 1 0,-3 0-233,0 0 0,-2 1 0,0 0 0,-1 0 233,0 0 0,1 0 0,-1 0 0,-2 0 13,4 1 0,-2-1 1,-1 1-1,2 0 0,0 0-13,-4 0 0,2 1 0,0 0 0,3-1 0,-4 1 0,3 0 0,2-1 0,-7 3 0,5-2 0,13-1 0,2-1 1110,-18 5-1110,5-1-90,9-2 1073,3 0-1073,5-1 90,3 0 0,2-1 1918,1 0-2008,2-1 2564,-4 2-2474,3-1-31,-6 2 31,7-2 1410,-4 0-1410,5-1 0,-4 0 0,5 0 0,-3-1-90,5 0 90,0 0 0,-1 0 0,2 0 0,-4 1 0,4-2 0,-1 2-90,0-2 90,3 1-90,-1 0 90,4 4 0,3 0 0,2 3 0,1 0 0,3 6 0,-1-2 0,9 21 0,-6-9 0,-3-4 0,1 1 0,0 8 0,0 3-1093,-2-4 1,0 2 0,0 0 1053,0 0 1,0 1 0,-1 1 38,1 3 0,0 1 0,-1-2-915,0 8 0,1-2 915,-3-12 0,0 0 0,1 0-285,-1 0 0,0 0 0,1 1 285,0 9 0,1 3 0,0-2-304,-1-8 1,0-2 0,-1 1 303,2 5 0,0 2 0,0-3 160,-1 1 0,1-3-205,-1-3 0,0 0-225,1 10 0,1 0 90,-1-10 0,-1-1-90,1 6 1,1-1-39,-1-7 1,1-2-502,2 9 263,3 4-893,-3-19 1045,1-4-1135,-1-7 1097,0-2-2845,2-6 3569,-1-2 1,7-10-1,2-2 1</inkml:trace>
  <inkml:trace contextRef="#ctx0" brushRef="#br0" timeOffset="142930">1399 6885 8342,'-6'-6'1889,"1"0"-989,3 3-900,6 2 90,-2 0-90,6 4 0,-4-1 0,1 0 0,0 0 0,0 0 90,1 1-90,-1-1 0,1 0 0,1 1 0,0-2 0,1 1 0,0-1 0,0 1 0,5-2 0,-2-1 0,5 0 89,-3-2-89,8-1 0,6-1 0,-1-2-886,4 0 886,-9 2 90,11-5-90,2 1 0,0-2-1414,-1 0 1414,-10 3 0,1-1 0,-1-1 0,11-5 541,-8 3-541,9-4-1135,0-2 1135,-8 3 0,8-4 0,-11 5 90,-1 0-90,0 1 666,-2 0-576,0 0-90,0-1 0,-1 1 0,0 0-163,0 0 163,-3 0 0,3 0 0,-3 1 90,2-1 0,7-7 0,-6 4 0,6-5 0,-9 6 0,1-1 0,-1 0-90,0-1 90,-1 0 0,0-1 0,0-1-90,0 1 90,6-10-1,-5 7-89,5-8 0,-7 10 90,1-2-90,0 0 90,9-11-90,-5 8 0,-7 6 0,1 0 0,6-8 0,-4 6 0,0-1 90,9-10-90,-4 5 0,0-1 0,2-4 0,-4 8 0,1-1 0,-4 4 0,-1 1-75,-1 1 0,0 1 75,0 0 0,-1 0 0,4-4-71,0-1 71,-2 0-87,1 0 177,3-10-90,-2 7 90,2-7-90,-5 8 0,-1 1 90,1 0-181,-1-1 91,1 0 0,-1 0 90,1 0-90,0-1 0,0-1 0,-4 8 0,0 0 90,6-9-90,5-8 0,-1 0-90,-5 9 90,5-8 90,1 0-90,-6 10 1215,5-7-1125,-8 12-90,-1 2 767,0-1-767,-2 3 0,1-1 110,3-3-110,-3 4 0,11-17 563,-7 13-563,-1 1 0,2 0 0,2-2 0,5-5 0,-5 8-529,0 1 529,0 0 0,0 0 0,-2 1 0,-1 2 0,1-1 0,1 1 0,1-3 0,-1 3 0,-1 0 0,-1 2-151,-2 2 151,1-1 0,-1 1 0,1-1 0,6-3 0,-6 4 0,6-4 0,-8 5 0,2-1 0,0 0 0,3-1 0,0-1 0,4 0 0,1-1 0,1 1 0,2-1 0,0 0 0,12-4 0,-8 4-1428,7-3 1428,-10 5-722,7-3 722,-6 3 0,5-1 0,-4 1 0,-8 4 202,4-2-202,-8 3 0,0 1 0,-2 0 0,3 0 0,-2 0 0,2 1 120,-1-1-120,1 1 0,0-1 0,0 2 0,1 0 0,1-1 0,0 1 0,1-1 0,1 1 0,9 0 0,-6 0 0,15 1 0,-17 1 0,7 0 0,-3 1 0,-6 0 1554,11 2-1554,-6 0 0,1 1 0,-4 0 0,-5-1 0,-2 1 910,2-1-910,-1 1 0,2 1 0,0 0 0,0 0 9,0 1-9,2 1 0,12 6 90,-6-1-180,8 3-871,-9-4 961,0 0 0,0 2-90,1 0 90,0 0 0,0 1 0,0 0 0,-1 1 0,-1-1 0,0 1 90,-2-1-90,-1 1-41,0 0 41,7 7 0,-6-5 0,-4-1 0,0-1 232,3 4-232,6 5 0,-8-6-540,2-1 540,-1 1 200,1 0-200,-1 0 0,4 3 0,-2-1 0,4 3 0,-2-1 0,3 1 45,-9-6 0,0 0-45,10 9 0,-11-10 0,0 0 0,2 0 0,-2 0 0,7 6 45,-2-3 0,-1-1 44,2 3-44,-3-5 0,-1 0-45,2 3 90,5 4-90,-9-9-305,3 4 395,-5-6-145,3 4 55,-6-5 90,5 4-90,-4-2 0,4 3 0,-5-4 90,-1 0-90,0 0 0,1 0 523,-1-1-523,7 6 0,-4 0 0,4 1 0,-4-3 817,-2-2-727,-1-1-90,1 1 0,-1 0 0,-1-1 0,4 4 0,-4-5 0,5 7 0,-7-7 503,2 4-503,-2-5 0,0 1 158,0 2-158,1 0 0,0 1 0,6 8 0,1 2 0,4 2-359,3 8 359,-1-2 0,-1-1 0,-8-11 0,0-1 0,3 4-432,3 6 432,-5-9 0,-1-1 0,0 1 90,0-2-90,1 2-90,6 9 180,-5-9-839,4 7 749,-5-10 301,6 8-301,2 3 0,0-3-784,-2-3 784,-7-8 257,0-2-257,-1 0 0,0 0 0,0 0 0,0-1 0,-1 1 0,0-2 729,0 1-729,-1-1 0,2 0 90,3 4-90,-3-3 0,2 1 15,-3-3-15,-2-2 880,1 2-880,6 5 0,-4-4 0,4 5 0,-5-7 141,0 1-141,5 4 0,-3-2 0,5 3 0,-6-4 0,1 0 0,-2-2 0,6 5 0,-4-4 0,3 3 0,-4-2 0,0-2 0,1 1 90,3 3-90,1 0 0,-1-1 0,-1-1 0,-4-4 0,-1 1 0,2-1 0,0 0 0,-1 1 0,2 0 0,-2 0 0,4 1 0,-3-1 0,7 4 0,-6-5 0,2 3 0,-4-4 0,0 0 0,-1 0 0,1-1 0,-2 1 0,2-1 90,-1 0-90,1 0 0,1-1 0,0 1 0,2-1 0,-1 0 0,0 0 0,0 0 0,1 0 0,0 0 0,1-1 0,0 0 0,0 1 0,8 0 0,-4 0 0,14 1 0,-11-1-503,6 1 503,-8-2 0,0 1 0,0 0 0,0-1 0,-1 0 0,0 0 0,-2 0 0,1-1 0,-2 1 0,-2-1 90,5 0-90,-5-1 0,4 0 0,-5 1-3225,-1-1 3225,0-1 336,0 1-336,5-1 0,-3 0 0,5 0 0,-5 0 0,0 0 0,-1 1 0,0 0 3276,0 1-3160,0-1-206,1 0 90,-1 0-90,0 0-89,0 0-1,-1 0-90,-2-1-90,1 1-90,-3 0-179,0 0-2648,0-2 2747,-3-1 0,0 1 0,-3 0 0</inkml:trace>
  <inkml:trace contextRef="#ctx0" brushRef="#br0" timeOffset="144676">4423 3986 10051,'2'-7'-809,"1"0"899,-1 2 90,-1 0 89,1-1 1,-1 1 0,0 0 180,1 0 0,-2-1-271,1 1 181,0 0 180,1 2-450,-1 7 90,0-1-90,0 9 0,0-4 0,-1 1 0,1 2 0,-1 3 0,0 2 89,0 3-809,0 5 720,1 4 0,-1 5 0,1 3-1195,1 2 1149,-2-16 1,1 0-637,0 1 1,0 0 636,0 3 0,-1-1 45,1 2 0,0 0-90,-1 0 0,0 0 90,0 1 0,0 0-90,0 1 0,1-1 45,-2 1 0,1 0 0,0 0 0,0 1 0,0-1 0,0 1-45,0 0 0,0 1 45,0 0 0,1 0 0,-1 1 0,1 0-649,-1 0 1,1 0 648,0-1 0,1 1 45,-1-2 0,1 2 0,0-2-45,0 4 0,1 2 75,-1 3 0,2 3 0,-1-3-75,0-4 0,0 0 45,1 3 0,0 3 0,0-3-595,-1-3 0,1-2 565,-1-4 0,1 0 0,-1-1-15,0 2 0,0-1-169,1 0 1,-1-1 213,0 0 0,0 0-46,1-1 1,-1 0 0,0-1 0,0 0 45,0-1 0,-1 0-45,1-1 0,-1 1 260,0-4 1,1 0-261,-1 8 0,1 0 45,0 12-454,-1-14 1,1-2 453,-1 11-90,0-3 311,-1-10 0,1 0-222,0 10 107,0-8 0,-1-1-106,2 1 151,0 6-241,-1-10 0,0-1 2393,0-1-2393,-1-1 0,1-2 0,-1 0 0,0-1 1523,-1-1-1523,1 1 0,-1-3 1290,1 2-1290,0 3 0,-1-4 0,1 4 0,-1-5 208,0 0-118,0 5-90,0 1 0,0-1 0,1 3 0,0-5 0,0 5 0,0-5 0,-1-1 0,1-6 0,-1 0 0,1-1 0,-1 0 0,1-1 0,0 0-90,-1-1-90,0 1-180,0 0-1349,-2-1 809,-3-7-359,1-2-180,-1-7-630,2 0-719,0-1 2788,-1-1 0,-1-8 0,0-1 0</inkml:trace>
  <inkml:trace contextRef="#ctx0" brushRef="#br0" timeOffset="146248">1168 7124 10231,'6'3'90,"0"0"-90,2-4 90,-1 0-90,1 0 90,0 0-3367,2 1 2482,2-1 1573,1 1-688,2 0 0,1-1 180,14 0-180,-1 0 90,11-1-90,1 0 45,-7 0 0,0 0-555,-6-1 0,2 1 480,3-1 0,4 1 0,-3-1-15,-2 0 0,0 0 15,5 1 0,2-1 0,-2 1-60,-4 0 0,0 0 30,4 0 0,2 0 0,-2 0-718,-4 1 1,0 1 687,-5-1 0,2 0 0,-2 1 45,3 0 0,-1 0-45,-1 0 0,3 0 0,-3 0 0,3 1 0,-1-1 45,5 1 0,0 0-45,-5-1 0,2 1 0,-2 0-113,5-1 0,-3 1 113,1 1 0,1-1 0,3 0 0,0 0-88,-3 0 1,1 1 132,1-1 0,1 0-45,-4 0 0,0 0 0,-3 0 0,3 1 0,-3-1 0,6 0 0,0 0 0,-5 0 0,1 0 0,-2 0 0,2 0 0,-2 0 35,2 0 0,0-1-35,-2 2 0,1 0 0,-2-1 0,1 0 498,-3 0 0,1 0 0,0-1-468,0 1 0,1 0 0,1 0-30,6 0 0,2 0 0,-1-1-171,-8 1 1,-2 0-1,2-1 171,5 0 0,1 0 0,-1 0 0,-4-1 0,-1 0 0,0 1-132,0-1 0,-1 0 1,1 0 131,-1 0 0,0 0 0,-2 0 0,3 0 0,-1 0 0,1 0 0,-1-1 0,0 1 0,0 0 0,-1-1 0,1 0 0,10 0 0,1 1 0,-10-1 0,1-1 0,2 2 0,2-1 0,-2 0 0,-3 0 0,-2 0 45,9 0 0,2 0-45,-2 1 0,-1-1 0,-8 1 0,0-1 0,8 0 0,0 0 483,0 0 1,-1 0-484,-9 1 0,0-1 0,7 1 0,-1-1-459,-9 1 0,-1-1 459,17 0 0,-17 0 0,0 1 0,17-1 0,-9 1 0,1-1 230,-9 2 1,0-1-231,16-1 0,0 1 0,-15 0 0,0-1 243,7 1 1,0 0-244,-8 0 0,-1 0 0,1 1 0,1-1 0,-1 1 0,0-1 0,2 0 0,-1 1 0,1-1 0,-1-1 0,1 2 0,-1-1 0,0 0 0,0-1 0,-1 1 0,-1 0 0,2 0 0,-1-1 0,17 0 0,-17 0 0,0 0 0,17-1 0,-17 1 0,0 0 0,18-2 45,-18 2 0,1 0-45,-2 0 0,1-1-214,0 1 0,-1-1 214,20-2 0,-20 3 0,0-1 0,17-1 0,-17 1 0,0 1 0,20-2 0,-13 1 0,2 0 0,1 0 0,1 0 45,-3 1 0,1-1-45,7 0 0,-3 1 0,6-2 0,-14 3 0,-2-1 0,10 0 0,-12 1 0,1 0 0,12-1 0,6 0 0,-15 0 0,-3 0 1377,-2 0-1377,11 0 0,0-1 0,7 0 0,-10 1 565,-5 0-565,-2 0 0,-3 1 981,4-1-981,-4 1 0,-1 0 1279,3 0-1279,15 0 0,-6 1-1020,-8-1 0,-1 1 1020,12-1 0,2 1-918,0 0 918,0 0 0,1 0 0,0 1 0,-10-1 0,1 0 0,13 0 45,-7 0 0,1 0-45,4-1 0,-13 1 0,0 0 0,8 0 0,-5-1 0,-2 1 376,-6 0-376,-4 0 0,3-1 0,-5 1 0,1 0 0,-6 0 2145,-2 0-2145,0-1 1188,2 1-1638,-3 0-360,3 0 810,-5-1 0,-1 1 0,-1-1 0</inkml:trace>
  <inkml:trace contextRef="#ctx0" brushRef="#br0" timeOffset="159643">6826 6332 7083,'-2'-8'809,"-1"1"-269,1 3-180,-2 0 1979,2 2-630,-2-2-1619,5 8 0,-1-2-90,3 6 90,-2-5-1,0 2-89,0 1 90,0 2 0,0 0-90,0 3 90,0-1-90,1 9 90,0-4-303,0 8 213,0-6 90,0 1-90,0 1 0,0 1 0,0 1 90,0 9-90,0-7-692,1 8 692,-1-11 0,-1 1-297,2 0 297,-1-1 0,0 0 0,0-1 0,0-2 0,0 0 190,0-2-190,0 1 0,0-1 0,0-1 0,0-2 90,0 0-90,0-1 0,0-1 0,0 0 678,0-1-678,0 0 424,0-2-424,0 0 0,0 0 0,-1-2 0,0 1 0,1-2 0,-1 0 0,0 2 0,0-2 0,1 1 90,-1-1 0,0 1 360,1-1-450,0-6 90,0 1 0,0-8-90,-2 4 90,0-2-90,-1 0 89,0 1-89,0-2 90,0 0-90,0-3 0,-1 0 90,0-11-90,1 3 0,-1-8-880,0 1 970,0-2-90,0-6 0,1 1 0,0-1 0,0 0 0,0 1 0,1-1 0,-1 5 0,1 2 0,0 4 0,-1 3 0,1 2 0,-1 1 0,0 2 0,1 1 0,-1 1 0,1 2 0,0 0 0,0 1 0,0 1 880,0-1-790,-1 3-90,1-2 0,0 2 90,-1 2-90,1-3 90,0 3-90,-1 16 0,0 4 0,0 11 90,-1 14-1514,1-11 1424,0-8 0,0 0 0,0 12 0,-2 1 0,0 0 0,0 0 0,0-1 0,0 1 0,0-2 0,0 0-1339,0 7 1160,1-11-92,-1 3-89,1-11-90,0-3-179,-1-1-91,1-2-539,-1-2-450,0-1 801,0-1 908,0-2 0,-1 3 0,-1 1 0</inkml:trace>
  <inkml:trace contextRef="#ctx0" brushRef="#br0" timeOffset="161448">2220 6580 12480,'4'12'360,"-1"-1"-180,-4 8-90,0-2-1,-1 8 1,0-1-2169,0 3 2169,-1 5-90,0 0 90,0 1-90,0 0 90,0 0-90,1-2 45,-1-9 0,1 0-45,-1 12 45,0-9 0,1-1-45,-1 1-226,-1 10 316,3-18 420,-1 3-510,1-8 0,0-3 89,0 0 1016,0-2-925,1 0 675,-1-1-495,1-2 105,-1 1-375,1-13 0,-1 3-90,0-18 90,0 9-90,0-6 90,1-8-90,0 5 0,1-14-1250,-1 8 1250,2-4 0,-1-2 0,1 2 0,0 0 0,0 4 0,0 3 90,-1 3-90,1-3 0,-2 7 0,1-3 0,-1 10 0,0 0 0,1 3 0,-2 0 1250,2 1-1250,-1 1 0,0-2 0,0 2 0,-1 9 0,1 1 0,0 11 0,0-4 0,0 3 0,0 2-90,0 2 90,0 0 90,0 3-90,0 0-437,0 3 437,-1-1 0,1 0 0,-1 10 0,1-7 0,-2 7 0,1-11 0,0-1 0,0-1 0,0-1-174,0-2 174,1-1 0,-1-2 0,1 0 0,0-2 0,-1-1 0,1-2 0,-1 0 0,1-1-90,-1-1 0,1 0 430,3-15-340,-2 3-90,2-14 0,-1 4 0,-1-2 0,1-3 90,-2 0-90,1 2 182,0 0-182,-1 2 0,1 2 0,-1 2-90,0 1 0,1 3 90,-1-1-90,1 3 0,-1 0-629,0 2 719,-3 15 0,2-4 0,-2 14-90,2-5 90,1-2-90,-1 3 90,1-5 0,-1 1-90,1-1 90,0-1 0,0 1-179,0 1 89,0-3 90,0 0-180,0-4-360,-1 0 540,0-12 0,0 1 90,0-12-90,2 3 90,0-8-90,1-4 45,-1 3 0,0-1 45,1-14-850,-1 13 0,0 1 850,1-11-90,-1 2 90,-1 5 0,1 3 0,-1 7 0,0 3-90,1 0 90,-1 7 0,0 9-90,1 8 180,-2 10-180,1 0 90,1 1 1611,-2 3-1611,2 0-270,-1 12-360,0 0-179,-1 1 719,0-4 90,0-12 0,0 5 0,-1 0 0</inkml:trace>
  <inkml:trace contextRef="#ctx0" brushRef="#br0" timeOffset="163406">2241 7549 8342,'7'-4'1080,"0"0"-900,-3 2-91,1 1 91,-1 0-90,2-1 0,-1 1 90,5 0-90,-3-1 0,4 2 0,-1-1 0,0 0 0,3 0 0,10-1 0,-2 1-90,0-1 0,2 1-752,7-2 752,-8 2 0,0-1 90,11 0-90,3 0 90,5 0-1506,-19 1 0,0 0 1416,1-1 0,1 1 0,1 0 0,-1-1-482,0 1 0,1 0 482,-1 0 0,1 0 0,0 0 0,1 0 45,-1 1 0,0-1-45,0 0 0,1 1-928,10-1 0,1 1 928,-9-1 0,0 0 0,8 1 0,-1 0-238,-10-1 1,-1 0 237,0 0 0,0 1 526,-2 0 1,1 0-527,12-1 0,1 1 0,-10 0 0,0 0 0,10 0 0,0 0 0,-10 0 0,-2 1 0,2-1 0,-1 0-138,-1 0 1,1 1 137,0-1 0,0 0 45,1 0 0,-1 1-90,1-1 0,0 1 90,0-1 0,1 0-45,-1 0 0,0 1 0,1 0 0,0-1 0,-1 1 0,1-1 0,1 1 0,-1 0 0,1 0 0,0-1 0,1 0 0,-1 0 0,1 0 0,-1 0 0,1 0 0,-1 0 0,0-1 0,0 1 0,10 1 0,2-1 490,1 0 0,1 0-490,-8 0 0,1 0 0,-2 0 0,7-1 0,-2 1 0,-3-1 0,-4 1 0,-9 0 0,-1 0 0,17 0 0,-12 0 0,0 0 0,14 1 0,-15-1 0,0 0 0,10 2 0,0-2-90,0 2 90,0-1 0,-1 0 90,-1 0-90,0 1 0,-10-1 0,1 0 0,12 1 0,-13-2 0,0 1 0,10 0 1247,0-1-1247,-9 1 0,1 0 0,14 0-234,-14 0 0,-1-1 234,12 2 0,0-2 0,-1 1 599,2-1-599,-2 0 0,1 0 0,-2 0 0,-10 0 0,2 0 486,-1-1 1,1 1-487,-1 0 0,1-1 0,-3 1 0,-2-1 0,7 0 0,-2 0 0,-4-1 0,-1 2 0,-1-1 0,0-1 0,-2 2 0,0-1 0,4-1 0,-6 1 0,5 0 0,-9 0 0,6 0 0,-6 1 0,3-1 0,-5 1 1254,-1 0-1254,1 0 0,-2-1 1164,2 1-1164,3 0 442,-1-1-442,5 2-90,-3-2-90,2 1 90,0-1 90,1 1-90,0 0-90,0-1 90,1 0-270,5 1 180,-6-1-90,2 0 1,-8-1-1351,0 0 1620,-4 0 0,-1-2 0,-6 0 0</inkml:trace>
  <inkml:trace contextRef="#ctx0" brushRef="#br0" timeOffset="163868">6431 7339 9602,'2'-9'2788,"1"4"-2698,1 4 90,1 3-90,2 3 0,-1 0 0,3 2 0,1 1 89,10 8-179,-2-4-1474,8 6 1384,-5-5-172,1 1-97,9 4 179,-7-4-90,7 2 90,-12-6 0,-1-2-90,1 0 90,-5-3 0,4 1 180,-9-4 1550,1 1-1460,-6-2 726,0 1-726,-10 0 90,-1 1-90,-8 1 0,-4 5-90,6-2 90,-8 6-180,3-2-891,-4 2 711,-1 1-269,-1-1-181,-4 2-1821,1-2 922,-3 1 1619,2-1 0,5-5 0,-2 1 0,-1 1 0,0 0 0</inkml:trace>
  <inkml:trace contextRef="#ctx0" brushRef="#br0" timeOffset="164884">2524 7345 9961,'4'-6'1439,"-2"1"-629,1 1 1079,-1 0-1799,-7 7 90,-1 1-90,-9 8 0,-1 1-913,-3 4 913,-4 3-90,-2 2 90,-2 4-1316,-1-1 1226,2 1 90,1-3-990,4-1 900,1-3-89,-3 7-1,7-8 0,-2 3 0,9-10-196,2-1 196,0-2 677,2 1-677,1-2 0,1 0 1248,1-2-1248,0 2 1118,1-2-1118,1 2 281,0-2-191,3 0-90,1-2 90,0-1 0,0 0 0,1-1-90,5 1 90,-2-1 0,9 2 0,-1 1-90,1 0 90,8 4 0,-10-2-457,7 4 367,-4-1-89,1 2-91,3 1-90,0-1 0,0 1-899,10 3-360,-7-3-180,6 2 1799,-8-5 0,3-2 0,3 1 0</inkml:trace>
  <inkml:trace contextRef="#ctx0" brushRef="#br0" timeOffset="165942">4288 7820 10321,'-2'-7'1619,"2"-1"-1439,2 3 90,0 1-90,3-1-90,-1 3 0,3-1 0,1 0 0,1 1 0,3 0 0,1-1-90,2 1 0,1 0-90,1 0-180,-1 1-90,1 0-180,-1-1-89,-1 1-1080,-1 0-270,-3 1 1979,-1-1 0,-2 2 0,-2-1 0</inkml:trace>
  <inkml:trace contextRef="#ctx0" brushRef="#br0" timeOffset="166218">4391 7803 11311,'0'11'89,"1"2"-89,-1 0 0,0 3 0,0 3-575,-1 3 575,1 0 0,-1 5 0,1-1 90,-1 1-90,0-2 0,1-2 0,-1-1-90,1-1 217,0-2-397,0-3-90,0-1-1418,0 3 428,0-6 1350,0 3 0,-2-5 0,0 2 0</inkml:trace>
  <inkml:trace contextRef="#ctx0" brushRef="#br0" timeOffset="166442">4227 8299 9781,'3'8'990,"0"-3"-720,4-4 269,6-2-359,0-2 0,8-1 180,9-3-180,-5 1-180,11-3-180,-9 1-1192,-3 0 743,1-1-1081,-3 1-502,-3 1 2212,-2 0 0,1-2 0,1-2 0</inkml:trace>
  <inkml:trace contextRef="#ctx0" brushRef="#br0" timeOffset="167140">4863 7879 10681,'1'-8'0,"0"0"180,-1 2 0,0-1 90,0 1 359,-1-2 1,-1-1-360,0 1 0,-1 0-1,0 3-89,0 0 0,-2 0 0,0 1 0,-2 0 90,-6 3-180,1 1 90,-5 3-90,3 3 0,-1 4-1,-10 11 1,7-1-90,-5 8-1173,7 8 1173,6-8 0,0 9-854,7-13 854,4 2-180,6 12 90,2-8 0,5 8-90,0-15 0,2-2 0,1-4 90,2-2-180,9 1 180,-9-7-655,6 1 656,-10-8 1032,7-4-943,-6 0-180,12-9 180,-14 3-90,13-16 90,-13 5 0,4-9-90,-8-5-575,-7-6 665,-1 18 0,-2 0 0,-1-1 0,-2 1-85,-4-9 85,0 10 0,-1 1 0,-7-9-666,-6-5 666,6 16 0,1 4 0,-2 3 0,5 5 1419,-7 4-1419,8 8 93,0 1-93,4 5 0,4 5 0,3-1 1027,3 8-1027,3-4 0,3 5-227,2-1 227,0-4 0,1 0 90,7 9-1309,-6-8 1,0-1 1218,7 8 0,-1-4-197,0 0 197,-6-9 0,0 0 0,0 0 0,1 2-90,4 3 0,0 0 45,-5-4 0,0-1-204,12 12 69,-10-9 90,-2-3-132,0 2 132,-5-6 2298,-2 2-2208,-6-6 168,-3 2-168,-2-1 727,-4 2-727,-1-1-90,-4 0 396,0-1-396,-4 1 90,2-1-90,-3-1-449,0 0-1,5-4-989,0 0-90,5-4 1619,1 0 0,-2-5 0,0-1 0</inkml:trace>
  <inkml:trace contextRef="#ctx0" brushRef="#br0" timeOffset="167435">5346 7926 10591,'-4'-7'540,"0"1"-271,2 1 361,-1 1-180,1 0 539,0 1-899,0 8 0,2-1 0,0 10 0,1-2 0,0 2-90,-1 5 90,0 6 0,-2 4-843,0 4 843,-1-1-90,1 0 0,-1-3-90,1-3-180,0-3-253,1-4 74,0-2-91,0-3-90,1-1-1259,0-3 1889,0 1 0,1-3 0,-1-1 0</inkml:trace>
  <inkml:trace contextRef="#ctx0" brushRef="#br0" timeOffset="167953">5211 7915 11131,'-1'-10'989,"2"0"-719,4 4-90,1 0 90,2 0-90,1 0-1,2-1 1,3 0 0,3-3 0,0 2 90,11-6-90,-1 3-90,0 1-229,-7 5 139,-8 3 90,-2 3-90,-1 0 0,-1 3-90,-1 2 0,-2 1 90,-2 2-180,-5 9 90,-4 0 0,-5 8 45,0-8 0,-2 1 45,-8 9-579,7-9 0,0-1 579,-7 4 0,2-3-213,2-3 213,3-3 0,2-4 0,3 0 0,-1-1 0,4-2 180,-1-1-180,11-6 1279,0 0-1279,7-4 141,-2 1-141,0 0 0,2-1 0,-2 2 0,1 0 0,-1 1 0,0 1 0,-2 1 0,2 1 0,-2 2 0,5 5 0,-4 0 0,4 5 0,-4-2 0,0 2 0,1 1 0,2 3 0,-1-2-253,2 4 253,1-2 0,-1-1 0,2-1 0,-2-3 0,1-2 0,7 2-90,-4-5 0,5 1-180,-6-5 0,0-2-269,0-1-91,-1-1-1259,0-2-630,-1-1 2582,0-1 1,5-5-1,0-1 1</inkml:trace>
  <inkml:trace contextRef="#ctx0" brushRef="#br0" timeOffset="169415">3197 7901 11400,'-1'3'900,"0"-1"-900,2 13 90,0-3 0,1 4-90,-1 3 180,0 6-1233,0-3 1,-1 1 1142,0 15-45,0-12 0,0-1-45,-1 11-646,0 1 646,1-1 90,-1 0-90,1-1 0,0-1 89,1-4-749,-1-2 660,1-5-90,0 4-180,1-8 819,-1 7-1088,0-13-2738,2 3 3106,-1-9 1,1 1 0,-1-5 0</inkml:trace>
  <inkml:trace contextRef="#ctx0" brushRef="#br0" timeOffset="169650">3380 8303 11850,'4'-8'359,"-1"2"1,-2 4 0,0 0 0</inkml:trace>
  <inkml:trace contextRef="#ctx0" brushRef="#br0" timeOffset="170098">3656 7945 11580,'-2'-8'810,"-1"0"-180,2 4-361,1-2-179,-3 10 0,1-2-90,-2 8 90,-1-2-90,0 3 90,0 0-90,-1 2 90,-1 1-90,1 0 0,0 0 0,2-2 0,-1 1 0,3-1 0,-1-1 0,3 0-90,2 2 90,0-3 0,3 3-90,0-4 90,2 0-90,2-1 90,0-1-90,1 0 90,1 1-90,1-1 90,-1 1-90,0-1 1,0 2 89,-1 0-90,-1 1 90,-2 0-90,-2 1 90,-1 5 0,-2-3 0,-3 6-90,-2-6 90,-2 3 0,0-1 0,-2 0 0,-1 0 0,-2-1-90,0-1-90,0 0-90,-1-1-90,0-1-180,2-2-269,-1-3-630,2-1 1439,-3-2 0,4-1 0,-2-2 0</inkml:trace>
  <inkml:trace contextRef="#ctx0" brushRef="#br0" timeOffset="170304">3636 7957 11400,'-5'-8'1620,"4"-1"-1351,3 4 1,5 0-90,2 0 90,2-1-90,3 0-90,5-3-498,2 2-42,3-3-1979,12-3 720,-8 4-270,5-3 1979,-12 5 0,2 1 0,0 0 0</inkml:trace>
  <inkml:trace contextRef="#ctx0" brushRef="#br0" timeOffset="172709">1881 9699 11311,'-5'-5'2068,"0"1"-1978,8 2 0,-1 1 0,7 1 0,-1 2 0,9 3 0,-3 0-90,10 4-666,-4-1 666,3 1 90,12 4 0,-6-2-90,7 4-919,-9-5 1009,-2-1-90,-2-1 0,-3-2 0,-3 0 0,-3-2 0,-3 0 90,-1-1 592,-3 0-682,-1-1 993,-1 3-993,-3-2 0,0 2 0,-3 1 0,-1 3 0,-3 3 0,-2 6 0,-5 6 0,-2 8 0,-2 5-910,7-17 1,0 0 954,1 2 0,-1 0-45,0 1 0,0-1 0,0 1 0,0 1 0,-3 9 0,-1 0 0,3-7 0,1-1 0,-3 7 0,0-1 0,4-9 0,0-2-180,-6 15-527,2-2 348,2-6-91,1 0-270,2-6-2068,-1 4 539,4-11 2249,1 1 0,2-8 0,2-2 0</inkml:trace>
  <inkml:trace contextRef="#ctx0" brushRef="#br0" timeOffset="173268">2470 9674 11131,'2'-6'180,"0"0"-1,-1 1 271,1-2-270,0 2 90,1-3-180,1 2 0,0 1 90,4-3-180,-2 3 90,5-3 0,-2 3-90,2 0 90,-1 1-90,2-1 0,-2 2 90,1 1-90,1 0 0,-3 2 0,1 1 89,-5 3-89,-2 1 0,-2 5 0,-5 5 0,-1 2 0,-3 2 0,-2-2-388,2 0 388,-1-1 0,2 0 0,1-4 0,1 2 90,1-3-180,2 5 90,0-4 0,3 2-90,1-4 389,2 0-479,0 0 90,1 1-90,5 4 0,4 4 90,1 2 0,2 1 0,-2-3-90,4 8 90,-3 0 90,-2 2-90,-6-5 90,-8-7 0,-2 0 0,-10 15 0,1-9-963,-9 10 1053,3-11-90,-2-3-493,0 0 493,2-4 65,2-2-65,4-3-270,0 0-180,4-4-2434,0 0 2884,9-9 0,4-6 0,6-4 0</inkml:trace>
  <inkml:trace contextRef="#ctx0" brushRef="#br0" timeOffset="173530">2949 9538 11490,'0'-10'810,"0"2"-630,3 1 0,3 0-90,2 0 90,3-1-90,5-3 0,3 0-1,4-1 1,2 0-1787,4-1 1607,0 1-225,-9 5 0,1-1-1046,11-4-1916,2 2 3151,-16 5 1,-10 3 0,-7 2 0</inkml:trace>
  <inkml:trace contextRef="#ctx0" brushRef="#br0" timeOffset="173801">3078 9543 13199,'5'3'450,"0"0"-360,-2 3 0,0 1 0,1 3 0,-1 4 0,1 3-821,1 6 821,-1 3-747,0 5 657,-1 2 90,-1-1 0,0-1-90,-1 5 0,0-10-90,-2 5-180,1-13 1,-1 0-181,0-5-180,0 0-179,-1-3-1170,1-1 21,0-1 1958,-1-2 0,1 0 0,-1-1 0</inkml:trace>
  <inkml:trace contextRef="#ctx0" brushRef="#br0" timeOffset="173995">2961 10056 11490,'-9'4'900,"3"0"-630,10-1-90,0-2 90,9 0 89,7-6-179,1 0-1069,9-3 979,-1 0 90,3-3-90,2 0-180,-8 2 0,1 0-270,10-5-760,-13 5 0,-1 0 220,4-4-989,0 0-1388,-3-1 3200,0-1 1,2-4 0,0-2 0</inkml:trace>
  <inkml:trace contextRef="#ctx0" brushRef="#br0" timeOffset="174659">3529 9516 11940,'-3'-9'900,"1"0"-541,0 4 1,0 0 360,-2-3-360,0 2-91,-1-1 1,-1 3-90,0 0 0,-1 1 0,-2 2 0,1 1-90,-3 3 90,0 2-90,-4 5 0,0 5 0,-2 3 0,2 4-895,1 4 895,4 2-1240,2 2 1150,3 3-90,3 0 0,2 1 0,4-1-89,2 0 44,0-11 0,2-1 45,6 10 0,-5-12 0,2-1-91,6 3 1,14 2 0,-9-10-1165,8-1 1255,-12-9 672,0-3-671,-1-3-1,13-8 0,1-9 363,-12 5 0,0-3-273,7-13-1154,-7-5 1154,-8 8 0,-4-3 421,-1 0-421,-5-3-90,-2-1 90,-5-4 0,-3 0 0,3 19 0,-1 0 0,-5-5 0,-2 1 0,-6-8 0,5 13 0,1 2 0,-4 3 0,1 4 0,-3 6 0,-1 8 0,2 3 0,3 8 0,8-1 0,3 1 0,2 2 0,2 0 91,3 2-181,2 3 90,4 2 90,2 1-32,3 1-147,3 1 89,0-2 325,-2-6 1,1 0-326,6 7 45,-6-8 0,0-2-45,7 8 0,-6-8 0,2 1-987,8 8 942,-8-10 0,-1 1 45,-1-1 0,0-2-90,7 8 1,8 6-1,-11-9-249,0 0 249,-1-1 90,-3 0 987,-2-1-1077,0 3 0,-6-5 90,-1 2 0,-5-5 131,-2 0-131,-2-1 1114,-2 2-1114,0-2 747,-6 5-1107,-1-1 1,-1-1-91,1-2-360,2-6-989,2-1 1799,-3-2 0,-1-3 0,-2-2 0</inkml:trace>
  <inkml:trace contextRef="#ctx0" brushRef="#br0" timeOffset="174944">3907 9394 11221,'-2'-10'449,"-1"2"-179,2 2 180,0 1-90,0-1 179,2 1-449,2 3 90,1 4-90,5 6 0,-3 3 0,3 6 0,0 2-559,0 5 559,0 2-45,-3-5 0,0 1 45,3 11-90,-4-10 0,1 0-921,1 7 742,0-1-1,-2-3-403,0-3 223,-1-3-243,-1-4-27,-1-2-852,0-2-1127,-2-1 2840,1-2 0,-2 1 0,0 0 0</inkml:trace>
  <inkml:trace contextRef="#ctx0" brushRef="#br0" timeOffset="175435">3844 9444 11131,'-2'-9'269,"0"1"-89,2 2 0,1 1 0,1 0 90,1-1-90,0-1 0,3 0 0,1-2 180,9-5-181,-1 1-89,7-3 90,6 1-90,-7 6-444,6-1 444,-11 7 0,-2 2-90,-1 2 90,-2 3-90,1 4 0,-3 2 0,-2 2 0,-2 3 0,-4 1 0,-4 11-90,-2-3-1309,-4 6 1399,-2-7 0,0-3 0,0-2 0,1-4 0,1-2 0,0-2 0,2-2 0,1-1 0,0-1 1843,2-1-1753,1-2-90,11-7 0,-3 2 90,14-8-90,-8 6 0,4-1-90,-4 3 90,-1 3 0,4 4 0,-3 0 0,7 12 0,-9-3 0,3 10 0,-4-2 0,0 4-838,1 1 838,0 1 0,1-2 0,2 1 0,1-2-531,2-2 531,0-1 0,2-3 0,0-2 0,1-5-90,-1-1-90,-1-5-137,-1-2-133,-1-3-989,5-3-360,-4 0-450,0-3 2249,-6 1 0,-4-4 0,0-1 0</inkml:trace>
  <inkml:trace contextRef="#ctx0" brushRef="#br0" timeOffset="175847">1948 11219 12030,'-10'-2'1259,"1"0"-719,2 0-90,2 0 629,2-1-449,2-2 539,6-5-629,4-2-90,8-5 89,7-1-1078,7-2 764,-14 9 0,2 0-753,6-2 0,0 0 708,3-1 0,2 0-45,6-1 0,2 0-75,-11 4 0,0-1 0,2 1-823,1 0 1,0 0-1,5-1 835,-2 0 0,3 0 0,2-2 0,0 2 0,-2-1-502,1 1 1,-1 1-1,-1-1 1,3 0 444,-4 1 0,1-1 0,2 1 0,0-1 0,-1 0 0,-2 1-200,5-1 0,-2 1 0,-1 0 0,1 0 162,1-1 1,-1 1 0,0-1-1,0 1-138,-4 1 1,0 0-1,0 1 1,-1-1 137,0 1 1,-1 0 0,0 0-1,2-1-31,0 1 0,2-1 0,1 0 0,-2 0 0,-1 0-1,-2 1 0,-1 1 0,0 0 0,1-1 37,1 0 0,2-1 0,0 1 0,-1-1 0,-3 2 208,3-2 1,-3 1 0,0 1-221,-1 0 0,0 0 0,-2 0-15,8-2 0,-2 0 0,-4 2 0,-2-1 45,11-3-180,-9 2 1,-9 2-181,-7 1 937,-5 2-3854,-5 0 3277,-7 0-2429,-1 4 1776,-4-1 653,3 3 0,-3 1 0,-2 0 0</inkml:trace>
  <inkml:trace contextRef="#ctx0" brushRef="#br0" timeOffset="-141691.73">10934 6705 9781,'4'-1'517,"-2"1"0,0 5 1,-2-3-1</inkml:trace>
  <inkml:trace contextRef="#ctx0" brushRef="#br0" timeOffset="-141262.73">12167 5962 11311,'5'-6'1349,"-1"1"-1349,-2 2 0,-5 1 0,-2 1 0</inkml:trace>
  <inkml:trace contextRef="#ctx0" brushRef="#br0" timeOffset="-140853.73">11502 5149 11311,'-2'-10'89,"3"5"-718,4 4-2609,-1 2 3238,2 2 0,1 0 0,1 1 0</inkml:trace>
  <inkml:trace contextRef="#ctx0" brushRef="#br0" timeOffset="-140418.73">13016 5013 10321,'7'-2'539,"-1"0"1,-3 2 0,-1-1 0</inkml:trace>
  <inkml:trace contextRef="#ctx0" brushRef="#br0" timeOffset="-140022.73">13507 4102 10231,'3'-6'2249,"-2"-1"-3598,2 4-1928,1 1 3196,2 4 1,0 0 0,-1 0 0</inkml:trace>
  <inkml:trace contextRef="#ctx0" brushRef="#br0" timeOffset="-139606.73">14891 4517 10321,'7'-2'3276,"-7"-3"-3763,2 0-323,-5-2 270,2 2-359,-1 0-720,-2 1-90,1 0 1709,-2 0 0,-4-4 0,-2-1 0</inkml:trace>
  <inkml:trace contextRef="#ctx0" brushRef="#br0" timeOffset="-139249.73">14800 3934 10411,'1'-9'2878,"-1"1"-3417,1 3-271,-2-1 181,-1 2 629,-5-2 0,-2-1 0,-3-1 0</inkml:trace>
  <inkml:trace contextRef="#ctx0" brushRef="#br0" timeOffset="-138933.73">14307 3695 10501,'1'-7'120,"6"5"0,-1 2 0</inkml:trace>
  <inkml:trace contextRef="#ctx0" brushRef="#br0" timeOffset="-138486.73">15552 3520 9781,'-6'-7'1889,"1"0"-4137,1 5 2248,2-2 0,-2 0 0,2 1 0</inkml:trace>
  <inkml:trace contextRef="#ctx0" brushRef="#br0" timeOffset="-138108.73">15934 2938 12120,'8'-3'-23,"-2"-1"1,-6-1-1,0-1 1</inkml:trace>
  <inkml:trace contextRef="#ctx0" brushRef="#br0" timeOffset="-137686.73">15344 2460 9871,'3'-8'1350,"-2"1"-451,1 3-899,0 1 0,0-1 0,0-1 0</inkml:trace>
  <inkml:trace contextRef="#ctx0" brushRef="#br1" timeOffset="-137253.73">16129 1519 16066,'-3'-8'-280,"0"1"1,2 4 0,1 0 0</inkml:trace>
  <inkml:trace contextRef="#ctx0" brushRef="#br0" timeOffset="-136816.73">16721 2184 9332,'7'1'2158,"0"-1"-2337,-3 1-631,1-3-2158,-2 0 2968,0-2 0,-1-1 0,0-1 0</inkml:trace>
  <inkml:trace contextRef="#ctx0" brushRef="#br1" timeOffset="-136525.73">16891 1562 11070,'-3'11'0</inkml:trace>
  <inkml:trace contextRef="#ctx0" brushRef="#br0" timeOffset="-134893.73">22241 712 8072,'-7'-10'-269,"0"2"179,4 3 180,0 0 179,0 0 181,0-1 270,0 3 629,1-1-270,0 0 91,0 0-451,0-1 271,1 1-541,-1-1 1,0 0 90,1 1-90,-1-1-450,0 10 90,-2 0 89,-6 22-179,-1-2-272,2-6 0,-1 1 317,-5 7 0,-1 0-45,4-4 0,-1-1 45,-5 8 0,0 0-1565,5-7 0,0-2 1520,0 2 0,0-1 0,1 0 0,-1 0-222,2 0 1,-1 0 221,-4 8 0,1 1 0,4-9 0,1 1 45,-3 4 0,1-1-45,-2 5 0,3-4 0,0 1 0,3-9-110,2 1 110,3-10 391,1-2-391,0 3 2923,2-5-2923,1 2 816,4-4-816,0-1 187,3-3-187,0 0 0,1-2 0,8-2 0,-2 0 0,7 0-328,-5 2 328,3 0 0,1 0 0,15 1 0,-9 0-997,9 1 997,-7 1 0,-4-1 0,4 1-122,-1 1 122,8 0 0,0 2 0,-14-3 0,0 0 90,10 1-90,-3-1-340,-11 0 340,-1-1 0,-1 0 241,-1-2-241,-1 1 973,-1-2-973,-1 1 133,-1 0-133,-1-1 485,-1-2-485,-1-1 45,0-1-45,-1-1 0,-1-1 0,-1-2 0,-2 0 0,0-3 0,-1 1 0,0-8 0,-1 3 0,-2-12 0,0 11-592,0-4 592,-1 6-90,-1 1 90,1 0 0,-3-4 0,2 6 0,-2-3 0,2 7-90,1 2 90,-1 0 592,0 0-682,1 2 90,-2-1 0,0 10 0,2 4 0,0 7 0,2 2 0,1 0 0,0 6 0,2 3-1036,0 5 1036,1 1 0,-1 1-90,0 1 90,1 0 90,-1 0-90,1-1 0,0 1-90,0-2 180,0 2-90,1-1 0,0 0 0,2-2 0,-1-2 0,3 4 0,-3-9-410,1 1 230,-2-11 0,-2-2 0,1-1-90,-2-2-89,1-1 999,0 0-1000,-1-1 267,0-1-357,0 0-1619,1 1 90,-1 0-629,1-2 2608,1-1 0,1-2 0,0-1 0</inkml:trace>
  <inkml:trace contextRef="#ctx0" brushRef="#br0" timeOffset="-79218.73">12391 7623 8882,'7'0'1979,"-1"-2"-5256,-4 0 3264,0-2 0,-2 1 0,1 0 1</inkml:trace>
  <inkml:trace contextRef="#ctx0" brushRef="#br0" timeOffset="-78186.73">10430 5535 11221,'-3'8'1889,"-1"-2"-1440,3 0-269,0-2-180,-1 0-180,1 0-180,-2-1-359,1 0-361,-2 0-2197,1-1 3129,0 1 1,1-2-1,2 1 1</inkml:trace>
  <inkml:trace contextRef="#ctx0" brushRef="#br0" timeOffset="-70892.73">12187 1193 9961,'-10'-8'-809,"2"2"719,1 2 0,0 2-90,-11 0 180,5 1 0,-11 1 0,4 4 90,-3 2-90,-4 3 90,-4 4-2870,-2 3 2870,-4 3-45,18-8 0,1 0-689,-1 2 0,1 0 644,0 1 0,-1 1 45,-1 3 0,0 1 0,0 1 0,0 0-795,-1 4 0,0 1 750,1 1 0,1 0 45,0 3 0,0 0 0,1 1 0,1 1-45,1 2 0,1 0-699,0 3 0,1 0 699,2 1 0,0 2 30,4-12 0,2 0 0,-1 0 31,1 1 0,0 0 1,1 0-62,1 1 0,0 0 0,0 1 30,1-1 0,0 0 0,1 0 15,1 10 0,1 3-75,2-3 0,1 3 1,1-3 29,-1-10 0,1-3 0,1 3 22,2 6 1,1 3-1,2 1 1,0-2-23,4 1 0,2-2 0,0 0 0,0 1 0,0-1 0,1-2-46,2-1 1,0-2 0,1-3 45,3 1 0,0-3 0,1 0 0,2-1 0,-1-2 0,2-2 0,0 0 0,0-1 236,1-2 0,1-2-236,-2-2 0,0-1 288,0-1 0,2-1-288,10-1 0,2-2 185,-10-2 1,2-2-156,3-2 0,4-1 0,-3-2-30,0-1 0,-1-3 0,-5 1 0,2-2 0,-3 0 262,6-3 1,-2-2-263,0-1 0,-2-1 0,-1-1 0,1-2 30,-5-1 0,1-2 0,-1 1-30,3-5 0,0 0 0,-6 2 0,2-2 0,-3 1 0,1-2 0,-1-2 0,-4 1 0,2-3 0,-2 0-185,1-3 1,-2 0 0,0-1 184,0 0 0,0 0 0,-2 0 30,-1 2 0,-2 0 0,-2 1-411,-1-3 0,-3 1 336,0 1 1,-1-1 44,-2-1 0,-1-1 0,-1-1 0,-1 0 0,-2-3 0,-3-3-49,-1 2 0,-2-2 0,-3-1 49,1 8 0,-1-2 0,-2 1 0,1 0-71,0 0 0,0 1 0,-2-1 1,-1-1 52,-4 1 0,-2-2 0,-2 1 0,1 1 0,1 4 18,-3-3 0,1 4 0,-2-1 0,3 4 0,-3-1 0,0-1 0,0 2 0,2 2 0,-4-2 0,2 3 0,-3 0-38,2 2 1,-3-1-1,0-1 1,-1 2-1,3 1 8,-6-3 0,2 2 1,-3-1-58,0 2 1,-4-1-1,-1 0 1,0 1 0,4 3 56,-1 0 0,2 4 0,-2-1 135,1 2 0,-1-1 1,-1 1-1,3 3-135,1 1 0,1 2 0,1 1 117,0 0 1,0 2 0,1 0-178,-10 1 0,0 1-150,5 5 0,0 1 0,1 1-345,-1 2 1,0 2 344,7-1 0,0 2 0,2 0 240,1 3 0,3 3 0,-2 5 0,2 3 0,-1 1 0,0 1 0</inkml:trace>
  <inkml:trace contextRef="#ctx0" brushRef="#br0" timeOffset="-70410.73">11686 1934 9332,'6'-6'809,"-1"1"-719,-1 2 90,0 0-90,0 1 90,2 0-90,2 0 0,1 2-90,5 1 90,6 2 0,4 4 0,0 3 0,2 1-735,-6-2 0,0 1 645,8 5 0,1 1-773,-8-3 1,-2-1 817,1 1 0,1 0 0,7 5 0,0 1-608,-1-1 1,1 1 517,-2-2 0,-1 0-135,1 0 0,-2-2-630,3 1 271,-1-3-1710,-8-6 2249,-11-7 0,3-4 0,-4-2 0</inkml:trace>
  <inkml:trace contextRef="#ctx0" brushRef="#br0" timeOffset="-70218.73">12263 1728 9152,'-4'-19'0,"1"2"90,0 2 90,1 4-90,-1 1 89,1 2-89,0 1 180,-2 1-180,-3 8 0,-2 4 0,-5 11-90,0 5 90,1 2 0,0 2-741,3-5 0,0 1 651,-3 8 0,0 4 0,1-2-90,0 1 0,1 0-30,0-2 0,0 2 0,1-2-1519,-1 7 1,1-3 774,1-1 0,1 0 684,1 0 0,1-1 33,1-3 1,1 1-1,2-3 1,0 1-1,1 1 1,0 1 0,-1 0-1,1-1 1</inkml:trace>
  <inkml:trace contextRef="#ctx0" brushRef="#br0" timeOffset="-69873.73">12657 2578 9062,'5'-11'540,"0"2"-361,-2 4 91,1 1-90,-1 1 90,0-1 0,-1 2-90,2-1-90,0 1 0,1 0 90,1 2-91,0 1 1,4 2-90,0 2 180,13 6-90,7 5-45,-10-5 0,1 1-45,2 1 0,-1 0-1945,12 7 1675,-4-4 1,-12-7-1024,2-1-56,-6-4 180,1-1 1169,-5-4 0,2-3 0,2-2 0</inkml:trace>
  <inkml:trace contextRef="#ctx0" brushRef="#br0" timeOffset="-69705.73">13055 2374 9512,'-6'-14'0,"1"0"0,-2 4 90,0 0-1,0 2 1,-1 1 0,1 4 0,-3 1 0,-3 5-90,-3 6-729,-6 9 819,-3 8-835,11-10 0,0 2 790,-2 3 0,0 2-1065,0 1 1,0 1 1064,-1 2 0,0 2-45,0-1 0,1 0-90,0 1 0,1 0-180,0-3 0,1 1-360,0 2 1,-1 2 433,3-6 1,0 1 0,0 1 0,0 1 0,0 0 0,-1 2 0,-2 5 0,0 0-1,0 1 1</inkml:trace>
  <inkml:trace contextRef="#ctx0" brushRef="#br0" timeOffset="-68873.73">15696 5499 7443,'3'6'719,"2"1"-359,0-1-180,2 1 90,2 0 0,2 3-90,2-2 89,4 4 271,12 6-855,-1 0 494,-2-3 1,1 0-90,-8-5 0,-1 1 0,7 2 0,0 0 90,10 5-1602,2 1 1602,-2-1-90,0-1 0,-1 2-1,-2-1-89,-2-1-89,-3-1-91,-1-1-90,-3-2-90,1-1-1709,4 1 630,-9-6 1439,3 0 0,-7-7 0,1 0 0</inkml:trace>
  <inkml:trace contextRef="#ctx0" brushRef="#br0" timeOffset="-68687.73">16380 5532 9961,'-8'-15'90,"1"1"0,-1 4-90,0 1 90,1 1 0,-5 2 0,1 3-90,-6 4 90,-8 11 0,-10 10-90,17-9 0,0 1-665,-1 2 1,1 1 754,-8 13-135,12-13 0,1-1-45,-1 3 0,0 0-90,-1 0 1,1 1-316,-2 3 0,-1 2-270,-6 8 1,0 2 764,6-9 0,-1 2 0,1 0 0,-1 2 0,1-1 0,-2 6 0,0-1 0</inkml:trace>
  <inkml:trace contextRef="#ctx0" brushRef="#br0" timeOffset="-68176.73">15021 6185 8882,'2'7'450,"1"0"-91,5-2-89,0 0-90,4 3 0,-1-1 0,2 3 0,3 2 90,12 10-90,-3-1-600,-9-7 1,1-1 509,9 12-1,-6-9 1,1 1 0,0 2 0,1-1-90,1 0 0,-1-1-45,-2-1 0,-1-1-135,-1-2 1,0-1-181,5 6-90,7 1-180,-13-9-629,-3-3 270,-4-1 989,0-3 0,-3 0 0,0-2 0</inkml:trace>
  <inkml:trace contextRef="#ctx0" brushRef="#br0" timeOffset="-68001.73">15464 6339 9332,'-4'-22'180,"0"2"-1,1 2 1,-1 2 0,0-1 0,0 3 0,-1 0-90,1 3 0,0 2 90,-1 3 90,-9 5-180,0 6-90,-9 8 90,2 7-90,5-1 0,0 2-855,3-4 1,0 1 674,-5 6 0,0 1-270,7-6 0,0-1-180,0 1 1,0 0 134,2 1 1,0 0 494,1 0 0,1 0 0,1 1 0,0 0 0,0 1 0,1-1 0</inkml:trace>
  <inkml:trace contextRef="#ctx0" brushRef="#br0" timeOffset="-67406.73">17154 5846 8792,'-10'0'-90,"4"1"180,5 5 0,3 1 0,4 4 0,0 0 0,3 4 0,1 2 0,11 12 90,3 3-1565,0 1 1385,0-4 0,-7-9-180,-1-1-89,2-2-181,-1 0-1364,2-3 1634,-2-2 180,-1-2 0,3 0 0,1-2 0</inkml:trace>
  <inkml:trace contextRef="#ctx0" brushRef="#br0" timeOffset="-67218.73">17560 5839 8702,'-8'-17'360,"-1"2"-270,0 3 0,-1 3 0,-1 3 0,-15 6 0,2 4-491,-14 8 401,4 5-866,15-6 1,0 0 865,0 3 0,0 0 45,0 0 0,-1 2-135,-8 10 0,-1 1-90,8-8 1,1 1-361,-8 7 0,1 1 225,9-10 1,2 0 314,0 0 0,-1 1 0,-6 5 0,-1 2 0,-2 1 0,1 0 0</inkml:trace>
  <inkml:trace contextRef="#ctx0" brushRef="#br0" timeOffset="-66573.73">14542 7288 9961,'3'-8'810,"0"1"-630,1 3 0,0 0 0,2 2-1,0-1 1,2 1-90,1 1 90,3 0-90,1 2 0,4 1 0,3 2-668,4 1 668,2 4-124,0 1 124,11 9-90,-8-3-2150,6 5 1970,-11-4-539,7 6-75,-10-8-2444,10 8 3238,-17-14 0,6 1 0,-4-5 0</inkml:trace>
  <inkml:trace contextRef="#ctx0" brushRef="#br0" timeOffset="-66415.73">15034 7223 10321,'-2'-24'180,"0"2"-90,0 4 90,0 2 0,-1 2-90,-1 1 90,-1 1-1,-6 4-89,-1 7 0,-13 9-484,-7 16 439,13-8 0,-2 4-750,-1 4 0,-2 3 1,1 3 374,-1 2 0,0 3 0,0 0-490,6-9 1,0 1 0,0 0 0,1 0-12,-6 9 0,2 1 1,2-2 749,6-10 1,1-1-1,-1 1 1,-2 5-1,-1 1 1,0 1-1,0 0 1,0 0-1,0 0 1</inkml:trace>
  <inkml:trace contextRef="#ctx0" brushRef="#br2" timeOffset="-54342.73">8960 6501 24575,'5'-11'0,"6"-7"0,9-8 0,-6 10 0,0-1-546,2-1 0,2-1 546,1 0 0,1-2 0,1 1 0,4-5 0,1-1 0,-1 3 0,0-2 0,0 1-1093,-3 5 1,-2 0 0,1 0 209,1-1 1,-1 0 0,1 0 882,0 1 0,0 0 0,-1 0 194,8-6 1,-1 0-195,-3 3 0,-1 1 0,1 0 0,-2 0 0,-2 3 0,-2 0 0,0 1 0,-2 0 0,6-6 0,-6 6 385,-6 6-385,-3 1 3276,0 0-1816,-3 3 46,-1 2-1506,-1 2 0,0 2 0,0-1 0,0 1 0,2-3 0,3-1 0,3-4 0,4-3 0,4-3 0,1-1 0,3-2 0,9-4 0,-12 7 0,5-3 0,-11 8 0,-2 0 0,1 0 0,-5 3 0,-2 2 0,-1 2 0,-1 2 0,0 0 0,-2 0 0,-2 1 0</inkml:trace>
  <inkml:trace contextRef="#ctx0" brushRef="#br2" timeOffset="-45451.73">12960 10991 24575,'23'0'0,"8"0"0,8 0 0,-11 0 0,4 0-1093,-3 0 1,1 0 0,1 0-1,3 0 1,1 0 0,-1 0-1,2 0 1,1 0 0,-1 0 1059,-2 0 0,-1 0 0,0 0 33,-2 0 0,-1 0 0,2 0 0,8 0 0,1 0 0,1 0-170,-1 0 1,0 0 0,0 0 169,-1 0 0,1 0 0,-1 0 0,-2 0 0,-1 0 0,0 0 0,-6 0 0,0 0 0,-1 0 0,1 0 0,0 0 0,0 0 0,7 0 0,-2 0-348,-4 0 1,-2 0 347,-3 0 0,-1 0 0,2 0 0,-1 0 0,0 0 0,0 0 1638,-2 0 0,-1 0-1597,-3 0 0,0 0-41,13 0 0,-5 0 0,-7 0 2314,-5 0-2314,-4 0 3276,-3 0-2946,-1 0 1054,-2 0-1384,-1 0 471,-1 0-471,-1 0 0,4 0 0,0 0 0,9-3 0,5 0 0,6-2 0,8-1-326,-15 2 1,0 1 325,19-2 0,-18 2 0,0 1 0,18-3 0,-14 3 0,-1-1 0,16-1 0,-17 2 0,-1 1 0,6-1 0,-1 2 0,-5-1 0,-4 1 0,-5-1 0,-4 0 0,-3 0 651,-3 0-651,0 1 0,-2 0 0,0 0 0</inkml:trace>
  <inkml:trace contextRef="#ctx0" brushRef="#br2" timeOffset="-12339.73">13540 4112 24575,'0'7'0,"1"2"0,2 2 0,1 1 0,4 0 0,1-2 0,1-1 0,1-1 0,-4-4 0,0-1 0,-2-2 0,-1 0 0,0-1 0,0-2 0,1-4 0,1-8 0,3-9 0,6-7 0,-5 12 0,0-1-617,1 0 0,0 1 617,1-1 0,0-1 0,1 0 0,0-1 0,1 0 0,1 0 0,0-1 0,0 0 0,0 0 0,0 0-315,-1 2 0,-1 0 315,-1 2 0,0 0 0,10-16 0,-4 8 0,-6 6 0,-2 2 0,-5 10 1193,0 0-1193,-1 6 0,-2 1 0,0 1 0</inkml:trace>
  <inkml:trace contextRef="#ctx0" brushRef="#br2" timeOffset="-11030.73">14662 4684 24575,'0'11'0,"0"0"0,0 0 0,0 0 0,0-2 0,0-2 0,0-2 0,2-3 0,1-1 0,1-1 0,3 0 0,3-1 0,2-3 0,5-7 0,4-9 0,3-5-403,-11 9 1,0 0 402,1-3 0,0-1 0,2-2 0,-1 0 0,1-2 0,1-2-1000,0 0 1,0-1 999,-1 0 0,1 0 0,-1 0 0,0 0-472,1 0 1,-1 0 471,-2 5 0,0 0 0,4-4 0,-2 2 0,4-6 0,-8 12 0,0 2 0,0 0 685,-2 3-685,-2 3 1969,-2 4-1969,-2 3 1093,0 3-1093,-2 1 0,-1 2 0,-1-2 0,0 1 0</inkml:trace>
  <inkml:trace contextRef="#ctx0" brushRef="#br2" timeOffset="-9107.73">11430 3076 24575,'19'0'0,"5"0"0,18 0-1639,-12 0 1,2 0 1079,6-1 0,3 2 559,-11-1 0,0 1 0,1 1-1093,1 1 1,1 0 0,-1 2 221,-1-1 0,0 2 1,1 0 870,3 2 0,0 2 0,1 0-359,3 1 1,1 2-1,0 0 359,-7-2 0,1 0 0,-1 0 0,2 1 0,2 1 0,0 0 0,1 0 0,0 0 0,0 1 0,1 0 0,-1-1 0,0 1 0,-2-1 0,-1-1 0,0 0 0,-1 0 0,-1 1 0,0-1 0,0 0 0,-1 1 0,1-1 0,-1 0 0,-1 0 0,1 0 0,-2-1 0,-1 1 0,1-1 0,-1 0 0,7 3 0,0 0 0,-2 0 0,-3-2 0,-1 0 0,-1 0-1004,8 4 1,-1 1 1003,-3-1 0,-2 0 186,0 1 1,-1 0-187,-3-2 0,-1 1 0,-2-2 0,-1 1 0,-2-1 0,-1 0 1638,-1 0 0,0 0-1615,1 1 1,-1 1-24,-2-2 0,-1 0 0,1 0 0,-1 0 0,11 8 3276,-6-3-3030,3 2-246,0-2 0,1 3 0,-2-2 3276,-1 0-2508,-1 0 558,-1-2-1326,1 2 700,0-2-700,0 1 0,-1-1 79,1-1-79,0 0 0,0-1 0,3 2 0,2 1 0,1 0 0,0 0 0,-1-2 0,8 4 0,-8-5 0,5 4 0,-11-7 0,2 1 0,0 0 0,5 3 0,0 0 0,-1 1 0,1-2 0,-2-1 0,2 2 0,-2-2 0,3 1 0,-3-1 0,1-1 0,3 1 0,1-1 0,8 2-473,-18-7 1,0-1 472,2 1 0,0-1 0,0 0 0,1 0 0,10 3 0,0-2 0,-6-1 0,0-1-1038,13 4 0,1-1 1038,-8-2 0,1 0 0,5 1 0,1 1-818,-13-4 1,1 1 0,0-1 817,1 1 0,0 0 0,1 0 0,1 0 0,1 0 0,0 0-803,0 0 1,1 0 0,0 0 802,0 0 0,0-1 0,0 1 0,-1 0 0,0 0 0,-1-1 0,-1 0 0,-1 0 0,-1 0 0,8 2 0,-1 0 0,0 0 0,0 0-424,0-1 0,0 1 424,2 0 0,2 0 0,-12-1 0,2-1 0,-1 1 0,12 2 0,0 0 0,-2 0 0,0 1 0,-2 0 0,1 0 0,-4-1 0,1 0 0,-2 1 0,0-1 0,-5-2 0,1 1 0,-3 0 0,1-1 269,1 1 1,0-1-270,0 1 0,1 0 0,4 1 0,1-1 0,0 1 0,0 0 0,-3-1 0,0 0 0,-2-1 0,0 1 0,-2-1 0,-1-1 0,-1 1 0,0-1 0,0 0 0,0 1 0,1 0 0,0-1 0,-4 0 0,0-1 0,15 3 2008,-4-1-2008,-5-2 0,4 1 2732,-2-1-2732,-1-1 2112,-6-1-2112,-4 0 1337,-4-1-1337,-4 0 0,-2 0 0,-2 0 0,-3-2 0,-2 0 0</inkml:trace>
  <inkml:trace contextRef="#ctx0" brushRef="#br2" timeOffset="-5926.73">12285 5919 24575,'0'0'0</inkml:trace>
  <inkml:trace contextRef="#ctx0" brushRef="#br2" timeOffset="-5186.73">13147 5180 24575,'0'0'0</inkml:trace>
  <inkml:trace contextRef="#ctx0" brushRef="#br2" timeOffset="-1348.73">14262 3564 24575,'9'13'0,"1"1"0,3 2 0,4 2 0,-2-2 0,2 2 0,-2-3 0,-1-2 0,0-1 0,-3-4 0,-3-2 0,-2-2 0,-1-2 0,-1-1 0,0-1 0,-1-1 0,1-3 0,1-7 0,2-6 0,2-7 0,3-4 0,2-7-385,-7 16 1,1-1 384,1-2 0,-1 1 0,1-2 0,0 1 0,-1 2 0,0 0 0,6-16-284,-2 2 284,-1 3 0,0-1 0,-2 4 0,0 4 0,-2 7 0,-2 5 0,-2 4 0,-2 4 0,0 2 0</inkml:trace>
  <inkml:trace contextRef="#ctx0" brushRef="#br2" timeOffset="147.27">14715 3873 24575,'9'0'0,"-2"0"0,-1 0 0,0 0 0,0 0 0,-1 0 0,0 0 0,0 0 0,2-2 0,2-3 0,2-6 0,3-5 0,3-8 0,4-4 0,-1-4 0,-2 1 0,-1 0 0,-1-1 0,-1 2 0,0-3 0,-1 2 0,-2 1 0,0 1 0,-4 6 0,-1 5 0,-1 5 0,-2 5 0,0 3 0,-2 2 0,0 2 0,-1 0 0</inkml:trace>
  <inkml:trace contextRef="#ctx0" brushRef="#br2" timeOffset="2275.27">13101 2878 24575,'18'0'0,"4"0"0,7 0 0,4 0 0,5 0-1050,-16 0 1,0 0 1049,2 0 0,1 0 0,5 0 0,1 0 0,2 0 0,1 0-801,1 0 1,0 0 800,0 0 0,1 0 0,0 0 0,0 2 0,1 0 0,-1 1 0,-3 1 0,0 1 0,-2 1 0,0 1 0,-1 0 0,-1 1 0,1 1 0,-1 0 0,1 0 0,0 1-53,-2-1 0,-1 1 53,-2-1 0,-1 0 0,-1 0 0,0-1 0,0 1 0,-1 0-90,-2-1 1,0 0 89,14 7 0,-5-2 0,-3-1 0,3 1 0,3 0 0,0 1 0,3 1 0,-2 0 0,1 0 0,1 0 0,-3 0 0,0 1 0,-2-1 0,-3-1 916,-3-1-916,-1 0 1742,1 2-1742,2 2 1107,-2 0-1107,1 0 0,-2 2 0,0 0 220,1 1-220,-3 0 0,-3-1 0,-1 0 0,-2 0 0,1 1 0,0 4 0,0 0 0,-1 0 0,-2 0 0,-1 0 0,-3-1 0,0 1 0,1 5 0,-2-5 0,2 6 0,-3-9 0,0 2 0,1-2 0,1 1 0,2-1 0,-1-1 0,2-1 0,-1-1 0,0-2 0,2 1 0,1 0 0,4 2 0,6 3 0,4 1 0,3 1-403,-13-12 0,1-1 403,1 1 0,1-1 0,1 1 0,1-1 0,0 0 0,-1 0 0,3 0 0,0 0 0,0 0 0,0 0-806,2 0 1,1-1 805,4 1 0,1 1-1127,2-2 0,1 1 1127,-9-3 0,1 0 0,0 0 0,1 0 0,1-1 0,0 1 0,1-1 0,1 0 0,-1 0-569,1 0 1,0-1 0,-1 0 568,0 0 0,-1-1 0,0 1 0,-1-1 0,0 1 0,-2-1 0,10 2 0,-2-1 0,-3-1 0,0 0-534,-1 0 1,-1 0 533,-3-1 0,0 0 0,3 0 0,0 0 0,-3 1 0,-1-1 0,2-1 0,0 1 0,1 0 0,0 1 179,-3-1 1,1 0-180,0 1 0,1-1 0,-1 0 0,-1 0 0,-1 0 0,0-1 0,0 1 0,1 0 0,1 0 0,0 1 0,0 0 0,1-1 0,-1 1 0,1 0 0,-2-1 0,-1 0 0,0 0 0,-2 1 0,1-1 0,-1 0 0,1 0 0,-1 1 865,-1-1 0,-1 0-865,15 2 0,-2 0 0,-6-1 2523,-4-1-2523,-1-2 1444,-4 0-1444,1 0 1146,-3-1-1146,-1 0 60,-3-1 0,-5 1 0,-4-1 1</inkml:trace>
  <inkml:trace contextRef="#ctx0" brushRef="#br2" timeOffset="5538.27">13757 4121 24575,'0'0'0</inkml:trace>
  <inkml:trace contextRef="#ctx0" brushRef="#br2" timeOffset="6414.27">14895 3890 24575,'0'0'0</inkml:trace>
  <inkml:trace contextRef="#ctx0" brushRef="#br2" timeOffset="8607.27">12021 4625 24575,'16'0'0,"5"0"0,2 0 0,2-2 0,6-2 0,2-3-516,-12 2 0,0 0 516,2 0 0,0 0 0,1 0 0,1-1 0,0 0 0,1 0 0,0 2 0,-1-1 0,1 0 0,0 0 0,-1 0 0,0 0 0,-1 0 0,0 1 0,-2-1 0,-1 1 0,0 0 0,1 0 0,-1 0 0,1 0 0,0 0 0,1 0 0,1-2 0,1 1 0,0-1 0,-1 0 0,0 0 0,-1 0 0,-1 1 0,0-1 0,-1 0 0,0 0 0,1 1 0,-1 0 0,0 0 0,1-1 0,-1 1 0,0 1 0,16-3 0,-3 0 0,4 1 0,2 0 0,1 0 0,-1 1 0,-5 1 0,-1-1-19,2 0 19,-2 0 0,-5-1 0,-3 1 0,-3 1 0,2-1 0,3-2 767,0 0-767,0-1 284,-1 0-284,1-1 0,-2 1 0,2-1 0,-3 1 0,-1 2 0,0 0 0,-1 1 0,2 0 0,-1-1 0,-2 1 0,-1-1 0,1 1 0,-2 0 0,-1-1 0,-1 2 0,-3-2 0,0 1 0,0 0 0,0-2 0,3 1 0,1-2 0,1-1 0,1 0 0,2-1 0,2 1 0,10-5 0,-9 3 0,9-5 0,-12 5 0,3-1 0,1 0 0,1-2 0,3-3 0,1 0-543,2-1 543,2-1 0,-4 3 0,2 1 0,-2 2 0,-12 6 0,0 0 0,0 0 0,1 0 0,0-1 0,0 0 0,2-1 0,-1 1 0,16-6 0,-18 6 0,0 0 0,1 0 0,0-1 0,0 1 0,0-1 0,1-1 0,-1 1 0,-1 0 0,0 1 0,17-9 0,-17 9 0,0-1 0,2 1 0,0-1-619,3-2 1,2 0 618,0 0 0,0 0 0,1 0 0,1-1 0,-3 0 0,1 1 0,2 0 0,0-1 0,0 1 0,1-1-822,1 1 0,1-1 822,1 1 0,1 0 0,-5 1 0,0 0 0,-1 1 0,0-1-377,-2 2 1,-1-1 376,-1 1 0,0-1 0,0 1 0,1-1 0,1 1 0,1-1 0,2-1 0,0 0 0,-2 1 0,0 0 0,1 0 0,-1-1-1639,-2 2 1,0 0 1132,-1 0 1,0 1-1134,5-3 1,0-1 1552,0 2 1,0-1 85,2-2 0,1 0-107,4-1 1,0 1 106,-1-1 0,1 1 0,-10 3 0,1 0 0,1 0-277,0-1 1,0 1-1,1-1 277,0 1 0,-1-1 0,1 0 0,1 1 0,-1-1 0,1 0 0,-2 1 0,0-1 0,0 1 0,8-3 0,0 1 0,-3 0 0,0-1 1025,-2 2 0,0 0-1025,0-1 0,0 0 0,4-1 0,1-1 1488,0 0 1,1 1-1489,-1-2 0,1 0 0,0 1 0,-1-1 0,1 2 0,-1-1 0,-1-1 0,1 1 0,-1 1 0,0 0-1557,0-1 0,-2 0 1557,-2 1 0,-1 1 0,-2 1 0,1 0 455,-2 1 0,0 0-455,-3 1 0,0 1 0,1 0 0,1-1 0,0 1 0,1-1 0,-2 1 0,-1 0 0,0 1 0,1 0 421,-3 0 1,-1 1-422,12-1 0,0-1 0,-8 0 1574,-4 1-1574,-2 0 3276,-1 2-230,-1-1-1912,-4 1-1134,-3 0 260,-2 1-260,-2 2 0,-1 0 0,-1 1 0,0 0 0,-1 0 0,1 0 0,-2 0 0,-1 0 0</inkml:trace>
  <inkml:trace contextRef="#ctx0" brushRef="#br0" timeOffset="68200.27">1079 474 10231,'-4'8'360,"0"0"-270,1-1 90,1 2-90,-1 2 0,-1 3 90,-1 5-90,0 4-1,-2 4 1,0 3-1757,-1 2 1757,-1 3-90,0-1 90,0 1 0,1-4-662,0 0 662,0-3-586,2-2 586,0-5-184,2-3 184,1-4 1020,1-1-1110,1-1 1135,-1-2-955,1 2 544,1-2-454,1-1 40,2-4-130,-1-2-1,2-1-89,0-1 0,1-1-90,-1 1 90,2-1 0,2 0-90,-1 0 90,4 1-90,-3-1 0,3 1 0,1 0 90,2 0-90,12 0 0,-2 1-3119,10 1 3209,-4-1-90,1 2-1118,1-2 1118,-1 1-408,-8-1 1,-1 0 407,9 1-447,8 0 447,-17-1 2077,-3 0-1987,4 0-90,-3 0 0,-1 1 0,-6-2 90,-5 1 1180,-2-2-1270,0 1 1360,1-1-1270,-2 0 882,4 0-882,-3-1-90,0-1 0,0 0 90,-2 0-90,0-2 90,-1 3-90,0-4 90,-1 2-90,1-3 0,-2 1 0,1-2 90,-1 1-90,1-1 0,-1-2 0,1 0 0,1-10 0,0 2-224,0-8 224,2 1 0,-1-3 90,1-4-180,-1-1-952,0 0 1042,0 2 0,-2 2-462,0 2 462,-1 3 188,0 2-188,-1-5 0,1 6 0,-1-3 0,0 9 0,0 2 1097,0 2-1007,1 1 442,-1-2-622,0 4 90,0-2 0,0 3 90,0 1-90,-5 3 90,0-2-90,-6 3 0,-8-5 0,-1-1 0,1 0 0,-2 0-599,-8-1 599,-9-5 0,11 5 0,0 1 0,0 2 0,0 0 0,1 1 0,3 1 0,1 1 0,1 0 0,0 2 0,-5-1 0,6 1-90,-4 0-90,8 0 0,2 1-90,1 1-629,-4-1-450,3 0-630,0 1 1979,4 0 0,8 1 0,0 0 0</inkml:trace>
  <inkml:trace contextRef="#ctx0" brushRef="#br0" timeOffset="70023.27">2326 159 10501,'-6'-4'810,"0"1"-91,2 1-539,-1 4 0,1 0 0,-1 6-90,1 1 90,0 4 90,-5 17-181,2-3-241,2-4 1,0 0 241,-2 17-1352,1-6 0,1 2 1306,1-7 1,0 1 15,-1 4 0,0 5 0,1-4-15,0 0 0,0 0-15,0-3 0,0 3 0,0-3-1213,0 2 0,0-1 1228,-1 5 0,0 3-15,0-5 0,0 2 0,0-2-821,-1 5 0,1 0 821,0-6 0,0 2 0,0-3-199,0 2 0,0-2 199,1-4 0,-1 1 0,1-1 15,-1 6 0,0 2-45,0-3 0,-1 3 0,1-4 45,1-3 0,0-2-45,-2 9 0,1-3 0,2-12 0,-1-3 90,-1 18-90,-1-6 767,1-5-677,0-4 1613,1-5-1703,1-2 90,1-3 2638,-1-1-2548,1 2 0,0-4 1298,0 1-1298,0-4 804,1-3-624,1 1 352,-1 0-442,2-1-180,2-2 0,2-1 0,3-2-90,-1 0 0,2 0 90,1 0-90,2 0 0,3 0 90,18-1-90,-3-1-424,4 1 0,2-1 424,-12 2 0,1-1 0,7 0 0,3 0 0,-2 0-1397,0-1 0,0 1 1427,-2 1 0,3-1 0,-2 0-30,6 0 0,-1-1 0,-9 2 0,0-1 0,0 0 0,0 1 0,0-1 0,0 0 0,0 1 0,0-1 0,0 0 0,10 1 0,0-1 0,-1 0 0,1 1-759,-7 0 1,2 0-1,-3 0 759,6 1 0,-1-1 0,-5 0 0,0 1 0,-1 0-565,-1 0 1,-1 0 519,-3 1 0,-1-1 45,-1 1 0,-2-1 0,12 1 0,-4 1 207,-7-1-207,-3-1 0,-3 1-90,-2-1 1606,-2 0-1516,-2 1 2524,0 0-2524,-2 0 2620,0 1-2710,-1-1 90,0 0 0,0 1 0,0-1 0,-1 1 0,1-1 0,-1 1 0,2 0 0,-2-1 0,2 1 0,-3-1 0,2 0 90,-3 0 90,2 0-90,-1-2 0,-1-1-90,-1-3 90,-1 0-90,-1-2 90,0 1-90,-1-3 90,-1-3-90,1-3 0,-2-8-1225,1-4 1315,-1-7-90,2-3 0,0 16 0,0-1 0,0-1 0,0-1 0,1-2 0,-1-2 0,0-11 0,0-3 0,0 12 0,1-2 0,0 1-816,-1 0 1,0-1-1,1 1 816,0 0 0,-1 0 0,1 2 0,0-5 0,0 2 0,0 0 0,0 0 0,0 0 0,0 0-45,0 1 0,0 0 45,0 1 0,1 1 0,-1 0 0,1 1 0,-1 0 0,1 1-532,1 1 0,0-1 532,-1 2 0,2 0 0,-1 1 0,1-1-45,2-7 0,0-2 45,2-4 0,1 0 0,-2 5 0,0 1 0,1-1 0,-1 3 0,1 1 0,-1 2-475,-1 4 475,-1 3 683,0 3-683,-1 2 0,0 1 0,-1 2 0,0 1 0,0 2 0,0 1 2237,0 0-2237,0 1 1563,0-1-1563,-1 2 638,1-2-638,-2 3 90,1-2-90,0 3 0,0-2 0,0 1 0,-1-1 0,1 1 90,-1-2 0,0 1 0,-1 1-90,-1 0 0,0 2 0,-2 1 0,-2 0 0,-1 2 90,-1 0-90,-2 1 0,-1-1 0,-5 1 0,-5 1 0,-6-1 0,-5 1 90,-7 1-442,20-2 1,-4 1 381,-6-1 0,-5 0 0,3-1-1291,0 1 1,0 0 1260,-1 0 0,-2-1 0,2 0 0,-3 1 0,2-1-679,8 0 1,0 0 678,-5 0 0,-1 0 0,3 0 0,0 0-90,-13-1 90,14 0 0,0 1-834,-7-2 834,5 1-300,2 0 300,3 0 0,2 0 0,2 0 1451,-1 0-1451,2-1 0,0 1 0,-1-1 0,1 1-90,-2-1 90,0 1-89,-21-1 89,16 2 0,-3-1 0,1 1 747,3 0-837,-11 0 1087,16 1-997,1-1 0,2 0 948,-4-1-948,6 2 0,-3-2 270,8 2-360,1-1 0,1 0 826,-2 0-826,3 0 25,-1 0-25,2 0-179,2 0-91,-3-1-720,2 1-629,-1 0-1568,2-2 2612,5-4 0,2-1 0,6-3 1</inkml:trace>
  <inkml:trace contextRef="#ctx0" brushRef="#br0" timeOffset="71631.27">2855 709 13739,'-4'9'180,"0"-1"-90,2-4-90,0 0 90,0 0-90,1 0 0,0 1 0,0 0 0,0 1-90,1-1 90,4-6 0,-1 1-90,2-7 90,-3 4-90,1-3 0,-1 3-360,0-2-1528,-1 2 1528,1 5-90,-1 0-179,1 5-1350,0-4 2069,2-1 0,-2-1 0,0-1 0</inkml:trace>
  <inkml:trace contextRef="#ctx0" brushRef="#br0" timeOffset="72113.27">3020 812 9332,'-1'-9'1529,"-1"1"-900,0 3 1,0 1 0,0 1 269,0-1-719,-4 4-90,2 1 0,0 2 0,0 2-90,2-3 90,-1 2 0,1-1-90,3-11 0,-1 5 0,2-9 90,-1 3-180,0 3-3187,-1-3 2457,2 13 1,1 2 0,2 9 0</inkml:trace>
  <inkml:trace contextRef="#ctx0" brushRef="#br0" timeOffset="72539.27">2960 972 10861,'-3'-8'0,"0"1"270,0 2-180,1 1 89,0 1 1,-1-2 90,2 2 0,-2-1-180,-2 3-90,1 1 90,-1 3-90,2-1 180,-1 0-180,0-3 0,1-2 0,-1-3 90,2 0-90,0 1 0,1-1-820,-1 2 1,6 8 0,2 3 0</inkml:trace>
  <inkml:trace contextRef="#ctx0" brushRef="#br0" timeOffset="73143.27">2804 891 9871,'5'-5'0</inkml:trace>
  <inkml:trace contextRef="#ctx0" brushRef="#br0" timeOffset="73391.27">3007 957 11041,'-3'-9'-225,"-1"2"0,3 4 0,-1 2 0</inkml:trace>
  <inkml:trace contextRef="#ctx0" brushRef="#br0" timeOffset="74455.27">1257 701 10771,'5'5'270,"-2"1"-270,-3 0 0,-1 1 0,1-1 90,0-1-90,4-5 0,-2-1 90,3-7-90,-3 2 90,-1-2-90,-1 2 0,0 0-90,-2 8-90,0-1 180,1 8-90,2-4 90,3-2-270,-1-4 270,1-2 0,-2 0 0,-1 1 0</inkml:trace>
  <inkml:trace contextRef="#ctx0" brushRef="#br0" timeOffset="75018.27">1379 724 9062,'-3'-6'1979,"0"0"-1889,-1 8-90,1-1-90,-1 5 0,2-2 0,1 0 0,-1 0 90,2-9 0,1 3 0,-1-10 0,0 10 0,0-1 0</inkml:trace>
  <inkml:trace contextRef="#ctx0" brushRef="#br0" timeOffset="75448.27">1338 868 8882,'-6'-7'-450,"2"1"450,3 1 0,0 2 0,1 1 0</inkml:trace>
  <inkml:trace contextRef="#ctx0" brushRef="#br0" timeOffset="76542.27">1373 724 8252,'10'3'450,"-1"-1"-360,-3-1 90,0 0-90,2 0 0,1 0 0,1 1 0,3 1 0,2-1-90,2 1 90,6-1 0,2 2-90,5-1 44,-7 0 1,2 0-45,13 1-829,-11-1 1,1 0 828,-7-2 0,0 1 0,13 1 0,1-1 45,-9 0 0,0-1-45,9 2 0,0-1 0,-13-1 0,0 0 0,-2 0 0,2 0 45,7 1 0,0-1-45,-8 0 0,0 0 0,6 0 0,1 1-309,-3-1 0,-2 0 309,9 1 0,8 0 0,-19 0-181,-3-1 181,-1 0 0,-2 0 0,-2-1 0,-1 0 1565,5 0-1565,-5 0 744,3 0-744,-4 0 237,-1 0-237,1 0 0,-1 0 0,1 0 0,1 0 0,-1 1 0,0-1 90,0 0-90,0 0 0,0 0 0,-1 1 0,0 0 0,-1-1-90,0 0 90,-1 0 0,-1 0 0,0 0 90,-1 0-90,0 0 0,0 0 0,0 1 0,-1-2 0,1 1 0,-1-1 0,2 1 0,-1 0 90,-1 0 0,1 1-90,-2-1 90,2-1-90,-2 1 0,1-1 90,3 0-90,-1 0 0,1 0 0,-2 0 0,-1 1 0,0 0 0,1-1 0,0 0 90,0 0-180,-1 1 180,2-1-90,-2 0 0,3 0 0,-3 0 0,1 1 0,0-1 0,-1 0 0,0 1 0,-1 0 0,-2 0 0</inkml:trace>
  <inkml:trace contextRef="#ctx0" brushRef="#br0" timeOffset="77923.27">1347 882 8342,'-7'-3'270,"1"1"1259,2 0-1439,17 3 0,-8-2 0,14 3 0,-10-3-90,1 2 90,1-1 0,0 0-90,3 0 0,0 0 90,3 0 0,2 0 0,1 0 0,19 1-90,-8 0-296,-9-1 1,0 0 295,8 1 90,1-1-90,-9 1 0,1-1 90,12 1-90,-12 0 0,-1-1 90,10 0-1109,-1 1 1019,0 0 90,0 1-90,-1 0 0,-1-1 90,7 1 0,-10-2-858,8 1 858,-12-1-90,1 0 644,0 0-644,0-1 90,9 1-90,3 0 328,-2-1-328,-2 2-435,-11-2 435,-1 1 710,0 0-710,-2 0 0,1 0 0,-2 0 0,0-1 0,-1 1 0,5 0 90,-5 0 681,2 0-771,-6 0 509,0 0-509,-1 0 0,4 0 0,-4 0 0,3-1 0,-4 1 210,0 0-210,1 0 0,3-1 0,-1 0 0,6 0 0,-5 1 0,3-1 0,-4 1 0,0 0 0,1 0 0,0-1 0,1 1 0,-2-1 0,0 1 0,-2 0 0,0 0 0,2 1 0,-4-2 0,2 1 0,-3 0 0,2 0 0,-2 0 0,1-1 0,-2 1 0,-1-1 0,3 1 0,-3-1 0,4 1 90,-4 0-90,2 0 0,-2 0 0,3 0 0,-4 0 0,3 0 0,-3 0 0,2 0 0,1 0 0,0 0 0,1 0 0,-1-1 0,-1 1 0,0 0-90,-1-1 90,0 0 0,-7-4 0,-2 0 0</inkml:trace>
  <inkml:trace contextRef="#ctx0" brushRef="#br0" timeOffset="79547.27">1238 744 9062,'6'-3'-180,"0"1"270,-2 0 0,2 0 0,-2 1 0,3-1 90,1 0 89,1-1-179,0 1 0,0-1 0,-1 1 90,4-1-90,-3 0-90,4 0 180,0 0-90,-2 1-90,4 0 90,-4 0-90,2 0 0,1 1 90,1-1-90,2 1 90,1 0-90,12-1 90,-7 1-90,9 0-1446,-10 1 1446,4 1 0,0-1-768,2 0 768,2 1 0,-3-1 0,1 1 90,-2 0-90,2-1-90,-1 0 40,-6 1 0,0 0 140,13 1-180,5 0-1052,-13 0 1142,-3 0 837,8 0-837,-7-1 0,6 0 0,-10 0 644,-2 0-644,8-1 102,2 0-192,-1 0 180,-1 0 652,-6 0-742,-4 0 0,10 0 0,-7 1 242,5-1-242,-7 0 0,-1 0 0,1 1 88,-2-1-88,0 0 0,-1 0 0,-1 1 0,3 0 810,-5 0-810,7 0 81,-8 0 9,2-1-90,-1 0 0,-3 1 0,3-1 0,-3 1 0,1-1 0,0 1 0,6 0-90,-4-1 90,4 1 0,-5 0 0,0 0 0,0-1 0,-1 0 0,-1 1 0,1-1 0,-2 1 0,1 0 0,-2-1 0,1 0 0,-1 0 0,1 1 0,1-1 0,-2 1 0,2-1 0,1 1 90,-3 0-90,3-1 0,-3 0 0,1 0 0,0 0 0,0 0 0,0 0 90,-1-1-90,3 2 0,0-2 0,-1 1 90,-1 1-90,0-2 0,-2 1 90,3 0-90,-3-1 89,1 1-89,1 0 0,0 0 90,0-1-90,1 1 0,-4 0 0,2-1 90,0 2-90,1-2 90,-2 1 0,0 0-90,0 0 90,0 0-90,0 0 0,-2 0 0,-1 0 0</inkml:trace>
  <inkml:trace contextRef="#ctx0" brushRef="#br0" timeOffset="81284.27">1198 612 8432,'2'-6'2879,"-4"12"-5848,1-3 2160,4 3 809,-1-4 0,5-5 0,-4 5 0</inkml:trace>
  <inkml:trace contextRef="#ctx0" brushRef="#br0" timeOffset="83075.27">1198 601 7353,'6'2'180,"1"-1"-90,-3 0 0,1 0 0,0 0-90,1 0 0,-2-1 89,3 1-89,-3-1 0,2 0 90,-1 0-90,1 0 90,0 0 0,0-1-90,1 0 90,1 0-90,0 0 90,6 0 0,4 0 0,0-1 0,2 1-90,-3-1 180,18-1-90,-14 1 0,1 0-90,1 0 0,0 0-860,0 0 1,0 0 949,9-1-90,1 0 90,1 0-90,0 0-278,1-1 323,-10 1 0,1 1-45,13-2 0,-13 2 0,0 1 45,-2-1 0,0 0 45,13 0-627,-14 1 0,0-1 627,7-1-90,0 1 86,-2-2 4,0 1 0,-3-1 979,1-1-1069,-3 1 90,-1 0 0,-1 0 363,-2 1-363,1 0-90,-1 0 90,1-1 0,7 0 0,-7 0-90,7 0 90,-9 0 934,-1 1-1024,1-1 90,6 0-90,-5 0 90,4-1-90,-7 2 0,0 0 0,0-1 0,0 1 90,1 0-90,-1 1 6,0 0-6,-1-1 0,0 1 0,-1-1 90,-1 1 520,4-1-610,-5 0 0,7-1 0,-10 2 272,4-1-272,-4 1 0,0 0 0,1-1 0,2 0 0,1 0 0,2 0 90,1 0-90,2-1 0,1 1 0,4-1 0,14-2 0,-8 0-2014,8 0 2014,-14 1-400,-3 3 400,-1-1 0,0 0-8,-3 0 8,0 0 0,-2 1 0,-2 0 0,0-1 1913,-1 2-1913,-1-2 499,-2 2-409,0 0-80,0 0-10,-1 0-90,1-1 90,0 1 0,6-1 90,-1 0-90,3 1 0,-2-1 0,0 0 0,0 0 0,8 0 0,-5 0 0,5-1-90,-7 1 90,6-1 0,-6 1 0,5-1 0,-9 0 0,0 1 0,-3 1 0,4-2 0,-4 2 0,2-1 0,-3 0 0,-1 1 0,3-1 0,-2 0 0,1 0 0,-2 1 0,-1-1 0,1 1 0,-1 0 0,1-1 0,0 1 0,2 0 0,-3-1 0,3 0 0,-3 1 0,0 0 0,1 1 0,-1-1 0,0 0 0,1 0 0,2 0 0,4 0 0,-3 0 0,3 1 0,-4-1 0,0 0 0,-1 0 0,1 0 0,-2 0 0,1 0 90,1 1-90,-1-1 0,0 0 0,0 1-90,-3-1 90,2 1 0,-1 0 0,0 0 0,0-1 0,1 1 0,-1-1 0,1 1 0,-2 0 0,1 0 0,-2 0 0,-2 1 0</inkml:trace>
  <inkml:trace contextRef="#ctx0" brushRef="#br0" timeOffset="83635.27">3741 248 10141,'-7'-5'720,"-2"3"-630,5 2-90,-2 4 90,4-2-90,-1 3 0,1-2 90,0 1-90,0 1 0,1-1 0,-1 2 0,2-1 0,-1 1 90,2-1-90,1-2 0,2-3 0,1-3 0,-1 0 90,-2-2-90,-1 0 0,0 0 0,-2-1 0,0 1 0,-3 0 0,-1 2 0,0 2 0,-2 2 0,0 1 0,2 0-90,1 1 90,1 0-90,-1 1-180,1-1 270,0 2 0,2-3 0,0-1 0</inkml:trace>
  <inkml:trace contextRef="#ctx0" brushRef="#br0" timeOffset="84825.27">1099 935 9512,'1'-8'1799,"0"0"-1799,1 6-720,-1-2 720,0 1 0,2 0 0,0 0 0</inkml:trace>
  <inkml:trace contextRef="#ctx0" brushRef="#br0" timeOffset="86060.27">1115 933 8792,'0'-6'1349,"2"3"-1259,4 2 360,8 5-180,-2 1-180,1 1 90,1 2-180,-6-2 90,4 2-1,-3 0 1,0-2 0,6 7 0,3 0 0,1 1-90,-1 0 90,-4-4 0,0 0-363,2 1 363,0 1 0,1 1-90,-1-2 90,-2-1 0,0 0-90,0 0 0,1 2 90,0-2-90,-1 2 90,1-3-90,-2 1 90,0-1-90,6 5 90,-4-4-90,4 4 0,-6-5 90,0 0-90,0-1 90,-1 0-90,1-1 0,4 4 90,-4-4 183,4 5-273,-1-1 90,1 1-90,-1 0 0,-1-2 0,-6-3 90,5 3-90,-3-1 0,8 6 0,-6-4 0,3 2 0,-4-4 0,0 2 0,1-2 0,-1 1 0,1-1 0,-1 1 89,-1-2-89,4 4-89,-4-4 178,3 1-89,-5-2-89,3 1 178,-3-2-89,5 4 0,-5-5 0,2 2 0,-3-3 0,1 2 0,4 2 0,1 1 0,0-1 0,-1 1 0,-4-4 0,-2 0 0,1-1 0,-1 1 0,1-1 0,-1 0 0,0 0 0,1 1 0,-1-1 0,1 1 0,0-1 0,-1 1 0,0-1 0,0 0 0,0 0 0,0 0 0,4 4 0,-3-3 0,3 1 0,-2 1 0,-1-2 0,1 2 0,-2-2 0,7 5 0,-5-3 0,7 5 0,-9-6 0,3 1 0,-3-2 0,1 1 90,1 0-90,2 3 0,3 1 0,-2-1 0,4 3 0,-8-6 0,6 4 0,-7-4 0,3 2 0,-3-3 0,-1 1 0,0-2 0,0 1 0,0-1 0,1 0 0,-1 1 0,-1-2 0,-1 1 0,-1-1 0,2 0 0,-2 0 0,3 1 90,-3-1-90,4 0 0,-5-1-1799,2-1 540,-3-5 1259,-1 1 0,-1-6 0,-1 3 0</inkml:trace>
  <inkml:trace contextRef="#ctx0" brushRef="#br0" timeOffset="86751.27">2484 1842 10321,'-5'-3'3238,"-1"0"-3148,1 2 0,2 2-90,-2 3 0,2-1 0,0 1 90,1-1-180,1 2 90,0 0 0,1 0 0,1 0 0,1-2 0,2-1 0,0-2 0,1-1 0,0-2 0,-2-1 90,0 1-90,-1-3 0,-3-4 0,-1 3-90,-2-2 90,0 7 0,-1 2 0,1 3-90,0 1 0,2 0 0,3 2 90,0-2 0,4-1-90,1-4 90,-1 0 90,4-9-90,-5 5 0,2-5 0,-5 5 0,-1 0 90,-1-5-90,0 4 0,-1-3 0,-1 5 0,0 1 0,-1 1 0,-2 1-90,2 3 90,0 1-90,2 0-179,0 3-271,1-1 0,2 0-1799,1-1 181,2-2 2158,0-1 0,5-4 0,2-1 0</inkml:trace>
  <inkml:trace contextRef="#ctx0" brushRef="#br0" timeOffset="91789.27">2457 2313 9512,'-3'-6'989,"-1"0"-359,2-1 89,-1 2 361,0-5-361,1 3-89,2-3-360,-1 2 179,1 3-269,1-3 0,1 4 0,1-1-90,0 2 90,3-1-90,1 0 0,1 1 0,2-1-90,-1 1 90,1 1-90,-1 0 0,-1 2-90,0 1 0,-1 1-90,2 4-90,-4 2 90,-1 3-180,-8 8 181,-1-4-1,-6 8 90,2-6-270,-4 6-107,4-8 377,-2 4 0,5-8 0,-1-1 0,2-2 0,0-1 90,1-1 0,0-1 90,2-1 287,6-9-287,2 0-90,8-11 0,-1 2 0,4-5 0,9-12-355,-2 7 355,-6 3 0,1 1 0,3-3 0,3-2 0,-9 8 0,-6 7-90,0-1 90,-5 6 0,-2 2 0,-2 8 0,-1 0 445,-3 7-445,0-2 0,-1 3 0,-1 7 0,1-2-376,0 4 376,3-5 0,2-1 0,0-1 0,2-1-90,2 0 90,3-1-90,8 1-90,-3-5-90,8 0-90,-6-7-89,1-2-181,0-2-1169,0-3 1799,6-9 0,-3-3 0,3-8 0</inkml:trace>
  <inkml:trace contextRef="#ctx0" brushRef="#br0" timeOffset="92672.27">1460 1527 10321,'6'-6'1169,"-1"0"-1079,-1 8 90,-1 2-90,-1 3-90,-1 0 90,0-1 0,0 2-90,0 0 90,-1 2 0,1 4-90,-1-2 0,1 3 0,0-5 0,1 0 0,0-1 0,1 0 0,1 1 0,1-4 0,1 1 0,-1-3 0,2-2 0,-1 0 0,1-2 0,-1-2 90,4-2-90,-1-2 0,1-3 90,-2 0-90,-2 2 90,-3-1 0,1 1-90,-2 0 90,1 1 0,-2-1-90,1 2 0,0 0 90,-1 2 0,1-1-90,1 8 0,0 0 0,-1 10 0,0 2 90,1 6-972,-1 5 882,1 6 0,-1 1-45,-1-7 0,0 1 0,0 1 0,0 2 0,-1-2 0,0 1-90,0 6 0,-1-3 45,0 2-90,-1 6 180,1-21-90,-1-3-211,-1 2 301,0-7-90,-4 4 90,0-9 0,-2-4 0,-5-6 960,4-3-960,-4-6 0,2-1 90,-1-3-382,-1-2 382,2 0-90,0 2 90,3 1 0,1 3-90,1 0 90,2 1-90,2 2 0,1-1 90,1 1-90,7-7 90,3 1-90,6-5-713,3 4 713,3 0-90,4-1-180,-5 3 0,1 1-269,14-9 89,-13 7 0,0 0-1897,10-7 818,-1 0 1529,-1 0 0,-10 7 0,2-1 0,-1-1 0,1 0 0</inkml:trace>
  <inkml:trace contextRef="#ctx0" brushRef="#br0" timeOffset="96001.27">7499 410 9781,'2'-8'900,"1"0"-270,-1 2 89,1 2-629,2 6 90,-2 1 180,2 13-180,-3-3 0,0 10-1,0 0-89,0 6-530,-1 5 575,0-5 0,0 2-1109,0-6 0,0 0 1019,-1 10 0,1-1 0,0-7 0,0-1 0,0 0 0,0 0 0,0 1 0,0 2 0,0 12 0,0 0 0,-1-8 0,0 0-15,0-5 0,0 2 0,0-2-30,0 2 0,-1-1 44,1 1 1,-1 0-45,0 0 0,0 0 45,0 0 0,-1 0-45,1-1 0,-1 1 45,0 11 0,0 0-458,1-10 0,0-1 413,0 1 0,0 3 0,0-4 45,1-5 0,0 0-587,-1 5 0,0 0 542,1 7 0,0-2 95,1-13 1,-1 1-96,0 17 0,1-4 90,-2-3-90,2-18 0,-2 2 1528,1-6-1528,0-2 1080,1-1-1080,-1 0 1593,0-1-1503,0-1 356,-1 1-356,1-2 90,-1 1-180,-1-3 0,-2-4 90,0 0-90,-1-3 0,1 2 0,-1 0 90,8-2-90,1 2 0,9-1 0,10 1 0,1 0-234,14 1 234,3 0-556,-19 0 1,3 1 555,14 0 0,1 0-1280,-7 0 0,0 1 1280,-5-1 0,3 0 0,-2 0 0,4 1 0,0-1 0,5 1 0,1 0 0,0 0 0,1 0-675,-11 0 0,1-1 0,0 1 675,-1 0 0,0 0 0,1-1 0,0 1 0,0 0 0,0-1 0,0 1 0,-1 0 0,1-1 0,0 1 0,0-1 0,0 1 0,-1 0 0,1 0 0,0 0-454,-1 0 1,1-1 0,-1 1 453,1 0 0,-1 0 0,0 0 0,-1 0 0,0-1 0,2 1-244,5 0 0,2 0 1,-2 0 288,6 0 0,0 0 135,-10 0 1,2 0-1,-3 0-225,2 1 0,-2 0 45,-2-1 0,1 1 0,9 1 0,0 0 0,-13-2 0,1 1 0,6 0 0,-2-1 0,3 0 1041,-4 0-1041,-4 0 0,-5 0 0,-5 0 1882,-2-1-1882,-1 1 2816,-1 0-2816,-1 0 0,-1-1 0,0 0 1094,3 0-1094,-1 0 647,6 1-647,-6-1 0,3 1 0,-3-1 0,1 0 0,1-1 0,7 2 0,-4-1 0,6 1 0,-9 1 0,-1-2 0,2 2 0,-4-1 0,2-1 0,-4 0 0,-1-1-1259,-1 0 1259,-1 0 0,-3 1 0,0 0 0</inkml:trace>
  <inkml:trace contextRef="#ctx0" brushRef="#br0" timeOffset="98237.27">8482 1127 10321,'0'2'450,"1"-3"-450,-3 12 90,1-7-90,0 2 0,0-2 90,-1 1-90,1 0 67,0 0 1,7-3-1,2-2 1</inkml:trace>
  <inkml:trace contextRef="#ctx0" brushRef="#br0" timeOffset="98709.27">8470 1327 9422,'-5'-7'0</inkml:trace>
  <inkml:trace contextRef="#ctx0" brushRef="#br0" timeOffset="99108.27">8672 1312 9781,'7'-1'1799,"-1"0"-1799,-6-3 0,0 3 0,-4-2 0</inkml:trace>
  <inkml:trace contextRef="#ctx0" brushRef="#br0" timeOffset="99548.27">8594 1148 10681,'0'0'0</inkml:trace>
  <inkml:trace contextRef="#ctx0" brushRef="#br0" timeOffset="100072.27">8552 1286 10231,'-4'-6'427,"2"1"0,-1 3 1,3 0-1</inkml:trace>
  <inkml:trace contextRef="#ctx0" brushRef="#br0" timeOffset="101021.27">8364 1044 11760,'-2'8'0,"0"-1"0</inkml:trace>
  <inkml:trace contextRef="#ctx0" brushRef="#br0" timeOffset="103229.27">9876 340 11041,'-5'4'90,"-1"1"-90,5-2 90,-1 1 899,0 0-989,3-10 0,1-2 0</inkml:trace>
  <inkml:trace contextRef="#ctx0" brushRef="#br0" timeOffset="105389.27">8374 1956 13379,'5'-7'1529,"-2"0"-1529,1 5-539,-2-1-181,4 1-2557,-4-1 3241,1-1 1,-3-2 0,0 0 0</inkml:trace>
  <inkml:trace contextRef="#ctx0" brushRef="#br0" timeOffset="150026.27">3864 151 7892,'-8'-2'1260,"1"0"-990,3 2-1,-2-2-89,1 2-90,1-2 0,-2 1 0,1-1-90,1 0 90,-1 0-90,2 0 0,-2 0 90,1 0-90,-1 0 0,-1 0 0,0 0 90,1 1-90,-1 0 0,0-1 0,-1 2 0,1-1 0,-4 0 0,0 2 0,-1-1 0,2 1 0,1 1 0,-3 1 0,1 1 0,-3 1 0,4 0 0,-1 2 0,0 0 0,1 1 0,-1 3 0,-3 6 0,3-3 0,-3 5 0,7-6 0,-2 9 0,2 1 90,0 2-90,4 0-521,2-6 521,0 1 0,2-1-90,1 0 90,1-1-90,2-1 0,2 3 0,1-3-649,4 3 559,-2-5 90,4 2-270,5 0 271,-4-4 3,5 0-93,-6-6 89,2-1-90,-1-2 0,1-1 90,-1-2-90,0 0 90,2-2-90,8-2 90,-6-1 0,5-3 0,-6-2 395,-2 0-395,-1-1 180,8-10 0,-9 5-90,4-8 180,-9 4 319,-2 2-409,-1-4 0,-2 2 0,-2 0 0,-1 0 0,-1 0-281,-3-4 281,-2 0 90,-4-13-90,-2 9-90,-2-6 90,-4 6-1,3 9-89,-5-4 0,6 12 0,-3 1 33,-1 1-33,-1 2-90,-2 1 0,1 2 0,-2 2-180,1 1 0,-1 1-540,-2 3-140,1 1 950,0 1 0,-2 4 0,0 1 0</inkml:trace>
  <inkml:trace contextRef="#ctx0" brushRef="#br0" timeOffset="151026.27">2947 506 7892,'-9'3'270,"2"0"-90,2-2 0,2 1 0,-1 0-90,1 0 90,-1 0 0,-1 0-90,0 1 0,0 0 180,-6 2-181,2-1 1,-4 2-90,1-2 90,0 2 0,-2-1-90,-1 2 90,-1 1-90,-2 1-539,-2 1 539,-2 3 0,1 0 90,1 0-90,0 2 90,2 0-90,-5 8 90,7-3-90,-3 6 0,9-7 0,2 0 0,1 0 90,3 0-295,1 1 205,0 1 0,2 2 90,2 4-90,1 2 276,2 4-276,-1-10 0,1 0-1190,2 13 1190,-1-13 0,0 0 0,2 10 0,-1-11 0,-1 1 0,5 9 0,-2-5 0,1-1 0,3 2-90,4 6-261,-4-16 261,0-2-26,1-4 26,0-2 90,1-2 188,1-2-188,7-1-89,-4-3 89,6-1 0,-8-4 1160,2-1-1160,2-3 0,9-9 0,-6 1-457,-4-1 0,-1-2 457,5-6-45,-8 6 0,0 0-812,6-12 857,1-1 0,-2-1 0,-1-1 0,-1 0 0,-1-1 0,-4 2 90,-1 0-90,-3 3 90,-2-2 0,-2 1-90,-2-2 90,-2 1 0,-4 0-1,-2 0-89,-3 1 90,-3-1 0,-3-1-1167,-3-2 1167,-4 3-90,-1 0 0,-3 3 90,-1 2-90,-1 4 0,0 4 0,0 2 0,1 4 0,-1 3 0,1 2-90,-9 4 418,6 4-597,-5 3-1,7 6-90,3 4-270,1 3-359,1 6 322,1 2 667,3 3 0,5-6 0,1 3 0,0 1 0,1-1 0</inkml:trace>
  <inkml:trace contextRef="#ctx0" brushRef="#br0" timeOffset="151993.27">2406 1543 8702,'-7'-4'720,"1"2"-361,0 0-179,0 2 0,0-1 90,-3 2-90,3 1-90,-3 0 90,2 0-90,0 1 0,-2 2 0,2 1 0,-3 2-90,1 2 90,-2 2-1,0 4-770,1 2 771,-2 4-90,2 1 90,0 1-90,2 1 90,1 1-90,1 2 0,1 0 90,1 0-988,1 1 898,2 0 0,0 1-2869,2-4 2869,2 5 0,0-4-205,2 1 26,4 11 89,-1-12-45,0-5 0,1-1-45,8 4 90,4 0-50,-1-8 140,-2-8-180,6-3 180,-5-3-90,7-1 90,-5-5-90,2-1 90,2-4 236,9-7-236,-16 3 0,1-1-45,5-5 0,0-2 45,-4 2 0,-2 0 902,0-1 0,-2 0-991,4-8 89,-1-3 0,-8 10 0,0 0 89,4-13-89,-6 13 0,-2 0-465,0-9 555,-4 2 0,-3-2 0,-4 2 0,-3-1 0,-4 1 0,-6 0-45,1 9 0,-3 0 0,-4 0 0,-3 1-413,1 1 0,-1 0 368,-2 3 0,1 2 45,6 4 0,0 2-45,0 0 0,0 0 90,-20-1-792,1 2 702,4 3-90,1 3-180,2 1-72,3 3-1097,2 1 0,2 2 1439,4 3 0,1 4 0,1 3 0</inkml:trace>
  <inkml:trace contextRef="#ctx0" brushRef="#br0" timeOffset="154131.27">8493 2455 9602,'3'-6'719,"-1"0"-539,2 2 0,-1 1-90,2-1 90,1 0-90,1-1 0,2 2 0,0-2 0,1 1-90,1 1 89,-1 0 1,0 1-90,0 1 90,-1 0-90,-1 1 90,-1 0-90,0 3 0,-2 0 90,-1 3-90,-2 2 0,-2 2 0,-2 4 0,-4 5 0,-2 3 0,-9 14 0,3-9-1044,-6 9 1044,6-13 0,0 0-312,1-3 312,2-2 0,3-3 0,0-3 0,3-2 0,0-1 0,0 1 0,3-4 0,2 0 90,9-7-90,2-3 0,8-6 90,14-11-637,-4 0 547,-9 6 0,0-1 0,11-11 0,-15 13 0,0-1 0,0 0 0,0-1 0,0 0 0,-1 0 0,0 0 0,-1 1-89,13-16 89,-5 4 0,-3 4 137,-5 6-137,-4 3-90,-3 3 0,-3 5 90,-12 9 0,-5 12 0,-6 8 0,1 7 0,6-4 0,2 2 782,2-1-872,3 0 90,2 6-90,3-9 168,3 5-168,7 0 90,-1-10-1386,8 6 1207,-3-13-1,3-3-180,0-2-180,2-5-809,1-2 1349,15-9 0,-4-4 0,-9 2 0,-1 1 0</inkml:trace>
  <inkml:trace contextRef="#ctx0" brushRef="#br0" timeOffset="155142.27">7050 1061 9422,'0'-7'629,"-1"-1"-269,1 2 180,0-1-360,0 1 449,0 1-629,-2 7 0,0 0 90,-1 6-90,1 0 90,-1 0-90,0 3 0,1-1 90,0 1-90,1-1 0,-1 0 0,2 1 90,0-1-90,0 0 0,1 0 0,0-1 0,0-1 0,1-2 0,0-1 0,0 0 0,1-2 0,2 1 0,2-4 0,0-1 0,0-4 0,2-2 0,-2-1 0,3-2-90,-3 1 90,0 0 0,1-3 0,-1 3 90,0-3-90,-3 6-90,3-5 90,-4 5 0,3-1 0,-1 8 0,-2 2 0,1 5 0,-3 1 0,0 5 0,0 4 0,-2 7-968,1 4 968,-2 5-1273,0 2 1273,-2 0 90,0 1-490,0-1 355,1-11 0,0 0-45,0-1 0,0 0-274,0-2 1,0 0 273,-2 12 727,2-17-817,-3 3 90,2-7 90,-1 2-89,0-8 1312,1-3-1313,-2-1 560,0-2-560,-3-3 1038,0-1-948,-2-3 0,2-1 90,-1-2-90,-1-2 179,-3-4-89,4 3 0,-1-2 0,5 5 0,0 1 0,2 0 0,1-3 0,2 2-90,4-3 90,3 2-180,5-3 0,5-1-90,3-2-495,-2 3 1,1 0-2108,12-8 2062,-9 6 1,0 1 719,9-8 0,-9 6 0,2-1 0,-1-1 0,0 0 0</inkml:trace>
  <inkml:trace contextRef="#ctx0" brushRef="#br0" timeOffset="163909.27">7714 576 7083,'8'1'540,"-1"-1"-271,-2 2-89,0-1 0,-1 0 0,0 0 90,0 1-90,1-1 180,3 2-180,-2-1 0,3 1 179,-2 0-179,-1-1 0,1 2 0,-2-2-90,0 1 90,0 0-90,0 0 90,0-1-90,-1 1 179,4 3-89,-2-2-90,4 3 0,-3-1 0,0 1 90,4 3-90,-2-2 0,3 3 0,-4-3 0,0 0 0,3 6 0,-3-4-90,3 5 90,-3-4 0,4 5-90,-3-4 90,2 4-90,-3-6 90,0 0-90,-1 1 0,0-1 90,0 0-90,3 3 0,-2-2 90,1 1-90,-2-3 0,-2-1 0,1-1 0,0 1 0,-1-1 0,1 1 0,0-1 0,0 1 89,1 0-89,-2 0 0,4 5 0,-2-3 0,3 3 0,-3-5 0,0 1 0,1-1 90,2 5-90,-2-4 0,3 4 0,-3-5 0,-1 0 0,1 0 0,0 0 0,0 0 90,3 3-90,-3-3 0,4 3 0,-4-5 0,0 1 0,0-1 0,-1 0 0,1-1 90,1 4-90,1-1 0,0 1 0,-2 0 0,-2-4 0,3 4 0,-2-2 0,4 3 0,-4-3 90,4 3-90,-3-2 0,3 1 0,-3-2 0,0 0 0,1 0 0,4 4 0,-4-3 0,5 3 0,-6-4 0,1 2 0,0-1 0,0 0 0,1 1 0,-1-2 0,0 1 0,1 0 0,-1 0 0,0 2 0,1-1 0,1 1 0,0 0 0,0 0 0,-1 0 0,0 0 0,0-1 0,-1-1 0,0 1 0,-1-1 0,5 5 0,-3-4 0,3 3 0,-4-4 0,0 1 0,0 0 90,4 3-90,-3-1 0,2 1 0,-2-1 0,-2-2 0,2 2 0,-1-2 0,2 2 0,-3-2 0,8 6 0,-5-3 0,4 3 0,0 1 0,-4-5 0,4 5 0,-4-6 0,0 1 0,-1 0 0,1 0 0,0 0 0,5 5 0,-3-3 90,3 3-90,-1-3-90,-2-1 90,1 0 0,-1 0 0,0-1 0,1 2 90,0 0-90,0-1 0,-1 0 0,-1-2 0,1 0 0,-1 1 0,0 1 0,0-1 0,-1 1 0,0-2 0,0 0 0,-1-1 0,0 0 0,-2 0 0,0 0 0,1 0-90,-1-2 90,0 1 0,0-1 0,1 1 0,-1 0 0,1-1 0,0 1 0,0-1 0,0 0 0,-1 0 0,1-1 0,-1 0 0,0 1 0,0-2 0,-1 1 0,0-2 0,0 0 0,-2 0 0,2 1 0,-2-2 0,1 1 0,-3-2-180,0 1-539,1-2-1080,1-1 1799,-3-3 0,-2-6 0,-4-4 0</inkml:trace>
  <inkml:trace contextRef="#ctx0" brushRef="#br3" timeOffset="170176.27">8095 474 8792,'6'5'0,"-1"-1"-180,-2-1 90,0 2-90,0-2 0,-1 2-719,1 1 449,-1-2 450,3 3 0,-1 2 0,1 1 0</inkml:trace>
  <inkml:trace contextRef="#ctx0" brushRef="#br3" timeOffset="170414.27">8282 726 8972,'-2'10'450,"-1"-2"-360,2-2-90,0 0-180,0-1 90,0 2-360,0-2 180,1 4 0,0-3-539,1 1 269,0-2 540,1 0 0,2 3 0,0 0 0</inkml:trace>
  <inkml:trace contextRef="#ctx0" brushRef="#br3" timeOffset="170565.27">8331 905 7533,'2'6'-360,"0"1"180,-2-2-540,1 0 720,0 0 0,0 0 0,-1 0 0</inkml:trace>
  <inkml:trace contextRef="#ctx0" brushRef="#br3" timeOffset="170756.27">8474 1061 6633,'4'7'0,"1"0"-270,-3-4 90,1 2 180,-1-2 0,1 1 0,0 0 0</inkml:trace>
  <inkml:trace contextRef="#ctx0" brushRef="#br3" timeOffset="170960.27">8677 1191 6543,'5'7'90,"0"-1"-90,-2-2-90,-1-1-359,0 0 449,0 0 0,-1-1 0,1 0 0</inkml:trace>
  <inkml:trace contextRef="#ctx0" brushRef="#br3" timeOffset="171148.27">8843 1404 6903,'6'6'270,"0"0"-360,-4-3 0,1 2-90,-1-2-180,1 1 180,0-1 180,0 1 0,3 2 0,1 1 0</inkml:trace>
  <inkml:trace contextRef="#ctx0" brushRef="#br3" timeOffset="171295.27">9066 1636 6273,'4'7'-60,"1"-1"0,-4-3 1</inkml:trace>
  <inkml:trace contextRef="#ctx0" brushRef="#br3" timeOffset="171501.27">9326 1893 7083,'5'6'1349,"-2"-1"-989,0-2-270,-1 0-900,1 0 810,0 0 0,-2-2 0,0 1 0</inkml:trace>
  <inkml:trace contextRef="#ctx0" brushRef="#br3" timeOffset="172201.27">7819 1164 9871,'7'0'540,"-2"0"-540,-1 3 90,-1-1-90,0 1-180,0 0 0,0 0-180,0 0-269,1 1-361,1 0 361,0 1 629,0 1 0,4 5 0,2 1 0</inkml:trace>
  <inkml:trace contextRef="#ctx0" brushRef="#br3" timeOffset="172392.27">8156 1475 8792,'5'6'450,"-1"0"-270,-1-4-180,0 1 90,0 0-270,1 1 0,-2-2-180,1 2-540,0-1 541,0 0 359,0 1 0,5 4 0,0 0 0</inkml:trace>
  <inkml:trace contextRef="#ctx0" brushRef="#br3" timeOffset="172539.27">8445 1734 7173,'6'6'-150,"1"1"0,-1-2 0</inkml:trace>
  <inkml:trace contextRef="#ctx0" brushRef="#br3" timeOffset="172751.27">8791 1979 7892,'6'6'540,"-1"-1"-450,-1-1 0,-2-1 0,2 1-90,-2-1 0,1 1-540,2 2-179,-2 0 179,2 2 540,0-2 0,4 3 0,1 2 0</inkml:trace>
  <inkml:trace contextRef="#ctx0" brushRef="#br3" timeOffset="172879.27">9113 2224 7982,'8'8'0</inkml:trace>
  <inkml:trace contextRef="#ctx0" brushRef="#br3" timeOffset="174109.27">9651 743 8702,'2'-9'1979,"1"1"-1080,-2 4 1,1 0-810,2 5 90,-1 0-90,1 6 0,-2-1 0,0 3 0,0 2-1,-1 2 1,-1 3 0,0 1-90,-1 2-265,0 1 265,-1 0 0,1 0-90,-1 6 90,1-8-186,0 4 186,1-10 0,-1-1-90,1 0 90,0-2 0,-1 0 353,1-2-263,0-2 8,4-11-98,-2 1 0,5-11 0,-2 1 0,7-16 0,-1 7 0,5-11-800,-3 11 800,-2 4 0,-1 4 0,-3 3 0,1 3 0,-2 3 0,1 2 0,2 4-90,-2 2 890,3 3-889,-3 2 89,1 3-90,-1 3 90,3 5-416,0 1 326,0 2 90,1 1 0,-2-3 0,0 0-90,-1-1 90,0-2-180,3 5 0,-2-7 90,2 4-90,-3-9-90,0-1 1,0-2-91,0-1 0,0-2-1619,4-2 540,-3-1 1543,4-2 0,2-5 0,1-1 0</inkml:trace>
  <inkml:trace contextRef="#ctx0" brushRef="#br3" timeOffset="174401.27">10221 752 9781,'8'-1'720,"0"0"-630,-3 2 90,2-1-90,-1 0 0,2 1 90,5-1-90,-1 0 0,4 1-1,-3-2-89,0 1 0,1-1-179,-1 1-1,-1-2-180,-1 1 0,-1 0-270,0 0-539,-2 0 180,-2 1 989,-1 0 0,-2 0 0,-1 1 0</inkml:trace>
  <inkml:trace contextRef="#ctx0" brushRef="#br3" timeOffset="174706.27">10346 818 9602,'2'-9'2158,"0"14"-2158,0-1 90,0 13 0,-2-4-90,0 1 90,0 2-90,0 1 90,0 0-345,0 3 345,1-1-90,-1 1 0,2-2-90,-1 0-90,-1-1 0,1-1-180,-1-3 0,1 0-1619,-1 1 450,1-5 1529,0 2 0,-1-4 0,0-2 0</inkml:trace>
  <inkml:trace contextRef="#ctx0" brushRef="#br3" timeOffset="174906.27">10268 1134 9781,'6'3'450,"3"-1"-360,-3-1 90,2-1-90,1-1 90,6-1-90,-1 0-90,5-1-90,-4-1-270,1 0-90,1 0-899,-1-1 270,1-2 1079,-1 1 0,5-4 0,2-1 0</inkml:trace>
  <inkml:trace contextRef="#ctx0" brushRef="#br3" timeOffset="175156.27">10745 916 10951,'4'-6'449,"0"2"-359,1 2 90,1 1-90,1-1-90,-1 1 0,1-1-360,2-1 1,-3 1-1620,1 0 1979,-1 0 0,-4 1 0,1 0 0</inkml:trace>
  <inkml:trace contextRef="#ctx0" brushRef="#br3" timeOffset="175358.27">10731 995 10321,'1'7'450,"2"-2"-360,1-4 0,2-1 90,5 0-180,-2-1-180,5 0-90,-4-1-1619,5-2 630,-2 1 1259,4-1 0,0-2 0,1-1 0</inkml:trace>
  <inkml:trace contextRef="#ctx0" brushRef="#br3" timeOffset="175823.27">11349 689 10231,'0'-8'1709,"0"1"-1169,0 1-270,-2 3-180,-3 4 0,-1 2 0,-4 7-90,1 0 90,-2 5-1,-1 3-89,-1 5-787,-1 0 787,3 3 90,-1 0-90,3 0 0,0 1-345,2-3 345,1-1 0,3 5 0,1-9 0,2 5 0,3-8 0,0-2 0,4 1 0,4 2 0,-2-5 0,5 1 0,-4-7-90,0-1 90,1-2 90,-1-1 747,0-2-837,0-2 475,-1 0-295,1-6-180,-3 2 90,0-4 0,-4 1 0,-2 0-90,-2 0 90,-3-1 0,-2 1 0,-7-1-90,0 2-90,-5 1 0,3 4-540,-6 1 91,4 2-2250,-10 2 271,12 1 2518,-4 2 0,3 2 0,0 1 0</inkml:trace>
  <inkml:trace contextRef="#ctx0" brushRef="#br3" timeOffset="177614.27">9785 1530 13289,'7'6'180,"-2"-1"-90,-4 1-90,0 0 90,0 2-90,0 2 90,0 1-90,-1 2 0,0 1 90,0 1-90,0-1 0,-1 1 0,1-1 0,-1-1 0,0 0-90,0 3 90,0-3-90,0 1 90,0-5 0,0-2-90,0-1 90,1-1 0,-1 1-90,-1-3 90,0-9 0,4-6 0,2-7-90,4-4 90,1 1 0,7-12 0,-2 7-976,4-6 976,-5 15-90,-2 2 90,-1 5 0,0 1 0,-1 4 0,0 0-90,-1 3 90,0 1 976,-1 2-976,0 1-89,0 2 89,-1 1-90,-1 2 90,0 3 0,-1 1-90,1 8 90,-1 5-90,0 0 0,0 5 0,-2-10 0,1 3 0,-1-6-90,1-1 0,0-1 0,0-1-90,1-2 0,0-1 1,0-2-181,1 0-1439,4-1 630,-2-2 1259,4 0 0,3-5 0,1-1 0</inkml:trace>
  <inkml:trace contextRef="#ctx0" brushRef="#br3" timeOffset="178054.27">10339 1489 9691,'0'-8'720,"1"1"-360,-1 1-90,-2 1-90,-2 2-90,-3 4-1,0 2 1,-1 5-90,0 0 90,-1 3 0,-2 5-624,0 4 624,0 3-90,0 3 90,1 0-904,0 0 814,2 1 0,2-2 90,3 5-90,2-9 0,2 3 0,1-9-90,5 3 580,-1-4-490,7 5 0,-4-10 0,3 0 858,-3-6-858,5-1 0,-4-3 0,4-2 0,-5-3 0,2-2 90,2-13-90,-3 0-635,2-9 635,-6 6-362,-3 0 362,-2 2 90,-2 2 0,-6-10-90,-2 6 90,-3-3-227,0 11 137,0 4 0,0 3 0,-1 3-90,0 1 0,2 2 500,0 2-1219,-3 3 568,4 1-1198,-2 1 155,6 2 1284,2-1 0,1 5 0,1 1 0</inkml:trace>
  <inkml:trace contextRef="#ctx0" brushRef="#br3" timeOffset="178302.27">10513 1619 10951,'7'-6'809,"1"1"-719,-4 3 0,1-1-90,-1 2-270,3-1 0,-2 1-809,2-1-360,-2 1 1439,0 0 0,2 0 0,-1 1 0</inkml:trace>
  <inkml:trace contextRef="#ctx0" brushRef="#br3" timeOffset="178504.27">10524 1734 9781,'5'4'270,"1"0"-180,1-4 0,2 0-90,0-1 0,2 1 0,0-1-270,1-1-89,1 0-811,0-1 271,0-1 899,2 0 0,3-3 0,2-2 0</inkml:trace>
  <inkml:trace contextRef="#ctx0" brushRef="#br3" timeOffset="178921.27">10910 1489 9871,'0'-9'1709,"0"1"-1529,3 3 90,0 0-90,2 1-90,0 0 90,2 1-90,1 0 90,1 1-90,0 0 0,2 1 0,-1 1 0,0 2-90,0 0 89,-2 1-89,0 2 0,-2 1 0,-1 2 0,-3 2-89,-1 3 89,-5 5 0,-4 3-90,-6 6 90,-2 2-672,-4 1 582,0-1 90,0-2 0,2-2-90,0-3 76,-1 6 14,3-5-90,3-1 90,6-7 0,6-8 0,1 0 0,3-1 671,2-1-671,3 1 15,2-3 75,2 0-90,4 0 0,1-2-90,4 0-270,0-1-180,1 0-1978,9-1 2518,-1-1 0,5-1 0,-5 0 0</inkml:trace>
  <inkml:trace contextRef="#ctx0" brushRef="#br3" timeOffset="181353.27">1725 1184 10321,'6'6'630,"0"4"-540,-5-4 0,1 5 0,0-1 0,3 9 89,0 6-89,1 1-90,0 0 90,0-5-822,-1-1 732,2 4 90,0-1-90,1-1 0,-1-1 0,1 0 90,-1-1-90,0-1 0,-1-2 0,2 2-90,-3-4-270,1 5 553,-1-8-553,-2 0-1709,0-2 2069,-3-4 0,-2 0 0,0-1 0</inkml:trace>
  <inkml:trace contextRef="#ctx0" brushRef="#br3" timeOffset="181693.27">1816 1382 8882,'1'-10'720,"-2"1"-361,1 3 271,-1 1 0,0 0-540,-4 6-1,0 0 1,-4 5 0,1 1 0,-3 2-90,-2 2-466,-4 1 466,-3 3 90,-1 1-312,-1 0-138,-10 6 91,7-4-1187,-5 4 736,11-8-629,4-2 7,3-2 1342,4-3 0,-1 2 0,1 0 0</inkml:trace>
  <inkml:trace contextRef="#ctx0" brushRef="#br3" timeOffset="182626.27">3044 254 9332,'0'3'2068,"-1"-2"-1888,8 5 0,-4-2-90,0-1 90,1 3-90,0 0 0,1 1 0,0 2 0,1 1 0,1 1-90,2 2 90,2 3 0,1 0-90,2 4 90,6 4-180,-2-4-1396,3 1 1216,-8-8 0,0-3-180,-4-2 1,-1-1-271,0-1-719,-2-1 0,-1-1 1439,-1 0 0,-1-1 0,0 0 0</inkml:trace>
  <inkml:trace contextRef="#ctx0" brushRef="#br3" timeOffset="182820.27">3201 342 9961,'0'-7'270,"-1"1"360,0 1-540,-6 8 0,1 1-90,-8 11 180,-4 10-180,1-2-771,1-1 1,0 1-310,-5 7 495,8-11 1,0 0-226,-5 7 810,3-2 0,-3 4 0,1 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04:53.23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8627 5547 5734,'4'-4'0,"1"1"0,1 3 5,2 1 7,-1 0 35,10 1-21,1 0-26,2 1 0,7 0 45,7-1 0,3 1-45,-17-1 0,2-1 0,3 1 0,5 0 0,4 1 0,-2-1 0,-2 0-1093,4 0 1,-2 0 0,1 0 1085,-2 0 1,0 0 0,1 1 0,-1-1-77,-2 0 0,-1 0 0,1 0 1,2 0 82,0 1 0,3 0 0,0 0 0,-1 0 0,-2 0-158,4 0 1,-3 0-1,6 1 158,-8-1 0,5 0 0,3 1 0,2 0 0,0 0 0,-2 0 0,-3 0 0,-4-1-452,0 1 0,-4-1 0,-1 0 0,3 0 452,1 0 0,3 1 0,1 0 0,0-1 0,-3 1 0,-3-1 13,1 0 1,-4 1-1,1-1-13,-1 0 0,0-1 0,4 1-8,4 1 0,5 0 0,2 1 0,-1-1 0,-4 0 8,2 1 0,-3-1 0,6 0 0,-11 0 0,5-1 0,3 1 0,1 0 0,0 1 0,-1-1 0,-4-1 0,-4 0 0,8 2 0,-5-2 0,2 1 0,-4-1 0,3 1 0,0-1 0,0 1 0,-5-1 0,0 0 0,-3 0 0,0 0 0,0 0 0,0 0 0,3 1 0,1 0 0,3 0 0,2 1 0,-1-1 0,-2 0 459,3 1 1,-2-1 0,7 1-460,-12-2 0,5 1 0,4 0 0,1 0 0,1 1 0,0-1 0,-2 0 0,-2-1 0,-5 0-341,6 1 0,-5-1 0,-1 0 0,4 0 341,1 0 0,3 1 0,1-1 0,1 1 0,-1-1 0,-2 1 303,-2-1 1,-2-1 0,0 1 0,0-1-1,1 1-303,2-1 0,1 0 0,-1 1 0,1-1 0,-1 0-307,-3 1 0,0-1 1,-1 0-1,1 1 1,-1-1 306,1 0 0,-1 0 0,0 0 0,1 0 0,1 0 0,1 0 0,2 1 0,1 0 0,-1-1 0,-2 1 0,-4-1 0,5 0 0,-5 0 0,6 0 0,-7 0 0,4 0 0,3 0 0,2 1 0,2-1 0,0 1 0,-2-1 0,-1 0 0,-4 0 0,7 0 0,-3-1 0,-1 0 0,-1 0 0,2 1 0,-3-1 0,1 1 0,0 0 0,-1 0 0,0-1 0,-1 0 0,0 0 0,-2 0 0,-1 0 0,1 0 0,2-1 0,-2 0 0,1 0 0,0 0 0,1 0 0,1 0 0,0-1 0,0 1 0,1-1 0,1 0 0,0 1 0,0-1 0,1 0 0,0 0 0,0 0 0,-1 0 0,1 0 0,1 0 0,-1 1 0,1-1 0,-1 0 0,-1 0 0,-1 0 0,4 0 0,0 0 0,0-1 0,-3 1 0,-1-1 0,-5 1 0,4-1 0,-4 0 0,-1 1 0,1-1 0,-1 0 0,4 0 0,-4 0 0,3 0 0,3-1 0,0 1 0,1-1 0,0 0 0,-3 1 0,0-1 0,0 1 0,1-1 0,0 0 0,0 0 0,0 1 0,2-1 0,0 0 0,1 1 0,0-1 0,0 0 0,-2 1 0,-2-1 0,4 0 0,-2 0 0,-1 0 0,-2 0 0,-2 0 0,4 1 0,-4 0 0,1 0 0,4-1 0,0 0 0,-2 0 23,1 0 0,0 0-23,-4 1 0,3-1 0,0 0 0,-2 0 0,0 0 0,-2 1 0,3-1 0,-1 1 182,0-1 0,2 0 0,-1 0-182,-6 0 0,-1 1 0,1-1 0,8 0 0,2 0 0,-2 0 0,-8 1 0,-1-1 0,4 1 0,3-1 0,6 1 0,2-1 0,-2 1 0,-6-1-296,6 1 0,-2 0 296,-7 0 0,4 0 0,-1 0 0,-4 0 134,-1 0 1,-2 0-135,-1 1 0,3 0-90,4-1 0,4-1 1,-2 1 89,-1 1 0,2-1 0,-3 1 0,7-1 0,2 0 0,-2 0 0,-7 1 0,0-1 0,-2 1 0,-2 0 0,4 0 0,1 0 0,-1 0 0,-1 0 0,0 1 0,0-1 0,-3 1 0,10-1 0,-1 1 0,-8 0 0,2-1 0,0 1 0,-1 0 0,-1 0 0,0 0 0,-1 0 0,1 0 0,0 1 0,0-1 0,8 0 0,0 1 463,0 0 0,0 0-463,-8-1 0,1 1 0,-4-1-463,-5 0 0,0 1 463,6-1 0,2 0 0,-2 0 0,-1 1 0,-3-1 0,16-1 0,-15 1 0,-2 0 0,4-1 0,-15 1 0,12-1 0,-19-1 0,2 0 0,-22-1 0</inkml:trace>
  <inkml:trace contextRef="#ctx0" brushRef="#br1" timeOffset="34064">10482 11603 15122,'-5'-2'-2446,"0"-1"1344,2 1 272,5-2 2791,-1 2-921,6-1-164,-4 3-521,18-8-3294,11-1 3955,-3 0 128,0 0 114,-20 7-1629,19-2-2176,-4 0 2147,11 0 319,0 2 1,4-1-80,-9 2 0,2 0 0,1 0 0,-1 0 70,-1 0 1,-1 0 0,1 0 0,0 0-10,4 0 1,0 0-1,0 1 1,-5-1-101,2 1 1,-3 1 20,2 0 1,3 1-394,1 0 0,2 1 0,-1-1 478,-11-1 1,-1 1 0,4-1 302,4 1 0,5 0 0,2 0 1,-2-1-1,-5 0-258,6 0 1,-2-1-320,1 1 0,2 0 0,-5 0 351,-5-2 1,-4 1 33,-1-1 1,-2 0 68,7 1 742,1-1 1,-3 0-724,-13 1-434,13 0 363,-21 0 1698,2 0-1732,3 1-68,-2-2 3070,3 2-3033,-4-1 1,-3 1-1,0-1 1</inkml:trace>
  <inkml:trace contextRef="#ctx0" brushRef="#br1" timeOffset="36715">7018 9822 12416,'-9'-3'-1063,"3"1"624,0 1 278,2-1-70,-5-2 34,5 2-29,-5-2 91,6 2-392,21-4 779,0 3 1,3 0-1250,13-1 1,7 0-1,-4 0 1174,-1 1 1,-1 0-75,-5 2 0,4-2 1,-1 2-1,-6-1-1021,-3 1 1,-2 0 1168,8 0 0,6-1-235,-2 1 0,5-1 0,1 1 0,-5-1 170,-8 2 0,-2-1 1,4 0-214,-3 0 0,5 0 0,4 0 0,1 0 0,1 1 0,-1-1 0,-1 0 0,-4 1-272,5 0 0,-3 0 1,-1 0-1,0 1 0,2-1 285,-4 0 0,1 0 0,-1 0 1,2-1-1,0 1 0,2 1 3,0-1 1,3 1 0,1 0-1,1 0 1,-1 0 0,-2 0 0,-3 0-1,-5 0 209,5-1 0,-6 1 0,6 0-207,-3-1 1,7 1 0,3 0-1,2 0 1,0 1 0,-2-1 0,-4 0-1,-7-1-12,-1 1 0,-5 0 0,3 0 5,9 0 1,5 0-1,-1 0 1,-7 0 147,-6 1 1,0-1-146,0 1 0,5-1 1,0 1-1,-3 0 666,5 0 1,1 0-664,-4 0 1,6 1 0,2 0-1,-3 0 1,-6-1-20,0 0 0,-2 1 11,1 0 1,4 0 0,2 0-1,-2 1 251,5-1 1,-1 0 0,1 1-248,-7-1 1,1-1-1,1 1 1,-1 0 3,-2-1 1,0 1 0,0-1-1,-2 0 5,3 0 0,-3 0 1,-2 0-403,-4-2 0,1 1 414,4 0 0,4 1 1,2-1-1,-2 0-444,0 1 1,0-1-1,1 0 450,1 1 1,3-1-1,-1 1 1,-3-1 10,3 0 1,0 1 52,-1 0 0,2 0 1,-5-1-63,-7 0 1,-1 0 442,4 1 0,2 0 0,2 0-459,5-1 0,1 1 1,-5 0-601,-6-1 0,-1 1 597,8 0 1,5-1-1,-4 1-1,-1 0 0,-4-1-1,-9 0 1,0 1-491,10-1 1,0 1 476,1 0 130,-5 0 1,4 1-1,0-1-115,0 0 0,1 0 0,2 0 6,-3-1 1,2 0-1,1 0 1,0 1-1,-3-1 408,4 0 1,-3 0 0,1 0-400,-1 0 1,3-2-1,-2 1 1,-5 0 16,-4 0 1,-1 0 2,9 0 0,4-1-5,-1 1 0,2-1 0,-4 1 264,-6 0 0,1-1-274,1 1 0,6-1 0,2 1 0,-1-1 0,-4 0-568,-1 1 0,-3-1 0,2 0 573,6 0 1,3 0-1,-4 0-221,3 0 0,-2-1 216,2 1 1,-1 0-3,-11 0 0,-1 0-3,11 0 0,4-1-6,-7 2 0,0-1 0,1 0-211,1 0 1,1 0 0,-1 0 204,2 0 1,0 0 0,-1 1 399,-6-1 1,-1 0-1,-1 0-399,13 0 0,-5-1-552,1 1 554,-3 0 1,1-1 8,-14 1 0,-1-1 50,15-1-34,-14 2 0,-1-1 1554,11-1-1516,5 0-12,3 0-27,0 1 966,-12 0-991,-16 1 2718,1 1-3633,11-2-11,-8 1 1,12 0 3,-17 1 19,9-1-6,-8 0 1979,2 0-1970,-3 0 899,-4 1 0,-5 4 0,-3 1 0</inkml:trace>
  <inkml:trace contextRef="#ctx0" brushRef="#br1" timeOffset="38514">14510 9900 17347,'3'-2'2074,"9"-2"-1901,13 0 0,3 0-197,-8 1 1,0 0-6,9 0 1,4-1-11,1 0 0,2 1 1,2 0 0,-6 0 0,1 1 0,1 0 0,0 0 16,-5-1 0,1 1 0,0 0 1,1-1-1,0 1 45,4 0 0,0 0 0,1 0 0,1 0 1,3 0-80,-6 1 1,3-1 0,2 0 0,0 1 0,0 0 0,0-1 0,-2 1 0,-3 0-8,5-1 0,-5 1 1,0-1-1,2 1 0,5 0 46,-10 0 0,3-1 0,2 1 0,4 0 0,0 0 1,2 0-1,0-1 0,-1 1 0,-1 0 0,-2 0 1,-2 0-1,-3 0 0,-5 0-35,14 0 0,-8 0 0,-1 0 1,7 0 34,-9 0 0,4 0 0,1 1 0,3-1 0,0 0 0,1 0 1,-1 0-1,-2-1 0,-1 1 5,2 0 1,-1 0 0,-1 0 0,0 0-1,-2 0 1,0-1 0,-1 1-7,5 0 1,-3 0 0,0 0 0,0 0-1,2 0 10,-5 0 0,0 0 0,1 0 1,0 0-1,1 0 0,1 0 0,0 0 5,-3 0 0,1 0 1,0 0-1,1 0 1,0 0-1,1 0 0,0 0 1,0 0-1,1 0 2,-3 0 0,2 0 0,-1 0 1,1-1-1,1 1 0,-1 0 1,1 0-1,0-1 0,-1 1 0,0 0 1,-1 0 0,2 0 0,-1 0 0,-1 0 0,1 0 1,-1 0-1,1 0 0,-1-1 0,2 1 1,0 0-1,1 0 2,-2-1 1,2 1 0,2-1 0,1 0 0,1 0 0,0 0 0,-1 0 0,-1 0 0,-2 1 0,-2-1 0,-3 0 0,-3 0 0,-4 1 21,11-1 0,-8 0 0,5-1-14,-3 1 1,5 0 0,3-1 0,1 1 0,-1-1 0,-3 0 0,-5 1 36,4-2 0,-4 1 1,-2-1 6,-2 1 1,-1 0-1,0 0 39,14-2 0,-6 1 106,-11 1 48,-2 0-82,5-1 15,-14 2 0,-13 0 1,-15 2-1</inkml:trace>
  <inkml:trace contextRef="#ctx0" brushRef="#br1" timeOffset="39998">6719 10689 7193,'-8'-3'-272,"1"-2"68,7 0 189,0 1 42,11-4 203,-3 5-119,8-3-1204,11 1 1,9 0 0,-1 0 1074,-4 1 1,5 0 77,-10 2 0,5-1 0,5 0 0,3 0 1,2 1-1,1-1 0,0 1 0,-2 0 1,-1 0-244,-4 1 1,1 1 0,-1 0 0,-1 0 0,1 0 0,0 1 0,0-1 0,1 1 0,0-1 239,-2-1 1,0 1-1,1-1 1,0 1-1,0-1 1,0 1-1,0-1 1,-1 1-1,0 0 1,-1 0-98,4 1 1,-1-1-1,-1 1 1,0 0-1,0 0 1,1 1-1,0-1 1,2 1 57,-5 0 1,2 0 0,1 0 0,1 0 0,0 1 0,0-1 0,0 1 0,-2 0 0,0-1 0,-3 0 0,-2 0 29,10 0 1,-4 0-1,-2 0 1,2 0-1,4 0-150,-10 0 0,2 0 0,2 1 1,2-1-1,0 1 0,1-1 1,1 1-1,-2-1 0,0 1 0,-1-1 1,-1-1 100,3 1 1,0-1 0,-1 0 0,-1 0-1,0 0 1,0 0 0,-1-1 0,1 1-83,2 0 1,0 0 0,-1 0 0,0-1 0,1 1 0,0 0 0,0-1 12,-4 1 0,1-1 1,0 1-1,1 0 1,-1-1-1,0 1 1,0-1-1,-2 1 0,-1-1-44,6 0 0,0 0 0,-2 0 0,-1 0 0,-2 0 0,-3 0 259,5 0 1,-4-1 0,4 1-227,-5-1 0,3 0 0,2 1 0,-1-1 0,-1 0 0,-4 1-24,1-1 0,-3 0 1,3 1 181,3-1 0,5 0 0,1 0 0,-4 0 0,-9 0-278,2 0 238,7-1 2092,-20 1-2129,-5 1 3262,-1-1-3442,3 1 278,-17 8 0,-1-2 0,-15 5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5:37:56.12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6809 5571 7713,'-7'2'1529,"1"1"-540,2-1-449,0 0 89,1-1 91,-1 2-540,6 2-90,-1-2 0,6 2 0,-1-2 90,2-1-90,1 1 0,2 0 0,2 1 0,2-1-1,3-1 91,12 1-90,-1-1-90,9-1-870,-4-1 915,-8 0 0,1 0 45,6-1 0,2 0-90,-2 1 0,1-1 30,-3 0 0,2-1 0,-2 1-30,-3-1 0,0 1-1046,9-2 1,0 0 1045,-11 2 0,-1 0 45,1 0 0,0 0-247,0 0 0,1 0 202,-1 1 0,1-1 0,-1 1 0,-1-1-632,2 1 1,-1-1 631,-1 1 0,0 1 0,1-1 0,0 0 45,-1 1 0,-1-1-45,1 1 0,0-1 0,-1 1 0,0 0 45,7 0 0,-1 0-45,-6 0 0,-1 0-700,5 0 0,-1 0 700,12 0 90,-2 0 1092,1 0-1182,-11 0 0,0 1 0,-7-2 0,2 1-287,13 0 0,1 0 287,-12-1 0,-1 0 0,5 0 0,1 0 0,-8 0 0,0-1 471,17 1-471,0-1 45,-11 1 0,1-1-45,-7 0 0,0 0 0,7 1 0,-1-1 0,11 0 0,0 1 0,-18-1 0,2 1 0,6 0 0,0 0 0,-5-1 0,0 1 663,5 0 1,-1 0-664,13-1 0,-1 1 0,-18 0 0,0 0 0,18-1 0,2 0 0,-4 0 0,-11 0 0,0 0 0,14-1 0,-15 1 0,-1 0-638,9 0 638,-2-2 1128,-1 2-1128,7-2 0,-9 2 890,4-1-800,-10 2-90,0 0 928,3-1-928,-2 1 0,4-1 0,-4 1 0,4-1 1031,0 1-1031,2-1 0,1 0-753,-2-1 753,-2 1 0,-3 1 0,2-1 0,0 0 0,0 0 0,8 0 0,-8 0-455,5 1 455,-8 0 0,-2-1 0,0 2 0,1 1 0,-2-1 539,0 0-539,-1-1 0,1 1 0,-1 0 0,10 0 0,-6 1 0,6-2 458,-7 1-458,5-1 0,-2 1 0,3-1 90,-3 0-90,2-1 0,2 2 0,-6-2 0,0 1 0,9 0 0,-9-1 0,0 0 0,19 2 0,-7-2 0,-12 0 0,-1 1-1060,8 0 1060,0 0 0,12-2 0,-7 3 0,-12-2 0,-1 1 0,10 0 0,0 0 0,-1 0 0,-1-1 0,-2 0 0,1 1 261,-1 0-261,2 1 0,2-2-216,-2 1 216,-8 1 0,0-1 0,11 0 0,-11 0 0,-1 0 561,10 1-561,0-1 0,-1 0 0,12 2-212,-9-1 212,-11-1 0,1 1 0,9-1 0,1 0 0,0 0 0,0 2 0,0-2 0,0 0-899,0-1 899,0 2 0,0 0 0,-1-1-50,0 2 50,-10-3 0,0 1 0,13 1-257,-13-1 0,1 0 257,-1 0 0,-1 0-1624,13 1 1624,9-1 0,-14 1 182,-1-1-182,-3 1 0,3-1 0,1 1 0,4 1 0,1-1 0,-1 0-703,2 1 703,0 0 0,1 0 0,1-1 0,1 1-8,3 0 8,-1 0 0,-17-1 0,1 0 401,10 2 1,0-1-402,-6 0 0,1 0 0,7 2 0,2 0-93,3-1 0,-2 0 93,-7 0 0,-1 0-45,11 0 0,0 0-280,-11 0 1,-1 0 324,1 0 0,1-1 0,0 2 0,-1-1 0,1 0 0,0 0 0,0 0 0,0 0 0,1 0 0,-1 1 0,0-1 0,-1-1 0,1 2 0,0-1 0,-1-1 0,0 1 0,0 0 0,-1 0 0,1 0 0,-1 0 0,0 0 0,-1 1 0,0-1 0,0 1 0,0-1 0,-1 0-45,1 0 1,-1 0 44,0 0 0,0 0 0,-1-1 0,1 1 0,10 1 0,-1 0 0,-8-1 0,-1 0 0,7 2 0,1-1-432,-1 1 0,-3-1 432,-7-1 0,-1 0-285,8 0 1,0 1 284,5 1 0,2 0-142,-4-1 142,-1 0 324,-10-1 1,1 0-325,11 1-45,-13-2 0,0 0 45,15 2 0,-5-1 0,3 0 947,-10 0-947,14 0 0,-10-1 815,-8 0 0,0 0-815,8 0 0,0 1 355,0-1-355,1 0 0,1 0 0,-1 0 0,0 0 0,1 0 0,0 1 0,1-1 0,0 0 0,1 0 0,0 0 0,1 0-90,0 1 90,1-1 0,0-1 0,1 1 0,-11-1 0,1 0 0,14 0-181,-14 0 0,-1 0 181,10-1 0,1 1 0,-1 0 134,0-1-134,-1 1 0,0-1-67,-1 1 67,-1-1 0,-9 1 0,0-1 0,12 0-45,-13 0 0,0 0 685,10-1-685,-11 1 0,0-1 45,11 2 775,9-2-775,0 1 0,-7 0 0,-13-1 0,1 1-455,8-1 455,2 0 0,-1 0 0,0 0 0,1 0 0,-1 0 0,2 0 0,1 0 0,0 0 26,0 0-26,1 0 0,0 1 0,1-1 0,1 1 0,-1-1 0,2-1 0,0 1 0,4-1 0,-13 1 0,2 0 0,-6 0 0,0 0 0,5 0 0,0 0 0,-6 0 0,-1 0 0,-2 0 0,1 0-651,2 0 1,0 0 650,0 0 0,0 0 0,0 0 0,0 0 0,1 0 0,-1 1 0,1-1 0,-1 0 23,1-1 1,0 1-24,-1 0 0,1-1-45,0 1 0,0 0-252,-1-1 0,0 0 297,1 2 0,-1-1 0,1 0 0,-1-1 0,1 1 0,-1 0 0,0 0 0,1 0 101,-1 0 1,1 0-102,9-1 0,0 1 269,-7-1 1,-1 1-270,9-1 0,-2 1-349,-10 0 1,-2 0 348,2 1 0,0-1 0,-2 0 0,1 0 0,8 0 0,0 1 0,-7-1 0,0 0-45,5 0 0,-1 0 45,10 0 0,-11 0 0,0 0 0,14-1 0,-14 1 0,-1 0 0,9-2 45,-10 2 0,0 0-45,12-1 0,-14 1 0,1 0 0,4 0 1288,-1 0-1288,-4 0 0,9-1 0,-7 1 34,7 0-34,-9 1 724,-1-2-724,0 2 0,9-2 0,-11 1 0,7 0 0,-12 1 0,-2-1 0,-1 1 1534,-2-1-1534,0 1 90,-2-1-90,0 1 924,-1-1-834,2 1 218,1-1-308,-1 1 90,1-1-90,-3 1 0,-1 0-269,0-1 269,0 2 0,0-1 0</inkml:trace>
  <inkml:trace contextRef="#ctx0" brushRef="#br0" timeOffset="1924">6844 6522 10231,'2'8'-629,"0"0"539,-1-2 0,2 0 90,0 1 0,2 1 0,1 0 0,1 1 0,3 0 90,3 2 0,5 0-360,4 3 360,4-2-559,6 0 469,6 0-929,-16-7 0,2 0 929,2 0 0,0-1 45,4-1 0,1 0-1237,5-1 1,1-1 1191,-10 0 0,1 0 0,1 0-491,2-1 0,1 0 0,1 0 491,1 0 0,0 0 0,0 0-303,1-1 0,1 0 0,0 0 303,1 0 0,0-2 0,1 1-127,0 0 0,1 0 0,0-1 157,1 0 0,0 0 0,0-1-30,1 1 0,0 0 0,1 0 22,-11 0 1,0 0 0,1 0-1,-1 0 90,0 1 0,0-1 0,0 0 1,2 0-95,2-1 0,3 1 0,0-1 0,0 0 0,-2 1 4,4-1 1,-1 0-1,-1 0 1,2 1-6,-2-1 1,0 0 0,1 1 0,-1-1 0,-2 1 4,1 0 1,-2 0 0,0 0-1,-1 1 8,7-2 0,0 1 0,-1 0 36,0 0 0,0 0 0,0 0-36,-1 0 0,1 0 0,-1 1-162,0-1 1,-1 1 0,0-1 161,0 1 0,0 0 0,-1 1 0,0-1 0,0 0 0,0 0 0,-2 1 0,1 0 0,-1 0-30,-1 0 0,1-1 0,-1 2 30,-1-1 0,0 0 0,0 1 104,-1 0 0,-1-1 0,1 1-104,-2-1 0,0 1 0,0 0-30,10-1 0,-1 1 167,-1 0 0,0 0-167,-5 0 0,-1 0 45,1 0 0,-1-1-45,-1 1 0,0 0 45,-1-1 0,-1 1 545,0-1 1,-1 1-591,-2-1 0,1 1 45,-1-1 0,-1 1-45,-4-1 0,1 1 90,5-1 0,-1 0 0,8 0 0,6-1 0,-20 2 0,-3 0 90,-4-1 1910,0 1-2000,-3-1 1041,0 1-1131,-2-1 2689,0 1-2689,-1-1 652,0 0-562,-1 1-90,4-1 0,-3 1 0,2 0-180,-2 0-360,2 0-629,0 2-540,1-1-270,-1 0 1979,-3-1 0,4 0 0,2-1 0</inkml:trace>
  <inkml:trace contextRef="#ctx0" brushRef="#br0" timeOffset="21942">6661 7213 6453,'6'0'90,"1"1"0,-3-1 0,5 0-90,-2 0 90,4 0 90,3-2-90,0 1 0,3 0 0,-2 0 90,7-1 0,6 0-90,-1 0 0,11-1-1,-15 2-89,6-1-875,2 2 875,-8-1 45,-2 1 0,0 0-45,8 0 90,9 1-90,-7 0 0,1 0 89,1-1-89,0 1 0,-8-1 0,0 0 0,13 1-859,-12-1 0,0 1 859,10 0 90,2-1-90,3 2 0,-20-1 0,1 0 0,1 0 0,0 0 0,0 0 0,-1 1 0,0-1 0,-1 1-196,1-1 1,0 1 195,19 2 0,-20-2 0,0 0 0,1 0 0,-1 0 0,18 1-679,-17-1 0,0 0 724,0-1 0,0 1-45,1-1 0,1 1 0,1 0 0,-1-1 0,1 0 0,0 0 0,0 1 0,1-1 0,0 0 0,-1 0 0,2 0 0,0-1 0,0 1 0,0 0 0,1-1 0,0 1 0,0-1 0,-1 0 0,2 1 0,-1 0-6,0-1 1,-1 0 50,1 1 0,-1 0-45,0-1 0,-1 0 0,1 0 0,0 0 0,-1-2 0,-1 1 0,1 1 0,-1-1 0,-1 0 0,0 0 0,-2 1 0,0 0 0,7-1 0,0 0 0,-8 0 0,0 1 137,6-1 0,0-1-137,11 2 0,-1-2 74,1 2-74,0-1 0,-8 0 0,0 1 29,-5 0 0,-1-1-29,7 0 0,2 1 0,0 0 0,0 0 0,-9-1 0,-1 0 45,10 1 0,-1-1-45,-9 1 0,-1 0 0,2-1 0,0 1 0,0-1 0,0 1 0,0 0 0,0-1 0,7 0 0,2 0 0,4 1 0,0-1 0,-2 0 0,1-1-451,0 2 0,-2-1 451,-9 0 0,-1 1 0,1-1 0,0 0-105,0 1 1,0-2 104,-1 1 0,2 0 0,9-1 0,2 0 0,-10 1 0,1-1 0,8 0 0,0 0 0,2 0 0,-2 0 45,-7-1 0,-1 1-45,9 0 0,0-1 0,-10 2 0,-2-1 0,0 1 0,1 0 0,0-1 0,1 1 0,-1 0 0,1 0-384,-1 1 0,1-1 384,-1 0 0,1 0 0,-1 0 0,1 1 0,-1-1 0,1 0 0,-1 1 0,1 0 0,-1 0 0,1 0 0,11 0 0,1 0 0,-9 0 0,0 1 0,9-1 0,-1 0 0,-10 1 0,-2-1 0,2 1 0,-1-1 0,1 1 0,0-1 0,0 0 0,0 0 0,1 0 0,-1 0 0,0 0 0,0 0 0,0 0 0,-1 1 0,0-1 0,0 1-382,0-1 0,0 1 382,-1 0 0,0 0 0,0-1 0,0 0 104,0 0 0,0 0-104,-1 1 0,1-1 0,0 0 0,-1 1 0,0-1 0,0 1 0,1 0 0,-1-1 0,1 0 0,-1 1 0,1-1 0,-1 0 0,1 0 0,-1 1 0,1-1 0,0 0 0,0 1 0,0-1 0,-1 1 0,2-1 0,9 2 0,1-1 0,-9 0 0,-1 0 0,9 1 0,0-1 0,0 0 0,-2-1-45,-7 1 0,1-1 45,2 1 0,3 0 0,-4-1 0,-1 0 0,-1 1 0,9-1 0,-1 1 0,-10-1 0,-1 1 0,0-1 0,0 1 0,1-1 0,0 0 0,1 0 0,-1 0 0,0 1 0,1-1 0,0 0 0,-1 0 0,1 1 0,-1-1 0,0 1 0,0-1 0,0 1 0,0-1 0,0 0 0,0 1 0,0-2 0,0 1 0,-1 0 0,0 0-45,11 0 0,1-1 90,-11 1 0,-1 0-45,10 0 0,-2 0-90,8 0 135,-18 0 0,0 1-45,-1-2 0,1 1-384,0 0 1,0 0 383,-1-1 0,-1 0 0,19 0-17,-11 1 0,0 0 62,-7 0 0,1 0 644,5 0 1,0 0-690,9 0 0,-1-1 390,-1 1-390,-2 0 0,-1 0-90,0-1 90,-3 0-90,3 1 0,-1 0 90,2 0-90,1 1 90,-1-1-90,1 1 90,-1-1-90,-1 0 90,0-1 0,-1-1 0,1 0 0,10-1 0,-11 1 0,10 1 0,-16-1 1809,6 1-1809,-2 1 0,0-1 928,2-1-928,-2 1 0,3-2 0,0 2-93,1-1 93,-9 2 0,1-1 45,1 1 0,1-1 131,0 1 0,0 0-176,-1 0 0,-1 0 635,11 1-635,-10-1 0,0 1 0,14 0-1094,-13-1 0,-1 0 1094,11 1 0,-10-1 0,1 0-536,1 0 1,1 1 535,-1 0 0,1-1-258,-2 1 0,-1 0 258,10-1-591,-1 0 591,1 0 1787,-1 0-1877,0 0 90,-1-1 729,1 1-729,-1 0 0,1 0 0,0 0 1348,1-1-1348,-12 1 0,1 0 0,13 0-48,-14 0 0,0 0 48,10 1 0,0-1-90,0 1 180,1 0-180,1 0 90,1 0 0,3 2 0,-2-2 0,3 2 0,-4-1 0,1-1 0,-2 1 0,0 0 0,-1 0 0,1 1 0,0-1 0,1 0 0,0 0 0,3 0 0,-2 0 0,4 0 0,-1 0-1039,-1-1 1039,-19 0 0,0 0 0,1-1 0,-1 1 0,2-1 0,-1 1 0,3-1 0,-1 0 0,1 0 0,0 1 0,0-1 0,0 0 0,-1 1 0,1-1 0,10 1 0,0 0 0,-8-1 0,0 1 0,8 0 0,0 0 0,-10 0 0,-1-1 0,0 1 0,1 0 0,-1-1 0,0 1 0,1-1 0,-1 1 0,0 0 0,1 0 0,-1-1 0,0 1 0,0 0 0,0 1-67,0-1 0,0-1 67,9 1 0,-1 0 0,-6 1 0,0-1 0,7 0 0,-2 0-484,-9 0 0,-1 0 484,20 1 0,-4-1 0,-11 0 0,0 1 0,14-1 0,-15 0 0,0 0 0,8 0 284,-1 0-194,-2 0 990,0-1-990,6 1-90,-8-1-11,4 1 11,-10-2 90,-2 1-90,-1 0 1044,-1 0-1044,-1 0 0,-3 0 89,4-1-89,-6 2 838,2-1-838,-1 0 70,-5 1-70,3-1 1196,-5 0-1196,0 0 293,0 1-293,0-1 0,-1 0 0,1 0 0,-1 1 0,0-1 0,2 0 0,-2 0 0,2 0 0,-2 0 0,-1 0-360,1 0 360,0 0 0,-2-1 0,-2 0 0</inkml:trace>
  <inkml:trace contextRef="#ctx0" brushRef="#br1" timeOffset="28043">16939 8102 11232,'-4'-4'1658,"-1"1"-1735,-1 3 489,0 2-543,21-1 133,-6 0 26,18 1-1765,7-2 1500,-3 0 237,-6 0 0,1 0 0,-3 0 0,0 0 45,4 0 0,0-1-1461,2 1 0,0-1 1416,3 1 0,1 0 0,4-1 0,2 2-901,1-1 1,1 0 930,-11-1 0,1 1 0,0 0-30,0 0 0,0-1 0,0 1 0,1-1 0,0 0 0,0 0-433,1 0 1,0 0-1,0 0 433,1 0 0,0 0 0,0-1-174,0 1 0,1 0 1,-1-1 173,0 0 0,0 1 0,1-1 0,-2 0 0,1 0 0,0 0 0,-1 1 0,-1-1 0,1 0 141,-1 0 0,-1 0 0,0 0-141,0 0 0,-1 0 0,0 0 0,10 0 0,-1-1 199,-1 1 0,-1-1-199,-5 1 0,0 0 0,-2 0 0,0-1 0,-2 1 0,-1 0 304,-1 0 0,-1 0-304,-4 0 0,0 0 1452,16-1-1362,-1-1-90,-11 2 90,2-1-90,-12 2 0,-2 0 1358,0 0-1358,2 0 1755,-3 1-1665,4 0-90,-6 1 0,0 0 1827,0-1-1827,-1 1 500,0-1-500,-1 1 0,0-1 90,-1 1-90,0 0 0,-1 0 0,0-1 0,-1 1 0,0-2-90,0 2-3187,0 0 3264,-13 1 0,-5 1 1,-12 1-1</inkml:trace>
  <inkml:trace contextRef="#ctx0" brushRef="#br0" timeOffset="38290">10556 11410 7353,'-1'-8'989,"1"0"-629,0 1-90,0 2 539,-1-1-719,3 3 0,0 0-90,3 1 90,-1 0-90,1 1 0,1 0 90,-2 0-90,4-1 0,-3 1 90,2 0-90,0 0 0,0 0 0,1 0 0,-1 1 0,1 1 0,1 0 0,0-1 90,0 1-90,2 1 0,0-1 0,2 1 0,1 1 0,0-1 0,2 1 0,1 0 0,12 0 0,-4 1-816,9-1 816,-5 1 0,-1-1 0,1-1 0,-1 2 0,12 0 0,-13-1 0,11 2 0,-12-2 0,2 1 0,1 0-649,0 0 649,1 1 0,0-1 0,1 1 0,1-1-975,1 1 975,0-2 0,1 0 0,0-1 0,-1 1 0,1-2 0,0 0 0,0 0 0,1-1 0,0 1 0,1 0 0,1-1 0,-10 0 0,1 0 0,-5 0 0,0-1 0,4 1 0,2-1 0,5 0 0,-1 0-1277,-8 1 0,0-1 1277,10 0 0,0 1 0,-10-1 0,0 0-193,-1 0 1,1 1 237,-1-1 0,1 1-90,0-1 0,-1 0 45,1 0 0,0 0 0,0 0 0,0 0 0,1 1 0,-1-1-274,0 1 0,0 0 274,0-1 0,0 1 0,0 1 0,0-1 0,-1 0 0,1 0 0,-1 1 0,1-1 0,-1 0 0,0-1 0,-2 1 0,0 0-42,-1-1 0,1 1 42,-1 1 0,0-1 0,8 1 0,-1-1 0,-4 1 0,-1 0 45,5-1 0,0 0 1699,10 1-1789,-11-1 0,0 0 32,-6 1 0,0-1 13,6 0 0,0 0 0,11-1 0,0 1 0,0 0 0,-1 0 0,1 0 0,-1-1 0,1 0 265,-1 0-265,1 0 0,0 0 0,0-1 0,-17 2 0,0-1 0,0 1 0,1-1 0,12 0 0,0-1 0,-8 0 0,0 0 0,9 0 0,0 0 0,-11 1 0,0-1 0,13 1 0,1-1 0,-9 1 0,1 0-194,8 0 0,2-1 194,1 0 0,-1 0 45,-9 1 0,1 0-45,2-1 0,5-1 0,-5 1-688,-1 0 1,-2 0 687,11 0 0,-2-1 0,-11 1 0,-2 0-54,0 0 0,0 0 54,0 0 0,-1 0 188,0 0 1,0 0-189,8 0 0,0-1-45,-2 1 0,1 0 300,-2 0 0,0 0-300,-5 0 0,-2 0 1842,5 0-1707,2 0-90,-11 0 0,1 1 0,-10 0 1509,2-1-1509,-1 1 746,-1 0-746,-3 1 1140,-3-1-1140,2 1-360,-2-1 90,3 1-179,-3 0-1440,2 0 1889,-2 0 0,-2 0 0,0 1 0</inkml:trace>
  <inkml:trace contextRef="#ctx0" brushRef="#br0" timeOffset="40143">7219 9672 8612,'-7'2'450,"-1"1"-360,3-3 180,0 2-1,-1-1 1,2-1 90,-2 1 0,1 0 0,0 0 179,1 0 91,-1 0-540,9 1-90,-2-2 0,9 1 270,2-2-180,-1 0 0,7 0 0,-2 1-611,4-1 611,5 1-906,3-1 816,6 0 45,-6 0 0,1-1 0,-6 1 0,1 0-1045,10 0 1,0-1 999,-7 1 0,-1 1 45,1-1 0,0 0-750,1 0 0,-1 1 705,1-1 0,0 1-125,-1-1 0,2 1 125,-2 0 0,2 0 0,-2 0-211,5 0 0,0 0 211,-4 0 0,0 0 0,-1 0 0,3 0 0,-2 0 45,1 0 0,1 1-45,-1-1 0,1 1 0,-1-1 0,1 1-88,0-1 0,1 1 88,-1-1 0,0 0 0,0 0 0,1 1 184,-2-2 0,2 1 0,-1 0-184,4 0 0,1 0-354,-5 0 1,1 0 0,0 0 353,6-1 0,-1 1 0,1-1 0,0 1 0,-9-1 0,-1 1 0,1 0 30,0-1 0,-1 1 0,1-1-30,-1 1 0,0 0 0,2 0 0,9 0 0,1 0 0,-1 0 0,-7 0 0,-1 0 0,2 0 0,6 0 0,2 1 0,-2-1 0,-9 0 0,-1 0 0,0 0 0,11 0 0,0 0-227,-12 0 1,2 0 0,-2 0 226,12 0 0,0-1 0,-10 1 0,0 0 0,-1 0-31,11 0 0,-1-1 31,-10 1 0,-1-1 0,0 1 0,7-1 0,1 0 0,2 0 0,0 0 0,-3 1 0,-1-1 0,1 1 0,0-1-250,0 1 1,0 0 249,0 0 0,-1-1 45,1 0 0,-1 0-45,-1 0 0,2 0-31,-3 0 1,2-1 0,-2 1 30,5-1 0,0 1 0,-5-1 0,1 1 0,-2-1 377,1 1 0,0 0-377,-3-1 0,1 1 0,1-1 0,0 1 0,1 0 0,-1 0 172,0-1 0,-1 1 0,1-1-127,12 1 0,-3 0-45,-12 0 0,-2 0 0,1 0 0,-1 1 0,-1-1 0,1 1 0,-2-1 0,0 0 0,0 0 0,0 0 0,-3 0 0,1 1 0,-1-1 0,0 1 0,17-1 639,0 2-639,0-1 0,0 0 0,-1 0 0,1-1 0,-1 0 1925,1 0-1925,0 0 0,1 1-1056,0-1 1056,-17 1 0,0 0 0,19 0 49,-17 0 1,-1-1-95,0 1 0,0 0 45,1 0 0,1 0 0,11-1 0,1 1 0,-10 0 0,1 0 0,8 0 0,1 0 0,-1 0 0,-1 0 0,-7 0 0,0 0 0,7 0 0,0 0-574,-11 0 0,-2 1 574,-1-1 0,1 0 0,0 1 0,0-1-631,18 0 631,-16 0 0,-1 0 0,18 0 0,-18 1 0,0-1 0,17 1 0,-18-1 0,-1 0 0,17 1 0,1-1 0,-1 1 0,1-1 0,-1 1 0,-1 0 627,-1 0-627,-1 0 308,-2 0-308,-4 0 1747,-2-1-1657,-4 1 1213,-2-1-1303,0 0 90,-3 0-90,0 0 0,-2 0 1222,0 0-1222,-2 0 0,0 0 1183,-3 0-1183,-1 0 754,-1 0-754,-1 0 0,-1 0 90,0 0-90,-1 0 90,-1 0 0,0 0 0,1 0-1,0 0 1,0 0 0,0 0-90,-1 0-3277,0 1 2679,-12 2 1,2 1 0,-11 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05:44.96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14395 5122 5535,'34'-10'0,"0"1"0,1 0-795,-12 3 0,-1 0 795,13-3 0,-3 0 0,-7 3 0,9-2-455,-12 3 0,1 0 1,-3 0-1,0 1 1,2-1-1,1 1 1</inkml:trace>
  <inkml:trace contextRef="#ctx0" brushRef="#br0" timeOffset="16249">11920 6383 5734,'-7'5'0,"0"2"0,6-4 0,-1 3 0,1-2 0,0 0 0,4 0 0,0-2 0,6-2 0,-5-1 0,2-5 0,-5 2 0,0-3 0,-1 2 0,4 5 0,-2-1 0,5 2 0,-3-2 0,-1-2 0,-2-1 0,-2-1 0,2 1 0,-4 9 0,3-2 0,0 7 0,1-4 0</inkml:trace>
  <inkml:trace contextRef="#ctx0" brushRef="#br0" timeOffset="19467">14836 6067 5734,'-6'-4'0,"1"1"0,3 3 0,3 1 0,4-1 0,1-2 0,2-6 0,-8 2 0,0 2 0,-1-2 0,0 3 0,-5 4 0,1 2 0,-1 2 0,3-1 0,1 0 0,3-10 0,-1 4 0,1-9 0,-3 7 0,-2 2 0,0 2 0,0 1 0,6-4 0,-1 1 0,5-6 0,-6 14 0,0-3 0,-1 8 0,4-8 0,-1 0 0,1 3 0,0 1 0,5 3 0,-4-5 0,7-2 0,-7-5 0,-1-1 0,0-2 0,-4 1 0,-1 0 0,-2 0 0,-5 6 0,3 2 0,4 3 0,6 1 0</inkml:trace>
  <inkml:trace contextRef="#ctx0" brushRef="#br0" timeOffset="22634">9794 6131 5734,'-1'-6'0,"-3"6"0,0 3 0,1 5 0,1 0 0,2-2 0,2 0 0,0-2 0,2 0 0,0-4 0,3-1 0,2-7 0,-3 2 0,1-4 0,-3 1 5,-2-3 1,0 3 14,-2-3-15,-1 8-8,-2 5 9,-1 5-6,1 4 0,3 2-3,6-5 3,0-2 3,3-5 3,3-10-3283,-5 5 3164,1-5 113,-7 5-2,-1-3-1,-3 4 3,-2 0-6,-6 18 6,6-6 0,-3 8-3,7-11 3279,0 1-3157,2 3-122,2-4 6,3-1-3,2-10 3,0-5 0,-1 2-6,-4-5-3,-6 9 4,-2-2 4,-1 6-4,0 4 2,-2 5-6,-4 10 9,3-5-6,-2 13 0,9-18 3,0 6-3,3-10 6,3-8-6,-2 1 3,2-8-2,-5 3 2,-5-5-3,1 4 3,-5 0-6,1 10 6,2 0 0,0 6 0,6 0 0,-1 0 0,3 1 0,-1-4 0,1 0 0</inkml:trace>
  <inkml:trace contextRef="#ctx0" brushRef="#br0" timeOffset="26901">15200 6311 5734,'-6'-5'0,"1"0"0,0 4 0,0 0 0,0 0 0,0 1 0,-2 0 0,1-1 0,0 2 0,1 1 0,2 3 0,1 3 0,3-2 0,1 0 0,1-3 0,-1 0 0,3-6 0,-1 0 0,0-4 5,-2 0 12,0 3-17,-1 9 0,2-5 3,1 6-3,2-8 0,0-2 0,-3-2 0,-2 0-3,-6 8 6,4 0 31,-2 4-32,-2-2 4,6 7-3,-4-4 0,5 4-3,4-7 2,-1-6 1,1-5-3,-3 2-5,-3-13 7,-5 18-2,2-8-2,-2 15 2,4-2 2,3 7-4,6-2 4,4-3-4,-2-6 2,-2-6 0,-4 2 0,-2 0 0,0-1 0,-3-6 0,0 5-3,-2-4 0,-2 10 3,0 4 0,0 2 3,4 0-6,2-1 3,0-2 0,1-1 3,2-1-20,4-4 17,-4 0 0,-1-5 0,-8 4 0,-10-2 0,-1 3 0</inkml:trace>
  <inkml:trace contextRef="#ctx0" brushRef="#br0" timeOffset="29635">10583 5927 5734,'4'-6'0,"-1"2"14,2-3 62,-1 3-76,2-2 0,-1 4 90,16 9-90,3 4 45,2 3 0,3 3-45,-4-1 0,1 2 0,1 2 0,0 0 0,1 2 0,1 0 0,-3-1 0,2 0 0,-2-1 0,2 2 0,-1 1 0,3 3 0,-2-2 0,-6-5 0,3 2-1415,-1 1 1,-3-4 1414,-13-12-179,2 4 179,-3-3 0,-8 0 0,-6-4 0</inkml:trace>
  <inkml:trace contextRef="#ctx0" brushRef="#br0" timeOffset="29849">10901 6033 5734,'-4'-22'0,"1"9"8,1 0 15,1 8 7,-1 2-17,-4 22 0,-1 16-24,0-4 1,0 3 0,0 1-171,2-8 1,-1 1 0,1 0-1,-2 2 181,1 1 0,0 3 0,-1 1 0,1 0 0,-1-1 0,1-4 0,0 0 0,0-3 0,1-1 0,-1 3 0,-2 4 0,1 1 0,0-1 0,0 1 0,0-1 0</inkml:trace>
  <inkml:trace contextRef="#ctx0" brushRef="#br0" timeOffset="31816">11245 4391 5734,'-5'-3'0,"0"0"0,0-1 0,1 2 0,-4-4 0,3 3 59,-4-5-37,16 5-13,1 2-9,10 5 0,-1 6 0,2 3 0,4 5 0,2 3 0,-1-1 0,1 0 0,3 1 0,-6-2 0,4 3 0,1 2 0,-2-2 0,-5-5-1639,-2-1 1,-1-1 1599,5 4 1,4 3 0,-6-5 38,-3-4-891,12 9 891,-12-10-11,7 4 1,-19-12-1,-2-2 1</inkml:trace>
  <inkml:trace contextRef="#ctx0" brushRef="#br0" timeOffset="32019">11500 4320 5734,'-2'-12'0,"1"3"0,-4 8 1,-1 14 1,-2 9-658,1 3 1,-2 6-1,-1 3 1,0 2 0,1-1 616,0-6 0,-1 1 1,1 1-1,-1-1 0,0 1 1,1 1-92,-1 2 0,-1 1 1,1 0-1,0 1 0,-1-2 1,0 0-1,1-3 1,-1 0-1,0-1 0,0-1 1,0 0-1,1-3 0,-2 2 1,0-1-1,1 1 1,-1-1-1</inkml:trace>
  <inkml:trace contextRef="#ctx0" brushRef="#br0" timeOffset="35599">16834 1525 5734,'-1'-8'0,"-1"-2"0,0 3 0,1-1 0,0-1 0,0 2 0,1 0 3,-1 2 2,1 12-2,0-1-1073,0 12 1076,0-3-1687,-1 7 1687,0 5 3,0-3 1,-1 8-1,0 3 1,0 1 0,-1-6-833,2-2 1,-1-3 0,0 4 822,-1 3 0,1 5 0,-1 2 0,0-1 0,0-3-101,0-1 1,-1-2 0,0 0 0,1 2 118,-1 1 0,1 1 0,-1 2 0,0-1 0,1-2-18,-1 2 0,0-1 0,0 0 0,0 0-56,1-4 1,0 1 0,0 0 0,0-2 0,1-6 55,-1 1 0,1-2 0,0 8 0,-1 3 0,1-4 0,-1 2 0,1 0 0,0-5 0,1 1 0,0-1 615,-1 0 1,0 1 0,1-2-616,1 0 0,1-3-1660,-1-4 1660,0 2 0,0-15 2191,0 1-2191,0-3 234,1 4-234,-2-3 90,1 2-90,-1-3 3276,0 2-3071,-1-3-205,18-5 0,19-6-1639,-16 4 1,0-2 1580,8 0 1,0-1-657,-9 2 1,3 0 713,2 1 0,5-1 0,2 1 0,3-1-228,0 2 1,4 0 0,2-1-1,0 1 1,0 0 0,-2 0 227,-1 0 0,-2-1 0,1 1 0,1-1 0,6 1 0,-12 0 0,4 1 0,1 0 0,3 0 0,0 0 0,2 0 0,0 0 0,-1 0 0,0 0 0,-1 0 0,-3 0 0,-2 0 0,8 0 0,-4 0 0,-1 0 0,-1 0 0,1-1 0,1 1 0,2 0 0,-7 0 0,1 0 0,2 0 0,0 0 0,0 0 0,1 0 0,0 0 0,0 0 0,-1 0 0,-1-1 0,-1 1 0,3-1 0,0 1 0,0-1 0,0 1 0,-2-1 0,0 0 0,-1 0 0,-2 1 0,-1-1 0,7 0 0,-4 0 0,0 0 0,-2 1 0,2-1 0,3-1 0,1 1 0,0 0 0,-2-1 0,-3 1 0,6 0 0,-4 0 0,-1 0 0,-7 1 0,-2-1 0,2 1 0,9-1 0,2 0 0,-2 0 0,-8 1 0,-2-1 0,1 1 0,0 0 0,0-1 0,-1 1 0,3-1 0,-3 1 0,3-1 0,-20 2 613,8-1-613,-3 0 0,3 0 2268,-6 1-2358,-5-1 3366,0 1-3519,0-1 243,-11-2 0,3 0 0,-16-2 0,2 1 0</inkml:trace>
  <inkml:trace contextRef="#ctx0" brushRef="#br0" timeOffset="36299">17200 2756 5770,'7'1'0,"-1"0"0,-3 1 0,-1 1 0,1 1 0</inkml:trace>
  <inkml:trace contextRef="#ctx0" brushRef="#br0" timeOffset="36532">17370 2946 5734,'6'2'0,"-2"-1"0,-3 0 0</inkml:trace>
  <inkml:trace contextRef="#ctx0" brushRef="#br0" timeOffset="36782">17499 2864 5734,'7'-6'0,"-2"1"0,-2 1 0,-1-1 0</inkml:trace>
  <inkml:trace contextRef="#ctx0" brushRef="#br0" timeOffset="37000">17665 2616 5734,'3'-4'0,"-1"1"0</inkml:trace>
  <inkml:trace contextRef="#ctx0" brushRef="#br0" timeOffset="37201">17567 2517 5734,'-25'0'0,"4"-1"0,8 2 0,-2-1 0</inkml:trace>
  <inkml:trace contextRef="#ctx0" brushRef="#br0" timeOffset="37448">17118 2698 5734,'2'6'0,"-1"-1"0,2-3 0</inkml:trace>
  <inkml:trace contextRef="#ctx0" brushRef="#br0" timeOffset="37682">17235 2817 5734,'6'-2'0,"0"0"0,-3 0 0,1-1 0,1 0 0,0-1 0,1 0 0,0-1 0</inkml:trace>
  <inkml:trace contextRef="#ctx0" brushRef="#br0" timeOffset="37882">17543 2678 5734,'5'-3'0,"1"0"0,-2 1 0,9-4 0,-7 3 0,6-4 0,-6 3 0,1-3 0,2-2 0</inkml:trace>
  <inkml:trace contextRef="#ctx0" brushRef="#br0" timeOffset="38098">17760 2406 5734,'3'-6'0,"3"-1"0,-3 3 0,4-1 0,-3 2 0,1 0 0,0 0 0</inkml:trace>
  <inkml:trace contextRef="#ctx0" brushRef="#br0" timeOffset="38268">17896 2350 5734,'7'6'0,"2"1"0,-7-5 0,2 1 0</inkml:trace>
  <inkml:trace contextRef="#ctx0" brushRef="#br0" timeOffset="40915">16988 2991 5734,'7'-6'0,"-1"2"0,2-1 0,-2 2 0,2-1 0,-3 2 0,11-6 0,-1 0 0,3-1 0,-4 1 0,-7 5 0,15-8 0,-8 3 0,10-4-514,-13 6 514,-2 2 0,12-7 0,-7 3-588,6-4 588,-11 6 0,-3 3 0,-1-1 483,8-5-483,6-4 0,-3 1 0,12-7 0,-14 8-1145,4-1 1145,-7 4-209,-5 4 209,0 0 0,5-4 0,7-5 0,-4 4 0,15-11 0,-9 7 0,2-2 0,-4 4 0,-10 6 1721,7-3-1721,7-4 0,-1 1 0,3-3 252,-11 7-252,10-7 0,-11 6 0,11-7 0,-13 8 0,14-9 0,-8 5 0,5-3-244,-10 7 244,0 0 0,10-6 0,-8 5 0,5-4 0,-5 4 0,7-4 0,-2 1 0,2-1 0,-11 6 0,3 0 0,10-7 0,-8 5 0,7-4 244,-8 4-244,8-5-3277,1-2 3162,-2 1 115,-7 4-569,-5 5 569,0 0 0,12-7 0,-5 4 0,6-5 0,-5 4 0,4-4 0,0 0 0,3-2 3111,-9 6-3111,10-6-2542,-8 6 2542,9-6 0,-6 5 0,10-4 0,-4 1-971,3 0 971,-13 5-575,-3 2 575,-3 1 2626,5-2-2626,6-4 0,-6 3 0,2-1 0,1-1 0,5-2 1310,1-1-1310,-1 1 0,-4 3-2390,11-7 2390,-9 5 0,-1 1 0,0 0 0,1-2 0,4 0 3,-3-1-3,-5 3 2,15-9-2,-7 3 1796,1 0-1796,-12 9-2,-3 0 4,7-3-2,-5 3 0,5-4 0,-11 7 0,5-3 3,8-4-2868,-4 1 2865,6-3 0,-11 7 0,1-1 3,8-6-3,-3 2 0,3-2 511,-11 6-511,-1 3-3,9-10 3,-5 5 3,6-5 2164,-8 7-2167,-2 1-178,0 1 178,1 0 732,9-6-732,-8 5-659,8-5 656,-10 7 936,2-2-930,6-4-3,-3 3 0,2-2 50,-9 5 1,-2 3 0,-2-1 0</inkml:trace>
  <inkml:trace contextRef="#ctx0" brushRef="#br0" timeOffset="45615">17999 2138 5734,'1'-8'0,"-1"1"0,1 2 0,-2 0 0,0 1 0,-1 0 0,-1 1 0,0 0 0,-1 0 22,-2 0-5,-3-2-3,-7 1-11,3 1 0,-2 1-1,7 1 1,-17 2 0,3 0-1644,-8 1 1647,10 1-6,5 0 3,1-1 5,-19 3-2,-2 2-6,-2 0 0,7 0 0,17-4 1641,-16 5-1641,-4 3 0,-5 1 0,13-3 0,-2 0 0,0 1 0,-8 2 0,-2 2 0,4-1 0,2-2 0,4 0-1155,4-2 0,4-1 1155,7-2 0,-4 2-2627,-15 12 2627,11-7-207,-10 8 207,15-10 0,-1 2 0,-4 2 0,0 2 0,2-3 0,0 1 545,0-1 1,1 0-546,-2 4 1532,3-2 0,1 0-1532,-9 7 0,6-3 0,-1 2 188,6-5 1,1 0-189,0-1 0,0 1-985,0-1 1,1 0 984,0 0 0,4-6-159,0 1 159,0-1 0,-5 7 0,-1 3 0,0 0-810,3-3 810,5-9 1720,-7 16-1720,5-9-149,-3 9 149,5-13 0,3-3 0,-4 14 0,2-3 0,0 5 0,2-8 0,3-8 1000,2 15-1000,2-5 0,1 7-350,1-11 350,-2-5 0,1 1 0,2 0 0,9 9-2323,12 5 2323,-5-3-1728,5-1 1728,-16-12 0,21 7 0,-17-9 0,1-1-222,3 3 0,-1-2 222,14 1 0,-14-4 0,5-1 0,-5-1 0,4 0 0,10-2 0,2 0 0,-7 1 0,-1-1 0,-1-1 0,0 0 0,-3-1 0,8-1 0,-13 1 0,2 0 0,-2-1 0,0 1 0,4-2 0,1 0 0,-3 1 0,-1-1 0,1 0 0,0 0 0,13-5 0,-12 3 0,2-3 126,2-1 1,3-2 0,-3 1-127,2 0 0,-1-1-190,7-5 0,-3 2 190,-7 2 0,8-5 558,-13 5 0,3-2 0,-2 2-558,-2 2 0,0-1 59,10-7 1,-3 0 30,-5-1 14,-6 1 0,0-2-104,7-7 305,-9 8 1,-1 1-306,-4 6 0,2-8 0,0-4 0,0-1 0,1-4 31,-2 5 0,-1 0 59,-3-3-90,-6 3 0,-1-1 0,1 2 0,-2 0 425,-1-4 0,-2 2-425,-1 8 0,-1 1 0,-8-5 0,-4 1 0,-5 0 0,-1 1-1057,1 0 0,1 2 1057,1 6 0,-2 3-128,2 6 1,-1 3-1,-1 1 68,-1 2 0,0 3 1,-1-1-284,-3-2 0,-1 1 1,1 1 342,3 2 0,0 3 0,4-1 0,2 0 0,1 1 0,-11 4 0,-1 1 0,10-4 0,0 1 0,0-1 0</inkml:trace>
  <inkml:trace contextRef="#ctx0" brushRef="#br0" timeOffset="46768">19340 2189 5790,'0'0'0</inkml:trace>
  <inkml:trace contextRef="#ctx0" brushRef="#br0" timeOffset="46999">19716 2208 5734,'5'-5'0</inkml:trace>
  <inkml:trace contextRef="#ctx0" brushRef="#br0" timeOffset="47199">19971 2258 5734,'7'3'0,"-2"1"0,-3-3 0,-1 0 0</inkml:trace>
  <inkml:trace contextRef="#ctx0" brushRef="#br0" timeOffset="47433">19703 2578 5734,'-7'3'0,"0"0"0,-2 1 0,4-1 0,-10 1 0,3-2 0</inkml:trace>
  <inkml:trace contextRef="#ctx0" brushRef="#br0" timeOffset="47681">19198 2683 5734,'0'0'0</inkml:trace>
  <inkml:trace contextRef="#ctx0" brushRef="#br0" timeOffset="48049">19482 2508 5734,'6'-2'0,"-1"-1"0,-2 2 0,1-2 0,-1 1 0,0 0 0,-1 0 0,-1 1 0</inkml:trace>
  <inkml:trace contextRef="#ctx0" brushRef="#br0" timeOffset="48899">17401 1508 5734,'9'-2'0,"0"1"0,-2-1 0,1 0 0</inkml:trace>
  <inkml:trace contextRef="#ctx0" brushRef="#br0" timeOffset="49115">17905 1395 5734,'7'-3'0,"0"-1"0,-1 0 0,-1 0 0,0 0 0,3-3 0,0 1 0,4-3 0</inkml:trace>
  <inkml:trace contextRef="#ctx0" brushRef="#br0" timeOffset="50767">17669 1294 5734,'7'9'0,"-1"1"0,-1-4 0,-1 4 0,-2-2 0</inkml:trace>
  <inkml:trace contextRef="#ctx0" brushRef="#br0" timeOffset="50998">17751 1649 5734,'0'0'0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5:45:48.20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9759 4524 24575,'0'0'0</inkml:trace>
  <inkml:trace contextRef="#ctx0" brushRef="#br0" timeOffset="4761">12860 4484 24575,'0'6'0,"0"-1"0,1-1 0,1-1 0,1-1 0,1-1 0,-1-1 0,1 0 0,-1 0 0,1 0 0,-1 0 0,1 0 0,-1-1 0,0-1 0,-1 0 0,-1-2 0,0 1 0,-1-1 0,0 0 0,0 0 0,0 0 0,0 1 0,-1-1 0,0 1 0,-2-1 0,0-1 0,-1 0 0,0 0 0,-2 2 0,1 0 0,0 2 0,0 0 0,1 1 0,0 0 0,1 0 0,-1 0 0,0 3 0,-1 5 0,2-1 0,-2 4 0,2-3 0,-1 2 0,1-1 0,0 0 0,1 0 0,1-1 0,-1-1 0,1 0 0,1-3 0,0 1 0,0-2 0,0 1 0,1-1 0,1 1 0,0 0 0,2-2 0,0-1 0,0-1 0,4 0 0,-2 0 0,3 0 0,-2 0 0,0 0 0,1 0 0,0 0 0,0-1 0,-1 0 0,-1-3 0,0 0 0,-1-1 0,-1 0 0,0 0 0,-1 2 0,0-1 0,0 0 0,-2 0 0,-1 0 0,0 0 0,0-1 0,0 0 0,0 0 0,0 0 0,0 1 0,-2-3 0,-1 1 0,-2 0 0,0 2 0,0 1 0,0 1 0,1 0 0,0 1 0,0 1 0,0 0 0,2 1 0,-1 2 0,0 2 0,-2 4 0,1-1 0,-1 1 0,0 2 0,1-1 0,-1 3 0,0-2 0,1-1 0,1-1 0,1-4 0,0 1 0,1-2 0,1 0 0,0-1 0,1 0 0,1-1 0,2-1 0,2 0 0,1 1 0,1-1 0,1 1 0,-2-1 0,2 0 0,-1-1 0,1 0 0,0 0 0,-2 0 0,-1 0 0,-2 0 0,1 0 0,-2-1 0,-1-1 0,-1-1 0,-1 0 0,0-1 0,0 0 0,0-2 0,0-1 0,-2-1 0,-1 0 0,-2 0 0,-1 0 0,-4-2 0,-1 1 0,1 1 0,-1 2 0,5 4 0,0 1 0,1 1 0,0 0 0,3-1 0,0 1 0</inkml:trace>
  <inkml:trace contextRef="#ctx0" brushRef="#br0" timeOffset="9199">16378 4935 24575,'0'0'0</inkml:trace>
  <inkml:trace contextRef="#ctx0" brushRef="#br0" timeOffset="11208">15844 4721 24575,'16'13'0,"6"7"0,-6-4 0,3 3 0,-7-6 0,0 0 0,0 0 0,-1 0 0,-2-3 0,-1-1 0,-1-3 0,-2-2 0,1 0 0,-2-2 0,-1 1 0,-1-1 0,1 1 0,-1 0 0,2 1 0,0-1 0,0 1 0,0 0 0,1 1 0,0-1 0,1 0 0,4 1 0,-4-1 0,4 3 0,-3-3 0,0 1 0,0 1 0,0-2 0,-1 1 0,-1-1 0,-1 0 0,0-1 0,-1 0 0,1 0 0,-1-1 0,0-1 0,0 1 0,0 0 0,0 0 0,1 0 0,0 1 0,0-1 0,1 0 0,0 0 0,-1 0 0,0-1 0,-1 1 0,-1 0 0,-1-2 0</inkml:trace>
  <inkml:trace contextRef="#ctx0" brushRef="#br0" timeOffset="12416">16164 4679 24575,'-4'9'0,"0"0"0,-2-2 0,0 0 0,0 2 0,-2 2 0,-1 0 0,0-1 0,-3 1 0,1 0 0,0 1 0,0 1 0,2-1 0,-1-1 0,2-1 0,0-1 0,0 1 0,-1-1 0,2 0 0,0-1 0,0-1 0,0 0 0,2-2 0,0 1 0,0 1 0,1-2 0,-2 2 0,1-1 0,-2 2 0,1 0 0,-1 1 0,0 0 0,1-1 0,1 0 0,0-2 0,2-1 0,1 0 0,0-2 0,1-1 0,1-1 0</inkml:trace>
  <inkml:trace contextRef="#ctx0" brushRef="#br0" timeOffset="14017">14031 7426 24575,'12'18'0,"5"4"0,6 4 0,0-1 0,2 1 0,-1-2 0,-2 1 0,3 1 0,-3-2 0,2 0 0,-2-2 0,-2-3 0,-3-2 0,-2-1 0,-3-1 0,-2-3 0,1-1 0,-3-2 0,-1-1 0,-1 0 0,-1-3 0,-1 1 0,0-2 0,0 0 0,0-1 0,-2-2 0,-1-2 0,-1 0 0</inkml:trace>
  <inkml:trace contextRef="#ctx0" brushRef="#br0" timeOffset="15967">10995 6163 24575,'27'4'0,"5"5"0,-13-1 0,1 1-1639,2 3 1,-1 2 1168,-2-2 1,-1 0 469,16 11 883,-4-4-883,-3-1 0,4 2 0,-3-2 779,-6-3-779,-4-3 0,-6-4 0,-3-2 2189,-4-2-2189,-1-1 365,-1-2-365,-1-2 0,-1-5 0,-1 1 0,-1-3 0,0 2 0,-1-1 0,-1 0 0,0-1 0,0-3 0,0-1 0,0-3 0,2-4 0,-1 0 0,1-2 0,0 0 0,-1-1 0,1-1 0,-1 1 0,0 1 0,-1 4 0,0 3 0,-1 2 0,2 2 0,0 4 0,0 2 0,0 2 0,-1 1 0,1 1 0,-1 0 0,0 3 0,0 2 0,1 2 0,-4 4 0,-3 4 0,-4 4 0,-5 8 0,-4 5-649,8-13 0,0 0 649,-2 4 0,-1 1 0,0 1 0,0 1 0,-1 1 0,0 1 0,1-2 0,2-1 0,1-3 0,0-2-190,1-1 1,0 0 189,-9 14 0,10-16 0,0 1 0,-12 16 0,3-3 0,3-4 0,4-7 0,3-6 0,4-5 0,3-3 318,1-1 0,1-4 0,2 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5:52:09.568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9788 4093 9062,'6'-5'1979,"-4"-1"-1889,-4 4-90,-3 3 0,-1 6 0,3 0 0,-1 4 0,3-7 0,-1 3 0,1-2 0,0 0 0,0 4 0,1-4 0,-1 6 0,2-7 0,1 4 0,0-5 0,1 2 0,0-3 0,1 1 90,-1-1-90,3-1 0,-2 0 90,3-2 89,-3 0-89,1-2 90,-1-1-90,-1-1 0,0 0 90,-1 0 0,-1-1 0,-3-5-90,1 4-90,-2-4 90,1 5 0,-1 1 0,1-1-90,-1 1 90,1 1 0,-1 0-90,0-1 0,0 2 90,0 0-90,1 0 0,-2 1 89,-1 0-89,0 2 0,-1 0 0,1 2 0,1 0 90,0 0-90,0 3 0,-1 1 0,2 1 0,0 1 0,1 0 0,1-1 0,1 1 0,0-2 0,1-1 0,0 1 0,1-1-90,1 1 90,-1-1 0,2 1 0,-1-3 0,1 1 0,1-3 0,0-2 0,0-1 90,0-3-90,-2 1 0,1-2 90,-2 1-90,0-1 90,-1 1-90,0-1 90,0 1 0,-1-1-90,0-1 270,-1 2-270,-9-5 0,7 8 0,-8-1 0,9 6 90,1 1-90,-1 2 0,2-2 0,-1 4 0,2-4 0,0 2 0,1-1-90,1-3 90,1 2 90,-1-2-180,3-1 90,0-2 0,-1-1 0,1-2 0,-3 1 90,0-2-90,0 0 0,-1 0 0,-1-1 90,1-3-90,-3 3 0,0-2 0,-1 2 0,-2 0 0,0 3 0,-4-1 0,2 4 0,-1 0 0,2 2 0,-1 2 0,1 0 0,0 2 0,1-1-90,0 1 0,0 0 0,1 1 90,0 1-180,1 1 90,0-1 0,0 0-90,1-3 180,1 1-179,1-2-1,1 2 0,1-9-270,-1 1-809,-1-5-2018,-5 2 3219,0 3 0,1 0 0,1 3 1</inkml:trace>
  <inkml:trace contextRef="#ctx0" brushRef="#br0" timeOffset="7649">12896 4084 8882,'-1'8'1079,"0"-2"-1079,-2-1 0,1-1 0,0 0 90,0 0-90,0 0 0,1 1 0,-1-1 90,1 2-90,0-1 180,1 0 0,1 0 180,2-2 0,2-2-181,0-1 91,1-2-180,-1-2 180,-2 1-180,0-1 90,-2 1 180,2-4-180,-2 1-90,0-3 90,-2 2-91,0 1-89,-2 1 90,0 2 0,-2 2-90,-2 2 0,1 1 0,0 1 0,2 0 90,0 1-90,0 0 0,0 0 0,1 1 0,0-1 0,0 1 0,1-1 0,0 2 0,1-2 0,0 1 0,2 1 0,-1-1-90,2 1 90,1-3 0,0 0 0,1-1 0,0 0 0,1 0 0,-1-2 0,4 0 0,-3-1 0,3-1 0,-4 1 0,1-2 0,-1-1 90,0 0-90,-1 0 0,0 0 90,0-1-90,-1 0 0,0-1 90,-1 1-90,0-1 90,-1 1-90,0-2 90,-1 3-90,-2-1 0,-2 4 0,0 2 0,0 1 0,1 2 0,1-1 0,0 1 0,1 0 0,0 1 0,0-2 0,0 3 0,1-2-90,0 3 90,1-2-90,2-2 90,2-3 90,0-3-90,1-2 0,-3 1 0,-1-2 90,-1 1-90,0-1 0,-2 1 0,0 0 0,-2 3 90,-1 2-90,1 1 0,-2 3 0,4-1 0,-1 1 0,1-1 0,0 1 0,0 3 0,0-1-90,0 2 90,2-3 0,0 1 0,4-9 0,-2 3 0,2-8 0,-3 4 90,0-3-90,0 2 90,0-2-90,0 1 0,-1-1 90,-1 1-90,0 0 0,-2 4 0,-3 3 0,2 1 0,-1 3 0,1 0 0,2 2 90,-1-1-90,2 1-90,1-2 90,0 1 0,1-3 0,2 1 0,1-1 0,1-2 0,1-2 0,-2-1 90,0-2-90,-1 1 0,-1-2 0,1 1 0,-1-4 90,0 3-90,-1-3 0,-1 2 90,-1 1-90,0-3 0,-1 5 0,-1-2 90,-1 4-90,-1 1 0,0 3 0,1 0 0,2 1 0,0 0 0,0 1 0,2 0 0,-1 1 0,2 1 0,0-3 0,2-1 0,-1-1 0,3-3 0,-1-1 90,-1-3-90,-2 0 0,-2-1 90,-1 0-90,-1 2 0,-1 2 0,-2 3 0,2 0 0,0 3 0,2-1 0,-1 2 0,1-1 0,0 2 0,2-1 0,0 2-90,0-2 90,2-1 0,-2-1 0,1-2 0</inkml:trace>
  <inkml:trace contextRef="#ctx0" brushRef="#br0" timeOffset="8390">9726 4078 11311,'0'0'0</inkml:trace>
  <inkml:trace contextRef="#ctx0" brushRef="#br0" timeOffset="10975">9759 4078 8342,'6'-2'1170,"1"1"-1170,-2 0 90,1 2-90,0-1 0,1 0 0,1 0 89,1 0-89,2 0 0,1-1 0,1 0 90,1 0-90,1 0 0,2 0 0,0-1 0,3 0 90,1 1-745,1-1 655,3 0 90,2 1-955,4-1 955,2 1-90,-1-1 90,2 1-1105,0-1 1015,0 1 90,1 0-90,1 1 0,0-1 90,0 0-90,1 1 90,-1 0-90,0 0 90,0 0-90,0-1-102,-12 1 0,1 0 192,13-1-74,-13 1 0,-1 0 74,10 0-370,0-1 280,0 1 90,-1-1-90,1 1 0,0 0 90,-1 0-90,-1 0 0,0-1 90,-1 0-90,-1 0 565,-2 0-565,-2 0 392,-2 1-392,12 0 90,-9 0-851,8-1 851,-11 1-90,-2 0 0,1 0 0,0 0 617,0 0-617,0 1 0,3-1 0,-1 0 0,2 0 90,-4 1-90,0-1 0,-1 1 0,0-1 0,0 2 0,-1-2 0,0 1 0,0-1 0,-1 1 0,-1 0 0,-1-1 0,-3 1 562,-1-1-562,0 0-90,-3 0 180,1 0-90,-2 0 0,0 1 0,-1-1 1444,0 0-1444,-1 1 617,0-2-617,0 2 0,-1-1 0,1 0 0,1 1 0,1-1 0,2 1 0,0 0 0,3 0 0,-1 0 0,1 1 0,0-1 0,1 1 0,10 0 0,-6 1 0,8-1 0,-9 1 0,0-2 0,0 1 0,-1 0 0,1 0 0,-2-1 0,0 1 0,-1-1 0,3 1 0,-5-1 0,3 1 0,-8-1 0,0 0 0,-1 0 0,1 0 0,-2 0 0,1 0 0,-3 0 0,2 0 0,-2 0 0,2 0 0,-2-1 0,0 1 0,1 1 0,1-2 0,0 2 0,1-1 0,1 1 0,0-1 0,2 0 0,-1 0 0,1 1 0,1-1 0,-1 0 0,3 1 0,-1-1 0,1 0 0,0 1 0,1 0 0,-1-1 0,-2 1 0,1-1 0,1 1 0,-3-1 0,2 1 0,-6-1 0,0 1 0,-1-1 0,0 0 0,0 0 0,0 0 0,0-1 0,-1 1 0,0-1 0,4 2 0,-2-1 0,2 1 0,-2-1 0,0 0 0,1 1 0,0-1 0,0 1 0,0-1 0,-1 0 0,-1 0 0,0 0 0,0 0 0,-1 0 0,0 0 0,-1-1 0,0 1 0,1 0 0,-1 0 0,1-1-90,0 1 90,0-1 0,2 1 0,-2-1 0,1 1 90,-1 0-90,0-1 90,1 1 0,-1-2 0,0 1-90,1 0 90,-1 0-90,0 0 0,1 0 90,-1 0 0,1-1 90,-2 1-90,2-1-90,-1 0-820,-1 0 1,-13 3 0,-4 2 0</inkml:trace>
  <inkml:trace contextRef="#ctx0" brushRef="#br0" timeOffset="18579">9851 4114 8522,'0'-7'540,"-1"1"-450,-5 4 0,1 1 0,0 1-90,-1 0 90,0 0-90,1 0 0,-1 1 0,0 0 0,1 0 0,0 1 90,2 0-90,-2 2-90,1-2 180,0 2-90,1-1 0,0 0 0,1 1 0,0 1 0,0-1 0,1 2 0,0-1 0,0 0 0,2 0 0,0 0 0,2-2 90,1-1-1,0-2-89,1-2 90,-2-3 0,0 0 0,-2 0 0,1-3 0,-2 4-90,-1-3 90,1 2-90,-2 0 90,0 1-90,-1 0 0,-2 5 90,2-1-180,-1 8 90,4-2 0,0 1 0,1-1 0,1-1 0,0-2 0,1 2 0,0-1-90,1-1 90,-1 1 0,1-2 0,0 1 0,0 0 0,0-2 0,1 1 0,-1-2 90,3 0-90,-3-2 0,1-1 0,-1-1 0,-1-1 0,-1 1 0,0-2 90,-1 0-90,-1 0 0,-1-1 0,0 2 0,-2 1 0,-2 5 0,2 0 0,-3 2 0,3 2 0,1-1 0,-1 2 0,2-2 0,-1 2 0,2-1 0,-1 3 0,2-2 0,0 1 90,2-2 0,-2-3 0,4-5-270,-3 0-630,-1-8-1348,-4 5 2158,-1-1 0,2 5 0,0 0 0</inkml:trace>
  <inkml:trace contextRef="#ctx0" brushRef="#br0" timeOffset="21299">16373 4569 9152,'-5'-6'539,"0"2"-449,1 2-90,-1 1 90,0 1-90,-1 1 0,2 0 0,1 2 0,0 0 90,0 1-90,1 0 0,0 2 0,2-1 0,1 0 0,0 0 0,1-2 90,0 2-90,0-2 90,0 0 0,2-2-90,1-2 180,-2 0-180,2-3 90,-3 1 0,1-2 0,-1 2 0,1-2 360,-1 1-271,1-7-179,-6 11 0,3-4 0,-4 10 0,2 1 90,2-2-90,0 1 0,0-1 0,2 0 0,-1-2 0,3 1 0,-2-2 90,4-2-90,-2-1 90,1-2-90,-2-1 90,-1 1-90,1-3 180,-2 2 0,0-4 0,0 2-90,-1-3 0,-2 4-90,-1 1 90,0 1-90,-2 2 90,-2 1-90,1 2 0,-1 0 0,1 1 0,4-1 0,-2 1 90,2 1-90,1 0-180,1 1-180,2 0 360,0-2 0,0-1 0,-2-1 0</inkml:trace>
  <inkml:trace contextRef="#ctx0" brushRef="#br0" timeOffset="49882">9746 4099 8252,'8'-2'1619,"-2"0"-1259,0 2 270,-2 0-270,3 0-91,-3-2 91,1 1-90,-1-1 0,0 1-90,0-2-90,1 0 90,-2 1-180,2-2 90,-2 1 0,2-2-90,-2 2 90,1-2-1,1 1 1,-1 0-90,1-2 90,1-2 0,1 0-90,2-3 90,-2 2 0,1 0 0,-1 0 90,4-3-90,-2 2-775,5-9 774,3-2-1141,2-6 1052,4-3 90,1 0-90,0 0 0,1 1-1071,0 0 1071,3-2 45,-14 16 0,1-1-45,0 1 0,0 0 45,0 0 0,2 1-45,5-6 0,2 0 45,-6 4 0,1 1-45,5-6 0,0 1 0,-6 5 0,-1 1 0,1-1 0,1 1 45,-1 0 0,1 1-45,0-1 0,1 0-1201,3-2 0,0 0 1201,-1 2 0,0-1 0,5-2 0,-1 0-61,-3 3 0,0 1 61,4-4 0,0 1-206,-3 3 0,-1 0 206,4-3 0,0 0 0,-4 3 0,0 1 0,2-2 0,0 1 0,-2 2 0,0 0 19,0 0 1,0 0-20,0 0 0,-1 1 0,2-2 0,-1 1 539,0 0 0,1 1-539,-1 0 0,0 0 0,0 0 0,0 1 0,0 1 0,0 0 0,-1-1 0,1 1 0,-1 1 0,0-1 0,0 1 0,-1-1 0,1 1 0,0-1 0,0 1 0,0 0 0,0 1 0,1 0 0,10-3 0,0 1 0,-8 2 0,1 1-244,7-3 0,0 1 244,-10 3 0,-1 0 0,1 0 0,0 0 234,-1 0 0,0 1-234,0-1 0,0 1 0,18-2 0,0 0-164,-1 0 75,2 1 89,-13 1 0,1 1 0,-7 0 0,0 0 0,5 0 0,0 1 708,10-1-708,-10 1 0,1 0 305,-5 0 1,0 1-306,7 0 0,0 1 0,4 0 0,0 2 0,-8-2 0,0 1 0,8 1 0,0 0 0,-12-1 0,2 1 44,16 1 1,1 1-45,-15-1 0,-1-1-45,13 2 1,-1 0 44,0 0 44,-14-1 1,-1 1-45,14 0 0,-13-1 0,-1 0 0,9 2 0,0 0 887,-1 0-887,-8-1 0,-1 1 0,13 4-762,-13-5 0,1 1 762,11 5 0,0-1-379,4 3 379,-1 1 0,1-1 0,-1 3 0,-1-2 0,0 2 0,-14-7 0,1 1-195,11 5 1,-2 0 194,0-1 0,-3-1-559,0-1 559,0 0 0,-1-1 0,0 1 0,0 0 0,-1-1 0,0 1 0,0-1 0,0 0 0,1-1 0,-1 1 90,1 0-180,0 0 90,1 1 0,3 0 0,1 2 0,2 0 0,-3 0 0,-1-1 0,-1-1 0,-1 0 0,0 1 90,0-1 1992,-1 1-2082,-8-3 0,1 0 0,9 5-203,-10-5 1,0 0 202,7 3 0,1 2 371,-1-2-371,0 1 0,-2-1 0,1 2 0,-1-2 198,-1 2-198,1-2 0,-3 1-90,10 4 180,-8-4-90,5 2 0,-9-4 0,-1-1 158,1 2-158,1-1 0,-1 1 703,2 0-703,-2 0 0,2 2 0,-1-1 0,2 1 0,0-1 90,9 7-90,-6-5 183,5 4-183,-8-6 0,0 0 773,0-1-773,0 2 0,0-2-463,-1 1 553,0-2-90,-1 1 90,0 0-90,0-1 768,9 6-678,-8-5-90,5 4 51,-8-6 39,0 0-90,0 1 0,1 0 90,-1 0-90,0 0 0,-2 0 0,1 0-338,-2-1 428,0 1-90,2-1 0,-2 2 0,1 0 0,-1-1 0,0 0 0,1 1 0,1 1 0,-1-1 0,-1-1 0,-2-1 581,-1-1-581,1 1 0,0-1 89,0 1-89,0-1 0,2 2 0,-1-1 0,5 5 0,-5-3 0,3 0 0,-7-3 0,0 0 906,0-1-906,0 1 429,-1 0-429,1 0 0,0 1 0,1 0 0,0-1 0,0 1 0,3 3 0,-3-3 0,3 2 0,1 0 0,-4-2 0,4 2 0,-5-3 0,-1-2 0,-1 0 0,1 0 0,-1-1 0,0 1 0,-1-1 0,0 0 0,0-2 0,-1 1 0,0 0 0,0-1 0,-1 0 0,0-1 0,0 0 0,0-1 90,0 1-180,-1 0 90,1 0 0,-1-1 0,2 2 0,-1-2 0,0 2 0,-1-2 90,0 0-90,-1 0 0,0-1-90,1 1 90,0-1 0,-1 0 0,2 1 0,-2-1 0,1 1 0,0-1 90,-1 0-180,1 0-3187,-1-1 707,-7-5 52,2 3 2518,-6-6 0,2 1 0,-1 0 0</inkml:trace>
  <inkml:trace contextRef="#ctx0" brushRef="#br0" timeOffset="50366">16176 4515 10771,'-1'-9'1079,"1"0"181,0 4-541,1 0-629,3 5 90,0 2-90,2 3 0,-2-1 0,-1 0 0,1 2 0,1 0 0,0 1 0,0 0-90,1 2 90,-1 0-90,1 2 89,0 0-89,-1 0 90,1-2-90,-1 2 0,0-2 90,0 1-90,0-1 0,1 1 90,1 1-90,-2-2 0,0 0 90,-1-2-90,-1-3 0,0 1 90,-1-2 180,0 0-180,-6-4-90,1 2 0,-4-4 90,0 3-90,-2 0 0,-3 2 0,-3-1 0,-6 2 0,-4 1-270,-5 0-270,9 0 1,0 0-810,-13 2-110,13-2 0,0-1-340,-8 4-540,4-2 2339,2-1 0,-3 1 0,1-1 0</inkml:trace>
  <inkml:trace contextRef="#ctx0" brushRef="#br0" timeOffset="55192">11874 4480 9062,'1'-6'450,"1"-2"-360,-3 3-1,0-2 91,-1 2-180,0 1 0,-2 5 0,3 0 90,-2 7-90,4-3 90,0 0-90,7 1 0,-3-5 90,6-1-90,-8-3 90,-1-1 0,0 0 0,-1-1 0,0 0 0,0-1-90,-2 2 90,-2 1-90,-2 2 0,-1 3 0,1 4-90,1-2 90,1 3-180,2-1 270,0 6 0,4-14 0,-2 5-90,2-14 0,-5 5 90,-1 2-90,-1 3-90,0 3-90,0 4-180,3-1-539,0 1 899,1 0 0,0-3 0,0 0 0</inkml:trace>
  <inkml:trace contextRef="#ctx0" brushRef="#br0" timeOffset="57044">14876 4288 8432,'6'-4'540,"-1"1"-270,-2 0 179,0 1 271,-1-2-720,0 7 90,0-1-90,-1 5 0,2-2 90,-2-2-90,1 1 0,0-1 90,1 0-90,1-1 0,1-3 0,-1-1 0,0-2 90,-2 1-90,0-4 0,-1 3 90,1-2-90,-2 1 0,1 0 90,-1-1-90,0 0 0,-1 1 0,-3 4 0,2 3 0,-2 5 0,5-1 90,-1-1-90,3 0 0,1-2 0,0-2 0,2-1 0,-1-3 0,-1 0 90,-1-1 0,-1-1-90,-1 1 0,0-2 90,-2 1-90,0 1 0,-1-2 0,0 3 0,-2 0 0,0 1-90,-3 2-90,0 0-180,-2 2-450,2 1-449,0 1 180,1 1 1079,1 0 0,-2 4 0,0 1 0</inkml:trace>
  <inkml:trace contextRef="#ctx0" brushRef="#br0" timeOffset="60245">11101 5079 8702,'-9'3'90,"1"0"-90,5-1 90,-2 2-90,2-1 0,-2 1 0,3-1 90,-1 0-90,1 1 90,0 0 90,0 1 0,3-1 89,1-1 1,5-2 0,-1-3-180,0-1 0,0-2 180,-4 2-90,1-2-90,-1 1 90,-1-2 0,-1 1-1,0-1-179,-2-1 90,0 3 0,-2 1 0,-1 2-90,0 3 90,0 0-90,1 5 0,4-2 90,0 3-90,2-4 0,2 0 90,-2-2 0,3 0 0,-1-3 0,0-2 90,-1 0-90,-2-2 0,-1-1 0,-1 0-90,-2 0 0,0 2-450,-3 2 0,2 3-1798,0 1 2248,1 3 0,4 3 0,1 3 0</inkml:trace>
  <inkml:trace contextRef="#ctx0" brushRef="#br0" timeOffset="61465">14096 4997 12930,'-6'-6'1529,"-1"1"-1439,3 5 0,-1 2-90,0 1 90,1 0-90,1 1 0,0-1 0,1 0 0,0 3-180,0-2 90,2 3 0,1-2 0,0-1-90,2 0-90,4-3 180,-1-2 0,1-1 90,-1-3-90,-2 1 90,-2-1-180,1 1 180,0-9 0,-2 5-90,0-5 90,-2 4 0,-1 5 0,-2-3-90,1 5 90,-3 0 0,2 1 0,-2 0 0,1 2-269,-1 0 269,3 2 0,1-2 0,1 0 0</inkml:trace>
  <inkml:trace contextRef="#ctx0" brushRef="#br0" timeOffset="63584">11922 5552 10321,'-9'-1'-809,"2"1"719,1 2 0,2 0 90,1 1-90,1 0 90,0 1 0,1 0 0,1 3 0,0-2 90,2 0-90,0-1 0,1-2 0,1 0 90,0-1 90,2 0-91,0-2 181,-1 0-180,1-1 270,-3 0-90,2-2 90,-2 1-90,1 0-91,-1 0 541,-1 0-720,-5 8 0,3-3-90,-4 7 90,5-4 0,2-1 0,1-2 0,2-3 90,-1-1-90,0-3 0,-3 0 90,-1 1-90,-1-3 90,-1 1-90,-1 1 0,-2 0 0,1 4 90,-5 0-90,3 2 0,-1 0 0,-1 3-90,2-1 0,-2 2 90,3-1-180,0 0 90,1 1-90,0-1-90,0 0 1,1 0-541,0-1 810,0 1 0,3 1 0,0 1 0</inkml:trace>
  <inkml:trace contextRef="#ctx0" brushRef="#br0" timeOffset="64857">14876 5582 10141,'-2'-9'2249,"-3"7"-2249,3 3 90,-2 7 0,3-3-90,0 0 90,2 0-90,2-2 180,1-4-180,2-10 90,-2 5 0,-1-7-90,-4 7-360,-1 3 90,-4 2-720,3 2 91,-3 5-2069,4-3 2968,0 2 0,1 0 0,1 0 0</inkml:trace>
  <inkml:trace contextRef="#ctx0" brushRef="#br0" timeOffset="66684">11089 6728 10681,'4'-6'2159,"-4"11"-2159,0-1 0,-1 7 90,1-6-90,5-5 0,-2 0 0,4-6 90,-4 3-90,1-3 179,1 0-89,-3 1-90,2-1 180,-2 2-90,0 1 90,0-2-90,-7 6-90,3 0 0,-6 5 0,5-1 0,0 0 0,-2 0 0,2 1 90,0-1-90,0 1 0,2-1 0,-1 1 0,2 1 0,0-2 0,4-2 90,0-4-90,0-2 0,1-1 0,-2 0 90,0-2-90,-1 2 0,1-2 0,-1 1 90,-1-1-90,0 2-360,0-1-449,-4 2 89,-1 2-1349,-1 3-629,0 2 2698,1 0 0,1 5 0,-1 1 0</inkml:trace>
  <inkml:trace contextRef="#ctx0" brushRef="#br0" timeOffset="67844">14084 6590 11580,'-6'-2'810,"3"0"-810,-2 6 90,2 0-90,1 0 0,-1 1 0,1 0 90,1-1-90,-1 1 0,0-1 0,1 0 0,0 1 0,0 1 0,1 0 0,1-1 180,2-2-180,2-4 90,-2 0 0,2-3 0,-3 1 179,0-1-179,1-2 90,-1 1-90,0-1 90,0 1-90,-1-1 0,0 1-270,-4 6 180,5 0-90,-3 6 0,6-3 90,0-3-90,1-1 90,-1-2 0,1-1 0,-4-1 90,0 0-90,-4-2 0,-1 2-3277,-2 0 438,-7 8 2839,6-2 0,-7 7 0,8-2 0</inkml:trace>
  <inkml:trace contextRef="#ctx0" brushRef="#br0" timeOffset="69003">11466 7352 12750,'4'4'989,"0"-6"-989,0 12-90,-1-8 90,2-2 0,1-2 0,-1-1 0,0-1 0,-1 1 0,-1-1 0,0 0 0,0 0 0,0 1 0,-1-3 0,-2 2 90,2-2-180,-2 2 90,-3-1 0,-1 4 0,-1 1 0,0 2 0,1 2 0,1-2 0,1 2 180,0 0 630,0 0-630,-2-5-1,1 0-448,-3-2-451,1 2 180,0 2-269,-1 2-540,2 1-360,-1-1-360,2 1 2069,-1 0 0,-1 4 0,-1 1 0</inkml:trace>
  <inkml:trace contextRef="#ctx0" brushRef="#br0" timeOffset="70336">14514 7141 9871,'-8'2'180,"2"0"-90,2 1 90,1-1-90,-1 1 0,1 0 0,0 0 90,-2 0-180,2 2 90,-1-2 90,1 2-90,0-2 1349,0 1-1259,4-11 0,-2 3 89,3-8-179,-4 7 90,-1 1-90,-1 2 0,-1 0-90,-1 3 90,1 0 0,0 1-90,1 0 0,1 0 90,1 2-90,3-1 90,1-1-180,4-1-360,-2-3-899,1-1-1928,-4-2 2949,-1-1 1,0 2-1,0 1 1</inkml:trace>
  <inkml:trace contextRef="#ctx0" brushRef="#br0" timeOffset="74037">9854 5767 9512,'-8'-3'1259,"1"0"-809,1 2-91,0-1 1,-1 1 0,1-1 180,2 1 269,-1 0-449,-1 0 0,0 1-270,-1 2 90,3-1 0,0 1-91,-1 0 1,1 1 0,-1-1 0,1 1 0,1 0-90,-1 0 90,1 1-90,1-1 90,-1 0-90,1 0 90,0 1-90,0 1 0,0-1-90,0 1 0,0-1-90,1 0 90,3-1 90,2-3 0,1-1 0,1-4 0,-2 1 90,-1-1-90,0 0 90,-1 0 0,0-1 0,0 1 90,-1 0-90,0-1 90,-1 1-180,-2-2 180,1 3-180,-3 0 90,1 2-90,-3 0 90,2 3-90,-2 0 0,2 1 0,1 0 0,-1 1-90,1-1 0,0 1-90,0 2 90,2-1 0,2 1 0,2-1 90,1-3-90,4-1 90,-3-1 0,2-2-90,1-2 90,-1 0 0,0-1 0,-2 1 0,-2 0 90,-1-1-90,-2 1 0,-1-2 0,-2 3 90,0-1-90,-2 2 0,0 2 0,-4 2 0,2 1 0,-2 2 0,3 1 0,0 0-90,1 0 0,1 0 0,2 1-90,0 0 0,0 0 90,3 0-89,-1 0-1,2-1 0,-1-1-720,2 1-89,1-1-1620,0-1 271,2-3 2338,-2-2 0,3-3 0,-1-1 0</inkml:trace>
  <inkml:trace contextRef="#ctx0" brushRef="#br0" timeOffset="76734">15286 5967 11041,'1'-8'2698,"-1"0"-1618,-1 4-901,-2 5-3456,-1 0 2303,-1 4 1923,3-1-859,0 1-90,0-1 0,-1 1 0,1-1 90,0 1 3186,0-1-3160,0 0-116,0 0 0,0 1-90,0 1 90,1 0 0,-1 1-90,3-2 90,0-1 0,3-2 0,1-4 90,1-3-90,-1-1 90,-1 0 90,-1-3-90,-1 3 270,0-2-270,-1-8 0,-1 9 0,-2-9-90,1 13 90,-2-2 0,-1 5-90,-1 0 0,0 5 0,2 1-90,1-1 90,1 2 0,3-1-90,0-1 90,0-1 0,1-1 0,0 0 0,2-1 0,-2-1 0,4 0 0,-2-3 0,0 0 0,-1-1 0,-1-2 0,-1 0 90,-1-2-90,-2 0 0,-2 2 0,-1 1 0,-2 3 0,1 0 0,-2 2 0,1 0 0,1 1-180,-1 0 0,1 1 0,0 0-180,1 1-90,0 0-179,1 0-1710,1 0-938,0 1 2994,3-1 1,0 0-1,2-1 1</inkml:trace>
  <inkml:trace contextRef="#ctx0" brushRef="#br1" timeOffset="105145">10469 5615 24575,'-2'6'0,"3"0"0,6 12 0,5 0 0,2 0 0,2 2 0,1 1 0,-2-5 0,-1 0 0,-3-5 0,-2-2 0,0-1 0,-1 0 0,1-1 0,-2 0 0,-1-1 0,0-1 0,-1-1 0,-1 0 0,0-1 0,-1 0 0,0 1 0,0-1 0,-1 0 0,-1 0 0,0 1 0,1 3 0,4 5 0,2 3 0,4 3 0,2 2 0,0-1 0,2 3 0,2 1 0,0 1 0,0-1 0,-3-3 0,-3-5 0,-5-5 0,0-3 0,-3-2 0,-1-2 0,1 1 0,-2-2 0,0 0 0</inkml:trace>
  <inkml:trace contextRef="#ctx0" brushRef="#br1" timeOffset="106037">10817 5624 24575,'-4'24'0,"-4"1"0,-6 6 0,-4 6-1110,6-14 1,-1 0 1109,0 2 0,0 0 0,0 0 0,0-1 0,-1-2 0,2-1-41,-6 12 41,5-11 540,3-5-540,2-2 0,-1 1 0,1 0 1107,0-2-1107,2-3 613,0-4-613,1-1 0,3-1 0,0-2 0,2-1 0,-1-2 0</inkml:trace>
  <inkml:trace contextRef="#ctx0" brushRef="#br1" timeOffset="107631">10824 4005 24575,'14'2'0,"4"5"0,6 5 0,4 5 0,3 3 0,-4-1 0,-1-2 0,-5-3 0,0-1 0,1 1 0,-3 0 0,1 0 0,-6-3 0,1-1 0,-4-3 0,-2-1 0,-1-2 0,-3 0 0,0-1 0,-2-1 0,-1 1 0,-1 0 0,1 2 0,1 2 0,5 3 0,4 5 0,2 1 0,12 8 0,-11-7 0,7 2 0,-12-9 0,0 0 0,-1-1 0,-2-2 0,-1-1 0,-2-2 0,1 1 0,-2-1 0,0-1 0,-1-1 0,-1 1 0,0-2 0,0 0 0</inkml:trace>
  <inkml:trace contextRef="#ctx0" brushRef="#br1" timeOffset="108569">11324 3959 24575,'-15'8'0,"-10"11"0,5 0 0,-1 2-1639,-7 7 1,-1 2 1099,9-10 0,0 1 0,0 0 539,0 0 0,1 0 0,-1 0 0,-1 0 0,1 0 0,0-1 19,-4 6 0,1-2-19,1-1 0,1-2 0,4-3 0,1-2 0,-3 5 1093,0-2-1093,5-6 0,5-3 0,0-1 2446,0-1-2446,0 0 1317,-1 0-1317,0 0 0,0 1 0,0 0 0,1-1 0,2-2 0,2-2 0,2-1 0,-1 1 0,2-2 0,0-1 0</inkml:trace>
  <inkml:trace contextRef="#ctx0" brushRef="#br0" timeOffset="-104529.73">16204 4499 9781,'9'-4'3276,"-2"1"-2684,-3 4-772,-2 1 90,0 4 0,0-3 0,0 1 1,2-2 89,-1-3 89,1-2 1,-2-2 0,0 2-90,-5 10-90,2-5-89,-4 10 89,4-7 0,1 1 0,2-3 90,2 0 0,0-4 90,1-1-90,0-1 90,-3-1 0,1-1-1,-1 3 1,0-4-90,-4 2 90,-1 1-90,-3 3 180,2 3-180,-1 0 0,4-1 0,0 0 0</inkml:trace>
  <inkml:trace contextRef="#ctx0" brushRef="#br0" timeOffset="-101273.73">19055 651 11131,'-1'-8'449,"1"1"181,0 1-360,0-1 449,0 2 91,1-2 0,-1 2-91,1 0 1,0-1 359,0 1-89,0 0-901,0 17 1,0 0 0,0 21 90,-1 4-788,-1-15 1,0 2 652,0 3 0,0 2-15,-1 2 0,-1 3 0,0 0-697,0-7 0,0 0 0,0 2 697,-1 9 0,-1 2 0,1-1-30,-1-7 0,1-2 0,0 1 29,0 0 1,0 1 0,-1 0-796,1 0 1,-1 1 0,1-1 795,-1 0 0,1 0 0,-1 2-30,0-1 0,0 3 0,0 0 0,-1-2-482,1 3 0,0-3 0,-1 2 482,1-2 0,0 1 0,-1 0 0,1-3-212,0 0 1,0-2 0,1 0 240,-1 0 1,0-1 0,0 1-140,0-1 1,1 0 0,-1 0 139,1-1 0,-1 0 0,1 0 15,-4 14 0,1-2-45,1-3 0,0-1 45,0-2 0,0 0-45,1-5 0,0 1 45,-3 11 0,0 0-45,3-11 0,-1 0 45,-1 7 0,-1-1-45,4-11 0,0-3 349,-1 0 1,1-1-350,-3 18 1167,-1-4-1077,-1 4-90,4-13 1580,-2 4-1580,4-16 0,1-1 2632,-1-3-2542,1 2 1212,0-4-1212,0 1 358,1-4-268,0 0 723,-1 0-903,3-12 0,3 8 0,2-8 0,7 9 0,12-2 0,-1-1 0,2-1 0,1 1 0,0-1-1639,8 0 1,1 0 1580,-1-1 1,0 0 57,3 1 0,3 0-405,-11-1 1,1 1 0,1 0 404,2 0 0,0 0 0,0 0 0,2 0 0,0 1 0,1-1-623,2 1 1,0 0 0,1 0 592,1 1 0,0 0 0,0-1-282,-9 1 0,1 0 0,-1 0 0,1 0 312,0 0 0,1 0 0,0 0 0,0 0 0,0 0 0,0 0 0,0 0 0,0 0 0,0 0 0,1 1 0,-1-1 0,1 1-141,-1-1 1,1 1 0,-1-1-1,0 1 141,0 0 0,0 0 0,-1 0 0,1 0 0,-1 0 0,0-1 0,-1 0 0,1 1 0,-1 0 0,-1 0 0,0 1 0,1-1 0,8 0 0,-1-1 0,1 1 0,-3 0 0,1 1 0,-2-1 0,0 1 0,-2-1 0,0 0 0,-4-1 0,-1 1 0,-1 0 109,12-1 1,-2 1-110,-6-1 0,-2 1 347,5-1 0,-3 0-347,-10 1 0,-1 0 0,3-1 0,-3 0 0,-2 1 90,-4-1-90,-3-1 1352,-4 1-1352,-1 0-202,-2-1-787,-14 3 1994,5-2-2624,-9 3 1353,7-3-1983,-1-1-906,0-1 3155,-3-3 0,-8-3 0,-4-4 0</inkml:trace>
  <inkml:trace contextRef="#ctx0" brushRef="#br0" timeOffset="-100162.73">16273 4615 11400,'7'4'-89,"-3"0"-2430,-3 1 2519,1-1 0,-3 0 0,2-2 0</inkml:trace>
  <inkml:trace contextRef="#ctx0" brushRef="#br0" timeOffset="-94572.73">12835 3471 9422,'6'-7'899,"0"0"-629,-3 4 0,0 1-180,1 3-90,-1 0 90,-1 4-90,-1 0 90,-1 2-90,0-1 90,-1 2-90,0 5 0,1 1-90,-1 1-90,1-2-450,0-1 270,1-4-2068,0 5 2428,1-7 0,0 2 0,-1-3 0</inkml:trace>
  <inkml:trace contextRef="#ctx0" brushRef="#br0" timeOffset="-94055.73">13300 3482 9961,'7'-6'720,"-1"2"-630,-1 1 0,-1 1 0,5-1-90,-3 2 90,4-1-90,-1 2 90,-2 1-90,2 0 0,-4 1 0,0 0 90,0-1-90,-2 2 0,0 0 0,-1 0 0,-2 2 0,-2 2 0,0 0 0,-4 4 0,1-4 0,-1 2 0,2-3 0,-1 1 0,1-2 0,0 1 0,1-1 0,0 1 0,1 0 0,1 1 0,2 0 0,1-1 0,2-2 0,0 0 0,2-1 0,1 0 0,2-1-90,1 0 0,2-1-90,1 1-360,8-2 180,-4 0-179,5 0-541,-6-1 271,0-1 809,-1 0 0,4 0 0,2-1 0</inkml:trace>
  <inkml:trace contextRef="#ctx0" brushRef="#br0" timeOffset="-93498.73">13877 3466 10321,'7'-6'450,"0"0"-360,-2 4 90,0 0-90,2 0 0,1-1 0,0 1-90,2 0 89,0 0 1,0 1-90,-1 0 90,0 0-90,-1 0 90,3 2-90,-3 0 0,2 0 0,-4 1 0,-1 0-90,-1 0 90,-1 1 0,-1 0 0,-2 2-90,-1 2 90,-2-1 0,0 1 0,-1-2 0,1-1-90,-3 3 90,3-2 0,-2 1-89,2 0 89,1 0 0,2 1 0,0-1 0,3-1 0,0-1 0,1 0 0,1 0 0,1 1-90,0-1 90,1 1 0,-1-1-90,0 1 0,0-1 90,-2 1-90,-1 0 0,-1 1 90,-2-1 0,-2 3-90,0-3 90,-3 1-90,0-1 90,-1 1-90,0 0 0,0-1-180,0 0 90,0-1-180,2 0-179,0 0 539,0-2 0,3 0 0,0-1 0</inkml:trace>
  <inkml:trace contextRef="#ctx0" brushRef="#br0" timeOffset="-92668.73">14692 3532 8702,'-5'-6'810,"1"0"-361,1 3 1,1-1 0,-1 1 89,0-1 1,0 1-540,-2 5 90,1 0 0,-1 5 0,3-1-90,-1 1-3277,0 1 3252,-1 2 115,0 1-90,-2 1 90,-1 6-90,0-4 0,-1 5-180,0-2 90,1-3 0,-1 1 0,3-7-90,1 0 3456,0-1-3250,0 0-206,0 0 0,1-2-89,0 2 269,7-10-90,1-2 90,3-3 0,-1 0-90,-3 4 90,1 0 0,-1 0 0,0 0 0,0 1-90,1 0 90,-1 1 0,0 0-90,0 1 0,1 0 0,2 1 0,-1 1 0,0 0 0,-1 0 0,0 0-90,2 1 0,0 0 0,2 0 180,-2-1-89,1-1-1,-2 0 90,-1-1-90,1-1 90,0-1 0,0 0 0,0 0 0,0-2 0,0 1 90,-1-1-90,0-1 90,-1 0-1,0 0-89,0 1 90,-1 0-90,0 1 90,-1 1 0,0-1-90,-3 11 0,1-3 0,-3 10-90,1-4 90,-2 2-90,2 2 90,-1 1-90,1 1 90,0 0-89,0 0-91,1-1 0,-1-1 0,1-1-1079,0 2 989,1-4 270,0 2 0,2-4 0,0 1 0</inkml:trace>
  <inkml:trace contextRef="#ctx0" brushRef="#br0" timeOffset="-92189.73">15365 3508 9332,'-4'1'1799,"1"-1"-1709,-6 9-90,2-3-3277,1 1 2482,-2 1 795,1 0 949,-1 0-949,0 0 0,-1 3 90,2-4-90,-1 2 0,4-3 0,1 0 0,0-1 3276,2 0-3250,1 1-26,2-2-90,1 1 1,2-1-1,0-2 0,2 1 0,1 0-90,0 0 90,0-1-90,1 2 0,-1-1 0,-1 1 0,1-1 90,-1 2-90,-1-1-89,0 4 179,-3-2 0,0 2-90,-4-1 90,0-1 90,-1 0-90,-2 0 0,0 1 0,-1-1 0,-1-1 0,0 1-90,1-1 0,-1-1-269,1 0-181,0 0 180,1-2 450,0 0 0,2-1 0,0-1 0</inkml:trace>
  <inkml:trace contextRef="#ctx0" brushRef="#br0" timeOffset="-91947.73">15407 3510 9152,'1'-7'1439,"3"1"-1259,2 4 90,2-1-90,-1 1-90,1-1 89,1 0 1,0 0-180,0 1-180,2-1-89,-1 0-91,2 0-270,1 0-719,0 0 0,0 0 1349,0 0 0,8-1 0,2-1 0</inkml:trace>
  <inkml:trace contextRef="#ctx0" brushRef="#br0" timeOffset="-91468.73">15946 3451 9512,'-6'-3'1259,"0"0"-899,0 1-91,2 1-89,-3 1-90,1 0 0,-1 3 0,1 0 0,-1 1 0,-2 2 0,0 1 0,-2 2-90,-3 3 90,0 2-90,-1 3 90,1 1-90,0 0-704,3 0 704,0 2 0,3-1 90,0 1-90,2 3-90,2-6 0,0 4 0,2-8 0,3 0 0,0-1 0,1-2 0,1 0 0,1-2 0,1-1 794,2-2-794,-1 0 90,2-2-90,-1-1 0,5-1 90,-3-2 0,3-1 0,-4-2 0,2-4 0,-3 2 0,2-3 0,-4 2 90,-3 0-90,1 0 0,-3 0 90,0 1-90,-2 0 0,-1 1 90,-2 1-90,-3 0 0,0 2 90,-2 1-180,2 2-90,1 1-179,-2-1-1,2 2-180,1 0-809,0 0 0,2-1 1349,1 1 0,1-2 0,1 0 0</inkml:trace>
  <inkml:trace contextRef="#ctx0" brushRef="#br0" timeOffset="-90964.73">16126 3512 10231,'-7'-6'1799,"8"2"-1709,1 2 0,6 1-90,-3 0 90,2 1-90,0 0 90,0 0 0,3-1-90,-1 1 0,2 0 90,-4-1-90,0 2 0,-1-2 0,-1 2 90,0-1-90,0 0 0,0 0 0,0 2 0,-3 0 0,-2 9 0,-1-3 0,-1 5 0,-1-2 0,0 1 0,0 1 0,-1 1 0,1 0-90,-1 2 0,0-1 90,1 1-180,-1 0 0,1 0-90,0-2-539,0 2 269,1-4-899,-1 1-90,2-6 1529,1-1 0,0-1 0,0 0 0</inkml:trace>
  <inkml:trace contextRef="#ctx0" brushRef="#br0" timeOffset="-89881.73">16256 4675 10681,'-3'-8'3276,"1"2"-2774,-3 7-502,2 0-90,-2 5-90,3-2-90,1 0 180,2 0 90,2-6 0,1 0 90,1-6-90,-3 3 0,-1-1 0,0 1 0,0-1 90,0 1-90,-1-1 90,-1 1-90,-2-1-90,0 3-360,-2 4 180,0 1-1079,1 2 1349,1 0 0,6-2 0,0 1 0</inkml:trace>
  <inkml:trace contextRef="#ctx0" brushRef="#br0" timeOffset="-86406.73">20836 994 11490,'-4'-9'3276,"-5"8"-3134,7 0-52,-5 7-90,5-3 0,0 1 90,0-1-90,0 1 0,0 0 90,0 1-90,1-1 90,3-1-90,2-5 0,0 0 0,0-4 0,-2 0 0,-1-1 0,-2-1 0,-1 3-180,-2 2 180,-2 5-90,2-1 0,-1 3 1,3-1-1,1 1 90,2 1-3277,0-1 0,-5-7 3116,2 2 1,-4-5-1,5 5 1</inkml:trace>
  <inkml:trace contextRef="#ctx0" brushRef="#br0" timeOffset="-85598.73">21065 736 9512,'-4'10'0,"0"1"0,-2 0 0,0 2 0,0 2 90,-1 1-1351,-2 8 1261,2-4 189,-1 6-189,4-8 0,1-1 0,2 1 0,1-3 0,1 3 0,2-2 90,4 9-90,0-7-180,4 4 90,-2-9-180,1-1-90,0-2-539,1-2 539,-1-1 360,0-2 0,4 0 0,2-2 0</inkml:trace>
  <inkml:trace contextRef="#ctx0" brushRef="#br0" timeOffset="-85152.73">21193 844 10231,'12'-3'630,"-1"1"-540,-3 2 90,2 1-90,0-2 0,2 1-1,0 0 1,0 0 0,-1 0 0,1 0 0,-1 0-90,-1 0 90,2 0 0,-1 0 0,-2 1-90,-2 0 0,-5 2 90,-5 7-90,-1-2 0,-5 7 0,1-5 0,-1 2 0,0 1 0,0 0-90,1-1 0,1 2 0,1-3-90,0 1 0,1-1 90,0-1-179,1-1 89,1 0-90,0-2 0,1 0 0,0-1-90,1 0-179,2-2-541,1 1 451,0-2 629,2 0 0,3 1 0,3-1 0</inkml:trace>
  <inkml:trace contextRef="#ctx0" brushRef="#br0" timeOffset="-84889.73">21489 1068 9512,'7'0'2158,"-3"2"-2068,-4 5-90,-2 0 90,-2 1-90,1-1-90,-2 0 0,1 0-269,0 1-1,-1-1-90,1-1-989,-1 0-90,1 0 1529,1-1 0,0-1 0,0 1 0</inkml:trace>
  <inkml:trace contextRef="#ctx0" brushRef="#br0" timeOffset="-84577.73">21729 833 9781,'5'0'990,"-2"0"-810,0 7-90,-3-1 0,1 2 0,-2 1 0,0 2-1,0 1 1,-1 1 0,0 1 0,0 1-90,0 1 90,0-2-90,0 1 0,1-1-629,-1 8 269,1-8-90,1 5-989,1-11 90,1-1 1349,1-1 0,3 0 0,1 0 0</inkml:trace>
  <inkml:trace contextRef="#ctx0" brushRef="#br0" timeOffset="-84260.73">22015 675 10051,'2'10'630,"2"0"-450,0-4 0,2 2 0,1 2-1,3 5-89,2 2 90,2 4 90,6 14-1662,-5-7 1437,-5-9 0,0 1 45,1 9-34,-1 2 34,-2 1-90,-3 0-825,-2 1 825,-2-1 0,-4 0-90,-3-3 1,-3-1-1,-4-2-180,-3-3 0,-2-3-90,-2-2-90,-2-4-89,0-1-811,2-3 1350,-2 0 0,5-1 0,-3 0 0</inkml:trace>
  <inkml:trace contextRef="#ctx0" brushRef="#br0" timeOffset="-84081.73">22644 1237 9961,'-6'5'90,"0"-1"-90,3-2-180,-1 0-359,0 0-541,1 1 361,0-1 719,1 1 0,-1 1 0,1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09:07:18.30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3364 9635 5734,'-3'6'0,"1"8"-3277,0 3 893,2 2 2454,0 6 0,2 5 0,-1-2-70,0-3 0,1 2-95,-1 6 1,1 5 0,0-4 94,0-6 0,-1-3 0,1-1 0,-1 1 0,1 5 0,-1 2 0,0-2 0,0 3 0,0-2 0,0-4 0,-1 0 0,1 0 0,0 7 0,-1 1 0,1-3 0,-1-4 0,1 2 0,-1-3 0,0 6 0,1 3 0,0 2 0,-1-3 0,1-5 0,-1 3 0,0-3 0,0 3 0,1-3 0,-1 3 0,1 3 0,-1 0 0,1-2 0,-1-3 0,-1 6 0,0-3 0,0 2 0,1-1 0,1 3 0,0 0 0,-1-2 0,0 2 0,-1-1 0,1-1 0,1-6 0,-1 1 0,1-1 0,0-3 0,2 3 0,0-3 0,-1-6 0,0 1 0,0 3 0,1-1 0,-2 0 613,0-16-613,-1 0 2358,0 2-2358,1-3 3276,-1-1-3160,0 1-116,2-1 0,1-2 0,9-2 45,13-4 0,3-1-147,-11 2 1,4 0 101,3-1 0,6-1 0,4-1 0,2 1 0,-1 0 0,-5 0-820,0 1 1,-2 0 0,-1 0 0,3 0 809,4-1 1,2 0-1,2 0 1,0-1 0,0 2-124,-7 0 0,0 0 1,0 1-1,0 0 1,1 0-1,0-1 133,4 1 0,0-1 0,0 1 0,1-1 0,-1 1 0,-1-1-327,-2 1 0,0 0 1,-1 0-1,0 0 1,0-1-1,0 1 327,2 0 0,0 0 0,0 0 0,0 0 0,1-1 0,-1 1 0,-1 0 0,0 0 0,2 0 0,-1 0 0,-2 0 0,-1 0 0,-3 1-57,9-1 0,-5 0 1,5 0 56,-6 0 0,4 0 0,2-1 0,0 1 0,-2 0 0,-5 0 113,2 0 1,-4 0-1,-1 0-113,6 0 0,-1-1-170,5 1 0,-3 0 170,2-1 1319,-6-1-1319,-16 2 0,13-3 2394,-16 2-2664,-4-1 180,0-3 90,-18-5 0,-6 1 0,-11-3 0</inkml:trace>
  <inkml:trace contextRef="#ctx0" brushRef="#br0" timeOffset="500">3918 11038 5821,'7'3'-20,"2"3"28,-5-3 7,3 0-15,-2 0-29,-2-2 29,3 1 0,-3 4 0,-3 0 0,0 5 0</inkml:trace>
  <inkml:trace contextRef="#ctx0" brushRef="#br0" timeOffset="716">4397 11319 5804,'7'-5'110,"-1"0"-20,-3 0-90,0-1 0,0 1 0,0 0 0</inkml:trace>
  <inkml:trace contextRef="#ctx0" brushRef="#br0" timeOffset="917">4734 11182 5821,'4'-6'3,"3"-7"-3,-3-3 0,0 2 0,-3-1 0</inkml:trace>
  <inkml:trace contextRef="#ctx0" brushRef="#br0" timeOffset="1150">5056 10719 5798,'6'-17'116,"-2"6"-116,0-1 0,-1 0 0,-1 3 0,-3-1 0,-3 6 0</inkml:trace>
  <inkml:trace contextRef="#ctx0" brushRef="#br0" timeOffset="1367">5032 10558 5824,'0'-8'90,"1"-2"-90,-2-4 0,-1 4 0,-1-1 0,-14 7 0,3 3 0,-22 0 0,6 3 0</inkml:trace>
  <inkml:trace contextRef="#ctx0" brushRef="#br0" timeOffset="1586">4014 10579 5784,'-4'-12'40,"-1"-7"-3317,-3 1 983,2 2 2294,0 3 1310,0 5-1310,-3 4 0,1-1 0,-6 7 0,2 2 0</inkml:trace>
  <inkml:trace contextRef="#ctx0" brushRef="#br0" timeOffset="1816">3889 10330 5795,'6'-11'29,"3"-1"-29,-2 2 0,2 0 0,20-4-3277,-15 7 2226,18-7 1051,-13 9 0,2-3 0,8-1 0</inkml:trace>
  <inkml:trace contextRef="#ctx0" brushRef="#br0" timeOffset="2035">4835 9998 5824,'7'-3'-15,"1"1"15,-3 2 0,0 5 0,-2-2 0,-1 4 0</inkml:trace>
  <inkml:trace contextRef="#ctx0" brushRef="#br0" timeOffset="2234">4662 10576 5739,'-6'3'0,"1"0"0</inkml:trace>
  <inkml:trace contextRef="#ctx0" brushRef="#br0" timeOffset="2450">4506 10835 5824,'-7'-3'0,"2"2"0,3 0 0</inkml:trace>
  <inkml:trace contextRef="#ctx0" brushRef="#br0" timeOffset="2602">4357 10947 5734,'4'-8'0,"-1"1"0</inkml:trace>
  <inkml:trace contextRef="#ctx0" brushRef="#br0" timeOffset="2934">4466 10005 5734,'8'-16'90,"-1"2"-90,0 9 0,-4 3 0,8 4 0,-8 1 0,2 5 0</inkml:trace>
  <inkml:trace contextRef="#ctx0" brushRef="#br0" timeOffset="8099">3507 11581 5753,'5'-6'0,"1"-1"0,-4 3 0,3-2 0,5-6 0,-2 4 0,12-12 0,2-2 0,-4 4-1639,3-1 1,0-1 1509,-5 3 132,2-1 0,3-3-750,0-3 0,3-2 1,-2 2 747,-5 5 1,0 1 0,1-3-26,4-3 0,4-5 1,1-2-1,-1 3 1,-5 3 23,5-3 0,-1 2 0,-5 3 0,3-2 0,-1 1 0,-3 3 0,2 1 0,-3 2 0,1-1 0,0-2 0,1 1 0,1-3 0,-1 2 0,3-2 0,-1-1 0,-4 5 0,0-1 0,2-1 0,3-4 0,1 0 0,-3 2 0,-4 5 0,0 0 0,4-5 0,3-2 0,-1 0 0,-5 5 0,-1 1 0,1 0 0,-1-1 0,0 1 0,1-1 0,2-2 0,1-1 0,-2 1 0,6-6 0,-3 3 656,-10 11 1,2-1-657,5-6 0,4-4 0,1-1 0,-3 4 0,-1 1 0,1-2-40,0 0 1,6-5 0,1-2 0,-1 2 0,-4 5 39,2-3 0,-1 3-194,-3 1 1,2-1 0,-2 1 193,1 1 0,-1 1 0,5-5 0,-2 2 0,-8 8 0,0-2 0,3-1 0,3-3 0,1 0 0,-5 4 0,-3 3 0,-2 2-32,12-11 0,-1 1 32,-2 4-437,-6 5 437,-2 2 0,-2 2 2160,-4 2-2160,-4 3 0,3-2 0,-10 4 0,-10 4 0,-7 2 0</inkml:trace>
  <inkml:trace contextRef="#ctx0" brushRef="#br0" timeOffset="9499">4322 9412 5734,'6'-4'0,"0"0"0,-2 2 0,0 1 0,1 0 0,-2 1 0,-1 0 0</inkml:trace>
  <inkml:trace contextRef="#ctx0" brushRef="#br0" timeOffset="9783">4596 9369 5734,'9'0'0,"-4"0"0,-3 0 0</inkml:trace>
  <inkml:trace contextRef="#ctx0" brushRef="#br0" timeOffset="19915">5911 8025 5734,'9'-1'0,"-2"0"0,1 1 0,-3 0 0,10-2 0,8 1-3277,-1 0 3162,4-1 115,-9 2 0,-3-2 0,9 1 0,7-2 0,-3 1-358,8 0 358,-3 0 0,4-1 0,-6 1-1984,-3 1 1984,-8 0 0,2 0 0,8 0 0,2 1 0,-7-1 0,1 0 0,6 0 0,4 1 0,1-1 0,2 0 0,-4 0 0,-12 0 0,-1 1 0,8-1 0,3 0 0,-1 0 0,7 1 0,-4 0 0,1 0 0,1 0 0,-1 0 0,-8 0 0,-4 0 0,2 0 0,0-1 0,1 0 0,0 1 0,3 0 0,-3-1 0,3 0 0,1 0 0,-1 0 0,3 0 0,-1 1 0,2-1 0,-2 1 0,1-1 0,1 1 0,-4-1 0,-1 1 0,-2 0 0,-2 1 0,-1 0 0,1 0 0,9 0 0,-1 1 0,-12-1 0,1 0 160,5 0 1,6 0 0,0 0 0,-5 0-160,1 0 1,-3-1-218,1 1 1,2 0 0,-2-1 215,-1 1 0,-2-1 0,1 0 0,0 0 0,11 1 0,-12-1 0,-1-1 964,-4 2-967,10-1 1,0 0-957,1 0 959,0 0 0,-1 0 0,-6 0 5,-2 0 0,2 0-7,4 0 1,0 0 1109,-2 0 0,-1 0-1108,1 0 0,-3 0 0,-2 0 79,0 0 0,3 0-76,-1 0 0,2 0 673,1 0 0,1 0-676,3-1 0,2 1-377,3-1 1,2 0-1,0 0 376,-3 0 0,-2 0 0,2 0-780,5 0 1,2-1-1,-4 1 782,-1 0 1,-5 0-269,4 0 267,0 0 0,1 0 0,5-1 0,-7 1 0,2 0 0,0 0 0,0 0 0,-1-1 0,0 1 0,-1 0 0,0 1 0,-4-1 0,-6 0 0,-1 0 0,8 0 0,-1-1 0,7 1 0,-8 0 0,2-1 53,9 1 1,-2 0-54,-17 0 0,0 1 0,7-1 1,5 0 0,0-1 0,-4 1-56,-5 0 0,-1 0 55,13 0 0,-1-1 0,2 0 0,2-1 0,-1 1 0,1-1 0,-14 2 0,1-1 0,12 0 0,5-1 0,-7 1 0,-2 1 0,2-1 0,-2 0 0,-10 1 0,-3 0 0,3 0 0,6 0 0,1 0 0,-4 0 0,0 0 61,0 1 1,2-1-62,9 0 0,-3 1-123,-1 0 123,0 0 0,2-1 0,-8 2 0,-2-1 0,13 0 0,-11 0 0,0 1 0,2-1 0,-2-1 0,11 1 0,-9-1 0,3 0 0,-2 1 0,-15-1 443,18 1 1,-27-1 0,4 1-1</inkml:trace>
  <inkml:trace contextRef="#ctx0" brushRef="#br0" timeOffset="22934">5764 4639 5734,'2'-8'0,"2"-2"0,2 2 0,5-2 0,4 2 0,-1 3 0,0 1 0,-4 2 8,23-3 2,-7 2 0,1 0-1412,-1-1 0,1 0 1405,-1 1 1,3 0 0,2 0 0,4-1 1,4 0 0,0-1 0,-3 1-825,-3 1 1,-3 0 0,4-1 819,-4 1 1,3-1-1,1 1 1,-3-1 0,-4 2-268,3-1 1,-2 1 266,-2-1 0,2 1 0,4-1 0,-5 1 0,4 0 0,2-1 0,0 1 0,0-1 0,-1 1 0,1 0 0,-1-1 0,0 1 0,1 0 0,0 0 0,0-1 0,1 1 0,0-1 0,0 1 0,-1 0 0,-3 0 0,1 0 0,-2 0 0,-1 0 0,-1 0 0,5 1 0,-2-1 0,4 0 0,-5 1 0,4-1 0,1 1 0,1-1 0,-2 0 0,-2 1 0,1 0 0,-2 0 0,-1-1 0,3 1 0,3 0 0,4-1 0,0 1 0,-3-1 0,-5 1 0,2 0 0,-2 0 0,-3 1 0,1-1 0,3 0 0,-2 1 0,3-1 0,1 1 0,0-1 0,0 0 0,-3 1 0,0-1 0,0 0 0,0 1 0,1-1 0,1 0 0,1 1 0,0-1 0,-1 0 0,-3 1 0,5-1 0,-3 0 0,2 0 0,-1-1 0,3 0 0,1 0 0,-1 0 0,-3 0 0,2 0 0,-2-1 0,3 1 0,-2 0 0,3-1 0,2 1 0,-3-1 0,-5 1 0,7-1 0,-6 0 0,-9 1 0,1 0 0,1 0 0,4-1 0,1-1 0,-2 1 0,2 0 0,-1 0 0,1 0 0,-1 0 0,1 0 0,-1 0 0,-2 0 0,8 0 0,-3 0 0,3 0 0,-3 1 0,-11 0 0,0 1 0,11-2 0,1 1 0,-1 0 0,-2 1 0,4 0 0,-1 1 0,-2-1 0,-10 2 0,13-1 0,-11 1 0,0 0 0,13 0 0,-13-1 0,-2 1 0,1 0 163,-8 0-163,2-1 0,7 1 0,2-1 0,-2 1 1134,11-1 1,0 0-1135,-11 1 0,-3-1 0,0 0 0,-2 0 0,6 1 0,0-1 3276,-5 0-3218,5 1 0,-2-1-58,-12 1 0,15 1-3,-15-1 3,14 2 0,-20-2 0,3 0 0</inkml:trace>
  <inkml:trace contextRef="#ctx0" brushRef="#br0" timeOffset="25984">21110 1728 5824,'7'13'90,"-3"-5"-90,6 3 0,14 14 90,-9-11-90,10 9 0,5 3 0,-7-9 0,1-1 0,0 1 0,3 3 0,1 0-720,-6-4 0,1-1 0,-1-1 720,4 1 0,-2-1-1484,-5-4 1,0 1 1483,6 3 0,-2-1 0,3 0 970,-13-6-970,14 5 0,-15-6 180,16 7-90,-22-11 0,3 3 674,-10-1-764,-11 9 0,-4 5 0,-5 6-1029,0 2 1029,8-6 0,-1 2-643,1 0 1,-2 2-1,1-1 643,-4 7 0,0-1-5,5-5 0,-2 1 1,3-3 4,2-4 0,0 1 0,-6 12 0,-2 5 0,2-5 0,5-8 0,0 0 11,-4 8 0,-2 4 0,4-7-44,4 0 33,0 2 0,4-11 0,2-6 375,8-17 0,-2-3 1,5-9-1</inkml:trace>
  <inkml:trace contextRef="#ctx0" brushRef="#br0" timeOffset="27282">21952 1965 5756,'-6'-6'34,"1"0"-3,3 3-28,-1-1-3,2 0 0,16-5 0,-6 5 0,8-2 0,4 1 0,0 3 0,0 1 0,-2 0 0,0 0-106,1 0 0,-2 3 106,1 7-3277,-10 14 3232,-1-5 45,-15 8 0,-5 1 0,1-9 45,-6 5 0,0 1-45,9-10 0,-1 5 142,10-11-142,21 1 3276,-11-4-3218,8 2 0,2 2-58,-6 4 0,7 2 0,-15 4 0,-16 3 0,-7 3 0,-1-6 0,-4 0 0,2 0 0,2 1 0,1 0 0,-1-2-1459,-14 6 0,4-5 1459,10-8-90,5-5 90,1-5 0,9-9 0,3-8 0</inkml:trace>
  <inkml:trace contextRef="#ctx0" brushRef="#br0" timeOffset="27784">22480 1910 5748,'6'-7'256,"-4"0"-256,-9 7 90,-1 1-90,-6 7 44,-2 12 1,0 4-45,3-3 0,-4 3 0,3 4 0,8 8 0,6-16 0,1-1-1153,-1 1 0,2-2 1153,7 12 0,5-17 0,4-4 45,5-8 0,2-3-1359,0 5 0,0-3 1314,-1-8 0,-3-3 0,-2-7 0,-7-6 0,-10-3 0,-2-1 1542,1-10-1542,-11 12 0,-7-3 0,0 7-2268,-11 6 2223,3 0 0,-1 5 0,7 15 0,1 6 1179,3 4 1,0 1-1135,-11 8 0,16-6 0,4 0 0,6-1 0</inkml:trace>
  <inkml:trace contextRef="#ctx0" brushRef="#br0" timeOffset="28333">22880 1903 5824,'-3'-8'90,"0"1"-90,0 2 90,0 3-90,-7 6 0,4 0 0,-4 6 90,5-3-90,-7 18 0,3-4-2152,-3 11 2152,6-11 0,3 2-1295,2-4 0,2 0 1295,-1 6 0,8 2 0,5-4 0,11-11 0,5 8 0,-8-27 0,3-8 0,-4 0 1439,2-5-1439,-4-7 0,2-6 0,-7 4 3276,-10-5-3238,-10 1 1,-5-8 0,0 8 51,-7 1-1729,-2 0 1,0 4 1523,4 19 115,-11 5-2139,9 4 2139,-9 4-90,12 2 90,0 7 0,1 3 0,1 2 0,2-1 0,-1 0 0</inkml:trace>
  <inkml:trace contextRef="#ctx0" brushRef="#br0" timeOffset="28801">23333 1801 5824,'1'-13'180,"-6"1"-90,1 1-90,-4 4 0,2 6 179,-22 14-179,8 3-1639,-1 3 1,1 0-655,3 5 2293,8-7 0,2 1-703,7 15 703,0-8 0,7 7 0,0-20 0,19 6 0,4-11 0,5 2 0,-2-13 153,-13-2-153,2-3 538,0-6 0,-1-4-538,-7 4 0,-1-1-403,6-6 1,-2-1 402,-9 1 0,-4 0 1852,-1-2-1852,-12 2 0,-8-4 0,-1 7-90,-15 3-82,1-6 0,0 6 127,13 18 1,0 8 44,-6 4 0,-2 6 0,2-1 0,-1 0 0,0 1 0,4-1 0,0-1 0,-1 0 0,1 1 0</inkml:trace>
  <inkml:trace contextRef="#ctx0" brushRef="#br0" timeOffset="29383">21527 2968 5914,'-13'1'180,"-16"1"89,12 0-89,11-4-180,17-2 45,15-3 0,8-1 0,-2-1 0,4-1 0,2 0 0,-3 0-1138,0 0 1,-1 2 0,1-2 915,-5 2 0,0-1 0,3 0 0,1-1 1,3 0 193,-8 3 1,4-1 0,1-1 0,2 0 0,1 0 0,-1 1 0,0-1 0,-2 1 0,-2 0 0,-3 1-300,6-2 0,-5 2 1,-1 0-1,2 0 1,4-2 281,-5 2 0,2-1 0,4 0 0,0-1 0,2 0 0,0 0 0,0 0 0,-1 0 0,-1 1 0,-3 0-102,5 0 0,-1 0 0,-1 1 0,0 0 1,-1 0-1,0 1 0,0-1 114,-2 0 1,0 0 0,0 0 0,0 1 0,0-1 0,0 0 0,0 1-128,2-1 1,1 0 0,0 0-1,0-1 1,-1 2 0,-1-1 0,-2 1 114,2-1 0,0 0 0,-2 1 0,-3 0 0,-2 1 445,12-2 0,-7 1-445,0 1 939,-6 0 1,-3 1-940,-13 2 412,-3 2-412,-14 10 0,-2-6 0,-15 9 0</inkml:trace>
  <inkml:trace contextRef="#ctx0" brushRef="#br0" timeOffset="31766">20024 4210 5809,'-2'-8'15,"1"0"-15,1 2 0,2 1 90,12-11-90,-3 8 0,5-2 0,1 0 0,15 0-2127,-4 2 2127,-2 4 0,-9 13 0,-2 3 0,-1 0-944,2 2 1,-3 1 943,-9 2 0,-3 4 0,-3 5-634,-3-2 1,-2 1 0,1 0 633,-1 8 0,0 0 333,0-9 1,-1 0 0,-2-1-334,0 2 0,-2-1 0,2-3-1001,-4 8 1001,-2 2 0,5-4 0,14-12 0,27-12 0,-6 3 171,-3-8 1,3-2-172,11 1 0,-2 0 0,-1 1 0,6 6 0,-8 9-172,-29 7 1,-7 4 171,9-2 0,-3-1 0,-9 6 0,-6 0 137,-4 2 1,-4 2 0,3-5-138,6-6 0,0-1 22,-5 7 1,-4 6 0,0-1-1,4-6-112,6-7 0,1-3 45,-6 11 0,0-3-134,3-6 179,10-13 0,-1-10 0,1-5 0</inkml:trace>
  <inkml:trace contextRef="#ctx0" brushRef="#br0" timeOffset="32449">20589 4077 5824,'-8'-5'270,"2"1"-181,6-5-89,1 4 90,14-23-90,-5 4-2933,4-9 2933,-8 6 643,-5 10-643,-6-16 0,-3-1 0,2 5 0,-3 4 0,-3-4 0,0 8 0,-5 11 0,-7-5 0,10 18 0,11 10 0,2-5 0,15 1 0,7-3 0,14-6 527,-11 1 1,0 0-528,-3-5 0,-1-1-1492,-1 0 1,-1-1 1491,6-1 0,12 10 0,-31 9 0,4 7 0,-9 17-721,2-10 0,1 1 721,-2-7 0,2 1 999,7 16 1,4-4-1180,0-16-131,9 12 311,-8-26 0,-1-5 0,5-3 0</inkml:trace>
  <inkml:trace contextRef="#ctx0" brushRef="#br0" timeOffset="32982">21117 3791 5824,'-7'-5'90,"3"2"0,-5 3 0,-13 12-90,9 1 0,-1 1-3277,-13 9 3200,14-9 0,3 3 450,8 4 0,2-2-373,0 1 0,9 4 0,3-2 0,4-13-921,9 3 921,-10-13 0,1-5 1215,2-13 1,-1-8-1216,-8 0 0,-3-5 0,0 1 0,3 2 0,0 0 0,-2-1-482,-5-2 1,-2 1 0,-3 1 481,-2-1 0,-2 3-1248,1 8 1,-1 0 1247,2 0 0,-1 4 710,1 14-620,9 24-90,2 13-1044,4-1 1044,-4-15 0,1 1-246,3 3 1,1 2 0,-1-1 245,0-1 0,1 1 456,6 5 0,3 4 0,-2-8-456,2-6-665,-3-2 1,-1-2 664,-4-12 0,0-4 0,2 0 0</inkml:trace>
  <inkml:trace contextRef="#ctx0" brushRef="#br0" timeOffset="34182">21335 4412 5824,'2'-6'180,"4"-1"-180,-1 3 90,4-3-1010,2 2 965,5-3 0,6-2-1138,4-1 1,3-1 0,-1 0 982,-5 3 0,0-1 1,1 0 391,5-2 0,2 0 0,2 0-260,1-1 1,3 1-1,-1-1 1,-5 3-23,2-2 0,0 1-276,-2 1 0,5-3 1,0 1-1,-5 2 276,1-1 0,-5 1-746,-5 3 1,-2 0 745,4-2 0,-3 2 0,-3 0 1750,-18 2-1840,-2 3-126,-10-1 216,-3 5 0,0 0 0,-1 1 0,6-2 0</inkml:trace>
  <inkml:trace contextRef="#ctx0" brushRef="#br0" timeOffset="34582">21947 4056 5824,'11'-6'90,"2"1"0,6 3-90,14 1 0,0 0 0,4 0 0,-6 1 0,1 0 0,1 1 0,-3 0 0,1 0 0,-3 1 0,9-2 0,-10 4 0,-17 15 0,-25 5-1279,1 4 1279,2-8 0,0 2-1484,0 9 0,1 0 1439,3-12 0,1 0-233,1 6 0,0 2 0,3-5 0,7-3 0,2 12 1</inkml:trace>
  <inkml:trace contextRef="#ctx0" brushRef="#br0" timeOffset="35199">22772 3688 5824,'-15'-8'359,"10"0"-359,-4-1 90,40-9-90,-7 8-1639,-3 1 1,0 1 1166,2 1 472,-2 2-1586,10 2 1586,-11 2 0,2 18 0,-25 0 0,-2 10 0,-9 5 0,5 0 363,2-3-363,4-3 1282,11-7 0,2-1-1282,6 7-1084,-3-5 0,-1 0 1084,4-1 0,-2-1-1697,1 12 1697,-5-8 0,-1 8 571,-27-2 1,-6-1-572,3-1-155,5-8 1,-2 3 0,-1-2 154,-1-5 0,1-1 1059,-6 4-1059,5-6 0,23-17 0,19-14 0</inkml:trace>
  <inkml:trace contextRef="#ctx0" brushRef="#br0" timeOffset="35650">23244 3647 5914,'10'-16'180,"-2"3"-91,-5 8 271,1-1-270,-8 19-90,4-9 0,-7 20 90,-2 10-90,5 0-1493,0-14 1,2 0 1492,3 9 0,1-14 45,6 5 0,4 1-45,3-4 0,0 0-1202,2 6 1,0-1 1201,10 1 0,-14-11 0,-23 13 0,3-8 0,-14 8 0,-4 0-362,1-6 317,5-3 0,1-1-405,3-2 450,7-8 0,-2-7 0,5-7 0</inkml:trace>
  <inkml:trace contextRef="#ctx0" brushRef="#br0" timeOffset="35899">23229 3635 5914,'-2'-13'269,"4"-1"-269,0 1 90,21-3 0,7 0-90,-10 6 0,0 0-1093,3-1 1,1 0 0,-1 0 560,-1 1 0,-1 0 307,8-5 0,-1-1-10,-8 5 0,0-2 0,5-2 1,-1 0-1,-1-4 0</inkml:trace>
  <inkml:trace contextRef="#ctx0" brushRef="#br0" timeOffset="36367">23708 3444 5914,'1'5'539,"0"-1"-449,-6 1 0,-8 10-1729,-1 5 1,0 2 1241,3-5 0,0 0 826,-4 7 1,1 4-370,6 0 0,0 3 0,3-4-60,0-8 0,1 0-156,-2 7 0,0 4 0,3-4 156,6-4 0,2-4-2203,9 14 2203,-1 2-90,4-17 2203,15-33-2113,-16 4-162,2-1 1,-2-3 161,-6-7 0,-6-3-855,-5-7 0,-2-2 855,4 4 0,-3 0 1076,-4-1 1,-6 2-1077,-9 3 0,-1 5 0,3 1-135,-8 2 1,2 8-136,14 16 90,-6 6 180,15 7 0,3-8 0,6 10 0,0-7 0</inkml:trace>
  <inkml:trace contextRef="#ctx0" brushRef="#br0" timeOffset="36799">23994 3507 5914,'5'-13'719,"0"-4"-539,-2 5 90,-9 5-180,-4 20 0,-1 7-90,-6 4 30,8-3 0,-1 5 0,3-2 15,4-5 0,2 0-551,-3 4 1,2 1 460,5 0 0,4-1-3222,14 7 3267,-3 2-90,5-16 0,2-24 0,1-7 90,-11 4 0,0-1-440,12-5 0,-1-4 440,-9-4 0,-7-4-722,-9-6 1,-3-1 721,4 4 0,-2 1 990,-5-5 0,-8 3-990,-13 15 0,-9 5 0,4 3 0,8 2 0,-2 1-660,-8-1 0,-6 1 0,6 5 615,12 6 0,2 5-90,-11 8 0,0 6 94,12-6 0,0 2 1,1 0 40,-1-1 0,0 0 0,2 1 0,-3 8 0,4 0 0,0 4 0,0-2 0</inkml:trace>
  <inkml:trace contextRef="#ctx0" brushRef="#br0" timeOffset="37399">20512 5468 5596,'-27'10'120,"-1"0"0,-8 2 0,4-1 60,8-6 0,-8 1 23,33-13-24,16-9 1,12-4 0,-2 1-135,-3 2 0,0 1-865,-1 0 1,2-1 0,2-2 0,3 1 743,-3 3 0,2-1 0,1 1 1,2-1-1,1 0 0,-1 0 98,-3 2 1,0 0-1,0 1 1,1-2-1,1 1 1,-1 0 0,1 0-1,-1-1-185,2 0 1,1-1-1,-1 1 1,1-1 0,0 0-1,-1 0 1,1 1-1,0 0 163,-1 0 0,2-1 0,-1 1 0,1 0 0,-1 0 0,-1 1 0,-1 0 0,-2 1-213,2-1 1,-3 1-1,-1 1 1,3-1-1,6-2 218,-12 5 0,3-1 0,2 0 1,3-2-1,1 0 0,2 0 1,1-1-1,1 0 0,0-1 1,1 1-1,-1 0 0,-1 0 1,0 1-1,-2 0 0,-2 1 1,-1 0-1,-3 1-135,9-3 1,-4 2-1,-2 0 1,-1 1-1,0 0 1,2-1-1,3 0 1,4-2 129,-13 4 0,3 0 0,1 0 0,3-1 0,0-1 0,2 0 0,2 0 0,0-1 0,1 0 0,0 0 0,1 0 0,-1 0 0,1 0 0,-1 1 0,0-1 0,-1 1 0,-1 0 0,-1 1 0,-1 0 0,-2 1 0,-2 1 0,-1 0 0,-3 1 0,12-3 0,-3 1 0,-4 1 0,-1 2 0,0-1 0,-1 1 0,2-1 0,1-1 0,1 1 0,2-1 0,1-1 0,1 0 0,0 1 0,-1-1 0,-1 1 0,-2 0 0,-2 1 0,-3 1 22,12-2 1,-3 0-1,-5 2 1,-5 1-23,-2 0 0,-3 1 394,15-2 0,-2-1-394,-2 1-583,0 1 1,-13 1 835,-36 9-253,-9 0 0,4 0 0,-2 1 0,0-1 0,-1 1 0</inkml:trace>
  <inkml:trace contextRef="#ctx0" brushRef="#br0" timeOffset="45582">19969 7240 5734,'7'-5'0,"6"5"0,-7 3 0,5 4 67,-3 13-44,1 10-2229,0 5 2206,-5-14 0,-1 1 296,-2 12 1,0-1-297,-1-14 0,1 0 30,-1 9 0,1 3 0,0-5-210,1 4 174,-1-10 0,1-1-261,1 3 1,-1-14-1,0 2 1</inkml:trace>
  <inkml:trace contextRef="#ctx0" brushRef="#br0" timeOffset="46099">20198 7343 5812,'2'-9'282,"1"1"-282,-6 20 0,3-7 0,-3 17 0,0 4 89,3-3-1691,-1-3 0,1-2 1602,1 0 0,4-2-1957,7 5 1957,-4-7 0,6 2 0,5-17 0,-4-5 0,5-2-352,-8-2 352,-7 1 828,-5-11 0,-2-1-828,0 1 0,-9-15 0,-3 1 0,-1 12 0,2 4 0,0 1 0,-2 6-1062,0 18 972,3-4 90,-1 18 0,11-7 0,1 6 0</inkml:trace>
  <inkml:trace contextRef="#ctx0" brushRef="#br0" timeOffset="46565">20492 7280 5824,'-6'-13'270,"-5"-3"-270,3 12 89,-2-1-89,1 7 0,2 3 45,-3 11 0,1 7-45,5 3 0,2 1 0,-4 5 0,3-1-400,4-6 1,3-2 399,10 1-3127,8-14 3127,-7-3 0,8-15 0,-1-6 0,-8-8-870,1 4 0,-3-1 870,-8-6 0,-7-4-304,-12 1 1,-3 0 303,9 9 0,-2 2 301,-8-3 1,-4 0-1,3 6-481,0 8 1,-11-2 179,22 14 0,6-4 0,0 2 0</inkml:trace>
  <inkml:trace contextRef="#ctx0" brushRef="#br0" timeOffset="46916">20639 6732 5824,'-2'-19'180,"0"-2"-90,2 13-1,0 7-89,0 3 45,1 27 0,-1 11-45,2-10 0,0 1 0,1 5 0,1 2 0,0-2 0,1-5 0,0-4-1150,2-2 1,0-6 1149,0-10-89,1-3 89,6-10 0,-5 1 0,3-7 0,-9-4 0,-1 0 0</inkml:trace>
  <inkml:trace contextRef="#ctx0" brushRef="#br0" timeOffset="47133">20642 6858 5824,'7'-8'90,"-2"1"-694,6 3 693,-3 0 109,12-4-288,8-4-1792,-4 2 1882,1 0 0,-15 6 0,-4 2 0,2-2 0</inkml:trace>
  <inkml:trace contextRef="#ctx0" brushRef="#br0" timeOffset="47516">20849 6712 5807,'-1'-12'197,"-1"-5"-107,2 10 89,-1-6-89,-1 17-90,0-2 0,-1 21 0,1 7 90,0-3-434,0 1 0,1 2 344,2-6 0,1 0-1582,2-3 0,0 1 1582,-1 1 0,0-2 0,5 10 0,-4-21-270,5 2 1,-3-6 269,8-3 0,-8-11 0,3-4 0</inkml:trace>
  <inkml:trace contextRef="#ctx0" brushRef="#br0" timeOffset="47716">20872 6806 5824,'13'-8'0,"-5"3"-547,11-2 1,3 1 0,1-2 0,-1 1 0,-1-1 0</inkml:trace>
  <inkml:trace contextRef="#ctx0" brushRef="#br0" timeOffset="48300">21294 7051 5824,'-7'-3'180,"2"0"-90,-1-5-1,3 3 1,-2-3 0,11-3-90,1 6 0,4-2 0,0 7 90,3 12-90,-6-4 0,-3 18 0,-3 3-3277,-5-4 3219,0 2 1,-2 0 57,-3-5 0,1-3 0,-1 0 0,0 2 0,0 0 0,0-3 0,1 0 0,0 5 0,3-2 0,5-10 0,0 8 0,3-14 0,3-2 0,19-7-90,-9 3-45,14-8 1,1-2 44,-12 4 45,2-2 0,0 0 45,2-5 0,-8 3 0,11-6 0</inkml:trace>
  <inkml:trace contextRef="#ctx0" brushRef="#br0" timeOffset="49065">21699 6978 5793,'-1'-8'8,"-1"-1"-2,-1 6 10,2-1-15,-2 0-1,-3-1 90,1 1-90,-11 2 0,7 3 0,-6 2 0,1 5 90,-3 9-90,3-4 0,-1 20 0,15-21 0,0 8-90,4-14 90,1-1-3277,9-2 3162,-4 0 115,5-3 0,5-11 0,-10 6-596,9-9 596,-15 9 0,3-6 0,-1 0 0,1 1 3097,0 15-3097,-4 1 0,1 12-319,-2-4 319,-1 18-1208,-1-8 0,1 0 1208,-1-3 0,0 0 0,1 1 0,-1 0 0,1 2 0,-1-3 0,0 1 0,0-2 0,-1 0 0,-5-1 0,-6-6-322,-1 2 322,-2-9 3117,6-5-3246,-20-11 129,16 5 0,-13-9-163,22 7 1,-1-5 0,1-1-1</inkml:trace>
  <inkml:trace contextRef="#ctx0" brushRef="#br0" timeOffset="49565">21871 6989 5824,'-5'-4'180,"-2"2"-180,0 6 90,-11 22-90,10-11 29,0 6 1,-1 6 0,2-3-3307,2 7 3219,-1-2 1,2 0 57,6 2-1935,8-3 1935,-2-5 0,22-7 89,-15-19-89,3-6 0,-1-4-473,-7-5 1,-3-1 472,8-13 0,-11-4 472,-11 13 1,-3 3-473,1 1 437,-1-2 0,0 4-437,2 13 0,-4 0-180,-3 9 180,2-3 2686,2 8-2686,5 1 0,2 0 0,-2 4 0</inkml:trace>
  <inkml:trace contextRef="#ctx0" brushRef="#br0" timeOffset="50033">22133 7042 6004,'1'-8'179,"-4"-2"1,-3 5-90,-2-1-90,0 5 180,-9 21-3457,10-8 3162,-6 14 205,9 5-2358,9 2 2268,-3 0 0,6-6 0,19-9-1063,-8-11 1063,14 3 0,-13-13 1063,3-5-1063,-2-4 0,0-2 303,6-4-303,-7 3 0,-3-3 0,-12-5 0,-5-1 0,-3-2-60,-15 8 0,-12-2 0,-1 8-90,-3 11 0,-2 9 0,0-2 105,8-5 0,-1-1 0,1 1 0,0 2-14,-7 6 0,0 3 0,5 2 59,3 1 0,3 2 0,-1 0 0,-1 1 0,4-3 0,1 1 0,-1-1 0</inkml:trace>
  <inkml:trace contextRef="#ctx0" brushRef="#br0" timeOffset="50534">19884 8041 5824,'-20'6'-1,"6"-2"2,-1 1-1,7-3 0,-5 3 180,6-1-90,2 2-1697,34-9 1,15-5 1651,-19 4 0,4-1-25,-4 0 0,6-2 0,6-2 0,2 0 0,2 0 0,0-1 0,-1 0 0,-4 2 0,-5 0-565,7-1 1,-6 1-1,0 0 1,5-2 544,-8 3 0,4-1 0,2-1 0,1 0 0,1 0 0,0 0 0,-3 0 0,-2 1 0,-4 1-244,6-2 1,-6 1 0,0 1 0,3-2 243,0 0 0,1 0 0,2 0 0,1-1 0,1 0 0,0-1 0,-4 2 0,1-1 0,1 1 0,1-1 0,-1 0 0,0 0 0,0 0 0,-2 1 0,1-1 0,-1 1 0,-1-1 0,0 1 0,0 0 0,0 0 0,0 0 0,7-2 0,0-1 0,1 1 0,-2 0 0,-3 1 0,-4 0 0,-1 1 0,-5 1 0,0-1 11,10-2 1,2-2-12,-7 2 0,3-2 0,1 1 0,-2 0 449,-2 0 0,-1 1 1,1 0-510,5-2 0,1-1 0,-5 2 910,-5 3 1,-11 2-851,-20 4 0,-2 2 0,-19 0 0,1 2 0</inkml:trace>
  <inkml:trace contextRef="#ctx0" brushRef="#br0" timeOffset="52082">20047 6150 5824,'-3'-7'0,"-1"2"0,0 3 90,-6 3-90,3-1 0,-12 11-3277,10-2 3162,-5 5 115,9-3 0,3-2 0,4 9 0,1-7 0,18 6 0,-9-15 0,9 1 0,-12-5 0,0-2 0,4-9 0,-4 6 3276,5-13-3070,-8 23-3483,3 20 3162,-3-1 115,-3 2 0,-1 5 0,0-4 0,-1 0-662,1 3 1,-1-2 661,-2-14 0,-3 11-1289,-10 1 1289,3-2 0,-7-3 1199,-13-8-1199,17-8 0,-21-10 0,31-7 0,-2-11 0</inkml:trace>
  <inkml:trace contextRef="#ctx0" brushRef="#br0" timeOffset="52652">20324 6182 5804,'2'-11'110,"0"1"-20,-8 1 0,-10 10-90,3 0 0,-3 10 0,8 6 0,7 2-1730,-1-2 1730,4 0 0,10-3 0,-6-8 0,8 5 0,-8-11-90,5-1 90,4-5 0,-1 0 0,2-7 0,-9 6 1730,-1 6-1730,-5 5 0,0 8 0,-1 17-1639,-1-8 1,0 0 1580,1-2 1,-1 1 57,0-1 0,-1 1 0,-3 0 0,0-2 0,0 0 0,-7 17 0,8-29-180,-7 4 180,1-6 0,-6-2 0,2-6 0</inkml:trace>
  <inkml:trace contextRef="#ctx0" brushRef="#br0" timeOffset="54465">21171 6082 5801,'-2'-7'113,"4"-4"-23,2 5-90,2-2 0,0 4 78,2-1-29,14-4 75,-8 3-101,6 1 1,-1 1 17,-6 3-4,11 1-4,-10 12-28,-8 15-2332,2-2 2290,-11 6 30,-7-6 1,-2 0 4,0 1 3,2-2 1,-1-2-180,4-8 191,3-4 24,0 3-15,1-4 2,3 2-33,15-5 2218,-5-2-2217,9-4 0,2-2-3269,8-6 3231,3 1 254,-9-1-89,-6 0 150,-10 4-191,8-6 0,-13 8 0,0-1 1</inkml:trace>
  <inkml:trace contextRef="#ctx0" brushRef="#br0" timeOffset="55198">21511 6001 5751,'-6'-3'120,"6"-1"-60,2 2 12,6-1-108,1-1 12,0 2-473,1-1 484,-2 1 131,21-5-131,-15 4-15,17-4-21,-12 4 49,-7 1 0,4 0 0,-6 3 0,-5 16 0,-1-5 181,-8 22 1,-4 6-182,3-20 0,0-1-1639,-3 16 1,0-1 1523,0-2 115,3-7-2179,-1 10 2179,2-10 0,1 1 0,2-18 0,3 7 0,0-8 0,3 3 0,1-10 0</inkml:trace>
  <inkml:trace contextRef="#ctx0" brushRef="#br0" timeOffset="55682">21873 5983 5824,'-4'7'90,"-2"2"-90,3-4 0,-4 8-3277,-6 18 983,5-9 3043,-1 9 1,2 1-750,4-6 0,1-4 0,0-1 860,7 4-860,8-6 0,-4-2 0,21-10 0,-19-11 0,12-4 0,-15 0 0,4-13 0,-5-12-1878,0 3 1878,-6-4 0,-5 18-824,-14-16 824,8 17 787,-9 0 0,-2 4-787,9 10-697,-16 2 697,21 4 0,-3 3 0,-2 1 0</inkml:trace>
  <inkml:trace contextRef="#ctx0" brushRef="#br0" timeOffset="56149">22114 6046 5824,'4'-6'449,"-16"27"-449,7-11 0,-11 23 0,10-2-3277,6-2 894,-2 3 2293,7-9 1499,-1-13-1409,18 7 770,15-20-770,-15 0 0,0-1-525,-1-6 0,-2-2 525,-5-2 0,-3-3 1436,-7-11 0,-4 0-1436,0-5 0,-12 9 0,-8-2 0,0 6-1481,3 11 0,-2 3 1481,-12-7 0,0 3-90,-2 11 90,0 7 0,15-2 0,0 0 0,-1 2 0,0-1 0,-14 9 0</inkml:trace>
  <inkml:trace contextRef="#ctx0" brushRef="#br1" timeOffset="57534">19340 5619 11166,'8'1'-9,"2"-1"-22,-4 0 48,2 0 19,6-2 106,-7 1-21,11-3 1,2 0 10,1-1-400,14-3 471,-5 3-41,-1 0-39,-8 14-279,-8 2-406,-19 13-483,-5-3 1364,-4 8-1610,3-6 1,1 0 1537,-4 10-108,5-12 1,2-2 382,4-7-60,0 14-1871,3-13 1271,0 10-411,3-17 178,5 1 299,6-5 0,2-1 1,4-5-1</inkml:trace>
  <inkml:trace contextRef="#ctx0" brushRef="#br1" timeOffset="58300">19763 5566 11090,'1'7'-1073,"-1"-1"790,-3 11 599,1-10-77,-6 22-63,4-19-116,-1 11 0,1 1-27,1-2-108,-1 15 264,5-9-146,7 8-372,-3-9 75,6-3 0,2-4-404,-1-8 81,9 6 49,-5-15 378,2-10-1083,-2 2 1434,0-7-39,-10-4 1,-3-2 94,1 2-94,-6-16 1,-4-3-1592,-2 20 1,-2 1 1429,1-7 0,-2 2-315,-5-1-412,-3 15 696,1 12 1,-6 0 0,5 10 0</inkml:trace>
  <inkml:trace contextRef="#ctx0" brushRef="#br1" timeOffset="59000">20311 5734 7193,'2'-3'1286,"0"0"-1038,25-6 0,9-1-129,-5 1-1153,1 0 0,6-2 1048,-11 4 1,1 0-1,0 0-9,1 0 0,0 1 1,0-1-786,3 0 0,1-1 1,-1 0 858,-6 3 1,0 0 0,-4 0-144,10-2 30,3 0 0,-1 1 5,-3 0 57,3-1 0,-4 2 1054,-20 3-1310,5 0 1024,-14 5 0,1-1 0,-4 0 1</inkml:trace>
  <inkml:trace contextRef="#ctx0" brushRef="#br1" timeOffset="60533">21323 5386 13075,'4'-8'921,"-1"1"-888,9 2 521,6-2-3831,2 0 2442,0 1 699,-9 4 823,-5 1-720,7 1-386,-6 2-35,7 19-811,-14-2 113,1 11 937,-6-10 1,-3 2 1730,-5 7 1,-2 3-1554,2 0 0,-1 0-1576,-1-1 0,1-3 1769,2 0 118,8-17-879,5-3 502,-1-1 319,20-5-382,-7-4 165,10-1 14,-3-3 52,1-1 1678,-3 0-1474,-1 0 166,-8 1 0,-2-1 0,4-2 1</inkml:trace>
  <inkml:trace contextRef="#ctx0" brushRef="#br1" timeOffset="62036">21739 5322 7283,'-4'7'168,"1"-1"-130,0-3 29,1 0-31,0 0-296,0 0 78,-1 2 42,1-1-17,-3 4-40,2-3 6,-4 6-23,-1 3 1,1-2 212,0 3 176,0 9-26,3-11-82,-1 11 1,1 2-3345,4-1 3141,-2 11 123,4-17-1,0-10-2,8 12-184,-5-10 27,20 16 16,-14-21 150,8 4-7,-7-9-1,-5-1 3291,10-5-3181,-6-3-99,3-3 1,-8 2 0,-2-6-8,-3 7 11,-1-6 0,-7-4 0,2 10 0,-6-8 0,-7 11 0,-6 4-1992,0-1 1956,1 5-1,13-1 37,0 1 0,1 0 0,0-1 0,-4 1 0,-1 0 0</inkml:trace>
  <inkml:trace contextRef="#ctx0" brushRef="#br0" timeOffset="62916">21992 5337 5734,'6'-5'90,"-5"-1"-90,-5 2 0,-2 1 0,-3 1 0,2 2 0,1 0 0,-10 12 0,9-6 45,-4 11 0,2 4-135,8 6 90,-3 7 0,14-6-23,0-20 17,2 2-5,5-13 11,-11 0-14,9-8 6,-11 7 8,5 1-6,-4 31 4,-2 1 1,0 2 1,-1-4 0,-1 0-1564,0 4 1,-1-4 1563,0-6 11,-1-2 11,-9 6-19,5-8 14,-19 3-28,13-19-6,-6 0-3,10-6 20,2-1 0,-1-5 0,2-3 0,0-3 0</inkml:trace>
  <inkml:trace contextRef="#ctx0" brushRef="#br0" timeOffset="63415">22239 5359 5734,'6'-5'200,"0"1"-140,-3 6-69,-5 12 5,2-4-2,-5 8 7,4-10-2,-1 11 17,4 10-39,1-2-1,3-1 22,3-10-13,7 2 2,-5-3 3,0 0 1,-2 1-7,-5-3 6,3 10 6,-16-3 16,-15 7 10,6-6-7,-2-3 1,0-3-8,9-8 0,-14 6 0,16-11 0</inkml:trace>
  <inkml:trace contextRef="#ctx0" brushRef="#br0" timeOffset="63666">22213 5411 5742,'7'-9'82,"-2"3"-82,3-1 0,-2 4 90,13-7-90,-3 1 0,8-1 0,4-3 0,-3 2 0,8-5 0,-2 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5:46:49.334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12095" units="cm"/>
      <inkml:brushProperty name="height" value="0.12095" units="cm"/>
      <inkml:brushProperty name="color" value="#00B0F0"/>
    </inkml:brush>
  </inkml:definitions>
  <inkml:trace contextRef="#ctx0" brushRef="#br0">14494 2687 6813,'3'7'630,"-1"0"-270,1-5 89,0 0-89,2 0-180,0 0 0,-1 0 0,1-1 0,-1 0 0,1 0-90,0-1 89,1 1 1,1 1-90,0-1 0,0 0 0,0 0 90,1 0-90,0 0-90,1 1 90,0 0 0,1-1 0,0 0-90,0 0 90,6 0-90,-2 0 90,5-1-90,-4 1 0,1-1 90,1 1-90,0-1 0,2-1-369,0 1 459,2-1-90,-1 0 0,1 0 0,0 0 90,1-1-90,8 0 0,5-3 0,-14 2 0,0 0 0,12-3-559,-5 1 649,-10 2-90,-1-1 0,1-1 90,10-3-90,-5 1 0,8-4-235,-8 2 235,0 0 90,0-1-90,-1 1 90,0-2 0,-2 2-90,-1 0 90,-1-2 0,-1 2 0,3-3 0,-1 1 90,10-7-90,-7 3 0,8-3-104,-10 4 14,1 1 90,1-1 0,-1 0-90,1-2 90,1 0-90,0 0-83,1-1 83,-1 1 90,0-1-90,1 1 0,0 0 90,0 0-90,-1-1 90,1 1-90,-1 0 180,10-8-180,-7 6 90,7-5 0,-11 6 0,12-7-90,-7 3-602,-10 8 1,0 0 691,11-10-90,-3 2 90,3-1-90,0-1 90,-3 2-471,0 2 471,-3 1-660,-1 0 570,1-1 180,7-7-90,-7 5-90,6-6 179,-1 0-179,-7 6 90,8-8-90,-9 9 0,0 0 90,0-2-90,1 1 0,0 0 90,0 0-90,1 1 0,0 0 0,0 1 0,-1 0 90,0 0-90,-1 3 215,-2 1-125,-2 2 871,3-1-871,-4 3-90,2-3 1069,-3 4-1069,0-2 90,3-1 0,9-8-90,-4 5-2244,6-6 2244,-8 7 90,1 0-133,0 0 43,0 0-91,0 1 91,1-1 90,1 0-90,0 0 0,8-8 0,-7 7 0,6-5 0,-9 8 0,0 0 3049,-1 0-3049,6-3 0,-5 3 628,4-1-628,-4 3 0,-2 2 36,0-1 54,-1 2-90,-1 1 0,1 0 0,3-1 0,-2 1 0,2 0 0,-2 1 0,-1 1 0,1 0 0,1 1 0,-1-1 0,3 0 0,-1 1 0,2-1 0,-3 1 0,8 0-90,-6 0 90,6 0 0,-9 1 0,1 1 0,-1-1 0,-1 2 0,0-1 0,0 1 0,1 1 0,-1-1 0,0 1 0,0 0 0,1 0 0,-1 1 0,1 0 0,1 0 90,-1 0-90,2 1 0,-1 1 0,0 0 0,-1 0-90,1 1 180,-1-1-90,1 2-90,0-1 90,2 2 0,0 0 0,14 6 0,-9-2-950,8 3 950,-11-4 0,0 1 0,0-1 0,-2 0 0,-2-1-293,2 1 293,-2 0 0,2 1 0,0 1 0,-2-1 0,-2 0 132,1 1-132,0 0 0,0 0 0,1 2 0,-1-1 0,2 2 0,0 1 0,0 0 0,1 1 204,0-1-204,0 1 0,0 0 0,1 0 0,1 0 0,-1-1-422,0 2 422,1-1 0,-1 1-291,-1-1 291,-1 0 0,0 0 0,-1 1-46,-1 0 46,0 0 0,0 0 0,-2 0 90,8 7-90,-6-5 0,-3-2 0,0-1 0,4 4-121,5 6 121,-6-8 0,1 0 0,-1 0 399,1 0-399,1 1 0,0-1-5,0 0 5,1 1 0,8 7 0,-6-5 0,7 6 0,-10-9 0,0 2 0,0-1 0,-1 2 0,-1 0 0,0 0 0,0 0 0,-1-1 0,0 1 0,0 1 0,1-1 45,-4-4 0,0 0-45,6 7 0,-6-7 0,0-1 0,5 6 0,-1 0 0,1-1 0,-4-4 0,0-1 0,6 9 0,-5-8 0,0 0 0,4 5 0,-5-4 0,1-1 0,6 7 0,-7-7 0,-1-1 0,5 5 0,2 2 0,0-2 0,2 3-856,0-1 856,2 1 0,1-1 0,1 0 90,0-1-90,-7-7 0,0-1 0,10 7 0,-11-8 0,0-1 0,6 3 327,1-1-327,0 1 0,-8-6 0,1 1 0,10 6-1463,8 3 1463,-12-6 0,-2-1 0,1-1 0,-2 0 178,-2-1-178,-2 0 0,1 0 0,-1-2 875,0 1-875,1-1 0,1 1 0,3 0 0,0 1-310,3-2 310,0 1 0,2-1 0,2 0 0,1 0 0,1 0 0,1-1 0,-8-1 0,1-1 0,11 2 0,-11-2 0,0 0 45,-2 0 0,-1-1-135,13 3 135,-12-3 0,-1 0 641,9 2-686,0-2 0,1 1 0,-1 0 0,2-1 0,-1 1 0,0-2 0,-8 0 0,0 0 0,14 1-749,-12-1 0,0-1 749,14 2 0,-19-2 0,1 0-136,-2 0 1,2 0 135,7 1 0,1-1 0,-9 0 0,0 0-805,8 1 0,-1 0 805,11 1 0,0 1-175,-2 0 175,-2-2 0,0 1 0,0 0 0,0-1 0,-1 1 0,-1-2 666,-1 1-666,-2-1-270,5-1 90,-11 0-86,2-1-94,-14-1 2310,-1 0-2669,-3-1 804,-2-1-1434,-2 0-1134,-3-1 2483,-2-2 0,-7-3 0,-3-4 0</inkml:trace>
  <inkml:trace contextRef="#ctx0" brushRef="#br0" timeOffset="1183">18259 337 9512,'-3'-7'269,"0"1"181,1 1-90,0 1 90,0 0 89,0-1-359,-2 10 0,1 0 0,0 9 0,0 0 0,0 6 0,-1 6-598,-2 5 598,0 7-959,2-18 0,0 1 869,0 3 0,0 2 0,0-1 0,0 3 59,0 2 1,0 3 0,-1-1-1354,0 7 0,0 0 1294,1-3 0,-1 2 0,0-2-608,2-7 1,-1-1 0,1 1 577,-1-1 0,0 1 0,1 0 30,-1 0 0,1 1 0,-1-1-241,0 0 1,0 0 0,0 2 262,0 0 1,0 1 0,0 1-1,1 0-22,-1 1 0,0 1 0,0-1 0,0 1-193,0-1 0,0 1 1,1-1-1,-1 0 148,1-2 0,0 0 0,-1 0 0,2-3-15,-1 0 0,1-2 0,0 2 60,-1 9 0,0 2 0,0-2-60,1-9 0,0-1 0,0 0 30,0 7 0,-1 2 0,1-3-15,0 1 0,0-3-25,0 2 1,0-1 24,0-1 0,1 1 44,-1-4 1,0 1 0,0-1-45,1 4 0,-1-1 0,-1 9 0,1-1 0,0-12 0,1-3 318,-1-2 1,1-1-319,0 0 0,0 0 1339,-2 16-1294,2-12 0,-1 0-90,-1 11 45,1-15 0,0 1 45,-1 11 2103,2-12-2103,-2 13-90,2-18 0,0 4 0,0-9 2142,0-1-2142,0-1 1361,0 3-1451,0-5 298,1 2-747,-1-4-361,0 0-1528,1-2 989,-4-5-1800,1-7 901,-1-4 2338,1-5 0,-2-5 0,-1-4 0</inkml:trace>
  <inkml:trace contextRef="#ctx0" brushRef="#br0" timeOffset="1966">14608 2669 10861,'-9'5'180,"0"-2"-90,3 0 90,0-1 89,1 0-89,0 0 270,1-1-180,-1 1 539,1 0-269,4 3 180,8 1-450,4 3 89,12-2-1119,1-2 0,3-1 939,-3 0 1,1-1-60,1 0 0,2 1 0,0-1-1067,10 0 0,0 0 1037,-9-1 0,2-1 0,0 1 29,2 0 1,1 0 0,0 0-705,3 0 1,1-1 0,1 1 651,-5 0 1,1-1 0,1 1-1,0 0-346,2-1 1,0 1 0,1 0 0,0 1 314,-4-2 0,1 1 0,0 0 0,1-1 0,-1 1-75,1 0 0,0 0 0,0 1 0,0-1 0,1 0 74,0 0 1,1 0 0,0 1 0,0-1 0,0 0-38,1 1 1,1-1 0,-1 1 0,1 0 0,-1-1 16,-6 1 0,1-1 0,0 0 0,-1 0 0,1 0 0,0 1 0,0-1 0,0 0 0,0 0 0,1 1 0,-1-1 0,1 0 15,-1 0 0,1 1 0,0-1 0,0 0 0,0 0 0,0 0-15,0 1 0,0-1 0,0 0 0,0 0 0,1 0 0,-1 1 0,0-1 0,0 0 0,1 0 0,-1 0 0,0 0 0,0 0 0,1 1 0,-1-1 0,1 1 0,-1-1 0,1 1 0,-1 0 0,1-1 0,-1 0 0,0 1 0,0-1 0,1 0 0,-1 1 0,0-1 0,-1 0 0,0 1 0,1-1 0,1 0 0,1 1 7,-1-1 1,1 0-1,1 0 1,1 1-1,1-1 1,-2 0-1,0 0 1,-2 0-23,4 0 0,-3 0 0,0 0 0,0 0 0,1 0 0,1 0 11,-4 0 0,2 0 0,1 0 1,0 0-1,0 0 0,-1 0 1,-1 0-1,-3 0-11,9 1 0,-3-1 0,-1 0 0,-1 0 0,1 1 18,-1-1 0,0 0 0,0 0 0,0 0 0,-1 0-2,-1 0 1,1 0-1,-1 0 1,-1 0 0,0 0 5,4 0 1,-1 0-1,0 0 1,0 0-23,-3 0 0,-1 0 0,1 0 0,1 0 22,4 0 1,1 0-1,0 1 1,-2-1-23,1 0 0,-2 1 0,1-1 0,-4 0 0,2 1 0,-1-1 0,-3 0 397,7 0 1,-3 1-398,-2-2 0,-1 1 0,-6-1 0,-1 0 377,-4 0 1,0 0-333,-3-1 0,0 1-45,14 0 1180,-5 0-1180,-5 0 2318,-5-1-2228,5 1-90,-7-1 633,4 1-633,-7-1 0,0 0 1468,-1 1-1468,1-1 926,-1 1-926,5 0-90,-4 1 0,2 0-90,-6-1 0,-2 0 124,-1 0-934,-2-1-2287,-1 0 618,-8-3 500,1 0-989,-8-3 3148,3 4 0,-6-3 0,-2 1 0</inkml:trace>
  <inkml:trace contextRef="#ctx0" brushRef="#br0" timeOffset="13341">20404 3381 9691,'2'-8'1080,"-1"2"-900,2 1 0,-1 2-90,2-1 0,-1 2 179,4-2-179,-3 2 0,4 0 0,-2 1 0,1 0 0,-1 1-90,2-1 90,0 2-90,2 0 90,0 2-90,1 0 90,1 1-90,-1 0 0,0 1 90,5 4-90,-2 2 0,-1 0 0,-4 0 0,-5-4 90,-3 4-90,-7 2 0,-2 1 0,-4-1 0,0-3 0,-2-1 0,0 0 0,0 0 0,0-1 0,2 0 0,1 0 0,2-2 0,1 1 0,2-1 0,1 1 0,1 0 0,2 1 0,1-1 0,3 2 0,2 0 0,2 2 0,1 1 0,3 0-289,1 3 289,1 1 0,0 1 0,-1-1 0,-3-1-66,-2-3 66,-1 2 0,-3-2 0,0 0 0,-4-1 0,-2-1 378,-4 1-378,-5 0 0,-4 1-400,-5-1 400,-3 0 0,-3-3 0,-1-1 0,0-1 0,-9 0 0,12-2-549,-3 0 279,16-2-89,2 0-181,3 0 540,2-1 0,3 0 0,2 0 0</inkml:trace>
  <inkml:trace contextRef="#ctx0" brushRef="#br0" timeOffset="14742">21169 3588 10501,'-3'-4'3276,"0"2"-1785,-12-1-1401,0 2-90,-4-1 90,-5 1-3367,-4 0 2764,-4 2 290,9 0 1,-1 0 222,-11 2-8,12-1 1,1 1 97,-6 2-543,1 1 453,2 0 0,2 1 1304,4 1-1304,3 0 0,2 0 1336,3 1-1336,1 0 1220,4 1-1220,1 0 863,3 1-863,2 0 340,2 1-340,1 2 0,3 0 0,1 0 0,1 1 0,4 1-412,2 0 412,2 2-720,2-1 720,1-1 0,11 7 0,-7-6 0,7 5 0,-9-8 0,-3-3 0,0 0 0,1 1 0,-2-2 0,-1-1 0,-4-2 0,-6-3 0,0-2 471,-2 0-471,-1-6 751,-3 1-751,-2-6 0,-2 1 0,-2-2 0,-5-8 0,1 1-966,-5-8 966,3 5-439,0 0 439,-1-1 0,-5-7 0,5 8 0,-5-10 0,9 16 0,-1-1-180,5 5-90,-1 3-269,3 0 650,0 0-1551,0 2 486,2-1-2323,0 1 3151,2-2 1,3-1 0,2-2 0</inkml:trace>
  <inkml:trace contextRef="#ctx0" brushRef="#br0" timeOffset="20982">22892 3109 8522,'-6'-7'720,"0"0"-540,4 2 0,-1-1-1,0 2 91,0-2-90,0 0 90,-1 0-90,0 0 90,-1-2 0,1 2-91,0-2 91,-1 1-90,0-1 90,-1 0-90,-1-1 0,0-1 90,0 2-90,-1-3-90,-1 2 89,-1-2 1,-1 0-90,-3-2 0,-2 1 90,-3-3-381,-3 1 291,-2-1-90,-6 1 90,2 2 0,-4-2-1283,2 5 1283,-1 0 0,0 3-90,-1 2 0,-2 1 90,0 4-90,-5 5-1421,0 4 1421,17-3 0,1 2 0,0-1 0,0 2 45,-7 7 0,-1 2-45,8-5 0,0 2 0,-6 5 0,1 0 0,8-4 0,2 0 45,0 0 0,1 1-45,1 0 0,-1 1-1200,-2 9 0,2 1 1200,3-7 0,2 1 45,-3 13 0,2 1-400,7-15 1,1-1 354,1 5 0,2 0-116,6 13 116,6 1 0,-5-19 0,2-1 0,1 0 0,1 1 0,9 9 0,5 1 30,-6-10 0,2 0 0,1 1-287,7 5 0,3 0 0,0-1 257,-4-5 0,-1-1 0,2-2 0,-1-1 0,1-1 0,-1-2 0,6 2 0,-2-2 45,2-1 0,-1-1-360,2 0 0,0 0 360,0-2 0,0-1-331,1-1 1,1 0 330,-4-2 0,0-1 387,1-1 0,-1-1-387,-2-1 0,-1-2 0,1 0 0,0-1 44,3-2 1,1 0-45,0-2 0,0-1 0,3-2 0,-1 0-45,-1-2 0,0-2 45,-2 0 0,-1-1 499,0-1 0,-1-1-544,-1 0 0,-2-1 45,-2 1 0,-1-1 282,0-2 0,0 0-327,-6 2 0,0-1 45,1-1 0,-1-1 25,2-7 1,-1-1-26,-6 7 0,-1-2 0,5-15 0,-3 0 625,-8 15 0,-3 0-625,1-7 0,-2 1-280,-4 6 1,-2 1 234,-2-1 0,-1-1 45,-3-4 0,-2-2-45,-5 1 0,-2-3 0,0 2-227,1 4 1,0 1-1,-2-1 227,-6-7 0,-2-1 0,-1 2-445,1 3 1,0 3 0,-1-1 384,-3 0 0,-1 1 0,-1-1-199,6 5 1,-1 0 0,0-1 0,-1 2 190,-1 0 1,0 0 0,-1 1-1,-2 0-178,3 4 1,-2-1 0,-1 1 0,-1 0 0,-1 0 0,1 2-175,0-1 0,-1 2 0,0 0 1,-1 1-1,0-1 0,-2 1 10,3 2 0,-2 0 1,0-1-1,-1 2 1,0-1-1,0 1 0,2 0 1,1 1 357,-3 0 1,2 0 0,1 1 0,0 1 0,0 0 0,-2 1-1,-4 0 1,-1 0 0,0 2 0,-1 0 0,2 0 0,1 0-1,4 2 1,-1-1 0,0 0 0,0 1 0,0-1 0</inkml:trace>
  <inkml:trace contextRef="#ctx0" brushRef="#br1" timeOffset="33183">20185 2747 24575,'0'16'0,"0"-2"0,0 3 0,0 1 0,0 2 0,0 2 0,0-2 0,0-1 0,0-1 0,0-2 0,0-3 0,0-4 0,1-2 0,0-2 0,0 0 0,-1-2 0,0 4 0,0 3 0,0 6 0,0 4 0,0 3 0,0 1 0,0-4 0,-1-1 0,-1-4 0,1-3 0,1-1 0,-1-4 0,1-2 0,0 0 0,0-3 0,0 0 0</inkml:trace>
  <inkml:trace contextRef="#ctx0" brushRef="#br2" timeOffset="36633">15486 2612 19200,'4'-7'-1545,"-1"0"1097,-1 4 422,1-2 168,-1 2-80,0-2 18,0 1-202,1-2-236,-1 0 341,1 0 90,-1 2 202,0 1-171,0-2 159,-1 1-445,0-2 245,-1 1 429,1 0-933,-4 6 1428,0 2-856,-2 5 2,2 1-209,0-1 185,1 1 55,-1 0 26,1 2-14,-1 7-1505,1-4 781,0 6-159,0-5 373,1-1-101,0 1 219,1 0-109,-1 0 135,0 1-1,1-2 32,-1 0 44,1 0-16,0-1 13,0 4-15,1-6-35,-1 4 61,1-7-112,-1 0 225,1-2-199,-1 0 242,1 2 220,0-3-365,0-5 1565,0-2-639,2-12-362,-1 6-137,1-5 219,0 2-90,0-3 5,1-2-14,-1-1-2151,3-5 1337,0-2 394,-1 3 1,0 0-17,3-11-469,-3 11 1,-1 0 393,1-3 21,0 2 5,-2 5-8,0 3-2,-1 2-53,0 1-58,0 0 652,0 2-567,0-2 1076,-1 4-2386,0-2 453,0 21 301,-1-5 547,1 14 1,-1-2 0,1 3 0</inkml:trace>
  <inkml:trace contextRef="#ctx0" brushRef="#br2" timeOffset="41116">16757 3336 7938,'-3'-6'-37,"0"-1"76,0 4 15,-1-2 33,0 1 2,-2 0 105,0-1-92,-1 1-163,0-1 261,0 1 8,-1-1-18,-1 2 6,0 0-78,0 0 87,-1 2-63,0 0 91,-5 3-113,2 0 87,-13 7-85,12-1 44,-10 10-130,14-6-47,-2 4-41,6-5-41,1 0-25,2-1 42,1 8-123,3-3-11,2 1 105,2-4-46,-1-6 60,1-1 54,1-1 18,0-1 79,0 0 198,2-2 21,-1-1 19,2-1 27,-2-1-37,-1-1-37,1-1-39,0 0-55,-1-2 83,3-2-172,-2 1-203,2-2-32,-4 3-11,0 1-75,-1 0 108,2 1 12,-1 0-73,3 5 12,-3 2 284,4 9-90,-5 2 0,0 6-512,-2 0 512,-1 6 0,0 2 0,-2 6 0,0 1-697,0 0 697,-2 1-1327,2-1 1327,-1-1 0,0-1 90,-1-5-90,0-2 0,1-6 0,0-3 0,-1-2 0,0-2 470,-3 3-470,1-6 711,-2 2-711,0-7 1535,-1-1-1535,-1-1 0,-1-2 0,-1-2 0,-1-1 0,-2-3 0,1 1 0,-1-2 0,1 0 90,2-1-90,0 0 0,0-1 0,3 2 0,0 0-180,2 0-90,2 0-180,1-1-1978,3-2 2428,1 2 0,5-5 0,1 2 0</inkml:trace>
  <inkml:trace contextRef="#ctx0" brushRef="#br0" timeOffset="41583">17044 3486 9691,'5'-9'360,"0"1"-90,-3 4 90,0 0 0,0 0 89,0-1-359,-4 0 0,-2 4 0,-3 1-90,-2 4 90,1 1-90,-1 1 90,-1 1 0,-5 5-90,5-2 0,-3 3 90,5-4-90,1 0 0,2 1 0,1-1 0,2 1 90,1-1-90,1 2 0,1-2 0,2 2 0,0 0-90,2 1 97,2 1 3,0-1 1,5 8-88,1 1 91,1 0-91,-3-1 0,-4-8-3,0 5-8,-2-5 83,0 2-92,-5-4 89,-2 2-80,-2-2 98,-3 2 7,-3-3-76,-1-1 97,-3-1-82,-1-1 6,1-1-1,-1-1-186,2-1-8,0 0-184,1-2-9,1 1-630,2-1 1076,3 0 1,1-3 0,1 1-1</inkml:trace>
  <inkml:trace contextRef="#ctx0" brushRef="#br0" timeOffset="41811">17098 3486 9332,'-1'-8'629,"1"-2"-449,-1 4 90,3-2-90,0 2 90,2-1 90,5-4-270,2 2 89,7-5-89,-1 3 90,4-1-1305,0 1 1215,0 2-270,1 0-824,5-1-525,-6 2-180,2 0 1709,-9 4 0,3-2 0,-1 0 0</inkml:trace>
  <inkml:trace contextRef="#ctx0" brushRef="#br0" timeOffset="42216">17505 3305 10051,'7'-11'540,"-1"1"-360,-3 2 90,-2 0 0,-2-1-181,-1 3 1,-1-1 0,-3 4 0,0 4 0,0 2-90,-1 1 0,1 2 90,1 1-90,0 0 0,0 2 90,1 0-90,0 1 0,1-1 90,1 0-90,0 0 0,2 2 0,3 0 0,0-2 90,6 0-90,3-6 0,-1-1 0,2-5 0,-4 0 0,0-3 0,-1-1 0,0-2 0,-1 0 0,-1-1 0,-2 0 0,-2 0 0,-1 0 0,-2 0 0,0 1 0,-2 0 0,-1 2 0,0 1-180,-1 2 0,0 2-180,-1 0 1,1 3-541,-2 1-449,3 2 90,-1 2 1259,3-1 0,2 5 0,0 1 0</inkml:trace>
  <inkml:trace contextRef="#ctx0" brushRef="#br0" timeOffset="42516">17757 3353 9512,'4'-8'269,"-1"0"1,-2 3 0,0-1 0,-2 0-180,-1 0 0,-2 3 0,-1 2 0,-1 4-90,-3 3 90,-2 5-90,-3 3 0,-6 8-1025,0 3 1025,-4 6 45,12-14 0,0 0-951,-1 2 1,0 0 905,-2 3 0,0 2-835,0 0 1,-1 1 834,-1 3 0,0 0 45,2-2 0,0 0-45,-1 1 0,-1 1 45,-2 5 0,0 1-45,4-6 0,-1 0 0,-1 5 0,0 0-45,2-2 0,1-1 0,5-9 0,0-1-90,-3 6 0,2-2-701,0-1 476,2-3 91,3-4-990,1-5 1482,2-2-223,2-2 0,1-2 0,1-1 0</inkml:trace>
  <inkml:trace contextRef="#ctx0" brushRef="#br0" timeOffset="42858">17586 3956 9961,'-10'6'180,"1"0"-180,3-3 90,-1 1-90,1 1 0,-1 0 90,-1 3-90,3-1 90,-1 1-90,3-2 0,1-1 90,4 3-90,1-3 90,6 2-90,2-6 90,1-2-90,0-2 0,-3-1 90,0-3 0,-1-1-90,-1-1 90,-3-1 0,-1-1-90,-3 1 90,-4-2-90,-3 1 0,-3 0 90,-2 1-90,-2 1-90,0 2-180,0 3-90,2 0-360,0 2-539,3 1 270,1 1 989,1 0 0,-1 2 0,-1 0 0</inkml:trace>
  <inkml:trace contextRef="#ctx0" brushRef="#br2" timeOffset="45234">15494 2363 8702,'-9'-9'2630,"1"1"-1772,2 2-512,-1 1-246,-1-1-62,-1-1-45,-3 0 308,-2 0 709,-5 0-673,-3-1 67,-4 2-217,-5 0 177,6 3 0,-3 0-367,-6 1 1,-1 0 430,0 0 1,-1 1-747,-2 1 1,1 1 611,10 1 0,1 1-872,0 0 1,-1 1 739,0 1 0,1 1-31,0 1 0,0 1-87,-2 1 0,0 2-84,3 0 0,0 1-20,-3 3 1,1 2-856,2-1 1,1 2 538,1 0 0,1 2 4,1-1 0,1 1-300,4-1 1,0 1 358,1 0 1,1 0-146,1 0 1,2 1 76,0 0 1,2 1 368,-1 9 1,2 1-210,3 0 0,1 0 29,1 2 1,2 0-99,3-5 1,2-2-40,0-6 1,2-1 391,7 17-549,4-3 100,3-3 246,0-6 1430,6-1-1159,-8-12 0,0-1 90,14 6 16,-12-8 1,1-2 170,11 1 85,3-4-76,0-3 39,6-3-292,-20 0 0,0-1-223,2-1 1,1-1 28,0-1 0,0-1-19,0 0 0,1-2 20,12-7 0,0-3-75,-9 4 1,1-1 17,-4 2 0,1-3 1,-2 2-63,0-3 0,-2 1-462,0-1 0,-1-1 587,-3 2 1,-1-1 37,0-1 1,-1 0-49,-1 0 1,-1-2 360,-1 1 0,0-2-260,2-10 0,-2-2-19,-4 7 1,-1 0-695,2-9 1,-2 1 662,-6 9 1,-2 1 15,0 1 1,-2-1-64,-2 1 0,-1 0-13,-2 1 0,-2 0 26,-1 1 1,-2 0-70,-3-2 0,-3 1 45,-1 0 0,-3 1 36,-2 0 0,-2 1 40,-2 1 1,0 1 50,1 4 0,0 1-557,-3 0 1,-1 1 622,4 3 1,0 1-11,-3 0 0,0 0 266,2 3 0,-1 2-289,1 0 0,0 0-480,-1 2 1,1 2 330,2 0 1,-1 2-5,3 0 1,-2 2-762,-4 5 1,0 3 367,9-3 0,1 2 429,-5 3 0,3 2 1,-5 11-1,4 2 1</inkml:trace>
  <inkml:trace contextRef="#ctx0" brushRef="#br2" timeOffset="46758">20523 2688 9167,'-6'-8'-623,"1"1"423,-1 1 11,0 1 99,1 0-91,-1 1 91,1 0 2,-2 0-12,2 1 22,-2 1 0,2 0 1,-2 2 1,0 1 87,0 2 249,-1 3 12,-1 1-130,0 4 53,-1 1-32,-1 5-106,0 1-1530,-1 5 1582,1 2-1140,1 2 834,1 1 22,0 2 18,2 1 19,1 0-978,2 1 1048,1 1 20,3 1 86,3-8 0,0 0-25,5 15-9,-1-14 1,1-1 108,6 11 14,4-2 46,4-2 5,1-3 0,4-3-12,1-4-8,2 0-305,-6-10 1,1-1 236,-5-3 0,0-1-1,7 2 1,1-1-81,-7-4 0,0-1 81,1 0 0,1-1-45,0-1 0,0-1 0,0-1 0,1-1 158,0 0 0,0-2-158,0-1 0,0-1 0,-1-1 0,1-2-127,12-6 1,1-5 111,-11 4 0,0-3 0,0 1-30,1-1 0,-1 0 0,0-1 30,-2-2 0,-1 0 0,-2 0-30,-2-2 0,-2-1 45,3-11 0,-3-2-519,-6 10 1,-3-1 473,2-10 0,-3-1 0,-7 11 0,-2-1 0,-3-2 0,-3-1-479,-2-1 0,-2 0 479,-4-1 0,-2 1 0,-3 0 0,-1 2-629,-2 2 0,-2 2 629,-2 1 0,-1 2 86,-2 1 0,-1 2-86,-1 3 0,-1 1-45,-2 2 0,1 1-101,2 4 1,0 2 10,-1 0 0,0 2-90,4 2 1,-1 2-198,-1 3 0,-1 1 1,0 1 421,-4 1 0,-1 3 0,0 1 0,-3 2 0,1 0 0,9 1 0,1-1 0,-1 0 0</inkml:trace>
  <inkml:trace contextRef="#ctx0" brushRef="#br1" timeOffset="-103130.46">19441 7125 24575,'0'0'0</inkml:trace>
  <inkml:trace contextRef="#ctx0" brushRef="#br0" timeOffset="-151830.19">7773 2564 7353,'8'1'1169,"-2"1"-899,-2-1-90,-1 1 90,0 1 0,1-2-1,0-1 1,2 1-90,0-2-90,0 0 0,0-1 0,-1 1 0,0-1 0,1 0 0,-1-1 0,2 0 0,-1-1 0,1 0 0,-1 1-90,0-1 90,1 0 0,-1-1-1,0 0 1,1-1 90,-1 0-90,0 0 0,0 0 0,0-1 0,0 0 0,0-2 90,0 1-90,-1-2 0,1 0-90,0-2 90,0 0 0,0-2-90,2-4 90,0-1-90,0-3 90,1-1-919,-1 0 919,0-4-90,0 0 0,0-2 0,0-1 90,1 1-90,0-2 0,2 0 0,-1-3 0,0 2 0,1-3 0,-3 3 0,1-1 90,-1 0-1424,0-5 1334,-2 3 0,0-4 0,-2 4 0,1-2 0,-2 11 0,-1-1 0,4-14-45,-3 14 0,0-2 90,1 2 0,-1 0-45,1 4 0,-1-1-45,3-12 0,0 0 45,-1 12 0,-1 1 0,2-5 0,0-1 0,1 3 0,-1 1 0,4-13 0,-4 16 0,1 1 0,1-6-624,0 2 624,0 2-362,-1 3 452,0 1-90,0-2 0,1-1 0,1-2 90,1 1-90,0-1 0,-1 1 90,-1 2-90,0 2 0,0 1 0,1-1 90,-1 1-90,2-1 0,-2 2 0,0 1 0,1 0 624,5-8-624,-3 8 0,4-7 0,-5 11 1274,-1 1-1274,-1 1 843,1 1-933,-1 2 677,0-1-587,0 2 0,3-2 0,1 2 0,-1 0-90,-2 2 90,-2 3 0,0 0 0,-1 0 0,1 2 0,0 1 0,1 2 0,1 2 0,0 3 0,0 2 0,2 5-724,-1 4 724,1 7-1072,1 4 1072,-1 5 0,-5-16 0,0 1 0,0 0 0,0 0 0,-1 2 0,1 0 0,0 0 0,-1 2 45,4 11 0,-1 2-819,-1-9 0,-1 1 774,3 9 0,0 1 45,-2-7 0,0-1-45,0 2 0,1 0 0,0 4 0,0-1-978,0 1 1,0-1 977,0 1 0,1-1 44,-1 0 1,0 0 0,1 0 0,0-1 0,0 0 0,0 0 45,0 0 0,1-1-45,0 0 0,1 0 45,0 0 0,0-2-468,0-2 1,-1-1 467,1-1 0,0 0-164,-1-4 0,0 0 118,1 0 1,0-1 45,-1 1 0,1-1-45,0 0 0,1-1 45,-1 0 0,0 0-45,0-1 0,0 0 45,1-1 0,-1 0 103,0-1 0,0 0-104,0-1 1,0-1 0,11 17 0,0-4 0,-1-4 0,-1-2 0,-1-5 1214,-1-1-1214,0-2 1097,-1-1-1097,-1-2 1210,0-2-1210,-3-3-90,0-2 1105,0 0-1105,-1-1 0,2-1 90,-1 0 677,1-1-677,1-1-90,2-1 0,2 1 572,1-3-572,1 1 90,1-1-90,19-1-480,-9 0 480,-9 1 0,0-1 0,10-1 0,-9 1 0,2 0 90,13-1-1015,-12 0 1,1 0 924,-6 0 0,-1 0 0,2 0 0,1-1 0,0 1 0,0-1 0,0 0 0,1 0 0,0 0 0,1 0 0,-1-1 0,1 0 0,0 0 0,1 0 0,0 0 0,0-1-940,4-1 1,1 1 939,1-2 0,0 1 0,2 0 0,3-1-527,-3 1 0,2-1 0,-1 1 527,-7 1 0,-2 0 0,2 0 0,7-2 0,2 1 0,-2-1-653,3 1 1,-1-1 652,-3 2 0,0-1 195,1 0 1,2 1-166,-6 0 0,2 1 0,-1-1-204,6 0 1,0 0 173,-5 1 0,2-1 0,-2 1-45,-1 0 1,-2 0 383,4 1 1,0-1-295,-3 0 0,-1 1-45,1 0 0,0 0 0,0 0 0,0-1 0,0 1 0,0 0 0,-2 1 0,1-1 0,-1 0 286,5 0 1,0 0-287,-5 1 0,1-1 0,-2 0 0,4 1 0,-2-1 0,0 0 0,1 0 0,0 1 0,0 0 30,-2-1 0,1 0 0,-1 0-379,4 1 1,1-1 348,-6 1 0,2-1 0,-3 1 45,3-1 0,-2 0 234,1 1 0,-1-1-235,0 0 1,0 1 0,-1-1 0,-1 1-45,0-1 0,0 0 45,-1 1 0,0 0-62,-1-1 0,0 1 62,-1-1 0,0 1-1,0 0 1,0 0-45,-1 0 0,-1 0 90,19-3 286,-14 3 1,0-1-377,0 0 0,-1 0 0,1 0 0,-1 0 45,-1 1 0,-2-1 487,11 0-532,-1-1 0,-1 0 646,-10 0 0,1 1-646,10-1 0,6-2 862,-15 3-862,-4-1 89,-4 2 432,-1 0-521,-3 0 1590,0 1-1590,-2-1 287,-1 1-197,-1-1 615,-1 2-705,0-1 2,0-1-2,-1 1 0,0 0 0,0 0 0,-2 0 0,1 0-359,0 1-2790,0-1 1620,-7-4-1748,-6 1 528,-5-2 2749,-2 1 0,-5 0 0,-2-1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5:47:55.959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6974 5676 7982,'2'-7'3276,"3"4"-2774,-1 2-412,3 2 0,-1 0 0,0-1 0,2 2-90,1-1 180,8 2-180,0 0 90,9 2-1159,0-2 1159,4 3-90,8-2 45,-17-1 0,0 0-45,4-1 0,0 1 0,2 0 0,1 0-1329,6 0 0,0 0 1329,2 0 0,2-1 22,-8 1 1,2-1 0,2 0-1,-3 0-731,4 0 0,-2 0 0,1 0 709,0 0 0,1 1 0,1-1 0,-2 0-229,1 0 1,0-1-1,-1 1 229,2 0 0,1 0 0,0 1-297,1-2 0,0 1 0,0 0 297,1 1 0,1-1 0,-1 0-10,2 1 0,-1-1 1,1 0 9,0 0 0,0 1 0,1-1 0,-11-1 0,1 1 0,-1-1 0,1 1 0,0-1 0,0 1 0,0-1 0,0 1-116,0-1 1,0 1-1,0-1 1,0 0 137,0 1 1,1-1-1,-1 1 1,0-1-23,0 0 0,-1 1 0,1-1 0,2 0 0,1 1 0,3-1 0,0 1 0,0 0 0,-2-1 22,1 0 1,-2 1-1,0-1 1,1 0 16,1 0 1,1 1-1,0-1 1,0 0-1,-3 1-17,-1-1 1,-3-1 0,0 1-1,1 0-22,-1 0 0,0 0 0,1 0 0,-1 0 0,9 1 0,0-1 0,0 0 0,0 1 0,-1-1 0,-1 0 30,0 0 0,-2-1 0,1 1-30,-2 0 0,0-1 0,-1 1 0,-1 0 0,-1-1 0,0 1 0,9 0 0,0 0 178,-3 0 1,-1 0-179,-6 0 0,-1 0 45,-1 0 0,-1-1 0,-5 1 0,0 0 969,17 0-834,-10 1 1658,-6-2-1658,-7 1 90,-2-1-91,-4 0 1,-1 1 0,-1-1 0,-1 1 2479,-2-1-2569,0 0 1817,0-1-1817,0 1 1209,-2-1-1209,4 1 0,-4-1-90,1 0-180,0 0-180,-1 0-360,2 0-2557,-2 0 0,-4-4 3049,-1 2 0,-3-2 0,0 3 1</inkml:trace>
  <inkml:trace contextRef="#ctx0" brushRef="#br0" timeOffset="11817">11461 7582 11580,'-9'-2'90,"2"1"180,1-1-180,0 1 270,1 0-90,0-1 180,1 1 359,-1 0 1080,1 2-1799,12 0 90,14 0-90,11 0-1142,-10-1 0,2-1 1097,-1 1 0,0 0-45,4 0 0,2 0 45,0 1 0,3 0-15,4-1 0,3 1 0,-1 0-711,-8-1 1,-1 1 0,2 0 680,1 0 0,2 0 0,0 0 0,-2 0-653,1 0 0,-2 0 0,1 0 683,1 0 0,1 0 0,1 1-467,-1-1 0,1 0 0,0 1 437,1-1 0,-1 1 0,1-1-132,1 1 1,0 0 0,0 0 131,0-1 0,-1 1 0,1-1-38,1 1 0,0 0 1,0 0 37,-1 0 0,1-1 0,0 0 0,0 1 0,1-2 0,0 2 0,-1-1 0,1 0 0,-1 0 0,1 0 0,0 0 0,0 0 0,-1 0 0,0 0 0,0 0 73,-1 0 1,0 0 0,2 0-52,-2-1 1,2 1-1,1 0 1,-1 0-23,1-1 0,-1 1 0,0-1 0,0 0 0,0 1 0,-1-1 0,0 1 0,-1-1 0,-5 0 0,-1 0 0,-1 0 0,-2 0 405,10-1 0,-4 0-405,-4 0 0,0 0 0,-3-1 0,-1 0 487,-2 1 0,-1-1-397,16-2 0,-8 0 1234,-8 1-1145,-6 0 1,-3-1 2440,-3 1-2440,-1-2 688,-3 1-688,-1-1 1362,-1-2-1453,-2 2 374,0-1-283,-2 2-90,0 0-90,0 1-449,0-2-371,0 2 1,-12 2 0,-4 1 0</inkml:trace>
  <inkml:trace contextRef="#ctx0" brushRef="#br0" timeOffset="23400">13762 8659 10861,'-2'-8'1169,"-1"0"-899,2 4 180,-2 0-180,-2 1-91,1 0 91,-3 0-90,1 2 90,-2 0-90,-1 0 0,-2 2-90,-2 0 90,-1 1-90,-3 1 0,0 0 179,-14 7-179,9-3-1859,-8 4 1859,14-2-126,2 0 36,1 1 90,1 4 0,4-1-90,1 2 90,6-2-90,2 2 0,3 1 45,5 4 0,2 2-45,7 6-750,-3-3 0,1-1 750,8 3 0,2 1 0,0-1 0,2-1 0,0 1 0,1-2-90,0 0 697,-9-7 1,-1-1-608,9 8-478,-11-9 0,0 0 388,2 2 90,-4-1-224,-1-3 134,-5-1 90,-2-2 1572,-3-1-1572,-3 0 25,-3 0-25,-3 0 1214,-2-1-1304,-7 3 90,-3-2-663,-5 1 663,-3-2-265,-3-2 265,0-2 0,-3-2 90,3-2 0,-6-3 0,11-1-90,-6-6 90,13 0-90,2-4 0,6-1 90,4-1-90,5-7 0,4-3 0,4-7 0,4-2 0,5-2-1367,1 2 1367,2 1 0,0 1 0,-2 5-90,0 1-384,-4 4 385,-1 2-181,-2 2-90,-1 3-180,-3 3 392,-3 2-1291,-1 1-48,-2 2-942,-1 1 2797,-2 1 0,-3-3 0,-1 1 1</inkml:trace>
  <inkml:trace contextRef="#ctx0" brushRef="#br0" timeOffset="25024">16646 8886 11400,'-1'-7'540,"0"-1"-90,0 4 180,0-3-271,0 2 631,1 0-900,1 13 0,-3 10 0,2 6-90,-5 4 0,-2 3 90,1-6-683,-3 9 593,4-12 0,0-2 90,1-4-189,0 0 99,0-2 0,1-2 0,1-2 0,0-2 90,0 0 497,0-2-407,2 0 14,9-14-194,-3 0 90,11-14-90,-4 4 90,9-15-90,-4 8-1035,7-8 1035,-8 11 0,0 1 90,0 1-599,-2 4 509,-2 2 0,-2 4 0,-1 2 0,-1 2 0,2 1 977,-2 4-977,1 0 567,-3 5-567,2 4 0,0 5 0,0 2 0,-1 7 0,-4-8 0,0 6 0,-1-6 0,0 1 0,0-1 0,-1 0 0,2 5 0,-1-7 0,1 4 0,-2-7 0,1 0 0,0-2 0,1 0 0,0-3 0,0 1-90,5-2 0,-2-2-180,4 0-89,-3-2-181,1-2-180,0 0-269,-1-1-1080,1 0-719,1-3 2788,-1 0 0,3-5 0,1-1 0</inkml:trace>
  <inkml:trace contextRef="#ctx0" brushRef="#br0" timeOffset="25649">16876 8472 11850,'-8'-12'360,"-4"-4"-180,1 4 180,-8-8-180,5 9-706,-5-2 706,4 5-90,-1 2 90,-1 2-90,-1 2 0,-3 4 0,-2 4-1194,-4 7 1104,-2 5-672,-1 8 717,15-11 0,0 1 0,0 1 0,0 2-45,1 0 0,0 2 45,-2 2 0,1 1-625,1 2 0,0 0 625,1 0 0,-1 2-558,3 0 0,0 2 0,1-2 513,1 2 0,0 1 30,0 5 0,0 3 0,2-3-30,3-5 0,1 0 0,0 10 0,1 0 45,2-12 0,2-2-45,0 0 0,2 0-261,1-1 0,0 0 261,2-2 0,1 0 12,0-1 0,2-1-12,0-2 0,2 0 45,8 4 0,2 0-45,-4-7 0,1-2-204,8 5 1,1-3 203,-6-8 0,1-2 45,1 0 0,2-1 406,0-2 0,2-2-451,-1-1 0,3-1 0,-1-2 18,8 0 0,1-2 12,-6 0 0,2-1 0,-2-1-30,8-4 0,-3-1 0,1-1 0,-1-3 0,-1 0 0,0-2 0,-4-1 0,0-3 0,-1 0-318,-7 5 0,-1 0 0,0-2 318,6-5 0,2-2 0,-4 1-183,2-5 0,-4 0 183,1-1 0,-1-2-221,-2-1 0,-1-1 221,-2 1 0,-2-2-155,-1 0 0,-3 1 155,-2 1 0,-2 0 0,-2 1 0,-2-1 174,-3 3 0,-2 0-129,-2 0 0,-3-1 298,-3-1 1,-2 0-344,-4 1 0,-2 0 1,-4-1 0,-3 1 44,-3 1 0,-4 1-15,-3 5 0,-3 0 0,0 3 0,6 3 0,0 3 0,-3-1-12,0 3 0,-4 0 0,-2 0 0,1 1 0,3 2-100,-5 0 1,2 2 0,-2 1 103,0 0 1,-1 1-1,0 0 1,2 2-149,0 1 0,2 2 0,1 0 126,0 1 0,0 0 0,0 1-219,2 1 0,0 0 0,1 1 159,1 0 0,1 1 0,1 0-261,-12 4 1,2 2 50,3 1 0,3 2-871,-3 8 1,4 3 150,10-5 1,2 1-60,-2 7 1,5 0 1048,9-7 0,3 0 0,2 3 0,1 1 0,2 0 0,-1 0 0</inkml:trace>
  <inkml:trace contextRef="#ctx0" brushRef="#br0" timeOffset="37660">20074 700 9691,'7'-8'810,"-1"0"-630,-3 4 0,1 0 0,-1 0 0,0 1-1,0-1 1,0 1 0,0 0 180,0 1-180,1-2 0,-2 2 90,3-2-180,-2 2 90,2 1-90,0 2-90,0 2 89,0 3-89,-2 1 90,1 2 0,-1 3 0,-1 2-90,1 2 90,-1 1 0,1 13-90,-1-8 0,0 9 90,0-10-90,0 0 0,1 0 90,2 7-90,0-8 0,0 5 90,0-11-90,0 0 0,0-3 0,1-1-90,1-1 0,-1-2-90,2 0-90,-1-3 1,1-2-91,1-1 0,0-2-90,1-3-89,1-1-1,-1-2-989,1-3-180,2-4 1709,0-3 0,2-8 0,1-3 0</inkml:trace>
  <inkml:trace contextRef="#ctx0" brushRef="#br0" timeOffset="37941">20184 240 9871,'-7'-6'270,"1"0"0,3 4 180,-1-1 179,0 1 181,0-1-900,1-1 90,0 2 0,1 4 0,0 3 0</inkml:trace>
  <inkml:trace contextRef="#ctx0" brushRef="#br0" timeOffset="38141">20744 688 10591,'-3'-10'1799,"2"2"-1799,1 2 0,0-1 0,1 1 0</inkml:trace>
  <inkml:trace contextRef="#ctx0" brushRef="#br0" timeOffset="39483">20746 642 11580,'7'-8'-1093,"-19"22"1,-14 14 0,5-4-128,8-8 563,-9 8 0,-6 5 0,15-10 747,15-17 636,2 1-546,4 2 336,0-3-336,7 2-90,-5-3 0,5 0 90,1-1-180,-3-1-2304,10-2 2214,-8 0-180,4-1-449,-6 1 269,-1 0 2609,0 1-1395,-24-16 1,-6-4 1844,15 11-2520,-17-10 1,6 4 3186,20 16-2980,0 1-296,2 0 90,-1 0 0,2 0-90,0-1 90,1 1-90,2-1 0,0 0 90,2 0-90,-1 0-90,0-1 0,0 1-90,-2-1 0,1 1-89,-3-2-91,0 3 0,-1-2 0,-2 1-2248,-1 0 2608,0 1 0,-3 0 0,0 1 0</inkml:trace>
  <inkml:trace contextRef="#ctx0" brushRef="#br0" timeOffset="39769">20627 877 10051,'10'1'360,"0"-1"-270,-4-1 90,1-1 0,1 1 0,1-1 0,0 0-90,1-1 179,6 0-179,-4 0 0,5-1 0,-5 2 0,1-1 0,1 1-90,-1-1 90,1 0-90,0 0 0,1 0-180,0-1-449,9-2 179,-6 1-180,5-3-2068,0 1 2698,-6 1 0,11-4 0,-6 2 0</inkml:trace>
  <inkml:trace contextRef="#ctx0" brushRef="#br0" timeOffset="40370">21669 394 9332,'-4'-7'3276,"0"1"-3134,11 20-142,-4-4 90,7 17 0,-6-9-90,0 6-956,-1 1 1046,0 2-90,-1-2-136,0-1 136,0-3 0,0 0-90,0-1 0,0 0-90,1-1 0,0-3-90,0 0-90,-1-3-179,1-1 690,-1-2-1770,1-2 401,0 0 1218,0-2 0,2-1 0,0 1 0</inkml:trace>
  <inkml:trace contextRef="#ctx0" brushRef="#br0" timeOffset="40901">21967 404 9871,'-7'-6'450,"2"1"-180,2 0 90,1 1-180,2-2 0,3 0-91,1 2 1,2-1 0,-1 2-90,2-2 90,0 1 0,2 0-90,1 0 90,1 0 0,2 1-90,0 0 0,1 1 90,1 0-90,0 1 0,1 0 90,1 2-90,1 1 0,2 3 0,-1-1-242,1 2 242,-3-1 0,-1 1 0,-2 1 0,-1 1 0,-1 1-90,-2 0 90,-2 0 0,-2 0 0,-3 1 0,0 0-90,-3 0 90,-1 2 0,-2 1 0,-2 2 0,-3 2 0,-3 1 0,-8 11 0,4-8-1618,-5 7 1618,8-11 0,0-1 0,2-1-90,0-2 90,2 0 0,0 0 0,2-1 0,-1 0 0,3-2 0,1-1 1860,1 0-1860,1 0 0,1-1 0,2 0 0,3 0 0,1-1 0,3 0 0,4 0 90,2-2-180,6 1 90,2-2-772,5-1 547,-6-2 0,1-1-135,13-2-585,-4 2 1,0-1-495,7-2 1069,-14 2 1,1 1 0,11 0-1,2 0 1</inkml:trace>
  <inkml:trace contextRef="#ctx0" brushRef="#br0" timeOffset="42241">20325 1897 10051,'-1'-7'270,"1"0"-90,1 1 0,-1 2 360,1-1-271,0-1 271,0 2-90,0-2 269,-1 2-539,-2-1-90,-4 8 0,-1 1 0,-5 7 0,1 2 0,-8 13 0,4-4-714,-2 9 624,7-7 0,4 0 90,1 0-90,3-2 90,5 11-90,2-6-1237,4 7 1237,2-10 0,2-3 0,12 3 0,-4-9 44,10 4-44,-9-12 0,2-2 0,-2-2 0,3-4 0,1-1 0,3-4 0,-2-3 0,-1-2 0,0-5 0,-3-2 0,0-4-550,-5-3 550,-3-1 0,-2-4-665,-7-1 665,-3-1 254,-6-4-209,-6 9 0,-2 0-449,1 6 1,-2 0 403,-6-6 0,-1 2 56,2 9 0,0 1-56,-2 1 0,-1 1-45,0 1 0,-1 1-179,0 1 1,-1 2 178,0 0 0,1 2-135,-19-2-90,4 5 0,5 4 86,6 4-266,4 4-89,8 2-361,5 1-809,5 1 619,4 1 1090,8 3 0,7 4 0,5 4 0</inkml:trace>
  <inkml:trace contextRef="#ctx0" brushRef="#br0" timeOffset="42525">21052 1902 10681,'-3'-7'809,"-1"0"-359,4 2-270,0-1-90,2 1 0,3 0 0,-1 1 0,2 1 0,1-1-90,1 0 90,1 1-90,0 0-90,1 0-90,0 0-90,1 0-90,-2 0-89,1 0-1620,3-1 360,-5 2 1709,1-1 0,-4 2 0,-1 0 0</inkml:trace>
  <inkml:trace contextRef="#ctx0" brushRef="#br0" timeOffset="42733">21058 1939 9602,'-3'5'-90,"1"2"449,2-2-179,1 1 0,2-1-90,1-2 90,2 0-90,1-1 0,2-1-90,3 0-90,1-1-270,3-1-462,2-1-437,5-1-642,3-1 1901,5 0 0,6-4 0,2 1 0</inkml:trace>
  <inkml:trace contextRef="#ctx0" brushRef="#br0" timeOffset="44091">21717 1654 8072,'2'-8'-158,"1"2"1,-2 3 0,0 2 0</inkml:trace>
  <inkml:trace contextRef="#ctx0" brushRef="#br0" timeOffset="45600">21746 1634 7083,'6'-2'989,"0"-1"-539,-1 1 180,0 1 179,-2-1-89,1-1 269,-1 1-359,-1-2-540,-6 2 0,1-1-90,-5 3 90,2 2-90,0 1 90,-2 1-90,0 0 90,0 2-90,0 0 0,0 2 0,1 1 0,1 0 0,2 1 0,1 0-90,1 0 90,2 1-90,1 1 90,2 0-90,1 1 90,2-1 0,1 1-90,4 2 90,2 1 0,2 0-382,2 0 382,1-1 0,1-1 0,0 0 0,1 0 0,-1 2 0,0-2 0,-2-1 0,-2-1 0,-1-2-90,-2 1 90,-1-2 0,-2 0 0,-1 0 0,-1-1 0,-1 0 0,-1 1 292,-2-2-292,-1 0 0,-1 0 0,-1-1 0,-2 0 0,-1 0-90,-1 0 90,-1 0 0,-2 0-90,-1 0 90,-2-1 0,-1 0-90,0-1 90,-2-1 0,-1 0 0,0-1-90,-1-1 90,0-1 0,-1-1 0,1 0 0,-7-5 90,6 2 0,-8-9-90,13 5 90,-2-5-90,8 1 90,2 0-90,4-4 90,2-3-90,4-3 90,9-15-1598,-2 8 1553,-4 10 0,0 1-45,6-8-945,5-8 1035,-7 11-641,2-5 731,-8 13-90,-2 1 90,-1 1 1129,-1 1-1129,-4-6-1,-4-2-89,-3-1-90,-7 0-90,0 7 0,-4-1-269,-1 2 749,0 3-1110,2 3-1169,3 2 108,2 3 1781,3 1 0,2 1 0,2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6:07:54.91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11778 269 10501,'2'-9'3276,"0"1"-1875,-2 2-1401,-2 9 90,-2 1-90,-1 5 0,0 1 90,0 2-90,1-1 0,-2 2 0,3-3 0,0 0 0,1-2-90,1 0 90,0 0 0,1-1 0,0 3 0,1-3 0,1 2 0,2-5 0,1-4 0,4-4 0,-2-2 0,4-6 0,-4 2 0,6-6 0,-5 4 0,2-2 0,-1-2 0,-3 6 90,3-6-90,-2 6 0,-3 1 0,0 3-90,-1 2 90,-1 1 0,1 8 0,-1-2 0,0 7 0,-2-1 0,0 1 0,-1 4 0,0 0-90,0 3-90,-2 9 1,1-4-1507,-2 6 1506,2-8-90,0-1 0,-1 0 0,0-1 0,0-1 0,0-1-179,-2 5 269,1-6 0,-3 3 0,2-6 0,1-3 90,-2 1 1506,1-3-1596,0 0 90,-1-1 0,1-2 90,-1 1 0,-2-2 0,-1 0 0,-1-2 90,0 0 0,3-3 90,-3 1-90,2-1 90,-1-1-90,3 1 0,0-1 90,2 0-90,-1 0 90,2 0 0,1-2-90,3-3 0,1 1-90,4-3 90,1 3-90,3-2 89,7-3-89,-3 2-89,7-1-181,-7 3-180,-1 0-180,-1 2-1259,-1 0-449,-2 1 2338,-1 0 0,2-1 0,0 0 0</inkml:trace>
  <inkml:trace contextRef="#ctx0" brushRef="#br0" timeOffset="2966">12084 525 11311,'-9'2'179,"1"1"-89,4-1-90,1 0 0,-2 2 90,2 0-90,0 1 0,0-1 0,1 1 0,0 3 0,0-2 0,-1 3 0,2-4 90,0 2-90,1-1-90,-1 0 90,2 0 0,-1 0 0,1 0 0,1 1 0,0-1 0,-1-1 0,4 2 0,-2-2 0,3 1-90,2-3 90,-2-1 0,5 0 0,-4-2 0,2 0 0,-3-1 0,0-1 90,0 0-90,0-1 0,-1 0 90,1-1 0,0-2 90,-1-2-180,0 0 180,-1-4-180,-2 5 90,-2-2 0,1 2-90,-2 2 90,0-1-90,-1-1 90,-1 2-90,-1-2 0,0 1 0,-1 1 0,-1 1 90,-1 0-90,0 1-90,-3 0-360,-2 2 90,1 1-629,-3 1-540,6 1-180,-2 1 1709,6-1 0,-3 3 0,1 1 0</inkml:trace>
  <inkml:trace contextRef="#ctx0" brushRef="#br0" timeOffset="3977">12791 553 9961,'1'5'3276,"0"-4"-3224,-3 13 38,1-9-90,0 2 90,-1-1-90,0 2 90,-1-1-90,0 1-90,0 0-90,1 0-89,-1 0-1,1 0-90,0-1-180,1-1-89,1 1-1080,0-2-270,1 0 1979,1-1 0,3 1 0,2 1 0</inkml:trace>
  <inkml:trace contextRef="#ctx0" brushRef="#br0" timeOffset="4861">13629 578 11041,'-2'-7'2158,"0"2"-2068,10 2 90,-3 3-90,1-1 0,-1 1 0,0 0 0,1 0 0,-1 0 0,0 0 0,0 0 0,2 1-90,-3 0 90,3 1-90,-4 0 90,-1 3-90,-1 1 0,-2 0-90,-2 1 90,0 0-90,0-1 90,-2 2-90,-1 0 90,0-1-90,-1 2 0,-1-2 90,0 2-90,0-2 90,0 1-90,0-1 0,-2 3 90,3-4-90,-2 3 90,1-2-90,3-1 0,-2 1 90,4-2-90,2 1 90,5-2 0,1-2 0,2 0 0,0-1-90,1-1 1,0 1-91,1-1-90,1 0-90,0 0-90,1 0-1888,3-1 359,-3 0 1979,3 0 0,1-2 0,2 1 0</inkml:trace>
  <inkml:trace contextRef="#ctx0" brushRef="#br0" timeOffset="5759">14353 548 11670,'4'-7'990,"-1"2"-720,3 3-1,0 0 1,0 1-90,0 0 0,1 0 180,5-1-90,1 0-90,1 0-90,-2-1 0,-3 2 89,2 0-89,0 0 0,2 0-90,-5 1 0,-1 1 0,-3 1-90,-1 0 0,-1 2 0,-2 1 1,-1 0-1,-3 2 90,-1-3-180,-3 4 90,-4 0 90,0 0-90,1 0 90,3-4-90,2 0 90,-1 0-90,0 2 90,3-3-90,-1 2 90,3-1-90,3 1 90,1 0 0,2 0 0,0-3-90,1 2 90,0-1-90,0 0 0,0 0-90,-1 1 90,1 0-90,-1 2 1,-1-2 89,1 3-90,-4-3 0,-1 3 0,-2 1 90,-1-1 0,-2 1 0,0-2-90,0-1 90,-1 1-90,-1 0 0,-1 0 0,1-1 1,0-1-91,0 0 0,1 0-180,0 0 0,1-1-809,1 0 270,1-1 989,1 1 0,2-2 0,0 0 0</inkml:trace>
  <inkml:trace contextRef="#ctx0" brushRef="#br0" timeOffset="6670">15144 543 9961,'1'-9'3276,"-3"16"-2864,1-3-322,-3 12 0,2-8-90,-1 1 0,1-1 0,0 1 0,-1 0-90,0-1 0,-1 1 90,0-1-90,0 0-90,-1 3 90,1-4 90,-1 3-90,2-3 1,1-2-1,0 1-90,1-2 180,3-1 0,3-2 0,0-1-90,1-2 90,-1-1 0,0 2 0,0-1-90,2 0 90,-1 0-90,2 1 90,-1 2-90,-2-1-90,4 1 90,-3-1 0,2 2 0,-3-1-90,1-1 180,0 1-180,1 0 90,-1-1 0,2 1 0,1-3 1,-2-1 89,2 0 89,-2-3-89,-2 2 90,0-1-90,-2 2 270,1-2-270,-1 1 270,0-1-180,-4 13-90,1-3 0,-3 10 0,2-5 0,0 6 90,1-2-90,0 5 0,2-5 0,1 6-90,-1-5-90,1 3 0,0-7 0,0-1-449,0-1-1,2 0-719,-1-2-90,1 0 1439,-1-4 0,0 0 0,0-2 0</inkml:trace>
  <inkml:trace contextRef="#ctx0" brushRef="#br0" timeOffset="-26956.73">15903 489 7443,'1'-8'2788,"-5"9"-2608,1-1-90,-4 7 0,4-5-90,0 1 90,-1 0 0,0 0 0,0 1-90,0 0 90,0 0-90,0 0 90,0 0-90,0 0 90,0 1-90,1-1 0,-1 1 90,0-1-90,1 0 0,0 0 0,1 0 0,0 0 0,0 0 90,3 2-90,-1-1 0,2-1 0,0-1 0,1 0 0,1-1 0,0 1 89,0-1-89,4 1 0,-2 0 0,3 0 0,1 1 0,-2-1 90,8 5-90,-6-3 0,4 3 0,-1 0 0,-4-2 0,2 3 0,-4-3 0,-2-1 0,-1 1 90,-1-2-90,-2 1 0,1 0 0,-4 3 0,0-2 0,-2 3 90,-1-2-90,-4 1 0,1-1 0,-3 1-90,3-3 90,0-1 0,-1 1-180,-2 0 1,2-2-361,-5 1 90,7-2-1349,-2-2 1799,2-2 0,2-2 0,-1-1 0</inkml:trace>
  <inkml:trace contextRef="#ctx0" brushRef="#br0" timeOffset="-26712.73">15885 479 9781,'3'-8'540,"2"2"-360,0 4-90,2 1 90,1-1 0,9-2-90,-2 1-90,6-2-360,3-2 0,-2-2-835,7 0-64,-6-1 179,1 1 1080,0 1 0,4-2 0,1 0 0</inkml:trace>
  <inkml:trace contextRef="#ctx0" brushRef="#br0" timeOffset="-26165.73">16959 409 10231,'8'-2'3276,"-10"7"-795,-1 0-2391,-10 6 0,3-3 0,-2 4 0,-1 0 0,-1 5-180,-1 5 0,3-4-90,0 4 0,7-8-180,1 8 180,4-7 0,-1 6 0,4-8 1,0 1-1,2-2 0,2 0 90,1-3-90,1 1 90,1-3 0,0 0 0,1-1 0,0-2 0,-1-1 90,4-3 180,0-3-90,-1 0 0,-4-3 90,-4 1 90,-3 0-180,-3-4 0,-3 2 0,-3-2-90,-2 3-90,-1 0-180,-2 2-180,-1 1-360,0 1-629,0 1-450,0 1-449,2 2 2338,0 0 0,-1 4 0,-1-1 0</inkml:trace>
  <inkml:trace contextRef="#ctx0" brushRef="#br0" timeOffset="-19131.73">11392 182 6633,'-4'-6'540,"-1"-1"-360,3 4 0,-2-1 0,1 0 89,0 1-89,0 0 270,0 0-180,0 0 270,0 1 89,-1-1-449,0 5 0,2 1-90,1 3-90,2 1 90,1-1 90,-1 0-90,1 0 0,1 2 0,0 1 0,3 3 0,-1 0 0,4 4-1,7 13 1,-1-5-784,4 10 739,-7-13 0,1-1 45,6 12-45,0-2 0,0 1-45,-6-13 0,-1 0-893,5 7 0,-1 0 893,-3-8 0,-1 0 0,0 1 0,1 0-3,-1-1 0,2 1 3,5 7 0,0-1 44,-4-5 1,0-1-701,6 5 1,-1 0 655,8 7 0,-1-2 90,1-1-90,-4-4 0,-1-2 0,-2-3 315,-3-2-315,-1-2 0,2 1 90,-8-5 1519,6 3-1609,-10-7 104,2 1-104,-4-4 1735,-1 1-1645,0-1 125,-1-1-395,1 0-3097,-1 1 2949,-4-8 1,-2 0-1,-5-5 1</inkml:trace>
  <inkml:trace contextRef="#ctx0" brushRef="#br0" timeOffset="-18282.73">11250 582 9602,'4'-8'539,"0"0"-449,1 5 0,-1 1 0,1-1-90,-1 2 90,1-1 0,0 1-90,0 0 90,1 1-90,3 2 90,-2 0-90,3 1 0,-3 2 0,0-1 90,0 3-90,-1 0 0,3 8 0,-3 3 90,0 8-90,-5-5 0,-5 10 0,-1-13 90,-5 10-90,-5 1 0,3-8 0,-4 4-662,7-11 662,1-3 0,1-1 90,1-2-90,1 0 0,0-3 0,2 1 0,0-2 662,0 0-662,7-9 90,0 0-90,5-7-90,-1 0 90,1 0 0,3-4 90,0 0-710,2-4 620,-1 0 0,1 1 0,-2-1 0,0 3 0,0 1 0,-3 3-247,3-1 247,-4 4 90,0-1-90,-2 6-90,0-1 90,-3 2 517,2 4-517,-3 3 260,-2 6-260,-2-1 0,-2 4 0,-1 1 0,-1 3 0,0 1 0,-1 3 0,-5 12 0,4-7-1472,-3 7 1472,5-14-166,0-1 166,2-2 0,1 1 0,1-3 0,1 0-90,1-2-90,2-1-90,1-1 1264,1-1-2344,2-2 286,1-1 1064,1-2 0,6-1 0,2-1 0</inkml:trace>
  <inkml:trace contextRef="#ctx0" brushRef="#br0" timeOffset="-7915.73">12082 1020 6633,'-2'8'1349,"0"-2"-719,-1-1-360,1-2-90,-1 0 0,-1-1-90,0 0 0,-1 0 90,0-1-91,1 1 181,-1-1 90,1 1 719,0 0-1079,6 0 90,0 0-90,5-1 0,-1-1 0,0 0 90,2 0-90,0 0 0,2 0 0,6-2 0,-2 2 0,5-2-252,-2 0 342,1 0-90,2-1 0,0 2-662,5-2 662,2 2-974,4-2 974,1 1 0,-7 0 0,1 1 0,-4 0 0,1 0 0,18 0 0,1 1 0,-14 0 0,-1 0 0,9 0 0,1 0 0,1 1 0,-2 1 45,-7-2 0,0 1-962,10 0 1,-1 1 871,-11-1 0,-1 0 45,2 0 0,0 0 0,-1 0 0,1 0 0,0 0 0,0 0 0,1 0 0,-1 0-326,1 0 1,1-1 325,-2 1 0,2 0 0,-1 0 0,5 0 0,-1 0-418,-3 0 1,0-1-1,-1 1 418,2 0 0,-1 0 0,1 0 0,1 0-539,-1 0 0,0-1 539,1 1 0,-1 0 0,0-1 0,0 0 250,-1 0 0,1 1-250,-3-1 0,1 1 0,-2 0 0,6-1 0,-1 0 0,9 1 0,0 0 0,-13-1 0,-1 1-308,11-1 0,0 1 308,-9-1 0,-1 0 0,9 1 0,-2 0 243,-12-1 1,-1 0-244,1 1 0,1-1 0,-2 0 0,1 0 0,1 1 0,0 0 0,0-1 0,0 0 0,0 1 0,0-1 0,0 0 0,0 1-45,0-1 0,0 1 45,0-1 0,0 1 703,7 0 1,1-1-704,-1 0 0,3 1 0,-6 0 0,1 0 0,-1 0 0,3-1 0,-1 1 0,2 0 0,-2 0 0,9 0 0,-12 0 0,1 0-215,-6 0 0,-1-1 215,9 2 0,-1-1 0,11 0 0,-17 0 0,-1 0 0,0 0 0,-1 0 823,20 1-823,0 0 0,-4 0 0,1 0 0,-1 0 0,4 2 0,-20-2 0,0-1 0,-1 1 0,1-1 0,12 1 0,-1 0-45,-8 0 0,-1-1 45,9 1 0,-1 0 0,-8-1 0,-1 0 0,17 2 0,-17-2 0,1 1 174,7-1 0,1 1-174,5 0 0,0 0 0,-3-2 0,1 1 0,-4 0 0,2-1 0,-4 1 0,-3-2 0,-1 1 0,10 0 0,2 0 0,-1 1 0,-1-1 0,-7 0 0,0 0 0,10 1 0,-2 0 0,-8-1 0,-2 0-349,0 1 1,1-1 348,1 0 0,-1 0 0,-1 1 0,1 0 0,0-1 0,0 0 45,0 1 0,0-1-45,0 0 0,0 1 0,0-1 0,0 0 0,-1-1 0,2 1 144,8 0 0,2 0-99,0-1 0,-1 1-45,-1 0 0,1-1 0,2 1 0,0 0 0,-9-1 0,-2 1 0,2 0 0,-1 0 0,-2 0 0,-2 0-90,10 0 180,-2 1-135,-11-1 0,0 1 45,8 0-90,7 0 90,-18-1 768,0 1-858,-4 0-180,-1-1 0,-2 1-269,-1-1-37,-2 0-774,-2 0 1781,-1 0 1,-3-1 0,0 1-1</inkml:trace>
  <inkml:trace contextRef="#ctx0" brushRef="#br0" timeOffset="-5398.73">12038 1042 9691,'1'4'2249,"-1"-3"-2249,1 11 0,0-6 90,0-1 0,1 5-90,-2-4 90,2 5 0,-1-3 0,2 7-90,-2-4 90,2 6-90,-1-4 90,2 9 0,1 3-90,1 1 90,-1 0-90,1-4 0,-1-1-882,0 1 882,0 1 0,0 0 0,1 3 0,-1-2-519,0-1 519,0 1 0,-1 1-776,0 5 866,0 1-90,-1 0 90,1 1-272,-3-9 0,1 1 227,0 1 0,0 1 0,0 0 0,-1 0-841,1-1 1,-1-1 885,2 10-415,-2-8 1,0 0 324,2 14-144,-2-15 0,0 1 144,3 11 90,-3-2-90,2 1 192,-2 1-102,0-2-90,0 2 1043,0-3-953,-1 3-90,-1-1 0,1 0 0,-2 0 0,3 0 89,-3 0-89,2-2 0,-1 0 0,1 0 0,1-1 0,-1-1 0,3 0 505,-1-1-415,2 2-90,-1-2 0,0 1 0,1 0 90,-1-1-90,2 0 0,-2 1 0,1-1 90,0 0-90,2 0 0,-1 0 90,1 0 1067,-1 1-1112,0-10 0,-1 1 0,1 2 0,-1-1-298,1 1 1,0-1 297,-1-1 0,1-1 1063,1 9-1018,0-2-90,-1 0 313,-1-3-223,0 2-90,0-4 0,0 0 334,0-2-334,-1-1 0,2 9 90,-1 6 245,-2-15 0,1 1-335,0 14 0,1 6 90,-2-17-1551,-1 7 1461,0-8 0,-1-1 683,0 1-593,1 10-90,-2-7-824,2 11 824,-2-10 0,1 3 0,-2-3 90,1-2-90,0 1 0,0-2-50,-1 12 50,-1 4 0,1-4 0,1-13 0,0-1 90,-1 1-90,0 9 0,0-8 0,0 0 0,-1 4 0,-1 11 0,-1-7-37,2-11 0,1-1 37,-4 10 0,2 0-807,-2 0 897,2 0-90,-1 0 0,1-1 0,-1 1 0,1-2 0,0 1 0,0 0 0,0 0 0,0 7 0,0-6 0,1 7 0,0-8 0,0 0 0,0-3 0,0 2 211,1-3-211,-1-1 0,1-1 0,0 1 90,0-2-90,-1 2 0,1-2 0,0 9 0,-1-4 0,1 8 0,-2 2 90,1-6-90,1 5 66,-1-11-66,0 15 0,-1-12-178,2-7 0,0-1 178,-2 7 0,1 0 0,-1-1 0,0 0 0,1 2 118,-1 0-118,2-1 0,-1-2-1880,2 1 1970,-2 0-104,2 3 14,-3 12 0,2-12 779,-1 7-779,2-15 0,0 1 656,0 0-656,0 3 0,1 0 0,-1-6 0,1 2 2001,1 17-2001,-1-18 0,0 0 0,0 13-452,0-10 452,0 0 193,0-1-193,1 1 0,-1-1 0,0-1 0,-1 1-285,0-1 285,1 0 0,-1 6 0,0-8 0,1 5 0,-1-8 0,1 4 0,0-6 0,1 2 0,-1-6 0,0-2 0,0 1 969,0-3-969,0 1 726,0-2-726,0 0 581,0-1-581,0 0 461,0 1-461,0 0 0,-1 1-900,1-1-359,-2-3 0,-1-4-1800,-4-3 901,1-2 2158,-1-2 0,-2-2 0,-2-3 0</inkml:trace>
  <inkml:trace contextRef="#ctx0" brushRef="#br0" timeOffset="319.27">11676 1228 13919,'-13'0'450,"3"0"-360,3 3 0,1 2 0,-2 1-90,1 1 0,-1 1 90,0 3-90,1-1-90,0 1 90,0 0-90,1 0 0,1 0 0,2 1 0,0 0-180,3 4 180,1-4-90,3 7 0,0-8 90,2 2 0,0-6 90,0-1-90,1-1-89,6 0 89,1-2 90,1-1-90,3-4 90,-7-1 0,3-2 90,-3-2-90,-2-1 0,2-3 0,-2-1 90,-1 0-90,-1-1 89,-2-1 1,-2 0 0,-1-1 0,-2 0-90,-1 1 90,-2-2 0,-1 3 0,-7-5-90,2 7 0,-5-1-180,2 8 0,-8 2-89,4 3-811,-11 6-809,12 0-719,-3 4 2608,9-3 0,0 6 0,-1 0 0</inkml:trace>
  <inkml:trace contextRef="#ctx0" brushRef="#br0" timeOffset="1051.27">11660 1881 9781,'-4'-8'2879,"0"9"-2789,3 0 0,0 9-90,0-3 90,1 1-90,-2 3 0,0 0 90,0 2-90,0 1 0,0 1-90,-1 0-90,1 1 0,0-1-180,0 0-90,1 0-179,-1 0-990,1-1-360,0-2 1979,2 0 0,-1 4 0,1 2 0</inkml:trace>
  <inkml:trace contextRef="#ctx0" brushRef="#br0" timeOffset="1825.27">11611 2695 11221,'6'-4'179,"1"0"-89,0 4-90,0-1 90,1 1-90,1 0 90,0 0-90,0 1 0,0 0 90,1 1-90,-2 1 0,2 4 0,-2 2 0,-1 1 0,-4 1 0,-3-2 0,-3 2-90,0 0 0,-3 2 0,0 1 90,-2 0-90,0 0-89,-5 7-91,0 1 90,2-3 90,1-1 0,6-9 0,0 0-90,2-1 90,2-1 90,0 1-90,3-2 0,0 1 90,3 0-90,2-1 90,1 1-90,2-3 90,0 1-180,2-2-89,2 0-451,0-1-179,2 1 629,1-1 143,0 0 0,7 1 1,1-1-1</inkml:trace>
  <inkml:trace contextRef="#ctx0" brushRef="#br0" timeOffset="2954.27">11644 3681 8702,'-6'-5'989,"1"0"-539,2 2-90,2-1-360,2 0 90,1 0 0,2 1-90,0 1 0,0 1 90,1-1-90,0 0 90,0 0-90,3 0 90,-2 1-90,3 0 0,-2 1 0,3 0 0,-2 0 0,1 1 0,-2 1 90,-1 0-90,-2 1 0,1 1 0,-3 2 0,-2 4 0,-1-2 0,-3 5 0,-2-3 0,-1 3 0,-1-1 0,-1 2 0,2-3-90,0 1 90,0-1 0,2-1-90,0 4 90,2-5 0,3 6 0,5-6 0,0 1 0,4-2 0,-1-3-90,1 0 90,1 1 0,1-1 0,-1 0 0,1 2-90,2 2 0,-5-2 90,2 3-90,-7-3 90,-2 1 0,-2 1-90,-3 0 90,-3 2-90,-2 0 90,-5 1-90,-2 2-539,-7 3-541,6-4 1170,-9 5 0,8-8 0,-5 4 0</inkml:trace>
  <inkml:trace contextRef="#ctx0" brushRef="#br0" timeOffset="11742.27">1778 1101 7533,'6'1'270,"1"-2"-270,-4-1 89,1-2-89,-1 1 0,0-1 0,1-1 0,0 0 90,1-1-90,0 0 0,3-4 0,-3 2 0,3-2-90,-3 4-89,0 0-181,-1 0-90,0 2 450,2-1 0,2 1 0,2-1 0</inkml:trace>
  <inkml:trace contextRef="#ctx0" brushRef="#br0" timeOffset="12409.27">2111 1115 7173,'-5'4'0,"1"0"0,4 2 0,1 1 90,0-2-90,0-1 0,3-2 0,0-3 0,1-1 90,0-2-90,0 0 0,0-1 0,5-5 0,-3 2 0,4-5 0,-3 4 0,0 0-90,0 0-180,2-4-90,0 3 90,0 0 270,-1 2 0,2 0 0,2-2 0</inkml:trace>
  <inkml:trace contextRef="#ctx0" brushRef="#br0" timeOffset="13009.27">2509 1137 7803,'-6'-4'269,"2"1"-449,0 7-179,3 1 269,2 0 90,9-10 0,-3 2 0,8-11 90,-6 6-90,1-1 0,0-1 0,2-1 0,-1 0 0,1 1 0,-1 0 0,-1 1-180,3-1-540,-2 1 450,0 0 270,-3 4 0,-4 3 0,1 0 0</inkml:trace>
  <inkml:trace contextRef="#ctx0" brushRef="#br0" timeOffset="13625.27">2956 1147 7263,'-6'-6'360,"-1"5"-360,4 2 90,0 4-90,2-1 0,2 0 90,3-2-90,8-6 0,-3-1 0,4-3 89,-7 2-89,1 1 0,0-2 0,0 1 0,0-2 0,-1 1-179,2-2-1,-1 2-360,0-1 180,-1 3 360,-1 1 0,2-2 0,1 0 0</inkml:trace>
  <inkml:trace contextRef="#ctx0" brushRef="#br0" timeOffset="14086.27">3216 1132 8342,'8'-2'90,"-1"0"0,-4-2 90,3-3-180,-1 1 90,1-4-90,0 3 90,0-1-90,0 0 0,2-3-450,-1 1-359,1 2 809,-1 0 0,-5 6 0,1-1 0</inkml:trace>
  <inkml:trace contextRef="#ctx0" brushRef="#br0" timeOffset="14566.27">3628 1181 8522,'0'-9'990,"1"1"-900,2 2-1,0 2 1,0 0-90,0 1 90,0-1 0,1-1-90,0 1 90,1-2-90,0-1 0,0 0-90,4-5-269,-2 2-181,3-3-540,-3 4 631,-2 0 449,1 2 0,-1-2 0,1 0 0</inkml:trace>
  <inkml:trace contextRef="#ctx0" brushRef="#br0" timeOffset="17751.27">1476 1297 8072,'-1'8'360,"-1"0"-270,8-10-90,-3 1 0,6-5 0,-4 2 90,1-2-90,1 0 0,0-2 0,0 0 0,0 0 0,0 0 0,-1 1-180,0 0 90,-1 1-180,-1 2-449,0-1 179,-1 2 540,1 1 0,-3 0 0,0 1 0</inkml:trace>
  <inkml:trace contextRef="#ctx0" brushRef="#br0" timeOffset="18393.27">1453 1608 8072,'-1'5'450,"0"-4"-360,0 12-90,1-7 0,1 0 90,0-1-90,1-2 0,3-4 0,-1-2 0,3-2 0,-2-1 0,0 0 90,2-1-90,3-4 0,-2 2 0,3-3-90,-2 2 0,-1 2-360,1-2-269,-5 5 719,1-1 0,0 5 0,-1-1 0</inkml:trace>
  <inkml:trace contextRef="#ctx0" brushRef="#br0" timeOffset="19086.27">1439 2126 8072,'4'-6'450,"-2"7"-450,1 2 90,-2 5-90,0-4 0,0 1 0,0-2 0,1 1 0,1-2 0,2-2 0,-1-2 0,2-1 0,-2-1 0,2-1 0,1-1 0,1-1 0,-1-1 0,3-2 90,-1 1-180,1-1 180,-2 2-90,-1 0 0,0 1 0,0 1-90,-2 0-90,0 1-90,-1 1-989,-1 1 1259,0 0 0,-2 2 0,0 0 0</inkml:trace>
  <inkml:trace contextRef="#ctx0" brushRef="#br0" timeOffset="19875.27">1442 2512 9152,'-2'8'180,"1"-2"-180,1 1 0,1-2-90,-1-1 0,2 0 90,2-6 0,1 0 0,1-4 0,-1-1 0,1-1 0,1-1 0,1-3 0,3-3 0,-1 0 0,1-1-90,-1 2 90,-2 3 0,-1 1 0,-1 2-90,-1 1-90,-1 1-90,0 1-180,-1 1 450,0 1 0,-1 2 0,-1 0 0</inkml:trace>
  <inkml:trace contextRef="#ctx0" brushRef="#br0" timeOffset="20502.27">1397 2924 8252,'3'-5'1260,"0"0"-1260,1 6 90,-2 0-90,2 6 0,-3-3 89,0 1-89,1 1 0,-1-2 0,2 2 0,0-5 0,2-2 90,0-2-90,1-4 0,1-1 0,0-2 0,0 1 0,-2 1 0,3-1 0,-2 0-179,0 0-1,-2 1-90,0 4-1169,-2 1 1439,0 0 0,-1 1 0,1 1 0</inkml:trace>
  <inkml:trace contextRef="#ctx0" brushRef="#br0" timeOffset="21118.27">1441 3235 9242,'1'8'-450,"0"0"270,-1-2 0,0-1 180,6-5 0,-2-2-90,4-3 90,-3 0 0,2 0 0,1-2 0,0 0 0,0 0 0,1-2 0,0 1 0,1-3-180,-2 2-179,1-1-271,-3 4 180,-1 0 450,0 2 0,2-3 0,0 1 0</inkml:trace>
  <inkml:trace contextRef="#ctx0" brushRef="#br0" timeOffset="23718.27">11651 4525 12210,'2'7'180,"-1"0"-90,-4 0 0,0 2-90,-1 1 90,0 2 0,-1 1-90,-1 0 0,0 0 90,0 2-90,0 0-90,1 0 90,-1-1-90,1-1 0,-1 0-180,-1 4 180,2-5 0,-1 3-180,2-5 180,0-2-90,0 3 90,2-6-89,0 3 89,4-5 90,3-3-90,0 0 90,1-4 0,-3 2 0,2-1 0,-1 0-90,1 1 90,-1-1 0,1 1 0,-1 0 0,1 0 0,1 0 0,0 0 0,0 1 0,1 0 0,-1 0 0,1 0 0,1 1 0,0-1 0,0 1 0,0 0 0,0-1 0,0 1-90,0 0 90,1-2 0,-1 1 0,0-1 0,-1 0 0,0-1 0,0 0 0,-2-2 0,1 2 0,-2-3 0,1 2 0,-2-1 0,0 0 0,-1 0 90,1 1-90,-2-1 90,2 1 0,-2 1-90,-1 8 0,-1 1 0,-3 8 0,-1 6 0,0-3 0,-1 7-992,-2 10 992,4-10-180,0-2 0,0-1-90,1 0-338,-1 3-22,3-9-539,-1-2 269,1 0 900,1-2 0,-1 4 0,1 0 0</inkml:trace>
  <inkml:trace contextRef="#ctx0" brushRef="#br0" timeOffset="24325.27">11756 5469 11940,'-5'6'270,"0"0"-90,-1 1-90,1 0 0,-2 2 0,1 0-90,0 0 0,0 0 0,-4 7-90,3-5 0,-2 4 0,3-5 0,1 0-90,-1 3 0,2-4 90,0 2 0,2-5 0,2 3 0,1-3 0,2 1 0,4-1 90,0-2-89,7 2-1,-4-3 90,4 1 0,0-1 0,-4 1-90,3 0 90,-4-1 0,-2 1 0,0 0-90,-2 0 90,0 2 0,-3-1-90,0 1 0,-3 4 0,-1-2 0,-3 3 0,-6 2 0,2-3 90,-5 4-90,2-6 90,-1 2-180,-1-2 0,2-1-90,0 0-89,1-1-811,2-1 451,1-1 719,1-1 0,2-1 0,-1-1 0</inkml:trace>
  <inkml:trace contextRef="#ctx0" brushRef="#br0" timeOffset="24575.27">11746 5460 9961,'-3'-7'720,"1"1"-630,6 1 0,1 2 0,2-2 0,1 2-90,2-1-90,0 0-450,7-1-90,-5 1-629,4 0 270,-6 2 989,0 1 0,3 0 0,0 1 0</inkml:trace>
  <inkml:trace contextRef="#ctx0" brushRef="#br0" timeOffset="25069.27">11653 6145 11580,'0'-11'1889,"-5"8"-1709,0 5 0,-6 6-90,3 1 0,-1 2 0,-2 4 0,0 1 0,0 6-90,-1 3-676,0 6 766,0 3-1396,1 2 1306,2 0 90,3-4-90,0 1-233,2 0 233,3-9 0,0 0 45,1 1 0,1 0-45,0 0 0,2-1 0,1 3 0,1-3 0,3 1-90,2 4 90,-1-15-90,0-4 0,1-1 90,1-3 545,0-1-635,0-4 0,7-3 90,-5-1 1355,3-3-1445,-5 0 495,-2-2-405,-1-1 90,-2-5-90,-3 3 0,-2-3 90,-6 3-90,-2 2 0,-5 0 0,-6 1 0,-2 3 0,-3 2-945,-5 3 675,1 2-540,6 2 1,0 0-1170,-11 4-719,-6 4 2698,17-3 0,-1 4 0,2-1 0</inkml:trace>
  <inkml:trace contextRef="#ctx0" brushRef="#br0" timeOffset="32033.27">12319 1319 7982,'-2'-7'3276,"0"0"-1874,-3 8-1312,2-1 0,-3 7 0,2-1-90,-3 8 90,1-2 0,-2 7-90,2-4 0,0 1 89,-2 8-89,3-4-89,-2 12-1,6-13 90,-1 3-90,2-8 0,1 0 90,0-2-90,1-1-90,3 4 180,2-2-90,1 0 90,2-5-90,-3-5 90,1 0 0,1-3-90,4-2 90,2-5 0,3-7-90,-4 0 90,-3-3 0,-3-4 0,-3 5-277,0-7 277,-4 7 0,-3-8 0,-2 5 0,-3-4 0,-5 4 0,-2 3 0,-1 3 0,1 4-90,4 7-90,0 1-90,1 1 0,-2 2 98,1 1-548,-1 1-719,0 0 180,2 2 1259,0-1 0,-2 5 0,0 1 0</inkml:trace>
  <inkml:trace contextRef="#ctx0" brushRef="#br0" timeOffset="32693.27">12686 1436 9422,'-6'-5'180,"1"-2"89,2 5 91,0-3 0,0 2 270,1-1-361,1-2-179,3 2 0,1-1 0,2 3 0,0-1 0,2 1-90,0 0 90,2 0-90,0 0 90,0 1-90,0-1 90,1 0-90,0 1 90,-1 1-90,-1 0 0,1 1 0,-2 0 0,0 2 90,-1 1-90,-1 1 0,-1 1 0,-2-1 0,-2 3 0,0 0 0,-3 2-90,-1 2 90,-2 0-90,-2 1 90,0 0 0,-1 1 0,-1-1-90,0 1 90,0-1-90,-1 4 90,1-1-90,1-2 90,4-2 0,2-6 0,2 1-90,1-2 90,1-1 0,2 0 0,0-1 0,3 0 0,0-1-90,3-1 90,0 0 0,1-1 0,6 0 0,-4 0 0,5-1-90,-6 1-180,5-1 1,-4 0-1,2 0-810,-2 0-179,-3-1 270,1 1 989,-2 0 0,3-1 0,2 0 0</inkml:trace>
  <inkml:trace contextRef="#ctx0" brushRef="#br0" timeOffset="33862.27">13496 1372 8072,'-3'-5'2969,"6"2"-2969,0 1 0,6 1 90,-2-1-90,-1 1 0,1-1 90,5 0 0,-2 1-90,4-1 0,-5 1 89,2-1-89,0 1 0,4 0 90,2 2-90,-2 1 0,-1 2 90,-3 2-90,-3 0 0,0 4 0,-5-1 0,-1 1 0,-3 9 0,-1-5 0,-7 18-90,2-13 90,-7 10 0,-3-2 0,3-5-634,-4 3 634,7-9 0,0-3 0,2-2-90,1-1 90,1-1 0,-1 1 0,3-2 0,0 1 545,3-4-545,1 0-90,4 1 180,3-1-90,2-1 0,2-2 0,-1-2 0,5 0 0,0 0-90,5-2 90,-4 1 0,0 0 0,0-1-180,0 0 90,-2 0-90,1 0-90,-3 0 0,0-1-90,-2 1-179,-1 0-541,0 0 361,-2 0 719,0-1 0,2 0 0,2 0 0</inkml:trace>
  <inkml:trace contextRef="#ctx0" brushRef="#br0" timeOffset="34627.27">14402 1414 10231,'6'-7'630,"0"2"-450,0 3 179,5-2-179,0 1-90,4-2 180,4 1-180,-4 1 0,6 0 0,-6 1 90,6-1-90,-6 1-90,2 0 90,-7 2-90,-2 1 90,-1 1-90,-1 1 90,-3 2-90,0 1 90,-4 2-90,-1 2 0,-2 2 90,-2 2-90,0 1-416,-4 4 326,0 0 58,-9 11 32,4-6-90,-6 10-551,10-15 641,0 2-90,5-8 90,1-2 0,1-1 297,2 0-297,1-2 32,0 0-122,3-1 760,0-1-670,3 0 0,1-2 0,2 1-90,2-1 90,2-1 0,1 0 0,2-1 0,3-1 0,2-1 0,2 0-451,19 0 451,-19-1 0,0 0 0,2 1 0,-1 0-179,15-2-1,-17 2-90,-4-1-90,-2 0-90,-1 0-342,-2-1-647,-1 1 89,-2-1 1350,0 0 0,3 0 0,0 0 0</inkml:trace>
  <inkml:trace contextRef="#ctx0" brushRef="#br0" timeOffset="35208.27">15387 1467 9602,'-3'-8'899,"1"2"-629,5 1-90,1 3 0,0-1 0,1 0-1,2 0-89,1-1 0,1 2 90,1-2-90,0 1 0,3-1 90,5 0-90,2 0 0,-2 0-90,-2 2 90,-7 2 0,-1 1-90,-1 0 0,-1 2 0,-3 1 90,-1 1-90,-2 3 0,-6 7 0,-1-2 0,-7 8-481,2-4 391,-3 2 0,0 1 0,0-1 0,1 0-237,2-2 237,1-1-90,-1 2 180,5-6 288,-2 2-378,5-5 90,1-2 0,2 0 250,0 0-250,3-2 0,1 0 0,2 0-90,2-2 90,3 0 0,8 0 0,-2-2 0,8 1 0,-6-2 0,3-1 0,1 1-315,3-2 315,0 1-180,11-1-90,-10 0-719,14-1-361,-18 1-282,6-1 1632,-12 1 0,5-2 0,1 0 0</inkml:trace>
  <inkml:trace contextRef="#ctx0" brushRef="#br0" timeOffset="35767.27">16176 1471 9602,'-6'-5'1169,"5"-1"-989,3 3 0,5-2 0,-1 3-91,2 0 91,0-1-90,3 1 0,1-1 90,1 1-90,1-1 0,-1 2 0,1-1 0,0 0-90,-1 1 90,-1 0-90,-1 0 90,-1 1 0,0 0-90,-3 1 0,1 1 90,-2 1 0,-1 4-90,-3 0 0,-2 3 90,-1 0-90,-4 3 0,0 1 0,-10 13 0,4-7-1036,-8 10 1036,8-11 0,0-2-178,2-2 178,1-2 0,-2 4 0,2-4 0,0 2 0,4-7 0,-1 2 0,2-3 0,1 0 1015,3-2-1015,1-1 199,8-1-199,-1-2 0,6 0 0,-2-1 0,4-2 0,4 0 0,6-2 0,2 0-1164,2 0 1164,1-2 0,0 1-179,1 0-1,-1 0-90,-2 0-90,-1 1-180,-4-1-1229,-3-1-300,-6 2 2069,-2 0 0,2-2 0,-1 1 0</inkml:trace>
  <inkml:trace contextRef="#ctx0" brushRef="#br0" timeOffset="36367.27">17429 1466 10321,'0'-9'1439,"0"2"-629,0 1-450,0 0-180,2 2-1,1 1-89,1 1 0,1 1 0,3-1 0,0 0 0,2 1 0,2-1 0,0 0-90,2 0 90,1 1-90,0-1 90,0 1-90,0 0 90,0 1-90,5 1 90,-5 1-90,2 0 0,-6 2 0,-3 0 0,0 1 0,-1 5 0,-4-2 0,-2 6 0,-4-4 0,-3 3 0,-2 0-90,-3 2-275,-1 1 365,-1 0 0,0-1-90,2-2 90,1 0 0,-1-1-90,3 0 90,0-1-90,2-1 90,1-2-90,1 1 90,2-2-90,3 3 90,2-3 365,4 3-455,3-3 90,3 0 0,3-1 0,3 0-570,2-1 570,1 1 0,3-2-90,-3-1 0,2 0-279,-3 0 100,-2-1-631,4-1 181,-9 0-991,2-1 1710,-10 0 0,-2 0 0,-2 1 0</inkml:trace>
  <inkml:trace contextRef="#ctx0" brushRef="#br0" timeOffset="37633.27">12381 1996 11131,'-4'-7'809,"-3"3"-719,2 5-90,-2 3 90,-2 3-90,1 0 90,-3 4-90,3 0 90,-1 1-90,1 0 0,1 2 0,1-1 90,2 0-90,1 1 0,1-1 0,1-1 0,2 0 0,1-1 0,4 5 0,-1-5 0,5 1 0,-2-4 0,1-2 0,1-1 0,0-2 0,1-1 0,0-1 90,5-3-90,-4-1 0,5-1 0,-7-2 0,-1 0 0,-1-1 0,-1-2 90,-1-1-90,-1-2 0,-2-1 0,0-1 0,-2 0 90,0-2-90,-3 2 0,0 0 0,-2 0 0,-3-3 0,-4 3 0,0 1-360,-5 4 90,2 9-90,0 1-179,-1 5-361,6-1-449,0 3 0,1 0 1349,3 1 0,-1 5 0,2 1 0</inkml:trace>
  <inkml:trace contextRef="#ctx0" brushRef="#br0" timeOffset="38142.27">12877 2089 9871,'3'-5'810,"-1"-3"-360,-2 3-91,-1-2-179,-1 2 90,0 0-90,-2 2-90,-2 3 0,-1 1 0,-2 3 0,-3 5 0,3-1-90,-3 3 90,4 0-90,1 0 90,0 2-90,2-1 0,0 0-90,2 0 90,2 0-90,1-1 0,2 0 0,0 0 0,3-1 0,-1-1 0,2 0 90,0 0-90,2-3 0,1 0 90,-1-2-90,1-1 90,1-2-90,0 1 90,1-3 0,-1 0 0,2-1 0,-1-2 0,1-2 0,-1 0 90,0-2-90,-2-2 90,0-1 0,-2-2 0,-1-10 0,-3 6 0,-2-15-595,-3 14 595,-2-6-90,-5 3 90,1 7-255,-8-3 75,6 11 0,-4 0 0,5 6-180,0 1-90,-1 2-180,1 2-2737,-2 3 3343,3 0 0,0 8 1,3-2-1</inkml:trace>
  <inkml:trace contextRef="#ctx0" brushRef="#br0" timeOffset="38802.27">13656 2083 9961,'-9'-2'0,"1"-1"270,3 2 90,1-1 180,-1 0 269,1 0-629,6-2-90,1 0 0,4-1 0,0 2 0,1 0 0,1-1 0,2 1 0,2-1 0,2 1 0,7-3-90,-4 3 90,6-2-90,-9 4 90,-1-1-90,0 1 0,-2 1 0,-1 0 89,-2 2-89,0 1 0,-3 1 0,-2 1 0,-4 5 0,-2 0-89,-6 7-1,-1-1 90,-4 3-90,-2 1 0,0-1-90,-1 2-464,1-3 554,1 0 0,2-1-357,0 0 357,3-4 90,0 1-90,5-6 0,0 0 0,2 1 0,4-1 90,1-1 539,5-1-539,-1-5 282,0 0-282,3-1-90,1 0 90,2-1 0,2 0 0,11 0-180,-5 0-539,17-2-1350,-7 0 281,-1-1 1788,-2 0 0,-2 0 0,2 0 0</inkml:trace>
  <inkml:trace contextRef="#ctx0" brushRef="#br0" timeOffset="39416.27">14619 2184 9602,'-7'-8'989,"2"1"-719,5 1-90,1 2 0,1-1-90,1 1 89,0 1-89,3-1 0,0 0 0,4 0 0,-1 1 0,3-1 0,0 1 0,1 0-90,2 1 90,-1 1 0,0 1-90,-1 0 90,6 3-90,-6-1 90,4 3-90,-7-1 0,-2 2 0,-1-1 90,-2 3-90,-1-1 0,-2 3-90,-2 0 90,-1 1-90,-3 2 0,-2 0 0,-2 2-90,-6 5 90,0-3-374,-2 3 374,3-6 0,2-2 0,0-1-90,-1 2 0,1-1 90,1-1 0,3-1 0,4-4 0,1-1 0,3 0 465,2-2-465,3 1 0,9-1 90,-2-2 0,24 1 0,-10-1-296,-7-1 0,2 1 251,2-2 0,1 0-135,13 1-225,-5-2 0,0-1-2049,5 0 2094,-13 0 1,-2 0 359,7-2 0,1-1 0,-1 0 0</inkml:trace>
  <inkml:trace contextRef="#ctx0" brushRef="#br0" timeOffset="40059.27">15603 2172 9242,'-6'-4'1439,"2"-1"-1259,4 0-90,2 0 0,2 0 0,0 1 0,2 0 0,1 0-1,2-1 1,0 1-90,2 0 90,0-1 0,2 1-90,-1 0 90,2 1-90,-1 0 0,0 1 90,5 1-90,-5 0 0,2 2 90,-5 1-90,1 3 0,-3 1 0,-1 2 0,-5 1 0,-3 5-90,-3 0 90,-2 5-90,-1-4-180,-6 11 180,4-9-330,-5 8 240,6-10 90,1 0 0,1-2-90,-1 4 90,2-5 0,0 2 90,2-5-89,1-2 89,1 0 0,3 0 330,0-3-330,5 1 90,4-4-90,1 0 90,11-3-90,-6 0-412,6-2 412,-4 1 90,1-1-90,3 1 0,12-1 0,-7 2-1139,7-1 1049,-14 3 0,0 0-90,-1 1-180,0 0-539,4 1-720,-2-1 1619,-1 1 0,1 1 0,-3 0 0</inkml:trace>
  <inkml:trace contextRef="#ctx0" brushRef="#br0" timeOffset="40676.27">16519 2146 9152,'-4'-10'989,"2"4"-809,7 0-90,-1 3 90,1-1-90,0 1 90,1 0-90,2-1 0,0 0 180,7-1-181,5-2 91,8 0-180,-5 2 90,-1 0-90,-8 3 90,-1 1-90,0-1 90,7 3-90,-9 0 90,6 3-90,-11 0 0,-2 1 0,-2 2 90,-3 1-90,-2 2 0,-2 1-90,-10 13 0,1-5-758,-6 7 758,5-8-90,0 0-364,1-2 455,2-1-137,1-2 136,2-1 0,1-1 0,1-1-90,-2 2 808,3-3-718,-1 1 488,3-4-398,2 0-38,0-2 38,4 1 0,1-1-90,6 0 90,5-1 0,2-1 0,5-1 0,-2-2 0,6 1 0,4 0-1171,4-1 1171,0 1 0,0 0 0,-1 0 0,-2 1-949,-4-1 769,-2 0-89,-5 0-541,3-1-179,-9 1 629,3 0 360,-9 0 0,2 1 0,1 0 0</inkml:trace>
  <inkml:trace contextRef="#ctx0" brushRef="#br0" timeOffset="41300.27">17640 2166 9062,'6'-7'180,"0"1"-90,1 4-90,2 0 90,0 1 0,3-1-90,0 1 90,2-1-90,0 1 0,0 0 89,0 0-89,-1 0 0,-1 0 90,0 2-90,-1-2 0,0 1 0,-2 1 0,0-1 90,-2 1-90,-1 0 0,-1 2 0,-1 1 90,-2 1-90,-2 1 0,-1 1 0,-2 3 0,-4 1 0,0 2 0,-6 3-467,0 0 377,-2 4 0,0-1 90,0 0-180,1-1 90,0-1 0,3-1-90,1-1 0,0 2 90,2-4 90,0 2-90,4-6 0,2 0 90,1-3 0,0 1 468,3-2-468,1 1 0,2-1 0,1 0 0,3-2 90,6 0-90,-2-1 180,13-2-180,-8-1-534,7 0 534,-6-1 90,0 0-90,-1-2 0,-2 0 0,-1 0-90,-2 0-90,-2 1-360,-1-1-270,-2 2 721,-2-1 89,0 2 0,-1 0 0,0 1 0</inkml:trace>
  <inkml:trace contextRef="#ctx0" brushRef="#br0" timeOffset="49486.27">16996 568 7982,'-6'-8'720,"2"2"-630,0 3 90,0 1-90,-3 1-90,-1 2 90,0 2-90,-1 1 90,0 2-90,-1 1 0,-1 1 90,0 2-90,1 2 0,0 0 90,2 1-90,1 0 0,1 0 0,3 0 0,2-2 90,1 1-90,5 3 0,0-4 90,5 2-90,-2-6 89,8-2-89,-2-3 0,5-2 90,-3-4-90,3-3 0,1-3 0,2-3-506,-2-4 506,-1 0-802,-1-5 802,-3 0 0,0-2 90,-4-1-90,-1-1 0,-4 2 0,-2 1 90,-4 5-180,-2 2 180,-1 3-90,-8-1 547,1 5-547,-5 1 851,2 9-941,-1 2 180,-3 7-90,1 1-557,-2 5 557,4 0 0,3 1 0,3-1 0,3 0 0,1 0 0,3-2 0,2 0 0,1-1 0,7 3 0,1-4 0,5 0 0,-2-6 0,1-4 0,1 0 0,1-4 0,1-1 0,-1-3 90,0-2-90,-1-5 182,-3-1-93,-1-2 1,-5 0-90,-4 0 90,-4 1-90,-2 0 90,-6-2-90,-3 4 90,-15-3-90,7 8 0,-10 2 0,8 7-180,-8 12-965,7 0 786,-2 9-901,13-2 361,4 1 899,5 0 0,3 6 0,2 2 0</inkml:trace>
  <inkml:trace contextRef="#ctx0" brushRef="#br0" timeOffset="50858.27">17650 1596 8972,'5'-8'360,"-1"1"-180,-1 2-1,-2 2-179,-5 9 90,-3 8-90,-5 7 0,-2 7-524,3-5 524,0 3-764,1-1 854,2 2-90,0-2 0,2-1 90,1-1-90,2-4 0,1 6 0,2-8-73,4 8 73,1-13 0,2 1 90,3-7-90,-1-4 0,11-7 90,-5-5-82,6-7-8,-4-1 0,5-16 0,-5 2 0,-6 10 0,-2 0-597,1-14 597,-1 0 0,-5 4 0,-1-6 0,-4 11 150,-4-6-150,-6 18 0,-2 4 0,-6 12 0,2 10 0,2 5 0,-1 2 0,-5 14-829,6-8 0,2 2 829,-1 13 0,8-18 0,1 0 346,-1 19-301,6-9 0,2 1-45,0-9 0,2 2-483,3 1 0,1 3 0,1-3 483,1-2 0,1-1 0,4 5 0,1-1-1792,9 6 1792,1-6 426,-1-5-426,1-5 0,-3-6-141,0-4 141,-3-4 90,-1-3-90,-3-4 1900,-1-3-1900,-2-2 0,0-6 2641,-3 0-2551,-2-5-90,-3 1 0,-2-2 0,-1 3 0,-3 0 0,-2 2 0,-2 3 0,-2 3 1034,-2 4-1034,-1 5 0,-5 6 0,-1 5 0,-9 18 0,7 0 0,6-2 0,2 2-1252,1 11 1252,5-13 0,1-1-90,4 11 90,3 5 0,4-1-444,-3-20 1,1 0 443,6 16-90,1-5 90,0-6 0,0-2-90,0-6-163,-1-3 253,-3-5 0,2-4 0,-4-4 1377,1-4-1377,-3-2 1074,-2-4-1074,-1-2 0,-2-12 0,-3 0-579,-4-10 669,-2 6-90,-2 2 90,-2 2-90,1 5 0,-1 4 0,2 5 0,1 5 0,0 3 90,-3 7-90,5 1-90,-3 12 90,8-4-90,1 6 0,3-3 1193,1 0-1193,1 2-180,4 5 90,-2-7 1,2 3-1,-3-10 0,-1-1 0,-1-3 0,1-1 180,-2-3 0,0-1 0,-1-1 0</inkml:trace>
  <inkml:trace contextRef="#ctx0" brushRef="#br0" timeOffset="52283.27">11669 6539 8792,'1'-9'1349,"0"2"-809,-1-1-360,-2 2 90,1 0 89,-1 1-179,-1 1 0,1 0 90,-1 0-180,-1 1 90,-3 3 0,-6 2-90,1 3 0,-7 5-90,3 2 90,-9 11 0,6-4-973,-6 8 883,11-7 90,1 1-515,4-1 425,0-2-174,5-3 174,1-1 0,3-2 0,0-1 0,4-1-90,1-1 90,8 0 0,0-5 0,6-2 0,1-4 243,2-5-243,4-2-404,0-3 404,2-6 0,0-1 0,0-5 0,-3-3-1208,-2-1 1208,-3-4 0,-5 0 0,-4-1 0,-4 1-74,-4 0 74,-4 1 0,-5 3 238,-3 4-238,-6 4 90,-13 2-180,6 9 135,-1 6 0,-1 4-45,-2 5-292,-11 8 292,15 1-90,2 4 486,4 3-486,3 1-449,4 1 359,3-3-32,6 7-508,7 2 361,4-2 1077,5-5-1078,-1-9 91,1-5 878,0-3-878,7-3 179,-5-4 180,4-3 0,-8-3 0,-1-2 89,-3-3 1,-2-2 90,-3-1-90,-2-2 90,-5-1-111,-3-3 111,-3 1-90,-5-1-90,-1 5-165,-1 4 165,0 3 90,0 5-90,2 1-180,-1 5-90,3 1-269,-1 2-1800,2 6 990,5-3 1259,1 5 0,7 0 0,2 2 0</inkml:trace>
  <inkml:trace contextRef="#ctx0" brushRef="#br0" timeOffset="55400.27">12436 2787 8162,'-9'-2'1440,"2"0"-901,3 0-179,0 0 90,0 0-270,-1-1 89,0 2-179,-1 1 0,0 0-90,2 2 90,-1 1 0,0 1-90,0 1 90,0 1-90,-1 2 90,0 1-90,-3 11 90,1-5-90,-2 17 0,5-13 0,0 6-90,4 0 0,2-5 0,2 4-381,2-7 381,0-1 0,2-1-76,1-1 166,1-1-90,1-2 0,0-2 90,0-1-90,1-2 90,-1-2-90,0-2 90,1-1 200,-1-1-200,2-2 90,4-4-90,-3 0 78,3-4 102,-2-5-90,-4 1 0,3-12-1,-8 9-313,0-5 224,-3 6 89,-3 0 1,-1 0-90,0-1 90,-3 2 0,-2 0-90,-1 2 0,-2 2 90,-2 2-90,-1 3 0,-1 2 0,-6 3-270,-3 6-269,-4 5 494,6 1-1934,3 5 720,9-5 1259,2 3 0,5 1 0,2 3 0</inkml:trace>
  <inkml:trace contextRef="#ctx0" brushRef="#br0" timeOffset="55893.27">12964 2895 9781,'-1'-10'630,"0"1"-540,-2 1 0,1 1 0,-1 2 90,1 2-90,-2 1 0,0 0-90,-4 2 90,4 2-90,-4 2 90,2 0-90,-1 3 90,-3 5-90,3-1 0,-2 5 0,4-5 0,0 1 0,1 1 0,1-1-90,1 1 0,2-2 0,0 1 0,2-1-270,6 6 270,4-4 0,2 1 0,1-8 90,-4-4-90,0-1 90,1-2 0,6-4 90,2-5-90,-1-1 90,-2-3 0,-8 1 0,-1-1-90,-1-3 90,-3 1-227,-2-2 137,-2-1 90,-3-4-90,-1 0-826,-3-3 916,-2 2-90,0 4-60,-2 3 150,-1 4-90,-1 5 0,-8 2-90,6 5-89,-6 3-91,8 5-270,1 2-719,1 4 89,4 1 1170,0 2 0,4 8 0,0 2 0</inkml:trace>
  <inkml:trace contextRef="#ctx0" brushRef="#br0" timeOffset="56467.27">13761 2924 9781,'1'-8'720,"-1"-2"-540,-1 5 0,-2-2 180,-2-1-270,1 3 89,-2-2-89,1 4 0,0 0 0,-2 1 0,0 1 0,0 1-90,-1 1 90,-1 2-90,-1 2 90,0 2-90,0 3 90,1 2-90,0 2 0,2 0 0,1 0 0,2 0 0,2 1-90,1 0 0,2-1 0,1 1 0,3 0 0,1-2 0,3 1 90,1-3-90,3-1 0,1-2 0,1-2 90,2-2-89,0-1 89,2-3-396,-1-1 396,1-2 0,0-2 0,-2-1 90,-1-2-90,1-3 90,-3-2 0,0-3-90,-4-1 90,-1-9 0,-5 6-594,-4-6 594,-3 4-90,-2-1 0,-8-10 90,2 10-90,-4-3 43,3 13-43,1 5-90,0 1 0,1 4 416,0 1-1045,-3 5 89,5 0-719,-4 4 1349,6 4 0,3 4 0,0 5 0</inkml:trace>
  <inkml:trace contextRef="#ctx0" brushRef="#br0" timeOffset="57117.27">14671 2873 9512,'0'-6'719,"1"0"-629,5 2 90,0 0-90,1 1 0,0 0 90,1 0-90,1 0 0,0 0 0,0 0 0,0 1-90,0 0 90,0 1-1,4 1 1,-4 1-90,3 2 0,-5 1 90,-1 2-90,-2 0 0,-1 4-90,-3 0 0,-1 4 1,-4 1-1,-2 5-528,-3 0 438,-3 4 0,-1-1-179,-5 9 89,0 1-995,0 3 1175,7-11 0,5-9 0,4-6 0,1-2 483,1-1-393,1-1-90,2-1 90,1-1 1040,2 0-1040,1-1 0,3-2 0,9 0 0,-2-1 0,7-1 0,-4-2 0,10-1 0,-6 2-691,7-2 691,-10 1 90,0 0-180,0 1-161,-3 0 71,0 1-180,-2 1-539,-1-2 629,0 2 270,0-2 0,5 1 0,0 0 0</inkml:trace>
  <inkml:trace contextRef="#ctx0" brushRef="#br0" timeOffset="57650.27">15737 2982 8702,'-4'-6'810,"1"-1"-451,1 2-179,2-2 90,2 1-90,3-2-90,1 3 90,3-2-90,-1 2 0,2 0 0,2 1 0,1-1 90,2 1-180,2-1 89,-2 2 1,1 0 0,-1 1-90,-1 0 90,0 1-90,-2 0 90,0 2-90,-2 0 0,1 2 90,-3 0-90,-1 3 0,-3 1 90,-1 2-90,-3 2 0,-2 1 0,-4 2-3277,-2 3 3162,-3 2 115,-3 3-515,-1-1 515,1 1 0,-1-1 0,3-2-204,1-2 204,3-3 0,0-1 0,2-1 0,1-2 3036,1 0-3036,2-1 745,0-2-745,1 0 330,2-2-420,1 0 90,3-1 0,5 0 0,7-1 0,2-1-452,4-2 452,-3-1 0,4-1 0,3 0 0,3-2-1006,-1 0 916,2 0-90,-11 1 0,1 0-179,10-2-916,6-3-164,-16 3-1,-4 1 1440,-2 0 0,4 0 0,1 0 0</inkml:trace>
  <inkml:trace contextRef="#ctx0" brushRef="#br0" timeOffset="58142.27">16860 2941 9871,'-8'-3'630,"2"0"90,3 1-451,4-4-179,0 2 0,4-2 0,1 3 0,1-1 0,2 1 0,1-1-90,3 0 90,0 1 0,1-1-90,0 2 90,2 0-90,0 1 0,0 0 90,0 2-90,-1 0 0,6 3 90,-2 3-90,-2 1 0,-6 3 0,-6-1 0,-4 0 0,-2 2-90,-2 1 90,-2 2-90,-4 2 90,-1 2-525,-1 2 525,0-2-90,2-1 90,1-2 0,1-3-89,0 5-1,3-5 90,-1 3-90,4-7 90,1 0 0,2-2 0,2 1-90,3-1 524,1-2-434,3 1 0,3-1 0,13 2 0,-5-3 0,9 2 0,-8-3-528,-2-2 348,-1 1-89,-1-2-181,-2 1-180,-2-1-719,-2-1 90,-4 1 1259,-1 0 0,-4 1 0,0 0 0</inkml:trace>
  <inkml:trace contextRef="#ctx0" brushRef="#br0" timeOffset="59150.27">12524 3681 10141,'-2'-7'1259,"-1"1"-989,-3 4-180,-1 3 0,1 0 90,-6 5-90,4 0 0,-5 4 0,2 0-90,-2 5 90,2 0-90,0 3-220,2-2 220,3 1 90,1 8-90,3-4 0,2 5 0,4-6-90,9 9-1275,0-8 1365,8 6 0,-3-12-388,1-5 388,0-2-90,0-4 90,-2-3 0,2-1 0,1-3-90,1-3 352,1-2-262,6-9 0,-10 1-792,4-5 792,-10 0 0,-3 0 0,-2-2 786,-2 0-786,-3 1 0,-2-3 0,-3 2 0,-3-3-308,-3 4 308,-2 0 0,-10 1 0,-4 7 0,0 4 259,0 7-349,7 5-90,-3 4-89,1 3-181,-1 4-1709,0 6 900,7-4 1259,2 3 0,7 2 0,2 1 0</inkml:trace>
  <inkml:trace contextRef="#ctx0" brushRef="#br0" timeOffset="59675.27">13189 3785 10501,'1'-8'1349,"-2"0"-1169,-2 3 90,-2 2-90,1 0 0,-2 1 0,0 1-90,-1 1 90,-2 0-91,0 2 1,-1 1 0,-1 2 0,0 1 0,0 3 0,-2 3-90,1 1 90,0 2 0,-1 8 0,4-6-90,-3 12-90,8-11 0,0 2 0,4-6 0,2-2-90,1 0 90,1 0-89,4-2-1,0-1 90,2-2 0,2-1-90,0-1 90,3-2 90,-1-2-180,12-4 90,-4-2-536,7-4 626,-7-1 0,-2-3 0,-1-2 90,3-13 0,-6-5-879,-2-1 789,-8 2 90,-7 7-90,-2 0 90,-3-2-410,-3 3 410,-2 2-90,-2 5-83,0 3 83,1 4 844,-1 4-934,2 4-90,-1 2-90,1 2 785,1 4-1144,0 2-990,3 1-360,1 2 1979,3 1 0,2 8 0,1 2 0</inkml:trace>
  <inkml:trace contextRef="#ctx0" brushRef="#br0" timeOffset="60134.27">13842 3823 10681,'2'-7'180,"-2"1"90,1 0-1,0 1 271,-1 0 0,1 0-90,-1-2-270,-1 0 179,0 3-89,-2 0-180,-3 4 0,1 2 0,-3 1 0,3 3 0,-4 5 0,2-2-90,-1 6 90,4-3-90,-1 1 0,2 0-90,1 1 90,0-1-90,2 0 0,1 0 0,1-1-90,6 5 90,0-4 0,3 1 0,0-6 0,0-3 0,1 0 90,2-2-90,0-1 90,1-2-90,0 0 90,1-3-89,-1-2 89,1-1 0,-1-2 0,-1-1 0,0-4 0,-1-1 0,1-11 89,-6 6-89,-1-5 90,-8-2-90,-5 1 0,-2 0 0,-5 4 90,1 12-180,-1 2-89,-5 3-91,5 5-180,-4 2-180,5 4-1169,3 1-629,1 3 2428,3 1 0,1 6 0,2 1 0</inkml:trace>
  <inkml:trace contextRef="#ctx0" brushRef="#br0" timeOffset="60625.27">14982 3875 11400,'-1'-9'720,"0"0"-540,0 4 0,-1-1-90,-1 2 90,0-1-90,-1 2 180,-5-2-181,2 2-89,-4 2 90,1 1 0,0 3 0,-3 2-90,0 2 90,-4 4-575,1 2 575,-1 5-90,0 0 0,2 2 0,1-1 0,2 2-90,3-3 0,1 1-177,2-2 88,3-1-91,2-2 0,2 1 0,2-1 90,1-1-90,2 0 90,2-2-90,2-2 91,2-2-1,1-2 90,2-1-90,-1-2 90,3-3 0,3-2-201,2-1 291,4-4 0,-2 0 90,1-4-4,1-4-41,-9 2 0,0 0-45,9-10-685,-11 7 0,-2 0 685,3-6 90,-4-4-143,-2-9 143,-5 8-90,-6-12 90,-8 16-90,-1 3 0,-3 8 488,4 8-758,0 4-179,-1 2-361,1 2 1195,0 2-1105,2 3 737,0 1 0,2 6 0,1 3 0</inkml:trace>
  <inkml:trace contextRef="#ctx0" brushRef="#br0" timeOffset="61133.27">15914 3802 9062,'-5'-4'719,"-1"0"-269,4 1 0,-2-2-90,3 0-180,3-2-1,1 1-89,5-1 90,1 2-90,3 0 0,2-1 0,2 2 0,1-1-90,1 2 90,1-1 0,0 2-90,-1 1 90,0 1-90,-1 1 90,0 2-90,-3 1 0,1 2 90,-4 1-90,1 7 0,-7-2 0,0 6 0,-7-3-399,-4 5 399,-2 0-90,-2-1 0,-1 1 0,-5 7 90,3-7 0,0 0-973,-4 4 973,-1 1-90,4-3-232,1-4 232,3-1 0,3-3 90,2-1-90,3 3 90,3-5 350,3 2-440,11-1 90,-1-4 0,10 2 131,-1-6-131,4 1 0,3-2-688,1-1 598,2-2-180,0 0-90,1-2-1269,-1-1 190,-1 0 90,1 0 1349,-1-1 0,3-1 0,2-2 0</inkml:trace>
  <inkml:trace contextRef="#ctx0" brushRef="#br0" timeOffset="61616.27">17051 3926 9871,'-6'-6'450,"0"0"0,4 2 0,0 0-1,1-2-269,1-1 0,2 1-90,1 0 0,2 1 90,1 0-90,3 0 0,0-1 0,5 1 0,8-3 0,-2 3-533,7-2 443,-7 4 90,0 2-90,0 0 90,7 3-90,-8 0-311,5 3 311,-11 0 0,-2 3-90,-4 1 90,-2 2 0,-3 1 515,-4 2-605,-10 15 90,1-6 0,-9 10-90,6-10 1,-2 1-268,0-2 267,1 1 90,3-3-90,2-2 1,2-3 89,2-2-90,1 2 90,2-3-90,0 1 90,3-6 678,6 2-678,0-2 0,5 2 0,1-5 0,1 1-90,21 1 0,-9-2-135,1-1 0,1-1-315,1 2-1079,10-1 180,-16 0-1,0 0 1440,-4-1 0,-1 2 0,-1-1 0</inkml:trace>
  <inkml:trace contextRef="#ctx0" brushRef="#br0" timeOffset="63033.27">12490 4602 10141,'6'-2'1979,"-6"-2"-1889,-6 6-90,-3-1 90,-3 5 0,0 7 0,-3 8-90,-1 2-637,1 6 637,6-8 0,2 0 0,1 8-90,5-8 90,-1 8-90,4-10-354,2-1 354,1-1-90,5 4 90,-1-5 0,4 2 90,-3-8-89,0-3-1,6-1 0,-4-2 90,9-4 0,-8-1-90,5-5 90,-5 0 699,0-2-699,0-2 90,-2-1-90,-1-3 0,-1-1 0,-2-1 0,-1-2 0,-3-3 0,-1 1 90,-1-1 0,-6-7-562,-1 4 472,-5-3 90,0 8-90,-1 5-90,-1 5 0,0 3 0,0 4-269,0 3-91,-1 3-360,3 1 404,-1 3-763,5 2 1169,2 0 0,3 6 0,2 1 0</inkml:trace>
  <inkml:trace contextRef="#ctx0" brushRef="#br0" timeOffset="63509.27">13206 4713 9691,'-2'-9'630,"1"2"-360,-1 0-90,-1 2 0,0 2 0,-2-2 0,0 2-1,-2 0-89,0 1 90,-1 1-90,0 1 0,-2 1 0,1 2 0,-1 2-90,-1 2 90,0 2 0,0 3-90,1 1 90,-2 9 0,4-4-90,0 6-481,4-7 481,3 0-180,2 5 90,1-5 0,3 4 0,1-7-89,7 2 179,-3-5-90,7 0 0,0-6 0,-3-3 0,10-4 90,-10-1 0,5-4 0,0-8 0,-5 2 0,3-7 90,-9 4 70,-3-1-70,-2 0-1,-2-4-589,-3-1 590,-3-2-90,-4-3 90,-8-4 0,1 9-90,-6-2 0,1 13 0,6 6-180,-4 3 0,8 5-270,0 2-269,2 1-1940,-1 8 2659,6-3 0,1 12 0,4-4 0</inkml:trace>
  <inkml:trace contextRef="#ctx0" brushRef="#br0" timeOffset="63969.27">13992 4733 10141,'-2'-6'630,"-2"-4"-180,-2 0-181,0 1 1,-2 0-90,3 4 0,-1 0 0,-1 1-90,1 2 90,-1 0-90,1 3 0,-1 0 0,0 1 0,0 2 0,-1 2 0,0 1-1,0 3-89,-2 1 90,2 2-90,-2 1 90,2 2 0,-2 7-90,1 4-90,1-1-457,4-2 457,4-9 0,1 0-90,3-2 90,1 0-90,3-1 90,3-1-90,1-3 90,1-1 0,1-2 0,0-3 90,0 0-90,1-3 0,1 0 1,-1-3 89,0-1 0,0-2 0,-1-1 0,-1-2 0,-2-2 89,-2-1-89,-2-3 0,-3-2 191,-1-2-191,-3 0 90,-1-1-90,-3-1 0,-3 0 90,-2 1-90,-2 4 0,0 4 0,-1 2 0,1 4-180,0 2 0,2 4-269,0 2-1800,-1 7 630,4-2 1619,0 6 0,5 5 0,1 2 0</inkml:trace>
  <inkml:trace contextRef="#ctx0" brushRef="#br0" timeOffset="64450.27">14874 4811 10321,'-3'-8'810,"1"2"-361,0 0-269,0 1 0,-1 1 180,-2-2-270,0 4 90,-6 0-90,2 3 0,-4 1 0,2 3 0,-2 0-90,0 3 90,-3 3 0,2 2-443,-1 1 443,2 1-90,3-1 0,2 0-90,2 0 0,1 0-171,3 6 81,3-7 1,3 5-1,3-7 90,3 0-90,3-2-90,10 0 180,-4-3-564,8-2 474,-7-3 90,4-3 90,0-1-90,3-4 180,6-7-90,-8 1-675,4-7 675,-12 3 90,-3-3 16,-3-2-106,-3-1 90,-3 0 0,-5-9 0,-3 6-90,-2-6 90,-7 5-90,2 10 90,-4 1-90,2 9 0,1 3 429,-1 3-699,1 4 534,-5 6-1793,5 0 1529,-4 10 0,9 0 0,0 6 0</inkml:trace>
  <inkml:trace contextRef="#ctx0" brushRef="#br0" timeOffset="65211.27">16131 4766 10591,'1'-9'899,"-1"0"-539,-1 4-270,-3-1 90,2 3 90,-3-1-270,0 3 90,-1 2 0,0 0-90,1 2 90,-3 4 0,1 0-90,-2 4 90,-1 5 0,3-2-90,-2 11 0,5-8-189,2 5 189,3-6-90,2 1 90,3 3 0,3-1-89,4 3 89,3-1-90,13 5 90,-4-7-2090,10 1 2090,-8-9-580,-5-5 1,0-1 489,13 0 90,-12-2 0,0-1 0,9-4-861,-1-1 861,-1-4 156,-2-2-156,-2-2 0,-3-4-31,-3-2 31,-3-3 0,-4-3 560,-3-3-560,-5 0 0,-3-4 0,-4 1 55,-6-5-55,-4 1 0,-5 0 0,-5 5 0,0 4 0,-2 8-223,1 3-47,-6 8-269,-3 5-91,11 5 1,1 2-901,-9 6 1,1 7 1831,15-5 1,0 5 0,2-1-1</inkml:trace>
  <inkml:trace contextRef="#ctx0" brushRef="#br0" timeOffset="65733.27">17411 4758 10681,'2'-7'989,"1"-1"-809,-2 4 0,1-2 0,0 2 0,1 0 0,0 0 0,6-3 0,-2 2-90,5-1-90,-1 2 90,1 1 89,5 0-179,-4 2 90,4 0-90,-7 2 90,0 1-90,-1 0 90,1 5-90,-5 3 0,-4 8-90,-5-2 90,-4 2 0,-4-2-584,1 1 494,-4 2 0,1 1 90,0-2-90,0 0-90,1 4 180,2-6-90,1 3-44,4-7 134,2-1-90,1-1 90,1 0-90,2-2 90,2 1-90,6 2 90,0-3 0,7 2 0,0-4 492,5 0-581,4 0-46,-4-3 0,2-1-1234,11 2 1189,-11-2 0,-1-1-360,8 0-1079,-4 0-180,-4-2 1799,-4 1 0,1-3 0,0 0 0</inkml:trace>
  <inkml:trace contextRef="#ctx0" brushRef="#br0" timeOffset="66893.27">12529 5561 10231,'-7'-5'180,"1"0"90,2 3 0,2-2 0,-3 2-180,1-1 89,0 1-89,-2 0 0,1 2 0,-2-1-90,1 3 180,-6 4-180,0 1 90,-14 14-90,3 6-1225,-2 3 1225,6 3 0,8-9-643,3 8 643,3-9 0,4 6-286,3-12 196,3 1 90,2-1-90,4-1 90,2-2 0,2-1 0,1-4-90,0-3 90,3-3 0,-1-2 0,6-4 0,0-2 0,3-2-600,-2-3 600,-1-3 0,-2-1 0,-1-3 0,-3-2 0,-2-3 0,-2-1 0,-3-3 0,-1 1 0,-4-3 0,-2 2-90,-2 2 1167,-6-6-1077,0 9 0,-8-8 0,2 17-90,-3-1 90,2 10 570,-1 3-750,0 3 151,-2 4-421,1 1-539,0 6-180,1-1 766,2 4 403,4-2 0,2 7 0,2 1 0</inkml:trace>
  <inkml:trace contextRef="#ctx0" brushRef="#br0" timeOffset="67383.27">13401 5603 9422,'-6'-7'539,"1"1"-359,1 2 90,1 1-90,-2-2 90,0 1-90,-1 1 0,-1 0-90,-1 1 89,-2 2-89,-1-1 0,-1 4 0,-2 1 0,-1 2 0,-2 4 0,-1 2 0,0 3 0,-4 9-90,6 1-90,2 1-180,7 1 0,8-5 90,1 0 1,4-3-1,2-7 0,1-2-90,9 1 180,-4-5 0,5 1-90,2-7 180,-3-2 0,5-2 0,-3-3 90,0-2-3367,0-3 3342,-3 0 25,-1-3-309,-3-2 308,-1-2 1,-3-3 0,-2 1 90,-3-1-90,-3 2 0,-3 1 0,-2 2 0,-5-3 0,-2 3-90,-2 0 90,-10 3 0,6 7-391,-8 4 301,8 5-180,-2 5-180,1 3-1709,-3 8 450,8-4 1619,3 6 0,8-1 0,1 3 0</inkml:trace>
  <inkml:trace contextRef="#ctx0" brushRef="#br0" timeOffset="67833.27">14026 5642 10231,'-9'-5'270,"-1"-1"-90,2 2 90,0 1-90,-1-1-90,2 2 89,-2 1-89,1 0 90,0 1-90,0 2 0,-2 0 90,-6 6-90,-2 5 0,-3 3 0,4 1-795,3 0 795,3 0-90,-1 7-179,4 1 89,2-1-270,6 4-90,5-8 270,2 0 0,3-6 0,0-6 0,2-2 90,0-2 615,1-2-615,1-1 90,1-2 0,1-3-355,3-1 445,1-4-1,1-2 1,-1-2-535,-3-2 625,-3-2-90,-1-2 90,-4-1 0,-2-1-90,-3 0 89,-3 0 1,-5-13 0,-2 8-90,-4-9 90,-10 8-180,4 10-282,-7-1 282,7 14-90,2 3 233,-1 3-412,1 3-181,0 2-540,2 3 174,2 1-533,2 1 1349,2 0 0,2 8 0,2 1 0</inkml:trace>
  <inkml:trace contextRef="#ctx0" brushRef="#br0" timeOffset="68333.27">14826 5654 10501,'-7'-5'1079,"1"1"-899,-2 3-90,3 1 90,-5 2-90,3 0 90,-3 3-90,1-1 0,-2 2 0,0 1 0,-4 7 0,3-2-90,-2 5 90,5-4-90,1 1 90,-1 6-180,4-5 0,1 3 0,4-5-360,6 5 180,0-3 0,6 3-89,5-5 89,-2-4 180,6 1-90,-4-6 90,1-1 0,1-2 0,12-4 90,-4-1 90,10-4 0,-1-5-1011,-11 0 1010,5-6 1,-14 4-464,-5-1 463,-3-1 1,-3-1-90,-4 0 180,-6-14-180,-3 8-1864,-7-10 1954,-3 13-90,-2 2 157,-3 4-67,-1 4-90,1 3-207,-7 7-62,7 4-181,-4 3-692,8 3-27,4 0 90,3 2 1079,2 0 0,1 6 0,1 1 0</inkml:trace>
  <inkml:trace contextRef="#ctx0" brushRef="#br0" timeOffset="68903.27">16223 5674 9871,'-8'-3'1889,"0"2"-1619,1 1 0,1 0 180,-2 2-1,1 2-269,0 0 90,-3 4-180,4-3 0,-3 4 90,3-2-90,0 2 0,-1 1 0,-1 6 0,2-4-90,0 5-90,3-4 90,2-1-90,2 1-90,2 0 90,3 1-90,2-1 0,5 1-403,2-1 403,4 0 91,2-1-1,3-3 0,1-1 0,0-3 0,-1-1 0,-1-3 0,15-4 90,-10-2 90,12-3 0,-14-1 0,-4-4 0,-1-1-748,-4-4 748,-3-2 0,-2-2 0,-5-1-90,-3 0 90,-2 0-90,-5-2 90,-2 0-90,-5-1 0,-2 3 90,-2 2-90,-2 5 0,0 5 0,-1 4 0,2 4-90,-1 2-90,0 3-450,-7 6 90,5-2-269,-4 6-900,9-3 1709,1 7 0,4 1 0,0 5 0</inkml:trace>
  <inkml:trace contextRef="#ctx0" brushRef="#br0" timeOffset="69366.27">17698 5753 10591,'-9'-3'90,"-1"0"90,4 3 0,-3-1 90,0 1 89,-3 0-89,-1 0 90,-1 1 180,-8 1-270,5 0-1,-6 0-89,7 1 0,1 1 0,-1 1 0,1 2-90,-2 3 90,1 0 0,-6 10 0,1 7-937,2-1 757,3 1 90,9-10 0,2 6-180,3-5 90,3 3-90,3-6 90,2-2-90,9 3 0,6-4 90,2-2-41,0-5-49,-4-5 90,-1-2 0,4-4 0,0-1 0,1-4 90,-1-2-90,-2-2 0,-3-2-130,-3-2 130,-3-2 0,-3 1 90,-5 0-90,-2 0 0,-6-3 0,-6 1 0,-9-3 0,-6 4-90,-9 1-1483,0 8 1034,-2 4-541,1 6-269,-2 4-450,-2 3 719,19-1 1,1 1 1079,-19 7 0,1 1 0,2 1 0</inkml:trace>
  <inkml:trace contextRef="#ctx0" brushRef="#br0" timeOffset="84260.27">2779 5612 7533,'-27'7'-90,"-1"1"0,-1-1-1971,-2 1 1971,-4 0 0,-1-1 0,-1 2-90,1-2-180,0 2 90,2-2 270,-3 1 0,11-3 0,-3 1 0,-1 0 0,0 0 0</inkml:trace>
  <inkml:trace contextRef="#ctx0" brushRef="#br0" timeOffset="85933.27">436 5455 8342,'-5'-6'1439,"1"0"-899,1 3 0,-1 1-1,0-1-359,0 1 0,-1-1 0,-1 1 0,1 1 0,0-1-90,-1 1 90,-1 1-90,-2-1 90,-5 2-90,2 1-90,-4 1 180,-2 3-180,4 0 89,-4 3-89,6 0 0,1 0 0,2 1 90,1 0-90,2 1 0,1 0 90,1 1-90,3 5 0,2-4 0,2 2 0,4-2 0,-1-4 0,3 2 90,-3-5-90,2 0 0,-1-2 0,0-2 0,1-1 0,-1-1 0,0-1 0,1-2 0,1-1 0,-1 0 0,0-3 0,-2 2 0,-1-1 0,-1-1 0,1 2 0,-2-1 0,0 1 0,0 0 0,-1 0 0,0 1 0,0 1 0,0 7 0,0 0 0,-1 8 0,-1 4 0,1 9 0,-1 6 0,1 8-995,-1-17 1,0 0 994,0 2 0,0 0 0,0 2 0,0 0 0,0 0 0,0 0 0,1-3 0,-1 0-98,0 0 0,1 0 98,0 17 0,-1-3-1095,0-1 1095,0-7-90,0-4-92,-1-5 182,0-4 1634,-1-2-1634,0-2 205,-1-2-205,0-3 1355,-1-2-1355,-1-2 268,0-1-268,-2-3 0,-5-5 0,2 1 0,-5-7 0,6 1 0,-4-5 0,2-2 0,0-1 0,0-2 0,4 4 0,-1-1 0,2 4 0,1 2 0,1 1 0,1-2 0,1 3 0,1-2 0,2 5 0,2 1-90,0-1-89,2 0-91,2 0-90,0 0-180,2-1-179,0 0-900,2 0-450,0 0 2069,2-1 0,6-4 0,0-1 0</inkml:trace>
  <inkml:trace contextRef="#ctx0" brushRef="#br0" timeOffset="86525.27">619 5659 10861,'-1'-8'629,"2"2"-539,2 1 0,1 2 0,1 1 0,-1-2 0,2 3 0,-1-3 0,0 3-90,1 0 180,1 2-180,-2-1 90,5 3 0,-5 1-90,2 0 0,-4 1 90,-1 2-90,-1 0 0,-1 2 0,-2-1 0,-1 3 0,-2 1 0,-2 1 0,0 1 0,-2 0-90,1 0 0,-5 4 90,0 0-90,-1 2 90,4-8 0,3-2 0,4-6 0,-1 0 0,11-7 0,-2-1 90,9-6-90,-1-1 0,3-2-829,3-2 829,1-1 0,-1 0 0,1-2 90,6-3-90,-8 6 0,2-2-40,-10 9 40,-2 1 0,1 0 0,-4 4 0,1 3 0,-8 7 826,-1 7-826,-3 1 0,-3 9 0,4-8 0,-2 6-47,3-3-43,3-4 0,0 3 0,2-6 0,0-2-90,2 0-90,1-2 1,0-1-181,1-1-270,3-2-629,-1 0 90,3-2 1259,0-1 0,7-1 0,2 1 0</inkml:trace>
  <inkml:trace contextRef="#ctx0" brushRef="#br0" timeOffset="98124.27">10901 1346 9871,'6'-8'1440,"-1"1"-901,-3 3 1,0 1-450,1 8 270,-1 4-270,-1 6 90,-1 6-91,-1 4-1461,-1 3 0,0 2 1417,0-5 0,0 1 0,-1 12 0,0 0-280,0-8 1,1-2 279,-1 3 0,0 0 0,-1 5 0,0 1-867,0 0 0,0 2 852,1-11 0,0 1 0,0 0-535,0 0 0,0-1 1,1 1 533,-1-1 1,0 0 0,0 3 0,-1 9 0,-1 2 0,1-1 148,1-10 1,-1-1 0,1 2-157,0 2 1,-1 3-1,1 0 1,0-4-474,-1 7 0,1-2 481,0-8 0,1 1 0,-1-1 0,2 0 0,-1-1 0,1 0 11,0 3 1,0 0 3,-1 9 0,1-1-45,1-15 0,0-2 605,0-1 0,0 0-605,1 4 0,0-1 0,0 10 45,0-11 0,1-1-45,-1-3 0,0 1 1041,0-11-1131,0-1 2106,0-4-3095,0-1 2572,2-9-2572,-1-4 1074,1-4-1614,-3-1-360,-1 2 1979,-1 1 0,-2-8 0,0-2 0</inkml:trace>
  <inkml:trace contextRef="#ctx0" brushRef="#br0" timeOffset="98524.27">10654 2761 10411,'-4'-7'1349,"1"1"-719,3 0-540,3 6 90,1 1-180,1 7 180,0 0 0,2 13-1,3 15-134,-4-11 0,0 2-638,0-3 1,0 1 592,0 2 0,-1-1 90,3 12 0,0 1-90,-1-3 0,1-3 90,-1-1-310,1-1 310,2 7-90,-3-12-394,2 3 394,-4-15 0,1-3 0,0-2 0,0-2 1187,2-4-1187,-1-2 241,3-6-151,-2-2 281,1-4-371,1-8-270,4-16 90,-1-1-845,-5 12 0,0 0 756,3-13-1,-2 2-180,-4 12 0,0-1-359,2-10 44,-4 12 1,1 2-1189,-1-3 1953,-1 4 0,1-4 0,-1-1 0</inkml:trace>
  <inkml:trace contextRef="#ctx0" brushRef="#br0" timeOffset="99692.27">12871 221 9781,'-5'6'1619,"0"0"-719,3-3 89,0 1-809,3-1-90,4-1 0,2-1 0,3-1 0,0-1 0,11 1 0,-2-1-1217,14 1 1217,-2 1-90,10-2 0,-19 1 0,1 1 45,3-1 0,0 0-931,1-1 0,1 1 886,1 1 0,0-1-839,1 0 0,0 0 839,0 0 0,1 1 0,0-1 0,1 0 0,-1 1 0,0 0-441,-1-1 1,2 0 440,-5 0 0,2 1 0,0-1 30,-1 0 0,0 0 0,0 0 16,11 0 1,-1 0-2,0-1 0,-3 0-45,3-1 0,-3 0 0,-14 0 0,-9-1 1177,-1 0-1267,-3 1 2010,0-1-2190,-4 1 959,2-1-1499,-2 1 1002,2 0 1,-4 1-1,-1 0 1</inkml:trace>
  <inkml:trace contextRef="#ctx0" brushRef="#br0" timeOffset="100158.27">13894 110 10051,'5'7'360,"0"-1"-270,1-3 0,0 1 0,1 0 0,2 0 0,0 1-90,2-1 90,2 2 0,-1 0-90,1 0 90,1 0-90,-1-1 0,1 0 90,-3-1-90,0 0 0,-2-1 90,0 1-90,-2-1 0,0 0 89,-1-1-89,-1 0 0,-1-1 90,0 1 0,0-1-90,-9 3 90,1-1-90,-8 3 0,3-2 0,-2 2 0,-2 1-90,-4 2-576,-2 1 396,-3 1-179,0 1-505,1-1-395,-1 1 180,4-1 1169,1 0 0,-1 4 0,0 0 0</inkml:trace>
  <inkml:trace contextRef="#ctx0" brushRef="#br0" timeOffset="111150.27">11706 1752 9242,'2'-10'899,"-1"2"-899,-2 3 90,-1 0 0,1 0-90,-1 0 90,0 1-90,0 0 0,0 0 90,-1 0-90,0 0 0,-1 2 0,0-1 0,0 1 0,0 0 0,-1-1 0,2 2 0,-4-2 0,3 2 90,-3-2-90,3 3 0,-4-2 90,4 1-90,-4 0 0,3 1 0,-3 1 0,3-1 0,-1 1 90,1-1-90,0 1 0,0 0 0,-2 1 0,1 0 0,-3 2 0,4-1 0,-3 1 0,2-1 0,0 2 0,0-1 0,-3 3 0,1-2 0,-2 3 0,3-1 0,0-1 0,0 2 0,0 0 90,0 0-180,1 0 90,-1 0 0,1 1 0,0-1 0,0 1 0,2 0 0,-3 4 90,0 1-90,0 0 0,1-1 0,3-4 0,-2 4 0,1-3 0,0 4 0,2-4 0,0-1 0,0 1 0,1 0 0,0 6 0,0-5 0,1 4 0,0-1 0,0-4 0,1 9 0,0-8 0,0 4 90,1 0-90,-1-4 0,2 8 0,-1-9 0,2 4 0,-1-5 0,1 0 0,0 0 0,1 0 0,-1-1 0,2 2 0,-1-2 0,0 0 0,0-1 0,2 3 0,-1-3 0,2 2 0,0 0 0,1-1 0,0 0 0,-1-1 0,-2-3 0,0 0 0,0 0 0,0 0 0,1 0 0,-1-1 0,0 0 0,1 0 0,-1-1 0,0 0 0,1 0 0,0 0 0,-1 0 0,0-1 0,0 1 0,0-1 0,1 0 0,-1 0 0,1 0 0,-1-1-90,1 0 90,0 1 0,0-2 0,0 1 0,-1-1 0,1-1 0,-1 1 0,1 0 0,-1 0 0,3-1 0,-2 0 0,1-1 0,-3 0 0,3-1 0,-2 1 0,1-1 0,-2 0 0,0 0-90,1 1 90,2-4 0,-1 2 0,1-3 0,-3 4 0,1-1 0,-1 1 0,3-3 0,-2 1 0,5-5 0,-5 4 90,2-2-90,-2 2 0,-1 1 90,1-1-90,0 0 0,0-1 180,3-2-180,-3 0 180,4-4-1,-4 0-89,1 2 0,-1-1 90,-3 4 0,0-3-90,0 3 0,-1-4 0,-1 5 0,0-3 0,-1 2 0,0-2-90,-1 2 90,-1 1-90,0-1 90,-1 0-90,0 0 0,0-1 90,-3-4-90,-3-1 0,1 0 90,-1 2-90,2 3 0,0 1 0,-3-5 0,2 5 0,-2-3 0,3 3 0,0 1 0,0 0 0,1 0 90,-1 1-90,-2-2 0,2 2 0,-2-2 0,2 2 0,1 1 0,0 0 0,-5-2-90,3 2 0,-3-2-90,3 3-90,-2 1-90,1 0-180,-3 2-1798,-6 1 719,3 0 1619,-5 3 0,-2 1 0,-1 1 0</inkml:trace>
  <inkml:trace contextRef="#ctx0" brushRef="#br0" timeOffset="112625.27">11537 1107 9152,'-9'-1'0,"1"0"90,2 1 0,-1 1 0,2-1-90,-2 2 90,1-1-90,0 1 90,-1 0-90,0 1 89,0 1-89,-1 2 90,-1 0-90,-1 3 90,1 0-90,-1 2 90,-2 8-90,2-4 0,-1 6 0,5-5 90,-1 9 0,1 0-90,2 1 0,3 5 0,1-13 0,2 6-90,1-7-380,0 0 380,2 0 90,0-1-179,6 7 89,0-5-501,3 3 501,-1-5 0,-1-5 0,0-1 0,8 3 0,-4-4 0,6 2 208,-6-5-208,0-1 43,-1-1-43,1-1 90,-2 0 0,1-2 415,-1 0-415,-1-2 0,0 0 0,0-1 254,0-2-254,-1 0 51,-1-2 39,1-1-90,0-1 0,0-3 90,1-2-90,0-2 90,1-4-90,0 1 180,5-12-507,-7 8 417,5-9 0,-8 14 0,-2-2 0,-1 3 90,0-5-90,-3 4-90,1-3 90,-4 5 0,0 1-90,-2 0 90,0-2-147,-2 1 147,-2-2-90,-2-1 90,-2 0-90,-2-2 0,-8-8 90,4 7-902,-7-4 812,6 8 0,-2 4-90,-2 0 0,-2 3 0,0 1-89,-1 2-91,1 4-354,-1 2 174,-1 2-539,-1 4 719,-2 2 270,1 2 0,-3 6 0,0 2 0</inkml:trace>
  <inkml:trace contextRef="#ctx0" brushRef="#br0" timeOffset="113875.27">11309 1948 9152,'-3'8'629,"0"-2"-449,-1-3-90,0-1-90,-1 0 90,1 0 0,-4-1-90,4 0 0,-3 0 90,-1 0 0,2-1-90,-3 0 0,3 0 0,-1 0 0,1-1 90,-4-1 0,-1-2 0,-3-2 0,3 0-90,1-1 90,3 2 0,1-1 0,0 0 0,0-1-90,0 1 90,1-1 0,-1 0-90,1 1 89,0-2-89,0 1 90,0-1-90,-1 0 90,1 0-90,0-1 90,-3-5-90,3 3 0,-2-4 90,0-1 0,3 3-90,-3-10 90,3 10-90,1-6 0,1 7 0,1 0 90,0 0-90,1 0 0,0 0 0,0 0 0,2-4 0,0 3 0,1-2 0,-1 5 0,1 1 0,0 0 0,2-3 0,0 4 0,1-3 0,-1 5 0,3-2 0,-1 2 0,1-1 0,2 1-90,-3 2 0,3 0 0,-5 1 0,1 1-90,-1-1 1,0 2-1,1-1-90,-2 0-270,0 0-269,0 0-1170,1 1 1979,-1-1 0,-2 1 0,-1 1 0</inkml:trace>
  <inkml:trace contextRef="#ctx0" brushRef="#br0" timeOffset="114449.27">11141 1405 9871,'4'-2'360,"0"1"-360,1 8 90,-1-2-90,0 0 90,1 1-90,1 1 0,1-1 0,1 1 90,-1-1-90,1 0 0,-1-1 0,1 0 0,-2-1 90,0 0-90,0 0 0,0-1 0,-1 0 90,0-1 0,-1 0-90,1-1 0,-2 0 90,3 0-90,-9 4 0,2-1 0,-10 6 0,5-3 0,-4 3 0,3-1 0,0 0 0,-1 0-90,1 0 0,-1 1-90,2-1 0,1 0-90,1-1-90,0 0-179,2-1-541,0 0 1080,1 1 0,1-2 0,1 1 0</inkml:trace>
  <inkml:trace contextRef="#ctx0" brushRef="#br0" timeOffset="114959.27">11175 1755 11490,'13'-1'360,"-2"0"-270,-1 0-90,-1 1 180,4-2-180,-3 2 0,2-2 90,-5 1-90,0 1 90,0-1-90,-1 1 0,-1-1 90,2 0-900,-2 1 181,-14-2-990,4 2-180,-14-2 1799,8 2 0,-7 0 0,-1 0 0</inkml:trace>
  <inkml:trace contextRef="#ctx0" brushRef="#br0" timeOffset="124610.27">379 6364 9422,'4'-6'899,"-1"1"-809,0 2 0,0 1 0,2 0 0,-1 1-90,1-1 90,0 1-90,-2-1 90,3 1-90,-1 1 0,1-1 0,0 2 90,1 2-90,-4 1 0,0 2 0,-3 0 90,-1 2-90,-2 2 0,-7 13 90,-7 6-1360,-1 1 1360,-4 1-90,7-11 0,-1-1 0,1-2 0,3-2 0,-2 1 0,5-6 0,1 2 0,3-6 0,1-2 0,1 0 1180,11-11-1180,-2 0 0,10-10 0,-2 2-618,0-2 618,2-2 0,1-1 90,0-1-90,0 1 0,-1 1 0,1 0 0,-2 1 0,0 3 0,-2 3 0,-3 2 0,-1 2 0,-2 2 0,0 1 0,-2 1 0,-1 1 618,0 5-618,-3 1 0,-1 4 0,-3 1 0,-1 2 0,-1 1 0,0 2 0,-1 0 0,1 0 0,0 0 0,0 1 0,1-1 0,0 0-90,1-1 90,1-2-90,1-1 0,0-1 0,1-1-90,1-1 0,1 0 0,0-2-90,1-1-90,2-1-899,-1 0 360,3-2 899,-1-1 0,8-2 0,1-2 0</inkml:trace>
  <inkml:trace contextRef="#ctx0" brushRef="#br0" timeOffset="124850.27">729 6455 9871,'-9'-1'2339,"9"-3"-2249,2 2-90,7-2 0,-4 2-180,0 1-629,3 0 89,-1 0-809,1 1 0,-2 0 1529,-1 0 0,0 1 0,-1 0 0</inkml:trace>
  <inkml:trace contextRef="#ctx0" brushRef="#br0" timeOffset="125034.27">717 6545 9512,'11'1'90,"-2"0"-90,-1-2-180,-2 0-90,0 0-360,1 0-179,1 0 629,0-1 180,2 0 0,5-2 0,2-2 0</inkml:trace>
  <inkml:trace contextRef="#ctx0" brushRef="#br0" timeOffset="125425.27">1045 6346 9062,'-8'-6'1079,"2"0"-449,2 5-360,-3 0 0,2 2-91,-3 2 1,1 1 0,0 3 0,-1 0-90,0 4 90,-1 0-90,0 3 0,1 1 0,2 2-90,0-1-90,3 1 0,2-3-180,0 0 0,3-2-449,3 5 359,1-5 0,4 2 0,0-6 0,1-2 91,1-2-1,1-2 90,0-1 90,-1-2 90,2-2 90,-1-2 0,0-1 90,-1-2 90,0-2 269,-1-6-89,-4-3-270,-1 1 0,-6-2 0,-3 6 0,-2-1-90,-3 0 89,0 2-89,-1 2 0,-1 2 0,0 3-180,-1 4 0,-2 4-269,-1 2-271,-3 6-1297,1 2 398,1 2 1529,3 1 0,1 5 0,1 1 0</inkml:trace>
  <inkml:trace contextRef="#ctx0" brushRef="#br0" timeOffset="126158.27">1429 6559 9602,'-10'9'-360,"1"-2"180,4-3 90,-1-1 90,2 0-90,-1-1-90,2 0 90,-2-2 90,1-1-90,0-2 90,3-6 0,3 1 90,4-15-90,0 3 90,1 0 0,0-2-319,0 1 0,-1-1 274,3-5 0,-1 1 0,-2 5 0,-1 1 135,3-14-180,-3 16 90,-3 4 0,1 2 0,-2 3-90,1-1 90,-2 3-90,0 0 90,-1 0 547,-2 3-547,-3 4-90,0 5 0,1 2 0,1 2 0,2 4 90,2-2-90,0 4-90,2-2 90,1 0-180,2 2 1,1-1-91,1 1-90,1 0-630,3 3 370,1-1 620,3 2 0,2 4 0,1 1 0</inkml:trace>
  <inkml:trace contextRef="#ctx0" brushRef="#br0" timeOffset="126259.27">1541 6787 7353,'-7'2'-180,"2"-1"0,4-1 0</inkml:trace>
  <inkml:trace contextRef="#ctx0" brushRef="#br0" timeOffset="126902.27">2042 6320 7982,'8'-2'0,"-1"2"0,-3 1 90,1 1-90,-1 1 0,0 0 0,-1 2 0,-1 0 0,-1 4 90,-4 4-90,-1 0 0,-3 3 0,0-6 0,-2 3 0,0-2 0,0 0 90,0-1-90,1-1 0,0-1 0,1 0 0,1-2 0,0 0 90,1-1-90,1-1 90,1 0 0,0-2-90,5-7 90,0 1-90,7-7 90,-2 2 0,2-2-90,2-2-423,2-3 603,2-2-90,-1 2 0,-1 1-33,-1 2 33,-2 1 0,-1 1 89,0 0-89,-2 3 0,-1 0 0,0 2 90,0-1-180,-1 2 596,0 0-416,-2 2-50,-1 6-40,-2 3-90,0 2 0,-3 4 0,0-2 90,0 2-90,0 2 0,-1-1 0,0 2-90,0 0 90,0 2 0,1 1 0,-1 0-180,0 4-180,1-2 180,0-2-89,2-4-1,2-7-90,1 0-630,2-1 990,4 0 0,2-2 0,4 0 0</inkml:trace>
  <inkml:trace contextRef="#ctx0" brushRef="#br0" timeOffset="127259.27">2371 6314 10321,'9'-4'450,"1"1"-360,-3 1 180,7-1-270,-4 1 0,3 0-180,-4 1 0,-2 0-180,0 0-180,-1 0-719,-1 0 1259,0 2 0,-1 0 0,0 1 0</inkml:trace>
  <inkml:trace contextRef="#ctx0" brushRef="#br0" timeOffset="127458.27">2386 6457 9512,'11'-2'179,"-1"-1"-179,-4 2 0,5-2-179,-3 0-181,2 0-630,-3 0 361,0 1 629,-1 0 0,3-1 0,0-1 0</inkml:trace>
  <inkml:trace contextRef="#ctx0" brushRef="#br0" timeOffset="127877.27">2719 6162 8612,'1'14'-270,"-1"0"180,0-5 0,0 2 0,0 3 0,1 0 90,-1 3-90,0 1 90,0 0 0,0 2-89,-1 0 89,0 2-90,0 0-90,-1 0-780,1-1 510,0-2 450,0-1 0,-1 5 0,0 0 0</inkml:trace>
  <inkml:trace contextRef="#ctx0" brushRef="#br0" timeOffset="128108.27">2673 6629 7713,'8'3'359,"1"-2"-269,-3-2 0,2-1 0,0 0 0,2-1-180,0 0-360,1-1-719,5-1 1169,-5 0 0,6-3 0,-5 2 0</inkml:trace>
  <inkml:trace contextRef="#ctx0" brushRef="#br0" timeOffset="134309.27">2687 6194 8612,'-1'4'2788,"-2"0"-2788,-4 9 90,0-3 0,0-2-90,0 1 90,-1 0 0,-3 3 0,0 1-90,1-1 0,1-2 90,5-4-90,0 0 0,1-3 180,0 1-90,8-12-90,-2 4 0,6-10 90,-3 7-90,-1-2 0,0 0 90,2-4-90,-1 2 90,0-1-90,-2 3 0,0 1 0,-1 0 0,1 1 90,-1 0-90,-1 2 0,0-1 0,1 2 0,-2-1 0,1 1 0,0 0 0,0 1 0,0 9 0,-1-3-180,-1 8-90,-1-5-180,0 2-179,0-2-990,0 1-270,1 0 1889,-1-1 0,3 5 0,1 0 0</inkml:trace>
  <inkml:trace contextRef="#ctx0" brushRef="#br0" timeOffset="142366.27">361 7122 10771,'0'-8'2159,"-1"0"-1800,-1 4-179,-2 2-90,-1 3 0,-1 1 0,0 2 0,-4 5 0,1-1-90,-3 6 90,3-3-90,0 2 0,-1 4 90,1-1-180,-1 9 0,3-2 0,3-1 0,3-5 0,3-5 0,2-2 0,1 1-90,7 1 1,-1-3 89,4 0 0,-3-5 90,1-1-90,1-3 0,2-1 0,0-1 90,1-3-600,3-3 600,-1 0 0,2-3-90,-2-1 90,-3 0 0,1-5 90,-6 5-90,-1-4 90,-6 5 0,-3-8 0,-5-1 0,-3-1 0,-6 0-90,-1 7 0,-5 1 28,0 3-28,-4 1 0,1 4 0,-2 3 0,2 2 0,2 2 0,1 1-434,1 2 164,2 0-179,2 3-181,2 0-1169,3 0-450,3-1 2249,3-1 0,4 5 0,1 1 0</inkml:trace>
  <inkml:trace contextRef="#ctx0" brushRef="#br0" timeOffset="142709.27">762 7175 12570,'4'-7'540,"0"2"-451,3 5 91,1-1-90,0 0 0,3 0 0,1 0-90,1 0 90,2-1-90,0 1-90,0 0 0,0-1-539,6 0 179,-6-1-90,4 1-449,-8 0-2288,2 0 3241,-4 1 1,3 0 0,-6 0 0</inkml:trace>
  <inkml:trace contextRef="#ctx0" brushRef="#br0" timeOffset="143108.27">879 7081 10591,'-6'-3'1259,"12"2"-1169,-3 0 0,10 4 0,-6-1 0,1 0 0,0 1 0,4 2 0,-2-1-90,3 1 0,-4-2-90,4 2 0,-3-1 0,2-1 0,-5 0 0,3-1-90,-2 0 90,0 0 0,-2 0 180,-7 3-90,-1-2 0,-4 2 0,0-1 0,-2 2 0,-1 0 90,-1 2-90,-6 5 0,-1 2 0,0 2-90,3-3-90,6-3-449,0 1-1350,2 0 540,2 0 1439,2-3 0,4 0 0,0-1 0</inkml:trace>
  <inkml:trace contextRef="#ctx0" brushRef="#br0" timeOffset="143667.27">1328 7089 10141,'1'-8'1979,"0"1"-1169,-1 2-271,-3 0-359,-2 3 0,-1 2 0,-1 2-90,1 2 90,-2 0-90,0 2 0,-1 2 0,0 1 0,-1 1 0,0 1-90,0 2 90,1 1-1,1 1-89,0 1 0,3-1 0,0 0 0,2-2-89,1 1-1,1-3 0,2 0-90,1-1-90,4 4 180,0-6 0,3 3-90,-1-6 90,0-2 0,1 0 0,0-3 0,1 0 0,-1-2 90,2 0-90,0-3 90,0 1-90,0-3 90,0-1-89,2-6 89,-3 1 0,1-5 0,-6 5 0,0-8 0,-4-3 0,-1-1 89,-4 3-89,-2 5 0,0 3 90,-2 1-90,-1 3 0,-1 1 0,-2 3 0,2 2-90,-2 3-179,0 3-1,0 1-270,-2 2-269,1 2-900,2 1-360,0 3 2069,4-1 0,-2 7 0,2 0 0</inkml:trace>
  <inkml:trace contextRef="#ctx0" brushRef="#br0" timeOffset="147983.27">2754 7069 9961,'-7'-2'-180,"0"-1"270,2 1 180,0 1 0,1-1-90,-1 2-90,-2 1 0,1 1 0,-1 1-90,1 1 180,-4 2-90,2 0-90,-4 3 90,3 0 0,-4 4-90,4-2 0,-3 3 89,5-2-89,1-1 0,1 2 0,1-2 90,1-1-90,2 1 0,0 4 90,2-4-180,2 4 90,1-5 0,2-2 0,2 0 0,1-1 90,2 0-180,0-2 90,2-2 0,0-1 0,2-2 0,2-2 90,1-2-338,2-2 248,1-1 0,2-2 0,-2-2 0,-2 0 90,-3 0 0,-3 0 0,-2 0 0,-2 0 180,0-7-180,-5 5 90,-1-12-1,-10 0-89,-3 0-90,-6-1 90,0 10 0,-1 3-90,0 2 90,1 4-90,0 2 0,0 3 0,1 2 69,-1 3-339,1 1-90,0 3-180,2 1-359,0 2-630,3 1-180,1 0 1709,3 1 0,1 5 0,1 2 0</inkml:trace>
  <inkml:trace contextRef="#ctx0" brushRef="#br0" timeOffset="148207.27">3180 7135 10771,'1'-6'629,"0"0"-179,0 2-90,0-1 0,0 0-360,0 1 0,0 10 0,-1 4 0</inkml:trace>
  <inkml:trace contextRef="#ctx0" brushRef="#br0" timeOffset="150761.27">314 7801 10501,'5'-8'720,"0"1"-630,-1 5-1,0-1 1,1 1 0,0-1 0,1 1 0,0 0-90,1 1 90,1-1 0,1 1-90,0-1 90,0 2-90,0 0 90,0 1-90,1 0 0,0 1 90,0 1-90,0 1 0,1 2 0,-2 0 90,0 2-90,-1 2 0,-2 2 0,-2 0 0,-2 3 0,-1 0-500,-4 5 500,-3 2 0,-3 5 0,0-7 0,-2 0 0,-5 10 0,4-10 0,0-1-769,-3 5 679,-1-3 90,3-2 0,1-4 0,4-2 0,1-3 0,1 0 0,2-3-90,0 0 468,3-1-288,2-1 711,4-2-801,4-1 0,2-1 0,2-2 0,0-1 90,7-2-90,6-2 0,-1 0-757,4-3 757,-8 5-90,2-1-179,5 0-1,-8 1-406,4-2 227,-10 2-91,-1 1-899,-1 1 1439,1-1 0,1 2 0,2 0 0</inkml:trace>
  <inkml:trace contextRef="#ctx0" brushRef="#br0" timeOffset="151125.27">827 7985 10321,'-7'-4'2249,"6"-2"-2069,3 4 0,4-1 0,1 2-91,1 0 91,2-1-90,1 1 0,2-1 0,3 1 0,2-2 0,1 1 0,14-2 0,-9 1-720,10-1 630,-13 1-90,-2 2-90,-2-2 0,-2 1-90,-2 0-90,-2 0-90,-2 1 1,-1-1-1890,-3 1 2496,0 0 1,-3 1 0,0-1-1</inkml:trace>
  <inkml:trace contextRef="#ctx0" brushRef="#br0" timeOffset="151534.27">1016 7897 10951,'-3'-8'1619,"1"0"-1349,4 4 0,1 1-270,5 3 89,0 2 1,2 0 0,-2 0 0,2 0-90,0 0 90,4 2 0,2-1-90,-1 1 0,3 0 0,-9-1 0,2-1 90,-5 0-180,-1-1 90,0 0 0,-1 0 0,-1 1 0,-1 0 0,-6 6 0,0-2 0,-7 4 0,-2 2 0,3-2 0,-6 5 0,6-3-90,-2 0 90,1 1-180,0 0 0,2 0-179,0-1-1,0 1-180,3-2-179,-1-1-990,3-1-270,2-2 1979,1 0 0,2 2 0,1-1 0</inkml:trace>
  <inkml:trace contextRef="#ctx0" brushRef="#br0" timeOffset="151992.27">1516 7768 11131,'-1'-6'1799,"-1"-1"-1260,1 4-89,-3-1-270,-2 5 0,0 3 90,-7 6-180,3 1 90,-6 7-91,3-2 1,0 4 0,0 0-90,3 2 0,1-1-90,2-1 0,4-2-89,0-2-1,3 0-90,1-2 0,2 0 0,1-2 0,2 0-179,6 0 269,-2-5 0,5 0 0,-3-4-180,7-4 180,4-5 180,0 0 0,-1-5 0,-8 2 90,-2-2 0,0-1 90,-3-2-90,0 0 180,-2-10-180,-4 5 90,-1-8-640,-6 4 640,-3 0-90,-4-1 90,-1 2-90,-4 3-10,-1 3 10,-2 4 0,0 3-90,2 5 0,-1 3-180,1 4-90,0 1-1169,-7 10-1838,6 4 2949,0 0 0,7 7 1,6-6-1</inkml:trace>
  <inkml:trace contextRef="#ctx0" brushRef="#br0" timeOffset="157218.27">2309 7904 11670,'3'-1'1529,"-3"0"-1529,14 1 90,-4-1 0,3 0 0,2-1-90,3 0 90,1-1-695,5-1 605,-1-1-90,2 1-180,-3 0-90,-4 1-90,-2 1-179,-3 0-1260,-2 0-450,-2 1 2339,-2 0 0,-1 1 0,-1 1 0</inkml:trace>
  <inkml:trace contextRef="#ctx0" brushRef="#br0" timeOffset="157733.27">2841 7783 10861,'-3'-6'450,"-1"-1"-181,3 3-179,0-2 0,2 1 90,1 0-90,1 0 0,2 0 0,2 1-90,1-2 90,1 1 0,1-1-90,1 1 90,2-1-90,-1 2 90,1-1-90,-1 2 0,-1 0 90,1 1-90,-3 2 0,1 1 0,-2 2 90,-1 1-90,-3 4 0,-1 1 0,-3 3 0,-2 3 0,-4 5 0,-5 6 0,-4 3-90,-5 5-1559,-1-1 1649,-2 1-45,7-12 0,-1 1 45,-6 8 0,5-6 0,1-2 0,2-1-179,-1 5 179,8-15 0,4-1 0,1-3-90,2-1 90,3-2 0,1 0 0,8-3 1614,-2 0-1614,6-2 0,-2-1 0,2-2 0,2 1 0,0-2 0,0 0 0,0 0 0,-1 0-90,-1 1 0,-2 0 214,0 0-394,0 0 0,-2 0-89,0 0-91,-2 1-270,0 0-629,-1-1 1349,3 1 0,0-1 0,3 0 0</inkml:trace>
  <inkml:trace contextRef="#ctx0" brushRef="#br0" timeOffset="157908.27">3312 7994 11670,'0'-5'-23,"1"1"1,3 4 0,1 3-1</inkml:trace>
  <inkml:trace contextRef="#ctx0" brushRef="#br0" timeOffset="160693.27">405 8665 10411,'6'-5'630,"-1"1"-540,-1 1 0,-1 1 0,2 0-1,-1 0 1,0-1-90,2 1 90,-1-1 0,1 0-90,1 1 90,-2-1-90,1 1 90,2 1 0,-1 1-90,1 1 0,-2 4 90,-1 2-90,-1 3 0,-1 3 0,0 2 90,-3 4-90,-1 4 0,-3-2 0,-1 0 0,-4 16-219,2-12 0,-1-1 219,-1 0 0,0-2 0,-6 13 0,5-10 0,0-2 0,-1 1 0,-1 4 0,6-9 0,1-3 0,2 0 0,4-4 0,2-6 528,2-1-528,2-2 0,1-2 0,2-1 0,0-1 90,2-1-90,1 0-90,1 0 90,2-1-90,1 0-360,9-3 91,-6 1-91,7-1-270,-9 1-1888,5-2 2608,-6 3 0,9-5 0,-6 2 0</inkml:trace>
  <inkml:trace contextRef="#ctx0" brushRef="#br0" timeOffset="160983.27">961 8859 10231,'-1'-8'1349,"1"2"-989,8-1-180,-2 5-90,5-2 90,-2 0-90,1 1 0,2-1 0,2 1 0,0 1 0,0 0 0,1 1 0,1 1-180,0-1-90,0 1-540,8-1-1708,-1 1 359,0 1 2069,-5-1 0,-3 1 0,1 0 0</inkml:trace>
  <inkml:trace contextRef="#ctx0" brushRef="#br0" timeOffset="161350.27">1156 8690 11131,'-3'-6'1439,"4"0"-1349,4 5 0,1 1 0,3 3 0,-1 1 0,2 0 0,1 2-90,1 0 89,0 0 1,1 2-90,0-1 90,0 0-90,0 0 0,-2 1 0,0-1-180,3 1 91,-4-2-91,2 3 180,-6-3-90,-1 0 0,-3-1 0,-3 2 90,-3 1 0,-2 1 0,-3 1-90,-4 1 90,-1 3-578,-5 2 578,1 0 0,-1 1 0,2 0 0,0-1-90,3 0-180,2-1-89,4-2-91,1-2-180,2-1-2608,3 2 3238,1-4 0,4 3 0,1-4 0</inkml:trace>
  <inkml:trace contextRef="#ctx0" brushRef="#br0" timeOffset="161800.27">1568 8679 11131,'-2'-10'809,"1"2"-629,5 3 0,0 0 90,8-3 0,2-1-180,2 0 0,0 1 0,-5 4-1,0 1 1,-1 1-90,0 2 90,-1 2-90,0 0 0,-1 3 0,-2 0 0,-2 2 0,-1 2-90,-3 1 90,-2 2-90,-2 2 90,-4 5-89,-3 1 89,-1 4-90,-10 9-1088,6-9 1178,-6 8-90,8-12-297,1-1 297,3-3 1,3-3 89,1-1-90,1-3 0,2 0 1127,2-1-1127,0-1 437,3-1-437,0 0-90,6 0 90,0-2 0,3 1-90,-1-4 90,0-1-90,3-1-179,9-2 89,-3-1 0,9-2-1619,8-3 810,-7 0 1079,9-2 0,-9 2 0,1 0 0</inkml:trace>
  <inkml:trace contextRef="#ctx0" brushRef="#br0" timeOffset="162074.27">2201 8744 10681,'-4'-7'1979,"3"0"-1799,2 4 0,4 0 89,2 0-179,0 2 0,2-2-180,-1 1-90,-1 0-89,1 1-901,1-2 1170,-1 2 0,1 0 0,-1 2 0</inkml:trace>
  <inkml:trace contextRef="#ctx0" brushRef="#br0" timeOffset="162275.27">2186 8853 10861,'9'1'360,"-1"-1"-270,-1-2-1,1 0 1,3-1 0,0 0 0,2 0-180,2-1-90,-2 1-179,1-1-631,-2 1-359,-1 0 180,-1 0 1169,0 1 0,3-3 0,0 1 0</inkml:trace>
  <inkml:trace contextRef="#ctx0" brushRef="#br0" timeOffset="162953.27">2941 8616 10141,'1'-7'2069,"-2"1"-1799,-1 0 360,-1 3-451,-3 1 1,1 2 90,-3 2-180,1 2 90,-1 2 0,0 2-90,-1 3 90,0 1-90,0 3 0,2 0-90,1 2 90,1 0 0,1 0-90,2 1-180,2 5 0,2-6 0,0 4 0,3-6 0,2-3 0,0 0-90,2-3 90,0-3 1,1-1-91,5-3 180,-2-1 0,4-2 0,-5-2 0,0-2 90,0-2 90,2-5 90,0-6-90,-3-1 0,-3 0 0,-6 3 0,-1 1-1,-3-3 1,-2 0-90,-3-3 90,-2 0 0,-4 0 0,-8-2 0,4 9-401,-6 0 221,8 9-450,-7 3-809,0 4-1928,-4 2 3062,7 2 0,0 4 0,5-1 0</inkml:trace>
  <inkml:trace contextRef="#ctx0" brushRef="#br0" timeOffset="163459.27">1801 8072 11131,'-4'-5'1529,"0"-1"-990,2 3-359,3-1-90,1 0 90,4 1-90,-1 0 0,0 2 0,1-2 0,1 1-90,0 0 0,0 0-180,1 0-90,0 0-629,2-1 179,-3 2 720,5-1 0,-5 1 0,3 0 0</inkml:trace>
  <inkml:trace contextRef="#ctx0" brushRef="#br0" timeOffset="163650.27">1828 8201 10861,'5'5'360,"1"-3"-270,1-3-1,1-2 1,0 0-90,2 0-90,-1-2-359,1 0-271,1-1-629,-1 1 0,0-1 1349,-1 1 0,5-2 0,0-1 0</inkml:trace>
  <inkml:trace contextRef="#ctx0" brushRef="#br0" timeOffset="164308.27">1890 7075 9242,'-8'7'-360,"1"0"270,4-3 0,0 1 90,0-1 0,0-1 90,0 2 180,1-2 90,-1 2-1,1-1 91,-1-1 360,1 1-91,1 0-179,3 0-450,4-1 90,1-2-90,3-1 90,-1-2 0,10-1-360,2-1-90,1 0-180,-2 0-180,-8 1-1079,0 0-539,-1 1 2248,-2 1 0,3 0 0,0 1 0</inkml:trace>
  <inkml:trace contextRef="#ctx0" brushRef="#br0" timeOffset="164509.27">1927 7249 11580,'9'3'180,"0"-2"-270,3-4-269,0 0-451,2-1-629,0 0-90,0-1 1529,-1 1 0,3 1 0,1-1 0</inkml:trace>
  <inkml:trace contextRef="#ctx0" brushRef="#br0" timeOffset="165593.27">384 9659 10411,'9'-3'810,"-1"1"-451,1-3-179,-2 2-90,4-2 270,7-2-270,-2 2 0,6-2-310,-5 1 310,0 1-1,1 1 1,4 1 0,-6 1 0,2 1-90,-8 3 90,-2 1-90,0 3 90,-3 1 221,-1 3-222,-3 0-89,-2 4 0,-7 17 90,-6 7-90,6-16 0,-1 0 0,-4 5 0,1-2 0,-6 7-370,8-13 1,0-1 369,-10 15 0,8-10 0,-4 3 0,10-12 0,1-3 0,3-2 0,1-1 0,1-1 0,3 0 0,0-2 829,3-1-829,1-2 0,2 0 0,2-1-90,1-2 90,2-1-179,2-1 89,2-1-180,3-1-756,2-2 577,3-1-451,0-1-719,1 0-270,-2-1 1889,2 1 0,2-2 0,1-1 0</inkml:trace>
  <inkml:trace contextRef="#ctx0" brushRef="#br0" timeOffset="165834.27">987 9801 10591,'-7'-2'1349,"1"0"-1169,9-3-90,0 2 0,7-1 0,1 1 0,2-1 0,4 0 0,4-1-733,2-1 463,1 0 0,2 0-180,-4 2-270,1 0-1568,-2 0 40,-2 1 2158,0 0 0,5-2 0,-1 0 0</inkml:trace>
  <inkml:trace contextRef="#ctx0" brushRef="#br0" timeOffset="166193.27">1184 9661 11490,'-1'-8'1170,"0"2"-1080,7 2 0,1 3 0,1 0 0,1 1 0,2 0-1,1 0 1,1 1-90,0 1 90,1 0-90,-1 1-90,4 1-89,-5-1-91,7 3 90,-9-2 90,2 0 0,-6-1-90,-1 0 90,-1-1-90,-1 1 90,-2 2 90,-1 0-90,-2 1 90,0 0 0,-4 0 0,0 2 0,-2 2 0,-1 2 0,-3 3-586,-1 1 586,-1 3-90,0 0 90,2-1-90,1 0-179,1-3-362,2 0 1,1-1-2158,-1 3 2788,5-6 0,-1 7 0,4-5 0</inkml:trace>
  <inkml:trace contextRef="#ctx0" brushRef="#br0" timeOffset="166627.27">1622 9575 10501,'-7'-6'1079,"1"1"-359,3 2-360,-1 0 449,2 0-359,0-2-270,4-1 0,1 1 0,3 0-90,1 1 0,0 1 0,1 0 0,1 1-1,0 0 1,0 1 0,0 1-90,0 1 0,-1 1 0,-1 2 0,0 1 0,-1 1-180,-1 7 91,-3-2-1,-1 6 0,-2-3 0,-2 3-611,-2 3 611,-2 3 0,-3 2 0,-1 1 0,-1-2 1,-1 1 89,1-3-90,-5 9-9,3-7 9,0 1 90,5-10-90,5-5 90,1-2-90,3-1 0,0-1 610,1-1-700,3 0-80,0-2-100,2-1-90,3-2 0,2 0 1,3-3-1,6 0-1079,3-2-180,5-2 1709,1-1 0,6-2 0,2 0 0</inkml:trace>
  <inkml:trace contextRef="#ctx0" brushRef="#br0" timeOffset="166910.27">2251 9604 11041,'-3'-7'1259,"2"2"-1079,3 1-90,2 0 90,2 1-90,1 0 90,5-2-270,-3 2-360,6-1-90,-8 2-269,3-1-2468,-5 2 3196,1 1 1,-3 2 0,1-1 0</inkml:trace>
  <inkml:trace contextRef="#ctx0" brushRef="#br0" timeOffset="167092.27">2220 9711 10141,'8'2'0,"-1"-1"0,1-3 0,2 0 0,2-1-90,1-2-270,2 0-359,5-2-271,0-1-339,3-1 1329,1 0 0,3-2 0,2 0 0</inkml:trace>
  <inkml:trace contextRef="#ctx0" brushRef="#br0" timeOffset="167509.27">2864 9437 10501,'-7'-7'2519,"1"1"-1890,1 3-449,-2 3 90,-1 3-90,-1 4 0,-1 2 0,-1 1-90,-1 5 89,0 2-721,-1 4 632,1 0 0,3 1-90,2-2-90,2-1-90,1-1-173,3-1 173,1-1-89,2-1 89,3-2 0,2 0-180,6-1 180,-1-3 0,4-2 90,-2-6 0,-1-3 0,3-2-89,10-9 179,-6 1-777,8-8 777,-12 3 285,-1-2-285,-2-3 90,-3 0 0,-2-2 0,-3 1 0,-3 1 0,-3-3 90,-4 0-90,-3-2 0,-3 4 89,-13-4-89,4 12 0,-7 1 0,7 12-90,1 3 0,-1 3-180,0 5-269,2 2-181,2 1-642,6 0-437,3 1-450,3-2 2159,3 2 0,4 3 0,3 2 0</inkml:trace>
  <inkml:trace contextRef="#ctx0" brushRef="#br0" timeOffset="167692.27">3319 9381 12750,'2'-7'1979,"0"-1"-5256,0 5 2457,-7 15 1,-2 2 0,-6 16 0</inkml:trace>
  <inkml:trace contextRef="#ctx0" brushRef="#br0" timeOffset="168433.27">611 10604 11400,'-5'-4'360,"-1"-1"90,3 3 180,-1-1-540,4-3 0,1 3 0,5-2-90,0 2 89,4 0 1,2-2-90,3 1 90,6-1-90,1 0-679,4 0 679,-1 1-90,0 2 0,-3 2-90,-1 1-179,4 6 269,-8 0-90,1 6-538,-13 8 628,-6 0-45,-5 0 1,-2 2 44,-9 9-280,5-10 0,-2 0 325,-3 0 0,0-2-880,-8 10 925,9-12 0,0-1-90,-2 3 230,3-4-140,3-2 386,3-2-386,3-3 543,1-1-543,2-2 972,3 0-972,2-2 391,4 1-391,2-3-90,5 1 90,0-3 0,13-1 0,11-5-1252,1 1 1207,-17 1 0,0-1-225,9-2-225,-8 1 1,0 0-675,11-4 121,-11 4 1,0 0 1047,8-3 0,4-1 0,1-1 0</inkml:trace>
  <inkml:trace contextRef="#ctx0" brushRef="#br0" timeOffset="168717.27">1262 10670 9691,'-6'-4'1979,"1"0"-1799,5-2 0,3 2 90,8-3-90,-2 1 0,15-5-90,-4 3-785,6-3 515,-3 4-180,-2 1-350,-2 1-9,-1 1-900,-1 0-180,-1 1 1799,-1 2 0,1 0 0,0 0 0</inkml:trace>
  <inkml:trace contextRef="#ctx0" brushRef="#br0" timeOffset="169093.27">1487 10527 10501,'-7'-5'810,"1"1"-361,2 0 91,2 0-360,3-1 0,3 2-90,1 1 0,3 3 0,0 1 0,1 2-90,2 0 90,1 2-180,3 0-180,2 3 90,0-1-90,1 1 0,-2-2-90,0 0 1,-3-1-271,3 1 360,-6-2 90,1 0 0,-6-1 90,-2-2 180,-5 2 0,0-1 0,-5 2 0,0-2 90,-3 1 0,-8 4-90,0 1 0,-6 5 0,-1 4-90,7-3-90,-3 5-90,11-6-90,2-2-90,1 0-359,2 0-361,1-1 361,2 0 719,1-2 0,1 5 0,0-1 0</inkml:trace>
  <inkml:trace contextRef="#ctx0" brushRef="#br0" timeOffset="169710.27">1796 10466 9332,'-5'-7'1439,"2"-1"-1169,4 4 0,1-2-1,1 2 181,4-4-270,0 2 0,4-1 0,-1 2-90,1 1 90,0 1-90,0 1 0,1 1 0,-1 2-1,0 2 1,0 1-90,-1 2 90,-2 1 0,-1 2-90,-3 2 90,-1 1-90,-4 2 90,-2 2-90,-4 6-545,-3 2 545,-4 5-1114,-3 1 1114,0 0 0,-3 0 0,5-6 0,-2 1-426,5-5 426,1-3-71,4-2 71,1-2 450,1-2-450,3-1 1197,0-1-1287,3-1 599,4 1-689,6-3 270,2 0-270,12-5 180,-2-3-1944,9-2 1854,-3-2-90,0 1-749,0-3 659,-2 0-90,-3 1-158,-3-1-112,-4 2-989,-2 0-270,-2 0 1889,-1 1 0,2-3 0,2 1 0</inkml:trace>
  <inkml:trace contextRef="#ctx0" brushRef="#br0" timeOffset="169985.27">2346 10507 11041,'-6'-4'1799,"1"0"-1709,7-2 0,0 3 89,5-3-89,-1 4 0,2-2-90,2 0-90,0 1-539,5-1-900,-1 0-90,-1 1 1619,0 1 0,-7 2 0,0 1 0</inkml:trace>
  <inkml:trace contextRef="#ctx0" brushRef="#br0" timeOffset="170174.27">2353 10606 10771,'9'-1'180,"0"0"-90,1-3-90,0 1 0,4-2-180,1 1-180,1-2-450,0 0-359,1 0 180,0 0 989,1 1 0,6-3 0,2 0 0</inkml:trace>
  <inkml:trace contextRef="#ctx0" brushRef="#br0" timeOffset="170416.27">2981 10361 10411,'-2'-7'2069,"1"-1"-1439,-1 4-181,-1-1 1,-1 3-360,-3 3 90,1 2 0,-3 4-90,1 2 0,0 2 0,-1 3 0,0 3-441,1 1 441,0 1-90,3-1 0,2-2 0,3-1-90,1 1 90,2-2 0,2 1 0,-2-7 0,0-2 0</inkml:trace>
  <inkml:trace contextRef="#ctx0" brushRef="#br0" timeOffset="171725.27">3174 10569 8738,'-27'-25'359,"1"-1"1,0 1 0,-1 0 0,16 3 0,-1 2-330,-24-6 0,-10 1 0,22 16 176,27 14-116,-3 2-51,-1 0 51,0 1 20,0 2-110,-1 1 149,0 3-149,0 0 89,0 2-89,1 0 90,1 11-90,1-5 90,2 16-1204,1-13 1114,3 7 0,-2-8 0,3 0 0,0-4 90,0-1-90,0-3 0,1-3 0,0-1 0,0-2 0,1-2 0,0-2-90,0-2 90,7-3 0,-4-2 0,7-3 0,-5-2 0,9-8 0,-7 1 0,6-6 0,-9 2 0,-2 0 1114,-2-2-1024,-1 0-90,-3 1-211,-2 1 211,-1-1 0,-3-1 90,-1-1 0,-1 0 90,-6-12-90,0 9-608,-6-8 608,3 13 0,-7-1 0,4 7-1,-9-2-89,8 9 90,-2-1-90,0 6 199,4 1-289,-4 4-180,4 1-539,-5 7-271,5-2 262,-4 5-621,8-4 1439,1 0 0,0 4 0,0 1 0</inkml:trace>
  <inkml:trace contextRef="#ctx0" brushRef="#br0" timeOffset="175974.27">626 11574 10231,'-7'-8'630,"0"1"-91,-1 1-269,3 1 180,-6-2 0,5 1-90,-1 1-1,3 1-179,5 0 0,6 0-180,2 0 90,6 2 0,-1 1 0,9 1 0,-3 2-552,5 0 462,-6 3 0,-2 1-192,0 1 192,-3 2 0,-2 2-90,-2 2 90,-3 2 0,-3 0-90,-3 3 90,-4 2 0,-4 3-590,-2 3 590,-3 0 0,-1-1 0,-2 0 0,1 0-121,-4 7 121,3-3 0,2-1 0,6-9 423,4-9-513,3 2 279,4 0-189,1-3 627,4-1-627,1-4 36,3-2-36,3-1 0,3 0-743,5-3 743,3 0-180,2 0 0,2-2-414,-1 0 189,-8 0 0,0 0-314,12-4-920,-11 3 1,1-1-1178,7-4 2816,2 0 0,1-4 0,1 0 0</inkml:trace>
  <inkml:trace contextRef="#ctx0" brushRef="#br0" timeOffset="176229.27">1251 11698 10591,'-8'-3'450,"2"-1"-270,2 2 359,1-1-449,5 0 0,1 0 0,7 1 0,1 0 0,11 0-90,-3 0-90,9 0-180,-7 1-564,1 0 385,0 0-271,-1 0-629,0 0-205,-3 0 1554,-2 1 0,3 0 0,0 0 0</inkml:trace>
  <inkml:trace contextRef="#ctx0" brushRef="#br0" timeOffset="176549.27">1448 11561 10141,'-3'-5'540,"-1"-1"0,2 3-540,9 12 90,-4-5-90,8 12 0,-6-9 89,2 1-89,0 0-89,1 0 89,-1 1-90,0-1 0,-2 1-90,0-1 90,-1 1 0,-2-1 0,0 0 0,-3 5 0,-1-2 90,-2 6-90,-3-4 0,-2 5 90,-1 2-852,-2 1 762,-1 1-180,1-1-89,1-2-181,1-3-450,3-2 631,1-2 359,2-2 0,1 3 0,2-1 0</inkml:trace>
  <inkml:trace contextRef="#ctx0" brushRef="#br0" timeOffset="177008.27">1824 11505 8972,'-6'0'899,"1"-2"-809,5-1 90,2-2-90,5-1 180,7-2-180,-1 0 90,6-1-90,-4 1-90,1 3 90,0-1 0,-1 3-90,-3 0 180,5 3-180,-6 1 0,3 2 90,-7 3-90,0 1 0,-3 3 0,-1 3 89,-1 1-89,-4 4-386,-2 4 476,-3 4-90,-3 3 0,-2 3-838,-1-2 838,2-7 0,-1 2 45,2-4 0,0 0-45,-2 2 0,1-1 0,-4 9 0,7-13 0,3-4 0,2-2 0,1-3 90,3 0-90,1-3 353,3 1-353,2-2 871,3-2-781,1-1-90,3-2 0,3-1 0,18-6 0,5-1-783,-18 3 1,0-1 602,18-2 0,-13 1-630,3-2-2248,-6 4 3058,-2-2 0,-5 2 0,-4 1 0</inkml:trace>
  <inkml:trace contextRef="#ctx0" brushRef="#br0" timeOffset="177266.27">2553 11623 10501,'-7'-5'630,"1"0"-181,3 2 1,-1-1 180,1 1-360,5-4-180,0 2 89,8-3-358,2 4-181,1 0-810,4 0-539,-7 3-539,2-1 2248,-6 2 0,0 1 0,-1 1 0</inkml:trace>
  <inkml:trace contextRef="#ctx0" brushRef="#br0" timeOffset="177466.27">2516 11698 10771,'4'-1'-180,"-2"1"270,12-5-180,-3 2-90,0-1-180,2-1-539,-1 1-181,0-1 541,1 1 539,-2-1 0,6-1 0,0-1 0</inkml:trace>
  <inkml:trace contextRef="#ctx0" brushRef="#br0" timeOffset="177861.27">2834 11520 10051,'2'-6'2429,"-9"10"-2249,1 2-90,-8 10 90,-1 11-180,3-5-90,-4 12-3034,5-8 3035,2 0-91,1-3-334,3 0 244,2-4 0,3 0-270,4 6 271,3-3-444,7 2 443,4-8 0,4-4 45,-2-7 1,2-1 44,18-1 1021,-13-2 1,1-3-887,7-4 0,-2-2 45,-8 1 0,1-1 90,1-1 0,1-2 0,-2 0 89,-1-4 1,-1-1-408,-1 1 0,-2-1 498,4-12-90,-17 9-202,-9-10 202,-4 6 0,-8-9-1,-3 11-89,-3 2 90,-3 3-90,-2 4 0,-2 3 0,1 5-360,-11 5-89,8 3 38,-5 4-1209,14 0-89,3 1 1619,4 1 0,-3 4 0,1 2 0</inkml:trace>
  <inkml:trace contextRef="#ctx0" brushRef="#br0" timeOffset="178966.27">3441 5423 7803,'7'4'-300,"-2"-1"0,-4-2 0</inkml:trace>
  <inkml:trace contextRef="#ctx0" brushRef="#br0" timeOffset="180099.27">3661 5809 7173,'-6'-7'719,"1"0"-269,2 4-180,0-3 0,1 4 360,-1-2-91,0 0 91,0 1 89,1-1 181,-1-1-720,0 8 0,1 0 0,0 7 0,0 1-1,0 4-457,-2 7 368,0 5 90,-1 5-90,1 3 90,-1 5-1710,1-7 0,1 1 1575,1-5 0,0 0-1,-1 10 1,0 0-228,1-9 1,1 0 241,0 1 1,0 2 0,0 0-702,0-5 0,0-1 1,1 2 671,-1 8 0,0 3 0,1-3-407,-1-5 0,1-2 0,0 0 407,0 1 0,0 0 0,0 0 246,0 1 0,0 0 0,0 0-246,0-1 0,0 1 0,0 0-288,0 0 0,0 1 0,0 0 288,0-1 0,0 0 0,1 2 37,-1 1 0,1 3 1,-1 0-1,1-2-37,0 3 0,-1-2 0,1 2-8,0-2 1,0 2 0,0 0-1,1-3 38,-1 1 0,0-3 0,1 3 7,-1 1 1,1 3-1,-1 0 1,1-2-38,-1 3 0,1-2 0,0 2-148,-1-3 1,1 2-1,-1 0 1,1 0 161,0 0 1,0 0 0,0 0 0,-1-2-53,1 3 0,0-2 0,0 2 8,-1-3 0,1 2 0,0 0 0,0-3 30,-1 0 0,0-2 0,0 1 0,1-1 0,-1 1 0,0 0-30,0-1 0,0 1 0,0 0 30,0 0 0,0-1 0,-1 1 118,1-1 1,0 1 0,-1-1-119,1-1 0,-1 1 0,1-1 80,-1 0 0,0-1 1,0 3-89,0-2 1,0 3-1,0 0 1,0 0-1,-1 1 1,1 0-1,-1 0 1,0 0-23,0 0 0,0 0 0,1 0 0,-1 1 18,-1-4 0,0 1 0,0 0 0,0 0 0,0-1 23,0 1 0,0-2 0,0 1 1,0 1-24,-1-1 0,0 2 0,0 0 0,0 0 0,0-2-18,-1 1 0,2-2 0,-1 0 0,0-1 0,0 0 0,0-1 0,0 0 0,0-3 0,0 0 0,0-1 0,0 1 22,0 0 1,1 3-1,0-1 1,-1-2-23,1 1 0,0-3 0,-1 2 0,1 8 0,-1 2 0,1-3 0,1-2 0,-1-2 0,1 1 0,0 0-112,1-1 1,0 1 111,0-1 0,0-1 0,1 0 0,0-1 0,0 0 0,0-1 0,0-1 0,1 0 70,-1-1 0,1-1-70,-1 0 0,1-1 477,0-1 0,0-1-432,-1-1 0,1-1-45,0 8 0,1-1 0,-2-8 0,1 1 0,0 5 0,0 0 0,1 11 0,-1-2 0,0 0 0,-1-1 0,-1-1 0,0 0 0,-1-1 0,0 0 0,1-1 0,-1 0 0,1-2 0,-1 2 0,0-5 0,1 5 0,1-5 1353,-1 0-1353,1-3 0,1 2 0,0 7 0,0-8 0,1 5 0,-1-14 1576,0 8-1576,0-9 0,0 9 0,-1-12 1745,0 2-1745,0-4 1076,-1-2-1076,1 0 443,-1-3-443,1 2 95,-1-2-815,0 2 720,0-2 0,1-13 0,0-4 0</inkml:trace>
  <inkml:trace contextRef="#ctx0" brushRef="#br0" timeOffset="184116.27">3768 6232 7533,'-6'-1'1349,"0"0"-629,2 0-1,1-2-449,3-2 0,0 1 0,4-2-1,-1 2-89,1 1 0,-1-2 0,1 2 0,0-1 0,2-1-90,-1 1 90,1-1-90,1 0 0,1-1 0,-1 1 0,1 0 0,0 1-90,0-1 90,0 2-90,-1 0 89,0 1 1,0 2-90,-1 1 0,0 2 90,0 7 0,-3-1-90,0 7 0,-6 0 90,-5 17-90,-1-7-1001,-5 13 1001,3-14 90,-1 0-90,0-1 0,1-4 0,-1 2 0,4-7 0,-1 1 0,4-8 0,0-1 0,2-1-90,0 0 1091,9-7-1001,-1-2 0,8-6 0,0-3-611,3-3 611,1-3 0,1-3 0,1-2 0,1-3-1209,1-3 1209,1 0 0,-8 11 0,0 1 0,7-8-366,-7 8 1,-1 1 365,0 2-198,0-1 198,-7 9 475,-1 2-475,-2 2 1144,0 4-1144,-3 3 776,-1 4-776,-4 9 0,-1-2 0,-2 10 0,1-5-379,-2 4 379,2-2 0,2-3 0,1-2 0,1-2 0,3-1 90,1 4-90,2-1 0,2-1-90,3-4-90,-1-8-360,7 0 180,-2-4-180,4-1-179,-1-3-256,0-2 975,10-6 0,-2-2 0,8-5 0</inkml:trace>
  <inkml:trace contextRef="#ctx0" brushRef="#br0" timeOffset="184366.27">4262 6280 11490,'7'1'1260,"2"-1"-1080,-2 0 0,1-2-1,0 1-89,1-1 90,0 0-180,0 1-90,0-1-90,0 1-179,-1-1-91,-2 0-2827,1 1 2859,-1 0 1,-2 0-1,-2 1 1</inkml:trace>
  <inkml:trace contextRef="#ctx0" brushRef="#br0" timeOffset="184558.27">4271 6422 10321,'5'6'0,"-1"-2"90,2-3-90,-1-1 90,2-1-90,1 0 90,0-1-90,3 0-180,-2-1-90,2-1-180,0 0-1708,6-3 2158,-4 0 0,9-3 0,-3 1 0</inkml:trace>
  <inkml:trace contextRef="#ctx0" brushRef="#br0" timeOffset="184849.27">4627 6017 9781,'0'-6'3239,"-1"-1"-3149,3 20 89,-2-6-89,2 16 0,-2-8 0,-1 3 0,0 3 0,0 4-712,0 0 622,0 2 0,0-3-90,-1-1-90,2-1-381,-1-1 201,1-1-90,1-3-180,0-1-2647,0 3 3039,1-5 1,1 5-1,1-5 1</inkml:trace>
  <inkml:trace contextRef="#ctx0" brushRef="#br0" timeOffset="185775.27">5350 6309 11221,'-9'2'539,"1"1"-359,3-2 0,-1 0 90,-1 0-90,0-1-90,-1 1 90,-2 1 0,0-1-90,-1 2-1,-2 0 91,-3 1-90,-1 0 0,-3 3 0,-7 1 90,-2-1-180,1 1-237,6-4 327,9-1-90,2 0 90,1-2-90,2 0 90,1-1-90,1-1 90,2-3 327,3-5-417,3-3 0,11-14 0,-1 3-2630,8-11 2630,-2 3 0,2-3-351,-2 1 1,1-3 305,-4 2 0,0 0 15,-3 8 0,-1 0 0,0 1 30,-1-3 0,-3 4-90,-3-1 90,-3 12 0,-1 2-90,-2-1 90,-1 3-90,-5-1 90,1 4 0,-4 0-90,1 5 2540,0 1-2450,-2 3 611,-1 2-611,0 2 0,-1 3 0,0 2-362,0 4 362,1 3 0,3 0-90,1 0 90,4 1 0,2-2 0,2 1 0,3 4-631,3 1 631,2 2 0,3 0 0,0 0 0,4-1-90,7 9 0,-3-9 0,7 7-90,-6-8 1,0-3-1,0 2-90,-3-4 90,-1 0-90,-1-2 0,-3-1 90,-2-1-90,-3-3 91,-1 0-91,-1-1 429,-2-1-249,-1 0 564,-2-1-654,-3 5 0,0-4 0,-2 2 1,1-5-181,-1 0 0,1-1-989,-1 1 1349,2-3 0,-1 1 0,2-2 0</inkml:trace>
  <inkml:trace contextRef="#ctx0" brushRef="#br0" timeOffset="186408.27">5566 6182 10231,'0'-10'1080,"1"2"-811,4 4-89,0 0 0,2 0 0,0 0 0,2 1 0,0 0-90,1 0 0,0 1 0,-2 0 0,0 1 0,-1 1 0,-1 2 0,-2 1-90,-1 2 89,-1 4-89,-3 1-89,-2 4-1,-2-1-90,-9 10 0,2-4-531,-6 8 621,5-10 1,1-1-204,2-4 203,1-1 0,1-2 0,2-1 0,0-1 0,2-1 607,0-2-697,2 0 396,13-13-216,-5 4 0,20-20 0,-11 10-708,7-8 708,-4 5 0,1-2 0,-1 0-43,0 0 133,6-7-90,-8 8-778,3-2 778,-10 12 0,-1 2 90,-2 2 641,-1 3-731,0 2 41,-2 3 49,-1 3 847,-3 2-937,0 2 90,-2 3-90,1 3 0,0-1 0,0 3 90,1-2-90,1 1 0,1-1 0,1 0 90,1 7-90,0-7 0,1 4 0,-1-9 90,2-1-90,2-2 0,4-1-90,-1-1-90,3-3-90,-2-2-90,1-2-179,2-3-1080,1-1-180,3-4 1799,1-1 0,4-5 0,0-2 0</inkml:trace>
  <inkml:trace contextRef="#ctx0" brushRef="#br0" timeOffset="186641.27">6094 6164 12030,'11'1'540,"0"0"-360,-4-2-90,2-1 0,0 1-90,1-2-90,0 1-180,0 0-180,-2 0-180,0 0-1169,-2 1 1799,-1 0 0,-2 0 0,-2 1 0</inkml:trace>
  <inkml:trace contextRef="#ctx0" brushRef="#br0" timeOffset="186858.27">6051 6306 10501,'8'2'270,"-2"0"90,2-2-180,-2 0-91,4 0 91,-2 0-90,1-1 90,3-1-90,-1 1-90,1-2-180,1 1-90,-1-1-179,1 0-1710,4-3 810,-4 1 1349,2-2 0,-1 0 0,0-1 0</inkml:trace>
  <inkml:trace contextRef="#ctx0" brushRef="#br0" timeOffset="187399.27">6634 6032 10951,'0'-10'1349,"1"2"-989,2 0 0,1 1 179,4-3-89,4-2-180,1-1-90,2 2-90,-2 3 90,1 0-90,0 2 89,-1 1 1,6-1-180,-6 4 90,4 1-90,-7 3 0,-1 1-90,-2 3 0,-3 1 0,-2 2-89,-3 2-181,-8 11 180,0-2-1390,-8 8 1390,2-6 0,0-1-168,1 0 78,-4 5 91,5-3 89,0-2 0,7-5 0,3-8 90,3 0-90,0-1 90,3-2 1452,2 1-1452,2-2 286,1 1-286,3-2 0,1 0 0,1-2 0,2 1 90,1 0-90,2-1 0,2 1 0,0 0 0,0 0 0,8 1 0,-7-1-389,4 1 389,-8-1 0,-2 0-90,0 0 0,-3 0 0,0 0 1,-2-1-91,0 1 0,-1-1 388,-1-1-388,0 0 0,-2 0 90,1-1-90,-1 0 90,0-1 1,0 1-181,1-2 180,-1 1-450,2-1 180,-3 1-89,1 0-1620,-2 1 2069,2-1 0,-1 1 0,1 0 0</inkml:trace>
  <inkml:trace contextRef="#ctx0" brushRef="#br0" timeOffset="187634.27">7445 6205 13289,'7'-5'1709,"-1"0"-1709,-4 2 0,-4-1 0,-2 1 0</inkml:trace>
  <inkml:trace contextRef="#ctx0" brushRef="#br0" timeOffset="189134.27">11494 2846 13199,'-13'2'630,"3"0"-540,2 0 0,2 0 90,-6 1-90,2 0 0,-8 1 90,1-1-180,0-1 90,0-1 0,4-1-90,-1-2 90,-1 0-1,-9-5 1,2 1 0,-5-3 90,2-4-90,7 1 0,-3-4-808,7-1 808,3 1-90,2-2 90,4-4-90,2-1 0,1-6 90,3 0-1187,1-3 1097,2 1 45,-1 8 0,1 0-45,3-11 0,-2 12 0,0 1-72,2-8 72,4-10 0,-1 5-517,0 0 517,-3 11-90,-4 11 674,1 0-494,0 2 905,2-2-995,-2 4 80,1-2-170,-2 4 835,0 1-745,1 1-90,0 0-90,2 0 0,0-1 0,1 2 0,-2 1 1,-1 0-181,0 1-180,0-1 0,1 0-539,-1 0 1079,0 0 0,-5-4 0,-2 0 0</inkml:trace>
  <inkml:trace contextRef="#ctx0" brushRef="#br0" timeOffset="189550.27">11201 2134 9332,'-7'-1'3276,"6"4"-2954,2-1-142,10 3 89,0-3-179,0-1 0,1 1-90,-5-1 90,1 0 0,0 1-90,-1-1 90,0 0-90,-1 1 90,-1 0 0,0 0 0,0 3-90,-2 1 0,-3 0 90,-3 5-90,-1-3 0,-2 5 0,-2 4 0,1-2-90,-5 11 0,5-8-395,-1 3 215,2-6 0,2-2-90,0-1-89,1-1-991,0 3-1837,2-3 3219,0-1 1,2-3-1,0-3 1</inkml:trace>
  <inkml:trace contextRef="#ctx0" brushRef="#br0" timeOffset="190258.27">10924 2446 10141,'-7'1'2879,"7"3"-2789,1-2-1,7 1 1,-3-3-90,1 0 90,1 0-180,1-1 0,1 0-89,1 1-1,-1-1-90,1 0-450,2 0 270,-5-1-89,2 1-2738,-4-1 3264,-1 0 0,-1 1 0,-1 0 1</inkml:trace>
  <inkml:trace contextRef="#ctx0" brushRef="#br0" timeOffset="190791.27">10939 2272 10141,'-8'-5'900,"0"0"-810,1 5 90,1 2-91,-1 1 91,0 2-90,0 0 0,-2 3 0,0 2 0,-1 1 0,0 3 0,0 3 0,0 2-90,-1 4 90,2 1-275,1 1 185,2-1 90,2 8-90,3-8 0,3 14 0,3-14-773,3 5 773,2-8-90,1-4 90,3 1-90,-1-4 90,2-2 0,0-3-90,-1-2 90,0-2-90,6-1 90,-6-2 0,12-4 0,-11-1-89,3-3 89,-1-5 0,-6 0 0,7-11 0,-11 4 0,1-6 0,-5-5 253,-3 2-253,-2 4 0,-1-1 0,-4-7-77,-3-7 77,1 17 0,-4-3 0,3 9 0,-5-1-180,4 8-270,-6 3 0,2 5-629,-5 1-180,3 4 1259,-11 5 0,4 2 0,-9 4 0</inkml:trace>
  <inkml:trace contextRef="#ctx0" brushRef="#br0" timeOffset="194574.27">4001 7112 9691,'1'-7'990,"-1"0"-720,0 1 0,-2 0-1,1 0 1,-2 2-90,1 1 90,-1-1-90,-1 1 0,0 1 0,0 0-90,-1 0 180,1 1-181,-4 0 1,2 2 0,-3 0 0,2 3-90,0 0 90,-2 2 0,-5 7 0,0 4 0,1 2-90,1 1 0,7-4 90,1 7-180,2-5 90,3 4-90,5 0 0,1-6 0,4 3 0,0-7 0,4-1 0,2-3 0,1-1 90,-2-3-89,0-2 89,0-2-90,1-1 90,0-2 0,1-2-90,-2-1 90,0-1 0,3-6 0,-2-4 0,-2-1 0,-5 0 0,-6 5 0,-2-1 0,-2 0 0,-2 1 0,-2-2 0,-1 1 0,-2-1 0,-2 3 0,-2 0 0,0 3-90,-1 2 0,1 2 0,0 2-180,0 1-90,2 2 0,1 2-89,0 0-271,1 1 720,2 1 0,-2 5 0,1 2 0</inkml:trace>
  <inkml:trace contextRef="#ctx0" brushRef="#br0" timeOffset="194899.27">4381 7126 11041,'8'4'899,"0"-1"-629,0-3 0,0-1-90,3-1 0,1 0 0,1 1-90,1-1 89,0-1-89,0 2 0,-1-1-90,1 0-270,4 0 1,-6 0-91,3 0-180,-7 1 0,0 0-179,-2 0-810,0 0-180,-1 0 1709,0 0 0,0 0 0,0 0 0</inkml:trace>
  <inkml:trace contextRef="#ctx0" brushRef="#br0" timeOffset="195418.27">4569 7020 10141,'-7'-7'900,"2"1"-361,2 3 91,0-1 0,1 1-540,6 3 0,-2 1 0,6 3-1,-2 0 1,0 0-90,0 1 90,0-1-90,0 1 90,0 0-90,-1 0 90,0 1-90,0-2 90,1 2-90,-2-2 0,2 3 0,-3-4-90,3 3-90,-2-2 90,1 1 0,-1 0 1,-2-2 89,0 2-90,-6 3 90,1 0-90,-4 2 90,2-2 0,-2 0 0,-2 2 0,-1 1 0,-1 2 0,1-1 0,-1 1-90,0-1 0,0 0-360,-4 3 180,5-3-180,-3 3 1,7-8-271,0 0-719,1-1 0,2 0 1439,1-1 0,1-3 0,1-1 0</inkml:trace>
  <inkml:trace contextRef="#ctx0" brushRef="#br0" timeOffset="195950.27">5024 6986 10681,'1'-8'1709,"-1"2"-1349,-4 2-180,-5 4 0,3 1-91,-3 2 1,1 2 90,-1 1-90,-1 3 0,-1 2-90,-1 4-152,1 0 242,0 2-90,0 8 0,5-7-90,-1 6-180,6-1-89,3 0 179,0-1 90,4-3-90,0-8-90,6 1 90,3-3 90,0-2 0,1-3 90,-5-4-90,1-2 332,0-1-242,0-1 0,0-2 90,-1 0 0,1-3-90,-2-1 90,0-2 0,0-7 90,-3-3-180,0-1 90,-6 1-90,-3 5 90,-6-6-90,-9-4 0,-2 4 0,-5 4-699,3 12 699,1 4-180,-5 2 0,-1 5-269,-2 2-990,-9 10-1,11-2 1,-4 6 1439,12-3 0,2 2 0,1 1 0</inkml:trace>
  <inkml:trace contextRef="#ctx0" brushRef="#br0" timeOffset="196741.27">4001 7865 9781,'-3'-7'720,"1"1"-180,0 0-1,0 1-269,0 0 270,-1 1-180,0 0 0,1 1-91,-3 1-89,1 1-90,-4 2 0,2 1 0,-1 3 0,1-1-90,-1 2 90,-1 1 0,1 1-90,0 1 90,1 2-90,-1 0 0,3 1 90,-1 1-90,2 0 0,1 0 0,1 0 90,1 0-90,2 1 0,0 0-90,3 1 90,0-1-90,4 0 0,0-1 0,1-4 0,2 1 0,0-4 0,7 2 0,-5-5 90,4 0-90,3-6 90,-5 0 0,6-4-90,-9 1 90,1-3 0,-2 0 0,0-2 0,-3 1 0,0-4 0,-3 1 0,1-9 0,-4 4 0,-1-5 90,-7-5-90,-2 6 0,-11-15-735,5 19 735,-6-3 0,1 10 0,5 5 0,-4 2-90,5 5-90,1 3-180,-1 1-90,1 2 646,1 1-2804,-1 6 809,4-3 1799,0 4 0,5-1 0,1 3 0</inkml:trace>
  <inkml:trace contextRef="#ctx0" brushRef="#br0" timeOffset="197041.27">4390 7861 11311,'9'-2'719,"1"0"-539,-2 2 0,3-2 0,2 1 0,0 0-90,2 0 0,0-1 90,1 1-91,-1 0-178,6 0-1,-5 1-90,3-1-90,-7 1 0,-2 0-90,-1 0-90,-2 0-89,0 0-1080,-1 0 1619,-1 0 0,-1-1 0,1 1 0</inkml:trace>
  <inkml:trace contextRef="#ctx0" brushRef="#br0" timeOffset="197410.27">4534 7776 10411,'2'-5'2069,"1"2"-1889,5 4 0,2 3 0,-3-1-90,2 2-90,-2-1 89,1 0-89,-1 0-179,5 2 179,-4-1-90,4 1 0,-5-2 0,-1 0 90,-1-1-90,0 0 90,-1 0-90,-1 0 90,-1-1 0,-2 4-90,-1-2 90,-4 4 0,1-2 0,-2 1-90,-4 4 90,-3 5 0,0-1 0,-1 3-90,5-6-90,1 2-90,0-2-90,0-1-179,2 0-1080,-1 0 1619,0 3 0,2 0 0,-2 4 0</inkml:trace>
  <inkml:trace contextRef="#ctx0" brushRef="#br1" timeOffset="199444.27">5083 7657 10231,'-3'-6'715,"-3"4"-627,2 4 236,-7 6-182,3 1-21,-4 3-9,2 0-63,-3 2 7,0 4-855,-1 2 778,2 1 62,0 1-102,2 1 93,2 1-226,2-2 284,3 0-90,3-1 0,0 0 90,3 4-90,2 1 90,3 1-90,3-3 0,2-2-244,3-3 154,11 2 37,-5-8-37,8 1-99,-10-10 189,1-2 0,3-3 0,1-3 0,2-3-691,0-2 781,-4-3-90,0-2 90,-3-1-90,-2-2 90,-3-1-260,-1-1 260,-4-1 0,-3 0 581,-4-7-582,-9-10 1,-3 3-176,1 14 0,-2 0 131,-3 3 0,-1 2-45,-11-9 0,-8 0 90,6 12-90,-1 4 0,0 3-90,-1 4-89,1 4-1,0 3-270,2 1-90,2 3-2509,2 0 1520,4 2-90,3-1 1693,4-1 0,2 4 0,1 0 0</inkml:trace>
  <inkml:trace contextRef="#ctx0" brushRef="#br1" timeOffset="200868.27">3923 8616 13115,'4'-6'406,"-1"1"-31,4-1-65,-2 2-145,3-1 188,5-3-206,-3 3 90,11-6-142,-9 5-19,4-1-11,-6 2-46,0 2 7,0 0-15,-2 2-80,1 0 77,-2 0-100,0 3 44,-1 0-114,-1 2 15,0 1-90,-2 2 174,-1 1-47,-3 3 88,-2 1 138,-4 5-2,-3 3 38,-11 12 197,4-7-305,-7 8 176,-2-2-20,8-7-71,-5 3-32,11-11-43,3-2-22,2-2-41,0 3-26,3-4-28,1 0-38,3-4 196,3-1-314,0-1 39,2 0-188,2-2 171,3 2 118,2-3-110,2 0 31,1-1 80,1-1-105,2-1 68,0-1 23,1 0-232,-1-1-102,-1 0-121,-1 0-1089,-2-1-278,-2 0 1934,0 0 1,3-3 0,0 0 0</inkml:trace>
  <inkml:trace contextRef="#ctx0" brushRef="#br0" timeOffset="201174.27">4333 8717 12210,'5'-8'810,"1"1"-631,3 4 1,1-1 0,4 0-90,1 0 180,10-2-90,-5 2-559,7-1 379,-7 2 0,0 1-52,1 0-291,-1 1 19,1-1 0,-1 2-91,-2-1-178,0 0-92,-3 1-990,-2 0 1673,1 0 1,-5 1 0,2-1 0</inkml:trace>
  <inkml:trace contextRef="#ctx0" brushRef="#br1" timeOffset="201574.27">4637 8555 10951,'-2'-8'742,"0"1"-224,1 2-438,3 1 49,2 4-23,2 0-103,2 4 77,0-2-94,2 2 106,0 0-90,1 0 1,1 1 62,0-1-84,0 0 7,1 2-78,-1 0-3,0 0 0,0-1 0,-1 1-92,-1-1-2,-1 1 89,-1-1-91,-3 0 89,1-1 1,-2 0-7,-1 0-86,-2 1 101,-1 0 105,-1 0-172,-3 4 194,0-3-83,-2 1 93,1-1-81,0 1 84,-1 0-7,-1 1-105,-1 1 85,0 1-104,-4 6-5,3-4-5,-2 6-184,4-6-46,2-1-4,-1-1-179,2-1-630,0 0 1121,1 2 0,2-4 1,0 2-1</inkml:trace>
  <inkml:trace contextRef="#ctx0" brushRef="#br0" timeOffset="202009.27">5316 8524 9152,'-7'-9'899,"-3"1"-629,3 4 270,-5-1-270,3 4-90,-3 1 89,3 2-89,-1 2-90,0 1 90,-2 2-90,1 2 180,-5 7-180,4-2 0,-3 8 0,6-5 0,1 2-383,3-2 293,3-1 0,1 0-141,2-1-39,1 1 0,2-1-90,2 0 0,2 0 0,3-4-179,7 4 179,-2-6-90,15 2 180,-12-7-407,9-2 497,-10-3-90,2-2 180,1-2 0,4-5 0,-5 0 90,2-3 90,-11 2-90,-1-2 369,-3 0-279,-2-2 180,-5-6-180,-4 1-1118,-6-6 1118,-5 7-90,-4 2-295,-4 3 385,-13 1-90,10 7-268,-8 2-2,13 5-90,2 2-402,0 2-317,5 1 711,1-1-891,4 1 1246,2 0 1,2 2 0,1 1 0</inkml:trace>
  <inkml:trace contextRef="#ctx0" brushRef="#br0" timeOffset="203466.27">3945 9418 9512,'-4'-7'1259,"1"1"-989,3-1 89,0 2-89,1-1 0,0 0 0,1 0 0,2-2 0,1 1-90,1-2 0,1 1-1,3-2-89,1 0 180,7-3-180,-3 4 0,5-1 0,-8 6 0,1 1 0,-3 3-90,1 2 90,-2 4-90,0 2 90,-2 5-90,-2 2-90,-3 3-518,-3 5 518,-3 2 90,-3 4-90,-3-1-905,-2 0 995,-1-1-90,-5 0 90,2-2 0,-1 0-90,2-5 90,-4 5 0,6-9-458,-2 3 458,8-11 522,2-1-611,1-1 1101,0 1-1012,3-2 0,3 4-90,2-7 526,8 3-436,-3-5 0,5 1 0,-1-2 0,0 1-90,4-1-90,1-1-539,11-1 179,-5-1-1328,8 0 159,-10 0-360,-1 0 2069,-2 0 0,4-1 0,2-1 0</inkml:trace>
  <inkml:trace contextRef="#ctx0" brushRef="#br1" timeOffset="203717.27">4353 9546 15526,'2'-6'427,"1"-1"-172,1 4 528,0-1-262,3 0-68,1 0 39,10-3-291,-2 2 78,7-1 132,7 0-237,-6 2-470,17-2-189,-18 2-596,5 1 424,-11 0-103,-1 1-974,-3 1-318,-1-1 2056,-3 0 0,2-1 0,0 0 0</inkml:trace>
  <inkml:trace contextRef="#ctx0" brushRef="#br1" timeOffset="204057.27">4610 9391 15166,'-7'-6'324,"6"2"-284,4 2 1454,10 3-1308,-3 1-66,6 0-41,-3 0 63,9 3-188,-4 0 397,5 1-344,-7-1-624,-2-1 361,0 1 84,-4-1-233,3 1 215,-4-1-113,0 0 114,-5-1-249,0 0 53,-5 5 296,-1-2 272,-2 4-15,-2-2 269,-1 2-67,-2 0 116,-1 3 64,-2 2-345,-1 1 192,-2 2-258,2 1-168,0-2-611,2 0 231,3-2-235,0-1-901,1-2-180,1 0 1682,2-3 1,-1 4-1,1 0 1</inkml:trace>
  <inkml:trace contextRef="#ctx0" brushRef="#br1" timeOffset="204525.27">5155 9345 15468,'-4'-6'-1732,"2"1"1359,5 0 987,3 1 85,-1 1-340,3 0-96,0 1-80,1-1-230,1 1 636,1 0-188,-1 1-338,2 1-306,-2 0 126,1 2-130,-2 1-20,0 2-67,-2 1-153,1 6-60,-5 0 215,-1 4 34,-6-1 169,-2 3 111,-5 4 72,-1-3 0,-2 1 171,-7 11-645,7-11 1,-1 0 932,-3 5-424,2-3 21,1-2-147,2-2-144,0 2-88,4-3 37,2-1-33,5-4-68,3-6 1355,3 0-1433,1-1 158,3-2 90,3 0 40,1-2 75,3 0 29,3-1-191,9-2 23,-7 2-525,7-1-443,-13 1 1,-2 0 1165,-1 0 1,1 2 0,0 1 0</inkml:trace>
  <inkml:trace contextRef="#ctx0" brushRef="#br0" timeOffset="205232.27">4141 10321 9871,'-8'-7'1889,"2"2"-1349,4 1-360,3 0 0,1 1 0,2-1 0,1 1 89,5-3-89,0 2-90,3-1 0,-1 1 0,0 1 0,1 0 0,-1 2 0,1 0-90,-2 1 90,0 1-180,-1 1 90,-2 3-90,0 0-90,-3 3 0,-2 2 0,-2 1 0,-4 3 1,-3 5-1,-4 1-180,-10 15 225,6-14 0,0-1-617,1-1 1,-1 0 661,-1 0 0,1-1 0,-2 3-777,-6 6 867,10-9-90,-3 3 0,9-10 0,2-3 90,2-1-90,1 0 90,3-1 1213,0-2-1213,2 1 798,2-1-888,2 0 90,0-1 0,3-1 90,7 1-90,-1-2-259,5 1 259,-4-2 90,1 1-90,1-2 0,9 0 0,-7 0-504,5 0 234,-10 0-89,-1 0-181,-2 0-719,0 0 340,-3-1 919,-1 1 0,3-2 0,0 0 0</inkml:trace>
  <inkml:trace contextRef="#ctx0" brushRef="#br0" timeOffset="205541.27">4616 10459 10321,'5'-7'450,"1"1"-360,1 4 0,2-1 0,2 1 0,1-1 0,3 1-90,0 0-90,2 0-180,-2-1 0,-1 2-180,0-2-179,0 2-541,-1-1 361,-1 1 809,-2-1 0,1-1 0,-1 0 0</inkml:trace>
  <inkml:trace contextRef="#ctx0" brushRef="#br0" timeOffset="205891.27">4713 10351 9781,'-7'-3'2339,"12"2"-2159,0 0 0,10 1-90,-6 0 90,2 1 0,1 0 0,7 1-180,-5 1 0,5 2-270,1 1 0,-6-1-180,9 4 180,-11-5 0,2 2-179,-5 0 269,-3-3-90,1 2 0,-5-1 180,-3 1 0,-1 0 0,-2 0 90,-1 0-90,-5 4 0,1-2 90,-5 4-90,3-1 90,-2 1-90,1 0-449,-5 6-1170,1 2 1709,0 0 0,1 2 0,6-5 0</inkml:trace>
  <inkml:trace contextRef="#ctx0" brushRef="#br0" timeOffset="206350.27">5304 10304 9602,'-7'-4'1349,"2"-1"-810,2 2-359,4-1-90,1 0 90,3 0-90,1 2 0,0-1 0,1 1 0,1-1-90,1 0 90,1 1 0,0 1-90,1 0 90,-1 1-90,1 1-90,-1 0 90,0 2-90,2 4-180,-3 4-90,-2 7 180,-4-1-269,-11 19 314,0-13 0,-1 1-880,0 0 0,-1 1 970,-2 2 1,0 0-136,-6 9-1179,0-1 1269,1-4-20,3-4 110,1 0 90,6-4-90,3-5 1745,9-4-1655,3-9 1543,4-1-1543,1-3 0,2-2 0,3-1 0,2-1 0,11-3-90,-7 2-649,6-2 289,-13 2-90,-3 2-899,-4 0 179,-1 2 1170,-1 1 0,0 4 0,0 0 0</inkml:trace>
  <inkml:trace contextRef="#ctx0" brushRef="#br1" timeOffset="207110.27">4036 11579 25044,'-3'-8'-3277,"2"-3"0,1 5 0,3-3 3251,0 1 737,2-1 316,1 0-239,2-2-856,6-4 2228,-2 4-117,5-4-441,-4 7-26,7-3 162,2 4-361,1 2-190,-3 3-549,-6 3-580,-1 2-421,-1 3-611,-1 3-708,-1 8-1025,-6 6 113,-4 4 1541,-5-5 0,-2-1-113,-8 11 856,4-11 1,-1-1 200,-10 12 626,-1-2 386,-1 0 828,4-3-82,1-3-553,3-2-572,2-4-193,3-1-185,2-3-239,2-2-205,2-2-133,2-2-187,2 0-318,1 0-472,2-1-404,2 0 177,2-2 500,1 0 400,9 1 651,-1-2 384,7 1 259,7-3 813,-2-1-615,-3-1 0,0-1 976,6-1-516,8-1-1299,-12 0-390,-2-2 715,1 1 1,3-4-1,1 0 1</inkml:trace>
  <inkml:trace contextRef="#ctx0" brushRef="#br1" timeOffset="207369.27">4587 11732 25866,'2'-5'-3277,"2"-1"2120,1 3 2650,0-1-538,5-1 200,0 2-251,3-2-243,1 1-31,-1 1 1028,4 0-466,4 0-869,18-2-309,-6 2-248,-12 1 1,0 1-1048,19-2-590,-13 3-89,6-2 1874,-15 1 1,2-1-1,1 1 1</inkml:trace>
  <inkml:trace contextRef="#ctx0" brushRef="#br1" timeOffset="207774.27">4849 11496 25866,'-4'-7'-3277,"0"1"0,2 3 228,3-2 3111,2 3 1921,3-1 139,3 5-1384,1 0-1020,1 0 1843,2 1 135,11 2-148,-1-1-356,9 1-1512,-4 0-695,0 0 826,-1 1-25,-1 0-89,-3 0-5,-3-1-420,2 3 28,-9-3-31,1 3-182,-8-4-460,-2 2-657,-2-2-162,-5 6 1268,0-5 508,-5 5 646,2-6 548,-2 2 111,2-1 384,-1 1 595,-1 1 434,-1 2-1353,-1 0-397,-1 2-519,-6 11-548,2-4 152,2 0 1,0 0-398,-4 6-61,-4 6-843,5-4 1515,6-7 0,-5 8 1,6-8-1</inkml:trace>
  <inkml:trace contextRef="#ctx0" brushRef="#br1" timeOffset="208233.27">5286 11453 23505,'-3'-7'-3277,"2"0"0,2 2 700,3 0 3987,1 1 567,6-2-309,0 1-249,5-1-654,-2 2 2113,0 1-209,7 0-1377,-7 1-600,5 2-792,-9 2-780,2 4-818,-3 2-493,0 3-283,-5 0-464,-2 2 425,-1-1 322,-3 12 462,-2-5 648,-3 10 685,0-7 598,-2 2 462,1-2 561,0-2-174,1-3-384,1-3-88,1-1-330,1-1-69,0-1 2733,2-2-2491,1-1-941,0-1 223,2 0-694,1-1-267,0 0 32,2-1 621,1-1 182,2 0 679,1 0 352,1-2 330,1 1 546,1-2 267,1 0 167,1-1-547,2-1-191,-1 0-838,0-1 97,0 0-219,-1 0 1,4-2 0,2-1 0</inkml:trace>
  <inkml:trace contextRef="#ctx0" brushRef="#br0" timeOffset="209466.27">5824 6992 9512,'-4'-5'2338,"4"0"-2068,3 4-180,4 0 90,0 1-90,2-1 90,0 0-90,3 0 0,2 0 42,1-1 158,0 1-85,1-1-87,0-1-172,-1 1-7,-2 1-176,0 0-914,-3-1-308,-2 2 1438,-2 0 0,-1 2 0,-2-1 0</inkml:trace>
  <inkml:trace contextRef="#ctx0" brushRef="#br0" timeOffset="209658.27">5852 7175 9602,'-1'9'179,"1"-2"91,2-2-180,1-1 96,1-1 29,2-2-72,0-1 184,8-2-250,-1 0-174,6-1-181,-3-1-1523,12-5 989,-7 3 828,11-3 0,-5 1 0,2-1 0</inkml:trace>
  <inkml:trace contextRef="#ctx0" brushRef="#br1" timeOffset="210099.27">6789 6677 10715,'0'-10'980,"-1"4"-823,-2 2-107,-2 3 188,-2 0-46,-6 5-68,0 1-76,-6 6-707,1 1 690,0 4 20,0 2 126,-7 13-175,9-5-1059,-5 8 1147,10-9-90,3-1 90,1-2-90,5-3-180,3 7 180,3-8-452,3 6 362,1-10 90,1-1-90,2-4 90,1-1-90,1-3 90,2 0 0,0-4 459,1 0-459,1-3 0,0-1 989,11-8-899,-3-2-90,0-4-446,-8 1 536,-9 2 260,-2 0-260,-3-1-90,-3-1 0,-2-1 90,-4-2-90,-2-1 0,-4-1 0,-1 5-180,-9 1-90,5 9-179,-7 2-1800,-7 15 360,5 1 1691,7-2 1,-1 2 0,0 3 0,-1 3 0,-1 0 0,0 1-1</inkml:trace>
  <inkml:trace contextRef="#ctx0" brushRef="#br0" timeOffset="210458.27">5811 7942 10681,'1'-5'1079,"1"2"-989,10-3 90,-1 2 0,2 0-90,2-1 0,1 0-180,1 0 0,0 0-270,0 1-90,-2-1-269,0 1-2429,2 0 3148,-6 2 0,3 1 0,-7 1 0</inkml:trace>
  <inkml:trace contextRef="#ctx0" brushRef="#br0" timeOffset="210666.27">5863 8052 10681,'0'6'1979,"1"-3"-1709,8-3-90,0-1-91,2-2 1,2 1-269,1-1-91,3-1-1170,7-2-269,-2-1-449,5-1 1996,-7 2 0,4 0 1,-1-1-1</inkml:trace>
  <inkml:trace contextRef="#ctx0" brushRef="#br0" timeOffset="211092.27">6757 7726 11311,'2'-6'719,"-1"0"1,1 1-181,-1-1-269,-2 2 180,-2 0-270,-5 3 0,1 2 0,-5 4-90,0 1 90,-3 5-91,-1 2 1,-8 13-90,9-7-1261,-4 8 1171,11-8-89,3-1-1,2-1-90,4-3 0,2-1 0,3 0 0,2 0 90,5 0 1,2-2-1,2 0 0,1-5-90,6-2 90,5-4 180,12-8 90,-11-1-613,-1-4 703,-14 3 967,0-6-967,-5 2-90,0-4 90,-7 3-90,-3 1 90,-3-3-90,-3-3-360,-3-1 360,-3 0-90,-2 2 90,-2 4-90,1 4-90,0 5-180,-1 3-180,-1 4-269,-4 3-2250,-16 13 1080,6 1 1889,10-5 0,1 2 0,-1 3 0,0 1 0,-1 2 0,-1 0 0</inkml:trace>
  <inkml:trace contextRef="#ctx0" brushRef="#br0" timeOffset="211566.27">5904 8702 11400,'1'-7'1260,"3"0"-1080,0 4 90,2 0-91,1 1-89,2 0 270,6-2-270,-2 1-180,4-1-90,-4 2-90,-1 0-89,-2 1-181,-1 0-450,-2 1-719,-2 1 1709,-2 1 0,-2 2 0,-1 1 0</inkml:trace>
  <inkml:trace contextRef="#ctx0" brushRef="#br0" timeOffset="211758.27">5909 8850 11131,'11'2'539,"-1"-1"-359,-1-3 0,3 0-90,1-1-360,8-2-1079,2-1-90,1 0 1439,5-2 0,-5 2 0,7-2 0</inkml:trace>
  <inkml:trace contextRef="#ctx0" brushRef="#br0" timeOffset="212166.27">6694 8503 10861,'0'-10'1889,"-2"2"-1440,-2 4-179,-2 4-180,-2 2 90,-1 4 0,0 2-90,-3 5 90,1 1-90,0 3-927,2-1 927,3 1-180,0-1-458,2 8 368,3-6 91,2 5-181,11 0 0,0-4-90,17 8 180,-8-15 90,7 0 0,-9-9-90,1-1 90,0-3 90,4-2 0,10-7 180,-9 1 90,4-3 90,-11-4-180,-7 4 90,1-13-90,-9 8 284,-3-5-284,-6 2-90,-2-1 90,-4-1 0,-12-7-91,3 9-89,1 7 0,-1 1-179,-4 3 288,-12 2-468,11 9-181,-2 5-1435,1 4-3,-1 4-811,1 4 2789,-1 4 0,11-5 0,-2 3 0,1 0 0,-1 0 0</inkml:trace>
  <inkml:trace contextRef="#ctx0" brushRef="#br0" timeOffset="212769.27">5826 9557 11580,'-10'-1'1709,"2"0"-1888,21 2-91,-6-2-180,15 1-90,-12 0-179,1 0-900,-1 0 1619,4-2 0,-1 2 0,3-1 0</inkml:trace>
  <inkml:trace contextRef="#ctx0" brushRef="#br0" timeOffset="212992.27">5813 9681 11760,'8'3'450,"0"-1"-360,0-3 0,2 0-90,1-1-630,8-1-179,-4 0-720,4-1-360,-5 2 1889,-1 0 0,4-1 0,2-1 0</inkml:trace>
  <inkml:trace contextRef="#ctx0" brushRef="#br0" timeOffset="213274.27">6374 9543 11221,'-6'-5'2788,"1"1"-2608,8 0 0,0 1-90,6 0-90,-1 0-540,7-1 0,-1 0-1798,11-3 719,-9 3-270,4-1 1889,-6 3 0,7-2 0,1 0 0</inkml:trace>
  <inkml:trace contextRef="#ctx0" brushRef="#br0" timeOffset="213708.27">6871 9299 11041,'-1'-6'809,"0"0"-629,3 0 0,0 0 90,3 1 0,4-3-90,-1 3 0,5-4-1,3 1-89,-3 3 90,11-3-180,-11 5 90,5 0-90,-6 3-90,-1 1 0,0 2-90,-1 2 90,-1 2-89,-2 2-91,-2 3 90,-3 1-270,-5 17 270,-5-3 45,-2 2 0,-1 0-663,2-10 1,-1 1 752,-2 5 0,-2 1-45,1-3 0,0-1 0,-6 12 0,6-10 0,1-1 90,2-1-301,1 4 391,7-14-90,2-2 90,3-1 0,2-2 0,1 0 1381,4-2-1381,1 0 245,1-2-65,10-1-180,-5-2 0,15 1-90,-15-2-90,6 1-180,-9 0 1,-3 0-361,0 0-899,-1 1-90,-1 0 1619,-2 1 0,3 4 0,0 0 0</inkml:trace>
  <inkml:trace contextRef="#ctx0" brushRef="#br0" timeOffset="214108.27">5899 10495 10591,'3'-7'540,"0"0"-360,1 2 269,4-1-269,1 0 0,4-2 0,-2 3 90,10-4-180,-5 3-340,8-2 250,-7 3-90,0 1-179,-1 0-271,0 0-450,-4 2-2287,6 0 3264,-7 2 0,6 3 1,-6 1-1</inkml:trace>
  <inkml:trace contextRef="#ctx0" brushRef="#br0" timeOffset="214316.27">5991 10575 12840,'9'-3'629,"1"1"-359,4 0-270,-3 0-270,6 0-179,-3 1-271,-1-1-1259,1 0-809,0 0 2788,0 0 0,8 0 0,3 0 0</inkml:trace>
  <inkml:trace contextRef="#ctx0" brushRef="#br0" timeOffset="-214714.46">6989 10307 12120,'2'-12'1439,"0"3"-1259,-5 2 0,0 4-90,-4 1 90,-1 3-90,-1 1 0,-4 2 90,0 2-180,-4 4 90,2 0 90,-8 10-91,5 2-89,1 2-89,6-1-1,6-6-180,2 8-90,5 4 180,2-2 0,5 2-90,0-12 90,4 0 1,1-3 89,3-3-90,1-1 90,1-3 0,-2-4-90,5-2 180,-5-2 90,5-3-226,-7-1 226,1-1 90,-1-2 180,2-7-181,-5 3 1,1-6 180,-5-2-180,-5 4 0,-4-12 0,-3 11-90,-4-5-90,-4 5 90,-2 3-90,-7 0-90,-3 5-540,-17 6 180,4 5-1189,4 4 1,0 3 214,11-1 1,1 1 163,-6 3 1,1 1 1013,-7 9 0,13-5 0,-1 3 0,0 0 0,-1 1 0</inkml:trace>
  <inkml:trace contextRef="#ctx0" brushRef="#br1" timeOffset="-214196.46">5972 11585 25785,'-4'-9'-3277,"2"1"0,6 2 620,1 1 4777,2 0-438,1 0-223,0 1-178,1 0-622,1 2 1945,0 0-461,0 0-2056,0 1-1517,0 1-508,0 1 1683,-2 2 0,3 1 1,0 1-1</inkml:trace>
  <inkml:trace contextRef="#ctx0" brushRef="#br1" timeOffset="-213988.46">6004 11714 24864,'-6'3'3009,"1"0"-2422,7 1-3864,0-3 685,7 2 2725,-1-4 696,4 0-267,-1-1-976,10-1-429,-5 1-798,8-2 2194,-7 1-167,2 1 0,7-3 0,2 1 1</inkml:trace>
  <inkml:trace contextRef="#ctx0" brushRef="#br1" timeOffset="-213571.46">6698 11528 27329,'-1'-8'-3277,"-1"1"0,1 2 0,-1 0 0,0-2 2438,-3 4 2194,-2 1-169,-2 4-681,-1 3 2167,-3 4-340,-2 4-72,-2 3-131,0 3-314,1 1-1542,2 3-432,1 1 2227,2 1-3483,3-2-20,3-2-86,4-4-70,2-1-239,3-1-273,3-1 611,3-2 535,3-2 629,3-3 650,5-2 480,1-3 398,7-2-765,0-4 1854,5-3-269,1-3-85,0-4-374,-2-2-543,-4 0-393,-4-2-893,-4 0 464,-3-3-460,-4-1-300,-3-2-506,-3 2-227,-4-2-343,-3 2-43,-4-3-134,-4 0 33,-6-1 1078,1 9 1,-3 1 305,-9-5-126,-1 7 1,0 1-300,-8 6 121,11 2 0,0 3 412,-10 3 200,1 1 597,2 3-938,1 3-1142,7-2-686,2 2 2340,7-1 0,2 0 1,2 1-1</inkml:trace>
  <inkml:trace contextRef="#ctx0" brushRef="#br0" timeOffset="-212586.46">7578 5492 10951,'-6'-9'-630,"0"1"540,1 2 0,2 2-90,-1 0 270,0 2-90,0 4 90,0 3 0,1 3 0,2 4 90,1 4 0,3 8-225,0 9 135,0-13 0,0 2-622,0 5 0,1 2 0,0 2 682,1 5 0,0 2 0,-1 3-570,0-8 0,-1 2 0,1 1 0,-1 0 0,0-1 465,1 3 0,-1-1 0,0 1 0,-1 2 29,0-4 1,0 2 0,-1 1 0,0 0 0,0 0 0,0-3-472,-1 6 1,1-2 0,-2 0 0,1 3 426,0-7 0,0 1 0,0 2 0,0-1 0,0 1 0,0-2-220,-1 2 1,1-1-1,-1-1 1,0 1 0,1 0 207,-1 0 0,0 1 0,0 0 0,0 0 0,1 0-60,-1 0 0,1 0 0,-1-1 0,1 1 0,0 0 78,-1 0 0,1 0 0,-1 0 0,1 1 0,0-1-18,0 0 0,0 0 0,1-1 0,0 1 0,0 0 18,-1 0 0,1 0 0,0 0 0,0-1 0,0 1-18,1-1 0,0 1 0,0-1 0,0 0 0,0 0 18,0-1 0,1 0 0,-1 0 0,1 1 0,0 1 2,-1-3 1,1 1-1,1 2 1,-1 0 0,0 0-1,1-1 1,-1-1-21,1 4 0,-1-2 0,1-1 0,0 2 0,0 4 12,0-10 0,-1 2 0,1 3 0,0 0 0,0 1 0,0-1 0,-1 0 0,1-3 0,-1-2-13,1 8 1,0-3 0,0-2 0,-1 1 0,1 1-3,0 0 0,-1 1 0,1 1 0,0-1 0,-1-1 0,1-1 21,-1-2 0,-1-1 0,1-1 0,-1-1 0,0 0-14,0 3 1,0-1 0,0 0-1,0 1 0,1 2 1,-1 0 0,0 2-1,0 0-4,0 0 0,-1 1 0,1 1 0,-1-1 0,0-2 4,1 1 1,-1-1-1,0-1 1,1 2-5,-1 0 0,0 2 0,1 1 0,-1-1 0,0-3-18,0-2 0,0-2 0,0-1 0,0 0 22,0 1 1,0-1-1,1 1 1,-1-1-1,0 0 1,1 0-1,-1 0 1,1-1-23,0 1 0,-1-1 0,1 0 0,0 0 0,0-1 0,-1 1 0,1-1 0,0 0 93,0-1 1,0 0-1,0 0 1,0 2-76,0 0 0,1 2 0,0 0 0,0-1 0,-1-1-18,1 0 0,0-2 0,-1-1 0,1 3 0,0 5 0,1 3 0,-1-1 0,1-4 252,-1-2 1,-1-2 0,1 1-253,0 7 0,0 1 0,-1-2 1,0-10 1,0-1 0,-1 0-2,1 6 0,0 0 0,-1-3-45,0 0 0,-1-3-144,-1-1 1,1 0 143,-1-3 0,0-1 0,-1-2 0,1-1 937,-3 16-982,0-4 0,0-5 0,0-5 0,1-4 487,-1-4-487,1-1 2107,0-3-2017,0-1 3072,1-2-3162,0-1 694,-1-2-1143,1-1 269,-1-6 0,1 1-180,-1-6-89,1 2-181,1-2-2557,-2-7 2904,2 3 1,-3-11-1,1 1 1</inkml:trace>
  <inkml:trace contextRef="#ctx0" brushRef="#br1" timeOffset="-211227.46">7911 6009 11222,'-5'-7'450,"1"2"-207,0 0 283,2 3-80,-1-2 270,0 1-362,2-2-260,2-1 82,2 0-61,3 0 5,0 3 5,0-3-4,3 2 0,-1-2 5,6 0-12,-4 1-10,3 0-98,-6 2-7,0 2 80,0 1-92,-2 2-97,-1 2 80,0 2-181,-5 8 102,-1-1-84,-5 11 4,-3-3-172,-9 15 184,3-9-457,5-9 1,0-1 474,-5 6-85,0-1 79,3-3-179,1-3 262,3-2-94,1-3 89,1-1-92,2-2 89,0-1 0,2-3 26,1 0 1235,7-6-1043,4-3 326,3-3-572,8-9 90,-4 2 0,6-7-31,-8 7 1,0-1-177,7-11 85,-1 2 1,-1-1-8,4-8-730,-9 14 0,0 0 915,2-5-91,2 1 92,-7 8-1,0 0 1,-6 10 89,-1 1-88,-6 12-129,-2 9 91,-3 4 953,0 5-953,1-3 0,1 1-2,0 1 1,1 6-94,3-11 100,-1 5-45,3-9-51,1-2 0,1-1-3,1 0-1,1-3-92,0-1-2,2-2 389,0-1-1097,7-3-168,-1 0 452,4-3 626,-3-2 0,6-3 0,2-1 0</inkml:trace>
  <inkml:trace contextRef="#ctx0" brushRef="#br0" timeOffset="-210987.46">8380 6022 9691,'5'-6'630,"1"0"-450,-1 3-90,1 1 0,2-1 0,0-1 0,3 0-270,4-1-180,-4 2-1439,6-1 810,-9 1 989,1 1 0,-7 1 0,0 1 0</inkml:trace>
  <inkml:trace contextRef="#ctx0" brushRef="#br0" timeOffset="-210797.46">8374 6128 8972,'2'6'719,"0"-2"-629,5-3 0,1-2-90,1 0-180,2-2-179,1 0-721,-1 0 361,1-1 719,0 0 0,5-4 0,2 1 0</inkml:trace>
  <inkml:trace contextRef="#ctx0" brushRef="#br0" timeOffset="-210355.46">8844 5655 9512,'-2'-4'1978,"1"1"-1798,11-1 0,-1 1-90,1 0 90,2 0-90,1 1 90,-1 0-90,-1 1 0,-1 1 0,-1 1-90,0 1 90,-1 2-90,-1 2 90,-3 1-90,-2 2-90,-3 2 90,-2 2-90,-4 5 0,-2 3-661,-4 3 661,-1 0 0,-1 0 0,-3 3 0,1 1-916,0 1 917,1-2-1,2-3 90,1-2-433,2-3 433,2-1-143,2-3 143,1-1 0,2-2-90,0 0 660,1-1-570,2-2 934,0-1-934,1 0 403,2-1-403,1-1 65,2 0-65,1-1 0,1-2 0,2 1 0,2-2 90,1 0-180,2-1-90,0 0-179,3-2-91,0-1-1079,1-1 0,-1 0 1529,1-1 0,3-2 0,1-1 0</inkml:trace>
  <inkml:trace contextRef="#ctx0" brushRef="#br0" timeOffset="-209404.46">9639 6038 12840,'-8'5'989,"-2"-1"-719,6-2-90,-4 0 0,1 0-90,-2 0 90,-1 0-90,-2 0-1,-3 1 91,1-1-180,-5 0 180,2 0-180,-1-1 90,0 1 0,-6-2 0,6 0 0,-6-2-90,11-1 0,1-2 0,5 1 0,3-3 0,3 0 0,2-3 0,2-2 0,4-5-728,3-3 638,4-6-1015,2-3 1015,3-3 0,-4 7 0,-1-1 90,-3 6 0,0 0-694,3-7 1,-1 1 603,3-8 1,-4 0-34,-2 5 123,-3 0-180,-1-6 0,-4 6 632,-2 3-452,-3 9-90,-2 9 1002,-5 2-1002,-3 5 1662,0 3-1662,-1 6 137,4 3-47,1 2-90,1 2-185,3 2 275,2 2 0,1 1-90,3 5-651,3 1 741,2 3 0,2-1-90,3 0 0,-2-7 0,1 0-90,8 11 135,-6-10 1,0-1-226,7 7 90,-5-9 0,-1 1 0,5 7 90,-6-8 0,0 0 0,1 6-90,-1 1 0,-2 0 90,-2-1-89,-2-1 89,-4-2-440,-2-1 440,-2-1-90,-7 12 90,1-8 0,-9 12 90,6-17-90,-2 1-90,5-9 0,1-2-179,1-1 62,0-2-963,2-1 1441,0-1 0,1-2 1,0 1-1</inkml:trace>
  <inkml:trace contextRef="#ctx0" brushRef="#br0" timeOffset="-208829.46">9985 5878 9512,'-7'-3'2428,"1"-1"-2158,6-1-90,2 1 0,2-3 0,2 4-90,1-1 90,0-1-90,3 2-1,-1-1 1,1 1 0,3 0-90,-3 2 0,1 1-90,-5 2 0,-2 2 1,-1 2-181,-4 7-90,-5 4 180,-3 5 0,-4 1 0,1-4 0,0-1 0,1-3 90,1-1-89,1-3 89,1-1 0,1-1 0,1-2 90,0 0 0,2-2 0,0-1 90,2 0-90,11-13 90,2-3-90,10-10 0,6-7 0,-8 7-1029,7-6 1119,-7 7-180,0 0 180,-1 0-609,1 1 519,-4 4 90,-1 2 0,-2 0 0,-2 5 90,-2 1-180,-6 13 971,-5 3-881,-3 8 486,0-1-576,-2 10 90,3-4-599,-1 6 509,3-8 0,2-1-257,0 1 257,3-1 0,0-1 0,2-2 0,3 3-270,1-3-90,2-2-539,3-5-540,-4-6-1,2-2 1440,-1-1 0,5-5 0,3-1 0</inkml:trace>
  <inkml:trace contextRef="#ctx0" brushRef="#br0" timeOffset="-208596.46">10465 5804 10051,'2'-3'2339,"-2"1"-2339,11-3-180,-4 3-180,-1 0-179,0-1-1170,0 2-360,-1-2 2069,0 2 0,-3 0 0,-1 1 0</inkml:trace>
  <inkml:trace contextRef="#ctx0" brushRef="#br0" timeOffset="-208405.46">10383 5969 10951,'5'4'270,"1"-1"-180,1-4-1,1-1-89,1-1-269,2 1-181,0-2-1079,0 0-90,0 0 1619,-1-2 0,6-3 0,1-1 0</inkml:trace>
  <inkml:trace contextRef="#ctx0" brushRef="#br0" timeOffset="-207952.46">10714 5615 10681,'-4'-6'1439,"0"1"-809,1 2-270,4-1-181,3 0-89,1 0 0,2 2 0,-1 0 0,2 0 0,0 0 0,2 1 0,1-1 0,1 1-90,-1 1 90,2 0-90,-1 1-90,1 1 90,-1 1-90,-1 0 0,-1 1 90,-3 1-90,0 1 0,-3 3 90,-3 0-90,-2 3 90,-3-2-90,-3 2 90,0 0 0,-2 1 0,0 1-90,0-2 90,0 2 0,1-2 0,1-1 0,2 0-90,0 0 90,1-1 0,0 1 0,2-1 0,1 2 0,1-2 0,0 2 0,2 0 0,1 8 0,-1 3 0,-1 1 0,-4 2 0,-3-6-598,-5 4 598,-2-2 0,-10 9 0,3-8-829,-7 5 829,8-9-270,-4 3 0,8-6-1138,-4 4-391,12-11-450,0 0 2249,4-5 0,2-2 0,0-1 0</inkml:trace>
  <inkml:trace contextRef="#ctx0" brushRef="#br0" timeOffset="-207438.46">11076 5202 10591,'-3'-7'270,"2"16"-180,1 0 0,2 17-2375,-1 0 2465,0 12-45,0-14 0,-1 1-45,1 5 0,-1 1-1396,1 7 0,-1 0 1366,0-10 0,0 1 0,0 0 0,1 3 0,-1 2 0,1-1-283,-1 2 0,1 0 0,0 0 283,0 2 0,0 0 0,0 0 0,1 2 0,-1 0 0,0 0 0,1 2 0,0 0 0,0 1-380,-1-10 0,1 1 0,-1 0 0,1 0 365,0 5 0,1 0 0,-1 1 0,1 0-161,0 2 0,0 0 1,0 0-1,1 1 152,-1-5 0,0 0 0,1 0 0,0 0 0,-1 1-18,1 0 0,0 0 0,0 0 0,0 0 0,0 0 18,1 0 0,-1 1 0,1-1 0,0 1 0,0-1-15,-1 2 0,1-1 0,0 1 0,0-1 0,0 1 15,1 0 0,-1 0 0,0 0 0,1 0 0,-1 1-6,0-7 0,-1 1 0,1-1 0,-1 1 0,1-1 0,-1 1 0,1 0 0,0-1 0,-1 1 0,1 0 0,0 0 0,0 0 0,0 0 0,-1-1 0,1 1 0,0 0 0,0 1 0,1 2 15,-1-2 0,1 3 0,0 1 0,0 1 0,0-1 0,1 1 0,-1-2 0,0-1-31,1 3 1,-1-1 0,1-1 0,-1 0 0,1 1 0,0 1 7,-1-3 1,1 2-1,0 1 1,-1 0 0,1 1-1,0-2 1,0-1-1,-1-1-7,1 0 0,0-2 0,-1-1 0,0 0 0,1 1 0,0 2 7,0-1 1,0 1-1,0 1 1,1 0-1,0 1 1,-1 1 0,1-1-1,0 0-2,-1-4 0,0 0 0,0 0 0,0 0 0,0 0 0,0 0 0,1 1 0,-1 1 0,1 0-4,-1-2 0,0 1 1,1 1-1,-1 0 1,1 1-1,0 0 0,-1-1 1,1 0-1,-1 0 1,1-2-1,-1 0-16,1 5 0,0-1 0,0-1 0,0 0 0,0-1 0,-1-1 0,1 1 0,-1-1 12,2 4 1,-1 0 0,0-1 0,0 0 0,-1-1 0,1-2 0,-1-1 5,0 1 0,-1-2 0,0-2 0,0 1 0,1 1-18,-1 5 0,1 2 0,0 0 0,-1-1 0,0-2 0,0 0 0,0-1 0,-1-1 0,1 1-18,-2-5 0,1 2 0,-1-1 0,0 0 0,0-3-12,0 7 0,0-3 0,-1-1-30,1-1 0,-1-1 0,0 1-90,0 4 0,0 0 0,0-1 15,0 3 1,0 0 357,0 3 1,1-2-674,0-9 1,-1-4 1160,3 10-1746,-2-15 1,1-2-799,4-7 1833,-2-3 0,5-15 0,-2-4 0</inkml:trace>
  <inkml:trace contextRef="#ctx0" brushRef="#br0" timeOffset="-205864.46">12366 6209 10051,'4'-7'1170,"1"0"-721,-2 3-359,3 0 90,-2 2 0,1-1-90,-1 0 0,0 1 180,4-1-180,-1 0 0,1 1 0,1 2 0,-4 2-90,1 2 0,-2 1-90,-3 2 90,-1 1-180,-1 3 90,-3 3 0,-3 4-90,-3 2-562,-3 4 652,-1 0-90,0 0 90,0-2-180,-5 6 181,7-11-1,-2 4-96,5-8 186,4-6-179,-1 2 179,13-10 0,-3 0 0,9-7 651,-3 0-561,4-4-90,1-2 0,3-1-1291,11-9 1291,-7 4 90,8-6-90,-7 5 0,-1 0 90,0 2-610,3-4 700,-8 8-91,2-1 1,-12 9 128,1-1 0,-4 4-128,-5 8 1188,-3 3-1188,-5 8-90,-1 3 382,0 2-292,0 4-128,-1 15-1,5-11 84,3-5 0,1 0-45,3 1 0,3 8 0,1-12 0,2 0-90,0-4 0,1-3 0,2-1-89,1-3-91,1-1-90,1-3-90,-1-2-179,1-1-383,0-3-517,1 0 1529,-1-3 0,5-1 0,0-3 0</inkml:trace>
  <inkml:trace contextRef="#ctx0" brushRef="#br0" timeOffset="-205619.46">12831 6383 10771,'5'5'899,"0"-1"-719,2-5 0,-1 0-90,2 0 90,0-1 0,6-1-630,0-2-90,0 1-359,-3 0-540,-5 2 1439,1-1 0,-4 1 0,0 1 0</inkml:trace>
  <inkml:trace contextRef="#ctx0" brushRef="#br0" timeOffset="-205422.46">12805 6522 10051,'6'3'450,"1"-1"-360,-2-3 90,3 0-90,1-1 0,1 0-90,1-1-180,1 0-180,-1 0-270,1-2-629,-1 1 270,0-1 989,1 1 0,3-4 0,1 0 0</inkml:trace>
  <inkml:trace contextRef="#ctx0" brushRef="#br0" timeOffset="-204914.46">13231 6257 10051,'-3'-9'1260,"2"0"-1081,2 4 91,2-1-90,0 2 0,3-1 0,0 0 0,3-1-90,1 1 0,2-2 90,1 2-90,1-2 0,0 2-90,-1-1 90,0 1-1,-3 1-89,0 1 90,0 0 0,-4 2-90,1 2 0,-8 4-90,-5 7 90,-4 0 0,-2 4-90,1-4 90,1 0-89,-1 1 89,2-1-90,1 1 90,1-2-90,1 1 90,1-2-90,3 1 90,0-2-90,4 5 0,0-5 0,8 8 0,4-2 90,3 2 0,1-1 0,-3-2-90,3 2 90,-7-3-90,3 2 90,-9-1 0,-3-3 0,-6 8 0,-2-6 0,-8 4-909,0-3 909,-4 1-90,-1-1 90,1-1 0,-4 1-90,3-1-270,2-2 0,4-3-1799,5-2 2159,4-3 0,0 0 0,3-2 0</inkml:trace>
  <inkml:trace contextRef="#ctx0" brushRef="#br0" timeOffset="-204280.46">14096 6571 11311,'-8'-1'1169,"1"0"-989,-1 1 0,2 2 0,-3-1-90,0 0 89,-2 1-89,-2 0 0,-1 0 0,-3 1 0,1-1 0,-3 0 0,1 1-90,-2-1 90,1 0 0,3 0-90,0-2 90,3 1-90,1-1 90,-1-2-90,4 0 0,-2-2 0,6-2 0,2 0 90,1-2-90,3-2 0,5-14 0,8-15-1252,-2 10 1,0-1 1251,-1 3 0,1 0 0,4-9 0,-1 1-421,1-2 421,-7 13 0,0 1 0,-2-1 0,-2 4 0,-3 5-90,-3 3 90,-2 3 0,-2 2 2367,-2 3-2367,-1 3 467,-2 3-467,0 2 0,-1 2-90,1 3 90,0 3-180,-1 9 90,4-4 0,0 7 0,4-6 0,3 0-90,2 4 90,1-2-827,4 5 827,0-2-90,3 0 90,1 1-90,2-1 90,0 0 0,0 0 0,1 1 90,0-1-90,-1 1 0,1-1 0,-1 1 90,0 1-90,0 0 1,-1-1-1005,-1 1 1004,-2-3 90,-2-1-180,0 5 90,-4-8-151,0 9 151,-3-13 0,-2 3 475,0-6-655,-2-1-89,1-2-1440,0 2 2153,-1-4-354,1 1 0,2-5 0,0 0 0</inkml:trace>
  <inkml:trace contextRef="#ctx0" brushRef="#br0" timeOffset="-203646.46">14584 6419 9602,'-1'-6'1798,"-1"-1"-1348,1 3 450,-1-1-181,1-1-179,0 1-270,2-2 90,3-1-180,1 1-1,2 0-89,1 3 90,1-1-90,1 0 90,7-1-90,-3 1-90,4 1 0,-8 2-90,1 2 0,-3 1 0,1 1-90,-2 1-90,-1 3 91,-3 0-91,-3 2 90,-3 2-90,-2 3 0,-3 3-498,-4 3 499,-2 2 89,-1-1-90,-1 0 90,1 0-90,-7 3 90,7-6 0,-2 1 0,6-5 90,3-6 1,-2 3 89,6-6 0,4-6 89,2-1 1,11-13-90,-1 4 588,6-8-498,10-7-90,-4 3-523,-3 4 0,0 0 523,-4 4 0,0 0 45,0-1 0,-1 2-45,11-11 0,-12 12 90,3-1 0,-8 5-90,1 0 90,-6 6 0,-1 2-90,-3 8 90,-4 5-90,-1 4 0,-2 3 1136,1-3-1046,-1 10-90,2-8 0,-1 7 0,3-3 0,1-5 90,2 4-180,0-8 90,2-1-90,0-1 0,1-1-180,1-2 0,0 0-90,3-2-89,1-1-271,1 0-719,2-1 0,1-1 1439,2-2 0,7-1 0,2-1 0</inkml:trace>
  <inkml:trace contextRef="#ctx0" brushRef="#br0" timeOffset="-203413.46">15186 6382 10051,'-9'-1'1799,"9"-2"-1619,3 1-90,7-1 90,-2 1-90,0 1-90,1-1 0,1 1-270,0-1-90,-1 1-1978,2-1 449,-3-1 1889,-1 2 0,-4 0 0,-2 1 0</inkml:trace>
  <inkml:trace contextRef="#ctx0" brushRef="#br0" timeOffset="-203244.46">15149 6509 10051,'10'-1'180,"-1"0"-180,0 0-90,3-1-899,4-1-1,1 0 990,8-3 0,0 1 0,7-1 0</inkml:trace>
  <inkml:trace contextRef="#ctx0" brushRef="#br0" timeOffset="-202628.46">15761 6307 9691,'-1'-7'1440,"-1"0"-721,0 3 181,1-2-181,-1 2-539,-3 8 0,1 0-90,-3 10 0,0 2 90,-7 14-1184,2-4 1094,-4 9-90,3-8-90,0-2 1,1 2-1,0-1-671,1-1 581,2-2-90,1-4 180,2-4-90,1-2 0,0-3 90,1-1 1024,1-2-1473,1-1 1189,7-9-740,0-3 0,5-4 0,-1-2 90,-3 4 0,1 0-90,-3 4 90,0 0 0,1 1 0,0 1-90,0 1 90,1 0 0,0 1 0,0 0-180,4 1 90,-2 0 90,3 0-90,-3 0-89,4-2 179,-3 1-90,4-2 90,-5 0-90,4-3 90,-3 0-90,3-3 180,-5 2-90,0-3 90,0 1 0,0-2-1,2-4 1,-2 4 0,2-2 0,-4 5-90,-1 2 90,-1 0 0,0 2 0,-5 14 0,-1-1 0,-6 16 0,0-4 0,-3 5-1690,1 3 1690,-1 3 0,1-1-968,2 3 878,1-5-484,4-1 574,1-4 0,3 4-180,1-10-180,2 4-180,1-10-539,0-2 684,1-2 305,4-1 0,0-6 0,4-2 0</inkml:trace>
  <inkml:trace contextRef="#ctx0" brushRef="#br0" timeOffset="-200462.46">16213 6113 9512,'1'-9'2608,"-1"1"-2338,3 20-90,-2-2 0,3 23-2008,-3-2 1918,0-10 0,0 3-45,0 1 0,-1 3 45,1 7 0,-1 3-866,0-11 0,0 2 0,0 0 836,0 4 0,-1 1 0,1 0-643,-1 2 1,0 2 0,0-1 642,0 3 0,0-1 0,-1 2-285,1-10 0,0 2 0,0-1 0,0 1 270,0 5 0,-1 1 0,1 1 0,-1-1-172,1-3 0,-1-2 1,1 3-1,0 2 191,0-4 0,0 2 1,-1 3-1,1 0 0,0 0 1,0-2-1,0-2-28,0-1 0,1-1 0,-1-2 0,1 1 0,-1 3-11,1 0 1,-1 2 0,1 2 0,-1 1-1,1-1 1,0-2 0,0-2 71,0-1 0,0-2 1,1-1-1,0 1 1,-1 2-24,1 4 1,1 2 0,-1 2 0,0 0 0,1-1 0,-1-1-77,1-1 1,0-1 0,-1-1 0,1 0 0,0 2 31,0-1 0,0 2 0,0 1 0,0-1 0,0-1 0,0-3-8,1 5 1,0-3-1,0-2 1,0 1 22,0 0 0,0 0 0,0 0 0,0-2-23,0-2 1,0-1-1,0 0 1,0-1-1,1 1 1,-1 0-1,0 0 1,1 0-72,-1-1 1,1 1-1,-1 0 1,1-1 93,-1 1 0,1 0 0,0 0 0,0-1-45,0 1 0,0-1 0,0 0 0,0 0 22,0 0 1,0 0-1,0 0 1,1 0-1,-1-1 0,0 1 1,0-1-1,0 0 8,1 10 0,0 0 0,-1 0-30,1-2 0,0 1 0,-1-1 0,0-1 0,0 0 0,-1 0 30,0-1 0,0 0 0,-1-1-30,0-1 0,-1 0 0,1 0 121,-1-2 0,-1-1 0,1 2-151,-1 4 0,-1 2 0,0-1-60,-1-1 0,0-1 0,0 0 30,0-4 0,-1 0 0,1 0-60,-2 1 0,0-1 0,0-4-15,1-5 1,-1-2-1,0 4 0,-1-3 964,2 1-1098,-2-7-181,3-3 1514,-2 1-1514,3-6 1116,-2-1 1,4-18 0,1-4-1</inkml:trace>
  <inkml:trace contextRef="#ctx0" brushRef="#br0" timeOffset="-199412.46">16653 6587 10411,'-6'-5'90,"1"1"270,2 1 90,0 0-1,-1-1 91,3 0-270,1-3-90,1 1 269,5-5-359,-2 4 90,3-4 0,-1 5 0,4-4 90,0 1-270,2 0 90,-2 3 0,-3 3 0,-1 2-90,1 1 90,-1 1-90,0 2 0,-1 3 0,0 1 90,-2 2-90,-1 2 0,-2 2-90,-2 2 90,-2 1 0,-3 5-90,-7 11 90,1-7 0,-5 8-90,6-15 90,1-1 0,2-4-90,2-2 90,1-2 0,1-2-90,1-1 90,1-1-90,0-1 90,9-9 0,0-1 0,7-8 0,-1-2 0,2-1 0,3-3-239,-2 2 0,0-1 239,9-9-757,-7 8 1,0-1 756,5-8 0,-1 4-248,-2 0 248,3-1 0,-8 7 0,2 0 0,-8 9-90,-2 3 90,-1 1 228,-1 2-228,-2 8 1527,-4 8-1527,-1 3 0,-4 9-403,0-3 403,-2 5 0,0 0 0,-1 0 0,2 0 0,-1 1 0,3-4 0,0 0-233,2-5 143,2-2 90,1 0 0,1-3-90,1 0 90,1-3 600,2-1-690,1-2 250,2-3-339,2-1-1,1-1-90,1-3-90,3-1-90,1-2-179,4-3-1080,0-2-270,2-4 1979,0 1 0,2-5 0,0 0 0</inkml:trace>
  <inkml:trace contextRef="#ctx0" brushRef="#br0" timeOffset="-199172.46">17154 6551 10861,'5'-5'899,"-1"0"-719,0 3 0,-1-1 0,1 1 0,0 0 0,1-1-90,2 0 0,0 0 0,0 0-180,1 0-180,-1 0-90,1-1-180,-1 1-269,0 1-720,-1 0 1529,-1 1 0,0 1 0,-1 0 0</inkml:trace>
  <inkml:trace contextRef="#ctx0" brushRef="#br0" timeOffset="-198988.46">17176 6635 10951,'12'2'180,"-2"-1"-270,1-3-90,-1 0-90,2-1-90,1 0-180,0 0-719,2 1 360,-1-1 899,1 0 0,6-2 0,1 0 0</inkml:trace>
  <inkml:trace contextRef="#ctx0" brushRef="#br0" timeOffset="-198363.46">17621 6382 9781,'4'-7'1170,"-1"2"-541,-1 1 1440,0 1-1979,-8 16 0,1-3 0,-6 14 0,1-5-180,-1 1 90,-3 4 0,0 0-1087,-1 1 997,1 1 0,-1-2-180,-3 8 90,5-9-179,-4 7 179,10-17 90,0 1-90,3-7 90,2-1-90,1-1 0,2-2 90,3-1 90,1-2 907,2-3-997,-1 0 90,3-1-90,4-3 0,3-2 90,4-1 0,-6 2-90,3 1 1,-5 4 89,1 0-90,-3 1 90,-2 2-90,4 0 0,-2 1 90,4 0-90,-4 0 90,0 0-90,0 0 0,0-1 90,0 0-90,0 0-90,4-2 180,-3-1-90,3 0 90,-5-1-90,3-3 180,-4 0-90,2-1 180,-3-3-90,-2 3 90,2-4-90,-4 5-90,1-1 90,-3 4-90,1 0 180,0 1-180,0 6 0,-2 6 0,0 6 90,-3 19-90,-1-6-1221,1 13 1221,1-9 90,0 1-90,2-3-876,0 8 966,0-14-683,1 6 413,-1-14-129,1-2-51,1-1 939,0-3-3188,4 1 2841,1-4 1,6 0-1,1-5 1</inkml:trace>
  <inkml:trace contextRef="#ctx0" brushRef="#br0" timeOffset="-197763.46">18300 6752 10141,'7'3'1080,"-2"0"-811,-3 1-89,-1 1-90,-2 0 0,-3 2 0,0-2 0,-3 2 0,-1-1 0,-1 0 0,-3 2 0,-8 2 0,4-2 0,-5 1-90,7-4 90,0-1-90,2-2 0,0 0 90,1-1-90,1-2 0,1 0-90,2-2 90,0-1 0,3-2 0,1-2 0,3-1 0,1-4 0,4-5-902,2-3 812,6-9 90,3-4-45,-7 15 0,0-1 45,2-1 0,1-1 0,-1 1 0,1-2-1120,5-10 0,0 0 1120,-4 8 0,0 0 0,3-7 0,0 1-442,-5 11 1,-2 0 351,8-15-37,-3 4 127,-2-1-90,-5 12 90,-1-1 0,-4 12 596,-3 2-596,-2 4 1936,-2 2-1936,-2 2 1233,-2 5-1233,-7 8-90,2 1 90,-3 8-90,4-2 0,4-1 0,1 0-52,3-2 52,2-1-90,2 0 0,1 0 90,1 2-90,2 3-694,2 3 694,1 3 90,2 1 0,0-1 0,2 1 45,-4-9 0,1 1-45,4 12-157,-3-12 1,-1 0 201,0 1 0,-1-1 45,5 11-45,-5-11 0,0-1 45,2 8 0,-2-4 0,0-1 0,-3-5 0,0-2 139,-1-2-139,-2 5 770,-1-7-770,-1 3 0,0-7-90,0 0 269,0-1-539,-1-2-1259,1-1 1619,-1 0 0,2-3 0,-1 0 0</inkml:trace>
  <inkml:trace contextRef="#ctx0" brushRef="#br0" timeOffset="-197180.46">18728 6597 9422,'-3'-7'1978,"0"-2"-1618,4 2 0,-1-2-90,3 2 90,1 1-90,1 0-91,2-2 91,1 1-90,2-2 180,8-3-270,-4 2 90,4-1-90,-7 6 0,-2 0-90,3 3-90,-4 4 0,0 1-180,-7 9 90,-5 0 0,-6 7-466,-2-2 466,-3 3 0,-3 0 0,0 2 1,0-1-1,0-1 90,3-3 0,2-3-90,3-2 11,2-3 79,1-1 0,0 0 90,3-3 0,11-8 0,-2-2 90,11-8-90,-3 0-33,1-1 33,4-4 0,3-3 90,2-2-1030,2-2 940,1-1 0,-10 11 0,0 0 0,8-7 0,6-5 0,-16 15 0,-1 0 0,-7 7 448,-1 2-448,-1 5 1070,-3 1-1070,-1 5 0,-3 1 0,-2 3 0,-1 2 0,-2 5 0,-1 1 0,1 2-469,-1 1 469,3-2 0,0 0 0,2-4 0,0 6 0,2-9 0,1 5 0,1-9-90,2-1-89,0-2-91,2-1 289,1-1-469,0-3-1079,1 0-90,2-2 1619,1 0 0,8-5 0,1-1 0</inkml:trace>
  <inkml:trace contextRef="#ctx0" brushRef="#br0" timeOffset="-196939.46">19219 6555 11850,'4'-7'900,"0"1"-720,4 3 0,0 0-91,2 0 1,2 1 0,0-1-180,1 1-179,-2 1-181,-1-1-2069,3-1 1,-5 2 2518,1-1 0,-6 2 0,-1-1 0</inkml:trace>
  <inkml:trace contextRef="#ctx0" brushRef="#br0" timeOffset="-196747.46">19133 6703 10861,'15'1'270,"4"-2"-180,-3-1-90,3-1-90,-5 1-180,1-1-360,1 0-719,0 0 0,1-2 1349,0 2 0,5-4 0,1 0 0</inkml:trace>
  <inkml:trace contextRef="#ctx0" brushRef="#br0" timeOffset="-196347.46">19761 6406 11490,'2'-7'2429,"-1"0"-2249,-7 8-90,1-1 90,-10 8-90,7-1 0,-4 3-90,5 0-90,0-1 0,0 3-180,1 3 90,3-2 0,1 4 0,5-3 0,4 2 90,3 2 0,3 2-613,1 0 613,1-2 0,3 4-90,1 0 90,-3-2 90,-3-3-90,-5-6 0,-2-1 90,-2 0 0,-1 0 0,-1 0-90,-3 0 614,-1 0-524,-3 1 0,-1 0 0,-2 0-90,-2 0 0,0-1-270,-1-1 0,-1-1-269,1-1-900,-1-1-180,1-1 1709,0-1 0,-3 0 0,0 0 0</inkml:trace>
  <inkml:trace contextRef="#ctx0" brushRef="#br0" timeOffset="-196121.46">19869 6445 10771,'1'-10'1169,"0"0"-179,0 0-1,-1 3-629,1-1 359,0 3-449,1-2 0,0 3 0,2-2 0,2 1-180,3-1-180,3 0-90,7-1-462,5-1-258,0 1 1,4 0-740,2-2 1,1 0-1,1 0 1,0-1 1047,-4 1 1,-2 0 0,12-7 0,-4 0 0</inkml:trace>
  <inkml:trace contextRef="#ctx0" brushRef="#br0" timeOffset="-183904.46">19774 1256 8612,'-5'-4'450,"-1"1"-270,3 0-90,-2 1 0,1 0 90,-2-1-91,1 1 91,-1 0-90,-1 0 0,-1 1 0,1 0 0,-2 2 0,0-1 0,-2 1 0,0 1-90,-1 1 180,-8 6-180,5 0-509,-7 6 509,7-1 0,0 3 0,2 1 90,0 6-90,5 2 90,1-1-90,5-1 0,3-9 0,2 1 0,2-1 0,6 6 90,-1-6-90,4 2 0,-3-8 0,-1-3 599,2 0-599,-1-3 90,-1-2-90,0 0 0,1-2 0,3-4 90,-3-1 0,2-2-1,-5 0 91,0 0-90,-1-2 180,1-6 90,-2-3-180,0-1-90,-3 2 90,-1 7-90,-1 1 0,0 3 0,0 0 269,0 2-359,0 10 90,0 1-90,0 12 90,-1 20 0,1-4-1729,-1-6 1,1 0 1580,-1-4 1,1-2 102,0 4 0,0 0-402,0 0 1,0 0 401,1 12 0,-1 1-45,0-11 0,0 1-685,-1 9 0,1-1 685,0-11 0,-1-2 45,0-2 0,0 0-450,0 19 405,-1-10 0,0-5 90,0-5 1946,0-3-2036,-1-2 0,0-3 833,-2-1-833,0-2 2053,-2-3-2053,0 0 0,-2-4 90,0 0-90,-13-6 0,7-1 621,-10-5-621,11 0 0,0 0 0,1-3 0,1 1 0,0-3 0,2 1 0,1 0 190,2 0-190,2 0 0,2 1 0,2 0 0,1 1-90,1 1 327,2 1-417,0-1 90,1 1-180,1 0-90,1 1-539,1-3 179,-1 4-1079,2-2-449,-2 3 2248,0-1 0,5-3 0,0-1 0</inkml:trace>
  <inkml:trace contextRef="#ctx0" brushRef="#br0" timeOffset="-183238.46">19918 1850 10771,'0'-10'1079,"0"3"-629,2 2-180,0 0 180,0 2-271,1-3 1,0 3 0,1-1 0,-1 0-90,1 2 180,3-2-180,-1 1 0,2 0 0,-1 2-90,-1 1 90,0 0 0,1 1-90,0 1 90,-2 1-90,1 1 0,-1 2 0,-1 1 0,-1 2-90,-3 1 0,-1 1 0,-4 2 0,-3 4-180,-11 12 180,3-5-1234,-8 7 1234,8-11-215,-6 5 125,3-3 91,3-2 89,4-6-90,7-6 0,0-2 90,10-6 0,0-1 90,18-16-90,-6 3-425,11-11 515,-3 3-90,2-4 0,0-2 0,-1 0 0,0 0 45,-10 10 0,1 0-45,5-6 33,4-4-33,-14 15 0,-2 3 0,-3 2 0,-1 1 90,-2 4-90,-2 4 1570,-1 3-1570,-6 14 0,-1-4 0,-4 10 0,0-4 90,-1 3-90,0 0 0,-3 9-857,4-9 857,0 6 0,5-10 0,2-3 0,1-1 0,2-2 0,2-1 0,1-2-90,1-1 857,3-2-946,2-1-541,6-2 270,-2-3-179,5-3-2648,2-5 3174,-4-1 0,8-4 0,-6 1 1</inkml:trace>
  <inkml:trace contextRef="#ctx0" brushRef="#br0" timeOffset="-182397.46">20489 1616 10051,'5'-5'720,"-1"1"-540,2 2 0,0 0 0,0 1-1,1-2-89,1 1 0,0 0 90,1-1-90,-1 0-90,0 0-180,-1 0-539,3-1 719,-2 1 0,-1 1 0,-4 1 0</inkml:trace>
  <inkml:trace contextRef="#ctx0" brushRef="#br0" timeOffset="-182204.46">20474 1778 9691,'7'3'180,"2"-1"-360,1-4-449,3-2-361,-1 0 451,1 0 539,-3-1 0,5 1 0,1-1 0</inkml:trace>
  <inkml:trace contextRef="#ctx0" brushRef="#br0" timeOffset="-174371.46">20797 863 9062,'-7'-5'2878,"0"1"-2878,11 2 90,-1 0-90,8 0 90,-2 0-90,2 0 90,3 0-90,3-2 90,4 0-90,2-1 0,2 1 0,-2 0 0,7 0-90,-9 1-490,6-1 310,-11 2-89,-2 1-91,-2-1 0,-1 1-989,-2 0-90,0 0 1529,-3 1 0,0 0 0,-1 0 0</inkml:trace>
  <inkml:trace contextRef="#ctx0" brushRef="#br0" timeOffset="-173280.46">20888 846 9422,'-3'-7'1349,"1"14"-1259,2-2 90,1 11 0,-1-6-1,1 4 1,-1 2 90,2 18-90,0-10 0,-1 2-1574,1 1 1,-1 2 1483,1 2 0,0 1 0,-1-6 0,0 1-540,1 12 0,-1 2 570,0-10 0,0 0 0,0 0-60,-1 0 0,1 0 0,-1 0-30,0 1 0,1-1 0,-2-1 59,1 3 1,-1 0-804,0 0 0,0 1 759,0 4 0,-1 0-685,1 2 0,-1 1 700,1-12 0,-1 1 0,1 0 0,-1 0 0,0 0 0,0-1-14,0 1 1,0 0 0,0 0-17,0 0 0,-1-1 0,1 1 30,0 0 0,-1 0 0,1 1 7,-1 1 1,0 2-1,1 0 1,-1-2-99,0 2 1,0-1-1,0 3 67,0-4 0,0 2 0,0 2 0,0 0 0,-1-2 31,1 3 1,-1-2-1,0 0 1,1 0-103,-1 1 0,0 0 0,1-1 1,-1 0 56,0-2 1,0 1-1,0-2 1,1-1 7,-1 0 0,0-2 0,1 0 0,-1 1 0,0-1 0,0-1 0,1 1 0,-1 0 0,0 0 0,1 0 0,-1 0 0,1 0-30,-1 0 0,1 0 0,-1 0 30,1 0 0,0 0 0,0 0-1,0 0 1,0 0 0,1 0-30,-1-1 0,1 0 0,0 2 33,-1 8 0,1 3 1,0-3-34,1-9 0,-1-1 0,1 2-47,0 4 1,0 3-1,-1 1 1,2-5 46,-1 7 0,1 0 206,0-4 0,-1 4 0,1-3-206,0 4 0,1 0 138,0 0 0,0 0-108,0-12 0,0 0 0,1-1-30,-1 8 0,2 0 0,-2-9 0,1 2 0,0-1 78,0 11 1,1-1-79,0 1 0,-1 0 0,1-2 0,0 0 474,-1-3 1,1-1-475,-1 1 0,0 0-178,1-1 1,-1 1 177,0-1 0,0 1-10,0-1 0,-1 1 55,1-1 0,0 0-45,0 0 0,-1-1 0,1 0 0,-1-1 0,1 0 0,-1 0 0,0 0 0,0-1 45,-1 1 0,0-1 176,1 0 1,-1-1-222,0 0 0,-1-1 0,1 0 0,-1 0-40,1-1 0,-1-1 40,1-2 0,-1 0 0,1-2 0,-1 1 0,1 17 0,-2 0 445,1-13 1,0 1-446,-1 14 0,0-9 0,1-1 0,-1 2 1119,0 6-1119,1-17 0,0-4 1511,-1-1-1511,-1 5 0,1-7 1385,-3 9-1385,2-7 0,-1 0 90,0-4 462,2-5-552,-1-2 925,1 0-925,0 0 0,0-1 0,0-1 0,0 0 90,0-2-90,0 2 0,0-2 0,0 0 0,-2-1 0,1-1-180,-2 0 180,11-3 0,-4 1 0,9-1 0,-5 0-90,4 1 90,-2-1 0,4 1 0,-2-1 0,1 1 0,2 0 0,2 1-90,2-1 0,2 1 90,6-2-90,2 1-1065,5 0 1155,-1 0-90,2 0 0,-1 1-139,-11 0 0,1 0-41,16 0 180,-2 0 0,-10 0-270,-8 0 90,-6 0-1079,4-1-450,-9 0-1478,-1-1 2859,-4-3 1,-2 0-1,-2-1 1</inkml:trace>
  <inkml:trace contextRef="#ctx0" brushRef="#br0" timeOffset="-171172.46">24440 844 9781,'9'1'-359,"0"1"359,-2-2 0,0 0 0,1 0 90,6 0-90,-1 0 90,5 0-90,-5-1 89,2 1-89,0-2 90,1 2-90,5-2 0,-4 1 90,4-1-90,-6 0 90,-2 1 0,-1-1-90,-1 0 90,0 0 90,1 0 90,0 1-180,-1-2 90,-2 2 0,-4 0-90,0 0 90,-1 1-91,3 0 1,-2 0-90,0 1 180,1 1 0,-2 1-90,1 1 90,-2 0-90,0 2 90,0 1-90,-1 4 90,1 1 0,-1 5-90,1 5 90,1 4-1186,-2 6 1185,1 8-1048,-2-17 1,0 1 958,0 3 0,-1 1 45,1 2 0,-1 0-46,1 2 1,-1 1 0,1 4 0,-1 1 0,1-2 0,-1 2 22,1-8 1,-1 2-1,1 2 1,0-3-831,0 1 0,-1-2 0,1 3 763,0-1 0,0 2 0,0 0 0,0-2-242,0 1 1,0-2 0,0 0 256,0 1 0,0 0 0,0 0-1,0 0 1,0 0 0,0 1-212,0-1 1,0 1 0,-1-1 211,1 0 0,-1-1 0,1 3 7,-1 0 1,0 1-1,0 1 1,0-2-8,0 2 0,0-2 0,-1 1-15,1-1-1,0 1 1,0 1 0,-1-4-175,1 0 0,-1-1 0,1-1 190,-1 0 0,0 1 0,1 0 140,-1-1 0,0-1 0,0 3-133,0-1 1,-1 2 0,0 0-1,0-1-7,0 0 0,0-1 0,-1 3 7,-1 4 1,1 3-1,-2 1 1,2-5-236,-1-8 1,1-3 0,-1 2 227,-1 10 0,0 1 0,0-3-15,0 1 0,0-2 59,0 1 1,0 1-60,-1 1 0,1-1 0,-1-2 0,0 1 44,1-4 1,-1 1 0,1-1-45,-1 7 0,0-1-15,0-7 0,1 2 0,0 0 0,1-2 0,0-1 0,0 0 15,-1 8 0,0 0-15,1-9 0,0 2 0,0-2 15,0 2 0,1-1-45,-1 1 0,0 0 238,1 0 1,0 0-239,1-1 0,-1 0 45,1 0 0,0 0-45,1 0 0,0-1 45,0 0 0,0 0-45,1-1 0,0 1 0,0-1 0,0 0 53,1-1 0,-1 1-53,1-1 0,-1 0 395,1-1 0,0 0-350,0 0 0,-1-1-45,1-2 0,-1 1 0,1-2 0,-1 0 0,0 1 0,1-1 90,0 19-90,-1-19 0,0 0 0,0 6 0,0 0 0,-1-4 0,0 0 0,1 5 0,-1-1 45,-1-6 0,1-1-45,-1 0 0,0 0 749,-1 18-749,-2 1 0,2-3 0,-1 0 0,0 0 0,-1 0 0,1 0 0,0-1 575,1 0-485,0-1-90,1 0 0,-1-1 0,1-1 0,0 0 0,1-2 1123,0-2-1123,-1 7 0,-1 0 0,0-3 1157,0 4-1157,1-13 0,-1 0 0,1-7 0,1-6 1001,-1 0-1001,0 4 1380,1-4-1380,-1 2 307,1-6-307,0 0 68,0 0-68,0-1 0,0-1 0,1 2 0,-2-2-90,1 1 90,0 0-90,-1-2 0,1 3 1,0-2 89,0 1-180,0-1 90,1 1 0,0 2 0,0-2 0,0 2 0,1 0 0,-1-2 0,1 3 90,-1-3-180,1-1 90,-1 3-180,1-3 90,-1 2 0,0-3-179,0 2 179,0-1-180,0 1 270,-3-4 90,-1-2 0,-2-2 0,-1-1 0,2 2-90,-2-1 90,1 2 0,-5 0 0,2 2 0,-3-1 0,1 2 0,-2-1 0,-11 3 0,1 0-90,-10 2-1086,3-2 861,4-1 0,0 0-667,5-1 0,-1 0 712,-7 1 0,0 1-449,-11 1-451,14-2 1,0 1-180,-10 1 494,12-2 1,2 0-1560,-4 0 2414,3-1 0,-1-1 0,1-1 0</inkml:trace>
  <inkml:trace contextRef="#ctx0" brushRef="#br0" timeOffset="-164197.46">21124 1205 9691,'-7'-6'1889,"1"2"-1349,2 1-270,-1 3-270,-1 0 90,1 1 0,-1 1 0,1 0-90,0 1 90,-1 1-90,2 0 0,-1 0 90,1 1-90,-1 1 0,0 3 0,1-2 90,-2 3-90,4-2 0,0 1 0,0 0 0,1-1 0,0 0 0,1 0 90,1 1-90,0 0 0,1 0 0,1 0 0,0 0-90,1 0 90,0-2 0,1 1-90,0-2 90,0 1-90,0-1 90,1 0 0,4 2-90,0-3 90,2 1 0,4-3 0,-2-3 0,1 0 0,-2-3 90,-3 1 0,5-5 0,-4 1 0,4-3 0,-6 0-1,-1 0 91,0-2-90,-1-2 180,1-6-90,-2 2-90,-1-4 90,-2 0-90,-2 6 0,0-4 0,-2 7 0,-1 0-90,-1 1 90,-2 0-90,0 1 90,-1 0-90,-1 2 0,-2 2 90,-1 0-180,1 3 90,-2 0-270,-4 1 90,3 1-90,-4 1-90,6 2 0,1 0 1,0 1-91,1-1-90,1 2-89,2-1-1080,1 2-360,1-1 2069,1 0 0,1 1 0,1 0 0</inkml:trace>
  <inkml:trace contextRef="#ctx0" brushRef="#br0" timeOffset="-163647.46">21414 1307 14189,'7'-2'360,"2"1"-270,-2 1 0,5 0 0,-5-1-90,3 1 89,-2-1-89,-1 2-89,-1-1-1,1 0-90,-1 1 0,-1-1-450,1 0 270,-1 1-449,0-1-181,0 1-2287,-1-1 3084,2 1 1,-3-1-1,0 0 1</inkml:trace>
  <inkml:trace contextRef="#ctx0" brushRef="#br0" timeOffset="-162963.46">21708 1166 10501,'-6'-4'2069,"6"1"-1979,3 0 0,4 2-90,-1 2 90,-1 0 0,0 1-90,-1-1 0,2 3 0,-3-1 90,2 1-90,-2 0 0,-1 1 0,0 0 0,-1 2 90,-1 0-90,0 1 0,-2 1 0,-1 0 0,-1 1 0,-2 0 0,-1 1 0,-6 6 0,4-4 0,-4 4-90,1-2 90,2-4 0,-1 3 0,4-6 0,1-1-90,1-1 90,1-1 0,1 0 0,0 0 0,1-1 0,1 1 0,3 0 0,0 0 0,1-2 0,1-1 0,0 0 0,4 0 0,-2-1 0,4 1 0,1 0 0,-1-1 0,3 1 0,3-1-180,-5 0-90,5 0-90,-6 0-180,0-1-1259,-1 0-449,-1 0 2248,0 0 0,3-1 0,1-1 0</inkml:trace>
  <inkml:trace contextRef="#ctx0" brushRef="#br0" timeOffset="-145988.46">12904 1319 8882,'-7'-2'1979,"7"-3"-1979,-1 3 0,7-2 0,-2 1 0,1 0 0,0-1 90,1-1-180,5-4 0,0 0-90,3-3 0,-3 2-180,0 0-179,-1 1-631,0-1 361,-1 1 809,-2 2 0,3-3 0,-1 1 0</inkml:trace>
  <inkml:trace contextRef="#ctx0" brushRef="#br0" timeOffset="-134422.46">11546 1443 7803,'-2'2'0,"-1"2"0</inkml:trace>
  <inkml:trace contextRef="#ctx0" brushRef="#br0" timeOffset="-133972.46">11679 2017 8882,'-3'-7'0,"1"2"0</inkml:trace>
  <inkml:trace contextRef="#ctx0" brushRef="#br0" timeOffset="-133464.46">11826 2953 7892,'0'0'0</inkml:trace>
  <inkml:trace contextRef="#ctx0" brushRef="#br0" timeOffset="-132946.46">11801 3982 9332,'-2'-7'337,"0"0"0,0 6 1,1-1-1</inkml:trace>
  <inkml:trace contextRef="#ctx0" brushRef="#br0" timeOffset="-132446.46">11814 4892 10231,'-2'-7'-675,"3"2"1,0 3-1,1 2 1</inkml:trace>
  <inkml:trace contextRef="#ctx0" brushRef="#br0" timeOffset="-132030.46">11840 5613 9781,'-3'-10'0,"2"0"0</inkml:trace>
  <inkml:trace contextRef="#ctx0" brushRef="#br0" timeOffset="-125255.46">12697 428 12120,'-5'-8'180,"1"1"-180,2 2 90,0 1-90,0-2 90,-1 0-90,0-1 90,0 0 0,-3-6-90,-1-2 0,-1 1 0,0 0 0,2 4 90,-4-4-90,2 3 0,-2-2 0,4 4 0,-2 1 0,1 0 0,-1 1 0,-1 0 0,1 1 0,-1-1 0,0 2 0,-1 0 0,-1 0 0,0 1 0,0 0 0,-1 1 0,0 0 0,0 1 0,-1 0 0,1 1 0,0 0-90,-6 1 90,5 1 0,-5 0 0,5 1 0,1 0 0,0 0 0,1 0 0,0 2 0,2-1 0,-5 5 0,2 0 0,0 2 0,0 3 0,5-3 0,0 1 0,2-2 0,1 0 0,0-1 0,0 2 0,0 0 0,1 0 0,-3 6 0,3-5 0,-2 4 0,1-1 0,1-4-90,-2 6 90,3-7-90,0 2 0,1-5-180,0 3 0,0-4-180,0 3 1,0-3 449,0 0 0,1-2 0,0-1 0</inkml:trace>
  <inkml:trace contextRef="#ctx0" brushRef="#br0" timeOffset="-124786.46">12137 245 8342,'-6'-1'0,"1"0"0,4 11 0,2 3 90,1 5-90,0 0 90,2 8-90,-2-10 0,1 6 0,0 1 90,-1-6-90,1 11 0,0-13 0,0 4 0,-1-8 0,0-1 90,0-1-90,-1-1 180,2 1-90,0-3 90,1 1 90,2-4-180,-1-2 0,4-1-1,-1-3 91,7-4-180,-2 1 0,5-4-180,-4 3-179,0-1-721,-1 0 361,1 0 719,-1 1 0,6-1 0,1 1 0</inkml:trace>
  <inkml:trace contextRef="#ctx0" brushRef="#br0" timeOffset="-112730.46">22155 1213 11670,'-7'3'450,"1"0"-450,3-1 90,-1 1-90,2 0 90,-2 0-90,1 2 90,-3 3-90,2-1 90,-2 4-90,2-1 0,0 0 0,1 2 0,0 0 90,0 1-90,1 7 0,1-4 0,1 5 0,1-6 0,1-2 0,1 1 0,1-2 0,0 0 0,1-1 0,6 2 0,-3-3 0,5 0 0,-3-4 0,0-2 0,0 0 0,0-2 0,1-1 0,-1-2 0,0 0 0,-1-1 0,2-1 0,-1-1 0,1-2 90,-1-1-90,0 0 0,-1-3 0,-1 0 0,0 0 90,-3-2-90,0 2 90,-2 0-90,-1-1 90,-1 0-90,-1 0 0,-1 1 90,-2-5-90,-2 3 0,-1 0 0,-1 3 90,-4-1-90,2 3 0,-9-2 0,8 5-90,-4 1 0,5 1 0,0 1-90,0 0-90,2 1 0,-1-1-90,2 1-89,-1 1-91,2-1-989,0 1 1529,2 1 0,0 1 0,0 1 0</inkml:trace>
  <inkml:trace contextRef="#ctx0" brushRef="#br0" timeOffset="-112003.46">22735 1242 9512,'3'-6'2608,"-5"2"-2518,-3 5 0,-2 1 0,-1 3 0,2 0-90,-1 1 90,0 2-90,0 0 90,0 1-90,1 1 90,0 1-90,2 0 0,1 1 0,1 4 0,2-3 0,0 4 0,1-5-90,3 0 90,0 0 0,2 1 0,0-2 0,1 0-90,1-1 90,0-2 0,2 1 0,4-1 0,-2-2 0,4 1 0,-6-4 0,0-1 0,0-1 0,4-2 0,-3-1 0,2-2 90,-4-1-90,-1-1 0,0-2 90,0 0-90,-2-2 90,-1-8 0,-1 3 0,-3-5-90,-1 5 90,-2-1-1,-6-7-89,2 6-360,-4-5 360,1 9 90,-2 2-90,0 2-180,-7 0 0,4 4-90,-3 1-180,4 4-179,0 1-1170,1 2-450,0 0 2249,1 2 0,-3 4 0,-1-1 0</inkml:trace>
  <inkml:trace contextRef="#ctx0" brushRef="#br0" timeOffset="-109331.46">3361 8068 10051,'-7'-7'-23,"1"2"1,5 3 0,0 0-1</inkml:trace>
  <inkml:trace contextRef="#ctx0" brushRef="#br0" timeOffset="-108856.46">3279 8836 8882,'-5'-5'0,"1"2"0</inkml:trace>
  <inkml:trace contextRef="#ctx0" brushRef="#br0" timeOffset="-108498.46">3221 9489 8342,'2'11'0,"-1"-1"0</inkml:trace>
  <inkml:trace contextRef="#ctx0" brushRef="#br0" timeOffset="-108155.46">3445 10581 10051,'-2'-6'0,"0"2"0</inkml:trace>
  <inkml:trace contextRef="#ctx0" brushRef="#br0" timeOffset="-107881.46">3338 11661 9062,'0'-15'0</inkml:trace>
  <inkml:trace contextRef="#ctx0" brushRef="#br0" timeOffset="-106080.46">23412 1224 8882,'7'-3'2339,"-1"1"-1080,-1 1-180,-1 0-989,-5 5 0,-1-1 0,-4 6 0,1-3 0,0 2-90,0 2 90,-2 2 0,-1 9 0,1-4-90,-1 7-203,4-7 203,1 0 0,2 0 0,1-1 0,1-1 0,2 2 0,1-2 0,3 0 0,1-1 0,2-2 0,1-1 0,2-2 0,1-1 0,2-2 0,1-1 0,1-1 0,6-3 0,-4-2 0,4-1 0,-4-5-303,0-2 303,0-2 374,-1-2-374,5-11 0,-9 3 0,2-10-594,-10 10 594,-3-1 0,-3 2 0,-3 0 0,-2-2 0,-3 1-278,-2-2 278,-3 2 0,-2 2 0,-1 4-180,-14-1 0,8 8-269,-17-1 89,17 7 0,-5 1-90,8 2-179,1 1-1260,1 1-255,2 1 2144,3 1 0,-2 4 0,1 1 0</inkml:trace>
  <inkml:trace contextRef="#ctx0" brushRef="#br0" timeOffset="-105611.46">24258 1278 11311,'5'-7'2338,"-3"-1"-2158,-5 5-90,-3-1 90,-2 3 0,-5 2-90,1 0 0,-6 2 0,4 3-90,-1 0-258,-2 4 348,-1 1-90,0 4 0,3 1 0,1 0 0,4 0-90,1-1 0,4-1 90,1 0-180,3 6 0,2-5 90,4 4-90,1-6 90,4 0 0,3 0-90,9 2 90,-1-4 348,6-1-348,3-4 0,-8-5-712,7 0 802,-6-5 0,0 0 90,2-5 0,-3-1-90,-1-3 90,-5-1 0,-2-5 0,-5 0-350,-2-2 350,-6 0-90,-3-4 0,-5 0-180,-5 4 0,-2 0-270,-11-8-1189,5 10 1,-1 2-823,-13-3-238,1 6 2486,0 4 0,-3 5 1,-3 2-1</inkml:trace>
  <inkml:trace contextRef="#ctx0" brushRef="#br0" timeOffset="-96463.46">21238 1896 10411,'-6'-4'0,"-1"0"0,2 3 0,1 0 90,-3 1-90,2 1 90,-1 0-90,1 1 0,-1 0 90,-1 2-90,0 1 0,0 2 0,0 1 90,-1 3-90,0 1 0,0 2 90,1 2-90,0 0 0,1 0 0,0 2 0,1-2 0,1 0 0,2-1 0,0 0 0,1-1 0,1 0 0,1-2-90,2-1 0,3 4 90,1-4 0,3 1-90,5-3 90,-4-5 0,10 1 0,-7-5 0,7-1 180,2-6-180,-4 1 180,4-4 0,-3-4 0,-3 1-545,0-5 545,-6 1-181,-2 2 91,-3-2 0,-1 2 0,-1-2 0,-4 0 0,-1-1 0,-3-1 90,-8-11-180,0 7-508,-8-6 508,3 12-90,-1 5 0,0 3-360,-7 1 0,6 4 1,-6 3-1353,8 2 3,0 3 1902,1 2 0,-2 2 1,0 2-1</inkml:trace>
  <inkml:trace contextRef="#ctx0" brushRef="#br0" timeOffset="-94722.46">21777 1988 10771,'-7'-4'360,"2"2"-360,-1 3 90,-2 3 0,2 0-90,-1 3 89,-1 3-89,2 0 90,-2 9-90,4-7 0,0 5 0,3-6 0,1 0 0,1 1 90,1-1-90,1 1 0,5 3 0,0-5 0,3 2 0,-1-5 0,0-2 0,2 0 0,0-2 0,-1-1 90,0-1-90,0 0 0,0-3 0,1 0 90,-1-3 0,-1 0 90,4-5-90,-4 1 90,4-10 0,-7 0-90,-1 1 0,-3-2 0,-4 8 0,-4-7 0,0 4-90,-3-2 90,0 5-90,-1 2 0,-1 2 0,0 2-180,-1 1 0,1 1 0,0 2-90,0 1-180,0 1 1,1 1-181,0 0-2518,1 3 3148,3-1 0,1 1 0,3-3 0</inkml:trace>
  <inkml:trace contextRef="#ctx0" brushRef="#br0" timeOffset="-94363.46">22137 2046 11580,'9'-3'-180,"-1"1"-89,-3 1-1,0 1 0,1-2-180,-1 2-179,1-1-541,0 0 361,0 0 809,0 0 0,3 0 0,1-1 0</inkml:trace>
  <inkml:trace contextRef="#ctx0" brushRef="#br0" timeOffset="-93838.46">22276 1906 8972,'1'-6'809,"0"0"-449,2 3-180,2-1 0,-2 3 180,2-1-270,2 1 90,-1 1-90,3-1 89,-2 2-89,1-1 0,1 1 0,1 1 0,-1 0-90,1 0 90,-1 0 0,1 1 0,-2 1-90,0 1 90,0 3-90,-2-2 90,-1 4-90,-4-2-90,-1 0 90,-2 2-90,-2 0 0,-3 2 0,-2 3 0,-1-1 0,-1 2 0,1-4 0,0 1 0,0 0 1,1-1 89,0-1-90,2 0 0,1-2 0,-1 3 90,3-4-90,0 4 0,5-4 90,1 0 0,4-2 0,0-1 0,1-2 0,1 1 0,2-2 0,-1-1 90,2 0-180,0-1 180,1 1-90,2-1 0,0 1 0,0 0-360,4-2-450,-1 0-449,-1-1 270,-2 0 989,-6 1 0,4-2 0,-1 2 0</inkml:trace>
  <inkml:trace contextRef="#ctx0" brushRef="#br0" timeOffset="-93103.46">22895 1963 9332,'-3'-6'2788,"-1"0"-2428,1 3-270,-2 3 0,0 1 0,-3 4 0,3-1 0,-1 1 0,0 2-90,0 1 90,0 1-90,0 2 89,0 0-89,2 2 0,1 0 0,0 1-89,1-1 89,1 0-90,2 0 0,1-1-90,4 7 0,0-6 0,8 7 90,-5-10 0,4 1 90,-2-5-90,1-2 0,0 0 0,1-2 90,1-1 0,-1 0-90,0-2 90,0-1 0,5-4 0,-6 0 90,5-3 0,-7 1 0,2-8 0,-5 3 0,0-7-90,-6 6 90,-1-2 0,-2 0-90,-2 1 90,-3-1-90,0 2 90,-10-2-90,3 5-90,-6 0-180,0 6 90,5 3-719,-10 2 269,12 3-899,-3 2 0,9-1 1529,1 2 0,1 4 0,1 1 0</inkml:trace>
  <inkml:trace contextRef="#ctx0" brushRef="#br0" timeOffset="-92606.46">23604 2068 10141,'-1'-8'990,"0"1"-721,-1 2 1,-1 1 0,0 0 0,-1 0 180,-3 0-180,-1 1-90,-2-1-1,2 3-89,0 0 90,-1 1-90,0 1 90,-5 3-90,3 1 0,-4 3 90,2 3-180,3-2 90,-4 9-180,8-1 90,2 0-90,2-1 0,5-5-90,4 4 90,-1-4 0,5 4 0,-2-7 0,1-1 90,0-1-90,2-1 90,1-1 0,-1-2-90,1 0 90,0-1 0,5-3-90,-4-1 180,8-5-90,-10 1 0,1-4 90,-5 1 0,-3-2 0,-1 0-90,-2-2 90,-2 1 0,-2-1-90,-2 0 90,-2 0-90,-2 1 0,-1 2 0,0 1 0,-1 3-90,-2 2-180,-3 1 90,3 4-89,-3 0-181,5 2-630,-1 5-2197,3-1 3107,2 4 0,5 2 0,3 2 0</inkml:trace>
  <inkml:trace contextRef="#ctx0" brushRef="#br0" timeOffset="-92006.46">24341 2097 10411,'-4'-7'900,"1"0"-631,0 4 271,0-1-90,0 1 90,-1 1-181,0-1-89,1 1 0,-2 0-90,1 0-90,-3 2 0,2 2 0,-1 0 0,0 1-90,0 1 90,-1 2-90,-1 0 90,0 2-90,-1 2 0,1 1 90,-1 0-90,1 2 0,1-1 0,1 0-90,1 3 0,1-3-90,3 7 0,2-8 90,4 3 0,0-5-90,2-1 90,2 0-90,1 0 90,1-2 0,1-1 0,0 0 0,1-1 0,1-2 1,0 0-1,1-1 0,8-3 90,-5-1-90,6-3 90,3-4 0,-8 0 180,14-14-90,-15 2-584,-1-4 584,-9 2 0,-7 6 0,-5-4-1,-10-9-89,-1 7-1116,-10-6 1116,1 14 0,-2 3-180,-2 3 0,1 5-270,1 3-359,0 3-1170,3 2-565,-2 3 2544,3 2 0,-2 5 0,0 3 0</inkml:trace>
  <inkml:trace contextRef="#ctx0" brushRef="#br0" timeOffset="-87964.46">21278 2740 10951,'-6'-2'1259,"5"1"-1169,-14 3-90,8 1 90,-3 2-90,0 2 90,-1 2-90,-3 4 90,-5 8-90,4 0-820,-4 6 910,9-8-180,1 1 90,3-4-180,1-1 90,3 0-90,0-1-179,2 6-1,5 2 270,2 0-90,8 1 581,-3-11-491,3 0 0,-3-7 90,-1-1 0,0-2 0,5-1 90,-2-2 0,4-3 90,-6-2 90,6-6-180,-6 0 0,2-5 90,-7 2 238,-1-1-328,-3-1 90,-1 0-90,-2 0 0,-1-1 90,-3-2-90,-1-1 0,-4-1 0,-4-2 0,1 6-90,-4 0 0,5 10-180,-1 2 0,1 2-90,1 2-180,0 3-269,2 1-2558,-3 5 3196,5 0 1,-4 8 0,5-2 0</inkml:trace>
  <inkml:trace contextRef="#ctx0" brushRef="#br0" timeOffset="-87431.46">21860 2835 10591,'-3'-7'899,"-1"0"-539,1 2 270,-1 0-270,-1-1-90,0 1-1,0 1 1,0 1 0,0 0-90,0 1 0,-1 0 0,-1 0 0,0 2-90,-1 0 89,-1 3-89,0 0 0,-3 4 0,1 1 0,-2 5 0,2 0-90,0 3 90,1-1-90,3 2 0,1 0-90,2 0 0,1 0-90,2-2 90,1 0-89,3 1-1,1-1-90,3 0 90,0-1 0,2-2 0,2 0 0,1-2 0,1-1 90,0-2 0,1-3-89,-1-1 89,0-1 0,1-2 90,0-2 0,0-2 0,1-1 90,-2-3-90,1-1 90,-3-3-1,0-3 91,3-14-90,-6 5 90,1-15 0,-8 17-638,-2-4 547,-3 8 1,-2 0-90,-1 2 0,-1 1 0,-2 3-90,-2 2-359,-7 3-451,-2 5 271,0 2-2648,-3 7 2971,12-1 1,-5 8 0,5-1 0</inkml:trace>
  <inkml:trace contextRef="#ctx0" brushRef="#br0" timeOffset="-86703.46">22406 2888 11490,'6'-5'1440,"-2"0"-721,-1 1-179,-2 0 0,0-2-181,-2 1-179,-2 0 0,0 1 0,-1 2-90,-1 1 0,-1 1 0,-2 2 0,0 2 90,-8 7-90,4 0-90,-7 7-90,3 5 0,3-4-270,-3 14 180,10-17-90,-1 7 90,6-9 0,0 1 1,2-2-1,2 3 0,2-1 90,2 0-90,1-3 90,1 0 0,1-2 0,2-2 0,-1-1-90,8 0 90,-3-4 0,5 0 90,-6-3-90,12-6 0,3-6 90,1-1-89,-3-6 178,-7-7-89,-7 7 0,1-10 180,-9 3-90,-6-3-90,-3 2 90,-14-7-90,3 18-472,-7-5 292,5 14 1,1 2-91,0 2-272,0 3 2,0 0-360,0 4-2377,1 0 3241,-3 5 1,2 1 0,-3 4 0</inkml:trace>
  <inkml:trace contextRef="#ctx0" brushRef="#br0" timeOffset="-86331.46">22875 3020 10501,'-7'-3'1709,"-1"1"-899,5 0-631,7 1-89,-2-1 0,8 1 90,-4 0-90,0 1 0,1-1-90,0 0-90,0-1-90,1 1-179,-1-1-91,1 0-90,-2 0-269,1 0-900,-1-1-360,0 1 2069,0-1 0,3-1 0,1 0 0</inkml:trace>
  <inkml:trace contextRef="#ctx0" brushRef="#br0" timeOffset="-85864.46">23174 2833 10681,'2'-7'989,"1"0"-809,1 5 0,1 0 0,0 0 0,0 1-90,2-1 90,0 1-90,1 0 90,1 0 0,4 0-180,-2 1 89,2 0 1,-4 0 0,2 2 0,-5 0-90,3 3 0,-7 0 0,-1 0 0,-2 2-90,-7 7 0,-1 1 0,-15 13 1,-3 2-1292,-1-1 1381,1-2-89,10-9 89,2-1-235,3-2 235,3-2-90,2-2 90,3-1 0,0-1 0,2 0-90,2-2 1449,1 0-1359,3-1 166,2 0-166,1-2 90,8 3-90,3-2 0,3 1 90,8-2-603,-11-3 513,6 1 0,-9-2-90,-1 1-180,-2-2 1,0 0-181,-2-1-90,-1 0-269,0-1 937,0-1 0,1-2 0,2-2 0</inkml:trace>
  <inkml:trace contextRef="#ctx0" brushRef="#br0" timeOffset="-85373.46">23871 2877 10321,'-5'-6'720,"0"1"-450,2 2-1,-2 0 1,1 0 0,-1 0 90,-3 0 0,-2 0-180,0 2-90,-1 0-1,2 2 1,-1 2 0,0 2 0,-1 0 0,0 4 0,1 0-90,-1 3 0,0 3-204,1 0 114,1 2-269,2 5 179,4-6-90,1 5 0,3-7-180,5 6 270,1-5 0,2 3 1,0-7-91,7 0 90,2-2 90,2-2 180,5-4-90,-10-3 180,5-2 0,-7-1-1,0-2 1,-2-3 0,-1 0 204,-1-3-114,-2-1-90,-2-1 0,-1-1 90,-3-2-91,-2-1 1,-3-1 90,-8-11-180,0 9 0,-5-6-577,-3 9 397,6 7-89,-6 0-1,9 7-180,0 2-180,1 2-89,1 1-1260,1 2-630,0 0 2663,2 2 0,0 4 0,1 2 1</inkml:trace>
  <inkml:trace contextRef="#ctx0" brushRef="#br0" timeOffset="-84914.46">24389 2955 11221,'5'-8'449,"-1"1"-179,-2 1 90,1 0 270,-2 2-91,-1-2-359,-2 0 90,0 1-90,-3 1 0,1 2-90,-2 1 90,-1 0-90,-2 3 0,-1 0 89,0 2-89,-2 3 0,-5 9 0,4-1 0,-7 13-90,8-4-90,2 0-417,4-1 417,4-9-255,2 5 255,1-6 0,2 4-90,1-7 90,1 0 0,1-2 414,3 0-414,0-2 0,2-2 0,0 0 1,2-2-1,2-2 90,1-1-90,2-1 90,4-2-90,0-3-581,4-3 671,-2-2 0,-2-2 90,-1-3 0,-3-2-90,-2-2 90,-3-1 0,-3 2-359,-3-1 359,-5 2-1,-3 2 1,-3 1-90,-12-7-90,2 10-179,-8-4-271,5 12-1709,-9 3 630,2 4 451,-6 3 1168,5 4 0,-3 4 0,0 2 0</inkml:trace>
  <inkml:trace contextRef="#ctx0" brushRef="#br0" timeOffset="-71435.46">21222 3547 11490,'-4'-5'810,"0"1"-720,-3 8 0,0 0 0,-4 8 0,2-2 0,-6 8-90,4-1-350,-1 1 350,1 3 90,2 0-90,0 1 198,3-1-198,1-1 0,2-1-296,2 0 296,1 1-90,5 6 90,0-7-90,4 5 90,0-10 0,0-2 0,1-2 0,1-3 232,0-1-232,2-2 0,-1-2 0,2-2 0,-2-1 90,2-3-90,-1-1 0,1-3 90,-2-3 0,-2-1-1,-1-3-89,-2-1 120,-2-2-30,-2-1-90,0-1 90,-4-5 0,0 1 0,-4-4-90,0 3-674,-3-1 764,-1 2-90,-1 4-191,1 3 191,0 4-719,-2 1 359,-3 7 70,3 1-520,-1 5-130,8 3 940,2 4 0,2 2 0,3 4 0</inkml:trace>
  <inkml:trace contextRef="#ctx0" brushRef="#br0" timeOffset="-70985.46">21836 3689 10681,'0'-7'270,"0"1"269,0 0-179,0-2-90,-1 2 90,0-1 0,-1 2-90,0-1 89,-1 1-89,-1 0 0,0 1 0,-2-1-90,-1 2 0,-1 1 0,-1 0 89,-7 3-89,3 1-90,-5 4 0,4 1-273,-2 4 273,2 0 0,-1 3-90,3 2 0,2-1 0,1 3 0,3-3-90,3 1 0,1-3-90,4 1 0,4 5 0,2-5 90,3 4-90,8-5 90,-4-5 90,6 1-90,-6-7 90,0 0-90,1-4 90,0 0-89,1-3 89,-2-2 0,-2-1 0,-1-3 0,-2-1 89,-1-3 1,-3-1-90,-1 0 90,-4-2-90,-1-1 90,-4 0-90,-2-2 90,-3 1-90,-3-1 274,-2 5-274,1 3-90,0 4 0,1 4-180,0 2-90,1 3-180,0 1-179,2 2-361,0 3-2197,3 3 3062,3 0 0,6 9 0,3-2 0</inkml:trace>
  <inkml:trace contextRef="#ctx0" brushRef="#br0" timeOffset="-70532.46">22410 3667 11311,'2'-8'1079,"-1"0"-899,-2 2 90,-1 0-90,0 1 89,-2 1-89,-1 1 0,-1 1-90,-2 0 90,0 1-90,-1 0 0,-1 2 90,-1 2-90,-1 0-90,-1 3 90,0 0 0,0 2 0,0 3-90,2 0 90,1 2-90,2 1 0,1 7-90,3-5 0,3 4 90,2-6-90,2-2 0,2 1-90,2-1 90,1-1 0,3-1 90,0 0-90,1-3 0,1-1 0,8-2 0,-5-1 90,5-2 0,-6-3-90,0-1 90,0-2 0,-1-2 0,0-2 90,1-8-90,-4 2 90,-1-7-90,-6 6 90,-3-11 0,-3 8-557,-3-7 467,-1 9 90,-1 1-90,-1 3-90,0 2-269,-4 1-1,3 5-90,-2 0-180,3 5 108,2 0-1097,0 3 1619,0 1 0,1 3 0,0 3 0</inkml:trace>
  <inkml:trace contextRef="#ctx0" brushRef="#br0" timeOffset="-69909.46">23049 3635 10501,'-1'-9'1619,"0"0"-899,0 4-91,-1 0-89,1 1-90,-3 1-270,0 1-90,-1 2 89,-2 1-89,0 3 90,0 1 0,-5 5-90,2 1-90,-3 5 90,6-3-180,-2 10 0,4-6 0,1 7 0,3-8 0,3 1 0,1 1-300,2-1 300,1 0-90,1-1 90,2-1 0,0-2 0,1-2 0,2 0 0,-1-4 90,0-1-90,2-2 0,-1-2 90,0-1-90,1-1 90,0-1 0,1-3 0,0-2 0,0-2 0,-2-1 0,-1-3 90,-1 0-90,-2-3 90,-3-2-31,0-2 31,-4 0-90,-1 0 90,-3-1-527,-2-1 527,-2 2-307,-2 1 307,0 3-90,1 3-90,-1 3 136,0 2-226,-1 1 348,0 3-1157,-2 2-1388,1 2-231,0 1 2608,3 2 0,4 3 0,0 2 0</inkml:trace>
  <inkml:trace contextRef="#ctx0" brushRef="#br0" timeOffset="-69609.46">23486 3728 11041,'-6'-7'1889,"6"1"-1709,2 3-91,6 1 1,-2 2 0,1-1 0,0 1 0,1-1-90,1 0-180,5-1-629,0-1 359,1 0-359,-1 0-900,-5 0-360,-1 0 2069,1 0 0,2 0 0,2 0 0</inkml:trace>
  <inkml:trace contextRef="#ctx0" brushRef="#br0" timeOffset="-69126.46">23772 3597 10951,'-3'-7'1349,"0"1"-1169,4 0 0,1 2-90,2-1 0,2 3 0,0 0 0,0 1 0,3 0-1,-1 1 1,3-1-90,-1 2 90,1-1-90,5 2 90,-4 0 0,8 5-90,-10-2 0,1 4 0,-7 2 0,-4 0 0,-5 16 0,-1-7-917,-7 11 917,4-6 0,-2-1 0,0 1 0,0-1 0,2-1 0,1-2-185,2-4 95,0-1 90,2-2 0,1-1 0,1-1 0,1 1 0,1-3 899,1 1-899,2-5 0,2 1 0,0-3 203,3 1-203,1-1 0,2-1 0,1-1 0,0 0 0,-1-1 0,1-1 0,-1 0 0,1-1 0,-1-1-90,0 1-179,-1-1-1,0 1-180,0-1-719,2-1-540,-3 0-270,2-1 1979,-3 0 0,4 1 0,3-1 0</inkml:trace>
  <inkml:trace contextRef="#ctx0" brushRef="#br0" timeOffset="-68643.46">24411 3619 10681,'-1'-7'809,"-1"1"-539,0 1 180,0 2-180,-3-1 90,2 2-90,-6 0-181,2 2 1,-4 3 0,3 1 0,0 2 90,-7 8-90,5-2-90,-6 8 90,5-2 0,-2 12-90,3 1-216,1 0 126,5-5 0,2-9 0,2 0 0,2-2-90,0 0 0,2-2 90,2 0-90,1-2 90,1 1-180,7-1 180,-4-2 0,5-2 0,-5-4 0,6-1 90,-4-3-89,4-2 89,-4-2 89,-1-2 218,2-6-217,4-9 90,-5 0-670,1-6 580,-8 6 0,-3 0 0,-1 0 0,-5-5 0,-2 0 0,-3-3-1,-9-8 1,2 14-613,-7-3 433,6 16-180,1 5-203,-1 4-427,-1 3-899,-4 4-539,-2 2 2330,-1 5 1,-4 5 0,-1 3 0</inkml:trace>
  <inkml:trace contextRef="#ctx0" brushRef="#br0" timeOffset="-65679.46">21181 4433 10501,'6'-6'1079,"0"1"-179,-4 2-270,-2-2-181,-1 1-359,-3 1 90,-1 4-90,-3 3 0,1 1 0,0 3-90,-2 1 180,-3 10-180,1-1 90,-1 6-768,4-4 768,3-1-90,1 0-249,1-2 249,3 2-90,1-2 90,2 1-90,3-1 1,3 0-1,1-2 0,2 1 90,1-5-90,0-1 0,2-3 0,8-1 90,-6-3-90,7-1 90,-2-6 0,-4 0-90,4-5 313,-7-2-223,-1-1 0,-1-2 0,-3-1 255,-2 0-255,-3-3 0,-1-1-507,-1-1 507,-3-5 0,-3-1 0,-1-3 0,-4 3 0,0 1 0,-3 2 0,-5-1 71,4 10-71,-4-1-90,5 11-269,-3 4 89,3 1 331,-2 5-601,5 2-269,3 1-811,2 1 105,2 0 1515,2 2 0,7 7 0,3 1 0</inkml:trace>
  <inkml:trace contextRef="#ctx0" brushRef="#br0" timeOffset="-65199.46">21979 4498 10501,'-3'-8'450,"1"0"-270,0 3 0,1 0 359,-1 1-359,0-3 90,0 3 90,-1-1-180,0 0 90,0 3-181,-4-2 1,2 4 90,-6 2 0,-1 4-90,-1 2-90,1 2 90,3 0 0,-2 6-90,4-4 90,-1 5-90,5-5 0,2 6 0,2-5 0,2 5 0,1-6-90,2-1 90,0-2 0,3 0-90,-1-2 90,3-1 0,3 0-90,2-2 90,2-2 0,0-6 0,-5-2 0,-2-4 0,-4 1 90,-2-2-90,-1-2 0,-2-1 90,-1-9 0,-2 4-793,-2-6 793,-3 5-90,-1 1 0,-2 0 90,-2 5-90,0 1 0,-1 4 0,0 1-180,-4 3-90,5 4-90,-2 1-89,5 4 522,1 1-973,2 1-809,2 1-449,2 0 2158,1 2 0,5 5 0,1 4 0</inkml:trace>
  <inkml:trace contextRef="#ctx0" brushRef="#br0" timeOffset="-64740.46">22457 4486 10681,'1'-8'180,"0"1"90,0 1 269,0 0 271,-2-2-630,-1 2 0,-2-1 0,-1 3-1,0 3 91,-4 1-180,1 2 0,-3 0 0,2 3 0,1 1-90,-2 1 90,1 1 0,-1 3-90,2 0 90,1 2-90,1-1 0,2 1 0,0 0 0,3-1-90,1 2 0,1-1-90,6 7 0,0-5 90,4 4 0,-1-6-90,2-2 91,1-1-1,1-2 90,1-1-90,1-2 0,0 0 0,-1-3 90,-1-1 0,-1-1-90,-1-2 180,4-5-90,-6 0 90,2-4 0,-6 1 0,-2-2 0,-2-1-1,-1-2 1,-3-1-406,-3-4 316,-1 1 90,-5-3 0,1 3 0,-8-3-90,4 7 0,-2 0-90,4 8-90,2 2 0,0 3-269,1 1-1,1 2-180,0 2-1169,3 2-539,0 0 2338,4 2 0,1 5 0,2 4 0</inkml:trace>
  <inkml:trace contextRef="#ctx0" brushRef="#br0" timeOffset="-64241.46">23208 4467 10681,'-3'-9'1439,"1"2"-899,1 2-360,-2 1 90,0 1-91,-1 1 1,0 1-90,-2 0 90,-1 2 90,-7 1-180,2 2 0,-6 3 0,4 0-90,1 2 90,0 1 0,0 3-90,1 1 0,2 2-90,4 0-180,2 6-90,6 3 90,1 0 0,5 0 1,1-9-91,7 6 180,-3-7-216,4 0 216,-5-7 90,2-2 0,-1-2 0,0-2 90,2-1 90,-2-1 0,1-3 0,0-1 0,-1-3 269,7-9-179,-6 1 0,2-7 180,-8-5-180,-5 5-45,-3-1 0,-2 0-45,-2-5-1167,-7-12 1167,2 15 0,-3 3 0,0 4-180,0 4 0,0 5-90,2 3-90,0 3-180,1 3-89,1 1 1112,0 3-2372,2 1 1799,0 6 0,4 5 0,0 5 0</inkml:trace>
  <inkml:trace contextRef="#ctx0" brushRef="#br0" timeOffset="-63667.46">23795 4503 11041,'-2'-7'359,"0"-1"-179,0 4 0,-1-1 90,1 1 90,-3-1 0,-3 0-90,-4-1-180,2 4-1,-1 0 1,2 3 90,-5 4-90,3 0 0,-5 5-90,6-1 90,-1 2-90,1 2 90,1 3-328,0 2 238,2 1 0,1 5-180,4-6 90,1 3-90,3-7 0,2 1 0,2-2-90,6 7 90,3-5 90,1 1 0,0-7 0,-4-4 0,-1-2 90,0-1 149,0-1-149,5-4 0,-5-1 90,9-8-90,-11 4 90,1-6 0,-5 3 0,-2-3 0,-1-1 0,-3-10 0,-1 6 0,-3-7 0,-4 1 0,1 8-180,-4-3 90,4 10-180,0 3-90,1 2-90,0 1-90,0 3-269,1 1-900,1 1-180,0 2 1799,2 0 0,0 5 0,0 2 0</inkml:trace>
  <inkml:trace contextRef="#ctx0" brushRef="#br0" timeOffset="-63375.46">24030 4625 11041,'-7'-7'1889,"5"0"-1799,4 4 89,6-1-89,-2 2 90,3 1-90,0-1 0,5-1-90,-2 1-90,3-1-90,-3 1-179,-1-1-91,0-1-180,-2 2-1259,1-2-629,0 0 2518,-1 0 0,4-2 0,0-1 0</inkml:trace>
  <inkml:trace contextRef="#ctx0" brushRef="#br0" timeOffset="-62933.46">24265 4450 10861,'4'-6'450,"0"1"-271,0 3-89,0 1 0,1 0 90,1 0-90,0-1 90,3 1 0,4-1-180,-2 0 90,4 1 0,-4 1 0,0 0-90,-1 0 90,4 2 0,-1 2 0,-2 0-90,-2 4 0,-7 2 0,-2 0 0,-5 3 0,-1-1 0,-1 1 0,-3 4 0,-1 0 0,-4 9 0,5-7-551,-2 3 551,5-7 0,2-2 0,0-2 0,1 0 0,2-2 0,0 3 0,2-3 90,2 4 461,2-7-551,1 2 0,3-4 90,0-1-90,2 1 0,3-2 0,2 0 0,2 0 90,11-1-180,-6 0-90,7 1-180,-11-2-899,2 0-2018,-4-1 3174,-1 0 0,-5 1 0,-6 0 1</inkml:trace>
  <inkml:trace contextRef="#ctx0" brushRef="#br0" timeOffset="-58277.46">21217 5122 10681,'0'-11'630,"-1"2"-361,-1 4-179,-2 2 0,0 2 0,-5 1 0,3 1-90,-4 4 90,2 0-90,-2 4 90,1 2 0,-7 12-90,6-5-483,-2 8 483,7-9 90,2 1-90,1-1 0,3 1 0,1-2 0,2 1-90,1-2 180,2 0-90,1-1 0,2-1 0,1-2 0,1-2 0,1-2 0,-1-2 483,2-2-483,1-1 0,0-2 0,2-1 0,-1-2 0,1-2-205,0-2 295,-1-1-90,0-3 90,0-1-90,-2-3 90,-2 0-90,-3-1 90,-3 0 0,0-11-90,-4 7 90,-2-15 0,-6 9-90,-1 0 0,-3 8-90,1 9 0,0 4-90,-2 3-90,1 3-180,-1 3 116,-1 2-2943,-3 8 3151,4-1 1,-2 9 0,6-2 0</inkml:trace>
  <inkml:trace contextRef="#ctx0" brushRef="#br0" timeOffset="-57785.46">22012 5272 10951,'1'-9'899,"-1"1"-449,-1 4-180,-2-3-90,0 3-90,-1-1 90,-1 3-90,-2 0 89,1 1-89,-2 1 0,0 1 0,0 0 0,-1 3-90,0 0 90,0 2-90,0 1 90,1 1 0,-1 4-90,3-3 0,0 4 0,3-4 0,2 0-90,1 0 90,1-1-90,1 1 0,1-1 90,2-1-90,0 0 0,2-1 90,0-2-90,1 0 0,3-2 0,3-2 1,2-2 89,-2-4 0,-2-1 0,-4 0 0,-1-2 0,0-1 0,-2-1 0,0-3 0,-3-7 0,-1 2-709,-3-6 709,-1 5 0,-2 1 0,0 1 0,-2 1 0,-1 3-90,0 2 90,-1 3 0,0 3-90,0 2 0,0 4 619,-1 1-799,-1 4-90,0 2-180,1 2 1,-1 1-1080,3 1-180,0 0 1799,3 1 0,1 6 0,1 1 0</inkml:trace>
  <inkml:trace contextRef="#ctx0" brushRef="#br0" timeOffset="-57309.46">22624 5206 10231,'-6'-9'360,"0"0"-180,2 5 0,-1-1-90,0 1 90,0 1-90,-2 0 89,0 1-89,-3 1 0,0 0 90,-1 1-90,-1 1 90,-7 4-90,-6 6 90,-4 4-180,5 1 90,6 0-90,8-3 90,2-1-90,2 1 0,1 0 90,2-1-90,2 1-90,0-2 90,4 1 0,0-2-90,4 0 0,0-1 90,5 0-90,0-1 0,4-1-90,8-2 180,-4-1-90,5-3 90,3-3-90,-7-2 90,15-8 0,-18 3 0,6-6 90,-13 4-90,-2-4 90,-2 1-90,-3-2 90,-1-1 0,-3 0-90,-3-1-447,-4-1 447,-2 0-188,-5 1 188,-2 3 0,-2 3 90,0 5-90,2 3-179,0 4-1,0 2-540,-5 5-1439,3 6 2159,0 4 0,9 5 0,6 0 0</inkml:trace>
  <inkml:trace contextRef="#ctx0" brushRef="#br0" timeOffset="-56778.46">23186 5229 10141,'-2'-7'180,"1"0"0,-1 2 90,-1 0 0,0 0 0,-1 0-1,-2-1-89,0 1 90,-1 0 0,-1 1-90,-2 0 0,1 0 0,-2 1-90,1 1 90,-3 2-91,1 2 1,-2 1 0,0 3 0,0 2 0,2 2 0,0 1-90,2 2 90,2 1-90,1 2 0,1-2 0,4 1-90,1-1 0,2 0-90,4 4 90,-1-4 0,4 3-179,5-2 179,-2-6-90,10 5 90,-7-9 90,4 1-90,-6-5 0,1 0 90,-1-2 90,6-4-90,-4 0 90,4-4 0,-7 0 0,0-1 0,-2-3 0,-2-1 90,-1-7-180,-3 3 89,-1-4 1,-4 5-90,-2 1 90,-1-1-90,-5-1 90,1 6-180,-3-1 0,2 8-89,0 3-91,1 1-630,-4 4-1438,0 4 269,1 1 2069,3 3 0,3 2 0,1 2 0</inkml:trace>
  <inkml:trace contextRef="#ctx0" brushRef="#br0" timeOffset="-56286.46">23867 5298 10591,'-2'-7'270,"1"1"-90,-1 0 90,0 1-91,0 1 91,0-1-90,-1 1 90,-1 0 90,-3-2 0,-4 1-91,-7 0-179,2 3 0,-2 3 0,3 2 0,0 1 0,-1 3 0,0 0-90,1 2 90,-2 2 0,-2 6-90,4-3 90,-2 8-90,10-8 90,1 2-90,5-6-90,1 0 90,3 0-90,6 3 0,0-4 0,6 3 90,-3-6-90,3 0 0,0-2 90,9-2-90,-6-2-252,6-3 342,-6-1 0,-2-2 0,0-3-90,-1-2 90,1-9 90,-4-6-90,-3 1 45,-10 3 0,-2 0-45,-4-1 0,-2 1 0,-2 0 0,-6 3-471,-1 3 292,4 9-181,4 7 0,1 1 153,1 1-603,0 2-809,0 2-360,3 0 1979,0 2 0,2 5 0,-1 2 0</inkml:trace>
  <inkml:trace contextRef="#ctx0" brushRef="#br0" timeOffset="-55845.46">24223 5305 10951,'1'-8'1259,"-1"0"-989,-1 2 270,0 1-361,-1-1 1,0 3 90,-2-1 0,0 3-180,-4 2 0,1 1 0,-1 3 0,3 1-90,0 3 90,0 0 0,2 3 0,-1 4-90,3-2 0,1 4 0,1-5 0,1 0-90,2 0 90,1-1 0,1-1-90,1 0 90,1-2-90,1-1 90,1-2 0,0-1 0,1-2-90,1-1 90,-1-1 0,1-1 0,0-2 0,0-2 90,1-2 0,5-6 0,-3-3 90,5-15-1072,-9 5 982,-2-7 0,-7 8 0,-4-2 0,-4 1-90,-6-2-1601,-4 3 1601,-3 2 0,-4 5-789,-1 3 429,0 5 702,3 5-1062,2 3-2557,-8 7 438,8 2 2839,-6 4 0,6 5 0,1 0 0</inkml:trace>
  <inkml:trace contextRef="#ctx0" brushRef="#br0" timeOffset="-31046.46">11652 4386 8882,'-7'-7'360,"0"0"-180,-1 2 0,1-1-1,-1 2 1,0-2-90,-1 1 90,-1 0 180,-8-2-270,3 3 90,-6-1-90,5 3 0,-1 1-864,-2 0 864,-3 4 0,-2 1 0,-3 3 0,0 2 0,-1 5 0,0 4-45,8 0 0,-1 3 0,6-4 0,0 2-975,-4 6 1,1 2 929,6-5 0,2 1 45,0 0 0,1 4-796,1 6 1,1 4 0,1-1 795,2-1 0,0 0-45,1 1 0,1 3 0,2-4-469,3-6 1,3-2 468,0 1 0,1-1 45,2-1 0,2-1-45,1 1 0,3 0 47,0-2 1,4-1-48,8 5 0,3-2-83,-7-6 0,2-2 128,6 2 0,1-2-45,-8-7 0,1-2 0,13 1 0,1-2 0,-9-3 0,0-1 0,11 1 0,-2-3-45,-11-2 0,-1-2 45,0 0 0,0-1 0,-2-1 0,1 0-45,-1-2 0,-1-1 486,-1 0 1,0-1-442,0-1 0,-1-2-45,-1 0 0,-1-2 45,0 0 0,0-3 0,5-8 0,0-3 0,-7 5 0,-1 0 0,5-8 0,-1-2-400,-9 8 0,-1-1 400,0 0 0,-1-1 0,-1-1 0,-1-1-292,-1-1 0,-1 1 292,-1-2 0,-1 1 0,-1-1 0,-1 0 0,-1 0 0,0-1 0,-2 1 0,-2 0 0,0 0 0,-2 1 0,-1-3 0,-3 0-73,-1 1 1,-2 0 27,-3-2 0,-1 1 45,-2 2 0,-2 2 0,-2 0 0,-3 2 0,-1 3 0,-2 2 0,-2 2 0,-2 3 0,-3 1 0,0 4-280,-3 3 1,-1 2 234,-2 2 0,-1 3 45,14 2 0,-1 1 0,0 1-30,-1 1 0,0 1 0,1 1-30,-1 1 0,0 1 0,0 1 76,1 0 0,0 1 0,-2 2-556,2 1 0,-2 1 0,0 2 1,1-1 539,0 2 0,2 0 0,-1 0 0,0 1 0,-3 3 0,0 0 0,1 0 0,0 1 0,4 0 0,0-1 0,0 0 0,0 0 0</inkml:trace>
  <inkml:trace contextRef="#ctx0" brushRef="#br1" timeOffset="-10115.46">6241 8716 11432,'11'-4'972,"-2"1"-761,-4 0-512,1 1 151,-2 0 82,2 0-50,0 0 121,1-1-55,1 1-178,0-1 90,1 0 133,0 0 5,0 0 87,-1 0-83,0 0 87,2 0 1,-3 1 89,2-2 271,-3 1-176,-1 0-84,-7-2-214,-1 3 73,-5-1-73,1 3 100,0 1-86,-7 0 89,2 1-89,-4 0-6,4 2 37,-1-1 106,1 1-103,0 0-13,1-1 1,1 0-5,2-1-2,1 1 1,1-1-2073,2-1 453,10-5-85,-2 2 1701,10-5 0,-2 0 1,2-2-1</inkml:trace>
  <inkml:trace contextRef="#ctx0" brushRef="#br0" timeOffset="-9201.46">6601 8515 9242,'-6'5'-450,"0"0"810,3-2 719,1 0 990,1 2-1619,3-2-270,3-3 0,1-1-1,3-4 1,-2 1-90,2-1 90,1 0-90,1 0 0,2-2 0,0 1 0,2-1 0,1 1 0,0 0 90,7-1-180,-4 2 90,13 1-90,-13 3-207,5 1 207,-6 3 90,-1 1-90,2 4 0,-3 0 90,1 2-90,-4 0 0,-3 1-27,-1 2 117,-2 1-90,-3 0 0,-2 2 90,-7 14-90,-2-4-1423,0-6 0,-2 0 1423,-10 13 45,8-14 0,-1-1-54,-1 1 1,-2 0 53,-9 11 0,-1-1 0,6-7 0,1-1-847,-9 8 0,1-1 847,9-10 0,1-1 0,0-2 0,0 0-45,-12 13-540,-1 0 540,10-10 1800,2 0-1800,10-10 303,3-2-303,1-1 2125,4 0-2125,4-3 1159,2-1-1159,6-2 90,17-9-90,-1 0-722,-7 2 0,0-1 722,15-7 0,-18 8 0,0-1 0,0 0 0,1 0 90,17-9-90,-1 0 0,-3 0 0,-2 2-770,-3 1 770,-4 2 0,-2 2-286,-2 0 286,-3 3 0,-4 1 0,-2 2 1363,-2 0-1453,-2 1 705,2-1-795,-3 2-434,1 0-1275,-2 2 1889,-2 3 0,-1 3 0,-2 1 0</inkml:trace>
  <inkml:trace contextRef="#ctx0" brushRef="#br0" timeOffset="-7908.46">7054 9330 10321,'-2'-7'-360,"-1"0"450,1 1 0,-1 1 0,1 0 0,0 2 360,0-1-270,-1 0 359,1 0-89,-2-1 0,1 2 90,-1 0-360,-2 3-91,1 1 91,-1 3-90,1 2 0,-1 0 180,-2 10-270,1-2 90,-2 7-717,2 0 717,0 2-90,-1 3 90,1 2-90,0 1-990,3 1 990,-1 1 90,2-1-90,1 3 0,0-1 90,2 1-90,1-1 0,1-1 45,1-9 0,1-1-45,2 10 0,4 8 0,-1-17-673,8 7 673,-4-12-90,6 5-54,-7-13 144,2-2 0,-1-3 0,2 0 0,1-3 0,0-2 0,4-3-90,0 0 180,4-4-90,-1-1 0,1-3-90,-1-1 90,0-3 5,-2-1-5,-1-3 0,-2-1 0,0-1 0,-1-5 0,-3 2 0,0-4 0,-3 2 0,-2-1 0,-2 0 964,-1-1-964,-2-12 45,-3 20 0,-1-1-113,0 1 1,-2-1 157,-3-16-90,-2 13 90,-2 0 68,-2 3-68,-10-7 0,3 10 353,-6-3-353,-3 8 0,6 5-90,-5 2 89,7 5-89,0 2 0,0 1 0,-3 3 90,-1 2-90,-1 2 0,-9 8 0,0 6-644,2 3 644,4 3 90,11-6-90,0 2 0,4 2 0,-1 0 0,7-6 0,0 0-90,-3 12-25,4-11 0,1 0 115,2 9-90,0-3-399,3-1 309,1 1 90,2-3-90,1 3 90,2-2 0,2-2-90,1-1 1,1-3-56,0-4 55,0-3 0,1-2 90,1-2-180,9 0 90,-6-3 1557,7-2-1647,2-4 180,-7-2-90,21-9 90,-16 2-517,10-6 517,-12 3 90,0-2-90,-1-1 0,6-10 90,-8 5 0,6-8-90,-11 7 90,0-1 0,-3-1 0,-1-1 90,0-13-90,-4 10 90,-1-11 0,-4 14 0,-3-4 90,-3 0-90,0 9 0,-1 0 90,-7-11-353,5 12 0,-2 1 352,-6-5-89,-4 3 148,-1 2 32,-14-2-180,7 8-646,3 4 1,-1 2 645,-6 4-45,11 1 0,0 2 291,-12 6-291,11 2 0,-1 2 0,0 3 0,0 3 161,-4 5 0,2 2-296,7-5 0,2 1-315,0 7 0,3 0-1315,0 3 1270,5-9 1,2 0-1350,-3 9 82,2-1 1717,2-1 0,1 5 0,1 0 0</inkml:trace>
  <inkml:trace contextRef="#ctx0" brushRef="#br0" timeOffset="36781.54">5210 2774 7533,'-4'-7'629,"0"1"-449,2 2 0,-1-1 0,0 1 90,0-1-90,0 0 90,0-1-1,-1 1 1,1-1 90,0 1-90,-1 0 0,1 0 0,0 0 269,1 1-269,-1-1 180,1 1-90,-1 0 89,0 1 181,0 0 360,0 0-811,0 6 1,1-1-90,0 6 90,1-2 90,0 6-90,1 3 0,1 9-180,0-1 90,1 0-90,0-2 90,0-1-418,0 2 328,0-1 90,0 1-90,0-1 89,0 1-228,-1-2 139,1 1 0,0-1 90,-1-3-90,0 0 0,0-1 0,-1-3 0,1 6 0,-1-4 90,0 1-90,1-4 0,-1-5 412,0 1-412,1-2 145,0 2-145,0-5 0,2 2 0,0-4 90,3 0-90,-1-1 0,5-1 0,-3-1 0,9-2 0,-6 2 0,7-2 0,-5 2 0,4-1 0,-1 0 0,9 0 0,-5 1-486,5 0 486,-7 0 0,0 2 0,-1-1 0,1 1 0,-1 0 0,-1 0 0,3-1 0,-4 1 0,1-1 0,-6 1 0,-1 0 0,-1-1 0,3 1 486,-4 0-486,2-1 0,-4 0 0,1 0 0,-1-1 90,0 0-90,0-2 0,-1 1 0,1-1 0,-2 1 0,0-1 0,-1-1 0,-1-2 0,-2-1 0,0 0 0,-1 0 0,-1-4 0,0 4 0,-2-7 0,2 4 0,0-2 0,-1-1 0,0-3 0,1 0 0,-2-5 0,2 0 0,-2-10 0,2 8-765,0-3 765,1 10 0,0-5 0,0 3 0,0 0 0,1 5 0,0 6-90,1 1 90,0 0 0,0 1 765,0 1-855,0-1 90,0 2 0,0-2 0,-1 2 0,0 0 0,-2 4 0,-3 1 90,1 2-90,-2-1 0,-1-1 0,-2 0 0,-4 1 0,-7 0-646,-3 0 646,-7 1 0,-2 0 0,-5 0-90,0 0-90,10-1 0,0 0-270,-11 1-498,14 0 1,1-1 137,-3 1-719,7 0 180,4-2-1928,2-1 3061,6-1 1,1-7 0,4-2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6:32:55.75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1707 3270 8972,'-1'-6'1169,"-2"0"-899,2 3 90,-1-2-180,-1 0 90,1 1-91,-3-2 1,3 3 90,-2 0-90,0 1-180,-1 2 90,0 1 0,0 2-90,1 1 90,-1 0-90,0 1 0,1 1 0,-1 0 90,-1 3-90,1-2 0,0 2 0,2 0 0,-1-1 90,2 1-90,0-1 0,1 1 0,0-1 0,1 0 0,0-1 0,4 3 0,0-4 0,2 2 0,1-4 0,1-2 0,0-2 0,5-1 0,-2-2 0,2-2 0,-3 0 0,0-2 0,0 0 0,-2-1 0,1-1 0,-1-1 90,-1 0-90,-2-2 0,0 1 0,-3 0 0,0 0 90,-3-3-90,-1 3 90,-3-3-90,1 6 0,-1 1 0,-1 1 0,-1 2 0,-1 2-90,0 1 90,0 0-90,0 2-90,0 1-90,1 1-90,-1 0-89,2 2-271,-1 0-809,2 0 0,1 1 1529,1 0 0,1 3 0,0 2 0</inkml:trace>
  <inkml:trace contextRef="#ctx0" brushRef="#br0" timeOffset="525">2176 3151 10411,'-4'-6'1169,"-1"1"-809,0 2-90,-1 2-180,0 1 0,0 0 90,0 3-180,1 0 180,-3 4-90,2 1-90,-3 3 90,3 0 0,1-1-90,0 2 0,1 0 90,0 1-90,1 1 0,1-1-90,1-1 90,1 0-90,1-2 0,2 4 0,1-5 0,3 3 90,-1-7-90,2-1 0,-1-3 90,3-4 0,0-1 0,2-3 0,-2-1 0,0-1 0,-1-1 90,0-1-90,-2-1 0,-2 0 90,-1-1-90,-1 0 90,-1-1 0,-4-4-90,0 5 90,-3-4-90,0 6 0,-1 3 0,-1 3 0,0 1 0,-1 3-450,-5 3 90,1 2-90,-2 3-359,5-1-2468,-1 6 3264,3-3 0,1 8 0,3-2 1</inkml:trace>
  <inkml:trace contextRef="#ctx0" brushRef="#br0" timeOffset="1067">2641 3165 10321,'-8'-2'990,"0"0"-451,2 2-269,-1 0 0,2 0 0,-2 2-90,2-1 90,0 1-91,-1-1-89,1 2 90,-2 0 0,1 1-90,-1 2 0,0 0 0,-1 2 0,0 1 0,0 2 0,0-1 0,0 3-90,0-1 90,1 0-90,1 1 90,2-2-90,1 1 0,1-2 0,0-1 0,2 3-90,0-4 90,2 2-90,0-5 0,3 0 90,0-3-90,3 0 0,1-3 90,-1-2 0,6-6 0,-5 0-90,3-3 90,-6 1 0,1-6 0,-3 2 90,0-3-90,-4 5 0,-1 0 90,-2 0 0,-4-4-90,0 5 0,-7-4 90,4 9-90,-3 1 0,3 6 0,0 1-180,-1 1 0,2 3-180,-2 0-719,-1 4 179,4 0-989,1 1-359,5-3 2248,3 1 0,3 4 0,2 1 0</inkml:trace>
  <inkml:trace contextRef="#ctx0" brushRef="#br0" timeOffset="1550">2935 3185 11131,'-5'-6'629,"-1"-1"-359,3 6 0,-3-1-180,-1 2 0,1 1 90,-2 2-90,3 0-90,-1 2 90,-1 0 0,1 2 0,-1 0-90,0 2 90,1 1-90,0 0 89,0 1-89,1 0 0,0 0 90,2 0-180,1 0 90,1-1-89,2 0 89,0-1-90,1 1 90,1-2-90,1-1 90,1-1-90,1-1 90,-1-2 0,2-1-90,-1-1 90,4-2 0,-2-1 0,1-2 0,-3-1 90,0-1-90,-1-1 180,0-5-90,-2 2 89,0-4-89,-3 3 0,-1 0 0,-2 0 0,-1 0 90,-5-3-90,-3 2 0,-1 1-90,1 5 90,3 5-270,-5 2-90,4 2-90,-2 2-89,5 1-181,1 0-359,2 0-720,1 2-270,2-1 1979,1 0 0,4 5 0,2 2 0</inkml:trace>
  <inkml:trace contextRef="#ctx0" brushRef="#br0" timeOffset="2059">3325 3212 10501,'-6'-7'810,"2"2"-361,-1 2-179,0 1 90,1 0-180,-4 2 0,3 0 0,-2 1 89,0 2-89,1 0 0,-4 4-90,3-1 0,-2 4-90,3-2 90,1 1 0,-1 2-90,2 0 90,0 0-90,1 0-90,1 1 90,1-1-180,1 0 90,1 0-90,2-1-179,3 3-1,2-1 270,1-2 0,2-3-90,-4-5 0,5-1 180,-3-3-90,3 0 90,-3-3 0,0 0 90,-1-2-90,-1-1 90,0-1 0,-2-1 0,-1-1 90,-2 0-90,-1-1 0,-1-1 0,-2 1 90,-3-6-91,-1 7 1,-2-5 0,1 8-90,-1 2 0,0 2 0,0 2-180,0 2-89,1 0-181,-1 3-90,0 0-359,1 2-720,2 1-270,1 1 1889,1-1 0,3 6 0,1 0 0</inkml:trace>
  <inkml:trace contextRef="#ctx0" brushRef="#br0" timeOffset="2511">3605 3249 10681,'0'-9'1799,"-2"3"-1529,-2 1 0,0 5-180,-3 1-1,2 2 1,-1 2 0,1 0 0,1 1 0,-2 4-90,3-1 0,-1 3 0,3-3-90,1 0-90,2 0 1,0-1-1,2 0 0,0-1 0,2 0-90,1-1 90,1-1-90,5 0 90,-2-3 90,4-1 0,-4-1 0,1-3 1,0 0 89,4-5 89,-3 1 1,2-3 90,-6 1 0,-1 0 0,-2-2 0,0 0 270,-3-6-270,-3 3 0,-2-4-1,-3 6 1,-2 0-90,-1 2 0,-3 0 90,1 3-90,-3 0-90,1 4-180,0 1-899,-6 3-1979,1 5 1079,0 1 1979,4 2 0,4 2 0,0 2 0</inkml:trace>
  <inkml:trace contextRef="#ctx0" brushRef="#br1" timeOffset="17600">2099 1153 24575,'0'-7'0,"0"-3"0,-1-1 0,0-3 0,-1-2 0,-2-2 0,0 0 0,-2-1 0,0 1 0,-2-2 0,2 7 0,1-1 0,2 8 0,0 0 0,0 3 0,0 0 0,0 0 0,0 2 0,0-1 0,-1 1 0,0-1 0,0 1 0,0-1 0,-2-1 0,-1 0 0,0-1 0,-3 0 0,-1 0 0,0 0 0,-2 2 0,1-1 0,-1 1 0,3 1 0,1 0 0,-1 1 0,3 0 0,-2 0 0,0 0 0,2 0 0,-1 0 0,1 0 0,1 0 0,-1 0 0,1 2 0,-3 2 0,0 1 0,-2 3 0,0 2 0,0 0 0,-1 1 0,2-1 0,1 0 0,1-1 0,2-2 0,3-1 0,1 0 0,0 0 0,1 0 0,0-1 0,0 1 0,0-1 0,1 1 0,0-1 0,0-1 0,0 0 0,0-2 0,0-1 0</inkml:trace>
  <inkml:trace contextRef="#ctx0" brushRef="#br1" timeOffset="19074">2505 1094 24575,'0'-7'0,"0"0"0,0 0 0,-1 1 0,-2 1 0,-3 0 0,-3 1 0,-2 0 0,0-1 0,-2 1 0,0 1 0,-2 0 0,-1 1 0,0 1 0,1 1 0,0 0 0,-2 0 0,0 0 0,-10 0 0,8 0 0,-7 0 0,10 1 0,0 1 0,3 2 0,4 0 0,2 0 0,0 1 0,1 1 0,0 1 0,0 0 0,1 1 0,1 1 0,0-1 0,2 1 0,-1-1 0,1 0 0,1-3 0,0 1 0,0-1 0,1 0 0,-1 0 0,0-1 0,0 0 0,0 0 0,1 1 0,0 0 0,0 1 0,0-3 0,0-1 0</inkml:trace>
  <inkml:trace contextRef="#ctx0" brushRef="#br1" timeOffset="20725">2974 1150 24575,'0'-17'0,"0"-1"0,0-2 0,0-2 0,-1 4 0,-1 0 0,-1-1 0,-2 4 0,1 1 0,-1 4 0,1 2 0,0 3 0,0 3 0,0 1 0,1 1 0,-1 0 0,-3 0 0,-2 0 0,-4 0 0,-4 1 0,-3 1 0,0 3 0,-4 3 0,2 1 0,0 1 0,2 0 0,3-2 0,1 2 0,1 1 0,1 2 0,-1 2 0,2 2 0,0 4 0,1 1 0,1 0 0,2-2 0,0-3 0,-1-1 0,1 0 0,0 0 0,1-3 0,1-2 0,2-4 0,3-1 0,-1-1 0,1-1 0,1-2 0,0-1 0</inkml:trace>
  <inkml:trace contextRef="#ctx0" brushRef="#br1" timeOffset="22300">3289 1120 24575,'0'-7'0,"0"-1"0,0-1 0,0-1 0,0 2 0,0 2 0,-1 3 0,-2 1 0,-3 1 0,-3 1 0,-1 0 0,-2-1 0,-1-1 0,-4 0 0,-1-2 0,-2 1 0,1 0 0,0 0 0,1 1 0,2 0 0,4 1 0,0 0 0,2 1 0,1 0 0,1 0 0,1 0 0,0 1 0,2 1 0,-1 1 0,1 1 0,1 1 0,0 0 0,0 1 0,0 1 0,-1 0 0,-1 0 0,1 0 0,1 0 0,-1 0 0,2-1 0,0-1 0,0-1 0,1 0 0,0-1 0,1 1 0,-1 0 0,0 1 0,0 1 0,1 2 0,0-2 0,0 0 0,-1-1 0,1-1 0,0 0 0,1-2 0,0 0 0</inkml:trace>
  <inkml:trace contextRef="#ctx0" brushRef="#br1" timeOffset="24134">3670 1112 24575,'0'-6'0,"0"-2"0,0 2 0,0-1 0,0 0 0,0 0 0,0 0 0,0 0 0,0 0 0,0 1 0,0 0 0,-1 0 0,-1 0 0,-2-1 0,0 0 0,-1 0 0,-1-2 0,-1 1 0,-2-3 0,-2 0 0,-1 0 0,0 2 0,0 0 0,-2 2 0,-2-1 0,-2-1 0,-2 1 0,-1 0 0,0 1 0,1 1 0,3 2 0,1 1 0,3 1 0,0 1 0,0 0 0,1 0 0,1 1 0,0 0 0,2-1 0,-1 2 0,2 2 0,1 2 0,2 0 0,0 1 0,1 0 0,-1 0 0,0 1 0,1-1 0,0 2 0,1 0 0,0 0 0,-1 1 0,0 0 0,0-1 0,0-1 0,1 1 0,1 1 0,-2 1 0,2 0 0,-1-1 0,2 0 0,1 0 0,-1-3 0,1 0 0,0-2 0,0-1 0,0 0 0,0 1 0,0 0 0,0-1 0,0 1 0,0 0 0,0-1 0,0 1 0,0-1 0,0 1 0,0-1 0,0-1 0</inkml:trace>
  <inkml:trace contextRef="#ctx0" brushRef="#br1" timeOffset="26266">1759 1266 24575,'0'0'0</inkml:trace>
  <inkml:trace contextRef="#ctx0" brushRef="#br1" timeOffset="26950">2188 1286 24575,'0'0'0</inkml:trace>
  <inkml:trace contextRef="#ctx0" brushRef="#br1" timeOffset="27542">2517 1286 24575,'0'0'0</inkml:trace>
  <inkml:trace contextRef="#ctx0" brushRef="#br1" timeOffset="28158">2856 1254 24575,'0'0'0</inkml:trace>
  <inkml:trace contextRef="#ctx0" brushRef="#br1" timeOffset="28759">3086 1254 24575,'0'0'0</inkml:trace>
  <inkml:trace contextRef="#ctx0" brushRef="#br1" timeOffset="29425">3590 1230 24575,'0'0'0</inkml:trace>
  <inkml:trace contextRef="#ctx0" brushRef="#br0" timeOffset="101634">9899 1482 7263,'-15'4'180,"1"1"-180,-1 1 0,-1 2-700,-1 4 700,-1 2 0,0 2 0,2 1 0,0 2 0,4-2 89,1 0-89,3-2 54,2-1-54,2-1 157,2-1-247,1-1 90,1 0 0,1-2 400,2 0-400,0-1 90,2-1-90,0-1 0,0 0 0,2-3 90,-1-1 0,2-2 0,-1-2 89,3-1-89,-1-2 90,1-2 270,5-7-360,-4 2-132,4-9 222,-5 5 180,3-9-91,-4 8 91,2-9-180,-6 13 0,1-2 0,-2 3 0,-1 5 0,0 0-90,-1 10 0,-1 1-90,0 9 402,-2 1-313,0 5-89,0 5-1138,0 5 1138,-1 5 90,0-2-90,2 3 0,-1 0 90,1 2-90,0 0-410,0 0 455,0-11 0,1 1-45,-1 12-636,1-13 0,0-1 636,0 8-90,0-3-619,-1-4 619,0-2-90,0-4 90,-1-1 0,-1-2 928,1-2-928,-3-1-90,-2 4 180,0-5-90,-3 2 367,1-7-277,-2-1 0,0-1-90,-2-1 1381,0-2-1381,-8-1 90,4-2 0,-5-1 0,6-3 90,-5-6-90,5 2 90,-3-6-90,9 2 0,2-2 90,2-1-90,3-1 0,2-1 317,4-4-317,2-1 0,4-2 0,1 1 0,4 2 0,1 1-89,2 1-181,1 1 0,0 1-180,1 1-1529,9-6 1979,-9 7 0,9-7 0,-10 8 0</inkml:trace>
  <inkml:trace contextRef="#ctx0" brushRef="#br0" timeOffset="102191">10079 1747 9691,'5'-6'360,"1"0"-180,-2 1-90,2 1 90,1-2-90,2 0 0,0 0 0,2 0-90,1 1 180,4-1-180,-5 2 90,3 0-90,-6 4 90,0 1-90,-1 2 90,3 6-180,-6 0 90,1 12 0,-10 7-90,-2 1-1275,-7 6 1365,1-9 0,2-7 0,0-1 0,-7 9-506,-3 7 506,6-13 0,0 3 0,4-8-90,1 0 90,4-8 0,2-2 1287,0-1-1287,1 0 764,1-2-674,9-6 0,0-2-1,10-9 1,-1-1 0,0-2 0,2-1-90,9-9-1069,-8 7 0,1 0 1159,7-9 0,1 1-137,-2 2 137,-2 3 0,-5 5 0,-5 5-90,-4 2 90,-2 3 0,1 1 90,-6 9-180,-1 1 2280,-6 11-2280,-3 2 0,-3 3 0,-2 5-90,0 1-841,1 2 841,1 1-180,2 0 0,3-2-90,3-2-539,5 4-990,7-4 720,2 0 966,5-8 1,3-7 0,3-1-1</inkml:trace>
  <inkml:trace contextRef="#ctx0" brushRef="#br0" timeOffset="107599">12369 2166 14459,'-9'-3'-820,"3"0"1,1-1 0,2 1 0</inkml:trace>
  <inkml:trace contextRef="#ctx0" brushRef="#br0" timeOffset="108550">12334 1419 11490,'-8'-1'2699,"1"3"-4768,3-2-1208,4 5 2949,2-3 1,3 3-1,-1-3 1</inkml:trace>
  <inkml:trace contextRef="#ctx0" brushRef="#br0" timeOffset="109318">12917 2111 12930,'1'9'1619,"-1"-2"-1260,2-2 271,-2-1-90,1 0-3817,0 1 2184,0-8 1,2-1 0</inkml:trace>
  <inkml:trace contextRef="#ctx0" brushRef="#br0" timeOffset="110274">12784 1482 10951,'-6'2'2788,"2"1"-2068,2 1-91,1 0-269,-1 0-90,0 0 90,1 0-3637,0 0 2499,3 0 1,4 2 0,3-1-1</inkml:trace>
  <inkml:trace contextRef="#ctx0" brushRef="#br0" timeOffset="111118">13814 2169 13379,'-6'2'3276,"0"1"-4663,4 0 398,-2-4 449,1-2-89,-2-4-91,3 2-270,0 0-719,0 0-449,-1-1 2158,0 0 0,-2-6 0,-2 0 0</inkml:trace>
  <inkml:trace contextRef="#ctx0" brushRef="#br0" timeOffset="111791">13630 1527 14998,'-6'7'810,"1"-2"-810,1-3 0,6 3 0,1 1 0</inkml:trace>
  <inkml:trace contextRef="#ctx0" brushRef="#br0" timeOffset="112400">14735 2222 12300,'5'3'2429,"0"0"-5218,-3 0 900,-6-12-629,3 6 2518,-5-10 0,3 4 0,-1-2 0</inkml:trace>
  <inkml:trace contextRef="#ctx0" brushRef="#br0" timeOffset="112767">14663 1557 10591,'3'5'-510,"1"5"0,0 0 1</inkml:trace>
  <inkml:trace contextRef="#ctx0" brushRef="#br0" timeOffset="113274">15737 2326 14279,'-2'-13'-1979,"0"2"0,0 4-809,1 1 2788,-1-1 0,-2-7 0,1-3 0</inkml:trace>
  <inkml:trace contextRef="#ctx0" brushRef="#br0" timeOffset="113707">15584 1576 14369,'2'6'809,"0"0"-629,-1-1-1259,-1 0-2198,1-1 2457,0 1 1,0-3 0,1-1 0</inkml:trace>
  <inkml:trace contextRef="#ctx0" brushRef="#br0" timeOffset="114208">16620 2391 11400,'2'6'3059,"-2"1"-3599,-1-18-90,0 6-269,-2-16-1170,1 8-719,-4-5 2689,0-4 0,-5-11 0,-2-3 0</inkml:trace>
  <inkml:trace contextRef="#ctx0" brushRef="#br0" timeOffset="114927">16503 1603 13110,'-3'7'2428,"1"0"-2248,2-2 0,1 1-90,-1 0 90,0-1-3457,0 1 2457,-6-6 1,2 2 0,-5-4 0</inkml:trace>
  <inkml:trace contextRef="#ctx0" brushRef="#br0" timeOffset="116491">12441 2868 12480,'-3'3'0,"-1"-3"0</inkml:trace>
  <inkml:trace contextRef="#ctx0" brushRef="#br0" timeOffset="118107">12382 2904 17877,'-8'2'-990,"1"2"990,1-7 0,1 3 0,-2-2 0,4 1 0,-4 0 0,2-1 0,-1 0 0,1 1 0,-1-2 0,-1 1 0,-2-2-90,-3-1 180,3 1-90,0 1 0,2 0 0,0-1 0,1 0 0,-1 0 0,1 1 0,-1-2 0,1 1 90,1-1-90,-1 0 0,1 0 90,-1-1-90,1 1 0,1-1 0,-1 0 90,-1-2-90,2 0 90,-2-1-90,2 2 0,0-1 0,1 0 90,-3-4-90,2 2 0,-1-4 0,1 4 0,1-1 90,0-1-180,1 1 90,-1-1 0,1-1 0,1 0 0,-1 0 0,0-6 0,2 4 0,-1-5 90,2 6-180,-1-4 180,2-3-90,0 2 0,0 0 0,1 6 0,0 0 0,0 1 0,0 0-90,1-1 180,1 1-180,-1-1 90,2 1 0,-1 0 0,1 1 0,0 0 0,0 0 0,0 0 0,4-4 0,-2 4 0,3-5 0,-2 5-90,-2 1 90,1 2 0,-3 4 0,2-2 0,-1 0 0,2 0 0,-2 2 0,0 1 0,-1 0 0,0 0 0,1 0 0,-1 1 0,0-1 0,-1 2 0,1-2 0,-1 1 0,2 0 0,-3 0 0,2 0-90,-2 0-90,0 0-269,1-1-991,-2 1 1440,2 0 0,-2 0 0,-1 1 0</inkml:trace>
  <inkml:trace contextRef="#ctx0" brushRef="#br0" timeOffset="118849">12660 2815 11131,'6'3'2068,"-13"-2"-1978,3 0-90,-11-3 90,7 0-90,0 0 90,-1-1 0,-1-1-90,0-1 0,1-1 90,-5-4 0,5 1-90,-3-4 0,5 3 90,1-1-90,1-1 0,2-2 0,0-1 90,3-3-459,2-5 369,2-3-870,3-3 870,3-4 0,1 3 0,4-4 0,-2 4 0,1 0 0,0 3 0,-4 9 0,0 0 0,6-8 0,5-6-477,-8 14 477,-1 3-39,-1 3 39,-2 1 0,1 1 317,-1 2-317,-1 1 851,0 2-851,-1 0 540,1 2-540,0-1 47,-1 2-137,0 0 90,-1 0-360,3 2 180,-3-2-539,1 2 269,-1 1-270,-2 0-2557,1 0 3129,-2 2 1,-2-2-1,0 0 1</inkml:trace>
  <inkml:trace contextRef="#ctx0" brushRef="#br0" timeOffset="119858">12405 5804 7533,'1'-8'0,"0"2"0</inkml:trace>
  <inkml:trace contextRef="#ctx0" brushRef="#br0" timeOffset="164715">8727 1159 9332,'-5'6'989,"3"0"-899,4-3-90,3 0 90,-2-1-90,3-1 0,-3 0 90,5 1-90,-4-1 0,6 1 0,-4-1 0,3 0 90,-3 0-90,2 0 0,1 1 0,0-1 0,1 0 0,1 1 0,0-1 90,0 2-90,5-1 0,-1 1 0,6 0-90,2 1 90,-4-3 0,1 2 0,-7-3 90,-1 1-90,0-1 0,-1 0 0,0 1 0,-1 0 0,-1 0 0,-1-2 0,-1 2 90,0-1-90,-1-1 0,0 2 0,0-2 0,-1 2 0,2-1 0,-2 0 90,1 0-90,-1-1 0,0 1 0,-1-1 0,2 1 449,-3 1-359,-3-5-90,-2 3 0,-3-5-90,0 5 90,2 4 0,2 1 0,2 9 0,0-5 0,0 4 0,0-2 90,1 2-90,-1 1 0,1 4 90,0 1-710,2 6 620,-1 1-998,1 5 998,0 1 0,0 1 0,1 7 90,-1-2-90,-3-16 0,1 0-601,-1 0 1,1 0 600,-1 0 0,0 2 0,1 10 0,-1 0 45,0-7 0,0 1-45,0 3 0,-1 3 0,1-3 0,0 0 0,-1-2 0,1-1 0,-1-2 0,1-2 0</inkml:trace>
  <inkml:trace contextRef="#ctx0" brushRef="#br0" timeOffset="169515">9214 2833 7263,'4'21'-130,"-3"-31"0,-2-17 0,-1-13 0,-1-9 0,-1-5 0,1-1 0,-1 3 0,2 7 1,-1 11-964,1 3 1,1 7 0,-1-8 880,0 2 1,0-9-1,0-6 1,0-4 0,0-1-1,0 3 1,-1 3 0,0 8-1,-1 10 1,1 13 481,-2 11 1229,1-1-1319,-1 1 859,2-1-859,-1 1 0,0-2 0,1 1 3096,-1 0-2711,2 0-475,-2-1 360,2 1-90,-1-1 719,0 1-269,1-1-720,2 12-90,0-5 0,0 11 0,-1-6 90,0 2-90,-1 9 90,1-2-90,-2 5 0,1-2 0,-1 8-770,-1-1 770,-1 7 0,2-3 0,0-1 0,0 0-1017,1 2 1017,0-1 0,0 2 0,1-1 0,0 0 0,-1 0 90,0-3-90,1 1 0,-1-3 0,1 0 0,0-3 0,-1-2-88,1 0 88,0 9 0,-1-9-459,0 9 459,0-11 0,1 1 614,-1-2-614,1 0-2085,0-3 2085,0 1 0,0-1-11,1 0 11,0 0 366,1-3-366,-1 2 0,2 5 0,0-4 0,0 4 0,0-8 0,0 1 0,0-1 0,0-1 153,0 1-153,0-1 3276,0-1-3112,0 2-38,0-2-126,-1 1 0,1 5 0,0-4 0,1 3 0,-1-5 0,0-1 0,0 1 0,0 0 0,-1 0 0,1 1 0,0-2 0,0 1 0,-1-1 0,1-1 0,-1 1 0,1 3 0,0-3 0,0 3 0,-1-4 0,0 1 0,1-2 0,-2 4 0,2-2 0,-1 1 0,0-3 0,1 1 0,-1 0 0,0 0 0,0-1 0,0 1 0,0-1 0,-1 0 0,1 0 0,0 0 0,0 0 0,1 3 0,-1-2 0,2 3 0,-2-4 0,1-1 0,-1 1 0,1-1 0,0 0 0,-1-1 0,0 0 0,0 0 0,0 0 90,1 1-90,-1-3-90,0 4 180,0-4-90,0 3 0,0-2 0,0 0 0,0 1 0,0-1 360,0 1-270,-5-6-90,-1 1 0,-4-6 90,0 3-90,1 0 0,1 0 0,0 1 0,2 0 0,-3 0 0,1-1 0,-1 1 90,0-1-90,-1 0 0,-1-1 0,0 1 90,-2 0-90,1-1 90,-8 0-90,4 0-436,-6-1 436,5 1 90,-1 0-90,0 0 0,0 1 0,-1 0 0,1 0 0,0 1 90,1-1-90,2 1 0,-1 0 0,2 0 0,1 1 0,2-1 436,0 2-436,2-2 0,-2 1-90,3 0-180,-2 0-989,1 0 1259,2 0 0,-2-2 0,3 1 0</inkml:trace>
  <inkml:trace contextRef="#ctx0" brushRef="#br0" timeOffset="170533">8726 1568 9781,'-2'4'900,"1"-3"-810,8 3 0,0-2 0,1-1-90,5 0 90,1 0 0,4 1-715,2-1 625,6 0 264,1-1-174,5 0-90,0 1-814,-1 0 814,-3 0 0,-2 0-468,-3 0 558,-4-1 374,6 1-374,-6-1-90,0 1-90,-6-1 90,-6 0 724,-1 0-1264,-2 0-1074,0 2 1614,0 0 0,-1 2 0,0 0 0</inkml:trace>
  <inkml:trace contextRef="#ctx0" brushRef="#br0" timeOffset="171215">8724 1942 11131,'10'0'180,"1"-1"-91,-2 1 1,2-1-90,5 0 90,2-1-90,6 0 0,2-1 90,2 2-90,1-1-1030,-1 2 1030,0-2 0,-3 1-298,-3 1 298,-3-1 0,-2 1-53,3-1 53,-8 1 90,3-1-90,-7 1 981,-2 0-1071,0 0 339,-1 0-3526,0-1 3099,-1 2 1,-2 0 0,-1 0 0</inkml:trace>
  <inkml:trace contextRef="#ctx0" brushRef="#br0" timeOffset="171909">8715 2254 8972,'3'6'809,"0"-2"-719,1-2 0,0 0 90,3-2-90,0 1 90,3-1-90,2 1 0,2-2 0,2 2 0,3-1 0,4-1-90,4 1 90,-5 0 0,0 0-635,10 0 635,8 1-90,-15-1-9,11 0 9,-5 2 90,1-1-469,-10 0 379,-12-1 90,0 0-90,-3 0 518,1 0-428,-2 1-79,-1 0-281,0 0-316,-2 0-2022,1 1 2608,-1 0 0,-2 0 0,0-1 0</inkml:trace>
  <inkml:trace contextRef="#ctx0" brushRef="#br0" timeOffset="172715">8680 2706 9062,'6'5'629,"0"-1"-449,-2-3-90,1 1 90,0-2 90,6 1-180,-1 0 0,6-1 0,1 0 90,5-1-180,5-1-303,4 0 393,3 0-908,-10 1 0,1-1 908,12 0-671,-9 1 0,0 1 581,1-1-543,4 1 633,-15 0 162,-2-1-252,-3 1 1488,-3 0-1578,2 1 1274,-6 0-2353,2 0 1371,-6 2 0,-1 1 1,-1 2-1</inkml:trace>
  <inkml:trace contextRef="#ctx0" brushRef="#br0" timeOffset="173507">8714 3063 11041,'14'0'180,"-1"0"-180,-6 0 0,3 1 90,1 0-90,2 0 89,1 0-89,3-1 0,1 1 90,0 1-90,10 0 0,-8 0 0,8 0 90,-12 0-90,-1-1 0,-2 0 0,-2-1 0,0 0 0,-3 0 0,-1 0-90,0 0 0,-2 0-179,0 1-1081,-1-1 1350,0 1 0,-2 0 0,0 0 0</inkml:trace>
  <inkml:trace contextRef="#ctx0" brushRef="#br0" timeOffset="175474">8844 1207 9332,'8'1'2788,"-3"-3"-2698,-2-4 0,-2 1 0,0-1-90,-1 0 90,0 0 0,0-1-90,0-1 90,-1-1-90,1-2 90,-1 0-90,-1-2 90,0-1-90,0-1 0,-1-1 0,0-6 90,-2 3-428,0-3 338,0 5 0,0 2 0,0 1-123,-3-5 123,2 6 0,-3-4 0,4 8 0,-1 1 0,0 0 0,1 2 333,-1 0-333,1 1 128,-5-2-128,0 2 0,0 0 0,0 2 0,2 2 0,0 0 0,-1 1 0,-1 1 0,-2 0 0,-1 1 0,-1 0 0,0 1 0,0 0 0,1 0 0,0 1 0,0 0-90,1 1 90,-1 0 0,2 2 0,-1 0 0,1 1 0,1 0 0,-3 5 0,3-2 0,-3 3 0,6-3 0,0-1 0,1 1 0,1-1 0,0 0 0,1-1 0,1 0-90,-1-1 90,2 0 0,-1 0 0,2-2 0,-1 1-90,1 0 90,-1-2 0,1 1 0,0-2-90,0 0 90,0 2-90,0-2 0,0 3-90,0-3-180,-1 1-269,2-1-2648,-1 1 3174,1 0 0,0-3 0,1 0 1</inkml:trace>
  <inkml:trace contextRef="#ctx0" brushRef="#br0" timeOffset="194689">1566 3490 8432,'7'0'1170,"-1"-1"-901,-2 4-89,-1 0 180,0 0-180,0 2-90,-1 0 90,1 1 0,-2 0-90,0 0 0,0 1 89,-1 6-89,1-3 0,-2 4-3367,1-3 3252,0 0 115,-1 0-90,1 1 90,-1 0 0,-1 5-90,1-4 90,-1 3-90,1-5 3276,-1 0-3160,0-1-26,0 4-90,-1-2 0,1 1 0,1-3 90,-1-4-90,1-1 0,0 1 0,0 1 0,-1-1 90,1 2-180,0-3 90,0 1 90,1 0-90,-1-1 0,1 0 0,0 0 0,2 0 0,1-3 0,2-1 0,2 0 0,4-2 0,0 0 0,2 0 0,6-1 0,-2 0 0,21-2 0,-10 1-1315,12-1 1315,-7 0 0,1 2 0,1-1 0,2 1 0,0 2 0,2 0 0,-18 0 0,0 1-1360,19 1 1360,-16-1 0,-1 0 0,-1 0 0,0 0 45,2 0 0,0 1-45,-2-1 0,-1 0 0,0 0 0,0 1 0,20 1 0,-4 0 0,-10 0 0,0 0 0,12 0 0,-8-1 0,1 1 0,4-1 0,-14 0 0,2 0-494,-2-1 1,-1 1 493,12 0-229,-12 0 1,0 0 138,6 1 180,0 0-180,6 0 880,6 3-790,-4-2 45,-13-2 0,-1 1 729,2 0-774,6 0 0,-9-1 0,0 2 0,0-2 0,0 0 1054,0 0-1054,8 0 0,-7-2 652,5 1-652,-8 0 0,-2-1 0,0 0 0,0 0 0,-2 0 0,-1 0 0,-1-1 0,0 1 152,-1 1-152,-1-2 581,0 2-581,-2-1 116,0 0-116,-2 1 0,2-1 0,-2 1 0,1-1 0,0 1 0,0-1 0,1 1 0,-1 0 0,2-1 0,0 1 0,0-1-90,2 2 90,1-1 90,2-1-90,0 1 0,2 0-90,-1 1 90,1-1 0,10 0-90,0 0 90,3 1 0,1-1 0,-8 0 0,0 0 0,-5 0 0,-7 0-90,-1-1 90,-1 1 0,-1-1 0,1 0 0,-1 0 0,-1 1 0,0-1 0,0 0 0,0 0 0,0 1 0,1-1 0,1 1 0,-1 0 0,2-1 0,-4 0 0,3-1 0,-4 1 0,2 0 0,-2-1 0,1 2 90,0-1-90,-1-1 0,-1-1 0,0-2 0,-2 0 0,-1-2 0,1 0 90,-1 0-180,1-1 180,-1 1-90,1 1 0,0-2 0,-1 0 0,2-3 0,-1 2 0,0-3 0,1-2 0,-1 2 0,1-5 0,0 6 0,0-2 0,0 1 0,0-1 0,0 0 0,1 0 0,0-1 0,-1 0 0,1-1 0,-1 1 0,-1-1 0,1 1 0,0-1 0,-1 1 0,1-7 0,0 5 0,-2-3 0,1 5 0,-1 0 0,1 2 0,0-1 0,0 0 0,0 0 0,-1 1 0,1-1 0,1 1 0,-1 0 0,0 0 0,1 1 0,-1 1 0,2 0 0,-2 1 0,1 0 0,-1 2 0,0 0 0,0 0 0,0 1 0,0 0 0,-1-1 0,0 1 0,1-2 0,-1 1-90,0 1 90,1 0 0,-7 5 0,0 2 0</inkml:trace>
  <inkml:trace contextRef="#ctx0" brushRef="#br0" timeOffset="195215">3562 3400 9242,'-6'-6'719,"1"0"181,2 2-810,-1 5 0,2 1 0,-1 5 0,2-1 0,0 2-1,0 2 1,0 2 0,-2 12 0,1-3-90,-3 12-915,2-7 915,-1 4 0,1 0 90,-1-1-90,1 1 90,0-3-90,0-1 0,2-4-402,-1 0 402,1-2 0,-1-1-180,1-1 90,0-3-89,0 0 871,-1-3-962,1 0-450,-1 0 270,1-3-719,-2 2 90,1-5 1190,0-1 0,0-1 0,0 0 1</inkml:trace>
  <inkml:trace contextRef="#ctx0" brushRef="#br0" timeOffset="195723">3090 3457 10411,'8'6'360,"-1"1"-270,-3-2 0,-1 1 0,1 2 0,-1 1-90,1 2 90,-2 2 0,1 2-90,-2 2 0,0 4 89,-1 5-89,0 2-916,-2-6 1,1 1 915,-2 10-180,0 8-181,1-15 181,-1-4-90,2-1-89,-1-2-91,1-1-809,0-2 269,0-2 990,0 0 0,-1 1 0,1 2 0</inkml:trace>
  <inkml:trace contextRef="#ctx0" brushRef="#br0" timeOffset="196690">2853 3434 8522,'-8'-1'-180,"1"0"450,2 0 450,0 0-450,0 0-91,-1 1 1,1 0 0,-1 1-90,0-1 0,1 0-90,-1 0 90,0 0 0,0 0 90,1-1 0,-1 1 90,1-1-180,0 1-90,1-2 90,-1 0-90,1 0 0,2 5 0,0 0 0,2 6-90,1-3 90,1 2 90,-1-2-90,1 1 0,-1 1 0,1 0 0,0 2 0,0 1 0,-1 0 0,1 1 0,-1 1 0,-1 2 0,1 0 0,0 1 89,-1 2-178,0 0-167,-1 3 256,0-1 0,-1-1 0,1 1-90,-1-1 0,1-1 0,-1-1-90,1-3 0,0-1-180,-1-2 90,1 0-269,0-2-631,0 0 617,1-2 553,0 0 0,1-1 0,0-1 0</inkml:trace>
  <inkml:trace contextRef="#ctx0" brushRef="#br0" timeOffset="197441">2385 3440 8882,'-6'-7'809,"0"1"-719,3 9 0,1 1-90,1 4 90,2 2-90,-1-1 0,0 2 90,-1 2-90,1 1 0,-1 5-479,0 0 479,-1 7 90,0 0-90,-1 5 0,0-8 0,-1 0 0,-1 11-703,1-11 1,0 0 702,-1 6-955,-2 6 865,2-11-548,-1 3 458,3-12 106,1-2-106,-1-2 1116,2-2-1116,-1 0 853,1-2-1123,0-1 316,1 0 134,-1-1 0,1-2 0,-1-1 0</inkml:trace>
  <inkml:trace contextRef="#ctx0" brushRef="#br0" timeOffset="197940">2114 3509 9512,'7'-2'1259,"-2"3"-1259,-3 6 90,0 2 0,-2 0 0,1 3 0,-1 1-90,-1 2 90,-1 13 0,-1-2-90,-3 10-281,2-6 236,-1-9 1,1 0-136,-1 0 0,0-1-90,-4 19-450,-1-4-539,5-19 180,-1 3 1079,2-9 0,-1 3 0,0 0 0</inkml:trace>
  <inkml:trace contextRef="#ctx0" brushRef="#br0" timeOffset="199098">1871 3405 8702,'7'1'360,"-2"1"-270,-1-1 0,0 2 90,-1-1-90,0 1 0,0-1 89,1 1-89,-2 0 0,1 0 0,-2 1 0,1-1 0,-1 2-90,-1 0 90,-1 0-90,-1 0 0,1-1 90,-2 0-90,1 0 0,0 0 0,1 0-90,2 1 90,0-2 0,1 2 0,0-1 90,-1 1-90,-1 2 0,0-1 0,0 1 0,0 2 90,0 0-90,0 4 90,-1 1-90,0 2 90,0 1 0,0 2-524,0 2 524,0 1-90,-1 1 0,1-2 0,-1 1 90,0 0-90,0-1 0,0 4-90,0-6 0,1 2-90,-1-10 1,2-1-181,-1-2-90,1-1 450,-1-2 0,2 1 0,-1-1 0</inkml:trace>
  <inkml:trace contextRef="#ctx0" brushRef="#br0" timeOffset="200515">1423 3673 9512,'-5'-1'2968,"2"-1"-2878,-10 6 0,4-3 0,-1 0 0,-1 0-90,-2-2 90,-8 0 0,-5-2 0,1-1-544,-2-1 454,9 1 90,-3-2-90,0 0 0,-1-2 0,3 0 90,2 1-90,3-1 0,-5-3 0,7 3-67,-4-3 67,9 2 0,-2-3 0,4 2 0,1-3 0,3 3 0,1 0 0,1-3 0,4-6 0,1 3 0,3-6 0,0 4-380,1 1 380,2-2 0,1 1 0,1 2 0,-1 1 0,3-2 0,-4 5 0,2-2 432,-4 6-432,-1 2 68,0 1-68,-1 2 0,1-1 0,2 2 400,-2 1-490,6 1 90,-6 2-89,3 0-1,-4 1 0,-1-1 0,1-1 0,-2 1-90,-1 0 90,1 0-450,0 0 0,0 0 540,0 0 0,-3-1 0,-2-1 0</inkml:trace>
  <inkml:trace contextRef="#ctx0" brushRef="#br0" timeOffset="200956">1206 3222 10051,'4'-3'540,"-2"1"-450,13 7-90,-6-1 90,8 5 0,-3-1 0,14 8-90,-10-5-480,6 3 480,-9-5 0,0-1 0,0 0 131,2 2-131,-5-3 0,3 1 90,-7-3-90,-1-2 0,-1 0 0,-3 0 426,1-2-336,-7 3 13,0-1-103,-5 1 0,0 0 0,-1 1 0,-2 1 0,0 1 0,0 1-180,2 1-90,0 0-180,2 1-989,1 0 0,2-1 1439,2 0 0,3 3 0,2 1 0</inkml:trace>
  <inkml:trace contextRef="#ctx0" brushRef="#br0" timeOffset="201683">1821 3490 10051,'-8'-2'720,"1"0"-540,0 0 0,3 2 269,-2-1-269,-1 1 0,2 0-90,-2 0 90,3 1-90,-1 0 0,-1 2 0,0 1 0,0 1 0,-2 2 0,0 0-90,0 2 90,0 1 0,0 1-90,0 2 90,1-1-90,0 3 0,1-1-90,0 4 0,3-4 0,0 2 0,3-6-90,4 3 0,2-2 90,2-1 0,2-3 0,-2-5 0,5 0 0,-3-3 90,4-1 0,-3-3-90,0 1 90,-1-2 0,0-1 0,-2-2 0,-1-2 0,0 0 0,-2-1 90,-2-1-90,-1-1 90,-2-1 90,-4-6-90,1 6-90,-3-5 90,-1 9 0,0 0-90,-1 3 90,-1 2-90,0 2 0,-1 3 0,1 1-180,0 2-90,0 1-180,2 1-89,0 2 539,0 7 0,2-1 0,1 6 0</inkml:trace>
  <inkml:trace contextRef="#ctx0" brushRef="#br0" timeOffset="202223">2016 3544 10231,'-8'-2'540,"1"0"-360,1 1-90,1 2 0,-2 1 0,-1 2 0,-3 3-1,0 0 1,-4 6-90,4-4 0,-2 4 90,0 1-90,4-3-90,-2 3 90,5-4-90,2-1 1,1 0-1,0-1 0,3-1 0,0-1 0,1-1 0,2 0 0,1-2 90,1 0-90,2-1 0,0-1 90,2-1-90,0-1 0,5-3 90,-3 0 0,3-3 0,-4 2 0,2-7 0,-3 2 90,1-4-90,-4 3 90,-1-1 0,-1 0 0,-2 0 0,-1 0 0,-1 1 0,-1 1 0,-1 0-90,-2 2 90,0 1-90,0 2 90,-1 1-90,0 3-90,0 1-90,-2 3-180,1 0 0,-1 1-449,1 2-1170,0 3 1979,3-2 0,1 5 0,2-2 0</inkml:trace>
  <inkml:trace contextRef="#ctx0" brushRef="#br0" timeOffset="202683">2224 3563 9332,'-4'-7'989,"1"1"-629,-1 3 180,1 1-450,-3 2 179,2 1-179,-1 4 0,2-1-90,0 2 90,2-1 0,-1 2 0,1-1-90,-1 2-90,0 3 90,1-2-270,1 6 180,0-7-90,0 2-89,3 0 89,-1-4-90,4 3 180,-1-5 0,2-1-90,-2-2 90,1-1 90,-1-1-90,3-3 90,-2 1 90,2-3 0,-4 1 0,0-2 0,-1 0 90,-1-1-90,-1-1 90,0-1 90,-3-4-1,-1 0-179,-2-1 0,-1 4 0,1 5 0,-1 2-90,0 1 0,-1 2-90,1 2-180,0 0-89,0 2-91,1 0-1079,-1 2-90,3 0 1619,0 0 0,2 2 0,0-1 0</inkml:trace>
  <inkml:trace contextRef="#ctx0" brushRef="#br0" timeOffset="203156">2552 3601 10681,'2'-8'2069,"0"0"-1440,-2 3-539,-4 6 0,1-1 0,-3 6-90,3-1 90,-1 1-90,0 1-90,1 1 0,0 1 0,0-1 0,0 2-90,1-1 1,1 0-1,2 0 0,0 0 0,1 0 0,1-1 0,1-1 90,1 0-90,1-2 90,1-1 0,1-1 0,0-2 0,1-1 0,0-1 90,1-1 0,-1-2 0,1-1 90,-1-1 0,0-1 0,-1-2 0,-2 0 90,0-2-90,-3 1 90,-1-7 0,-2 4-180,-2-5 90,-2 6 0,-2 1 0,0 2 0,-3 0-90,1 3 90,-1 2-90,0 1-90,-1 3-270,-2 4 0,1 0-90,-3 4-359,5-2-720,2 2-180,2-1 1709,1 0 0,1 4 0,0 0 0</inkml:trace>
  <inkml:trace contextRef="#ctx0" brushRef="#br0" timeOffset="203642">3000 3616 11311,'-3'-7'1259,"-1"1"-1169,-3 5 90,2 2-90,-2 1 0,2 1 0,-1 1-1,0 1 91,-2 5-90,0 2-180,0 3 90,1-2-90,4 0 90,0-1-90,1 1 1,1 0-91,2-1 0,0 0-90,1 0 90,2-1-90,-1-1 90,2-2 0,0-1-179,4 0 179,-1-2 0,5-2 180,-5-2 0,2-2 180,-1-3-90,-2-2 179,3-7-179,-6 2 90,1-4-90,-4 2 90,-1 0 90,-4-10-90,-4 0 90,-6-6-180,1 8 0,-7 3-90,8 11-90,-4 0-90,6 7-90,0 1-180,-1 2-90,2 2-1169,0 1-449,2 0 2158,2 2 0,1 3 0,1 2 0</inkml:trace>
  <inkml:trace contextRef="#ctx0" brushRef="#br0" timeOffset="204099">3287 3635 11311,'-5'-7'809,"0"2"-449,1 2 0,-2 0-180,1 2-90,-5 1 89,3 4-89,-3 4-90,3 0 0,0 2 0,3-2-90,0 2-89,1 0-1,-1 1 0,3 0-90,0-2 90,2 2-90,0-2 90,1 1-90,2-1-179,3 2 269,-1-4 0,2 2 90,-2-6-90,1-1 90,1-1 90,0-2 180,3-3 0,-2 0 0,3-3 0,-5 0 0,0-2-1,-1 1 91,-2-2-90,-1 1 0,-2-3 0,0 1 0,-3-2 180,-2-5-180,-5 1-90,0 0-1,-2 5 1,3 5-90,0 4-179,1 0-91,-1 2-90,2 2-180,1 1-449,0 1-630,1 1-180,1 1 1799,2-1 0,2 5 0,1 1 0</inkml:trace>
  <inkml:trace contextRef="#ctx0" brushRef="#br0" timeOffset="204526">3634 3597 11131,'-6'-5'809,"-1"0"-449,3 4-270,-3 1 90,3 0-90,-2 2 0,1 1 0,0 2 0,0 0-90,1 1 90,0 1-90,0 1-90,0 2 0,1-1-90,1 1 90,0 1-90,1-1 0,2 2 90,1 0-180,0 0 90,2-1 0,0-2 1,2 0 89,-1-2-90,3 0 90,0-3-90,6-1 90,-3-1 90,3-3 180,2-4 0,-5 0 0,5-5-1,-7 2 1,0-2 0,-2-1 0,-1-2 0,-1-1 0,-2-1 0,-1 0 0,-3 1 0,-1 0-90,-3 0 90,-2 1-1,-8-2-89,2 5 90,-11 1-270,9 7-180,-4 4-269,7 2-271,0 1-1079,2 1 1889,-1 4 0,4 3 0,-1 3 0</inkml:trace>
  <inkml:trace contextRef="#ctx0" brushRef="#br0" timeOffset="209874">8885 1328 10861,'0'0'0</inkml:trace>
  <inkml:trace contextRef="#ctx0" brushRef="#br0" timeOffset="210542">8881 1357 9602,'-4'-5'719,"-2"0"-629,2 4 0,-3 3 0,2 0-90,-2 3 0,2 0 90,0 0-90,-1 3 0,0 0 90,1 2-90,0 1 0,1 1-90,0 1 90,1 1 0,1-1-90,1 0-90,1 0 90,0-1 0,1 0-90,2 4 90,0-4 90,1 2-90,1-6 0,3 2 90,-2-4-90,4 0 90,0-3-89,-2-3 89,6-3 89,-6-1-89,2-4 0,-3 0 90,-2-2-90,0-1 90,1-9 0,-4 4-308,1-5 308,-3 5 0,0 0-90,-1 0 90,-1-2 0,-2-2-90,-1 0 0,-1 4 0,1 5-90,0 7-360,-3 4 91,2 3 37,-3 3-668,4 1 990,-4 6 0,-1 4 0,-2 5 0</inkml:trace>
  <inkml:trace contextRef="#ctx0" brushRef="#br0" timeOffset="211182">8834 1739 9242,'-9'1'180,"2"0"-180,4 3 90,1 0-90,0 2 0,-1 1 90,1 0-90,1 1-90,0-2 90,1 1-90,1 6 0,2-1-90,4 5 180,-1-7-180,4-1 180,-3-5 0,2 1-90,-2-2 90,-1-2-90,0 1 90,3-3 0,-2 0 0,3-2 90,-4-1 90,0-1-90,0-1 0,-1-2 270,1-6-181,-2 1-89,-1-4 270,-4-4-270,0 6 90,-3-6 0,1 8-90,-3 1 0,0 2 0,0 1 0,-1 2 0,0 2-180,-1 2 90,1 2-180,-1 2-90,0 1-180,0 3-179,0 0-1350,-2 5 1979,3-2 0,-3 8 0,3-3 0</inkml:trace>
  <inkml:trace contextRef="#ctx0" brushRef="#br0" timeOffset="211849">8872 2109 9781,'-6'-6'1080,"0"1"-810,2 2-1,0 1-89,-2 1-90,0 1-90,1 0 90,-1 2 0,1 0-90,0 1 90,0 1-90,1 1-90,-1 1 0,2 0 0,-1 1 0,1 1-90,0 0-89,1 0 89,0 0 0,1 0-90,1 0 90,0 0 0,2 0-90,1-1 90,0 0 1,1-1-1,1 0 0,3-1 0,-1-1 90,3-1 0,1-2 0,-2-2 90,3 0 90,-2-3 0,-1 0 0,1-1 0,0-1 90,-2-2-90,1-2 90,-2-1-90,-1-1 89,-1 0 1,-2 0-90,-1-2 90,-1 1 0,-1 1-90,0 1 90,-2 0-90,-1 3 0,-1 0 0,-2 2-90,-4 1-90,2 3-180,-3 0-90,3 5-359,-2 0-451,1 2 361,0 1 809,0 1 0,-2 4 0,0 0 0</inkml:trace>
  <inkml:trace contextRef="#ctx0" brushRef="#br0" timeOffset="212481">8851 2443 9512,'-10'0'809,"-1"1"-719,6 1 90,-1 0-90,1 1 0,-1 0 0,0 3 0,0-1 0,-1 3 0,1 0-90,-1 2 90,0 0-180,1 1 90,1 1-90,0 0 0,1 1 90,1-1-90,1 0 0,0 4 0,2-3 90,0 3-90,1-5 0,3 3 0,-1-4 90,3 2-90,-1-6 90,1 0-90,1-2 90,3 0-90,-1-2 90,2-1 90,1-3 0,-3-1 0,3-2 0,-4-1 0,-1 0 0,0-2 90,0-2-90,-2 0 90,-1-2-90,0-1 0,-2 1 89,-1 0-89,-1 0 90,-1 0-90,-1 1 0,0 1 0,-2 0 0,-2-1 0,-1 2-90,0 0 0,1 5-180,0 1 0,0 2-180,0 0-89,1 1-451,-1 1-449,1 1 90,0 0 1259,0 2 0,-1 2 0,-1 1 0</inkml:trace>
  <inkml:trace contextRef="#ctx0" brushRef="#br0" timeOffset="213232">8875 2875 9332,'-3'-7'90,"0"1"359,1 0-89,0 2 0,-1-1 90,0 1-180,-1 1-91,0 2-179,-2 0 90,1 2 0,-1 2 0,1 1-90,0 0 90,0 3-90,0 0 90,0 1-270,-1 13 0,2-3 0,0 4-89,3-6 89,2-6-90,0 0 90,2-1-90,0 0 90,0-1 0,2-1-89,0 0 179,0-2-270,5 1 270,-3-3 0,2 1 0,-2-4 0,-1-1 90,1-1 0,0-1 0,0-2 90,-1-1 0,0-1-90,-1 0 90,0-3 0,-1 0 0,-1-2 0,-1 0 0,-1 1-90,-1-2 90,-1 0 0,-1 0-1,-2 2-89,-1 0 90,-1 2-90,0 2 0,-5 1-90,4 3-89,-5 0-271,4 5-1079,-4 2 1529,3 1 0,-6 7 0,2 0 0</inkml:trace>
  <inkml:trace contextRef="#ctx0" brushRef="#br0" timeOffset="213790">8896 3215 9062,'-6'-8'450,"0"2"-1,4 3-269,-3-1 90,2 2-90,-3-1 0,2 1 0,-3 2-90,3 1 0,-2 1-90,2 1 90,-1 2 0,0 0-90,0 2 89,0 1-89,0 0 0,-1 2-89,1 0-1,1 2 0,-1 0-90,0 0 0,2 0 0,0 0-90,2-1 0,0-1 90,2 0-89,1 0 89,1-2 0,1 0 0,0-1 0,2-1 0,1-1 90,1-1 0,0-2 0,0-1 90,1-1 0,0 0 0,1-2 90,-1 0 0,1-3 270,2-5-180,-2 1 180,3-10-91,-8 6-89,0-4 90,-3 4-90,-2 1 0,-2 0 0,-2 1 0,0 0-90,-3 2 90,0 1-90,-2 2-1,0 2-89,-1 2-89,-1 0-541,-6 4-90,4-1-539,-2 3 90,5 0 1169,3-1 0,-2 3 0,0 1 0</inkml:trace>
  <inkml:trace contextRef="#ctx0" brushRef="#br0" timeOffset="-200873.73">3711 3213 7803,'-7'1'-390,"2"0"0,4 0 0</inkml:trace>
  <inkml:trace contextRef="#ctx0" brushRef="#br0" timeOffset="-195997.73">7471 4459 7892,'-1'-7'720,"0"1"-450,0 2 90,0-1-90,-1 0 89,1 0-89,-1-1 90,-1 0-90,0 0 0,0 0 0,-1-1-1,0 1 1,1-1 0,-1 1-90,1 1 0,0 0 0,0 0 0,-1 1-90,2 0 90,-2 1-1,1 0-89,-3 2 0,0 2-90,-3 1 90,2 3 0,-3 3-90,-1 4 90,-2 3-90,0 4 90,0 1-806,2 2 716,1 1-89,2-1-1,3-2 0,2-2 0,3-1-90,3-1-180,10 7 0,11 0 106,-6-9 1,1-3 163,15 4-488,2-8 488,-8-7 0,1-2 0,3-3 1,0-2 89,-1-3-892,0-2 892,-3-2-45,-9 2 0,-1-1 45,6-7 0,5-8 0,-16 5 0,-3 0-129,-5-1 219,-8-10-90,-4 7-2168,-8-9 2258,-3 10-90,-6 3 563,-1 3-563,4 11 0,-1 3 0,-10-2-113,9 5 1,1 2 112,-10 5-90,1 1 0,3 4-339,1 1 69,5 3-90,5-1-269,4 1 1902,4-3-1183,4 5 0,5 0 0,1 4 0</inkml:trace>
  <inkml:trace contextRef="#ctx0" brushRef="#br0" timeOffset="-195740.73">7846 4421 11311,'11'-3'89,"-2"1"-178,-1 2-91,0 0-90,1-1-180,1 1-359,0-1-361,1 0 271,1 1 899,0-2 0,6 1 0,2-2 0</inkml:trace>
  <inkml:trace contextRef="#ctx0" brushRef="#br0" timeOffset="-195297.73">8252 4312 9512,'-7'-4'449,"1"0"181,0 0-360,1 0 449,0 1-539,6-3 0,0 3-90,6-3 90,-1 3-90,3 0 0,1 0 0,2 1 0,1 0 0,1 1 0,1 1-90,0 1 90,7 3-90,-6 0-90,7 6 0,-9 2 0,-2 0 0,-5 3 0,-7-2 0,-2 2 0,-3 4 90,-4 2-967,-3 2 967,-2 1-90,-2-1 90,0 1-90,0-1 90,0-1-90,0-1 90,2 0 0,2-5 0,2 0-614,3-3 524,1-1 90,3-3 0,1 1 0,1-3 0,3 0 820,1-1-820,2 0 581,3-1-581,1-3 0,3 1 0,1-2 0,2 0-90,1-2 0,3 0-89,1-2-440,0 1 259,4-2-219,0-1-2029,13-3 2608,-11 1 0,12-5 0,-12 3 0</inkml:trace>
  <inkml:trace contextRef="#ctx0" brushRef="#br0" timeOffset="-195014.73">8834 4448 11131,'-1'-7'1979,"1"1"-1800,4 2 1,1 2-90,1-1 0,0 1-90,1 0-90,0 1-90,0-1-89,1 1-91,1-1-90,-1 1-360,0 0-899,1 0-539,-1 0 2248,1 1 0,1-1 0,1 0 0</inkml:trace>
  <inkml:trace contextRef="#ctx0" brushRef="#br0" timeOffset="-194807.73">8930 4523 11670,'5'4'450,"2"-2"-270,1-4-90,3 1 0,1-2 0,3 1-90,1-1-180,0-1-180,2 1-270,-1-1-1079,0-1-449,-1 1 2158,-1 0 0,5-3 0,-1 0 0</inkml:trace>
  <inkml:trace contextRef="#ctx0" brushRef="#br0" timeOffset="-194182.73">9481 4408 10681,'-8'2'1619,"1"-1"-360,2 0-1259,20-4-90,-8 1-90,17-2-179,-11 1-1,0 2-270,1-1-269,0 0-2378,1 0 3219,7-3 0,-1 0 0,6-2 1</inkml:trace>
  <inkml:trace contextRef="#ctx0" brushRef="#br0" timeOffset="-193731.73">9880 4186 11131,'-6'-7'1169,"2"0"-1079,5 2 0,2 1 90,3 1-90,-1 0-90,2 1 90,1 0 0,1 1-90,-1 0 90,1 2-90,0 0 90,1 1-90,0 2 0,-1 2 0,0 1-90,-2 2 90,-3 0 0,0 1 0,-4 2-90,-1 3 90,-3 4 0,-4 3-644,-2 2 554,-3 0 90,0 1 0,-2-1 0,0-1 0,-1 0 0,1-2 0,2-1 0,0-3 0,3-2 0,2-2 0,2-2 0,3-2 0,-1-1-90,3-1 90,1-1 90,1-1 464,3-1-554,2 0 0,1-1 0,3 0 0,1 0 0,3-1-90,0-1 0,4 0-270,14-4-539,5 0-540,0 0-1,-5-1-89,-13 2 1529,-1-1 0,4-2 0,1-1 0</inkml:trace>
  <inkml:trace contextRef="#ctx0" brushRef="#br0" timeOffset="-193531.73">10340 4476 11490,'-5'5'0,"-1"0"0</inkml:trace>
  <inkml:trace contextRef="#ctx0" brushRef="#br2" timeOffset="-135898.73">17657 8194 12199,'2'-7'2359,"-1"0"-1569,1 3-733,2 2 419,0 3-429,1 3-178,0 1-26,2 4-171,0 3 103,0 2 24,1 2-85,-2-2-327,-1 0 283,0 2 186,0 0 71,0 1 60,0 0 38,-1-1-16,2 7 102,-1-6-112,0 3-10,1-3-33,-2-1-11,0-2-3,0-3-10,-2-5 42,1 0-5,-1-3 103,1 0-85,3-3 51,-1-1 8,2-3 8,-1 0-7,2-3-2,-1-2-2,1-2-11,2-4-9,0-3 60,6-14-100,-5 6-10,3-8 8,-2 1-867,-4 9 873,1-5 0,-4 12 1,0 2 4,-1 1 0,-1 2-87,0 1-91,-1 2-87,0 1 777,0 1-1765,-1 2 1262,1 1 0,-1 2 0,0 1 0</inkml:trace>
  <inkml:trace contextRef="#ctx0" brushRef="#br0" timeOffset="-135081.73">18469 8325 10771,'2'-11'450,"0"1"-271,-1 1 91,-1 1 0,0 0 0,-1 0-90,0 0 90,-2 1 0,0-1-1,-1 0-89,-1 2 0,-2-1 0,0 1-90,-1 2 90,-1 1-90,-1 1 180,-6 4-180,1 2-90,-4 4-499,1 2 589,1 2-90,-2 3 90,1 1-90,2 2 90,2-1-90,2 0 90,3-2-180,1 6 90,3-5 0,1 8-90,4-11 90,1 4-90,5-4 90,0-3 0,7 2 589,-2-7-589,2-1 0,-1-4 0,1-2 0,1 0-90,1-3 90,0-1 0,0-2 0,-1-1 0,-1-1 0,-2-1 0,0 0 0,-2 0 90,-1 0-90,-1 1 0,-2 0 0,0 1 0,-2 2 0,0 1-90,0 2 90,-2 8-90,1 0 0,-2 8-90,1-3 90,0 3 0,2 0 0,-1 1 0,2 0 0,1 1 0,1 0 90,2-1-90,0-2 90,1-2-90,1-2 0,6 0 90,4-3-90,2-3 90,4-4-663,-6-4 663,3-3 0,0-3 0,-1-3 0,2-3-90,-1-3 90,1-4-930,0-3 930,-2-3-1189,-1-3 1189,-11 16 0,-1 0 0,-1-1 0,0 0 0,-1-1 0,-1 1 0,0-2 0,-2 1 0,2-19 0,-2 1 0,-5 14 0,0 1 0,-1-13 0,-1 16 0,0 0-222,0-1 222,-1 6 502,0 3-502,0 5 832,0 3-832,0 6 1367,0 3-1367,0 5 0,1 5 0,2 5 0,0 8-1171,0 3 1171,1 6 0,2 4-953,1-1 953,1-8 0,0 2 0,1-5 0,0 1 45,1 2 0,0-1-45,0-4 0,1-2 0,2 8 0,2-1 0,0-4-518,-1-3 518,0-4-132,-1-2 132,-2-4 1009,0-2-1188,1-3 826,-1-1-1187,0-1 513,0-2-1682,0-3-171,1 0 1880,-1-3 0,7-3 0,0-1 0</inkml:trace>
  <inkml:trace contextRef="#ctx0" brushRef="#br0" timeOffset="-134849.73">19231 8322 11221,'0'-8'3238,"1"14"-3148,0-3 0,0 14 0,-2-7 0,1 2-180,0 1-450,0 6 0,-1-5-359,0 4-2249,0-2 1079,0-4 2069,0 2 0,-2-2 0,1 0 0</inkml:trace>
  <inkml:trace contextRef="#ctx0" brushRef="#br0" timeOffset="-134625.73">19286 7965 11400,'0'-9'630,"0"1"-180,-1 2-180,1-1 269,0 3-898,-3 9-991,2-3 1350,-2 12 0,3-9 0,0 2 0</inkml:trace>
  <inkml:trace contextRef="#ctx0" brushRef="#br0" timeOffset="-134057.73">19677 8361 12030,'7'-8'1439,"-1"-1"-809,-4 2-360,0 0 269,-4-3-359,-1 4 0,-4-1 0,-1 2 0,-2 1 0,-3 2-90,-1 1 90,-17 6 0,-5 7-1022,-2 3 842,2 5 0,14-2-270,-1 11 90,7-5 0,0 6 0,11-10-190,3-3 191,4-1-91,5 4 90,0-5 90,5 2 0,-2-8 0,2-4 0,0-2 0,4-2 0,11-10 0,-2-3-828,9-11 828,-7-2 90,-2-6-45,-12 14 0,-1-2 45,0-1 0,-1-1 0,0-3 0,0 0-1041,1-4 1,-1 0 995,0-2 0,-1 0 45,0-1 0,0 0-45,-1 0 0,-1-1 45,-2 4 0,0-2-726,-2 1 1,1-1 0,-1 1 725,1-4 0,-1 1-45,1-10 0,-1 1-266,-2 17 1,0 2 310,1-17 338,-1 9-338,-1 7 1298,-1 7-1388,0 6 90,-4 23 0,0 5 45,0 2 0,0 2-45,1-2 0,0 2 547,0 2 0,0 1-502,1 2 0,-1 1-15,0-2 0,1 3 0,-1-1-30,1 5 0,-1-1 29,1-3 1,0 1 0,0-2-30,1 3 0,-1-2 0,2 2 0,0 0-201,0-1 1,0-1 200,1 0 0,1 0 0,0-2 0,0-1-194,1-1 0,0 0 194,1-2 0,0-1-578,6 17 668,1-4-90,1-8-90,0-2-270,3-4-90,-1-4 860,1-6-2389,-2-3 794,-1-4 1185,1-3 0,6-5 0,3-2 0</inkml:trace>
  <inkml:trace contextRef="#ctx0" brushRef="#br0" timeOffset="-133816.73">20440 8559 13559,'1'-8'2519,"0"1"-2069,1 1 179,-1 2-179,2-1-630,0 2-899,2 1-1440,-1 4-758,-4 5 3219,-2 0 0,-16 14 1,-2-2-1</inkml:trace>
  <inkml:trace contextRef="#ctx0" brushRef="#br0" timeOffset="-133083.73">18251 9356 11580,'2'-6'720,"0"-1"-540,-3 2-90,-1 0 90,-4 0 0,-1 2-90,-3-1 89,-2 1-89,-2 1 90,-12 1-90,4 2 0,-10 2 0,7 2 0,-3 2-817,1 2 727,1 2 90,1 1-90,3 0 90,2 0-90,4-1 0,3 0 90,2 1-90,2 1 0,1 0 0,3 1 89,3-2-89,1 2 0,4 0 0,3 4 566,4 0-566,3 2-690,3-1 690,1 0 0,2 1 0,-1-2 0,-1 0-90,-1 0-312,-3-2 402,-2 0-17,-3-2-73,-3 0 393,-2-2-303,-3 1 0,-2-1 0,-3 0 0,-1 0 0,-3-1 0,-2 2 681,-4 0-771,-3 0 180,-3-1-457,-1-1 367,-1-2 0,-1-1 0,1-1 0,1-2-362,2 0 362,1-1-180,2 0-10,1-2-170,4 0-179,1-1-91,3-1-2647,1-1 3101,5-3 0,5-3 0,4-3 0</inkml:trace>
  <inkml:trace contextRef="#ctx0" brushRef="#br0" timeOffset="-131983.73">18529 9599 11580,'-3'-8'360,"0"0"-180,0 1 90,-1 0 0,-1 1 0,0-1-1,0 1 1,-2-1-90,0 1 0,-2-1 0,-1 2 0,0 1-90,-2 0 90,0 2-90,-2 1 0,0 2 0,-2 1 0,-3 3 89,-1 3-89,-9 9 0,8-2-90,-4 7-574,11-4 574,4 1-90,1-1 0,4-2 0,3 0-31,1-1-59,2 0 90,3 0 90,0-2-90,3 1 0,0-3 90,3-1-89,5-3-1,-2-2 90,12-4 0,-9-3-90,6-5 90,-5-3 0,0-3-32,1-3 32,-1-2 0,-1-1 0,-1-1 0,-1-2 0,-2 2-294,-2 2 294,-2 2 0,-1 3 0,-2 1 0,0 2 0,-1 2 0,-1 3 672,-1 7-672,-1 2 259,0 6-259,-1 1-90,-1 11 0,1-2-779,1 7 869,1-5-90,2 2 1,0 1-1,4 0 0,0-1 90,2-3-90,0-5 90,0-2 0,-1-3-90,2-3 90,1-1 0,-1-3 0,0-2 0,2-3 778,0-2-778,4-5 0,0-2 0,2-4 90,-1-2-90,0-3-983,-1-3 1073,2-3-90,-2-3-1077,0-1 1077,-1 0 90,-4 3-778,-1 0 688,-2 1-267,-1 3 267,-2 4 758,-1 1-668,-3 8 948,-6 7-1038,0 8 0,-7 11 90,3 2-90,-7 16 0,4-6-188,3-10 0,1 1 188,-3 8 0,1 0-402,2-2 402,0-2 0,2-3 0,1-3 0,0 2 0,2-7 0,-1 1 0,2-7 0,1-2 0,4-6 1154,0-2-1154,4-6 0,5-12 0,-2 1-626,6-10 626,-4 4 0,2-4 0,1-1 0,0 0-896,-1 2 896,-2 3 0,0 2-190,-3 4 190,0 4-90,-4 4 90,0 3-90,-1 4 1377,-1 2-1377,0 3 1112,0 2-1022,0 3 246,-1 2-336,0 2 90,1 9-90,-1-4 90,0 7 0,-1-6 0,-1-1 0,0-1 0,0 0 0,0-2 0,0-1 0,0-2 0,0-2 0,1 1 0,2-4 0,4-6 0,0-2 90,3-7-90,-2 2 0,9-13 0,5-2-881,0-1 881,-2 5 0,-10 11 0,-2 4 0,0 1-90,1 4 90,-2 3 0,3 8 0,-5 1 0,2 15 0,-5-6 0,2 8-190,-3-7 190,0 4 863,0 0-863,1 10 0,-1-13-377,0 7 377,0-14 0,0-1 90,-1-2-90,1-2 200,0-1-200,0-1-90,1-2-180,2-2 296,0-1-566,0-2-359,1-1-2378,5-6 3174,0 1 0,10-10 0,-1 0 1</inkml:trace>
  <inkml:trace contextRef="#ctx0" brushRef="#br0" timeOffset="-131566.73">19520 9675 11041,'-7'0'3276,"1"1"-2235,15-3-771,-2 0 0,12-2 0,-4 1-90,1 0-358,2-2 447,0 1-179,3-2 90,-1 0-90,2-2-90,-2 0 0,-2-2 0,-4 0-90,-2-1 0,-1-1 0,-3-2 89,-1 0-89,-4 1 0,-2 2 0,-4 0 0,-2 2 0,-6 1 90,-2 3-90,-4 3-290,-5 3 380,-3 5-1105,-5 5 1105,1 4-90,-1 5 90,2 2 0,6 1-90,3 1 90,4-1 0,4 2 0,3-1 0,4-1-632,5 6 722,3-5-2631,5 5 2721,3-7-90,2-3 25,4-2-25,1-3 0,3-3 0,3-2-90,15-2-180,-10-4-81,-9-1 1,0-2-279,7-4-184,2-2-627,-2-1-1927,11-7 438,-11 4 2839,6-2 0,-10 1 0,-1 1 0</inkml:trace>
  <inkml:trace contextRef="#ctx0" brushRef="#br0" timeOffset="-130840.73">20437 10450 11940,'-4'-6'2879,"-1"2"-2610,1 2 1,-2 1 0,-1 0-90,-6-1 0,-8 1 0,-4-1-90,4 1 0,-3-1-1278,-14 0 0,-5-1 1248,3 1 0,-3 0 0,2 0 0,4 0 0,2-1 0,-6 1-48,10 0 1,-5 0 0,-3 0 0,-1 0 0,0-1 0,2 1 0,3 0-505,-2 0 1,3 0 0,0 0 0,0 0 0,-3 0 516,1-1 1,-1 1 0,-2 0 0,0-1 0,0 1-1,1-1 1,2 1-349,-4 0 1,1 0 0,1-1-1,0 1 1,0 0 340,-1 0 0,0-1 0,0 1 0,0-1 0,0 1-228,0 0 0,0 0 1,-1-1-1,1 1 0,0 0 228,-1 0 0,1 0 0,0 0 0,0 0 0,0 0-50,1 1 0,-1-1 0,1 1 0,0-1 0,0 1 50,1-1 0,-1 0 0,1 1 0,0-1 0,1 1 27,-5 0 0,1 0 0,1 0 0,0 0-23,1 0 1,1 0-1,0 0 1,1 1 37,-5-1 0,0 0 0,1 1-30,2 0 0,-1 0 0,2 0 184,1 0 1,1 1-1,1 0-214,4-1 0,1 1 0,1-1 45,-11 2 0,2-1 231,7 0 1,2 0-232,3 0 0,2 1-45,-18 1 90,11-1 1428,6 0-1518,1 0 0,9-1 2270,-1 1-2270,7-1 1215,2 0-1125,1 1 2082,1-1-2172,-1 0-90,1 0-270,-1 1-719,1-1-1439,-1 0 2518,1 1 0,1-1 0,2 0 0</inkml:trace>
  <inkml:trace contextRef="#ctx0" brushRef="#br0" timeOffset="-122079.73">14066 12097 10321,'-2'-8'360,"1"1"-270,-2 1 0,0 1 0,1 1-90,-1 0 180,1 1-180,-2 0 90,0 4-90,0 2 90,-1 6 89,-1 3-89,0 1 0,-1 2 90,-5 3-90,1-1 0,-4 5-575,0-4 575,2-1-90,0-3-127,2 0 127,0-2 0,1 0 90,1-1-90,1-1 0,3 1 90,1 2-90,2-3 652,3 3-652,4-5 230,2 0-230,2-1 90,3 1-90,2-1 0,4 1 0,2 1 0,3 0 0,0 0-850,1 0 850,0 0 0,-1 2 0,-1 1 0,-1 0 0,-3 1 0,-3-1 0,-2 5 0,-6-5 0,-1 5 0,-6-6 0,-4 2 0,-5 2 0,-3 0 90,-4 2-90,-3-2 0,-3 1-498,-2-4 498,-2 1-78,0-3 78,1 0-553,2-3 553,2-1-241,5-3-118,3-2 278,2-1-909,4-3 328,2-1-957,2-3 1619,3-2 0,8-8 0,2-4 0</inkml:trace>
  <inkml:trace contextRef="#ctx0" brushRef="#br0" timeOffset="-121854.73">14064 12101 10501,'-2'-7'540,"1"-2"-91,5 0-269,2 0 0,4-2 90,2 2-180,4-1-576,4-1 576,3 0 90,3 1-35,1 0-55,0 1-186,0 1-444,9 0-89,-10 2-1170,4 2 1799,-6 4 0,-3 2 0,6 2 0</inkml:trace>
  <inkml:trace contextRef="#ctx0" brushRef="#br0" timeOffset="-121546.73">14641 12188 11490,'-8'-5'810,"2"0"-630,1 1 180,2 1 719,-1 0-989,21 15 270,15 10-315,-7-3 0,0 1 0,-1-2 0,-1 0 0,3 5 0,-3 0-889,3 2 754,-10-8 0,-1 1-809,9 11 269,-10-9-2583,5 8 694,-13-16 2519,-2 0 0,-3-5 0,-1-2 0</inkml:trace>
  <inkml:trace contextRef="#ctx0" brushRef="#br0" timeOffset="-121355.73">14912 12297 11490,'-5'-14'540,"-1"1"-270,0 2-90,1 2 0,0 3 0,0 1 0,0 2-1,-1 3-89,-3 1 90,-2 4-90,-4 5 0,-3 3 0,3 1 0,-1 2-1342,-9 10 1252,8-7 0,0 0 90,-6 12-90,6-7 0,0 0-135,5-5 0,0 0-215,-4 5 1,1 1-371,3-3 1,1-2-1170,-3 10-630,-1 2 2519,12-15 0,1 2 0,3 0 0</inkml:trace>
  <inkml:trace contextRef="#ctx0" brushRef="#br0" timeOffset="-120930.73">15286 12075 12390,'1'-6'809,"0"1"-89,0 1 269,0-1-809,-6 8-90,0-1 90,-6 9-90,-2 1 0,-1 3 0,-3 2 0,1 1 90,-8 10-1001,9-9 911,-4 8-90,11-11-81,2 0 81,1 1 90,4-1-90,1 1 0,4-1 0,4 2-90,10 9 90,0-6-45,-2-4 0,1 0-233,5 1 278,6 5 54,-9-8-54,-2-1-129,-2-2 129,-4 0 0,-3-2-90,-2 0 280,-3-1-190,-3 1 656,-3 0-656,-2 1 0,-4 1 0,-3 1-180,-3 1 180,-4 0 0,-1-1 0,-2 0-1022,0-1 1022,-1-1-169,-5 1-101,2-1-630,-2-2 91,9-5-541,6-3-628,6-3 1978,2-4 0,3-6 0,0-4 0</inkml:trace>
  <inkml:trace contextRef="#ctx0" brushRef="#br0" timeOffset="-120715.73">15241 12114 12300,'-5'-6'810,"0"0"-361,4 2-179,3 0 0,2-1 90,13-2-90,9-1-136,-2 0 1,2 0-1121,-2 1 1,0 0 805,4-1 0,1 0-90,-8 2 0,0 0-833,1 1 1,-1-1 382,1 1 0,0-1-180,-1 1 1,1 0-1349,18-3 2248,-3 1 0,3 4 0,-1 0 0</inkml:trace>
  <inkml:trace contextRef="#ctx0" brushRef="#br0" timeOffset="-119615.73">17557 12164 11041,'-6'-7'1349,"-1"-2"-719,5 5-91,0-4-89,2 0-180,1 1-90,3-1 0,1 3-90,1 0 89,3 0-89,2-1 0,3 0 0,1 1-277,6-1 277,0 0 0,3 2 0,7-1 0,-3 4 0,-1 0-345,-5 3 255,-9 0 90,1 4-90,-5 0 270,-1 3-270,-7 0 90,-2 2-90,-4 1 0,-4 3 0,-4 2 0,-3 2-474,-2 0 474,0-1 0,1-2 90,1 0-90,2-2 0,-3 4 0,8-5 0,-2 13 0,10-12-180,9 11 90,4-11-510,9 4 420,-2-4 90,0-1-90,1 0 1,-3-2 439,-1 0-350,-5-2-90,-3-1 90,-3-1-90,-6 4 91,-4-1-1,-9 5 90,-5-2-171,-8 2 171,-5 0-90,-4 0 90,0 0 0,3-2-90,2 0 90,5-2-270,3 1-90,3-2-179,5-1-17,4-1-1333,3-1-540,4-1 2429,3-1 0,6 1 0,2-1 0</inkml:trace>
  <inkml:trace contextRef="#ctx0" brushRef="#br0" timeOffset="-119330.73">18072 12222 12120,'-5'-8'990,"1"1"269,2 4-899,10 8-270,-1-1 89,11 12-968,-2-1 879,2 5 0,-1-4 0,-1 1-1,10 10-44,-8-8 0,0 0-135,7 7-90,-8-9 1,-1 0-1039,9 7 678,5 3-179,-14-12-271,-3-3-988,-3-3-901,-3-2 2879,-1-2 0,-3-2 0,0 0 0</inkml:trace>
  <inkml:trace contextRef="#ctx0" brushRef="#br0" timeOffset="-119148.73">18351 12300 11760,'-4'-15'270,"0"2"-180,0 4 90,0 1 90,-2 1-180,2 4 90,-4 2-90,1 3 90,-2 4-91,-2 1 1,-3 6-581,-2 2 581,-1 3 0,-7 12 0,7-6-270,-5 8-180,8-8-1349,-2 8 0,7-10-450,0 5 2159,7-12 0,3 5 0,2 0 0</inkml:trace>
  <inkml:trace contextRef="#ctx0" brushRef="#br2" timeOffset="-118663.73">18681 12160 12210,'-4'-7'1483,"0"0"-659,3 4-631,1-2-2,3 1-10,2-1-4,2 2-93,2 0 99,3 0-104,2 1 0,3 0-402,3 0 307,0 1 5,1 0-87,-1 0 4,-2 1 90,-1 1-86,-2 1 1,-1-1-1,-1 2 0,-3 0 90,-2 0-90,-2 1 90,-3 0-79,-7 6 1,-2-1 89,-8 5-3,-1-1-601,-3 2 510,0 0 159,2-1-68,1 0-11,3-2-2,3 0-85,0-2 91,2 2 2,3-3 2,2 1 608,3-1-605,2 0-2,10 10-5,-1-4 0,9 8-2,3 3-1,-5-6-329,-5-3 0,-2-1 326,-1 1 0,-3 4 4,-11-2 6,-5-3-3,-9 5-1068,-3-4 1065,-6 0-2,-2 0-1,-1-1-2,1-1-1,2-2-273,1-1-86,0-1-243,5-1-743,1-1-538,6-1 1871,0 2 0,4 0 0,-1 3 0</inkml:trace>
  <inkml:trace contextRef="#ctx0" brushRef="#br2" timeOffset="-117849.73">15946 12992 11311,'-3'9'-126,"1"-2"145,1 1-7,0 1-4,0 0-94,-2 10 90,0-2-535,0 8 547,0-1-856,0 2 841,-1 3-1,1 2 0,0-1 1,0 2-1,0 0 1,0 0-1,0 0-1013,0-1 1014,0 0-1,0-1-745,0-2 835,1-2-90,0-4-90,1 0 510,0-2-419,0-1 706,2 6-527,3-1-90,-1 1 89,2-5-90,-1-8 88,2-1 1049,0-2-1052,1 0 963,2-2-966,1 0 83,1-2-85,3 0 0,2-1 1,7-1-1,4-2-1071,6 0 1073,8 0-1214,-18-1 0,1 0 1084,3 0 1,1-1 45,1 1 1,2-1-29,-1 1 0,2-1 0,1 1-524,4-1 1,1 1 0,1 1 486,-5-1 0,2 0 0,-1 0 1,0 0-597,4 1 1,-2-1 0,0 1 603,-4 0 0,-1 0 0,-3 0-30,2 0 0,-2 1-166,-2-1 1,0 0 120,-4 0 1,-1 0 969,14 1-1014,-11-1 89,-6 0-90,-6-1 700,-5 0-970,-13-3 2506,1 1-2681,-9-1 1662,5 0-3013,0 1-188,2 0 2075,2-1 1,1 0 0,0-1-1</inkml:trace>
  <inkml:trace contextRef="#ctx0" brushRef="#br2" timeOffset="-117463.73">17028 13546 11670,'-5'-7'2197,"3"1"-1810,5 4-212,4 2-97,-1 2 99,1 2-87,0 0 0,1 3 97,2 0-100,1 3-94,3 2 99,1 1-477,2 3 389,-2-1-91,0-2-1,-3 0-91,0-2 1,-1 1 89,-1-1-270,2 1 180,-4-2 90,1 1-90,-4-5 1,0 3 91,-3-3 2,-1 2 92,-3-3 481,-1 1-486,-2 1-3279,-7 4 3162,3-2 113,-7 3-197,4-3 282,-3 2-92,0 0 2,1 0-176,-4 4-90,5-4-87,-2 2-270,6-4-269,1-1-808,3-2 1708,0 1 0,3-2 0,1 2 1</inkml:trace>
  <inkml:trace contextRef="#ctx0" brushRef="#br2" timeOffset="-116957.73">17614 13459 10771,'-5'-11'768,"1"2"-481,0 1 80,1 1-90,1 2 356,1 0-359,0-1 0,2 2 11,0-2-103,4 2 84,0-1-91,4 1-4,3-1 1,2 1-94,3-1 90,2 2-91,1 0 180,14 0-175,-9 2-964,11 0 877,-11 2 92,-1 1-90,0 1 92,-6 0 1,2 2-89,-9 0 92,2 3-87,-9-2 4,-3 1 4,-3 2 89,-7 5-93,-3 1 352,-5 3-266,0-3-93,0-1-2,0-1-4,-3 3 85,6-5-88,-1 2 2,6-3 4,3 0 1,1 0 4,2 1-88,3 0 614,1 0-613,3 1-91,2 1-93,10 10 88,-3-4-92,12 13 177,-12-15-1,1 3-92,-8-8 93,-3-2 92,-2 0-85,-3 1 1,-2-1 88,-3 2-2,-3-2-93,-5 2 89,-3-1-3,-12 6-92,9-5 88,-5 2-90,12-6-177,4-2-177,1 0-268,2 0-627,3-1-1928,2-1 3131,5 1 0,6 1 0,5 3 0</inkml:trace>
  <inkml:trace contextRef="#ctx0" brushRef="#br2" timeOffset="-116680.73">18086 13611 11670,'1'-8'2132,"0"2"-1305,2 3-469,4 3-14,0 2-82,3 2 95,1 2 92,15 9-84,8 8-280,-15-11 0,0 1 1,8 5 0,1 1-1392,-4-2 1,-1-1 1173,0 0 0,-1-1-46,-1 0 0,-2-2-359,2 2-91,-3-2-990,-1 1-1619,-4-4 3237,-3-1 0,-6-5 0,-3-3 1</inkml:trace>
  <inkml:trace contextRef="#ctx0" brushRef="#br2" timeOffset="-116482.73">18466 13700 11311,'-2'-14'331,"0"2"-41,1 2 80,-1 1-95,1 2 88,-1 2 268,1 0 90,-2 2-352,-4 4-112,-1 2 2,-4 7 92,-2 2 92,-9 12-269,3-3 0,-6 8-1613,9-8 1619,0 0-263,1 0-690,1 0 327,0-2-291,3-1-160,2-2-541,2-3 92,3-3-451,1-1 1034,3-2 763,1-1 1,4 1 0,3 0 0</inkml:trace>
  <inkml:trace contextRef="#ctx0" brushRef="#br2" timeOffset="-115999.73">18659 13533 11850,'-3'-9'1046,"2"1"-665,0 0-9,2 2-94,-1 0-4,2 1-4,2-1-2,1 0 12,2-1-107,2 1 89,2 0-93,3 0-91,2 1-346,6-1 347,2 2 92,2 0-89,-1 3 0,3 1 2,0 1-89,3 1 93,-9 1 1,1 0-1134,11 3 1134,6 3-88,-18-1-89,-4 0 92,-5 0 1,-4-1 2,-3 2 384,-3-1-289,-2 1 979,-4 2-1070,-3 1-2,-2 1 87,-3 2-266,-3 1 172,-1-1-4,1-1-3,2-2-3,0 0 3,2 0 92,2-1-88,0 6-87,4 1 94,2 0 0,5 0 1,3-4-36,4 4 32,1 1-845,4 1 752,0 2-2,1-2-3,0 1-105,0 9 107,-7-4 3,-3 2 93,-9-7-89,-7-5 87,-5 0-2,-4 1-1,-3-2-2,-2-1-1,-1-2-4,-9 5 0,11-6 305,-4 2-752,11-5-87,6-1 506,0-1-2481,7-2 739,6 1-554,1-2 2332,5 0 1,10 0-1,4-1 1</inkml:trace>
  <inkml:trace contextRef="#ctx0" brushRef="#br2" timeOffset="-115814.73">19607 13923 12660,'-3'-9'1851,"0"0"-1294,0 3-189,1 0-1188,1 2 1,2 11 0,2 3 0</inkml:trace>
  <inkml:trace contextRef="#ctx0" brushRef="#br0" timeOffset="-113465.73">20196 13270 10411,'2'-8'1709,"0"1"-1349,0 1 0,-1 0-1,1 2 1,-1-1 90,0 1-270,1 6-90,-2 4 0,0 11 0,-3 6-1572,-2 3 1,-1 1 1526,2-3 0,-2 1-15,-1 4 0,-2 5 0,0-3 15,-1 2 0,0 0-45,1-6 0,-1 1 0,0 1-724,-3 3 0,-1 1 1,0-2 723,-1 6 0,-1 0 22,2-8 0,-2 4 1,1-1-1,1-4-650,-2 5 1,0-1 657,2-5 0,-1 1 0,2-3-324,0-2 1,2-3 293,-1 0 0,0 0 665,1-2 1,0 0-666,-8 12 0,-2 5 1373,9-14-1643,1 0 33</inkml:trace>
  <inkml:trace contextRef="#ctx0" brushRef="#br0" timeOffset="-112999.73">20454 13589 11490,'4'-8'630,"0"1"-450,-2 1 90,1 1-90,-1 1 269,-1 1 631,1-1-810,-6 12-180,-3 4-90,-4 8 90,0 3-1258,0-6 1168,-1 4 90,-1 0-569,2-3 479,0-1 90,-2 4-90,3-5 89,0 3-89,2-3 0,4-5 0,1 6 0,5-4 999,7 2-1089,0-4-90,10 1 90,-6-5 0,5 1 0,-6-3 0,0 1 0,0-1 649,-3 1-649,0 0 90,-3 1-90,-2-1 90,-2 2 0,-4 4 0,-2-2 0,-4 5 0,-2-3 0,-2 2 0,-2 0 0,-1 1 0,1-3 0,2-1-180,0-2 0,2-1-270,1 0-89,1-3-541,1-1-719,1-1 1799,1-2 0,1-3 0,1-2 0</inkml:trace>
  <inkml:trace contextRef="#ctx0" brushRef="#br0" timeOffset="-112790.73">20473 13619 12030,'-2'-8'540,"4"2"-450,6 1 0,4 1 90,14-4-180,-2 2-90,11-2-180,-9 2-90,-2 2-671,-3-1-768,-2 3-449,-4-1 2248,-1 2 0,3 0 0,0 0 0</inkml:trace>
  <inkml:trace contextRef="#ctx0" brushRef="#br0" timeOffset="-112491.73">20750 13777 12030,'1'-10'1259,"0"1"-989,2 5 0,1-1 0,2 2 0,1 2-90,2 1 0,1 1 179,10 6-269,-1 0 180,16 13-1371,-12-5 1191,8 7-180,-3 1-1050,-7-5 781,3 3-1126,-7-6 766,-7-5-271,0 0-989,-5-5 394,-2-1 1585,0-1 0,-2-2 0,0 0 0</inkml:trace>
  <inkml:trace contextRef="#ctx0" brushRef="#br0" timeOffset="-112313.73">21034 13746 11850,'-4'-7'720,"0"0"-450,0 2 89,1 1 1,-1 2-270,-2 4 90,-1 1 0,-5 8 0,0 5-180,-2 4-180,-1 2-180,2-2-269,-1-1-840,1 1-420,1-2-720,2-1 2609,2-3 0,0 5 0,1 1 0</inkml:trace>
  <inkml:trace contextRef="#ctx0" brushRef="#br0" timeOffset="-111883.73">21407 13647 12570,'-1'-8'989,"0"1"-449,0 1 269,1 0-539,-2 2-180,-1 4 90,-2 3-90,-4 7 0,-1 2 0,-4 3-793,-2 4 793,-1 0 0,0 1-90,1 0 90,-1 2-90,2-2 90,1 1-90,3-3 0,3-1 0,2-3-90,3-2 90,2-1-180,2 0 90,4-2-90,3 1 0,5 0 793,4-1-793,4 0 0,2-2-89,11 1-499,-9-3 678,4 1 0,-14-3 0,1 1 0,-3 1 180,-2 0 0,-6 1 90,-5-1 90,-7 4-90,-7 4 90,-13 7-270,2-4 90,-2 1-278,9-7 8,4 1-270,0-3-180,1 1-1798,-2-1 629,4-3-450,-1-1 2249,6-3 0,2-1 0,-1 0 0</inkml:trace>
  <inkml:trace contextRef="#ctx0" brushRef="#br0" timeOffset="-111691.73">21381 13658 12030,'0'-12'1080,"0"1"-811,2 0 91,2 2-90,0-1-90,1 2 90,3-1-90,4-2 0,6-2-180,4-1-902,4-1 543,0 2-1251,0-1 620,1 1-359,0 0-470,0-1 1819,10-3 0,-7 2 0,7-2 0</inkml:trace>
  <inkml:trace contextRef="#ctx0" brushRef="#br0" timeOffset="-110373.73">20914 12895 9332,'5'4'-90,"-1"1"90,-2 1 90,0 1 0,0 2 0,0 2 0,0 1 89,1 2-89,-1 2 90,0 1-90,1 0 0,-2 1 0,1 0-260,-1 1 260,1-1 0,-2-1 0,1-1 0,-1 0-90,0-1 90,0-1-90,0-1 89,-1-1-178,1-2-541,-1 3 0,0-4-539,0 1 530,0-4 639,0-1 0,-1-2 0,1 1 0</inkml:trace>
  <inkml:trace contextRef="#ctx0" brushRef="#br0" timeOffset="-110014.73">20905 12933 9871,'4'-7'540,"2"1"-360,-1 2 0,2-1 0,3 0-90,0 1 90,3-2-90,0 2-1,2-2 1,1 1 0,0 0 0,0 2-90,0 0 90,-1 0-90,-2 2 90,0 1-90,-2 1 0,-1 0 90,-1 2-90,-2 1 0,-1 0 0,-2 2 0,-2 0 0,-3 2 0,0-1 0,-3 1 0,-1 1 0,-3 0 90,-8 6-90,2-5 0,-6 4 0,6-5 0,0 0-180,0-1 0,2-1 0,2-1-179,1 0-1,1-2 0,1 0-360,1 0-449,1-1 1169,1-1 0,2-2 0,1 1 0</inkml:trace>
  <inkml:trace contextRef="#ctx0" brushRef="#br0" timeOffset="-109491.73">21319 12964 10411,'1'-7'2339,"1"0"-1170,-1 2-899,-2-2 90,-1 4-180,-3 0-1,0 3-89,-2 1 90,0 2-90,-1 1 0,0 3 0,-2 0 0,1 3 0,-4 5 0,2-1 0,-1 4-90,4-4-90,2-2 90,1 1-180,1 2-90,2 0 180,0-1 0,3-4 0,1-4 0,1-2 1,1-1 89,1-1-90,0-1 0,0-2 90,2-1-90,0-1 90,0-3-90,5-4 90,-4 1-90,4-5 90,-5 4 0,-1-2-90,-1 1 90,-1 1 0,0 0 0,-1 2-90,1-2 90,-1 4-90,0-1 90,-1 11 0,0-1 0,0 7 0,-1 3 0,2-1 0,-1 4 0,2-3 0,-1 1 0,3-1 0,-1 0 0,1-1 0,0-1-180,1-2 0,1-1-270,0-1 1,0-2-271,0-2-1169,1 0-809,0-2 2698,1 0 0,6-3 0,0 0 0</inkml:trace>
  <inkml:trace contextRef="#ctx0" brushRef="#br0" timeOffset="-108912.73">21604 13080 11400,'0'-9'630,"-1"0"-360,0 4-90,0-1 0,0 1-90,-1 1 0,-2 1 0,0 1-90,-3 1 90,1 1-90,-2 2 0,1 0 90,0 1-90,-1 1 0,0 0 0,0 2 89,0 0-89,0 1 0,1 1 0,1 1 0,0 0 0,3 0 0,0 0 0,0 0 0,2-1 0,0 0 0,2 3 0,0-4 0,2 2-179,3-3 179,-1-2-180,6 1 90,-3-5 0,3 0-90,5-5 90,-4-1-90,13-11 90,-9 3-401,5-8 402,-8 2-1,0-2 0,-2-2-92,-1-2 137,-4 5 0,-1-1-45,0-2 0,-1-1 90,1 0 0,-1 0-45,0-5 0,-1 3 45,0-2-408,0-4 408,-3 18 0,1 3 0,-1 3 0,1 3 551,0 14-551,-1 1 0,-1 17 0,-1-1 0,0 6-1480,0 2 1570,1 0-90,-1 2 0,1-1 0,0 1 204,2-4-114,-1 7-90,2-11-424,0 4 334,1-12-872,1 4 242,1-9 849,1 2-1389,-1-8 1304,1-3 0,3-1 1,1-1-1</inkml:trace>
  <inkml:trace contextRef="#ctx0" brushRef="#br0" timeOffset="-108749.73">21904 13060 11490,'1'-9'1799,"1"2"-1799,2 5 0,-9 6 0,-2 2 0</inkml:trace>
  <inkml:trace contextRef="#ctx0" brushRef="#br1" timeOffset="-213020.19">6558 3173 24575,'-2'-3'0,"3"7"0,1-2 0,3 5 0,-2-6 0,1-1 0,-1 0 0,0-1 0,0 0 0,0-2 0,-1-1 0,0 0 0,0 1 0,-1 0 0,2 0 0,-1 0 0,1 0 0,-1 0 0,0-1 0,0 1 0,0 0 0,0 0 0,0 0 0,-1-1 0,1 1 0,0-1 0,0 0 0,0-1 0,0-2 0,0 1 0,0 0 0,1-1 0,0 2 0,-1-1 0,-1 0 0,1 1 0,0 1 0,1 0 0,-1 1 0,-1 0 0,0 3 0,-1 3 0,1 0 0,0 3 0,1-2 0,-1 0 0,1 0 0,0-1 0,0 3 0,0-2 0,-1-1 0,0-2 0</inkml:trace>
  <inkml:trace contextRef="#ctx0" brushRef="#br1" timeOffset="-210850.19">7001 3260 24575,'7'-6'0,"-2"-2"0,-2-5 0,0-2 0,-2-2 0,1-1 0,-2 1 0,0 1 0,0-1 0,0 7 0,0-1 0,0 8 0,0 2 0,0 5 0,0 0 0,0 7 0,0-6 0,0 4 0,0-3 0,0 1 0,0-1 0,0 0 0,0 1 0,0-2 0,0 1 0,0-1 0,0 0 0,0-1 0,0 1 0,0-2 0,0 1 0,0 0 0,0 0 0,0 0 0,0-2 0,0-8 0,0 1 0,0-4 0,0 5 0,0 2 0,-3 6 0,2-1 0,-2 6 0,2-5 0,1-4 0,0-3 0,0-5 0,0-5 0,0-2 0,0-2 0,0 2 0,0 3 0,0 4 0,0 7 0,0 0 0,0 4 0</inkml:trace>
  <inkml:trace contextRef="#ctx0" brushRef="#br1" timeOffset="-209520.19">7306 3247 24575,'0'5'0,"1"-3"0,1-6 0,2-4 0,-1-1 0,-1-1 0,0-2 0,-1-3 0,0-2 0,1-1 0,-2 2 0,0 1 0,0 3 0,0 1 0,0 3 0,0 2 0,0 2 0,0 11 0,0-2 0,0 8 0,0-7 0,0 0 0,0 0 0,0 0 0,0-1 0,0 0 0,0-1 0,0-1 0,0 0 0,0-1 0,0 0 0</inkml:trace>
  <inkml:trace contextRef="#ctx0" brushRef="#br2" timeOffset="-9400.19">4999 4021 7252,'-4'-7'612,"1"0"-436,2 1-85,0 1 182,0-1-92,1 0 92,-1 0-2,0 0-2,0-2 6,1 2 88,-1-2-91,0 0-2,0-1 91,0 0-91,0-1 0,0 0-90,0 0-1,0 1 91,0 0 0,1-2-178,1 2 90,0-2-90,1 4 3,1 1 2,0-2 1,3 1 2,0 1 0,2 0-93,-1 3 87,4 2-5,1 4-96,1 2-5,0 5 86,-4 0-94,2 6 0,-1 4 2,1 4-570,-1 2 575,-1 2-799,-1 1 807,-1 3 5,-1 1-1,0 2 91,-1 1-89,-1-1-1,-1 1 0,-1-12 0,-1 0 1,1 14-1,0-10 0,-1-1 90,0 3-90,0 5 0,1-14 0,0 0 0,1-3 0,-1-2 47,4 4 70,1-1-112,1-1 682,1-5-642,-1-6 730,3-2-707,-2-2 15,3 0-97,-3-4 73,-1 0 42,0-2 52,-1-1-198,0 1-47,1-3 24,-3 1-14,0 0-40,-3 1-54,-6 3-20,0 0-37,-10 6 233,5 1-90,-5 4 90,2 4 1,0 2-2,-1 6 2,1 0-1,3 4 1,2 2-2,1 4-1303,4 1 1315,1 2-1,3 1-91,4 3 90,3 1-51,-4-19 1,1-1 44,1 1 0,0-1-45,0 0 0,1 0 35,8 17 1,-1-4-90,-1-2 91,-1-6 0,-2-3-3,-3-3 1,-1 1 1,-9 1-1,-3 2 2,-9-2 89,-3-3-1054,-6 0 965,-3 1 5,-5-1 90,2-1-90,0-3-90,4-2-581,2-2 132,4-2 320,5-2-1310,4-2 1529,3-3 0,8-9 0,1-3 0</inkml:trace>
  <inkml:trace contextRef="#ctx0" brushRef="#br3" timeOffset="-36.48">10205 11567 24575,'0'0'0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6:24:02.67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9071" units="cm"/>
      <inkml:brushProperty name="height" value="0.09071" units="cm"/>
      <inkml:brushProperty name="color" value="#00B0F0"/>
    </inkml:brush>
    <inkml:brush xml:id="br4">
      <inkml:brushProperty name="width" value="0.12095" units="cm"/>
      <inkml:brushProperty name="height" value="0.12095" units="cm"/>
      <inkml:brushProperty name="color" value="#00B0F0"/>
    </inkml:brush>
    <inkml:brush xml:id="br5">
      <inkml:brushProperty name="width" value="0.09071" units="cm"/>
      <inkml:brushProperty name="height" value="0.09071" units="cm"/>
      <inkml:brushProperty name="color" value="#92D050"/>
    </inkml:brush>
    <inkml:brush xml:id="br6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664 447 9871,'-3'-6'0,"0"-1"180,1 4-90,0-3 90,-1 3-90,0-1 90,0 1 0,0 0-90,-2 1 90,0-1-90,0 0 0,-2 0 89,0 0-89,-2 0 90,-5 1-90,2 1-90,-4 1 90,4 2 0,1 2-90,-1 1 90,-5 6-90,5-1 90,-2 5-90,7-3 0,2 0 90,1 2-90,3-2 0,1 1 90,2-1-90,0 0 0,3-2 0,0 1 0,1-2 90,1-1-90,1-1 0,-1-1 0,1-2 90,1-2-90,-1-1 0,5-2 0,-2-1 0,3-4 90,0-3-90,-4 1 90,7-7 0,-9 6-90,2-5 90,-5 6 0,-1 0 0,-1 2-90,-1 0 179,1-1-179,2 11 0,-2-1 90,1 18-90,-4-1-980,2 12 980,0-1 0,-1-4 0,1 1 0,-1-6 0,0-1-739,1 10 1,-1-1 738,1 8 0,0 2-795,-3-10 795,1-2-336,-1-6 336,0-3 665,-1-3-665,0-1 1388,-3 1-1388,1-5 991,-2 0-991,1-6 490,0-1-490,-1-2 54,0-1-54,0-2 0,-1-2 0,-3-4 0,1-1 0,-3-4 0,4 1 0,0-1 0,1-1 0,-3-9 0,4 2-90,0-8-89,7 11-1,2 2-90,2 4-90,1 2-90,1-1-1798,2-1 269,-1 2 1979,1 1 0,2 0 0,0-1 0</inkml:trace>
  <inkml:trace contextRef="#ctx0" brushRef="#br0" timeOffset="619">971 590 10861,'-3'-7'1349,"-1"0"-449,2 4-811,-3 3 1,2 1 0,-1 5 0,1 0 0,0 3 0,-2 2-90,-1 6-90,1-3 0,-1 3-90,2-4 1,2-2-91,-1 1 90,2-3-90,0-1 90,2-1 0,1-1 90,1-1-90,2-2-90,5-2 180,-2-2 1,5-2-1,-3-3 180,0 0-90,0-3 269,5-7-89,-3 3 0,2-5 90,-6 6-90,-2 0 0,0 2 0,-1 0 0,-1 1 0,0 3-91,-1 0 181,-1 2-180,1 6 0,-1 10 0,0 5-90,-2 14-1336,1 2 1336,-2 7 45,2-18 0,-1 0-45,0 1 0,0 0-677,1 0 1,-1 0 676,0 1 0,0 0 45,-1-1 0,1-1-45,-1 0 0,0 1-37,0-2 0,0-1 37,-2 16 0,-1-3 90,-2 6-90,0-8 0,0-3 90,1-11 1091,1-8-1181,-2-2 1660,1-4-1660,-2 0 102,1-5-12,-4-4-90,2 0 0,-3-5 0,4 1 0,0-2 0,1 0 0,0 0 0,3 1 0,0-1 0,2 1 0,1-1 0,0 1 0,3 0 0,0-1 0,8-7-360,3 0 0,3-4-809,9-4 89,-8 9-1552,7-6 473,-7 8 2159,2-1 0,5-4 0,2-2 0</inkml:trace>
  <inkml:trace contextRef="#ctx0" brushRef="#br0" timeOffset="867">1539 548 11311,'4'-5'2068,"-3"2"-1978,15-3 90,-6 4-180,-1-1-180,1 1-179,-1-1-91,-2 1-270,0 0-2557,-1 0 2994,-1 2 1,-3 0-1,1 0 1</inkml:trace>
  <inkml:trace contextRef="#ctx0" brushRef="#br0" timeOffset="1042">1546 667 10681,'0'8'1259,"1"-3"-1079,8-2 0,1-3 0,1-1-180,3 0-90,1-2-270,2 0-449,0-1-810,1 0-450,-2 0 2069,-2 0 0,5-1 0,-2 1 0</inkml:trace>
  <inkml:trace contextRef="#ctx0" brushRef="#br0" timeOffset="2825">2616 240 10681,'-4'-2'2968,"2"0"-2788,-11 8-90,4-2 0,-2 2 0,-1 0 0,-1 2 0,-1 1 0,-1 3-705,1 2 615,-1 4 90,2 2-90,2 2 90,3 1-522,2 1 522,2-1-90,4 2-912,2 1 912,2 4-90,3-1 90,1 2-353,0-7 1,1 1 307,0-1 0,0 0-45,4 8 0,0 0 45,-4-10 0,-1-1-45,6 14 0,-6-14 0,-3-4 650,-2-3-650,-1-1 476,-1-1-476,-2-2 1038,-2 0-948,0 0 680,-4 0-680,-1-2 0,-2 1 0,-1-2-270,-6 1-179,-1-4 89,1 0-90,1-4-90,7-2-2737,-2-5 3084,4-1 1,-3-10-1,3-2 1</inkml:trace>
  <inkml:trace contextRef="#ctx0" brushRef="#br0" timeOffset="3024">2446 642 10861,'3'-7'1079,"1"1"-809,1 3 0,2 0-90,0-1 0,2 0 0,3-1-1,0-1-268,9-3-271,-5 1-90,5-2-180,-6 2-1169,-1 1-539,-1 1 2338,1-1 0,3-4 0,3 0 0</inkml:trace>
  <inkml:trace contextRef="#ctx0" brushRef="#br0" timeOffset="3416">3099 159 11041,'1'-8'1889,"0"0"-900,-1 2-449,-2 2-450,-4 6 0,-2 1 90,-3 6-91,2 1 1,-5 5-921,0 7 831,-3 6-1370,0 7 1415,8-16 0,2 1-45,-1 0 0,1 1 45,1 1 0,1 1-45,-1-1 0,2 1-45,0 1 0,1-1 0,1 2 0,0-1 0,1 0 0,1 0-45,1 1 0,1-1 45,0-1 0,1 0-90,1-2 0,0 1-90,5 7 1,0 0-136,6 8 180,-5-13 0,2-2-803,4 0 443,3-2 1,-1-5-627,2-3-453,-1-4-360,0-3 2149,0-2 0,7-2 0,3-2 0</inkml:trace>
  <inkml:trace contextRef="#ctx0" brushRef="#br0" timeOffset="4011">3299 496 11041,'-6'-9'809,"0"2"-89,4 3-450,0-1 359,0 2-359,2-4-90,2 2 90,1-2-90,3 2 0,0 0 0,3 0-90,0 1 89,0 1-89,0 0 0,0 1 0,-1 2 0,0 0 0,2 5-270,-2 4 90,-1 1 0,-4 3-90,-5-1 1,-1 1-91,-4 1 90,0 1-225,-4 2 225,1-1 0,-1 0 91,0-2-91,2-2 0,-3 2 0,4-4 180,-3 1-180,7-5 180,-1-1-180,1-2 315,2 0-135,6-7 0,1-1 0,6-7 0,-1 1 90,3-4-512,1-2 422,3-2 90,0-1-90,1 0 90,-1 1-663,-1 2 663,-1 3-90,-3 3 0,-1 3 90,-2 0 392,-1 3-482,-2 1 90,-1 3-90,0 3 602,-4 2-512,0 3-90,-3 2 0,-2 2 0,0 3 0,-3 5 90,-1 1-293,1 2 203,-1-1-90,2-2-90,1-2 0,1-1-90,0-1-89,2-2-181,1-2-180,2-1-899,0-2-360,3 0 1979,1-2 0,5 0 0,2-1 0</inkml:trace>
  <inkml:trace contextRef="#ctx0" brushRef="#br0" timeOffset="4241">3764 602 11580,'1'4'2789,"-1"-3"-2699,-3 12 0,-1-4 0,-1 0-180,0 3-180,-2 0-180,0 1-90,-2 1-449,-1 1-1211,-1-1-589,-1 1 2789,3-4 0,-3 4 0,0-2 0</inkml:trace>
  <inkml:trace contextRef="#ctx0" brushRef="#br0" timeOffset="4924">4042 447 12210,'2'-6'3276,"-1"-1"-2954,-3 17-322,-1-5 0,-1 13-90,1-7-90,1 0 0,0 2-90,2-2 1,0 2-1,1 0 90,1 0-90,0 1 0,0-2-180,2 3 181,0-5-1,2 1 90,0-4-180,2-2 270,-1-2-90,3-1 90,-3-3 90,2 0-90,-1-3 180,0-1 0,1-1 0,0-2 0,0-2 90,0-1-90,-1 0 90,0-1 0,-2 2-90,1 1 90,-2 0-91,0 3 1,-2-1 0,0 2 90,-1 2-180,2 6 90,-2 12 0,0 5-90,-1 6 0,0 3-982,-1-8 0,1 2 982,0 10 0,0 1 0,0-7 0,0 0 0,0 1 0,0 0 45,0 0 0,0 0-45,0 1 0,-1-1 0,1-1 0,0 0 0,0-3 0,-1 0-625,1-2 0,-1 0 625,-1 15 0,1-6 0,-1-3 0,0-6 89,0-3-89,0-4 0,-2-2 90,0-3-90,-1-3 1718,-4-2-1718,-3-5 1677,0-2-1677,-3-5 90,0-4-90,-1-2 0,0-3 0,1-1-459,1 0 459,2-1 0,2 1-81,3 2 81,2 1 0,1-3 0,3 3 0,1-3 0,4 4-90,2 0-180,10-7 1,-2 4-181,9-6-899,-5 6 539,1 1-1078,1-2-451,0 2 2339,0-1 0,5-2 0,-1-1 0</inkml:trace>
  <inkml:trace contextRef="#ctx0" brushRef="#br0" timeOffset="5175">4496 571 11400,'-8'-2'2609,"-1"0"-2339,24 1-90,-7 0 90,17 1-91,-8-1 1,-1-1-90,2 0-180,-2 0-90,0 0-89,-2 0-181,-2 0-180,-1 0-359,-2 1-360,0-1-360,-2 0-270,0 0 1979,-3 0 0,-2 1 0,-1 0 0</inkml:trace>
  <inkml:trace contextRef="#ctx0" brushRef="#br0" timeOffset="5416">4584 475 11760,'-4'-6'3276,"1"-1"-2144,6 10-952,0 3 90,4 12-181,-3 0 1,-1 2-90,-2-1-90,-1 1-89,-1 3-374,0 1 193,0-1-720,0 5 453,1-8-1442,1 10 90,1-16-629,2 4 2608,-1-9 0,5 1 0,1 0 0</inkml:trace>
  <inkml:trace contextRef="#ctx0" brushRef="#br0" timeOffset="5834">4831 472 11131,'-2'6'1799,"1"-2"-1350,6 0-269,3-4 0,-3-2-90,3-1 90,-2 0-90,1-1 0,1-1 90,0-1-90,1-3-90,-1 1 90,1-3 0,-1 0-90,1-3 90,3-7 0,-1-1-90,-1 0 89,-3 4-89,-4 8 0,1 1 0,-1 2 0,-1 1 0,-3 19-89,1-4 178,-3 18-89,2-9 0,0 3 0,0 1-1216,2 3 1216,0 2 0,1 3 0,0-2-90,0-4 0,0-5-463,0 3 283,0-7-180,0 2-89,-1-8-181,0-1-1259,0-2 1979,0-1 0,-1 0 0,0 1 0</inkml:trace>
  <inkml:trace contextRef="#ctx0" brushRef="#br0" timeOffset="6042">4863 749 13110,'8'4'1169,"0"-1"-899,-1-4 89,2-1-89,2 0-90,3-1 90,2-1-180,2 0-90,0-1-485,0-1 215,0 0-179,-1 0-181,-2-2-269,1 1-2378,4-7 797,-6 3 2480,6-7 0,-5-3 0,1-5 0</inkml:trace>
  <inkml:trace contextRef="#ctx0" brushRef="#br0" timeOffset="6342">5186 163 11670,'-4'-7'1440,"0"1"-451,2 2-719,10 7-90,-2 0 0,12 10-1244,-1 5 1244,6 7 0,3 6-45,-8-5 0,1 2-90,-5-7 0,0 1-727,4 9 1,-1 0 725,-6-8 1,0 0 45,2 11 0,0 2-45,-5-9 0,0 0-15,-1 2 0,0 3 0,-2-4-30,-3-1 0,-1-1 0,0 6 0,-3-1-45,-2-9 0,-1-2-45,-8 19-90,-4-3-45,4-15 1,0-1-979,-8 8 754,-5 4-500,11-17 229,1-3 462,4-3 258,1-2 0,4-4 0,1 0 0</inkml:trace>
  <inkml:trace contextRef="#ctx0" brushRef="#br0" timeOffset="6578">5898 599 11850,'-10'4'1529,"2"-1"360,4-1-1169,12 2-180,4-3-271,7 2-269,3-5-533,-4 1 83,1-2-179,1 0-361,-1-1-539,-1 0-1709,5-2 3238,-1-2 0,3-2 0,-4 0 0</inkml:trace>
  <inkml:trace contextRef="#ctx0" brushRef="#br0" timeOffset="7476">6715 243 11760,'-3'-7'2969,"-3"4"-2790,0 6-89,-4 4 90,2 1 0,-11 14 0,4-3-90,0 3 0,1 2-90,-1 7-619,5-9 0,1 1 709,0 9 0,3 4-90,3 0 0,3-7 0,2 1-45,0-7 0,1 0-625,1 8 0,2 0 625,-1-10 0,1 0-90,5 6 0,0-1 90,-2-6 0,0-1-45,3 4 0,-1-2-90,6 5 0,-3-5-2418,-2-3 2418,-3-2 90,-2-4 0,-3-1-89,-3 2 843,-3-3-844,-10 4 180,-2-4 940,-8 2-1030,-1-3-90,0-3 3392,0 0-4111,-7-3 269,8-2-1259,-6-2-629,11-1 2518,1-3 0,-2-4 0,1-2 0</inkml:trace>
  <inkml:trace contextRef="#ctx0" brushRef="#br0" timeOffset="7686">6490 627 11850,'3'-9'900,"3"1"-630,3 4-1,3-1-89,5-1 90,5-1-1264,3-3 1174,2 1-90,0-2-90,1 1-270,3-3-90,-2 1-360,3-3-359,-4 2-810,2-1-449,-2-2 2338,-2 1 0,5-5 0,-3 1 0</inkml:trace>
  <inkml:trace contextRef="#ctx0" brushRef="#br0" timeOffset="7975">7154 173 14549,'-9'-1'1439,"0"3"-1259,0 9 90,-9 22-180,2-3-1287,5-5 0,-1 0 1242,4-4 0,0 1 0,1-1 0,0 2-118,1 0-1,1 0 74,1 0 0,1 0-45,1-1 1,1 0-46,1 0 0,2 1-90,2 6 0,3 0 90,-1-7 0,0 0-90,4 5 0,2-1-180,9 5 1,0-6-927,2-5 656,-1-5 0,2-3-2248,7-4 90,-7-6 2788,3-2 0,-3-8 0,0-2 0</inkml:trace>
  <inkml:trace contextRef="#ctx0" brushRef="#br0" timeOffset="8483">7341 458 11400,'-3'-6'1440,"3"0"-1170,2 2-1,3 0 1,1 3 0,0 0-90,3-1 90,0 0-90,1 1 0,1 0-90,0 0 89,0 1-89,-1 1-90,3 1-90,-4 0 0,1 2-89,-5 0-1,-1 2-90,-2 0-180,-5 6 90,-3-2-89,-11 13 269,2-7-90,-13 12 90,11-13 90,-2 3-90,9-9 90,2-1 0,2-1 0,0-1 90,2-1 0,1-2 0,6 0 0,5-6 90,10-4-90,2-5 0,2-3-1174,-1-1 1264,0 0-90,2-4 90,0 1 0,0-2 0,-3 4 0,-3 2 0,-1 3 0,-4 2-90,-3 2 90,-1 2 0,-2 2 0,-1 1-90,0 3 1264,-4 5-1264,0 2 90,-4 4-90,-1 1 0,-1 3 90,-2 2-90,1 0 0,0 1 0,1 0 0,0 0 89,2-1-89,1 0 0,0-1-89,2-2-91,1-1 0,1-2-90,0-1-90,2-2-90,1-2-179,1 0-990,2-3-270,1-1 1889,2-1 0,6-4 0,3-1 0</inkml:trace>
  <inkml:trace contextRef="#ctx0" brushRef="#br0" timeOffset="8702">7846 558 12390,'1'8'899,"-1"-1"-719,1-2 90,-1 0-90,1 1 180,-1 5-180,-1-1 0,-1 4-90,-1-2-180,-2 2-90,-1 0-720,-5 7-89,1-7-360,-2 4-1928,2-4 3174,3-5 0,-3 3 0,3-3 1</inkml:trace>
  <inkml:trace contextRef="#ctx0" brushRef="#br0" timeOffset="9317">7998 481 12570,'3'-5'3276,"-2"11"-2774,-2-2-592,-2 12-90,1-8 0,0 2-360,0 4 180,1-2 91,2 3-91,1-5 0,0-1 90,2-1 0,0 0 0,1-2 1,1-1-91,3-1 180,-2-1 0,4-2 90,-3-2 0,2-1 90,-1-1 90,5-5 0,-3 1 0,3-4 90,-4 0 0,-3 1 0,2-3 0,-2 3 179,2-5-89,-1 3 270,0 0-540,-3 16 0,-3 1 0,0 15-90,-2-2 90,0 7 0,1 5 0,-1 5-3277,2 1 3072,-1 0 205,1-1-718,0-1 718,0-4 0,0-3-354,-1-5 354,0-3-93,-1-2 93,0-4 2815,-1 0-2815,-2 1 0,0-6 0,-3 2 905,1-7-905,-2 0 583,0-2-583,-2-2 164,0 0-254,-2-3 90,-5-3 0,4 0 0,-3-1 0,6 2 0,0 2 0,2-1 0,1 1 0,0-2 0,4-2 0,1 1 0,4 0 0,2 0-90,7-5-90,0-1-756,7-6 396,-2 1-269,0 0-1080,1-3-540,-1-1 2429,3-3 0,1-3 0,2-3 0</inkml:trace>
  <inkml:trace contextRef="#ctx0" brushRef="#br0" timeOffset="9625">8351 245 11221,'-3'-8'539,"1"1"-179,1 1 0,-1 1 449,1 0-179,1 0-360,0 1 270,2 0-361,4 3 1,1 3 0,4 4 0,2 5 90,10 13-180,-2 2-278,-7-8 1,0 2 367,6 15-1957,-1 3 1822,-11-18 0,-1 1 45,0 0 0,-2 1-737,0 0 0,-2 1 692,0-2 0,-2 1-45,0 0 0,-2 2 0,-4 7 0,-2 0-45,2-7 0,-2 0 0,-3 6 0,-1-2-135,-9 8 1,-1-5-290,5-13 0,0-1-70,-9 7-91,6-10 1,0 0-271,0-3-449,-3 1-270,13-8 1696,1-2 0,5-5 0,0-2 0</inkml:trace>
  <inkml:trace contextRef="#ctx0" brushRef="#br0" timeOffset="9791">8883 611 11221,'8'2'1169,"0"-1"-539,-6 2-361,1 0 1,-2 0-90,1 1-90,0-1-720,0 1-2338,0 0 2968,-1 0 0,-2 1 0,0 0 0</inkml:trace>
  <inkml:trace contextRef="#ctx0" brushRef="#br0" timeOffset="75657">318 2028 7713,'4'-6'629,"1"0"-539,-2 3 90,2 0 0,-1 0-90,2 0 90,0 0-90,0-1 0,2 0 90,-1 0-90,4 0 0,-2 1-90,1-1 89,-4 2-89,0 2 90,0 0-90,-2 3 0,0 0 90,-1 3-90,-2 2-90,-1 2 90,-2 2 0,-3 3-90,0 1 90,-1 0-89,-7 12-1,1-3 90,-2 3 0,3-7-90,5-9 90,0-2 0,1-2 0,1-1 0,1-1 0,0-1 269,1 0-89,3-2-90,4-5 90,2-1 90,10-14-90,-3 3-1130,7-10 1040,-3 3 90,0-1-483,0 0 483,8-9-1,-2 3-89,-1 1-90,-6 8 90,-9 11-90,-2 3 0,-1 1 1085,-1 1-995,-1 6 348,-2 3-438,-3 4 0,-1 2 0,-2 2 90,-6 15-90,2-5 0,-4 11-90,6-13 0,0-2 90,2-3-180,0 5 90,2-7-89,2 8 89,1-11-90,2 1 0,2-5 0,0-2-90,2-1-90,1-2-179,1 0-631,1-2 451,1-1 719,1-1 0,6-3 0,1 0 0</inkml:trace>
  <inkml:trace contextRef="#ctx0" brushRef="#br0" timeOffset="75916">706 2165 9242,'-1'5'1079,"0"-3"-899,8 1-90,-1-3 0,1 0 0,0 0-90,2 0-90,-1-1-450,5-2 180,-2 1-1169,6-3 810,-7 3 719,2-1 0,-4 0 0,1-1 0</inkml:trace>
  <inkml:trace contextRef="#ctx0" brushRef="#br0" timeOffset="76099">736 2233 9152,'5'6'539,"0"-1"-359,1-5 0,0 1 0,6 0-180,4-1-270,0-1 0,1-1-359,-5-1-900,7 0 1529,-5 0 0,10-2 0,-6 0 0</inkml:trace>
  <inkml:trace contextRef="#ctx0" brushRef="#br0" timeOffset="76491">1151 2040 10501,'-6'-8'1439,"1"3"-1259,-3 5 0,2 3 0,-4 2 0,0 2-90,-3 4 90,-2 3-90,-1 4-665,1 0 755,1 1-180,2-1-119,2-2 119,3-1 0,1-1 0,4-2-90,0 1 0,3-3 651,1 0-651,2-1 223,3-1-313,7 0 0,7-3 90,15-5 0,-6-4 90,5-6 90,-11 1 90,6-10-992,-8 4 902,3-9 90,-12 7-310,-2-8 310,-5 7 0,-4-7 0,-7 6 0,-4-1-90,-6 0-35,-4 3 125,-17 1-135,14 14 0,-1 1-512,0 0 0,0 1 377,-1 5 0,2 2-360,-6 6-1169,-3 13-450,14-8-629,1 8 2698,13-10 0,8 5 0,1 1 0</inkml:trace>
  <inkml:trace contextRef="#ctx0" brushRef="#br0" timeOffset="76699">1681 2167 12930,'4'-6'1709,"-1"0"-1080,-1 1-3906,-1 1 2457,-4 9 1,-3 1 0,-5 9 0</inkml:trace>
  <inkml:trace contextRef="#ctx0" brushRef="#br0" timeOffset="84041">399 2692 12930,'1'-9'269,"2"1"-179,2 6 0,2 0-90,0 0 90,1 1 0,1-1-90,0 0 0,1 1 90,-1 0-90,1 1 0,0 1 0,0 1 0,-1 0 0,0 2 0,-1 1-90,-1 5 90,-2-1-90,-2 5 90,-3-2-90,-4 3 0,-3 4 0,-2 2 1,-5 3-377,-8 8 421,10-15 0,0 0-45,-12 15 90,2-2 0,9-14-90,2-1 90,3-3-90,1-3 90,1-2 0,2-1-90,0 0 90,1-2 0,0 1 376,4 0-466,0-2 180,3 1-90,5-3 0,-2 0-90,5-2 90,-3 1 0,1-2-90,1 0-90,0 0 0,0-1-180,1 0 1,0 0-91,-1 0-180,-1 0-719,0 0 0,-1 0 1349,0 0 0,4-1 0,0-1 0</inkml:trace>
  <inkml:trace contextRef="#ctx0" brushRef="#br0" timeOffset="84474">693 2813 9781,'0'0'0</inkml:trace>
  <inkml:trace contextRef="#ctx0" brushRef="#br0" timeOffset="84540">691 2809 9152,'0'0'0</inkml:trace>
  <inkml:trace contextRef="#ctx0" brushRef="#br0" timeOffset="85783">681 2823 12120,'7'5'270,"-1"0"-270,0-5 90,0 0-90,0 0 90,1-1-90,0 2 90,2-2-90,0 1 0,2-1 90,5-1-90,-3 2 0,4-2 90,-5 1-90,-1 0 0,0 0 0,-1 0 0,-1 1 90,0-1-90,-2 0 0,0 0 0,0 1 0,-1-1 0,0 1 0,-1-1 90,1 1-90,-1-1 0,1 1 90,0 0-90,-1 0 0,0-1 89,-1 0-89,1 0 0,0 0 0,0 0 0,1 1 0,0-2 0,1 2 0,-2-2 0,4 1 0,-4 1 0,1-1 0,-2 0 0,2 0 0,0 1 0,-1 0 0,1-1 0,-1 1-89,1-1 89,-1 1 0,-3 0 0,0 1 0</inkml:trace>
  <inkml:trace contextRef="#ctx0" brushRef="#br0" timeOffset="86183">921 2717 9062,'-6'-6'-60,"6"4"0,4 4 0</inkml:trace>
  <inkml:trace contextRef="#ctx0" brushRef="#br0" timeOffset="86849">1333 2719 8072,'2'-7'2609,"0"0"-2069,-3 1-1,0 1-269,-2 1 90,-1 1-270,-2 3 0,0 1 0,-1 3 0,2 1 0,-2 2 0,-1 2-90,-1 3 90,1 1 0,0 2-90,1 1 0,0 1 0,2 0-385,1 1 295,2-1 0,1 1 0,2-3 0,1 0 0,2-1 0,0-2 0,4 0 0,-1-2 90,3 0-90,0-4 0,1-1 90,6-2-90,5-4 90,-1-1 295,1-4-295,-6-1 0,-2-1 0,-1-2 90,1-2-336,-2-2 335,0-1-89,-2-1 90,0-8 0,-5 5-90,1-8 90,-6 7 0,-2-3-90,-1-1 90,-9-9-90,-4 7-526,-3 4 616,0 11-90,2 9-287,-14 8-432,-3 8 89,-1 3-1584,7 4 235,15-5 1874,3 0 0,3 4 1,0 1-1</inkml:trace>
  <inkml:trace contextRef="#ctx0" brushRef="#br0" timeOffset="87916">1904 2739 10411,'-9'-1'2429,"0"1"-900,4 0-1979,18-2-90,-8 2-89,14-2-181,-14 3-2467,1 0 2994,-1 1 1,0 2-1,-1-1 1</inkml:trace>
  <inkml:trace contextRef="#ctx0" brushRef="#br0" timeOffset="88124">1870 2878 10141,'-6'6'360,"4"0"-270,7-3 0,1 1 0,4-4-90,-1 1 90,2-1-90,2-1-180,1 0-90,1-1-270,-1 1-719,1-2 180,-1 0 1079,0 0 0,5-3 0,1-1 0</inkml:trace>
  <inkml:trace contextRef="#ctx0" brushRef="#br0" timeOffset="88558">2406 2662 10681,'-3'-11'1169,"0"3"-899,7 1 0,0 1-90,3-2 90,1 0-90,3-1-90,1 0 89,-1 1-89,0 0 0,0 2 90,-1 0-90,0 2 0,0 0 0,1 3 0,1 2-90,-2 2-90,-1 7 90,-6 4-90,-2 1 90,-4 4-308,-5-1 308,-2 2-90,-4 2 90,0 0 0,-2 0-730,1 0 730,0-2 0,1-2 0,3-2 0,1-3-90,2-1 90,0 2 0,3-5 204,1 3-294,2-5 90,4-1 0,0-1 744,4-1-744,2 0 0,3-3-90,1 1 90,4-2 90,1 0-90,6-3-90,2-1 0,4-1-1209,1 1 1029,0-1-270,-2-1-179,0 1-1080,-3-1-866,-4 1 2665,-2 0 0,1-1 0,1-1 0</inkml:trace>
  <inkml:trace contextRef="#ctx0" brushRef="#br0" timeOffset="88717">2859 2778 11400,'8'-1'540,"0"0"-450,-3 1-90,1 0-270,-1 0-269,0-1-2738,0 1 3174,1 0 0,-3 0 0,1 0 1</inkml:trace>
  <inkml:trace contextRef="#ctx0" brushRef="#br0" timeOffset="94177">429 3506 8522,'-1'-9'2609,"1"1"-1710,-1 2-179,1 1-540,2-1-90,1 1 89,2 0-89,1 2 90,2-1-90,1 0 0,1 0 0,1 0 0,0 0-90,0 1 90,-2 1 0,0 0-90,0 0 90,-2 2-90,0 0 0,-2 3 0,0 0 0,-3 3 0,-1 2 0,-3 3-90,-3 3 0,-4 4 90,-2 3-90,-4 3-1078,-3 2 1078,-1 1 90,-1 2-90,1-2 90,2-1-141,1-4 52,-3 5 89,7-9-90,-1 3 90,8-11-90,1-2 90,1-1-90,1-2 0,5 3 1162,0-4-1072,4 0 57,1-5-57,2 0-90,3-1 90,3-1 0,1 0-90,4-3-90,-2 1-450,10-3 180,-6 1-1308,7-3 139,-6 2-180,-2 1 1799,-2 0 0,4-1 0,0 0 0</inkml:trace>
  <inkml:trace contextRef="#ctx0" brushRef="#br0" timeOffset="94433">880 3594 10591,'-8'-4'1259,"2"0"-629,1 2-450,5-3-90,2 1 0,5-1 0,0 3 0,2 0-90,1-1 0,0 1-180,1 0-180,0 1 0,0-1-180,0 1-359,-1 0-630,1 0-90,-1 1 1619,0-1 0,4 1 0,2-1 0</inkml:trace>
  <inkml:trace contextRef="#ctx0" brushRef="#br0" timeOffset="94882">1263 3463 10951,'-7'-7'899,"2"-2"-539,7 1-180,0 1 0,5-3-90,1 3 90,2-2 0,8-1-90,-4 1-1,5 1 1,-6 4 0,1 2-90,-2 0 90,-1 2-90,-1 1 0,-1 2 0,1 5-180,-4 4 1,-5 10 89,-3-1 0,-8 3-90,-1-4-733,-3 2 823,-1 0 90,-1 1-90,1 0-180,-7 8 180,2-4 0,-1 2 0,9-12 90,5-6 0,4-4 0,3 0 0,2-1 815,2 0-815,2-3 98,1-1-98,2-2 90,4 0-90,2-2 0,3 1 0,5-3-737,3 0 737,1-1-90,0 0-180,-3 0 0,-2 0-729,-3 1 189,-2-2-601,-1 1 152,-1 0 1259,0 0 0,1-2 0,2 0 0</inkml:trace>
  <inkml:trace contextRef="#ctx0" brushRef="#br0" timeOffset="95141">2075 3500 12570,'6'-8'1169,"-1"2"-899,1 0-90,1 1 0,1 0 90,7-3-90,2 0-360,0 0-90,-3 1-180,-5 3-90,-2 2-89,-1 0-2648,-1 1 2792,-3 3 0,0-1 0,-2 1 0</inkml:trace>
  <inkml:trace contextRef="#ctx0" brushRef="#br0" timeOffset="95324">2115 3563 10501,'3'7'720,"1"-1"-361,0-4-179,1-2 90,1 0-90,2-1 0,0-1 0,3 1 180,7-3-360,-4 1-180,6-1-180,-6 1-270,-1 0-1169,0 0-629,-2-1 2428,1 1 0,2-2 0,2 0 0</inkml:trace>
  <inkml:trace contextRef="#ctx0" brushRef="#br0" timeOffset="95716">2602 3458 11400,'-5'-8'810,"1"1"-450,-1 5 180,-3-2-271,2 2 91,-5 0-180,4 2 0,-2 2-90,2 2 90,0 2-90,-1 2 0,1 2-90,0 2 0,1 1-90,1 2 90,2 1-90,2-1-90,1 0 90,3 1-180,6 6 180,2-5 0,6 4 0,7-5 0,-3-7-875,9-1 965,-7-6-90,6-3 90,0-2 0,1-4 90,-2-2 0,-1-2 0,-4-2 0,-3-2-456,-3-2 456,-5-1 90,-5 0-90,-5-1 179,-13-12-179,-5 6-856,2 8 0,-3 1 766,-15-3 0,-6 4-45,17 9 0,0 2-315,-9 2 1,-1 2 44,6 1 0,0 2-270,-6 1 1,1 2-361,8 1 1,2 1-476,1 0 1,0 1 1419,-16 10 0,13-4 0,-1 1 0,1 1 0,-1-1 0</inkml:trace>
  <inkml:trace contextRef="#ctx0" brushRef="#br0" timeOffset="96540">199 4325 10771,'6'-4'360,"0"1"-180,0 0 89,1 1-89,1-2 90,1 0-90,1 0 90,1-1-90,0 0 0,0 0-90,0 0 90,0 0-1,0-1-89,-1 2 0,-1-1 0,-1 1 0,-1 1 0,-1 0-90,0 1 90,-1 0-90,0 1 90,0 2-90,-1 1-90,-1 2 90,-1 2 0,-1 2-90,-1 3 90,-3 3-90,-3 4 90,-2 3-90,-2 3 90,-3 0-1299,1 0 1299,-2 0-90,0 0-663,0-1 753,1 0-231,2-2 231,1-3 0,2-4 0,1-2-90,1-3 90,2 0 1090,1-2-1180,1-1 930,1-1-840,3 1 174,0-2-174,3 0 0,1-3 0,8-2 0,-2-1-90,15-4 90,-10 2-180,8-2-270,0-1 90,-6 1-90,6-1-269,-9 3-810,-1 0-270,-2 0 1799,0 0 0,3 0 0,2-1 0</inkml:trace>
  <inkml:trace contextRef="#ctx0" brushRef="#br0" timeOffset="96807">736 4406 11221,'-6'-7'1619,"1"1"-1439,6 1-1,1 2-89,4-2 90,1 2-90,3-2 90,3 1-90,2 0-90,1 0-360,6 0-89,-5 1-181,4 0-360,-8 2-719,-1 0-449,-2 1 2158,0 0 0,2-1 0,2 1 0</inkml:trace>
  <inkml:trace contextRef="#ctx0" brushRef="#br0" timeOffset="97249">1194 4217 11041,'-9'-4'719,"0"-1"-449,5 3 270,1-1 0,0 0-361,4-3-89,1 0 90,5-2-90,1 3 0,1-1 0,2 1 0,1 0-90,1 0 90,0 1 0,0 1 0,6 0-90,-6 2 0,3 2 0,-7 1 0,0 2-90,-3 1-90,0 6-90,-7 7 90,-8 13 90,-4-4-1455,-7 5 1455,2-7 0,-2 1 90,-2 2-90,2-3 0,0-2 0,3-4-315,4-2 315,1-1 90,4-4 0,3 0-89,1-2 89,1-1 0,3-1 0,1-2 1213,2 1-1213,2-2 467,7 1-467,6-2 0,1-1 0,5-2-533,-2-3 533,0 0-180,5-3-629,9-2 89,-9 1-809,5-3-180,-14 4 1709,-2-1 0,6-3 0,2 0 0</inkml:trace>
  <inkml:trace contextRef="#ctx0" brushRef="#br0" timeOffset="97507">1899 4307 11760,'-8'-6'1799,"0"0"-1349,6 3-180,3-2 90,7-2-91,8 0-179,2 0-90,3 1-179,-6 2-91,0 0-180,-2 2-899,2-1 89,-5 2-2017,0-1 3107,-5 4 0,-4-1 0,1 0 0</inkml:trace>
  <inkml:trace contextRef="#ctx0" brushRef="#br0" timeOffset="97683">1881 4417 10321,'4'6'270,"-1"-1"-90,1-4 0,2 0 0,2-1 179,10-3-269,-2 1 90,20-5-360,-12 2-179,10-4-271,-10 3-809,-3 0-180,-2 1 1492,-2-1 1,6-2-1,1-1 1</inkml:trace>
  <inkml:trace contextRef="#ctx0" brushRef="#br0" timeOffset="98066">2736 4188 11670,'-11'-4'810,"0"2"-630,2 3 270,-8 3-361,3 0 91,-5 3 0,5 0-90,0 2 0,1 1 90,-5 9-90,4 2-180,1 1 90,7-3 0,5-5 0,3 0-90,2 0 90,2 0 0,3-1 0,1-1 0,3-2-90,2-2 90,11-2 0,-5-3-1016,12-3 1016,-8-4 0,3-3 90,-2-2-90,-2-3 90,-4-2 0,-4-1 90,-1-9 0,-12-7-91,-3 0-1121,-11-3 1122,-7 7-1,-5 2-89,-7 2-89,-2 4-1,-2 6-180,-3 5-180,-2 7-1378,-2 5 1243,19 0 1,-1 1-361,2 1 1,0 2-271,1 1 1,1 1 1214,-1 0 0,1 2 0,-6 6 0,-1 1 0,-1 2 0,0 0 0</inkml:trace>
  <inkml:trace contextRef="#ctx0" brushRef="#br0" timeOffset="98649">401 5179 10771,'0'-7'2069,"1"2"-1710,8-2 1,-1 2-90,1-1 0,3-1-90,0 1 0,1-1 0,1 1 0,-1 1-1,1 0-89,-2 1 0,2 1 0,-2 1-90,-1 2 0,0 1-90,-1 1 0,-1 3-90,-2 1 1,-3 2-91,-3 8 0,-10 11 180,-2 0 0,-3-4 0,-3 1 0,-6 6-686,7-10 0,-1 0 686,-6 5 0,3-2 0,2-3 90,3 0 0,3-4-90,2-2 90,3-2 0,4-3-90,1-1 90,3-1 0,2-1 0,7 1 0,1-2 1552,5 0-1552,8-3 0,0-3 0,-1 0 0,0-1-90,10-2-375,-12 2 0,0-1 195,7-2-90,-1-1-179,-3 0-778,-2 0-302,-1-1-360,-3 1 1979,1-2 0,1-2 0,1-2 0</inkml:trace>
  <inkml:trace contextRef="#ctx0" brushRef="#br0" timeOffset="98899">1003 5200 11580,'-9'-3'2069,"0"-1"-989,6 2-631,7-5-269,1 2 0,9-3-90,5 3-90,-4 1-180,7 0-180,-7 1-89,1 1-181,-1 0-1709,3 0 540,-6 2-539,1 0 2338,-6 0 0,-2 1 0,1 0 0</inkml:trace>
  <inkml:trace contextRef="#ctx0" brushRef="#br0" timeOffset="99357">1455 5031 11221,'-12'-2'359,"2"0"-179,2 0 90,0 0-90,3 0 180,0 0-180,1 0 180,1-1-271,3-4 1,3 3 0,2-2 0,2 2 0,2 1-90,1-1 90,2 1-90,1 0 90,1 1-90,1 0 90,0 1-90,0 1 0,-2 0 0,1 1-90,-2 2 90,-1 1-90,-2 1 0,-3 2-90,-1 1 90,-3 2-89,-6 14 179,-2-3-90,-7 12-1314,-2-3 1314,-2 0 90,-2 2-90,1-4 90,1 0-90,2-3 0,0-1-90,3 1-330,2-3 330,3-2 90,2-4 0,3-3 0,1 0 1252,1-3-1252,3 0 90,2-1-90,2-1 572,2 0-662,8 0 180,-3-2 0,5-1-89,-5-3 89,1-1 0,0-1 0,0-1-90,0 0 0,-1-1-360,6-1 0,-6 0-90,3-1-719,-6 1 360,-1 0 899,-1 0 0,4-1 0,1 0 0</inkml:trace>
  <inkml:trace contextRef="#ctx0" brushRef="#br0" timeOffset="99607">2179 5220 10141,'-10'0'1439,"1"-1"-899,3 0 270,2 0-630,4-4-1,4 2 1,5-2 0,-1 2 0,0-1-90,1 2 0,-2-1-90,0 2-270,-1-1-629,-1 1-1890,0 1 2789,0 1 0,-2 0 0,-1 0 0</inkml:trace>
  <inkml:trace contextRef="#ctx0" brushRef="#br0" timeOffset="99791">2126 5320 11221,'-6'6'899,"7"-3"-719,2-3 0,8-2 0,0-1 0,1-1-90,2 0 0,2-1-180,1 0-180,0 0-270,0-1-539,0 0-2198,5-4 3219,-6 3 0,7-6 0,-5 1 1</inkml:trace>
  <inkml:trace contextRef="#ctx0" brushRef="#br0" timeOffset="100174">2689 5084 11760,'-4'-7'990,"0"2"-720,1 3-1,-2-1 1,0 2 0,-1 0-90,-2 1 0,-2 2 0,-2 3-90,-1 1 90,-5 5-90,0 1 89,-1 3-89,2 1-427,2 0 337,4-1 90,3-1-180,4-2 90,2-1 0,3 0-90,3 0 90,3 0-90,2-1 90,5-1-90,0-2 518,3-1-518,2-2 90,0-1-439,2-2 349,3-3 90,1-1 0,3-4 0,-3-1 0,0-2 0,-5-2 90,-4 0-90,-5-1 180,-4-8-90,-5 3 0,-12-18 0,-3 13-1244,-12-10 1244,2 15-90,-4 1 0,0 6-454,-1 3 274,1 4-791,-1 4 341,6 2-270,-4 5-785,8 1-204,-2 5-539,7 0 2428,0 2 0,1 6 0,0 1 0</inkml:trace>
  <inkml:trace contextRef="#ctx0" brushRef="#br0" timeOffset="100924">365 6206 10681,'6'-7'1079,"-2"1"-719,1 2 360,-3 1-181,2-1-269,-1 1-90,1-1 0,0 0 0,2 1 0,2-1-90,2 0 90,4-1-90,11-1-90,-4 2 0,9 0-90,-9 3 0,0 2-90,0 0-360,4 6 180,-8 0 90,1 5-89,-10-1 89,-4 0 90,-4 3-90,-4 3-90,-13 18 270,-1-5-411,4-8 0,0-1 501,-11 9-90,-1 0 90,3-4-45,8-10 0,2-1 45,-3 5 0,-3 4-163,12-12 163,2-2 0,2-3 0,4-1 0,1-1 0,4-2 904,1 0-904,3-1 82,3-2-82,3 0 0,2-1-428,7-2 428,1 0 90,5-1-90,-10 0 0,3 0-90,-1 0 0,1-1-676,0 0 1,-1 0 585,-1 0 0,-2 1-450,5-3-719,-3 2 180,-2 0 1169,-2 0 0,6-2 0,1-1 0</inkml:trace>
  <inkml:trace contextRef="#ctx0" brushRef="#br0" timeOffset="101174">1095 6212 10771,'-5'-6'1619,"0"1"-1079,3 1-360,4-1-1,0 1 1,5-1-90,0 1 90,2 1-180,1 0 0,1-1-270,3 1 0,0 0-269,2 0-181,-1 0-1169,-1 1-629,1 0 2518,0 0 0,4-1 0,2-1 0</inkml:trace>
  <inkml:trace contextRef="#ctx0" brushRef="#br0" timeOffset="101583">1465 6038 11580,'-2'-10'900,"1"2"-450,3 0-91,3 0-179,2-1 0,3 0-90,1 3 0,0 0 0,1 0 90,0 2-90,2 1 0,3 1 0,-3 4-90,2 2 90,-4 7-90,-4 0 0,-1 15-90,-8-5-979,-4 10 1069,-4-5 0,-5 4 0,1-2-90,-4 4 90,3-5 0,-2 1 0,3-3-677,1-3 587,2-2-327,2-2 417,4-4-90,5 1 90,7-3 0,16 2 0,2-5 0,-3-6 0,2-1 0,8-2-79,-12-1 1,1 0-12,10-1 90,-1-2-90,-1 1 541,-4-1-991,3 0 90,-11 0-179,2 0-1539,-9-1 190,-4 2 1978,-1-3 0,-3-2 0,0-1 0</inkml:trace>
  <inkml:trace contextRef="#ctx0" brushRef="#br0" timeOffset="104015">2234 6095 10861,'-3'-6'1709,"3"-1"-1529,2 2 0,2 0 0,1 1-91,1 0 91,1-1 0,5-1-90,0 1-1079,9-2 449,-8 2-359,2 2-810,-8 3-270,-1 1 1979,0 0 0,3 2 0,0 1 0</inkml:trace>
  <inkml:trace contextRef="#ctx0" brushRef="#br0" timeOffset="104185">2267 6208 9781,'8'3'-90,"2"-2"90,0-3 0,2-1-89,3-1-1,2 1-270,4-2-360,1-1-89,1 0 141,-1 0 668,-1-1 0,4-2 0,3-2 0</inkml:trace>
  <inkml:trace contextRef="#ctx0" brushRef="#br0" timeOffset="104557">2854 5903 11580,'-12'6'900,"-3"3"-720,-2 3-849,-2 3 849,0 2 303,0 2-394,2 0 91,2 1-331,2-2 241,2 0 0,5-3 0,2 0-90,2-2 90,5 5-90,3-5 0,6 2 0,1-5 217,4-4-217,2-2 0,4-3 0,4-2-1167,4-3 1077,-1-3 90,1-1-290,-4-3 290,-2-3 0,-3-3 0,-3-2 0,-4-2-151,-5-10 240,-12-7-89,-4 4 45,-10 11 0,-5 3-963,-11 1 918,9 8 0,-2 2 0,-13 5-180,-2 7 0,19 0 0,1 1-45,-1 2 1,0 1-226,1 1 0,1 1-1619,-15 10-629,3 4 2698,7 0 0,0 6 0,3 0 0</inkml:trace>
  <inkml:trace contextRef="#ctx0" brushRef="#br0" timeOffset="105225">609 7187 11311,'0'-8'359,"1"-1"-89,-1 4 90,2-3 270,0 0-271,0 2 181,2-5-270,-1 5 0,1-3-90,0 3 0,1-1-90,1 1 179,7-2-89,-2 2-90,5-1 0,-3 2-90,0 3 90,1 0-90,-1 2-90,0 1 90,1 2-180,-2 2 90,-1 2-90,-2 2 1,-3 2-1,-3 4-90,-6 14 135,-4-8 0,-3 2-797,2-1 1,-2-1 886,-4 5 0,0-2-45,-9 7 45,8-10 0,1-1-45,-9 8-424,11-10 1,0-2 513,-1 3-157,4-3 157,3-3-90,2-3 90,3-2 1562,1-1-1652,6-1 1213,1-2-1123,6-1 0,0-3 0,17-3-90,-6 0-974,12-4 884,-10 1-90,-1 0-270,-2-1-1978,5-1 2518,-3 0 0,4-2 0,-3 1 0</inkml:trace>
  <inkml:trace contextRef="#ctx0" brushRef="#br0" timeOffset="105467">1174 7286 12030,'2'-8'1529,"0"1"-1259,1 2 0,-1 2-90,2-2 0,0 0 0,1 1 0,1-1-91,2 1 1,1 1-180,1-1-89,2 0-181,2-1-180,0 2-359,3-1-451,0 1-449,1 0-449,1-1 2248,-1 1 0,6-2 0,1 1 0</inkml:trace>
  <inkml:trace contextRef="#ctx0" brushRef="#br0" timeOffset="105866">1704 7073 11490,'-4'-7'1080,"1"0"-900,0 0 0,2 2 0,2-2-91,1 0 91,3 1-90,1-1 0,3-2 0,2 2 0,3-1 0,1 2 0,0 0-90,2 2 0,7-1 0,-6 3-90,4 0-270,-4 6 180,-6 1 1,1 3-91,-8 0 90,-3 2 0,-3 3 0,-5 5 90,-3 3-90,-6 7 90,-2 2-1601,-5 3 1601,-2 1 0,7-10 0,0-1 0,-8 10 0,7-7 1,0-1 89,2-1-90,-2 5-949,10-8 1039,4-7-90,2 2 0,5-8 90,2-1-90,3-1 1532,2 0-1532,2-3 1108,1 0-1018,2-1-90,2-2 90,1-1-379,2-1 200,0-1 89,-1 0-180,1-1-90,-2-1-899,0 1 359,-1-1 900,-2 1 0,3-4 0,1 1 0</inkml:trace>
  <inkml:trace contextRef="#ctx0" brushRef="#br0" timeOffset="106135">2442 7137 10591,'-10'-2'1079,"2"1"-449,3 0 269,0-1-719,7-4 0,1 2 0,9-4 0,8 1-90,-2 1-270,15-3-90,-13 5-382,5-2 113,-10 3-91,-3 0-1349,-2 2-539,-2 0 2518,-3 1 0,-2 0 0,-2 1 0</inkml:trace>
  <inkml:trace contextRef="#ctx0" brushRef="#br0" timeOffset="106301">2443 7214 10681,'-2'6'630,"1"-2"-541,8-4 1,1-1 0,0-1-90,5-1-90,0-1-719,14-4-720,-5 2 1529,-1-1 0,0-1 0,9-4 0,-11 3 0,1 1 0</inkml:trace>
  <inkml:trace contextRef="#ctx0" brushRef="#br0" timeOffset="106707">3115 6938 11760,'-7'2'720,"0"0"-540,2 0 0,-1 1 0,0 1-90,-1 2 89,-1 2-89,-1 2 90,-9 12-90,-1 8 0,0 2-1076,3-1 1076,8-10-90,3-1 0,1 0-90,5 7 0,1-8-90,8 11 0,0-16-113,6 4 203,-2-10-90,3-2 90,2-2 0,3-3 90,3-3-90,0-2-685,2-4 775,-1 0 0,7-10 90,-11 2-90,4-8 90,-15 4-90,-3 0 467,-4 0-377,-4-4 0,-4-1 0,-3-3 90,-5 1-90,-2 2-760,-3 2 760,-3 3 0,0 3 0,-2 4 92,2 3-182,1 4-90,4 3 496,3 2-766,2 3 256,1 0-795,2 3-27,2-1-1232,2 1 2158,3 0 0,5 4 0,1 0 0</inkml:trace>
  <inkml:trace contextRef="#ctx0" brushRef="#br0" timeOffset="106891">3654 6913 14009,'5'-5'1979,"-1"-1"-3238,-2 1-1350,-1 1 630,1-1-629,0 1 2608,-1-1 0,-1-3 0,0-3 0</inkml:trace>
  <inkml:trace contextRef="#ctx0" brushRef="#br0" timeOffset="109674">12314 1339 10051,'0'0'0</inkml:trace>
  <inkml:trace contextRef="#ctx0" brushRef="#br0" timeOffset="174199">6329 5291 11311,'5'-6'899,"-1"1"-629,0 2 180,3 0-270,0 0-1,4 0-89,-3 0 90,2 1-90,0-1 180,5-1-180,-2 1-90,5-1-90,-5 1-90,1 0-90,0 0-179,0 0-91,0 0-270,1-1-2467,6-2 3062,-6 0 0,8-4 0,-6 2 0</inkml:trace>
  <inkml:trace contextRef="#ctx0" brushRef="#br0" timeOffset="174433">6546 4999 10951,'-5'-7'180,"2"0"0,0 3 269,1 0 271,0 0 179,0 0-719,1 9 0,-1 1-90,2 9 90,-2 1-90,0 5 180,-4 18-180,3-15 0,-1 0-1094,0 8 1,1 0 913,0-7 1,2 0-181,1 5 0,2 0-819,2-8 1,1 0 773,0 0 0,0 0-2199,8 14-184,-3-14 2619,-2-5 1,2 2 0,-1-1 0</inkml:trace>
  <inkml:trace contextRef="#ctx0" brushRef="#br0" timeOffset="174682">6378 5621 13649,'5'1'2519,"-1"-1"-2429,14-7-90,-2-1-1135,4-1 865,0-1-180,2 1-179,-2 2-181,2-3-629,0 2 0,0-3-180,1 1-360,-2 1 1979,0-1 0,3-3 0,3-2 0</inkml:trace>
  <inkml:trace contextRef="#ctx0" brushRef="#br0" timeOffset="175107">6987 5006 11131,'1'-8'1169,"3"-1"-809,-1 1-90,3 1 89,1 1-89,0-1 0,2 0 0,0 0-90,2 0 90,1 1-90,1-1-90,1 2 89,1 0 1,1 1 0,6 2-90,-4 1-258,4 3 258,-8 4-90,0 3-5,-3 2 5,-3 4 0,-3 2 0,-4 2-90,-11 20 90,-3-8-615,2-8 1,-1 1 524,-11 8 90,6-9 0,-1-1 0,4-5 0,0 0 0,-2 2 0,0 0-90,-1 2 90,4-5 0,4-3 0,4-3 226,2-1-226,3-2 5,3-1-5,3-1 1261,4-1-1261,4-2 0,5 0-549,5-2 549,4-1-877,5-1 877,0-1 0,0-2-135,-10 2 0,0-1-225,-2 1 1,0-1-999,18-4 368,-11 1-359,-15 2 103,-2 1-823,-1 0 2284,-3 1 0,0-3 0,-1-1 0</inkml:trace>
  <inkml:trace contextRef="#ctx0" brushRef="#br0" timeOffset="177165">6926 6332 11221,'-5'-8'1439,"0"0"-720,3 4-179,0-1-90,2 0 0,2-5-181,4 1-89,2-1-90,3 0 0,0 4 0,1-1 0,1 1 0,1 1 0,1 0-90,0 1 90,0 2-90,-2 0 0,0 3 0,3 4-90,-4 0 0,0 5 0,-6 1 0,-3 1 0,-3 3 0,-2 5 0,-4 2-1697,-3 5 1697,-3 0 0,-1 0 0,-1-1 90,0 0-90,2-3-505,1-1 595,1-2-90,4-5-90,1 0 180,2-3 1489,2-1-1579,2-2 90,5 2-90,1-4 689,4 1-599,1-5 25,0-1-25,3-2 0,0-1 0,3-1-489,3-2 309,2-2 0,2-1-90,-2 0-179,-4-1-175,-1 1-96,-3-1-1169,-1 0-629,-1 0 2518,-2-1 0,2-4 0,-2-1 0</inkml:trace>
  <inkml:trace contextRef="#ctx0" brushRef="#br0" timeOffset="177657">6989 6060 11400,'-9'-9'180,"-1"1"0,1 1 0,0 0 0,0 0 0,0 1 0,-2-1 0,0 0 0,-1 2 0,0 1-90,-1 2-1,-3 3 1,-3 5-1517,-5 6 1517,-3 6 0,-3 7 0,3 5-90,12-13 0,1 1-744,1 1 1,0 1 788,1 2 0,-1 0 0,2 1 0,1 1-45,0 1 0,1 1 44,-1 11 1,2 1 0,2-8 0,2 0-1054,-1 8 0,1 1 1009,6-12 0,1-1 45,1-1 0,2 0-89,1-1 0,3-1 44,1 0 0,2-2 45,3 1 0,3-2-204,2 0 0,1-3 159,2 0 0,0-1 45,2-3 0,0-1-45,0-3 0,0-1 45,0-2 0,1-1-45,1-2 0,1-1 30,-2-2 0,2-2 0,-1 0-30,9-3 0,0-1 0,-7 0 0,2 0 0,0-3 30,3-3 0,0-2 0,-2 0-435,4-3 1,0-1 404,-5 2 0,0-1 0,-3 0 0,1-3 0,-4-1 157,0 0 0,-1-2-157,-2 0 0,-2-1-403,-2 1 0,-3 0 448,0-1 0,-3 0 257,-2 0 1,-2 0-258,-1-1 0,-2 0-45,-1-1 0,-1-1 398,-2-1 1,-2 0-354,-2-1 0,-2 0-45,-2-3 0,-3-1 60,-3 2 0,-3-1 0,0 1-282,-4-5 1,-3 1 251,2 5 0,-2 0 0,-1 3-184,-5 1 0,-1 4 199,-4 1 0,0 2-45,-2 3 0,-4 2 0,9 8 0,-2 1 0,-1 1 0,2 2-351,-3-1 1,1 2 0,-2 1 350,0 1 0,-1 1 0,-1 1 0,3 2-199,-1 1 0,2 2 1,0 1 138,-1 2 0,1 0 0,0 2-30,1 0 0,0 2 0,1 0-90,0 1 0,2 1 0,0 1 86,2 0 0,0 1 0,1 1-326,2 0 0,2 1 1,0 0-31,2-1 0,1 2 1,1-1-264,-4 12 0,3 1-277,4-4 1,2 0 989,5-1 0,2 0 0,6 6 0,3 0 0,3 2 0,-1 0 0</inkml:trace>
  <inkml:trace contextRef="#ctx0" brushRef="#br0" timeOffset="177889">8374 6357 12570,'-22'3'1799,"7"0"-1439,-4 0-91,11-1 1,0-1-180,1 1 0,2-1-630,0 1-2737,2 1 3219,5 1 0,-2-2 1,3 1-1</inkml:trace>
  <inkml:trace contextRef="#ctx0" brushRef="#br0" timeOffset="-149366.73">9099 821 7173,'-4'8'1529,"1"-1"-809,2-1-271,1 0 361,0 0 89,2 0-449,0-2 360,0 0-451,1-1 271,0-1-270,3-1-180,-2-2 0,4 0 90,0-1-181,3 0 91,1-1 0,3 0 90,9-3-270,-3 2 90,7-1-90,-9 2-90,0 1-90,-3 0-359,4-1 179,-7 1 0,2 1-180,-8 1-719,-1 0 1259,-2 2 0,-6 1 0,-1 2 0</inkml:trace>
  <inkml:trace contextRef="#ctx0" brushRef="#br0" timeOffset="141402.27">3120 1882 11400,'2'10'450,"0"2"-270,-2 2 0,1 5-1952,-1 7 1952,0 8-1028,0-12 0,1 0 893,-1 2 0,1 2 45,-1 2 0,0 3 0,1-2-568,-1 7 0,1 0 508,0-2 0,-1 1 0,1 2-553,1 3 1,0 0 0,0 0 552,-1-7 0,0 0 0,1 1 14,0-2 1,-1 2 0,1-1 0,0-1-337,-1 0 0,1-1 0,0 0 322,0 0 0,0 1 0,1-1-145,-1 2 0,-1-1 0,1 0 145,1 1 0,-1-1 0,0 1-87,0-1 1,0 1-1,0 0 87,0-1 0,0 1 0,0-1 0,0 1 0,0 0 0,0 0 0,0-1 0,0 1 0,0-1 0,0 1 0,0-1 0,0 1 0,0 0 0,0-1 0,0 1 0,1-1 0,-1 1 0,0-1 0,0 1 0,0-1 0,0 1 126,0 0 0,0-1 1,0 1-127,-1-1 0,1 1 0,-1 1-8,1 1 0,0 1 1,-1 1-1,1-2 38,-1 2 0,1-1 1,-1 1-61,0-3 0,1 1 0,-1 1 0,0 0 22,1-2 1,-1 1-1,0-1 1,0-2-23,0 3 0,0-2 0,0 2 0,-1-2 0,1 1 0,0 0 0,0-3 44,0 11 1,1-2-45,-2-1 0,1 0 88,0-4 1,0-1-89,-1 1 0,1-1 133,0 0 0,-1 0-133,0 0 0,0-1 45,0 1 0,0-1 33,-1 0 0,0-1-78,0 0 0,0 0 0,0-3 0,0 1 0,1-2 45,-1 5 0,0 0-45,1-5 0,-1 1 0,1-3 0,-1 3 0,0-2 0,0 0 0,0-1 0,-1 0 0,1 0 66,-3 9 0,1-1-66,0-7 0,1 0-9,-3 13 1,0 2 53,1-12 0,-1 0-45,2 0 0,0-2 310,-1-3 0,0-2-310,1 9 1828,-3 4-1828,2-2 0,0-4 1645,3-4-1645,-1-10 860,1 0-860,0-1 0,0-1 0,0-1 0,0 0 0,0-2 0,0 1 0,0-2 1306,0 8-1306,0-5 0,0 5 0,0-4-90,0 0 90,-1 2-90,0 9 90,0-5-156,0 6 66,1-6 529,-1 6-529,2-6 0,-2 14 90,2-8-90,0 1 90,0-2-90,0-7 378,2 8-468,-2 4 90,1 0 0,0 0 0,0-8 0,0 0-415,0-2 415,0-2 0,0 0 0,0 1 0,0-3-150,0 2 150,0-3-90,1-1-90,-1-1 0,0-1-90,1-2 1,-2-2-308,1 2-862,0-2 1544,0 1 1,-1-6 0,0-1 0</inkml:trace>
  <inkml:trace contextRef="#ctx0" brushRef="#br0" timeOffset="142386.27">3401 1871 10501,'-6'-3'1619,"0"-1"-1169,4 0-270,2-1-90,1 0 0,2 0 0,0 2 0,1-1-1,0 1-89,1 1 90,1-1-90,-1 2 90,1 0-90,-1 2 90,1 1-90,0 2 90,0 1-90,0 2 0,-3 2 0,0 0 0,-2 2 0,-1 2-180,-4 11 90,-6 8 90,0-3-179,-6 7 89,7-21 90,-1 4-90,4-10 90,1 0-90,1-1 0,0-3-90,2 1 180,6-14 0,0 2 0,8-15-576,-1 3 486,2-3 90,0-2 0,2-2 0,-1 1 0,1-1-796,-1 1 706,1 1 90,-3 4-123,-1 4 123,-3 3 0,-1 4 0,-2 2 521,-1 3-521,-1 5 832,-1 2-832,-2 5 142,-1 2-142,-3 6 0,-2 5-787,-1 4 787,0 3 0,-1 0 0,2 0 0,-2 11 0,4-12-515,1 5 515,3-15-90,2-3 0,1-1 0,1-2 654,1-3-834,2-3 0,1-2 0,1-3 379,1 0-829,2-4-539,2-2 90,3-5 1169,1-1 0,4-8 0,2 0 0</inkml:trace>
  <inkml:trace contextRef="#ctx0" brushRef="#br0" timeOffset="142605.27">3785 1905 12750,'8'-4'-90,"0"0"-180,-1 1-180,-2-1-90,1 1-2737,1 0 3129,-1 1 1,-2 0-1,-1 2 1</inkml:trace>
  <inkml:trace contextRef="#ctx0" brushRef="#br0" timeOffset="142795.27">3762 2022 10231,'-4'6'1259,"0"-2"-1079,9-4-90,-1-1-90,8-3 0,-2 1-180,2-3-179,2-1-91,4-1-450,0-1-1438,12-5 2129,-7 3 0,10-5 0,-8 3 1</inkml:trace>
  <inkml:trace contextRef="#ctx0" brushRef="#br0" timeOffset="143044.27">4156 1716 10141,'-8'-4'810,"1"0"-450,1 1-1,1 1 181,1-1-90,0 1 89,0 0-449,0 5 90,1 0-90,1 6 90,-1 7-90,1-2 0,0 8-180,-1 0-180,0 14-90,0-15 1,1 0-1004,-2 17 644,1-5-1080,2-15-600,1-2 2399,2 0 0,3 3 0,1 1 0</inkml:trace>
  <inkml:trace contextRef="#ctx0" brushRef="#br0" timeOffset="143645.27">4594 1567 10681,'1'-7'719,"0"0"-89,-1 0-450,-3 21-90,0 2 0,-3 20 0,2 4-1603,1-16 1,1 0 1557,-1 8 0,0 2-954,0 4 0,0 1 939,0-9 0,1 1 0,-1 1-576,1 1 0,0 1 0,-1 0 576,1 3 0,0 0 0,0 0-386,0 2 1,0 0 0,0 1 377,1-8 1,0 0-1,0 0 1,-1 0-95,1 1 1,0 0 0,0 1 0,-1 1 93,1 3 1,0 1-1,0 1 1,0 3-8,0-7 0,1 3 0,-1 1 0,0 0 0,1-1 0,-1 0 3,1 2 0,-1-2 0,0 0 0,1 2 0,-1 3-8,1-10 0,0 2 0,0 2 0,0 1 0,-1 1 0,1-1 0,0 0 0,0-3 0,0-2-10,0 11 0,0-4 0,0-1 0,0 0 0,0 2 12,0-7 1,0 1 0,0 0 0,0 1 0,0 0 0,0-2-1,0-1-12,0 4 0,0-2 0,-1-1 0,1 0 0,0 3 15,0-1 0,-1 2 0,0 1 0,1 0 0,-1-1 0,1-1-15,-1 0 0,0-2 0,0-1 0,0 1 0,1 2 0,-1-2 0,0 3 0,0 0 0,0 0 0,0-2 0,0-3-23,0 3 1,0-3 0,-1-1-1,1 0 0,0 1 1,-1 0 0,1-1 0,-1 0 22,0 0 0,1-1 0,-1 0 0,0 0-30,0 10 0,0-1 0,-1 0 144,1-1 1,0-2-1,-1 1-174,1-3 0,0 0 0,-1 2-8,1-4 1,-1 2 0,0 0-1,0-1-112,-1 7 0,0-2 1,0 1 89,0-1 0,-1 1 0,1-3 0,0-8 0,0-1 0,0-3 262,-1 0 1,1-3-353,-1-1 0,1-1 934,-4 15-1024,0-6-719,2-6 719,1-4-90,1-5 1775,0-5-1775,1-2 289,1-2 71,0-2 0,1-2 0,1-1 0</inkml:trace>
  <inkml:trace contextRef="#ctx0" brushRef="#br0" timeOffset="144512.27">4809 2143 8792,'-2'-7'360,"0"-3"-180,0 4-90,1-2 359,-1 4-269,1-3 0,0 2 270,1-2-270,-1-1 0,1 1 0,0-2-90,0 2-1,1-1 91,1 1 0,1-5-90,0 3-90,1-2 90,0 5 0,0-1-90,1 0 90,1 0-90,1 1 90,-1 1-90,1 1 0,-1 1 90,1 0-90,-1 1 0,0 2 0,-1 0 0,0 3 0,-1 0-90,0 7 0,-1-1 90,-1 3-90,-2-1 0,-1 1 0,-1 1 0,0 0 0,-1 0 90,0 1-90,0-2 90,-1 1-90,0-3 90,1 0 0,-1-2-90,1-1 90,-1 1 0,2-3 0,-2-1-89,2 0 89,0-10 0,4 1 0,5-17 0,3 5-1246,6-14 1246,2 1 0,-7 13 0,0-1 0,1-1 0,0 0-45,5-7 0,1-1 45,-5 8 0,1 1 0,2-5 0,-1 2 0,2-2-610,-3 6 610,-3 3 0,-3 5 0,-2 3-90,-1 5 90,-2 3 1174,-2 3-1174,-3 11 0,-3 1 90,-4 22-180,0-11-294,-2 11 384,1-1 0,3-12 0,-2 7-545,5-8 545,1-9 0,1 3 0,2-9 0,0-1-90,1-2 829,4 0-919,-1-4 602,4 0-962,4-7 1,0-1-1260,17-12 1799,-10 5 0,14-11 0,-9 6 0</inkml:trace>
  <inkml:trace contextRef="#ctx0" brushRef="#br0" timeOffset="144735.27">5336 1859 9871,'-6'-4'1350,"6"-2"-1171,3 2-89,5-1-180,2 0-89,-1 1-181,4 0-90,-3 0-989,-1 1 0,0 0 1439,-2 1 0,0 0 0,-1 1 0</inkml:trace>
  <inkml:trace contextRef="#ctx0" brushRef="#br0" timeOffset="144930.27">5335 1951 10141,'12'-2'-180,"3"-2"-90,-5 0-1439,9-3 1260,-8 3 449,5-3 0,-2-1 0,2-1 0</inkml:trace>
  <inkml:trace contextRef="#ctx0" brushRef="#br0" timeOffset="145312.27">5571 1745 9512,'-3'-7'1709,"1"0"-1440,3 1-89,0 2 0,3-3 90,3 1-180,-1 1 90,4-1 0,0 1-180,-2 3 180,4 2-180,-7 2 90,2 4-90,-5 1 0,-2 2 0,-3 3-90,-3 4 90,-2 3-90,-4 3 0,-7 9 0,4-8 0,-4 5 0,8-11 90,2-4-90,1-1 90,1-2-90,2 0 90,0-2-90,2 0 90,0-3-90,2 0 90,2 1-90,1-3 90,4 0 0,-1-2 0,5-1-90,-1-1 90,2-2-270,8-2-89,-2 1-541,13-6-449,-11 4-365,6-2 1714,-9 2 0,7-3 0,0 0 0</inkml:trace>
  <inkml:trace contextRef="#ctx0" brushRef="#br0" timeOffset="145703.27">5964 1437 9871,'-4'-11'360,"0"1"-180,0 1 90,0 2 0,0 0-90,1 2 0,0 0-1,0 1 181,0 1-90,-3 4-90,-2 11-45,0 6 0,1 4-90,0-1 0,1 2-1316,-2 10 1,0 1 1270,1 0 0,0 1-1216,0 4 1,-1 1 1245,2-9 0,0 1 0,0 0-562,-1 2 0,0 1 1,1 1 553,0-5 1,0 2-1,0-1 1,0 1-305,-1 2 0,0-1 0,0 2 0,0 0 300,1-4 0,0 1 0,0 0 0,0 0 0,0 0-46,-1 1 1,1 0-1,-1 0 1,1 0 0,-1 0 45,1 2 0,-1-1 0,1 0 0,0 1 0,-1-1-18,1 2 0,0-1 0,-1 0 0,1 1 0,0-1 18,0 1 0,-1 0 0,1-1 0,0 1 0,0 0-18,-1 1 0,1-1 0,0 0 0,0 1 0,0-1 18,1 1 0,-1-1 0,0 0 0,0 1 0,0-1-18,1 1 0,-1 0 0,0 0 0,0 0 0,1 0 17,0-1 1,0 0 0,-1 1 0,1-1 0,0 0-18,1 0 0,-1-1 0,0 0 0,0 1 0,0 2 12,0-4 1,1 1 0,-1 2 0,0 0 0,1-1 0,-1 0 0,1-2 0,-1 5 0,0-3 0,1 0 0,-1 2 0,0 2-25,1-6 1,-1 3 0,0 2 0,0 0-1,1 1 1,-1-2 0,0-2 0,1-3-7,0 2 0,0-3 0,0-1 0,1 0 0,-1 2-12,-1 1 0,1 3 0,-1 0 0,0 0 0,1-1 0,0-3-15,-1 1 0,1-2 0,0-2 0,0 2 22,-1 3 1,0 1-1,0 0 1,0-1 59,0-4 0,1 0 1,-1-1-1,0 0-105,1 1 1,-1 0-1,0-1 1,0 1-48,-2 9 0,0-1 1,0 1 54,0-1 0,0-1 0,0 0-30,-1-1 0,1-1 0,-1-1-30,1-1 0,-1 0 0,1-2 125,-1-1 1,1 0 0,0-2-96,0-1 0,0-1 0,0-1 72,-1 7 0,-1-1-342,-2 6 1,1-3 134,4-14 0,-1-2-360,0 5 1,0-3-136,1-5 1099,2-5 1,1-5 0,2-2 0</inkml:trace>
  <inkml:trace contextRef="#ctx0" brushRef="#br0" timeOffset="146569.27">5974 1888 9062,'-9'-2'540,"0"0"-361,4 0 181,1 0-180,-2-1 180,4 0-90,-1-3-90,3 0-90,1 0 0,2 0 89,2-1-89,1 2 0,1-1-90,-1 2 90,0 1-90,0-1 90,3 2-90,-3 0 90,7 2-90,-7 2 90,2 2-90,-4 0 0,-1 6 90,-1-1-90,-2 4 0,-5 5 0,1-4 90,-4 9-90,3-9 0,-2 3-90,2-4 180,1-4-90,0 2 0,2-6 0,1 0 0,5-7 0,1-2 0,7-7 0,0-3 0,3-2 0,4-7 0,2-2-1161,3-2 1161,-8 8 0,0 0 0,-1 2 0,0 0-45,-1 1 0,0 0 34,5-6 11,-10 12 0,-2 2 0,-2 2 0,0 1 0,-2 0 0,-6 13 1070,1-1-1070,-10 17 90,5-9-90,-4 16 0,6-12-376,-1 5 286,3-8 0,2-2 0,0-1-180,2 4 90,0-5-89,2 2-1,-1-5-720,4 0 119,-1-4 871,6 0 0,2-7 0,4-2 0</inkml:trace>
  <inkml:trace contextRef="#ctx0" brushRef="#br0" timeOffset="146788.27">6398 1773 10501,'-6'-3'1529,"7"-2"-1529,1 3-180,7-1-90,-3 2-179,0-1-451,-1 0-449,1 1 1349,-1 0 0,-2 1 0,-2-1 0</inkml:trace>
  <inkml:trace contextRef="#ctx0" brushRef="#br0" timeOffset="146980.27">6318 1916 10321,'11'-4'180,"-1"0"-180,0 0 0,0 0-180,2-1-180,0 0-359,1-1-361,0 0 1080,7-2 0,-1-1 0,4-2 0</inkml:trace>
  <inkml:trace contextRef="#ctx0" brushRef="#br0" timeOffset="147485.27">6678 1641 10051,'-6'-4'1619,"-1"-1"-1169,4 2 360,0 0-630,5-1-91,2 2 1,3 1-90,1 3 0,-1 0 0,0 1-90,3 1 90,-2 0-89,1 2 89,-4-1-90,-1 0 0,-2 1 90,-1 1-90,-2 1 0,-4 4 90,0-2-90,-2 4 90,-2 0-90,4-3 90,-4 6-90,4-8 90,0 2 0,3-4 0,0 0-90,1-2 90,0 2 0,2-2 0,2 1-90,1-1 0,3-1 0,0 1 0,2-1-90,5 2 90,-3-2-90,5 3 90,-9-3 0,1 1 90,-6-1-89,0 0-1,-7 5 90,0-3-90,-7 8 90,5-7 0,-2 3-90,3-5 0,1 1 0,0-2-90,1 1 0,0-1-90,1 0-90,0 0-1169,1-1 1529,0 1 0,0 0 0,-1 1 0</inkml:trace>
  <inkml:trace contextRef="#ctx0" brushRef="#br0" timeOffset="148078.27">7064 1203 9242,'-4'-7'899,"1"2"-449,0 0-360,-3 9 0,0 2 90,-4 12-180,1 6 90,-1 11-45,4-14 0,1 2-1684,-2 7 1,1 2 1670,0 4 1,0 1-33,2-9 0,0 1 0,-1 1-727,1 1 1,1 1 0,-1 0 756,-1 1 0,1 2 0,0-1-536,-1 3 1,1 0-1,0 0 536,-1 2 0,1 0 0,-1 1-284,2-9 1,-1 0-1,1 0 1,-1 1 275,0 4 1,0 1-1,0 0 1,1-1-1,-1-2 1,1 0-1,-1 1 1,1 0-23,0-2 0,0 1 0,-1 0 0,1 1 0,0-2 66,0 7 1,0-1 0,0 1-1,0-1-66,0 0 0,0 1 0,1-1 0,-1 0 22,1 0 1,0-1-1,0 0 1,0-1-23,1-3 0,0-1 0,0 0 0,-1 0 22,2 1 1,-1-1-1,0 1 1,0 0-23,0-1 0,0 1 0,0-1 0,1 0 22,-1 1 1,1-1-1,0 0 1,-1 0-23,1 0 0,-1 0 0,1 0 0,0 0-45,-1-1 1,1 0 0,0 0 0,0 0 66,-1-1 1,1 1 0,0-1-1,0 0-22,-1 9 0,1 0 0,-1 0 0,0-2 0,1 1 0,-1-1 44,0-2 1,0 0 0,0 0-45,0-1 0,-1 0 0,1-1 0,0-1 0,-1 0 0,1 0 30,-1-1 0,1-1 0,-1 0-30,0-1 0,0-1 0,0 1 0,0 5 0,0 1 0,-1-2 45,0 4 0,-1-1-45,1 6 0,0-3 474,0-17 1,1-2-475,-1 16-90,1-11 1506,0-6-1776,2-3 1803,0-8-1803,3-10-90,0-8-989,5-13 90,0-6 1345,2-7 1,-1 4 0,0-3 0,0-2-1,1 0 1</inkml:trace>
  <inkml:trace contextRef="#ctx0" brushRef="#br0" timeOffset="148836.27">7161 1893 9691,'-3'-6'720,"1"0"-360,1 0-270,2-1 180,-1 2-180,2-2 0,0 2-1,0 0 1,0 1-90,-1-1 180,1 1-180,3 4 0,-2 2 90,1 4-90,-4 4 0,0-1 0,-1 4 90,-1-1-90,-1 0 0,-1 3 0,-1 0 0,0 1-90,-1-2 90,1 0 0,0-2-90,0-1 90,1-1 0,-1-2 0,0 3 0,2-4 0,0 0-90,1-4 90,7-11 0,-1 2 0,7-12 0,-1 4-571,2-4 571,3-2 0,-1-1 0,2-1 0,-2 1 0,0 1 0,-2 3 0,-2 3 0,-3 2 0,-1 4 0,-2 1-90,0 1 90,-1 2 0,0 1 0,-1 10 571,-2-2-571,-1 10 0,-1-4 0,0 1 0,-1 2 0,1 0 0,0 0 0,0-1 0,1 1 0,0-2 0,0 0-90,2 4 1,-1-5-181,2 4 90,-1-7-180,2-1 0,0-3-359,1-1-361,1-2 271,2-1 809,1-1 0,6-4 0,2 1 0</inkml:trace>
  <inkml:trace contextRef="#ctx0" brushRef="#br0" timeOffset="149069.27">7462 1907 11041,'8'0'270,"0"-1"-270,-1 2-90,2-1-90,0-1-90,0 1-90,-2 0-90,0-1-899,0 1 1349,-1-1 0,0 1 0,-2 0 0</inkml:trace>
  <inkml:trace contextRef="#ctx0" brushRef="#br0" timeOffset="149253.27">7401 2036 9422,'3'2'449,"0"0"-449,6-6-180,-1 2-89,0 0-1171,6-2 991,-3 0 449,4-2 0,0-1 0,1 0 0</inkml:trace>
  <inkml:trace contextRef="#ctx0" brushRef="#br0" timeOffset="149812.27">7626 1890 11221,'-1'11'269,"0"1"-179,-3-2 0,1 2 0,-6 14-90,1-6-886,-1 7 796,2-10 0,2 0 103,-1-1-373,-3 5 90,2-3 180,-1-1 0,4-5-89,1-6-1,2-1-90,-1-1 783,6-6-513,-2 1 0,4-5 90,0 1-90,-2 1 0,3-1 0,-3 1-90,3-1 90,-2 2 0,2-2 0,-2 3 0,3-1 0,-1 2 0,2-1 0,-2 2 0,0-1 0,-1 1 90,1-1-90,-1 0 0,0 0 0,1-1 0,-1 0 0,0-1 0,0 0 90,0-2-90,1-3 180,0-2 0,1-4-90,-3 4 0,-1 1 0,-2 4 0,-1 0 180,0 0-270,-4 15 90,0-3-90,-4 14 0,2-5 0,1 6 0,-1-1-168,2 3 78,1-2 0,0-1 0,2 1-180,0-3-360,2 8-1079,2-4 990,0 0 719,1-6 0,0-4 0,2 0 0</inkml:trace>
  <inkml:trace contextRef="#ctx0" brushRef="#br0" timeOffset="151319.27">8291 2523 8792,'-6'4'810,"8"0"-721,1-4-89,7 0-359,1-3-1,-1 1-630,2-1 990,-2 0 0,-4 0 0,2 1 0</inkml:trace>
  <inkml:trace contextRef="#ctx0" brushRef="#br0" timeOffset="151497.27">8241 2628 8612,'5'3'180,"-1"0"-270,9-5-180,-3-1-899,7-2 719,-4 1 450,5-3 0,-1 0 0,1-3 0</inkml:trace>
  <inkml:trace contextRef="#ctx0" brushRef="#br0" timeOffset="110528.54">605 8282 9062,'-1'-6'450,"0"-1"-1,-2 3-89,1-1 450,0 2-91,0-2-629,3 2-90,2 1 90,4 1 0,1 2-90,3-1 90,2 1-90,1 0 0,2 1 90,0-1-180,1 1 0,0 0-630,6 1 181,-6-1-2738,5 2 3264,-10-1 0,0 3 0,-4 0 1</inkml:trace>
  <inkml:trace contextRef="#ctx0" brushRef="#br0" timeOffset="111219.54">511 8325 10321,'-1'-7'180,"0"2"-180,-3 7 0,2 2-90,-3 11 180,3 6-90,-2 8 0,2-8 0,1 1-1639,-1 2 1,0 1 1598,0 9 1,1 1-791,-1 3 0,1 2 830,-1-10 0,1 1 0,0 0 0,-1 2 0,1 0 0,-1 0 0,1 3 0,-1-1 0,1 1-567,0 1 0,-1 1 0,1 1 567,-1 0 0,1 1 0,0 0-262,0-9 0,0 0 1,0 0-1,0 1 262,0 0 0,0-1 0,0 2 0,0 1-46,0 4 1,-1 3-1,1 1 1,0-1-1,0-2 46,0 1 0,0-2 0,0 1 0,0 1 14,0 0 0,0 2 0,0 1 0,0-2 0,0-1-14,1-4 0,0-1 0,0-1 0,0 3 54,0 2 0,0 2 0,0 1 0,0 0 0,1-2-32,-1 0 1,1-2-1,0 1 1,-1 1 70,1-2 0,0 3 1,0 0-1,-1 0 0,1 0-39,1-1 0,-1 0 0,1 0 0,-1-2 0,0 0-9,1 0 0,-1-2 0,0 0 0,0 2-27,1-1 0,-1 3 0,1-1 0,-1 0 0,1-3 27,-1-1 0,0-3 0,0 0 0,0 0-23,0 0 1,0 0-1,0 0 1,0 0 110,0 0 1,0-1-1,0 1 1,0 0-74,0 8 0,-1 1 0,1 0-144,-1-1 1,1 0-1,-1 0 114,1-2 0,-1 1 0,0-2 30,0 1 0,0-1 0,0 0-30,0-2 0,0 0 0,0 0 0,0-2 0,-1 1 0,0-1 0,1-1 0,-1-2 0,0 2 40,0 6 1,0 0 0,-1 0-11,0-1 0,1-1 0,-2 0 14,1-2 0,0-1 1,-1-1-75,0 11 0,-1-4 45,1-15 0,1-2 406,-1-1 0,1-1-451,-3 15 90,2-2-90,-1-5 1782,1-4-1782,0 2 90,0-8 1134,-1 3-1224,1-7 0,0-2 2743,-1 0-2653,-1 4-90,2-5 1435,-3 5-1345,2-9 0,-1 2 0,2-3 0,0-2 0,0 1 89,0 1-89,0-1 0,0 0 0,1-1 0,0 0 0,0 0-90,0 1 0,3 2 90,2-2-90,0 0 0,3-3 0,0 0 0,10-2 0,0-2-1190,12 0 1190,1-2 0,9-1 0,-17 2 0,1 0-45,2 0 1,2 0-883,0 0 0,0 0 792,2-1 0,0 2-90,1-1 1,0 0-46,1 1 0,0 0-45,1 0 0,1 0-270,0 0 1,0 1-406,0-1 1,1 0-650,-1 0 1,1 1 1504,-1-1 0,2-1 0,-4 1 1,3 0-1,0-1 0,2 0 0,-1 1 1,1-1-1</inkml:trace>
  <inkml:trace contextRef="#ctx0" brushRef="#br0" timeOffset="112887.54">4864 8128 10681,'-7'-4'-270,"1"0"270,2 2 90,0 0 0,0-1 0,1 0 180,-1 0-180,1 0 180,0 1-91,0-2 361,0 2-450,5-2 0,2 3 0,7-1 180,23-1-180,-7 1-45,6 0 0,3-1-1074,-14 1 0,0 1 1073,9-1 1,1 0 0,-8 1 0,-1 0-677,1 1 0,0-1 632,-2 0 0,0 1 44,-1 0 1,-1 0-45,18 2 45,-14 0 0,1 1-45,11 3 0,-14-2 0,-1 1 0,4 3 0,-3 2 90,3 7-90,-11-1-696,4 8 696,-10-1 0,-2 7 0,-3 8 0,-2-2 0,-2 4-462,0-4 0,-1 3 462,1-5 0,-2 2 0,1-1-363,-1-3 0,1 0 1,-1 0 362,0 1 0,0 1 0,1 0-208,-1 2 1,1-1-1,0 4 208,0-7 0,0 1 0,1 2 0,-1 1 0,1 0-157,0 3 1,0 0-1,1 2 1,0 0-1,-1 0 172,1-5 0,0 1 0,0 1 0,0-1 0,0 0 0,0 0-15,0 1 0,1-1 0,0 1 0,0-1 0,0 0 0,0-2 18,1 2 0,0-1 0,0 0 0,1-1 0,-1 0 15,1 0 1,-1 0-1,1-1 1,-1 1-1,1-1 3,1 1 0,0-1 0,0 0 0,0 0 0,0-1-139,0 5 1,0 0 0,0-1 0,1 2 147,0 1 0,1 2 0,0-1 0,0 0-23,0-3 1,-1-1-1,1 0 1,0 1-1,0 3 0,1 0 1,0 0-1,0 0 0,-1-5 1,0 0 0,1 0-1,-1 0 0,0-2 1,1 1 0,-1-1-1,0 0-13,1 7 0,0-1 1,0 0 20,1 0 0,0 1 0,-1-1 0,0 1 0,0-1 0,0 0 0,1 0 0,-1 0 0,0 0 34,0-1 1,-1 0 0,0 0-35,0-2 0,0 0 0,0 3-8,0-2 1,0 2-1,-1 1 1,1-3 7,-1 1 0,0-1 0,0 1-30,-1-3 0,1 3 0,0-1 0,-1-3 30,-1-2 0,0-2 0,0 0-30,-1 0 0,0-1 0,0 0 45,1 11 0,-1-1 147,-1-1 0,0-1-192,0-5 0,-1 0 0,-1-1 0,1 0 45,-2-2 0,0 0-45,-1 9 0,0-1 0,-1-10 0,1-1 0,-1 5 0,-1-1 581,1-8 0,-1-1-581,-3 17 0,-1-3 90,2-8 1697,3-14-1787,0-4 2673,2-4-2673,0 0 2171,-1-1-2171,1 1 0,-1 0 0,0-1 0,-1 1 0,0 0 0,-1 0 0,0 0 0,0 0 0,-4 2 0,3-1 0,-4 2 0,4-3 0,0 1 0,2-4 0,0 1 0,1-1 0,-1 0 0,0-1 90,1 1-90,-1-1 0,1 1 0,0-1 0,-1 1 0,1-1 0,-2 1 0,0-1 0,-3 0 0,-1 1 0,-2 0 0,-1 1 0,-16 3 0,5-1-1101,-13 1 1101,5-2-1541,-7 0 1541,17-2 0,0-1-45,-3 0 0,-1 1 0,-1-2 0,0 0-45,-1 1 0,-2-1-225,-11 0 1,-2-2 89,11 1 0,0-1-1001,-9 0 1,1-2 685,13 1 1,1-2-990,-6-2 0,0-2 14,11 2 1,0 0 1514,-4-4 0,2 0 0,-1-10 0,3-3 0</inkml:trace>
  <inkml:trace contextRef="#ctx0" brushRef="#br0" timeOffset="122131.54">916 8495 8342,'-2'-6'1439,"0"1"-899,0 2-90,-2-1-270,1 0 269,-1 2 1,-1 0-180,0 1-90,-1 1 0,1 2 0,0 1 0,-1 1-90,-1 3 90,0 1-91,-1 2 1,-4 4 180,-6 13-270,2-4-1543,-3 9 1633,5-8 0,3-1-662,0 2 662,3-3-90,3-1-228,1-4 228,3 0 0,1-2-90,3 0 90,1-1 1302,2-2-1392,1-1 661,1-2-571,2-1 200,2-3-290,0-1 0,8-4 1,-5 0 89,6-5-90,-6-1 90,-1-1 0,4-9 0,-4 1 90,4-13-1,-9 8-378,-1-6 289,-5 9 11,-3-2 79,-2 1 0,-1 0-1,-2 0 1,-1 2-90,-2 1 90,0 3-90,-1 2 90,-1 2-90,1 2-90,0 3-90,1 2 287,0 3-467,1 0-187,-1 2-2062,1 4 361,4-2 2248,1 3 0,7 0 0,3 0 0</inkml:trace>
  <inkml:trace contextRef="#ctx0" brushRef="#br0" timeOffset="122619.54">1463 8423 10861,'-8'-5'1349,"2"1"0,2 2-449,0 0-810,7-1 0,0 2 0,6 0 0,-3 1-90,1 0 89,0 0-89,0 2 90,1-1-90,0 2-90,1 1 90,-2 1-89,1 1-1,-3 0 0,1 2 0,-3 0-90,-1 3 90,-2 1 0,-2 1 90,-1 2-90,-4 4 0,-1 0-536,-3 3 536,0 1 90,-1-2-90,2-1 90,0-2-90,2-4 90,2 1-90,0-4 90,1 1 0,2-2-90,1-1 716,1-1-626,3 0-90,0-1 90,2-1-90,2 0 0,1-1 0,2-1 1,1-1-91,2 0-90,2-2 0,1 0-90,0-1-809,8-2-450,-4 0-90,5-2 1709,-7 0 0,6-2 0,0 0 0</inkml:trace>
  <inkml:trace contextRef="#ctx0" brushRef="#br0" timeOffset="123145.54">2169 8444 10411,'-7'-3'1259,"0"0"1,2 0-991,8 0 1,-1-1-90,6 0 0,-2 2 0,2 0-90,1-1 90,1 0-90,0 1 90,1-1-180,2 1 90,-3 1 0,6 0-90,-5 2 0,2 0 0,-4 2-90,-2 1 0,-1 1 90,-2 1-90,-1 2 90,-2 1-90,-2 6 0,-6 6 90,-2 2-654,-3 2 564,0-4 90,1-3-229,1-2 229,1-1 0,2-3-90,1 0 90,0 2 0,4-3 0,-1 1 0,3-5 549,1 0-549,0-1 244,3 0-334,1-1 0,1 0-90,6-1 0,-2-3 0,7 1-89,-3-2-1,1-1-180,2-1-180,0-1-2647,2-1 0,-1 0 3033,1 0 0,6-2 0,1-2 1</inkml:trace>
  <inkml:trace contextRef="#ctx0" brushRef="#br0" timeOffset="123820.54">3096 8480 11311,'-3'-8'1619,"0"1"-1350,3 1 91,1 2-90,0-1 0,2 2-90,0-1 90,1 0-90,2 0-1,1-1 1,2 0-90,1 0 0,1 0 180,5-2-180,-3 3 0,3-1 0,-5 3-90,-1 1 90,0 0-90,4 3 0,-1 2-90,-2 2-180,-2 9 90,-10 4-90,-8 14 90,-1-4 91,-8 5-870,5-11 869,-2 0 0,-1 0 0,1-2 0,1 0 90,0-2-90,3-1-90,-1 2 90,6-7 90,0 1-180,6-3 180,1-5-90,3 3 959,1-5-869,3 1-90,1-2 90,1-1 0,2-1-90,2 0 90,10-2-90,0-2-90,14-1-619,-13 0 529,4-1-90,-11 2-90,-2 0 1,-2-1-1800,2 0 450,-5 1 1799,2 0 0,-3 0 0,0 0 0</inkml:trace>
  <inkml:trace contextRef="#ctx0" brushRef="#br0" timeOffset="124395.54">3827 8385 10681,'-1'-6'1349,"2"0"-1079,3 1 0,1 1-90,2 1 90,0 0-91,2-1 1,1 0 0,1 0 0,1 0-90,0 1 90,0 1-90,0 1 0,0 0 0,-1 1 0,-1 2-90,-1 0 0,0 2-180,0 6-90,-4 3 90,-1 3 0,-5 3 0,-3-3-507,-2 3 597,-3 1-90,-2 2 90,-2 1-89,0-3 89,0 1 0,1-4 0,2-1 0,2-3 0,0-1 0,3-3 90,0 0-90,2-1 90,1-1 417,0-1-417,2-1-90,1 0 90,4 0 0,0-1 0,4 1 0,0-3-90,1 0 90,1-1 90,2 0-180,1-1 90,2 0 0,2-1-468,1-1 288,2 1-179,-2-2-1,0 1-180,-1 0-809,-1-1 0,-1 0 1349,-2 0 0,4-2 0,0 0 0</inkml:trace>
  <inkml:trace contextRef="#ctx0" brushRef="#br0" timeOffset="125038.54">4790 8328 12480,'0'-8'719,"2"1"-359,4 4 0,5-2 0,6 0-270,0 1 90,7 1 0,-3 1-90,5 2-1,-6 1-89,-3 2 0,-7 1-89,-1 1 89,-3 1-180,-1 3 90,-2 0 0,-3 2-90,-2 2 90,-4 5 0,-3 3-855,-6 5 856,-2 1-1,-5 1 90,3-2-257,-2-2 167,-3 7 0,6-9-518,-4 3 518,12-12 90,2-2-90,3-3 90,1 2-90,4-4 875,1 1-785,3-4 170,1 0-170,3-2 674,2 0-674,1-1 0,1 0 0,2 0-90,1-2 90,7 1 0,-5 0-269,9 0-1,-13 0 0,2 1-180,-6 1-179,-2-1-1080,0 0 1709,1 1 0,-2 0 0,1 1 0</inkml:trace>
  <inkml:trace contextRef="#ctx0" brushRef="#br0" timeOffset="126395.54">825 9240 13199,'-4'7'270,"-1"1"-180,-1-2 0,-1 2 0,0 3-90,-1 2 90,0 1-90,0 2 90,1 0-311,1 1 311,1 1-90,0 1 0,1-1 0,1-1 0,1 0 0,2 4-180,4 0 90,2-1 0,2-4 0,1-6 0,0-4 0,2-1-90,2-2 312,0-1-222,2-2 90,-1 0-90,2-3 0,0-1 90,0-2-90,0-1 90,-2-2-90,0 1 180,-2-3-90,-1-1 0,-1-3 0,-2 0 90,-2-2 0,-2-9-90,-2 5 90,-4-6-90,-1 9 179,-9-10-1201,2 11 1022,-5-6 90,-1 10-90,4 5-90,-3 2-90,5 4-180,0 3-90,0 2-269,0 2-1080,1 1-360,1 3 2414,1 1 1,1 6 0,0 1 0</inkml:trace>
  <inkml:trace contextRef="#ctx0" brushRef="#br0" timeOffset="127086.54">1599 9241 11400,'1'-10'1350,"-2"1"-1170,-1 3 89,0 2-89,-4 1 0,-1 3-90,-2 2 90,-6 6-90,4 1 0,-5 6-591,3 1 591,0 3-90,1 3 90,3-3-90,1 2 0,3-4-90,2 0-89,2-2-1,2 1-161,1-3 161,3 1-180,6 3 0,6-2 180,7 1 0,-3-8 90,7-6 0,-11-4-115,5-2 205,-7-2 90,0-1-90,-1-1 572,-1-2-302,2-8-180,-5 3 0,1-5 180,-7-3-180,-3 5 89,-5-13-89,-2 14-105,-4-7 105,1 11-90,-2 1 90,-1 3-90,-5 2-270,4 3-90,-9 7-269,9 1-271,-3 4-596,6 0 1496,2 4 0,3 2 0,1 4 0</inkml:trace>
  <inkml:trace contextRef="#ctx0" brushRef="#br0" timeOffset="127594.54">2354 9212 11041,'-4'-7'2518,"0"1"-2338,6 2 0,0 1 0,4 0-90,-1 1 0,0 0 0,3 0 0,0 1 0,3-1 0,-1 2 0,2-1-90,-1 1 90,1 1-90,0 1 0,0 0 0,2 4-180,-1 4 180,-3-1-90,-4 4 90,-5-3-90,-2 2 90,-3 3-90,-5 3-668,-2 2 758,-4 3-45,3-5 0,0 1 45,-6 7 0,6-7 0,0-2 0,-4 4-90,3-2 90,2-3 0,3-3-317,2-2 227,3-1 90,1-2 0,1-1 0,3 0 0,1-2 733,2 1-733,0-3 342,3-1-432,1-1 90,0 0 0,3-1-90,0-1 0,2-1-180,0-1-179,1 0-91,1-1-360,1 1-899,1-2 1799,10-2 0,0-1 0,9-2 0</inkml:trace>
  <inkml:trace contextRef="#ctx0" brushRef="#br0" timeOffset="128103.54">3171 9224 11580,'0'-9'1260,"-1"3"-811,7-3-269,-1 4 0,2-2 90,2 1-180,1 0 90,3-1-90,1 1 90,2 0-90,0-1 0,1 1 0,-2 2 0,0 0-1,-1 2-89,-2 2 90,2 2 0,-4 1-90,2 3 0,-6 0 0,-3 2 0,-2 2-90,-2 2 90,-2 2-90,-4 5 90,-3 3-1065,-5 5 975,0-1 0,4-7 0,-1 0 90,-2 6-109,3-6 0,0 0 19,1 4 0,1 2 0,6-10 90,5-5-89,0-5 89,8-1-90,-2-1 1061,6-1-971,-2-2 42,4-1-42,1-1-90,2 0-403,4-2 403,-2 0-90,1-1 0,-2 1-180,-1 0-56,-2-1-124,-1 0-269,-1 1-900,-1 0-360,-1 1 2069,-1-1 0,5-1 0,0-1 0</inkml:trace>
  <inkml:trace contextRef="#ctx0" brushRef="#br0" timeOffset="128639.54">4023 9143 11041,'-3'-6'809,"-1"-1"-179,3 4-90,-2-1-91,2-1-179,2 1-90,1-1 90,3 1-90,1 0 0,1 1-90,3-1 90,1 0-1,10-2 91,5 0-180,0 0 0,10 1 90,-10 5-614,-1 0 434,-4 3 0,-10 0 0,-2 1 0,-2 2 0,-2 0 0,-3 7 0,-3-3 0,-4 6 0,-2-2-89,-3 3 89,-2 2 0,-9 10 0,4-7-1533,-2 4 1444,8-11-138,1 2 137,2-5 90,1 2-90,3-6 90,2-1-90,1 0 0,3 0 2024,2-2-1934,2 0 78,2-4-78,0 1 0,2-1-89,1-1 89,2 0-90,1-1 90,1 0-180,3-1 0,-1-1 0,2 1-180,-1-1-719,6 0 179,-7 0-989,4 0-539,-8 0 2428,0 1 0,3-3 0,0 1 0</inkml:trace>
  <inkml:trace contextRef="#ctx0" brushRef="#br0" timeOffset="129145.54">4745 9157 12030,'0'-8'1349,"1"-2"-1079,-1 4 180,0 1-180,3-2-90,0 3 0,2-1-1,1 1 1,2 0-90,2 0 90,2 0-90,2-1 0,1 1 0,2-1 0,-1 2 0,1 0 0,-1 2-90,1-2 90,-3 3 0,0-1-90,-3 2 90,0 1-90,-3 1 90,-1 1-90,-1 1 0,-2 2 0,0 1 0,-3 0 0,0 2-90,-3 1 90,0 1-90,-2 4 0,-2 2 90,-3 3-414,-2 2 324,-6 10 90,4-10 0,-4 7-90,7-14 90,3-2 0,-1-2-90,2 1 90,2-4 0,0 1-90,3-4 90,2-1 0,0-1 324,2 0-414,2-2 90,1 0-90,3-1 0,6-1-90,-1-1-89,7-1-1,-4 0-180,0 0 0,0-1-179,-1 1-271,0-2-1079,-3 2-629,-1-1 2608,0 2 0,1 0 0,0 1 0</inkml:trace>
  <inkml:trace contextRef="#ctx0" brushRef="#br0" timeOffset="130103.54">1026 10015 11400,'-9'-1'-89,"0"0"178,-2 1 1,0-1 90,-8 2-90,4 0 0,-5 2 0,8-1 0,-1 3-90,2 0 90,-1 3-90,1 2 90,0 2-90,0 4 90,-4 11-90,3-3 90,-2 8-90,0 2 0,4-9 0,-2 7-1196,5-13 1196,2-2 0,1-2 0,2 5 0,2-2 0,4-1-90,7-1 90,0-9-90,5-1 90,-2-4 0,2-3-90,9-4 90,6-7 0,-1-1-220,0-5 220,-13 2-75,-1-1 75,-4-2 0,-1 0-312,-4 0 312,-2 1 90,-3 2-90,-2 0 90,-5-7 0,0 7-1892,-5-4 1802,0 9-142,0 3 142,-3 2 94,-5 5-273,4 3-91,-5 4-270,5 5-1979,-3 7 1080,6-3 1439,1 4 0,10 0 0,1 1 0</inkml:trace>
  <inkml:trace contextRef="#ctx0" brushRef="#br0" timeOffset="130644.54">1651 10121 10411,'-4'-7'810,"-1"1"-541,1 3 91,0 0-90,0 1 0,0 0 0,-1 0-90,-1 2 90,1 0-91,-1 1 1,-1 1-90,0 1 90,-1 1-90,0 1 90,-1 2-90,1 2 0,-1 2 0,1 2 0,-3 8 90,2 2-180,2 0 90,2-1-90,5-6 0,1-2 0,2 2 0,1-3 0,3 1-90,0-2 90,2-2-90,1-1 90,2-1-90,1-1 90,0-3 0,0-1-90,2-3 90,-1-1 0,-1-1 0,1-2 0,5-6 0,-5 1 0,3-4 0,-7 0 0,-2-1 90,-2-2-90,-1-1-363,-1-2 363,-3-2 90,-2-3-90,-3-1 90,-2-2-90,-3 1 0,-1 2-293,-1 4 293,0 3 0,-1 4 0,-1 3 90,0 5-180,0 2 0,-2 4-191,-6 9-978,1 8-90,0 1-1928,6 10 3151,10-11 1,4 13 0,3-5 0</inkml:trace>
  <inkml:trace contextRef="#ctx0" brushRef="#br0" timeOffset="131178.54">2323 10093 11850,'-1'-7'1979,"-1"2"-1529,-3 2-270,-1 3 0,1 1-90,-1 2 0,1 0 179,-2 5-179,1 0 0,-3 3-90,4 0 90,-1 1 0,1 2 0,0 7-90,3-5-90,0 7 90,4-7-180,1 0 90,3 0-90,5 0 90,2 0-179,15 5-1329,6-3 1508,1-3 45,-13-9 0,-1-3 45,6-3-890,7-2 890,-7-4 90,-1-1-90,-4-1-230,-4-1 320,-3-1-52,-3-1 142,-2-2-90,-3 0 0,-2-1 1139,-4-2-1139,-2 0 89,-8-15-89,-9 0-288,-1-1 288,-5 6-196,6 14 106,1 2 30,2 5-210,1 2-90,2 2-180,1 2 805,-1 2-1434,1 1 256,0 2-886,2 1-325,2 0 2034,1 2 0,0 4 0,0 1 0</inkml:trace>
  <inkml:trace contextRef="#ctx0" brushRef="#br0" timeOffset="131728.54">3330 10067 10861,'-2'-7'1619,"0"1"-810,1 1-89,0 0-90,2-3-361,2 3 1,2-1-90,0 3 0,2-1 0,1-1 0,2 1-90,1 0 90,1 0-90,0 2 90,7 1-90,-5 1 0,5 2-1,-8 1 1,4 4-90,-5 2 0,1 3 0,-7-2 0,-2 2 0,-2 1 0,-3 2 0,-2 4 0,-4 2-90,-8 13-1099,2-9 1189,-5 7 0,5-12-93,-1 4 3,2-3 90,1 1-90,5-8 90,4-4 0,4-3 1177,1-2-1267,3 0 196,2-2-196,2 0 0,1-2 0,4 0 0,1 0-90,3-2 0,2 0-857,6-1 767,0-1-180,4-1 1,-1 0-91,-5-1-180,-2 1-179,-5 0-1080,-2 0-630,-2 0 2609,-1 0 0,3-2 0,0 0 0</inkml:trace>
  <inkml:trace contextRef="#ctx0" brushRef="#br0" timeOffset="132238.54">4121 10068 11400,'-6'-6'90,"0"0"360,1 2 180,1-1-180,1 0-1,4 0-179,1 0-90,2 1 0,2 1 0,0 1 0,1-1 0,2-1-90,2 1 89,2-1-89,1 1 0,2 0 0,0 1 0,2 0 90,8 0-180,-6 2 180,12 1-180,-15 3 90,2 1-90,-9 1 90,-1 5-90,-8 6 45,-7 3 0,-2 2-45,-7 8 0,-2-2 0,-2 0 0,5-10 0,1 0-231,0 1 0,-1-1 321,-7 11-90,10-12 0,3-3 0,2-2-90,2-3 90,2-1 0,2-1 0,2-1 0,1-1 0,4-2 462,2-1-462,3-1 0,3-2 0,2 0 0,6-3-867,2-1 777,4-1 0,0-1 0,-1-1-569,-1-1 389,-1-1-90,-2 1-179,-3-1-181,-3 2-269,-4 0-361,-2 1-359,-2 2-180,-1-1 1889,-2 1 0,3-2 0,0 0 0</inkml:trace>
  <inkml:trace contextRef="#ctx0" brushRef="#br0" timeOffset="132769.54">4974 10014 11311,'-6'-7'1529,"1"0"-1080,3 2-179,2-1-90,1 1 0,4 0 0,0 1 0,3 0 0,0 0 90,7-2-91,-3 1-89,6 0 0,-5 1 0,1 2 0,0 0 0,0 0-90,0 2 90,-1 0-90,-1 0 90,-1 2-90,0 1 0,-2 1 0,-1 1 0,-2 1-90,-2 2 0,-4 7 90,-7 8-90,-3 2 90,-1-5 0,0 0 0,-4 6-1659,-5 7 1569,7-11 90,1-3-276,2-2 186,3-2 88,1-2-88,2-1 90,2-2-90,2-1 0,5 2 90,2-3 1606,6 1-1696,1-4 90,3-1-84,2-1 84,2-2 0,5-1-90,0-1-539,14-3 179,-13 1-180,4-2-359,-17 2-900,-2 0-627,-3-1 2516,-3 2 0,-2 0 0,-1 1 0</inkml:trace>
  <inkml:trace contextRef="#ctx0" brushRef="#br0" timeOffset="133946.54">1019 10955 11041,'-4'-7'359,"1"1"-269,0 3 90,-1 0-90,0-1 90,-1 2-90,-1-1 90,0 2-90,0-1 0,-2 0 0,1 1 0,-3 1 0,1 1 0,-3 1 0,1 1-90,-2 2 90,-1 1 0,-8 13-90,5-3 90,-6 11-90,11-5-491,2 0 491,1 1 0,4-1 0,1-2 0,3-2-90,2 10 0,2-8-323,2 7 234,1-11 89,0-1 0,2-2 0,1-2 561,1-2-561,1-1 90,1-3-90,-1-2 90,2-3-90,0-1 90,2-2 342,9-8-252,4-8 0,-1-1-45,-12 5 0,-1-2 135,2-12-956,-2-1 776,-7 2 90,-6 8-404,-2 0 314,-3-3 90,-3 1 0,-1 0-90,-3 2 90,-7 3-90,1 5 0,-4 4 0,4 7-90,-3 6 0,-1 3-805,-1 5 445,0 3 0,3 3-359,3 1-810,5-1-180,3 0 1799,5-2 0,4 7 0,3-1 0</inkml:trace>
  <inkml:trace contextRef="#ctx0" brushRef="#br0" timeOffset="134504.54">1748 11054 10861,'-5'-7'450,"0"0"-181,1 1-89,0 2 0,0 0 0,0 1 0,-1 0 0,0 1 0,0 0-90,-1 1 90,-1 1-90,-1 1 0,-1 2-1,-1 1 1,-2 3-90,-2 2 90,1 1 0,-1 4-435,2-1 435,0 3-90,2-2-44,3 0 44,1 0 89,4 4-89,1-4-89,4 2-1,8 1-90,-1-5-90,14 4 90,-7-9-176,6-1 266,-5-5 0,0-1 1,2-2 89,0-4 0,2-1 89,3-2-378,-4 0 0,-1 0 379,-4-2 90,-2-1 120,-4 0-120,-1-1 0,-3-1 0,-2-1-90,-4-1 90,-2 0 247,-3-4-337,-4 0 0,-3-1 499,-3 2-499,-1 2 0,-2 5-255,1 2 255,0 5-146,2 3 56,-2 3-90,-2 3-180,-1 5-810,-5 9 91,8-3 166,0 6-797,10-6-268,3 0 1888,3 0 0,5 5 0,1 2 0</inkml:trace>
  <inkml:trace contextRef="#ctx0" brushRef="#br0" timeOffset="134978.54">2443 10997 10681,'1'-9'719,"-1"1"-359,0 1 360,-1 3-450,0-2 0,-2 2-1,-1 1-89,-2 2 0,-1 1 0,-1 2 0,-2 1 0,-1 1-90,0 3 0,-2 2 90,1 1-180,1 3 90,1 0 0,1 2 0,1 0-1,1 1-89,2 0 90,3-1-180,0 0 90,2-2-89,3 0-1,1 0-90,2-1 0,3-1 0,2-1-180,8 0 180,-2-4-138,6-1 139,-4-4 89,-1-2 0,5-3 0,-1-2-715,4-1 715,-3-4 90,0-1 0,-3-1 0,-1-3 90,-4-1-90,-1-3 90,-4 1-90,-3 0-54,-2 0 144,-4-1 0,-2 1-90,-2-4 90,-4 2 0,-8-9 0,3 11-559,-6-2 559,3 13-90,0 3-90,-2 3-450,-13 10 1,6 0-811,5 3 1,1 3 1388,-3 10 0,2 8 0,7 0 1</inkml:trace>
  <inkml:trace contextRef="#ctx0" brushRef="#br0" timeOffset="135545.54">3494 10947 11940,'-1'-7'1709,"0"1"-989,-1 0-450,1 1 269,-1 1-179,-1-2-180,-1 4 0,-2 1 0,0 1 0,-5 6 0,1-1-90,-4 5 0,4 0-1,-8 10 1,6-2-520,-3 6 430,6-6 0,4-3-90,1 0-274,2 4 274,2-4-90,3 2 0,2-5 0,1-1 0,3-1 0,0-3 0,2 0 90,1-3-90,1 0 90,1-3 0,1-1 426,9-5-426,7-6 90,6-7 190,-7 0-190,-3-9 90,-16 11-528,1-6 528,-7 5-90,-4 0 90,-1-2-90,-4 2 0,-3-4 90,-4 3-90,-4-1 0,-2 3 0,-4 4 0,0 4-180,0 3 0,0 5-269,-2 3-1081,-9 8 91,9 0-270,-6 7-360,15-4 2069,2 1 0,3 6 0,2 0 0</inkml:trace>
  <inkml:trace contextRef="#ctx0" brushRef="#br0" timeOffset="136139.54">4333 10989 11221,'-4'-7'1169,"1"1"-539,2 1-271,1 0-89,0-1 0,3-1 0,1 2-90,2-1 0,3 0 0,1 0 179,9-3-269,-4 3 0,7-1 0,-6 3 0,-1 1 0,0 0 0,0 3-90,-1-1 90,-1 3-180,-1 1 90,-1 1-90,-3 3 0,-1 0 0,-3 3 0,-3 1 0,-2 3 90,-4 4-344,-3 3 254,-4 3 90,-2-1-90,-2 1 0,-1-1 0,-8 8-879,6-8 969,-2 2-90,6-4 90,6-8 0,0 1-90,6-6 90,3-1 230,1-1-230,3-1 904,2 0-904,3-1 0,3-1 0,1 0 0,3-2 0,2-1 0,1 0-90,6-1-90,1 0 0,4-3-994,-1 0 724,-1-1-179,-3 0-2070,6-2 2699,-3-1 0,5-1 0,-4-2 0</inkml:trace>
  <inkml:trace contextRef="#ctx0" brushRef="#br0" timeOffset="136628.54">5055 10926 11670,'-6'-8'810,"2"2"-91,1 3-89,1-1-360,2-1 90,0 0-180,2 0 89,2 0-89,1 1 0,1 0 0,3 1 0,0-1-90,3 0 90,1 0 0,10 0 0,2 0-622,1 1 532,-3 2-90,-7 2-116,3 0 26,-6 1 1,2 2-1,-7 0-270,-1 5 180,-5 0 525,-3 7-525,-6 2 0,-2-1 0,-3 3-228,-3 3 0,-1 0 363,0 2 0,-1 0-45,-6 6 1,2-1-721,8-12 1,1-2 764,-4 6 0,2-2-45,-3 4 0,4-5 90,4-2-90,3-3 90,3-3-90,2-1 652,3-1-652,2-2 1725,4-2-1725,2-1 90,4 0 0,4-3 0,2 0-457,5-2 367,2 0 90,3-2-450,7-3-899,-6 0-844,-1-1-235,-13 2 2428,-9 3 0,-2 1 0,-3 0 0</inkml:trace>
  <inkml:trace contextRef="#ctx0" brushRef="#br0" timeOffset="137669.54">936 11776 11041,'-6'-2'359,"0"2"-89,1-1 360,-1 1-450,1 0 90,0 0-180,1 2 0,0 1 0,1 1 0,-1 2-1,-1 1 1,-1 3-90,-1 1 90,-3 10 0,3-4-485,-1 6 485,4-5-90,1-1 0,2 1 0,3-1 0,3 7-90,1-5 0,4 2-90,-1-8 90,3-2 0,1-1-179,9-2 89,-4-3-260,8-2 350,-7-4 0,3-3 90,0-3-90,2-1-190,-1-3 280,-4 1 0,-1-4 0,-3 1 90,-3-2-90,-3 0 90,-4 0-90,-1 1 89,-4-2 1,-2 0-90,-5-4 90,-3-1-90,-4-2 90,-3 3-17,-3 2 17,-3 3-90,-15 1 666,10 7-666,1 5 0,0 3 0,-6 7-812,11-1 1,1 2 541,-6 9-180,5 2-180,5 2-1079,3 0-359,6 0 2043,3-2 1,7 5 0,3-1 0</inkml:trace>
  <inkml:trace contextRef="#ctx0" brushRef="#br0" timeOffset="138169.54">1896 11794 10681,'-4'-7'180,"2"2"90,-1 1-180,-1 1 89,1 0 91,-5 0-90,-2 4-90,0 1 90,-7 7-90,5-1-333,-5 7 243,3-1 90,1 3-1,0 0-89,1 1 90,1 1-90,3-1 0,0 4-90,3-6-89,2 3-1,4-7-90,2-1 90,3 0-90,1-3 90,2-1-90,2-2 90,1-2 1,2-2-1,2-1 90,2-3-221,2-2 311,1-2-90,2-3 180,8-8 90,-11 4-90,4-6 90,-13 6 0,-2 0 0,-2-1-1,-2 0 1,-2-1-90,-3 0 90,-2-1-90,-4-3 0,-2 0 90,-2 1-90,-2 3 0,-1 4-90,-2 3 90,1 3 0,-2 3-90,-1 4-90,-4 4-90,-2 3-180,0 4-757,1 3 307,3 2-629,4 1 0,3 1 1530,5-1 0,4 3 1,2 0-1</inkml:trace>
  <inkml:trace contextRef="#ctx0" brushRef="#br0" timeOffset="138629.54">2559 11738 10681,'-3'-7'1169,"-1"-2"-899,3 4 90,-3-1-180,1 2 90,-1 1 89,0 1-89,-7 3-180,4 0 180,-12 9-180,8-2 0,-4 6 0,5-3-90,1 2 90,2-1-90,0 1-90,3 1 0,2-1 0,1 0-90,2-1 0,2 0 0,2 0 90,1-2-90,3-1 1,1-1 89,1-3-90,2-1 90,1-2 0,1-3 0,2 0 0,3-4 0,2-3-303,3-2 393,-1-1 90,8-8 0,-9 3 90,7-11-90,-16 10-336,-2-3 246,-7 6 90,-3 0 0,-3 1 0,-5-8 0,-1 7-90,-5-3 90,0 8 203,0 3-203,0 3-180,-2 2-90,0 3-90,-2 3-90,-2 2-269,1 4-1890,-8 7 810,10-4 1709,-2 5 0,9-3 0,2 1 0</inkml:trace>
  <inkml:trace contextRef="#ctx0" brushRef="#br1" timeOffset="139147.54">3511 11718 16828,'0'-9'-1127,"-1"0"453,-1 5 326,-3 0 689,0 3 277,-1 0-10,-1 3 2,1 0-259,-2 2 27,-1 1 79,1 1-3,-1 1-364,1 2-291,1 1-133,0 1-470,1 6-48,2-5 382,1 5 39,3-5-158,4 5 107,-1-5 37,4 4 32,0-7 181,1-1 100,2 0-84,0-3-83,7 0 189,-4-3 14,5-1-84,3-5 180,-5-1 90,12-8 0,-13 3-206,4-5 206,-8 3 90,-3-2-90,-2 0 0,-2-1 90,-3 0-90,-3-2 0,-3-2-1,-3-1 1,-4-2 0,-4 2 0,-2 2-519,-4 2 429,-1 5 90,-1 4-90,0 4 0,-1 4-205,-9 8-425,1 5 90,2 2-709,10 2-550,13-6 1799,4 5 0,6 3 0,4 6 0</inkml:trace>
  <inkml:trace contextRef="#ctx0" brushRef="#br1" timeOffset="139720.54">4380 11600 24423,'-1'-8'-3277,"-1"2"1046,-4 6 4226,1 2-577,-4 4-722,1 1-340,0 1-137,0 2-824,-1 2 1217,0 1 96,1 1-1637,1 1-145,2 1-394,0 6 259,2-5 27,2 3 164,4-7-377,5 5 446,1-5-141,6 3 351,-1-6 309,1-3-115,5 0 134,1-3-122,10-1 418,-8-3-928,9-3 870,-9-1 58,2-3-81,-4 0 376,4-5 0,-11 2-90,2-3 90,-9 2 121,-2-1-121,-3 0-90,-1-2 90,-3 1-90,-2-2 0,-4-2 519,-3 0-519,-4 0 0,-3 1 0,-3 3-37,-12 2-323,0 6-90,-1 3-90,4 7-539,10 3-834,0 1 293,4 2 1530,3 0 0,0 4 0,1 1 0</inkml:trace>
  <inkml:trace contextRef="#ctx0" brushRef="#br1" timeOffset="140211.54">4998 11568 12655,'-4'-6'81,"4"-3"-260,1 5 294,2-2 226,0 2-46,1 0-17,1 0 153,1 0-176,0 0 278,2 0-30,0 0 42,1 1-99,1-1 41,2 2 100,-1 0-279,2 1 135,5 2-77,2 1-143,4 5-175,-7 0-12,-4 6-276,-8-3-263,-2 3-66,-5 0 296,-4 0-17,-3 4 85,-3 1-450,-2 3 620,-2 0 205,0-1 154,-1 1 88,3-1-462,-6 5-182,9-7 31,-3 3-44,9-10-37,2-2-33,2 0-133,1-2 48,3-1 164,1 0 629,4 0-414,2-2-62,3 0 55,4-1 31,1 0-43,2-2-45,2 0-440,0-1 417,0-1-868,4 0 156,-8 0-835,3-1-377,-10 2 2015,-3-1 1,-1 1 0,-1 0-1</inkml:trace>
  <inkml:trace contextRef="#ctx0" brushRef="#br0" timeOffset="140404.54">5619 11845 8792,'-1'-6'0,"0"-1"0</inkml:trace>
  <inkml:trace contextRef="#ctx0" brushRef="#br0" timeOffset="141986.54">1079 12499 9691,'-9'-1'720,"-2"-1"-450,6 2-90,-1-2 90,0 2-90,1-1 89,-1 1-89,0 0 90,-3 2 0,-3 1-180,-1 2 90,1 1-180,2 2 90,0-1 0,1 4 0,-1 0 0,1 2-422,-1 4 421,0 2-89,1 0 90,0 1-90,3-2 90,1 0-90,0-2 0,3 0 90,0-1-90,1 0 0,2-2 0,3 0 0,0-3 0,2 0 90,3-2-90,1-2 0,7-3 0,0-2-565,8-5 565,-3-3 0,3-2 90,1-3-90,-1-1-652,-1-2 652,0-1 0,-1-1 0,-3 0 90,-1-1-486,-4 0 486,-1 1-90,-4 0 90,-3 3 0,-5-7-90,-3 5 90,-5-8-90,-4 6 0,-4-1 51,-2 3-51,-3 3 90,0 3-90,-1 4 927,2 3-927,-2 3-125,-3 5-55,-2 3 1,-1 4-1027,2 3 756,1 3-370,3 3-1159,3 0-719,5 0 2698,4-1 0,2 6 0,1-1 0</inkml:trace>
  <inkml:trace contextRef="#ctx0" brushRef="#br0" timeOffset="142526.54">2007 12545 11760,'-4'-7'630,"0"2"-450,-1 3 0,-3 2 0,-1 0 0,-3 3-91,-1 0 91,-1 4-90,-4 1 0,-1 3-547,-1 3 547,1 1 0,1 2-90,0 1 90,2 0-270,-4 11 270,6-1-270,0 5 90,8-12 0,5-5 0,2-6 0,3-1-90,2-2 90,3-1 532,1-1-532,2-2-90,2-3 180,2-2-90,3-4-594,3-1 594,3-4 90,-1-1 0,-2-2 0,-1 0 90,-1-3 0,-2 0-383,4-12 383,-9 8 90,3-14-90,-12 15 90,-1-7-90,-5 8 0,-2-3 0,-4 1 0,-9-6 0,3 9-90,-6 0 90,4 11-90,-8 6 0,2 3-225,2 5 0,0 2-3037,-12 15 2183,0 2-720,11 3 172,11-10 1627,6-2 0,3 7 0,3 0 0</inkml:trace>
  <inkml:trace contextRef="#ctx0" brushRef="#br0" timeOffset="143036.54">2473 12582 11311,'1'-8'2338,"0"1"-1978,-1 1 270,-1 1-181,-2 2-269,-4 2 0,0 2 0,-1 2 0,0 1-90,1 2 90,-1 2-90,1 1 0,-1 3 0,1 1 0,0 1-90,3 1 0,0 0-90,1-1 0,2 1-270,3 6 180,2-5-90,3 4 90,1-7 0,2-2-89,2-1 89,1-3 0,2-1 90,0-3-90,0-2 90,3-2-90,0-1-320,4-4 410,-1-2 90,2-2 0,-2-2 90,0-2 0,5-10 90,-1-7-1072,-4 1 982,-6 1-1,-9 9-277,-4-6 278,-2 5 0,-4-4 0,-2 8 252,-2 2-342,-3 3 90,-2 3-1,-10 5-89,0 4 42,-8 6-222,0 5 0,3 1-79,-1 4-191,6 0-89,2 0-1170,-4 12-180,11-9-534,-2 7 2423,10-12 0,5 4 0,1-1 0</inkml:trace>
  <inkml:trace contextRef="#ctx0" brushRef="#br0" timeOffset="143576.54">3519 12614 11850,'4'-9'1260,"-1"2"-811,-1 2 541,0 1-541,0-1 451,-1 0-270,-1-2-361,-3 2 1,-1 0-90,-1 2 270,-5 4-360,1 2 270,-11 7-270,4 1-589,-6 5 589,5 0-90,3 0-90,-1 1 0,5 0 0,-1 1-442,4-1 353,0-1-181,4 1-270,0 5 270,4-7-359,7 10 359,0-13 0,6 3-180,7-6 271,-4-5-1,8 0-101,-4-6 191,2-2 0,3-3 180,0-2 0,-2-3 90,0 0 0,-3-2 180,6-10-180,-8 4 90,3-8-90,-11 7 0,-4 0 346,-2 1-256,-4-7 0,-2 5-180,-4-4 180,-10 2-90,3 9-90,-8-3-339,3 12 249,-1 2 0,-1 4-179,-4 3-181,0 4-90,0 2-179,2 1-451,3 4-629,4-1-539,3 1 2308,4 0 1,4 3 0,2 1 0</inkml:trace>
  <inkml:trace contextRef="#ctx0" brushRef="#br0" timeOffset="144106.54">4463 12530 11490,'2'-6'1260,"1"0"-451,-2 2 1,0-1-450,-2-1-91,-1 3 91,-3-1-90,1 3-90,-3 0 90,0 1-90,-2 0 0,0 2 0,-1 2-1,0 1-89,0 1 0,-1 2 90,2 1-90,-1 2 0,2 0-90,1 2 90,2-1-270,-1 8 90,4-5-90,1 4-90,3-5-179,6 5 179,1-5-127,4 5 128,-1-9-1,1-2 90,2-1-270,7-2 360,-5-3-90,5-1 90,-6-3 0,-1-1 90,1-2 0,0-2 180,4-5-90,-6 1 0,3-4 90,-4-5-90,-6 3 180,1-12-800,-7 10 620,-2-5 0,-3 6 115,-1 2-115,-5-2-90,-1 5-218,-5-3 218,-1 7 0,-1 2-90,1 4-90,1 3-90,0 2-90,0 2-179,0 2-91,1 3-270,1 0-449,3 2 164,1 0-704,4 2 1889,2-3 0,1 6 0,2 0 0</inkml:trace>
  <inkml:trace contextRef="#ctx0" brushRef="#br0" timeOffset="144546.54">5211 12518 11221,'1'-8'989,"0"0"90,-1-1-719,-2 1 270,-2-1-360,-1 4 269,-5 2-359,2 3 0,-3 2 180,-3 6-270,2 0 90,-3 5-90,4-1 0,1 2 0,2 1 0,0 0 0,3 0-90,0 0 90,2 0-180,2-2 0,2 1 0,1-1-90,2-1 0,2 0 0,3-1 0,2-2-270,10 0 91,6-4-631,1-2 810,4-5 90,-8-3 0,14-9 90,-11 3-871,7-7 961,-13 3 0,-2-3-498,-2-2 588,-4-2-90,-3-1 90,-3-1-90,-4 2 90,-4-4-90,-3 2 0,-6-1 0,-5 3-2641,-19 0 2461,3 9-45,9 6 0,-2 2-599,-15 5-76,-1 4 90,18 0 1,0 2-855,-7 5 0,1 1 539,7-2 1,1 1 1034,-5 4 0,1 1 0,-5 10 0,2 0 0</inkml:trace>
  <inkml:trace contextRef="#ctx0" brushRef="#br0" timeOffset="146656.54">1969 7818 9062,'1'-9'1889,"-1"1"-1440,0 2 271,-2 0-360,-1 0 90,1 2-181,-2-1 631,-1 1-630,-1 3 90,-5 2-181,1 2-89,-2 5 90,1 1-90,-3 4-470,-1 3 560,-1 2-863,0 2 773,2 0 0,2-1-361,2-1 361,3-1-180,1 4 0,4-6 90,1 4-90,4-7 0,1-2 425,3-1-425,2-4 694,2 0-694,8-4 90,-2-2-90,17-8 90,-14 0-205,7-5 115,-12 4 90,-3-1 0,-1-1 90,-2-1-90,-3 1 90,-2-1 0,-2 1-90,-3-1 90,-1 0 510,-4 0-600,-1 2 90,-7-1-90,-3 5-360,-6 4 1,5 5-991,-3 8 1,11-2-540,-1 3-719,7-2 2608,3-2 0,3 5 0,1 0 0</inkml:trace>
  <inkml:trace contextRef="#ctx0" brushRef="#br0" timeOffset="146946.54">2294 7741 11580,'-6'-4'1979,"0"1"-989,2 0-900,7-1 90,-1 0-1,6 1-89,-2 1 0,2 0-90,1 0-90,1-1-90,0 1-89,1 0-541,4-1 360,-5 1-89,3 0-271,-6 1-2467,-1 0 2972,-1 1 0,-3 0 0,0 1 0</inkml:trace>
  <inkml:trace contextRef="#ctx0" brushRef="#br0" timeOffset="147156.54">2326 7736 13469,'-5'9'720,"1"-2"-540,3 1 0,1-1-90,0 1 0,0 2 0,0 1-90,0 3-90,-1 0-360,0 7 0,0-5-90,0 6-89,0-8-451,-1-1-719,0 1 1799,-2 1 0,0 1 0,-1 2 0</inkml:trace>
  <inkml:trace contextRef="#ctx0" brushRef="#br0" timeOffset="147346.54">2203 8054 13379,'10'0'810,"0"-1"-630,-2-1 90,6-1-360,-3 1-810,10-3-449,-8 2-630,5-2-809,-5 2 2788,1 0 0,5-2 0,1 0 0</inkml:trace>
  <inkml:trace contextRef="#ctx0" brushRef="#br0" timeOffset="166846.54">6720 8518 11131,'8'-6'359,"-1"2"-269,-1 4 0,0-1 0,1 0-90,1 1 90,1 0-90,1 0 180,13-1-180,-6 1-90,9 0-180,-11 0-449,6 0-91,-7-1-539,4 1 90,-7 0 1259,-3 1 0,3 1 0,-1 0 0</inkml:trace>
  <inkml:trace contextRef="#ctx0" brushRef="#br0" timeOffset="167046.54">6784 8660 9422,'2'7'269,"2"-1"-179,2-5 0,2 0 0,1-1-90,3-2 0,0 1-359,9-4-1351,3-1 1351,-1 1 191,1-2 1,-2-1-1,2 0 1</inkml:trace>
  <inkml:trace contextRef="#ctx0" brushRef="#br0" timeOffset="183866.54">1565 8295 13379,'-8'-4'1979,"1"2"-1799,2-1-180,1 1 180,-1 0-90,0 0 0,0-1-90,-1-1 90,1 1-90,0-2 0,-1 0 90,-2-2-90,-5-4 0,0-2 90,-5-4-90,-5-7 0,4 6 0,2 2 0,-1 2-865,-4-2 865,-9-5-3106,-3 5 3106,6 3-378,5 5 1,0 2 377,-2 0-333,-7 1 333,12 6-90,-1 0 90,-2 2 478,1 1-478,-8 4-89,4 3 89,2 0 2803,4 2-2893,8-4 90,1 1 0,0 0 0,1 2 0,-4 5 0,4-3 1070,-3 5-1070,3-4 0,2-1 0,0 1 0,0 0-90,1 0 90,0 0 527,1-1-617,0 0-180,0 5 90,2-5-629,-1 14 539,3-16-180,1 7 90,2-11-89,1-2-91,0-1-180,2-1-989,0 0-539,1-2 2248,1-1 0,3-1 0,0-2 0</inkml:trace>
  <inkml:trace contextRef="#ctx0" brushRef="#br0" timeOffset="184686.54">2294 8271 10771,'-7'-3'540,"0"-1"-271,3 2 91,-1-1-270,0 0 90,2 0 0,-1 0-90,1-1 90,0 2-90,0-3 0,0 2 90,-1-2-1,-3-2-89,2 1 0,-3-3 0,2 2-90,-1-1 180,-3-5-180,0 2 0,-2-4 90,2 3-90,-2-2 0,-1 1 90,0-1-90,-2 0 0,1 2 0,-2 0 0,-3 2 90,-13 0-90,6 3-772,-8 1 772,12 7 0,-3 0 0,0 3 0,-2 2 0,1 3 0,1 1 0,-1 2 0,1 0 0,0 2-522,3 0 522,0 1 0,3-1-90,2 1 90,2-2 0,3-1 0,3-2-90,-1 1 90,1-1-180,-1 5 640,2-1-550,0 0 475,3-2-565,3-5 0,0 0-90,1-1 0,1 0-90,0-1-179,0 0-181,1 0-719,1-1 1439,-1 0 0,3 0 0,0-1 0</inkml:trace>
  <inkml:trace contextRef="#ctx0" brushRef="#br0" timeOffset="194846.54">0 8678 8882,'5'-5'90,"1"0"0,-3 3 0,2 0-90,-1 0 90,0 0-90,0 0 90,0-1-90,1 1 0,1-1 90,-1 1-90,1 0 0,0-1 0,1 0 90,7-2-90,-2 1 0,2 0 0,-5 2 0,-3 1 0,-1 1 90,1 0-90,-2 1 0,1 1 0,0 0 0,0 1 0,-1 1 0,2 3 0,-1 4 0,0 0 0,-1 0 0,-3-1 0,0-1 89,-3 7-178,1-4 89,-1 4 0,0-5 0,-2 0 0,0 1 0,0-1 0,-2 1-90,-2 4 90,0-4 0,0 2 0,2-6 0,2-2 0,-1 0 0,2-1 0,-1 0 0,1-1-90,0 0 90,-1-1-90,2-7 90,2-1 0,2-5 0,2 0 0,-1 2 0,1-1 0,0 0 0,0 0 0,0 0 0,0 0 0,0 1 0,0-1 0,0 0 0,1 2 0,-1-1 0,0 1 0,-1 1 0,1 0 0,-1 1 0,0 1 0,1 0-90,-2 1 90,2 0 0,0 4 0,-1 1 0,0 4 0,-2-1 0,-1 1 0,1 0 0,0 5 0,-1-3 0,1 4 0,-1-4 0,1 1 0,0-1 0,0-1-90,1 0 90,0-1 0,0 0 0,0-2 0,1 0-90,2 0 90,0-2-90,2-1-90,-1-1-360,5-3-179,-2 0 89,3-2 630,-3 0 0,4-4 0,1-1 0</inkml:trace>
  <inkml:trace contextRef="#ctx0" brushRef="#br0" timeOffset="195116.54">306 8715 8522,'5'-6'270,"0"-1"-180,2 5-90,1-1-90,-1 0 0,0 1-630,-3 1-449,2 0 1169,-2 0 0,0 1 0,-2 0 0</inkml:trace>
  <inkml:trace contextRef="#ctx0" brushRef="#br0" timeOffset="195296.54">351 8760 7713,'3'5'90,"1"-1"-990,1-5 540,2 0 360,-3-1 0,0 2 0,-3-1 0</inkml:trace>
  <inkml:trace contextRef="#ctx0" brushRef="#br0" timeOffset="195696.54">511 8658 8342,'-5'-6'1170,"-1"1"-1080,0 5 89,1 2-89,0 2 0,1 0 0,0 3 0,-1 1 0,0 2 0,1 0-90,1 2 90,0 1-90,1-1 0,0 0 0,2 0-90,1 4 0,1-4-180,3 5 270,1-9-90,1 1-90,1-6 91,-1-1 89,0-1-90,0-2 0,1 0 90,1-3 0,0-1 90,-1-2 0,0 0 89,-1-3-89,-1 0 180,-2-7-90,-2 3 0,-1-6-90,-3 5 90,-2-1 0,-1 0 90,-7-3-180,4 6-1,-5-2-89,4 9 90,0 3-180,1 3-89,-1 2-181,0 2-180,0 2-899,1 2 90,0 2 1349,3 1 0,-1 5 0,0 1 0</inkml:trace>
  <inkml:trace contextRef="#ctx0" brushRef="#br0" timeOffset="200256.54">784 7795 8522,'-2'-8'540,"-2"7"-540,3 1 0,-4 9 0,4-4 0,-2 6 0,2-4 0,-1 3 0,2-3 0,-1 1 0,1-1 0,0 0 0,-1 0 0,1 0 0,0 0 90,1-1-180,-1 1 90,1-2 0,1 3 0,-1-4 0,3 4 0,0-4 0,3 0 0,-1-2 0,1-1 0,-2-2 0,0 0 0,5-3 0,-3 0 0,2-2 0,-2 1 0,2-4 0,-3 2 0,3-3 0,-4 2 0,0 0 0,0 0 0,-1 0 90,0 0-90,1-2 0,-2 2-90,2-1 90,-2 4 0,-1-1 0,0 2 0,1 0 0,-1 1 0,0 0 0,3 5 0,-2 2 0,0 3-90,-1 9 90,-2-5 0,1 6 0,-2 4-90,0-4 0,0 8 0,-1-7-234,-1 2 234,0-1 90,-1 0-90,0-1 0,-1-1 0,-1-1 0,0-1-90,0-2 90,-2 0-90,1-3 0,-5 4 0,3-6 1,-7 3 89,7-7-3187,-3 0 3179,5-4 315,-1 0-217,0-2 90,-3 0-90,4-1 90,-2-1-90,4 0 3276,0-4-2980,2 3-296,0-6 90,3 2 0,2-1-90,2 1 90,1 2-90,5-4 0,-1 3 90,5-4-90,-2 4-90,2 0-270,0 1-90,-1 0 90,0 0 360,-1 2 0,5-5 0,-1 0 0</inkml:trace>
  <inkml:trace contextRef="#ctx0" brushRef="#br0" timeOffset="203916.54">1616 7783 7263,'0'-8'1529,"1"0"-989,0 4 179,1 0 271,-1-1-810,0 12-180,-2 4 0,0 4 0,0-2 0,1-5 90,0 0-90,1 0 0,-1-1 0,1 0 0,0-1 0,1 0 0,1-1 0,-1 0 89,3 1-89,-1-4 0,1 2 0,2-5 0,0-1 0,2-2 0,-1 0 0,-1-2 0,1 0 90,0-2-90,0 0 0,-1-1 0,0-1-90,-1 0 90,0 0 90,-1 0-90,-1 1 0,1-2 0,-2 3 0,2-3-90,-3 4 90,1 9 0,-2 0 0,0 10 0,-2-3 0,-1 2-89,-1 8-91,-2 6 90,0 0-90,-2 5 90,2-10-90,0 1 90,0-2-180,-2 4 90,2-4-90,-4 10 180,4-13 1,-3 3-1,3-8 0,-1-1 0,0-2 0,0 0 90,-1-2-90,0-1 90,-1-1-90,0-1 90,0 0 0,0-1 0,1-3 0,-4-1 90,3-1-90,-3-1 0,5-1 90,0 0-90,1 0 0,1-1 0,2 1 90,1-5-90,2 3 0,2-3 0,1 3 0,2 0 0,2-2 0,1 1 0,3-1 0,-1 2 90,2-1-90,1 0-90,-1 1 0,1 0-90,0 0-270,-1 1-449,1 1 719,-2 0 180,0 0 0,4-2 0,1-1 0</inkml:trace>
  <inkml:trace contextRef="#ctx0" brushRef="#br0" timeOffset="204226.54">1895 7845 8882,'6'-9'270,"0"2"-270,2 3 90,1 1 0,6-2 0,-3 2-90,3-3 0,-4 3 0,4-1-270,-4 2 0,2-1-720,-4 1 631,-1 0 359,-1 0 0,3-2 0,-1 1 0</inkml:trace>
  <inkml:trace contextRef="#ctx0" brushRef="#br0" timeOffset="204496.54">2006 7671 9242,'-5'8'90,"1"0"-90,3 0 0,0 2 90,0 2-90,-1 1 0,1 2 90,0-1-90,0 2 0,0-1 0,-1 0 0,1 1 90,0-1-180,-1 0-90,1 0-90,0-2-270,0 0-269,0-3 809,2 2 0,1 0 0,1 2 0</inkml:trace>
  <inkml:trace contextRef="#ctx0" brushRef="#br0" timeOffset="204986.54">2171 7823 10231,'9'-2'180,"-2"0"-90,0-1 0,-2 0-90,3-2 0,-1 0 90,0-1-90,1 0 90,0-2-90,0 0 0,-1-2 90,1-1-90,-2 0 0,0-2 0,0 0 0,-2 0 0,0-1 0,-1 0 90,0-4-90,-2 4 90,2-5-90,-2 7 0,-1 1 0,-1 13 0,0 3 0,-1 9 0,1 0 0,0 0 0,-1 3 0,0 1 0,-1 2 0,0 0 0,1 0 0,0 0 0,0 9-635,0-8 635,1 6 90,1-10-180,0-2 180,-1 0-180,1-1-360,0 3 90,0-6-90,0 3-809,0-6 905,0-1 354,-1-1 0,2 0 0,-1-1 0</inkml:trace>
  <inkml:trace contextRef="#ctx0" brushRef="#br0" timeOffset="205226.54">2128 8150 9871,'-2'8'1170,"1"-3"-990,8-4-1,1-3-89,5-1 90,5-3-483,2 0 393,5-2-270,1 0-1169,12-2-1150,-8 0 1149,7-2 1350,-14 5 0,3-1 0,-2 2 0</inkml:trace>
  <inkml:trace contextRef="#ctx0" brushRef="#br0" timeOffset="-154440.19">6514 7562 11041,'2'-9'449,"-2"1"-269,-1 2 0,-2 1-90,0 2 90,0 0-90,-1 0 90,0 0-90,-1 1 0,0 0 90,0 2-90,-4 1 0,3 1 0,-5 3 0,4 2-1,-2 3-89,0 2 90,-1 5 0,0 4-90,-1 3 90,-2 15-708,4-9 618,0 8 90,5-14-90,3-1 0,1-2 90,2 3-180,2 0-906,5 12 996,-1-12-697,4 7 607,-5-13 431,2 0-431,-2-3 0,0-2 1,0 3-1,-2-5 0,-1 6 90,-4-7 797,-2 0-797,-7 1-90,2-3 90,-11 3-90,7-4-89,-5 0 526,4-2-797,1-2 106,1-1-1275,0-1-270,1-2 1889,1-1 0,-2-5 0,1 0 0</inkml:trace>
  <inkml:trace contextRef="#ctx0" brushRef="#br0" timeOffset="-154260.19">6326 7957 10321,'5'-6'360,"6"-2"-270,3-1-90,5-1-360,14-8-1439,1 1-1478,2-2 3267,-3 2 0,-5 3 0,0-1 1</inkml:trace>
  <inkml:trace contextRef="#ctx0" brushRef="#br0" timeOffset="-153940.19">6885 7383 9781,'-4'-10'720,"1"2"-180,-1-1-181,0 3-179,0 0 90,1 3 90,0 0 0,-6 5-180,3 1-90,-6 7 0,1 3 90,0 5-91,1 1 1,0 1 0,-5 14-1090,5-9 1,0 1 1044,2-6 0,2-1-45,0 2 0,0 0 45,1-1 0,0 0-351,0 1 1,0 0 305,1 0 0,1 1 0,-4 17 0,4 1-90,0-6 0,3 1-90,2-4-269,4 9 179,0-15-180,4 5 0,-2-16-269,1-3-900,1-2-270,0-2 1889,2-2 0,6-1 0,2-1 0</inkml:trace>
  <inkml:trace contextRef="#ctx0" brushRef="#br0" timeOffset="-153380.19">7006 7699 10951,'1'-10'989,"1"3"-719,1 1-90,1 1 90,1 0-180,2-1 90,1 0 0,2-1-91,0 0 91,0 1-90,2 0 0,-1 1 0,-1 2 0,0 0 0,0 3 0,-1 6-90,-2 0 0,-4 5-90,-4-1 0,-3 3 0,-4 5-418,-2 1 418,-2 2-651,-3-1 651,1 0 0,-1-2 0,2-2 0,-3 2 0,6-7 90,-1 2-90,4-5 480,2-3-480,1 1 770,10-9-680,-1 0 0,9-8 0,-1 0 0,2-3 0,12-12 0,-6 5 0,6-7 0,-9 10 0,1 0-590,-4 2 590,0 4 0,-4 2 0,-2 4 0,-2 0 90,-2 4-90,1 3 90,-3 5-90,-1 2 90,-1 4 500,-3 0-500,1 1-90,-1 2 0,1-1 0,-2 0 0,2 0 0,-1 1-90,1-3-90,0 0 0,0-1-180,1-2-90,1 0-179,1-2-1080,1-1-270,0-1 1979,2-1 0,5 0 0,0-1 0</inkml:trace>
  <inkml:trace contextRef="#ctx0" brushRef="#br0" timeOffset="-153160.19">7549 7762 11311,'-8'-4'1349,"-1"1"-1079,4 5-90,-1 0-1,2 2 91,-2 5-180,1-1 90,-1 4-90,1-2 0,-1 1-180,1 2-270,-3 5-89,3-4-721,-5 8-719,5-10-629,-2 2 2518,4-6 0,0 3 0,1 0 0</inkml:trace>
  <inkml:trace contextRef="#ctx0" brushRef="#br0" timeOffset="-152530.19">7744 7627 12120,'-2'-9'2699,"-3"8"-2610,2 3 1,-4 7 90,2 3-90,1 3-90,0 1 0,2-1-90,2-4 90,0 0-180,4 3 180,-1-4-90,3 3 1,1-4-1,-1-3 0,6-1 90,-4-3 0,4-3-90,-3-2 90,0 0 0,1-2 0,4-4 0,-4 0 0,3-2 0,-5 2 90,0 0-90,-2 1 0,1 0 90,0 0-90,-1 2 0,1 4 0,-3 4 0,-2 7-90,-3 1 90,-1 4-90,-1 7-3187,0 4 3162,-1 7 115,2 1-1088,1 5 1088,0 0 0,1 2-90,0-1 90,0-2-90,-1-3 0,1-4-565,-1 2 565,0-12 50,0 1-50,0-11 2688,-1-2-2598,0-2 1249,0-2-1339,-3-4 1072,0-1-982,-2-5 76,0-1-76,-5-6-90,1 2 90,-4-4 0,3 4 0,-1-1 0,1 1 0,0 0 0,2 2 0,0 2 0,3 0 0,1 1-90,1 1 90,2-1 0,2 1 0,4-4 0,6-1-90,3-1-90,3 0 1,2 1-271,1-1-679,3-2 140,-1 1-630,1-1-360,0 0 1979,0 0 0,4-2 0,1 0 0</inkml:trace>
  <inkml:trace contextRef="#ctx0" brushRef="#br0" timeOffset="-152280.19">8146 7724 11580,'4'-1'3239,"-3"0"-3060,13-1 1,-8 0-90,1 1-180,0-1-90,0 0-809,4-1 269,-2 1-449,2-2-810,-3 2 1979,3-2 0,3 0 0,3 0 0</inkml:trace>
  <inkml:trace contextRef="#ctx0" brushRef="#br0" timeOffset="-151860.19">8436 7622 11670,'0'-4'1889,"-1"2"-1709,11-4-90,-5 3 0,2-1 90,1-1-90,0 0-90,1-1 90,1-1 0,1-1 0,0 0-90,0-1 90,-1 0-90,0-1 0,-1-1 0,0 0 0,-3 1 0,-1-1 0,1-3 0,-2 5-90,0-2 90,-3 6 0,-4 8 0,0 2 0,-3 7 0,2 3 0,0 2-90,-1 5-576,1 3 576,-1 0 90,2-1-90,1-1 0,0-4 0,2 1-90,1-4 0,1 1-89,-1-2-91,1-2-90,-1-1-270,-1-3-1168,1 0-541,0-2 2595,0-2 1,-1 1-1,1-2 1</inkml:trace>
  <inkml:trace contextRef="#ctx0" brushRef="#br0" timeOffset="-151640.19">8464 7839 11400,'1'4'1620,"0"-2"-1441,9 0 1,-1-3 0,2-1-90,2 1 0,1-2-180,1 0-90,1 0-179,0-2-271,0 0-539,-1-1-540,-1-1-360,0-2 2069,0 1 0,3-5 0,0-1 0</inkml:trace>
  <inkml:trace contextRef="#ctx0" brushRef="#br0" timeOffset="-151000.19">8111 7692 10861,'9'-6'1169,"-2"1"-809,-3 3-90,0 0 0,1 0-90,0 0-91,1 2 1,-1 1-90,-1 0 90,0 2-90,0 0 90,0 1-90,0 0 90,0 1-90,-1 1 0,0 2 90,-2 0-90,0 3 0,-1 4-90,0-2 0,-1 4-180,1-5 1,0-1-91,-1 0-90,1 1-180,-1-2-1169,1 0-359,0 0 2158,1-2 0,1 2 0,1 2 0</inkml:trace>
  <inkml:trace contextRef="#ctx0" brushRef="#br0" timeOffset="-150580.19">8735 7189 11580,'3'-8'720,"0"2"-450,-1 2 90,1 2-91,1-1 1,2 1 0,0 2-90,2 0 0,0 3 0,1 2 0,4 6 0,-1 2 0,3 7-91,-5 0 1,0 1-1558,4 14 1513,-5-8 0,0 0 0,-3-6 0,-2 2 0,3 11 0,-2 2-1091,-2-8 1,0 0 1045,1 8 0,-2 2 0,-3 0 0,-2-1-45,1-9 0,-1 0 0,-2 9 0,-1-1-575,1-13 0,-1-1 575,0-1 0,1 0-688,-6 16 463,-1-3 90,1-7-90,0-1-90,0-6 788,2-3-1058,1-4-269,1-3-1395,1-2 2294,2-4 0,1 0 0,3-3 0</inkml:trace>
  <inkml:trace contextRef="#ctx0" brushRef="#br0" timeOffset="-150320.19">9153 7667 12570,'-2'-6'2159,"2"2"-1890,7-1-89,1 3 180,8-3-270,-1 1 0,6-1-390,-4 1 121,1-1-271,0 1-270,-2 0-539,-1 0-180,-2 1-1838,5-3 3084,-7 2 0,8-5 1,-5 1-1</inkml:trace>
  <inkml:trace contextRef="#ctx0" brushRef="#br0" timeOffset="-149390.19">10006 7279 10771,'-8'-3'180,"0"1"-90,1 2 0,2 1 0,-4 3 0,3 0-1,-2 2 91,0 3-90,-3 4 0,1 4 90,-6 16-90,5-5-663,4-9 0,1 1 573,-1 11 90,1 2 0,3 1-90,2 0 90,2 1-90,2 0 0,2-10 0,1 1-45,3 2 0,1 0 45,-1-1 0,0-1-45,2-1 0,0-2-45,3 4-90,3 7 90,-4-10-352,0 3 352,-6-13 0,-4-2 90,0-3-90,-3-1 0,-1 0 90,-3-1 1098,-1-1-1098,-3 0 401,-2-2-491,-1 0 0,-3-1-90,-1-2-90,0-1-180,-1-2-989,2 0 180,-1-2 1259,2-1 0,-4-4 0,1-2 0</inkml:trace>
  <inkml:trace contextRef="#ctx0" brushRef="#br0" timeOffset="-149190.19">9886 7766 10141,'0'-8'810,"1"1"-540,3 0-1,2 0 1,3 0 0,2-1-90,5-2 0,3-1-830,5-1 740,1 0-90,1 1-372,1 0-707,11-4-630,-9 4-1568,9-4 3175,-13 4 1,3-3 0,0-1 0</inkml:trace>
  <inkml:trace contextRef="#ctx0" brushRef="#br0" timeOffset="-148900.19">10535 7182 11041,'-4'-8'809,"0"1"-449,1 3 270,1 0-450,-2 1 269,1 0-269,-4 2 0,1 4 0,-2 3-90,-1 5 90,-1 5-90,0 4 0,-2 6 0,3-3 0,0 2-591,0 4 0,0 3 531,2-5 0,-1 2 0,1 0-30,-1 5 0,2 0 45,0 7 0,2-3-90,3-16 0,0-1 0,1 5 0,1-2-135,4 8 0,2-2-90,2-3-90,2-4-629,6 2 359,-3-11-1545,3 0-524,-4-9 2699,0-2 0,6-1 0,2-2 0</inkml:trace>
  <inkml:trace contextRef="#ctx0" brushRef="#br0" timeOffset="-148380.19">10644 7484 11490,'-8'-6'540,"2"1"-180,2 2 0,2-1-180,3-1-90,2 1 89,3 0 1,3 0 0,2 1-90,3 0 0,1 0 0,1 2 0,0 0 0,0 1 0,0 2 0,-2 0-90,0 1 90,-2 1-90,-1 1 0,-4 1 0,-3 2-90,-2 0 90,-4 2-90,-3 2 0,-5 4-616,-2 1 616,-5 1 0,0 0 0,-1 0 0,1-1 0,2-1 0,2-3 0,2-3 0,2-1 0,2-2 90,1-2 0,1 0-180,0-1 797,17-15-617,-3 3 0,15-14-572,-5 5 572,1-3 0,4-3 0,1-1-1469,2-1 1469,1 2 0,-3 2-740,-2 1 829,-3 4-89,-4 4 0,-2 2 0,-3 3 531,-3 2-531,-1 1 1596,-3 2-1507,-1 6 926,-2 0-1015,-3 7 90,-1 0-90,-3 3 90,1 2-90,-1 1 90,1 1-90,-2 9 0,2 1-90,2-1 90,2-5-180,2-9 0,1-2-449,4 4 89,0-6-180,4 1-1078,-2-5-271,1-2 2069,1-1 0,7-2 0,3 0 0</inkml:trace>
  <inkml:trace contextRef="#ctx0" brushRef="#br0" timeOffset="-148170.19">11275 7561 13649,'-7'5'720,"0"0"-540,4 1 0,-1 2-1,1 0-89,0 1 0,-1 1 0,1 2-90,-1 0-180,0 0-179,-1-1-91,1 1-270,-2-1-2428,-2 4 3148,0-3 0,-2 4 0,2-3 0</inkml:trace>
  <inkml:trace contextRef="#ctx0" brushRef="#br0" timeOffset="-147570.19">11471 7368 13379,'-6'0'1889,"1"1"-1799,-1 8 0,2 0 0,0 1-180,0 1 90,0 0-180,2 1 90,0 0-90,2 0 1,0-1-1,2 0-90,0-1 90,2-1 0,1-1 90,2-2-180,5 0 180,-3-3 0,5 0-90,1-5 90,-3-1 90,12-7 0,-11 1 90,5-3 0,-7 2 0,0-1 0,-1 1 270,1-2-270,-3 3 0,1 0 0,-5 4 90,0 3-90,-1 3 0,-1 5-90,-1 10 90,-2 3-90,-1 11-1028,1-1 1028,1 6 90,0 1-90,1 1-1338,-1 0 1338,1 0 89,0-2-89,-1-1 0,-1-5 0,0-3-143,0-6 143,-1-2 0,0-4 0,0-2 0,-2-2 852,1-3-852,-1-1 1443,-1-3-1443,0-2 304,-2-1-304,-1-3 0,-3-2 0,-11-10 0,3 2 0,-8-8 0,9 6 0,-1 1-264,4 1 264,1 1 0,3 3 90,3 1-90,0 2 0,3-1 0,1 0 0,5-2-90,2 1-360,13-4 91,-1 2-181,9-4-360,-1 1-1392,5-5 583,2-3 70,-13 9 1,1-1 1587,0 0 0,1-2 0,10-8 0,2-2 0,-10 8 0,1-1 0,0 0 0</inkml:trace>
  <inkml:trace contextRef="#ctx0" brushRef="#br0" timeOffset="-147310.19">12302 6948 12210,'3'-2'1979,"1"2"-1439,9 19-361,-3-1 1,5 10 0,-2 1-2350,1 7 2215,-8-16 0,1 1 44,-1 2 1,-1 1-45,0 1 0,0 0-815,-2 2 0,0 0 815,-1 2 0,-2 0 0,0 1 0,-2 1 0,-3 3 0,-1 1-703,-2 0 0,-1 0 703,-3 2 0,-2 1-45,-1-2 0,-2 0-45,-1-2 0,-2-1-90,-1 0 0,-1-1-330,-2-2 1,-1-1 149,0-2 1,-1-1-181,-2-1 0,-1-2-579,0-2 1,-1-1 398,0 0 1,-1-2-181,0-1 1,0-2-136,3-2 1,0-2 1060,1 0 0,-2-2 0,-7 0 1,-2 0-1,-3-1 0,0 1 0</inkml:trace>
  <inkml:trace contextRef="#ctx0" brushRef="#br0" timeOffset="-140340.19">7571 8391 10051,'2'-9'270,"-1"3"-90,2 2 0,0-1-90,0 2 0,1-2 0,0 1 0,1 0 90,2-1-1,1 1 1,1 1 0,2-1-90,1 1 90,1 0-90,1 0 0,0 0 90,1 1-90,0 1 0,0 0-90,0 1 90,-1 1 0,0 2 0,-3 2-90,0 1 90,-2 3-90,-2 1 90,-2 4-90,-3 1 90,-4 6-90,-4 3 0,-6 7 0,-2 0-1629,-5 2 1629,-1-2 0,-1-1 0,-2-2 0,3-2-96,-6 4 96,5-5 0,2-3 0,7-6 90,7-9 180,2 1-180,5-1 90,1-3-90,6-2 1681,2-3-1681,3 0 0,6-3-90,3-1-232,3-1 322,2 1-90,-1-1 89,-1 0-89,-3 0 0,-2 1 90,-4 2-359,2-1-91,-6 1-90,3 0-270,-7 1-2248,2 0 629,-3 0 2475,2 1 1,0 2-1,0-1 1</inkml:trace>
  <inkml:trace contextRef="#ctx0" brushRef="#br0" timeOffset="-136360.19">8668 8335 10591,'7'-6'2429,"-1"1"-1260,-4 2-989,-8 5-180,-1 4 90,-7 4 0,2 4-467,0-1 377,-1 4 90,-2 2-90,2 2 0,0 1-516,2 0 516,1 2 0,1-1 0,2 0 90,1-2-90,2-1 0,3 5 90,1-6-90,2 5-392,4-1 392,2-6 0,9 11 90,-4-14-90,6 4 0,-4-9 0,0-3 0,-1-1 0,2-2 90,9-2-90,-6-1-71,8-2 71,-8-1 0,1-3 0,-1-1 493,2-3-493,-3 0 90,-2-1 320,-3 0-410,-1-8 0,-2 0 0,-1-6 0,-4 3-405,-4 1 405,-1 0 0,-4-3-254,-2 0 254,-3-1 0,-1 1 0,-3 2 0,-2 3 0,-3 2 0,-1 2 0,-3 3 0,1 3 0,-1 3-180,-7 1 1,8 3-1,-7 1-180,10 3-180,1 2 0,0 1-2535,-2 4 377,6-1 2698,-1 3 0,5 0 0,1 2 0</inkml:trace>
  <inkml:trace contextRef="#ctx0" brushRef="#br0" timeOffset="-131670.19">9556 8420 10861,'1'-9'360,"0"1"-91,-1 3 1,-2-1 0,-1 2-90,-2 1 90,-1 2-180,-2 2 0,2 1 0,0 2 0,1-1 0,0 2 0,0 0 0,0 2-90,-1 2 89,0 0-89,0 3 90,0 2-90,1 1 90,0 0-90,3 0 0,0 0 90,2 0-90,1 0 0,1-1 90,2 1-90,5 5 0,0-5 0,9 7 0,-1-10 0,1 0 90,0-5-90,-5-4 0,1-1 0,1-2 0,0-1 0,0-1 0,1-1 0,-1-2 0,1-1 0,-2-2 0,0 0 0,0-5 0,-1 0 90,-2-4-90,1-6 0,-5 5 0,-1-7-3277,-3 8 3162,-3 0 205,-1-1-160,-3 1 70,-1-1 0,-5-1 0,-1 2 0,-5-1-464,-2 3 464,-2 3 0,-3 2 0,0 3 0,1 3-280,0 2 280,-2 3-90,-1 1 0,-2 3-90,2 1-450,-7 6 91,12-2-1890,-8 10 180,17-9 2249,-1 4 0,9 1 0,1 1 0</inkml:trace>
  <inkml:trace contextRef="#ctx0" brushRef="#br0" timeOffset="-130730.19">10521 8418 10591,'-7'-4'1169,"2"0"-719,0 2-270,0 0 90,0 1 90,-1 0-181,0 1-89,1 0 90,-2 1-90,1 1 90,-2 1-90,-2 2 0,-1 1 0,-2 2 0,-1 3 0,-1 2 0,0 2 0,0 1-90,4 0 90,0-1-90,3 1 90,2-3-90,2 1 90,3 5-90,2 1-90,2-1 90,6 3 0,-1-9 0,4 2 0,-1-4 0,1-2 0,2-1 0,1-2 0,0-1 0,0-1 0,0-2 0,0-1 0,0-1 0,1-2 0,7-3 0,-6-1 0,11-7 0,-14 3-227,3-5 227,-8 2 0,0-2 0,-2-1 0,-2-10 0,-2 5-627,-4-7 627,-3 6 0,-2-1 0,-4 0-240,-2 1 240,-3 3 0,-1 2 0,-8 1 0,5 5-90,-3 1 0,7 7 0,1 2-180,0 2 0,-1 2-90,0 1 0,0 3-179,2 1-91,2 1-1049,2 1-660,2 1 2339,2 0 0,3 5 0,0 2 0</inkml:trace>
  <inkml:trace contextRef="#ctx0" brushRef="#br0" timeOffset="-129930.19">11221 8426 10951,'-3'-7'629,"-1"1"-539,1 1 270,-1 2-180,-1 0 180,-3 1-180,2 1-90,-3 0 90,2 2-90,-1 1-1,-2 1 1,1 1 0,-2 2 0,0 1 90,-6 7-90,5-1-90,-5 5 90,7-5-90,1 1 90,1 1 0,-1 7-90,4 0 90,2 1-90,3-4 0,4-6 0,3 5 0,-1-4 0,4 2 90,-1-7-90,1-1 0,2 0 0,0-2 0,1-1 0,0-1 0,8 0 0,-4-3 0,5-1 0,-5-2 0,1-2 0,2-2 0,10-7 90,2-6-90,-2-1-848,-6-3 848,-11 7 0,-3-1-126,-4 1 126,-1 0 0,-4 0 90,-1 1 0,-1 0-90,-3-1 90,-2 0-347,-4-1 347,-2 1-90,-6-1 0,-2 3 904,-1 3-904,-8 1 0,6 4-90,-4 3-756,0 5 576,7 1-449,-12 6 89,15-3-180,-3 4-1078,10-2-541,2-1 2429,2 1 0,1 5 0,1 2 0</inkml:trace>
  <inkml:trace contextRef="#ctx0" brushRef="#br0" timeOffset="-125810.19">1345 8673 10861,'-8'-6'629,"1"1"-449,3 2 0,0 0-1349,1 1-810,-2 2 1979,3 1 0,-2 1 0,4 0 0</inkml:trace>
  <inkml:trace contextRef="#ctx0" brushRef="#br0" timeOffset="-125180.19">2056 8575 12030,'-8'0'-697,"2"1"0,4 1 0,1-1 0</inkml:trace>
  <inkml:trace contextRef="#ctx0" brushRef="#br0" timeOffset="-124460.19">2763 8538 11940,'0'-7'0,"1"2"0</inkml:trace>
  <inkml:trace contextRef="#ctx0" brushRef="#br0" timeOffset="-123830.19">3543 8475 11041,'5'-6'427,"-1"0"0,-2 4 0,-1 1 1</inkml:trace>
  <inkml:trace contextRef="#ctx0" brushRef="#br0" timeOffset="-123350.19">4454 8392 10321,'5'-5'0</inkml:trace>
  <inkml:trace contextRef="#ctx0" brushRef="#br0" timeOffset="-115210.19">3034 8345 8882,'6'-2'1979,"-1"-1"-1350,-4-2-449,-2-2 180,0 2-180,-1-2 90,0 4-90,0-3-90,0 2 0,0-2 0,0 2 0,0-2-90,0 1 90,-1-1-1,1-1-89,-1-1 90,0 0-90,-1-2 0,0-1 90,-1-1-90,-1-1 0,0 0 90,-1-2-90,-1 2 0,-1-1 0,0 1 0,-1 0 0,-1 0 0,-3-1-608,0 2 608,-1-1 0,-2 2-90,1 2 90,-3 1 0,2 1-90,-9 1 90,8 2-375,-7 0 375,9 3 0,0 0-171,1 1 171,0 2 0,-6 0-90,4 1 90,-3 1 586,7 0-586,0 0 0,0 1-90,1 1 90,0-1 0,-1 2 0,0 0 0,0 1 0,-5 2 0,6-1 0,-5 2 0,7-3 300,0 1-300,1-1 89,0-1-89,1 1-90,1-1 90,0 0 0,2 0 0,-1 0 0,1 0 0,0 0 0,1-1 0,0 2 0,-2 2 0,1 1 0,-1-2 0,1 3-90,2-5 0,-1 1 0,3-2-90,-2-2 0,2 1 0,-1-1-90,0 1-359,1-1 269,-1 1-1529,1-1 1889,0 3 0,1-3 0,1 3 0</inkml:trace>
  <inkml:trace contextRef="#ctx0" brushRef="#br0" timeOffset="-114130.19">3724 8293 9691,'6'-7'1260,"0"1"-721,-5 2-89,1 0 270,-1 0-91,0-1-359,-2 0 0,1 0-180,-2-2 0,0 3 0,1-1 0,-1 1 0,0-1 0,0 0-90,-1 0 90,1 0-90,-1-1 90,0 0-90,-1-1 90,1-1-90,-1-2 0,-1 0 90,-1-1-90,1 0 0,-1-1 0,0 0 90,-5-7-90,2 5 0,-4-3 0,4 5 0,-1 2 0,0 1 0,1 1 0,-1 0 0,0 2 0,0 0 0,0 1 0,0 1 0,0 1 0,0 1 0,0 0 0,-1 1 0,1 0 0,-1 1 0,0 1 0,-6 1-90,3 0 90,-4 2 0,5-1 0,1 2 0,0-1 0,0 1 0,0 0 0,2 0 0,-1 0 0,1 3 0,-1-1 0,1 1 0,0 0 0,2 0 0,0 1 0,1 0 0,-1 0 0,2 1 0,0-1 0,0 1 0,1 0 0,0 0 0,1 1 0,0-2 0,0 1 0,-1 2 0,2-3 0,-2 2 0,4-4 0,-2 0 0,1-1 0,0 0 0,0 2-90,-1 0 90,1 0-270,0-2 0,0 0-180,1-2-629,-1 1 1079,2 0 0,3-2 0,1-1 0</inkml:trace>
  <inkml:trace contextRef="#ctx0" brushRef="#br0" timeOffset="-113090.19">4694 8215 10951,'5'-7'1709,"1"0"-1170,-5 2-89,1 1 0,-1-1-90,0 1 0,-1-2-271,0 0 1,-1 0 90,-1 1-90,1-1 0,-1 1 0,0-2-90,-1 1 90,0-1 0,-1 0 0,0 0-90,-1-1 90,0 0-90,-1-1 90,0-1-90,-1 0 0,1 0 0,-1-1 90,-1 0-90,-1 0 0,-1 0 0,0 0 0,-2 1 0,0 0 0,-1 0 0,-1 1 0,-2 1 0,0 1 0,-1 0 0,0 2 0,-2 1 0,0 0-90,-10 1 90,7 0 0,-8 2-529,9 1 529,0 1 0,-3 2 0,3 0 0,-3 1 0,4 0 0,1 0 0,1 2 0,0-1 0,-9 6-90,9-2 90,-7 4 0,12-5 0,-6 6 0,1 2 0,0 0 0,2 1 0,6-5 0,0 0 0,1 1 0,1-2 439,0 2-439,1-2 0,1 1 0,0-1 0,0 1 0,1 0 0,0 0 0,0-1 0,1 1 0,-1-1-90,-1 4 90,3-3-90,-2 2 90,2-2-90,1-4 0,-1 5 0,2-6 0,-1 1-90,2-3-269,0 1-271,0 0-899,0 1 1619,1-2 0,0-2 0,-1-2 0</inkml:trace>
  <inkml:trace contextRef="#ctx0" brushRef="#br0" timeOffset="-110390.19">1934 8559 9961,'4'-7'0,"1"0"180,-2 4-90,0 0 90,0 0-180,0-1 0,-2 3 0,0-1 0</inkml:trace>
  <inkml:trace contextRef="#ctx0" brushRef="#br0" timeOffset="-101410.19">7759 9176 8972,'3'-6'1079,"-1"-1"-539,-1 3 269,0-1-89,-1 0-270,-1-1-90,-1 1-270,-2 1 89,0 2-89,-2 1 0,-1 1 0,-1 1 0,-2 1 0,-8 5 0,0 0-684,-6 6 594,3 2 0,-2 4 90,1 4-90,0 4 90,4 0-90,7-7 0,1 1 90,-2 11-90,5-11 0,0 0 0,3 7 0,2-1-831,3 1 831,3-2 0,3 2 90,1-1-90,4-2 0,8 5 0,-3-10 0,7 3 0,-5-11 0,-1-5 0,2 0-438,7-6 438,-8 0 90,7-4-90,-5-3 0,-1-3 0,2-2 0,-2-3 0,-1-1 0,-3-3 0,2-13 0,-10 12 0,-2-1 90,5-19-90,-8 13 0,-3 0-45,-2 4 0,-3 1-507,1 0 0,-2 0 552,-2 1 0,-1 2 0,-9-5 0,-14-2-90,6 8 0,-11 0-336,12 10 246,1 4 571,3 3-1201,-9 6 270,8 2-221,-7 6-1038,13-2-360,2 1 2445,5 1 1,0 4 0,2 3 0</inkml:trace>
  <inkml:trace contextRef="#ctx0" brushRef="#br0" timeOffset="-99250.19">123 9393 10141,'-5'-8'450,"1"-1"-360,5 4 0,-1-1 0,2 0-90,-1 0 90,1 2-90,1-1 0,1 2 90,-1-1-90,1 2 0,0-1 0,1 1 0,-1-1 90,1 2-90,-2-1 0,2 1 0,1 2 0,-1-1 0,1 3 0,-2 0 0,-1 1 0,1 5-90,-2-2 0,0 5 90,-3-3-180,-2 8 0,0-4 90,-3 6 0,1-5 0,-2 0 0,0 0-90,-4 4 90,3-4 0,-2 1 0,4-5 0,1-1 90,-1-1-89,2-1-1,-2 1 0,2-3 90,0 1-180,2-2 90,6-11 90,-1 2 0,6-10 0,-2 4 0,2-1 0,0 0-90,1-2 90,-1 1 0,1-1 0,-1 1 0,1 1 0,-2 0 0,1 2 0,-2 1 0,-1 1 0,0 1 0,-1 1 0,0 0 0,-2 2 0,0 0-90,1 1 90,1 4 0,-2 3 0,0 3 90,-2 1-180,-2-1 90,1 2 0,-1 0 0,1 1 0,-1 0 0,1 1 0,-1-1 0,1 6 0,0-5-90,0 4 0,1-6-90,0-1 0,1 0-90,-1-2-449,1 0 179,1-1 540,-1 0 0,2-3 0,0 1 0</inkml:trace>
  <inkml:trace contextRef="#ctx0" brushRef="#br0" timeOffset="-98990.19">324 9477 8072,'6'-5'450,"0"0"-450,-2 3 90,0 0 0,0 0-90,0 0 90,0 0-90,1 1 0,2-2-180,-2 2-360,1-1-719,-1 0 1259,0 2 0,-2-1 0,-1 1 0</inkml:trace>
  <inkml:trace contextRef="#ctx0" brushRef="#br0" timeOffset="-98800.19">374 9495 7892,'9'2'270,"0"-2"-270,-3-1 0,1-1-270,0-1-179,-1 1-91,1 0 540,0-1 0,0-1 0,2-1 0</inkml:trace>
  <inkml:trace contextRef="#ctx0" brushRef="#br0" timeOffset="-98550.19">490 9303 7533,'3'-8'1259,"1"8"-1079,-3 1 0,2 8-90,-3 0 0,0 1 0,0 3 0,-1 1 0,1 2 89,-1 1-89,-1 10-180,0-5-359,0 13-991,0-9 1081,1-3 359,2-4 0,0-2 0,1 0 0</inkml:trace>
  <inkml:trace contextRef="#ctx0" brushRef="#br0" timeOffset="-94020.19">8678 9264 9242,'0'-9'809,"0"1"-629,1 2-90,0 1 90,1 0-180,0 0 90,0 1-90,2 0 0,-1 0 90,1 0-90,1 0 0,1 0 90,1 0-90,-1-1 90,2 0-90,0 0 0,0 1 0,1 0 0,0 0 90,5-2-90,-3 2 0,3-1 0,-4 3 0,-1 1 90,-1 1-90,0 1 0,-1 1 0,-1 2 0,-1 2 0,1 7 0,-3 0 0,-1 9-90,-9 13 45,1-13 0,-1 2-1365,-5 8 0,-1 1 1410,1-6 0,0-1-45,-4 4 0,-2 0-254,4-9 1,0 0 298,-3 3 0,0-1 0,-6 9-90,2-4 90,12-16 0,1 1 0,4-7 90,2 0-90,2-1 0,5-1 2546,0-1-2456,4-3-90,4-1 0,-2-1 691,12-2-691,-2 0 0,2-1-299,-2 1 299,-6 1-85,-1 1-95,1 0 0,-1 0-90,0 1-90,-1 0-269,-1-1-361,0 1 450,-1-1 540,-1 1 0,7 0 0,2 0 0</inkml:trace>
  <inkml:trace contextRef="#ctx0" brushRef="#br0" timeOffset="-93370.19">9707 9244 9062,'1'-9'809,"-1"0"-539,0 2 0,0 1-90,-2-1 90,1 2-90,-1 0 179,-3-1-179,1 2-90,-2 1 90,0 2-90,-2 1 0,-1 3 0,0 2 0,-2 2 0,-1 5 0,-7 13-90,4-4-967,-2 11 967,9-10-119,1 8 209,4 0-90,2 0-581,5-4 581,1-8 0,1-2 0,3-1-90,5 3 90,-1-6 748,5 2-748,-6-7-90,2-3 303,0-1-213,-1-1 648,1-3-648,0 0 0,-1-2 0,1-2 0,-1-2 238,0-2-328,-1-2 90,5-11 0,-7 5 0,2-8 0,-7-2 0,-2 6 90,-4-20-90,-3 15-968,-5-8 968,-2 10 90,-8-5-90,4 11 0,-6-3-111,8 13 111,0 4 0,0 1-90,-1 3 0,0 3-90,0 1-180,1 4-180,0 1-359,2 2-540,1 2-1,3 0 1440,2 2 0,1 5 0,2 2 0</inkml:trace>
  <inkml:trace contextRef="#ctx0" brushRef="#br0" timeOffset="-92750.19">10739 9316 10051,'-4'-7'360,"0"0"-90,1 2-90,1 1 90,-1-1-90,-1 1 89,0-1-89,-1 0 0,-1 0 90,0 0-180,-2 0 90,-1 1 0,0 0-90,-3 1 0,1 2 0,-1 0 0,-1 2 0,-2 3-1,-3 2 1,-2 4 0,-9 11-1184,8-3 1094,-6 9 90,12-6-90,1 2 90,4-2-90,3-1-223,2-1 313,4-2-90,1-1 0,1 1 90,4 0-90,1 0 0,4 0 0,1-1 0,2-2 0,0-3 0,2-2 0,0-2 0,2-1 0,1-3 1155,8-3-1155,3-4 0,-1-1-561,0-5 561,-10 0 0,1-4 0,-1-1 0,-3-3 0,-2-1 0,-5 1 0,-1-2 0,-3 1 20,-2-2-20,-1 1 0,-4 0 0,0 0 0,-3 2 0,-1 1-90,-3 3 90,0 2-360,-6 1 90,4 5-90,-3 2-179,4 6-91,1 2-1169,1 2 113,0 2 1686,3 1 0,-1 7 0,1 2 0</inkml:trace>
  <inkml:trace contextRef="#ctx0" brushRef="#br0" timeOffset="-92260.19">11362 9347 11311,'1'-9'449,"-2"0"-269,0 2-90,-2 1 90,0 0 0,-2 0-90,0 2 90,-1-1-90,-1 3 0,0 0 0,0 1 0,-1 2 0,-1 1-90,0 2 89,0 2-89,-1 2 90,1 3-90,-3 4 90,0 2-90,0 3-201,2 0 201,2-1 0,2-1 90,2-2-90,0 0 0,3-1 0,0 0 0,3 0 0,2 0 0,1-2 0,2 1 0,1-2 291,1-2-291,2-2-90,0-2 90,1-2 0,2 0 0,0-3 0,2-1 0,2-3-90,4-2 90,1-2-423,3-3 423,-1-2 0,7-11 0,-17 9 0,0-2 0,0 0 0,-2-1 0,8-19 90,-9 8-90,-5-11 0,-4 12-762,-5-11 762,-6 14 0,-5 0 0,-5 3 0,-3 3 0,-3 5 0,-2 4 0,1 5 0,-2 5 0,1 4-540,-11 12-1016,9-2 1196,10-3 0,2 0-1529,-5 8-540,2 0 2514,4 2 0,0 3 0,1 2 0</inkml:trace>
  <inkml:trace contextRef="#ctx0" brushRef="#br0" timeOffset="-92040.19">11989 9478 11760,'1'-6'22,"1"0"1,-1 3 0,0 2-1</inkml:trace>
  <inkml:trace contextRef="#ctx0" brushRef="#br1" timeOffset="-89550.19">7641 10130 9829,'2'-8'606,"0"1"-464,-2 1-116,-3 8-65,1-2 104,-2 6-83,2-2 4,-1-2 8,0 2 6,1 0 0,0 1 0,0-1 0,-2 1 90,2-1-90,-1 1 0,-1 1 0,0 3 0,1-1 0,-1 1 0,2-2 90,1-1-90,-1 1 0,1 3 0,0-2 0,0 3 0,1-3 0,0 0 0,1 1 90,1 0-90,0 0 0,1 1 0,0 1 0,2 0 0,0-1 90,5 5-90,4 0 0,0-2 0,2-2 90,-4-5-90,7 0 0,-3-2 90,13-1-90,-11-4 0,6-1 90,-5-2-90,-1 0-690,1-3 780,1-2-90,-1-1 0,-2 0 90,-1-4-90,-1 0 0,0-4 89,-1-1-790,1-10 701,-5 7 0,-1-6-277,-6 10 277,-2 0 0,-2 0 90,-3-3-90,-1 1 0,-3-1 0,0 6 0,-3 1 0,-6-2 0,1 5 90,-5-1-90,4 7 0,-1 2 517,0 1-517,-1 3-270,-6 3-360,-5 7-454,3-1 364,2 3 307,12-2 413,0 5 0,3 2 0,0 6 0</inkml:trace>
  <inkml:trace contextRef="#ctx0" brushRef="#br0" timeOffset="-88750.19">8891 10126 9602,'1'-6'809,"-1"-2"-539,0 4 0,-1-2 0,0 1-91,0 1 1,-1 0 180,0-1-90,-4-1 0,3 3-180,-5-1 0,3 4 0,-3 3-90,2 0 90,-2 3-90,0 1 90,0 2 0,0 2-90,0 2 0,1 2 90,0 1-90,0 1 0,2 0 89,2 0-89,0 0 0,3-1 90,0-1-90,2-1 0,5 7 0,3-3 90,3 1-90,6-3 0,1-6 0,1-3-332,-1-2 332,-5-4 0,2-1 0,-1-2 0,1 0 0,0-2 0,-2 0 0,4-4 0,-2-1 90,2-3-90,0-6 0,-4 1-394,-1-3 394,-6 3 0,-2 1 0,-2-2 0,-2-8 0,-3 6 0,-2-6-89,-4 5 89,-1 3 0,-5-2 0,1 5 0,-10-2 0,5 7 0,-7 0-90,-1 6 90,4 3-180,-5 1 483,9 4-843,-7 3 90,7 0-90,-4 3-359,8-1-630,2 0-90,2 1 1619,2-1 0,-1 5 0,0 2 0</inkml:trace>
  <inkml:trace contextRef="#ctx0" brushRef="#br0" timeOffset="-85580.19">9641 9995 10321,'2'-8'630,"-1"2"-450,4 2 0,-1 1 179,2 0-269,5-2 90,-2 1-90,5-1 90,4 1-90,-3 0 0,5 0 0,-6 2-90,1 2 90,0 0 0,1 2-90,-2-1 0,0 3 90,0-1 0,3 6-90,-6-1 0,2 4-3277,-7-1 3162,-1 1 90,-3 2-65,-3 2 0,-1 2 0,-5 3 90,-2 2-179,-10 12-572,4-8 661,-5 6-90,1-5 180,6-9 2597,-2 3-2597,8-11-90,1-1 122,1-1-122,0-1 90,3-2 0,0 0 862,4 0-862,1-2 406,4 0-406,1-4 0,2 0-90,2 0 90,1-1 0,12-2 0,-6 1-784,9-1 784,-9 2-180,2-1-90,-1 0-89,-1 0-91,-2 0-2339,4 0 2789,-6 1 0,8-1 0,-5 1 0</inkml:trace>
  <inkml:trace contextRef="#ctx0" brushRef="#br0" timeOffset="-85000.19">10694 10105 10231,'-1'-10'720,"-1"3"-450,0 0-1,0 2-89,-1-1 0,0 2 90,0-1 0,-4-1-180,2 3 90,-3-1-90,2 3 90,-5 3-180,1 1 90,-3 3 0,3 2-90,-1 2 89,0 2-89,1 1 90,-1 8 0,2 3-90,1 0 90,4-4-90,3-5 0,3-2 0,0 0 90,5 3-90,0-4 0,5 2 0,-2-6 0,9-1 0,-5-3 0,8-1 0,-5-3-293,0-2 293,1-2 0,3-3 0,-1-2-573,2-3 662,-2-2-89,-1-2 0,-2-3-89,-2 0 89,-2-3-281,-3 2 281,-3 0 0,-3 2-88,-3-2 88,-6-9 0,-3 5 0,-2 4 0,-2 1 0,-5-1-382,-10-3 382,7 15 0,1 4 296,0 4-386,2 4-539,-10 11 89,8-1-795,-8 9-374,13-4-360,1 1 2069,3 1 0,2 6 0,2 1 0</inkml:trace>
  <inkml:trace contextRef="#ctx0" brushRef="#br0" timeOffset="-84500.19">11407 10082 10861,'-5'-5'270,"-1"0"-90,2 2-1,0 0 1,-2 1-90,1 0 90,-1 0 0,-1 2-90,0 0 0,-1 1 0,0 2 180,-6 4-270,2 1 90,-4 4 0,4 1 0,-1 2-90,-1 3 90,1-1 0,-1 6-90,5-7 89,0 4-89,5-7 0,1-1 90,3-1 0,3 4-90,7 1 90,7 0-90,2-4 0,2-5 0,-3-4 90,-1-1-357,2-2 267,0-2 0,4-2-868,1-2 868,3-3 90,1-2-90,1-3 0,-2-1 0,-1-3 0,6-8 0,-11 4 90,5-8-90,-13 7 0,-4 2 0,-3 0 0,-5-5 0,-3 6-504,-6-5 504,-4 7 0,-6 1 0,-3 4-644,-5 3 644,-2 3-180,-1 5-180,-3 3-89,-3 5-271,-1 3-1169,-3 6 250,19-7 1,0 1 1552,1 1 0,-1 1 0,-8 4 0,-2 3 0,-1 1 0,0-1 0</inkml:trace>
  <inkml:trace contextRef="#ctx0" brushRef="#br1" timeOffset="-82210.19">7832 10907 16056,'-6'-3'-479,"0"0"-342,1 2 616,1-1 126,-1 0 66,0-1-109,0 1 225,-1 0-595,2 0 358,-1 0 258,0 1-15,-1 0 7,0 0 103,-1 1 118,0 2-120,-1 0 199,-5 4-103,3 1-112,-4 4 6,4-1-191,0 2-100,1 2-78,0 1-4,2 1-159,0 1 15,1 0-10,2 0 131,1 0-90,2-1 28,1 0-16,2-2-18,6 8 46,-1-7-16,7 5 77,0-6 104,0-3 80,3-1-140,0-4 139,-1-1-24,2-3 80,1-1-42,13-4 58,-6-2-166,10-4-34,-12 0 78,0-3-758,-2-1 743,-2-2-10,-1-1-4,-3-2-10,-2-1-373,-3 0 364,-2 1 93,-4-1-45,-2 2 45,-2-1 89,-3-1-178,-2 1 178,-9-14-84,1 12 240,-8-10-227,-8 10 403,4 8-396,5 5 1,-2 1-145,-11 4-688,1 3 616,2 6-82,9 1-403,1 3-697,4 0 599,4 0 821,4 1 0,3 6 0,1 1 0</inkml:trace>
  <inkml:trace contextRef="#ctx0" brushRef="#br1" timeOffset="-80770.19">8960 10907 10832,'1'-8'353,"-1"0"-253,-1 2 72,0-1-48,-1 2 138,1 0-103,-3 1-47,1 2-89,0-1 123,-3 3-33,2 0 113,-1 2-120,1 1 51,0 1-172,0 1 53,-1 1-102,0 2-10,0 1 41,0 2-107,0 1 28,0 2 17,0 2 185,-1 9-90,3-7 0,-1 7 0,4-9 90,0 0-90,2-1 0,0 0 0,2 0 0,2 0 0,0-1 90,2-2-90,0 0 0,1-2 0,1-2 0,0-1 0,1-1 0,0-1 0,7-1 0,0-2 0,2 0 0,-1-4 0,-5-1 0,0-2 0,1-1 90,-2-2-90,5-7 0,-5 3 0,1-6 0,-3 0 0,0-6 0,-2-4 0,-2 2-1395,-3 2 1395,-2 8 0,-3-7 0,-3-1 0,-1 0-646,-2 3 646,-1 8-115,0 2 115,-2 1 1275,-1 2-1275,-1 2 0,-3 2 0,-1 1 0,0 3 0,0 1-180,-2 3 0,1 0-90,0 3-90,0-1-90,3 3-359,-1 0-720,3 1 1529,0 3 0,1 2 0,-1 4 0</inkml:trace>
  <inkml:trace contextRef="#ctx0" brushRef="#br1" timeOffset="-73580.19">9919 10878 10051,'0'-9'2007,"-1"0"-1189,1 2-349,0 0-87,0 1-70,0 0 67,-1 0-33,1 0 464,-1-2-454,-1-1-220,0 0 5,0 1-123,0 4-64,-1 0-36,0 1-140,-2 3-93,-2 1 6,0 2 90,-2 2 64,-1 3-37,0 2 195,-2 5-703,0 3 917,-1 4-251,1 0-9,3 2 31,1 0-143,3-1-216,3 8 141,4 0 90,2-10 1,0 0-153,7 10 371,9 1-90,-6-17-2,5 1-1,-4-9 0,2-1-2,-1-2 16,3-2 0,-1-2 0,1-1 0,4-3 0,0-1-609,3-2 609,-2-3 0,-2-1 0,-2-2 0,-3-3 90,-3 0-90,-3-2 0,-4 1 0,-3 1-189,-2-2 189,-3-1 594,-2-3-594,-11-14 0,-1 5-583,3 11 0,-2 2 493,-11-8 90,-3 3-371,0 5 371,1 3-90,1 4 0,1 5-180,3 1-348,1 5 168,2 1-89,-1 5-540,2 0-2198,-4 8 3264,9-3 0,-1 9 1,6-3-1</inkml:trace>
  <inkml:trace contextRef="#ctx0" brushRef="#br1" timeOffset="-72650.19">10611 10865 9871,'4'-8'3276,"-2"2"-2061,1 3-621,-1 0-271,2 0 125,-2 0-293,4-1 54,-1 0 339,3-2-706,1 1-143,1-1 231,3 0-78,0 0 61,0 0 56,9-3-93,-7 4 52,6-1-47,-8 3-68,0 0 97,-1 2-130,-2 0 72,1 2-90,-2 0 969,-1 2-198,-1 1 0,-1 7-387,-3-1-122,-2 6-67,-5 3-543,-2 1 564,-4 6-1612,0 0 929,-3 0 223,1 0 248,-1 0 149,1-2 199,0-1-197,1-4-137,1-1 184,2-5 90,0-1-21,3-3 294,0 0-474,1-2 924,0-1-923,1 0 327,0-1-345,2-1-11,3-1 93,1 0 87,3-3 7,1-1 1,1 0 90,2 0-92,2-2 2,4 0 3,0 1-238,3-2 230,1 2-7,3-1-2,0 1 2,1-1-1,-1 0 1,-5 1-179,6 0-91,-8 0-90,2-1-182,-7 2-178,-2 0-991,-1 0-269,-3 0 2037,0 1 1,-2-1 0,-2 1-1</inkml:trace>
  <inkml:trace contextRef="#ctx0" brushRef="#br1" timeOffset="-71170.19">11539 10853 10501,'2'-7'3276,"0"0"0,-2 2-2033,1 0-390,-4-1-644,2 2-46,-4 0-527,1 2 921,-2 0-1250,-3 0-370,1 2-160,-3 1-140,2 1 552,-1 1-23,0 1 588,-1 2 298,-1 1 167,1 2 29,-1 2 196,0 1 103,2 1-220,0 1-11,-1 3-34,3 0-33,0 1 28,3-2-301,2-1-13,1-1-21,3 7-24,5 2-12,2-1-153,2-2-98,0-8-96,2-1 67,0-2-35,0-2-28,1-1-16,0-1 55,0-1 108,2-2-42,1-1 65,0-1 260,0-2 1,1-1 2,-1-2 3,2-4 2,1-1 1,7-11 4,-7 2 1,3-7-768,-10 5 771,-2 0 0,-3 0-432,-3-1 432,-3 1 1,-3-5-3,-9-13-2,0 7-564,1 10 0,-1 2 559,-6-5-3,-4 2-135,-1 6 129,-2 2-2,-2 6-610,1 3 428,1 4-180,-2 4-88,1 4-267,-2 3-366,2 4 1093,-6 9 0,5 1 0,10-8 0,0 0 0</inkml:trace>
  <inkml:trace contextRef="#ctx0" brushRef="#br1" timeOffset="-67160.19">8120 11688 5596,'-6'-8'3276,"0"1"0,0 0 0,-1 2-2641,0-1-591,-2 1-412,-1 1 8,-2 0 2952,-2 1-1867,-1 1 494,-1 1-202,-3 1 747,-3 2 43,-3 2 340,-3 4-275,0 2-1612,-1 4-302,-1 2-161,11-1 0,0 1-438,-7 7 135,10-6 0,2-1-711,-2 8-214,3 1-39,2 0 33,4 8-106,3-10-36,3 7-6,3-12-268,3 0 339,1-1 315,3-2 505,0 0 340,3-3 657,1-2 407,1-2 589,2-2 733,0-2 99,18-6 312,1-6-1255,-14 3 1,-1-1 904,15-11-663,-12 2-430,7-12-740,-9 5-404,5-9-411,-12 7-795,-2-1-371,-3 0-158,-4 0 133,-1 3 202,-3 0-25,-4-7-130,-8-4 256,-1 4 383,-4 4 557,3 15 775,1 2 547,-2 4 477,-6 5 761,1 4 311,-3 4-865,7 4-934,2 2-351,4 2-319,1 2 1,1 7-1,2 2 1</inkml:trace>
  <inkml:trace contextRef="#ctx0" brushRef="#br1" timeOffset="-66590.19">8954 11807 5056,'-2'-7'3276,"0"1"0,0 1 0,0 0 0,-1 0 0,0 1-2990,-2 0-713,0 1 1431,-2 1-2902,-1 1-293,0 2 25,-3 1 463,0 3 420,-1 2 594,-3 4 525,-1 2 756,-1 5 362,1 2 716,2 1 103,3 1 42,1 7-85,5-1-2437,2-1-320,6-6-278,3-7 488,1 0-125,3-2 311,2 0-105,1-2 50,2-2 2320,2-2 394,1-2 364,1-2-407,1-1 96,4-4-435,0-1-456,2-2-369,0-3-541,0-3-377,0-4-442,-2-3-406,1-4-370,-6 1-147,-1-3-33,-4-1 691,-7 7 0,-1-2-164,-2-1 1,-2-1-3,0 0 0,-1 0-933,-7-18 182,-3 13 560,-4 4 535,-3 1 410,-3 4 710,-1 4 671,0 4 562,0 5 483,2 5 360,-3 4-852,-8 10-2004,1 10 531,1 2-306,8 3 1,8-1 0,3 0 0</inkml:trace>
  <inkml:trace contextRef="#ctx0" brushRef="#br1" timeOffset="-65840.19">10024 11746 28982,'-6'-6'-3277,"1"1"0,0 1 1645,1 0 1423,-1 0 73,1 2 471,1-1-344,-1 1-789,0 0 1619,-3 1 464,2 1 167,-3 3-449,0 0-244,-1 2-613,0 2-58,-1 3-305,-2 3-501,-2 3-542,-6 12-369,0 6 121,2-1 294,5-3 2,8-11-21,1-2 19,2 0-2,5 5-43,1-6 378,4 5 407,1-8 386,1-1 520,2-1 354,0-1 383,2-2 545,0-2 187,2-1-57,7-3 302,-4-2-285,9-3-3067,7-7 188,-3-3 551,-12 4 0,0-1-673,10-10 81,-2-1-129,-3-3-184,-3-1 73,-4-1 2964,-3 0-72,-4-2-41,-2 0-1740,-4 1-571,-3 1-336,-5-2-161,-3 2 17,-6-5 70,-5 2 719,1 12 0,-2 0 152,0 5 1,-2 1 1043,1 0 0,0 2 1077,-16 2 655,9 9 223,1 3-511,-2 3-1940,-10 9-110,12-2-123,-7 8 0,12-3 0,0 2 1</inkml:trace>
  <inkml:trace contextRef="#ctx0" brushRef="#br1" timeOffset="-62870.19">10888 11607 29154,'1'-7'-3277,"1"0"0,-1 3 0,0 0 0,0-2 2045,0 2 1174,0-3-266,-1 2-1799,1-1 1883,-6 5 2493,0 2 256,-5 5-987,1 1-46,-2 4-286,-2 3 110,0 2-152,-2 5-40,0 1-2497,1 2-475,-3 12 645,6-9 83,-1 8 125,8-12-264,2-4 51,2-2-303,4 6 289,0-7 315,5 5 451,-1-8 480,2-2 432,2-1 554,9 0 706,-4-4 370,7-1 132,-6-3 304,1-3-203,4-2-370,1-2-556,2-1-224,-1-4-715,10-6-336,-10 1-546,7-6-301,-13 5-452,-3-2-113,-1 0 43,-5-1-282,-1 2 125,-4-1-220,-2 1 90,-2-1-260,-4-9 314,-3 5 413,-5-8 406,-4 8 682,-4 2 472,-7 2 707,-4 3 346,-2 2 550,-2 5-1076,11 5 0,-1 1 1133,-13 2-1223,14 0 1,-1 1-421,-6 5-707,2 2 344,1 3 1,0 3 0,0 2 0</inkml:trace>
  <inkml:trace contextRef="#ctx0" brushRef="#br1" timeOffset="-61020.19">11463 11536 5865,'-4'-8'3276,"1"1"0,2 2 0,-1 0 0,1-1 0,0 2 0,2-2-2271,1 1 1454,1 2-2852,1-1-296,0 2-837,2 0-140,0-1-290,2 1-325,6-1-116,-2 3 136,4-2 612,-3 3 406,1 0 374,0 0 230,1 1 202,0 1 488,1 1 70,0 1 380,-1 2 159,-2 1 370,-1 3 415,-3 1-456,-2 9-840,-10 9-273,-3 1-60,-11 6 337,-2-6-10,3-8 1,-2-1-20,4-4 0,0-1-264,-4 5 1,-1-1 363,-6 6 193,10-10 1,-1-1 832,-5 8-289,-2 3-392,11-12-388,4-4-333,1-1-20,3-2-255,1-1-344,3-1-681,3-2 923,2 0 873,9 0 846,0-2 287,16-1 259,-10-1 319,9-2 209,-7 1 637,3-1-888,2 1-851,2-1-823,-1 1-302,-3 0-329,-2 1-2985,-1 0 0,-1 0 0,-1 1 2457,0 0 1,6 1 0,1 0 0</inkml:trace>
  <inkml:trace contextRef="#ctx0" brushRef="#br1" timeOffset="-60830.19">12182 11920 7305,'1'-9'3276,"0"1"0,0 3 0,0 0-2457,0 0 0,-1 2 0,0 0 0</inkml:trace>
  <inkml:trace contextRef="#ctx0" brushRef="#br0" timeOffset="-55910.19">7915 12631 7533,'-9'-5'359,"1"0"-269,0 2-90,0 0 90,-1 2-90,1 0 90,-8 3-90,5 1 90,-8 3 0,4 4-90,-1 4-590,-2 4 679,3 3 1,1 1-90,1 2 90,3 1-90,2 2 90,2-2-90,3-2 90,3-1 0,1-1-90,4 1 90,2-1-90,3 1 90,3-3-90,2-3 90,0-3-90,1-5 0,0-2-225,1-3 315,2-2-90,2-4-602,2-2 602,1-5 90,1-2-90,-3-2 0,-2-4 0,-1-2 90,2-15-90,-12 14 0,-1-1 0,0 0 0,-2 0 45,-2-1 0,-2 1-45,-3-10-739,-3 0 739,-4 2 90,-2 1-90,-4 3 510,-2 3-420,-10 0-90,5 10-149,-6 2 239,7 10 390,-2 5-569,0 5-91,-1 4-630,-3 14-176,10-3 716,0 9 270,13-10 0,5 6 0,4 0 0</inkml:trace>
  <inkml:trace contextRef="#ctx0" brushRef="#br0" timeOffset="-55410.19">9121 12619 8702,'-7'-8'360,"-1"1"-180,4 2-90,0 2 0,0 0 179,-4-1-89,0 3-90,-2 0 0,-1 2 90,-1 2-90,-2 2 0,-4 4 0,0 2 0,-4 4 0,3 1-873,0 4 873,2 2-90,2 1 90,1 2 0,3 1-517,3-1 427,2-1 90,4-3-90,2-1 90,5 8-1,2-5-305,5 5 216,3-9 90,8 3-632,-5-9 542,7 0 0,-9-9 657,0-2-657,1-3-90,1-2 150,2-3-60,-1-2 0,2-4 89,-2-2 42,-3-3-41,0-15-180,-5 5-1174,-2-11 1264,-7 8 0,-2 0 0,-5-2-610,-1 9 1,-2 0 609,-4-10-185,2 12 1,-1 0 94,-15-8 90,4 10-90,-14 0 1,14 15-446,-4 5 266,8 6 618,-4 13-1519,7-2 1170,2 18 0,13-7 0,3 9 0</inkml:trace>
  <inkml:trace contextRef="#ctx0" brushRef="#br0" timeOffset="-54900.19">10128 12681 9062,'-6'-6'450,"1"0"-271,1 3 91,0 0 90,-4 0-270,1 1 90,-4 1 0,1 1-90,-2 2 90,0 1-90,-2 2 0,-3 2 0,0 3-90,-1 2 89,0 3 1,3 1 0,-3 11-559,6-7 469,1 7 90,7-11-90,1 1 90,4 0-90,1 0 0,3 0 0,3 2-90,3-2-90,12 5 90,-4-8 0,6 1-571,-6-10 571,0-1 0,1-3 526,0-2-436,3-2-90,0-4-545,1-3 546,-2-3 89,-1-4-170,1-13 259,-6 4-89,-1-12 233,-9 9-188,-5 7 0,-2-1-1174,-3-12 1129,-1 11 0,-1 1 90,-8-9-90,-2 2 0,-3 4-302,-1 4 302,-2 5 0,-2 4 70,1 4-70,1 5 0,-1 6-379,1 4 200,-1 6-811,-2 14-179,12-4 179,-1 9 990,13-9 0,4 9 0,3 2 0</inkml:trace>
  <inkml:trace contextRef="#ctx0" brushRef="#br0" timeOffset="-54440.19">11065 12725 9512,'-11'-15'809,"3"5"-629,-1-1 360,2 3-360,3 2-1,-2 0 1,2 2 0,1 1 0,-3 1-90,0 2 0,-1 1 0,-1 3 0,-1 2-90,-1 2 90,-1 2 0,-2 5-90,1 1 90,-1 5-90,1 1-488,3-1 488,0 0 90,4-2-358,2-1 268,3-1 0,5 11 0,3-7-90,6 7 0,2-11 0,3-1 0,2-4-90,13-2 90,-9-5-806,8-2 806,-9-5 90,-1-2-90,2-4 90,-2-3-90,-2-2 90,-2-2 0,-4-5 0,-2-2 380,-2-17-380,-6 7 0,-4 3 0,-2-1-624,-6-8 624,2 14 0,-1 0 0,-8-11 0,1 6 0,-3 2 0,0 6 0,0 4 0,0 6-90,2 4-90,1 4-449,-5 8 89,5 1-899,-3 8 688,7 0 751,4 2 0,1 10 0,2 1 0</inkml:trace>
  <inkml:trace contextRef="#ctx0" brushRef="#br0" timeOffset="-54030.19">11656 12723 10141,'7'-15'630,"-1"1"-90,2-1-181,-4 4-89,1-1 0,-3 5 180,0 1-270,-5 0 0,0 3-1,-4 2 1,-1 2-90,-2 3 0,0 2 90,-3 5-90,-1 3 90,-5 13-90,6-4-90,-1 7 90,7-9 0,3 5 0,5 0-90,1 0 0,5-5 0,1-7 0,4-2 90,1-2-90,3-3-560,3-2 560,1-3 0,6-2 0,1-4 0,4-3-995,1-4 995,-1-4 0,0-5 0,-4-4 0,-3-2 0,-12 4 0,-1-1 0,2-13-1454,-7 12 1,-2-1 1453,-6-13 0,-6 0-363,1 17 0,-2 1 363,-1 1 0,-1 0 0,-2 2 0,-1 0 0,-1 2 0,-1 1-369,-17-9 9,1 7-90,0 7-359,1 7-720,9 7 0,-1 1-450,-8 7 2268,10-3 1,2 2 0,-4 12 0,2 2 0</inkml:trace>
  <inkml:trace contextRef="#ctx0" brushRef="#br0" timeOffset="24299.81">10210 211 10951,'5'-7'3238,"-2"0"-2878,-4 2-180,-3 1-1,0 2-89,-1 0 90,0 1-90,-1 1 0,-1 0 0,-1 1 0,-1 1-90,-2 1 90,1 1 0,-1 1-90,0 2 0,1-1 90,1 2-90,0-1 0,2 1 0,1 1 0,1-1 0,1 1 0,3-1-90,1-1 90,2 3 0,1-2 0,2 1 0,0-4 0,4 0 0,1-1 0,0-1 0,0-3 0,-3-2 0,0 0 0,0-2 0,0 0 0,0-1 0,1-4 90,-1 0-90,0-1 0,-2 0 0,-2 5 90,-1 0-90,0 0 0,0 0 0,-1 10 0,0-1 0,-1 11 0,0 1 0,0 4 0,0 7 0,0-4 0,0 1 0,0 16-911,0-13 1,0-1 1000,1 9-180,0 0-448,0-5 538,0-3-90,0-5 180,0-4-90,-1-3 0,1-2 0,-1 2 1685,1-4-1685,-3 1 764,0-6-764,-4-3 0,0-3 0,-3-3 0,1-2 0,-2-2 0,-2-1 0,0-3-221,-4-1 221,1-2 0,-1 0 0,2 1 0,-1-1 0,4 4 0,-1-1 0,5 5-89,3 1-1,0 1-90,2 0-50,6-4-399,5 2 179,4-2-90,2 0-89,-1 3-271,1-1-1288,4-1-420,2-2 2608,2 0 0,4-3 0,1 0 0</inkml:trace>
  <inkml:trace contextRef="#ctx0" brushRef="#br0" timeOffset="24859.81">10473 337 11311,'-8'-1'2428,"2"-1"-2248,12 0-90,-3 2 90,8-1-180,-4 3 90,-3 0 0,2 4 0,-4 1-90,0 3 90,-5 5-90,-1 0 0,-4 7-90,-2-3-541,-3 2 631,0 1-90,-1-1 90,1-1 0,0-2 0,1-2-90,0 1 90,4-6 0,0 1 0,2-4 0,3-2 0,9-8 721,0-2-721,9-8 0,-3 0 0,3-2 90,11-14-90,-6 8 0,7-11 90,-9 12-1052,-1-2 962,1 3 0,0-2 0,-6 7 0,1 0 0,-8 7 0,0 1 0,-1 3 0,-1 7 0,-3-1 962,-2 15-962,-2-5 0,-1 5 0,1-4-90,2 0 90,-1 0 0,1-1-180,1 5 90,1-6-90,1 4-360,3-4 270,1-4 1,2 0-181,0-4 0,2-2-180,0-1-1079,0-1-449,2-2 2158,1 0 0,7-3 0,2 0 0</inkml:trace>
  <inkml:trace contextRef="#ctx0" brushRef="#br0" timeOffset="25399.81">11092 320 10591,'-9'2'3276,"18"-1"-2774,-3-1-232,14 0-90,-9-1-91,0-1-89,5 1-269,-4-1-1,3 0-90,-7 0-90,-1 1-179,0 0-2070,-2 1 2699,0 0 0,-3 3 0,0 0 0</inkml:trace>
  <inkml:trace contextRef="#ctx0" brushRef="#br0" timeOffset="25589.81">11106 455 10681,'-2'8'1619,"2"-2"-1349,3-2 0,2-3-90,1 0 179,6-1-179,-1-1-180,5 0-90,-3-1-180,1 1-89,0-2-181,0 0-360,-1 0-809,0-1-449,-1-1 2158,0 0 0,5-1 0,0-1 0</inkml:trace>
  <inkml:trace contextRef="#ctx0" brushRef="#br0" timeOffset="26309.81">11879 382 10951,'-2'-8'629,"0"1"-359,0 1 0,-2 0 0,0 0 90,-1-1 89,-4-2 91,-3 0-360,-1 1 0,0 1-90,3 4 90,0 1-90,0 1 0,0 1 0,-1 2 90,0 1-180,0 2 89,1 1 1,0 1-90,1 2 90,1 0-90,1 3 0,2-2 0,1 2-90,2-2 90,2 0-90,1 0 1,1-1-1,6 3 0,-1-4 90,5 0-90,-3-5 90,2-1 0,0-2-90,1 0 90,0-1 0,0-2 0,2-1 0,-1-1-90,0-1 90,-1 0 0,-3-1 0,1 0 0,-2 0 90,0 0-90,2-3 0,-4 5 0,2 2 0,-7 7 0,-1 5 0,-2 3 0,-1 3 0,-1 7-1109,-1 6 1109,-1 10 0,1 1 0,2-16 0,0-1-661,1 1 0,0-1 661,-1 1 0,1 0 45,0-1 0,0-1-45,-2 20 0,1-4-166,-1-3 166,1 5 0,0-8 0,0 1 0,1-14 0,0-7 90,0-6-90,-1-3 927,-3-3-927,-1-2 1452,-2-5-1452,-3-4 0,-1-4 0,-2-4-521,-1-3 521,0 1 0,-1-1 0,2 2 0,2 2 0,2 3 0,2 2 90,1-1-90,3 4 0,1-1 0,4 4 0,2 0 0,4 0 90,3-1-180,5-1 90,4-2 739,4-1-919,3 0-90,4-1-1269,-1 0 1180,1-1-271,-2 2-717,-2-2-632,-1 1-719,-1-1 2698,-2 0 0,2-3 0,-1-2 0</inkml:trace>
  <inkml:trace contextRef="#ctx0" brushRef="#br0" timeOffset="26649.81">12335 149 11670,'1'-9'2159,"0"2"-1979,-6 8-90,2 2 0,-9 13 0,3 0 0,-4 7-794,1 0 704,1 2-963,-1 6 963,2 2 90,-1 3 0,2-1-90,3-3 0,2 1 90,1-3-90,4 1 0,2-3 0,2 1 90,2-1-90,2-3-270,6 6-270,3-6-269,7 1 269,-6-13-180,1-4-1169,-6-7-719,-1-1 2608,1-2 0,6-3 0,1-3 0</inkml:trace>
  <inkml:trace contextRef="#ctx0" brushRef="#br0" timeOffset="27229.81">12519 323 11670,'-5'-5'2789,"1"-1"-2609,6 2 89,1 0-89,3 0 90,1 1-180,2-1 270,7 0-270,-2 0 0,6 1 0,-5 1 0,-1 2 0,-1-1 0,-1 2-90,-2 0 0,0 1 0,-2 2 0,-2 5-180,-5 5 0,-6 8 0,-5-1 0,-6 2 90,3-6-90,-1-2 0,3-2 0,-4 3 1,5-5-1,-5 4 90,8-8 0,0 1 0,3-5-90,1 0 180,10-8 0,-2 2 0,9-9 0,-3 3 90,11-12-883,-3 5 793,7-8 0,-6 7 90,-1 1-544,0 0 454,-3 3-120,-2 2 120,-2 3 0,-3 1 0,-1 2 745,-1 1-745,-1 1 486,-1 2-486,-1 2 226,-1 1-226,0 2 0,-2 1 0,0 3 0,-1 2 0,-1 1 0,-2 9 0,0 3 0,1-1 0,0 0 0,2-8 0,0-1 0,1-1 0,1-1-90,1 0 0,1-2-90,2 0-360,5 1 180,-1-4-89,3 1-1,-1-4-360,-1-1-899,0-1-539,1-2 2248,1-1 0,7-4 0,4 0 0</inkml:trace>
  <inkml:trace contextRef="#ctx0" brushRef="#br0" timeOffset="27469.81">13091 347 10771,'-8'1'3276,"14"2"-2954,-1-3-142,12 2-90,-5-2 90,0-1-180,1 0 0,0 0-180,0-1-90,-1 0-90,-1 0-90,-1 0-989,2-2-450,-3 1-809,0-2 2698,-6 2 0,0-1 0,0 1 0</inkml:trace>
  <inkml:trace contextRef="#ctx0" brushRef="#br0" timeOffset="27749.81">13186 259 11940,'-3'-9'3276,"0"2"-3044,6 18-52,-2-3-90,4 14 0,-3-7 0,-1 0 0,0 2-90,-1 0 90,0-1-90,-1 0-90,0 1 0,0-2-90,-1-1-90,1 0-539,0 1 359,0-4-180,1 1-179,-1-5-181,2-1-2287,0-2 3039,3 0 1,-1-2-1,3-1 1</inkml:trace>
  <inkml:trace contextRef="#ctx0" brushRef="#br0" timeOffset="28059.81">13485 164 11490,'-6'1'1889,"2"2"-1709,3 5 0,2 1-90,0-1 0,-1 2 90,1 1-90,0 1 0,0 2 0,-1 3 0,1 1-90,-1 2 90,0 1 0,-1 1-180,2-3-90,-2 7-90,2-7-180,-1 4-89,1-9-91,0-1-270,0-2-899,1-2-449,-1-1 2248,2-1 0,0 3 0,1-1 0</inkml:trace>
  <inkml:trace contextRef="#ctx0" brushRef="#br0" timeOffset="28369.81">13798 442 13649,'4'6'1349,"-1"-1"-1169,0 0-90,-2-1 90,0 4-90,0-2 90,-2 7-90,-2 5-90,-2 1-90,-1 3-90,0-5-180,-1-1-179,-1-1-91,1-1-180,-1-2-359,0-1-720,0-2-719,1-1 2608,0-1 0,-1 2 0,-1 1 0</inkml:trace>
  <inkml:trace contextRef="#ctx0" brushRef="#br0" timeOffset="29089.81">14104 346 11580,'-2'-6'1619,"1"-1"-629,1 3 269,-1-1-1079,-3 6-90,1-1 90,-3 7-90,2-1 0,0 3-90,1-1 0,-1 3-90,2-1 0,-1 1 0,1 0-90,1-1 0,1 1 0,0-1 0,1-1 90,1 0-89,0-1-91,4 1 180,0-3 0,2 1 0,-1-5 0,0 0-90,5-3 90,-2-1 90,4-1-90,-4-2 90,2-1 0,0-1 0,0-2 0,0-1 90,2-2-90,-4 4 0,2-2 0,-6 5 0,-1 1 0,0 2 0,0 4 90,-2 1-90,0 6 0,-2 3 0,-1 5 0,0 8 0,-1 5 0,0 8-977,0-17 1,1 2 1021,-1 0 0,0 0-45,0 3 0,1-1 0,-1 1 0,0 0 0,1 0 0,-1-1-151,1-1 0,-1 0 151,2-2 0,-1 0 0,0 17-915,-1-3 915,0-6 90,0-4-348,-1-6 258,1-4 0,-2 0 90,0-6 1515,-2 0-1605,1-6 319,-1-2-229,-1-3 1041,-4-6-1131,1-1 0,-6-9 9,4 1-9,-2-5 0,0-1 0,0 0 0,-4-11 0,5 11-544,-2-7 544,8 14 0,0 3 0,1 0 0,1-1 0,1 0-90,1 2 90,2 1 0,2 4 344,5-3-434,0 2 474,4-2-564,0 1-90,2 1-90,4-4-179,1 0-1,2-2-359,1 0-1479,1-2 399,0 0 1979,0-1 0,-4 3 0,1-2 0,0-1 0,1 0 0</inkml:trace>
  <inkml:trace contextRef="#ctx0" brushRef="#br0" timeOffset="29449.81">14641 178 10501,'3'-6'2429,"2"6"-2070,-1 2-89,3 5 0,0 0-90,-1 1 0,2 3 0,2 4-610,1 3 610,2 5-912,-1 3 822,0 3 44,-5-4 1,-1 0-45,2 14-45,-3-13 0,-2 2 45,-2 1 0,-1 0-90,-1-6 0,-1 0 45,-4 16 0,-3 0-634,3-16 0,-2-2 454,-2 6 0,-3 0-270,1-7 0,-1-2-224,-8 9-451,-5 2-831,6-14 112,2-2-135,1-4 1934,3-3 0,-3-1 0,0-2 0</inkml:trace>
  <inkml:trace contextRef="#ctx0" brushRef="#br0" timeOffset="30229.81">15372 338 9512,'0'4'3276,"-1"-3"-1605,10 2-1401,-1-3-1,1 0-179,1-1 0,2-1-180,1 1 0,2-1-179,0-1-181,2 1 0,0 0-180,0-2-179,0 1-1470,0-1-509,1-1 2788,1 1 0,5 0 0,3-1 0</inkml:trace>
  <inkml:trace contextRef="#ctx0" brushRef="#br0" timeOffset="31389.81">11787 223 11311,'5'-7'1709,"0"2"-810,-3 1-269,1 2-540,0 4 90,-2 1-91,0 4 1,-1 2 0,0 3-90,-1 3 90,1 9-1192,-2 3 1192,1 7-90,0 2 90,0 2-1306,0 2 1216,1-18 0,1 0 45,-1 1 0,1 1-45,-1 1 0,1 0 0,1 0 0,-1 0 45,1-1 0,0 0-45,0-1 0,1 1-77,0 4 1,1 2 121,0-1 0,-1 0-45,1-3 0,0 0-368,-2-3 0,1-1 458,-1 3-90,-1-2 902,-2-3-902,0 0 90,-2-2-90,0 0 0,-2-1 0,-1 0 0,-1-2 1308,-1 1-1308,-8 6 90,5-8-90,-4 5 0,0-6 0,5-4 3,-7 4-183,7-8 994,-1 1-1084,3-4 0,1 0-179,1-3-1,0 0 0,2-2-179,0-2-91,1-2-1259,1-2-809,3-3 2788,2-3 0,4-10 0,2-3 0</inkml:trace>
  <inkml:trace contextRef="#ctx0" brushRef="#br0" timeOffset="31689.81">11769 647 11311,'-7'-3'629,"1"1"1,1 0 359,1 0 360,-1-1-989,6-2-90,1 2 0,5-3 0,2 2 0,3-2-90,2 0-1,2-1 1,1 1 0,0-1-90,4 0-90,-1-1-90,2 0 0,-2 0-90,-3 2-89,-2-1-1,-1 2-180,-2 0 0,-3 1-89,0 1-1,-1-1-180,-2 2-179,0 0-450,-2 0-1928,-1 0 3151,1 0 1,-2-1 0,1 0 0</inkml:trace>
  <inkml:trace contextRef="#ctx0" brushRef="#br0" timeOffset="32509.81">11847 222 10051,'-6'-3'3238,"1"-1"-3058,5-1 0,0 2 0,4-3 0,-1 3 0,1-1-90,2-1 90,1 0-90,1-1 0,1 0 90,1 0-91,0 0 1,6-3 90,1 1-180,1 0 90,-1 1 0,-7 3-90,3-1 90,0 2 0,2-1-90,-4 2 0,0 2 0,-3 1 0,1 1 0,-2 1 0,-3-1 0,-1 0 90,2 2-90,-1-1 0,0 2 0,0 0 0,-2-1 0,1 2 0,-1-3 0,1 1 0,-1-1 0,0 1 0,-7-7 0,1 0 0,-5-5 0,-1 0-90,-2 2 90,0 0 0,0 1 0,3 1 0,-7 1-90,-1 0 90,-2 0 0,1 2 0,4 2 0,0 0-90,-1 1 90,0 1 0,-1 0 0,-1 2 0,-1 4-837,0 0 837,-2 4-254,3 3 254,2 1 0,1 2-649,2 3 649,2 0 0,2 1 0,3-1 0,1 0 0,3-2 0,1 2-90,1 0 0,2 3 0,3 15-180,0-8-90,-2-8 1,0-1-91,1-1-180,1 4-2158,-1-8 179,0-4 2609,1 2 0,1-3 0,0 0 0</inkml:trace>
  <inkml:trace contextRef="#ctx0" brushRef="#br0" timeOffset="33649.81">15956 95 9332,'8'0'2698,"-2"1"-2248,-2 1 180,-1 1-181,-1 1-89,-2 1-270,-1 2 90,-2 0 0,-2 1 0,-6 4-90,1-1-357,-6 6 357,2-2 0,-2 3 0,0 2-90,0 1 90,1 4-1102,-1 4 1012,5-1 0,-1 4 90,5-2-90,2 2 0,2 1 90,3 0-90,3 1 0,2 0 90,3 4-90,2-2 0,4 3 0,1-3 45,-4-14 0,0 0-45,5 10 0,4 3 0,-9-15 0,-2-4 0,-1-4 317,-3-2-227,-2-2-180,-2-1 90,-1-2 1141,-3 0-1141,-2-1 0,-2-1-90,-2 0-180,-9-1 90,2-2-89,-5 0-91,5-2-90,-1-1 0,0-2-179,1-2-91,1-1-2557,-4-7 2949,6 2 1,-6-11-1,7 2 1</inkml:trace>
  <inkml:trace contextRef="#ctx0" brushRef="#br0" timeOffset="33839.81">15771 513 11760,'1'-9'1170,"1"2"-990,1 4-1,1 0 1,1-1 0,3 1-90,2-1 0,3-1 0,1 1-180,2-3 0,4 1-719,6-3-541,6-4-449,-1 3-1373,0-3 3172,-10 2 0,4-2 0,0-1 0</inkml:trace>
  <inkml:trace contextRef="#ctx0" brushRef="#br0" timeOffset="34139.81">16317 127 11131,'6'-5'3276,"-2"0"-1605,-14 16-1581,2 0-3367,-12 14 2572,7-4 795,-2 6 0,0 4-253,-1 5 253,1 3-45,8-19 0,1 1-370,0-1 0,1 0 325,-4 18 0,4 0 0,3-3-90,2-1 0,2-1-90,2-1-375,3-2 285,2-3-89,2-2-1,3-3-720,7 1 451,-4-8 2062,5-2-2872,-8-9-1838,6-3 3151,-3-3 1,10-6 0,-3-1 0</inkml:trace>
  <inkml:trace contextRef="#ctx0" brushRef="#br0" timeOffset="34699.81">16521 377 12030,'-3'-9'1619,"1"2"-1349,6 3 0,1 1 0,2 0 0,2-1-91,1 0 91,1 0-180,1 1 90,1 0 0,0 1-90,-1 0 0,0 1 0,-2 1 0,1 0-90,-3 3 90,0 0-180,-3 2 90,-2 1-90,-2 1 0,-2 2-90,-3 1 0,-2 3 0,-4 1-90,-1 1-179,-10 6 269,3-6-548,-3 3 548,6-7 90,3-2 0,2-3-90,-1 1-90,4-2 270,6-5 0,8-3 90,6-6 548,12-9-638,-5 4 45,1-2 0,2-1-370,-3 3 1,0 0 324,6-4 0,-1 0 0,-6 6 0,-2 0 0,9-6 0,-13 10 0,-3 2 0,-2 1 0,-3 1 90,0 2-90,-5 7 0,-6 6 0,-3 3 0,-8 12 0,6-9 399,-4 7-399,7-9-90,-1 6 0,3-6 0,0 3 0,4-6-90,2-2 0,-1-2-90,3 1 341,-1-3-431,2 1-629,4-1 179,-1-1-629,2 0 1439,3-4 0,3-1 0,3-2 0</inkml:trace>
  <inkml:trace contextRef="#ctx0" brushRef="#br0" timeOffset="34939.81">17006 408 12570,'1'9'989,"0"-3"-809,-2 1 0,0-2 0,0 2 0,-1 1-90,-1 1 0,-1 2 0,0 2-90,-3 1-180,1 1-90,-2 0-899,-2 2 269,2-4-2377,-6 6 2972,6-9 0,-4 4 0,3-5 0</inkml:trace>
  <inkml:trace contextRef="#ctx0" brushRef="#br0" timeOffset="35769.81">17273 290 11400,'3'-6'3276,"0"0"-3044,-4 15-142,1-6 0,-3 12-180,3-5 0,0-2 1,-1 3-1,1-4 0,1 1-90,0-1-180,2 2 270,0-2-90,2 2 0,0-5 0,1 0 0,1 0 90,0-2-179,3-1 179,-2 0 0,3-2-90,0-1 180,-2-2-90,2 0 90,-4 0 0,0-1 0,-1-1 90,0 0-90,0 0 90,-1 0 0,2-1 0,-3 3 0,0-2 0,-1 3-90,-1 9 90,0-1-90,-2 13 89,-2 14-89,-1-2-338,1-7 1,0-1 337,-1 18-974,1-10 0,1 1 974,0-7 0,-1 0 0,1 10 0,0-2-975,0 9 975,1-20 0,-1 0 0,0 15 0,0-2-534,0-5 624,0-4 328,0-5-418,0 0 90,0-6 1628,0 1-1718,-1-8 1330,-1-2-1330,0-1 846,-1-3-756,-7-6-90,4-1 0,-7-6 0,-1-10 0,3 3 0,-4-9-887,5 8 887,2 2 90,2 1 0,1 2 0,1 0-90,0 1 89,2 1-89,1 1 90,2 0-90,0 1 90,3-1-90,1 0 0,3-1-90,2 0 0,3-1 236,2 0-416,2-2-89,2 0-91,0 1-90,0-2-269,2 2-1945,1-2 595,0 0 2159,4-3 0,-7 5 0,1-1 0,2-1 0,0-1 0</inkml:trace>
  <inkml:trace contextRef="#ctx0" brushRef="#br0" timeOffset="36029.81">17856 175 11490,'0'-10'2339,"1"3"-2069,4 8-90,0 2 180,10 13-180,-3 2-1,4 9-1306,-4 5 1217,-1 4-817,-6-16 0,-1 2 817,0 1 0,-1-1-45,-1 1-1,0 1 46,-3 10 0,-2 1-90,0-8 0,-1-1-45,-3 9 0,-2-1-90,1-11 1,-2-1-91,0 0 0,-2-1-135,1-1 0,-3 0-1034,-6 5 0,-2 0-245,0-2 1,-2-1 1389,2-1 1,-1-2-1,0-2 1,1-2-1,-9 2 1</inkml:trace>
  <inkml:trace contextRef="#ctx0" brushRef="#br0" timeOffset="39999.81">10571 1682 12300,'10'-2'720,"0"0"-451,-1 2-89,3 2 180,8-2-270,-3 1 90,5-1-90,-6 0 0,-1-1 0,-1 0-180,-1 0 0,-2-1-270,-2 1-90,-1-1 450,-2-2 0,-7 2 0,-3-2 0</inkml:trace>
  <inkml:trace contextRef="#ctx0" brushRef="#br0" timeOffset="40189.81">10604 1798 10861,'-5'6'180,"1"-1"539,2-1-359,2 2-90,1-2 0,2 1 0,2-3 179,6 1-359,-2-1-90,6 0-270,-4-2-269,2 0-631,0-2-629,0 1-359,-1-1 2158,-2 0 0,2 0 0,1 1 0</inkml:trace>
  <inkml:trace contextRef="#ctx0" brushRef="#br0" timeOffset="44759.81">172 9705 8072,'-7'1'3276,"1"1"-255,1-1-2392,1 0-629,6 1 90,0-1-90,6 0 90,-2 0-90,0-1 90,2 0-90,2 0 0,1-1 0,3 0 90,2 0-90,2-1 0,5 0 0,14-3 0,-8 1-933,11-2 933,-17 3 0,-1 0-136,-4-1 136,-2 2 0,-4 0 0,-1 0 0,-1 1 0,-2-1 0,0 1 831,-2 0-831,-1 0 238,-1 0-238,0 0 0,1 0 0,-11 3 0,4-1 0,-9 3 0,2 0 0,2-2 0,-4 3 0,3-3 0,-1 1 0,-1 0 0,-6 2 0,4-1 0,-6 1 0,6-2 0,-1 0 0,0 1 0,0-2 0,0 1 0,-1 0 0,0 1 0,1-1 0,2 0 0,-1 0 0,3-1 0,-1-1 0,2 0 0,1 0 0,0 1 0,0-2 0,-2 2 0,4-1 0,-4 0 0,5 0 0,-2 0-90,2 0 90,1 1 0,4 1 0,4-1 0,3-1 0,1-1 0,0 0 0,1-1-90,5 0 90,-4 0-90,10-1 0,-9 0 0,6 0 90,-7 1-89,2-1-1,-1 0-90,2 0 180,-3 1-90,1 0 90,-4 0-90,0 1 90,-2-1 270,2 0-180,-19 0 0,6 0-90,-14 1 89,8 1 1,-1 0 0,-11 3 0,-11 1-90,1 1-783,6-2 0,0 1 873,-4 0-90,-9 1 42,9 0-42,8-2 90,-2 0-90,10-2 0,2 0 90,2-1-90,1 0 0,2 0 0,2 0 0,2 0 0</inkml:trace>
  <inkml:trace contextRef="#ctx0" brushRef="#br0" timeOffset="44829.81">0 9799 14279,'11'-1'-2249,"1"-1"-1028,1 1 2972,-3 0 0,9 0 0,-3 0 0</inkml:trace>
  <inkml:trace contextRef="#ctx0" brushRef="#br0" timeOffset="46519.81">33 9017 10951,'-6'4'2338,"1"-2"-1348,1 1-900,7-1-3367,0 0 2752,4-1 1474,1-2-769,0 0 0,7-1-90,-4 0 0,6-1 0,-3-1-90,2 1 3276,2-1-2980,1 0-296,4 0-616,1 0 616,2 0 0,-3 2 0,-1-1 0,-1 2 0,-1-2 0,-1 1-327,0 0 327,-2 0 0,-1-1 0,-2 1-123,-2 1 123,-1-1 673,-3 1-673,0 0 0,-1 1 0,-1-1 90,-1 0 256,0 0-166,1 0 227,-2-1-407,-5 0 90,-1 0-90,-10 2 0,5 0 90,-3 1-90,2 0 0,-2 0 90,0 0-1,-9 2 1,3-2-337,-5 1 337,3 0 0,-8 1 0,6 0 0,-16 3 0,9-2-90,0 0 90,4-1 0,11-1 0,-1 0-90,4-1 90,0 0 247,2 0-337,0 0 90,1 0-90,0-1 90,0 1 0,2 0-90,5 2 0,1-1 0,6 1 0,0-1 0,0-1-90,9 2-90,1-3 90,2 2-309,0-2 219,-3-1 90,1 1-90,1-1 0,0-1 0,1 1 0,-1-1 90,-1 0-179,6 0-1,-4 1 180,3-2 0,-8 2 0,-5 0 360,-4 0-270,-18 2 90,6-1 129,-15 2-219,8 0 0,-1 1 0,-3 1-90,-3 2-90,1 0-180,-1 1-179,2-1-271,1 0-539,1 1 0,1-2-360,2 1-270,3-2 1979,1 0 0,3-1 0,1 0 0</inkml:trace>
  <inkml:trace contextRef="#ctx0" brushRef="#br0" timeOffset="48539.81">579 9369 13289,'-8'0'990,"1"0"-900,2 1 90,1 0-90,-2 1 0,2-1 0,-3 1-1,2-1 1,-1 0 0,1-1 0,-1 0 0,1 1-90,-2-2 90,1 1 0,-1-1 0,0 0 0,0 0 0,-1-1 0,0 0 0,-5-1 0,3-1 0,-3 0-90,3 0 90,-1 1-90,0-1 90,1 1-90,0-1 90,0 1-90,2-1 90,-1 0-90,1 0 90,0 1-90,1-1 90,-2-2-90,2 0 89,-2-2 1,1-2-90,3 2 0,-3-3 90,3 1-90,0 0 0,0-2 0,0 0 0,0-1 0,0 0 0,0-1 0,0 0 0,1 1 90,1-1-90,-1 1 0,1 0 0,0 0 0,1 1 0,-1-5 0,1 3 0,0-1 0,2 3-90,-1 1 90,1-1 0,0-4 0,1 1 0,-1-2 0,1 4 0,0 1 0,1-2-90,-1 0 90,1-2-90,-1 2 90,0 1 0,1 0 0,0 1-89,1 0 89,-2 1 0,3-4-90,0 0 90,0 0-90,2-2 90,-2 7 0,2-2 0,-2 4 0,2-1 0,-1 1 0,1 0 0,0 1 0,0-1 0,0 1 0,-1 0-90,1 1 90,0 0 0,0 1 0,2-3 0,-2 2 0,1-1 0,-1 3 0,-2 0 0,0 1 0,-1-1 0,0 1 0,0 1-90,3-3 90,-3 3-90,2-2 90,-2 1 0,1 0 0,0 2-90,0-1 0,1 2 90,-1 0 0,1 2 0,-7 0 0,-1 2 0</inkml:trace>
  <inkml:trace contextRef="#ctx0" brushRef="#br0" timeOffset="49049.81">309 8475 11490,'10'3'630,"-2"0"-540,-3-1 90,-1 0-90,1 0 90,1 0 0,3 1-90,0-1 0,2 0 0,-2 0-1,0 0 1,-1-1-90,1 0 90,-1 0 0,0 1-90,-1-1 90,0 1-90,1-2 0,-1 1 90,0 0-90,1 0 90,-3 0-90,2 0 0,-3-1 90,1 2-90,-1-1 90,-2 3-90,-2 4 90,-4 3-90,-1 3 0,-1-2 90,1 0-90,-1-1 0,1 2-90,-2 4-540,-1 2 91,1-2-361,1-1-989,3-7-629,2-1 2518,1-1 0,1-2 0,1 0 0</inkml:trace>
  <inkml:trace contextRef="#ctx0" brushRef="#br0" timeOffset="50999.81">11573 1581 10591,'-7'1'-360,"1"0"630,0-1 180,0 1-1,1 0 1,-1 0 180,2 0 0,-1 0-91,1 0-89,-1 0 180,1 0 539,0 1-270,1 0 1,0 1-2879,0-1 540,2-7-720,-1 1 2159,3-6 0,-1 4 0,-1 0 0</inkml:trace>
  <inkml:trace contextRef="#ctx0" brushRef="#br0" timeOffset="54219.81">11603 1550 10591,'2'-7'3276,"0"0"-1875,-5 4-1311,-1 1 90,-3 1 0,1 1-90,-1 1 0,0 0 0,-1 0 0,0 2 0,-2 0 0,-6 5 0,-2 4 0,-1 2 0,2 1-90,4 0 0,1 1-263,0 2 263,2-2 0,0 7 0,4-8 0,0 6-90,4-8 90,2 0 0,2-1-90,4 5 90,0-5 0,3 2 0,0-5 0,1-2 263,0-1-263,1-1 0,1-2 0,0-1 0,1 0 0,0-3 0,1 0 0,2-1 90,1-2-90,2-3-398,2 0 488,0-4 0,0-1 0,-2-2-90,-3-2 179,0-3-89,-3-1 0,-1-1 0,-3 0 90,-1-9-90,-4 8 0,-1-6 0,-5 3-90,-3 6 90,-8-8-90,0 14 0,-9-2-90,2 10 0,-2 1-90,1 3-90,-2 3 1,-1 2-91,-3 1-180,2 3 0,3-1-1079,-4 5 90,10-3-1748,-5 6 2904,13-7 1,-1 7-1,4-3 1</inkml:trace>
  <inkml:trace contextRef="#ctx0" brushRef="#br0" timeOffset="56959.81">12237 1677 14189,'8'4'450,"-1"-1"-270,-1-2-1,1 0-89,1 0 0,1 0 0,1-1 0,1 1 0,0 0 0,0-1-90,0 0 180,4 0-180,-5 1 90,3-1-90,-6 0-90,-1 0 0,0 0-180,-2 0 0,2 0-359,-1 0-271,1-1-449,-2 1-1928,2-1 2927,-1 0 0,0 0 0,1 0 0</inkml:trace>
  <inkml:trace contextRef="#ctx0" brushRef="#br0" timeOffset="57509.81">12596 1550 10861,'2'-7'1529,"1"2"-1079,0 2-270,2 2-1,0 0 1,1 0 0,0 1-90,1 0 0,1 0 90,1 0-90,0 1 0,2 0-90,-1 0 90,1 0 0,-1 1 0,-1 0-90,0 1 90,0 0-90,-1 0 90,0 1 0,-2 1-90,0 1 90,0 5-90,-4-1 90,0 4-90,-6-2 0,-3 3 89,-4 2-89,-11 11 0,3-7 0,-7 6 0,6-9 0,0 0-622,1-1 622,0-1 0,3-3-90,2 0 47,2-2 43,2-1 0,1 0 0,3-3-90,0 1 90,2-1 620,0-1-620,2 0 46,1-1-136,2 0 90,2-1 0,1 0 90,4-1-90,1 0 0,2-1 0,4 0 0,0-1 0,3-1-402,1 0 402,3-1 0,-1 0-90,0 0 0,-2-1-180,-2 0-90,-2 1-899,2-2 90,-6 0-630,2 0-360,-8 1 2159,0 0 0,-1 1 0,0-1 0</inkml:trace>
  <inkml:trace contextRef="#ctx0" brushRef="#br0" timeOffset="59609.81">13764 1553 10771,'3'-6'719,"0"-1"-89,-2 3-180,-1-2-180,-2 1-90,-2 2-90,-3 3-1,-1 2 1,-2 4 0,1-1-90,-2 3 90,0 2-90,-2 3 90,-1 2-90,-2 4-835,1 0 925,0 1-90,1 2-269,3-3 179,1-1 90,2-2-180,2 4 90,3-5 90,1 4-90,7 1 0,0-5 90,4 3 0,0-7-90,1-1 901,1-2-811,1-2 294,1-1-294,9-2 90,3-2-1,1-2-817,-1-2 908,-4-4 0,-3 0 0,4-4-1,-5-1 1,1-4 14,3-11 166,-5-6-180,-3 1-868,-8-1 778,-7 9 0,-2-1 0,-4-4 0,-3 3 0,-2 1-180,-4 3-90,-4 4-90,-2 3-89,-3 2-271,-3 6-180,-2 2-629,-2 5-200,6 3 1,-1 2 1496,6 0 1,0 1 0,-3 1 0,-3 2-1,1 0 1,-7 5 0,0-1 0</inkml:trace>
  <inkml:trace contextRef="#ctx0" brushRef="#br0" timeOffset="61569.81">14950 1615 10501,'6'-4'720,"-1"-1"899,-2 3-720,0-1-809,-5 0 90,0 1-90,-7 1 0,3 2 0,-1 0-90,0 2 90,-2 1 0,-5 5-90,1 0 90,-4 4-521,2 1 431,1 1 90,-1 2-90,1 2 0,1 0 0,1-1 0,3 0 0,1-1 90,2 0-90,1 6-90,3 1 90,4 6 0,3-7 0,2-3 0,2-7 0,0-2 0,1 0 0,0-4 0,1 1 0,1-3 0,1-1 0,0-1 0,1-2 0,7-1 0,-4-1 0,6-3 521,-7 0-431,10-6-1,-6 0-739,7-6 740,-10 1 0,-1 0 0,-4-1 90,3-10-90,-7 7-90,3-9 90,-8 9 0,-1 0 0,-2 0-359,-2 1 359,-1-1-90,-2 2 0,-1 0 90,-2 3-90,-2 0 0,-3 0-90,-1 3 90,-3 1-450,-17 1-625,12 6 806,-14 0-59,17 4-32,0 2-43,0 1-136,1 1-91,1 1-180,1 2-989,2 0-539,1 0 2338,3 2 0,0 1 0,1 3 0</inkml:trace>
  <inkml:trace contextRef="#ctx0" brushRef="#br0" timeOffset="62779.81">15885 1644 10771,'-8'-5'899,"0"1"-719,3 3-90,-2 2 0,1 0 0,-1 1-90,1 1 90,-1 0-90,0 1 90,0 1-90,-1 0 90,1 2-90,0 1 0,-1 1 90,-3 6-90,3-3 0,-2 6 0,4-6 90,-2 8-90,3-6 0,0 6 0,2-7 0,3-1 0,-1 0 0,2 5 0,3 0 0,-1 1 0,4-4 0,-1-4 0,1-2 0,1 0 0,1-1 0,1-1 0,1-2 0,1 0 0,0-1 0,2-1-90,0-1 180,1 0 0,8-2 0,-6-1 0,8-2 90,-8 0-369,0-2 369,2-3 270,7-7-360,-7 0 90,-4 1 0,-2-2 0,1-5-792,1-9 702,-8 8 90,-3 0-90,-2 0-87,-3-2 177,-6-12-180,-2 6-1335,-6-6 1425,0 14-90,-2 2-67,-1 4 67,-13-3-90,6 8-31,-7-1-59,10 9 0,2 2-281,0 2 101,0 2-90,-3 2-90,1 1 803,-2 3-1072,4 1-990,4 0 1799,0 4 0,3 2 0,-1 4 0</inkml:trace>
  <inkml:trace contextRef="#ctx0" brushRef="#br0" timeOffset="67629.81">16739 1548 12210,'-7'5'180,"1"-1"-180,2-2 90,0-1-90,0 1 0,-1-1 0,0 1 90,1 0-90,-2 1 0,1 0 0,0 1 0,-1 0 0,0 1 0,0 2 90,-4 4-90,3-1 0,-4 6 0,3-4 0,-2 9 0,2-4 0,-2 11 0,5-5 0,0 0 0,3 4 0,3-11 0,3 5 0,0-7-90,3-1 90,0 0 0,2-1 0,1-3 0,3 1 0,-1-2 0,3-1 90,0-1-90,1-2 0,1-1 90,1-1 90,-1-1-90,0-2 89,0-1 1,1-3 0,2-1 0,-1-3 270,11-11-270,-9 3-1703,5-8 1703,-11 3-327,4-15 282,-11 16 0,-1-2-90,0 1 0,0-1-410,-3 0 0,-1 1 455,-3-8-46,-3 8 1,-2 1 45,-4-10-90,-8-7-90,-2 17-13,1 8 1,-2 2-78,-2 2 0,-2 2 0,0 0 0,-1 2 233,-1 4 0,0 1-503,-11 7-179,-3 3-1,3 3-636,1 3-373,16-5 1,0 1 1520,-9 9 0,10-7 0,2 1 0,-9 8 0</inkml:trace>
  <inkml:trace contextRef="#ctx0" brushRef="#br0" timeOffset="88049.81">11614 2421 8972,'4'-6'1079,"2"2"-539,-2 2-270,1 2 180,-1-2 359,-1 0-269,0-1-1,-2-1-449,-2-1 0,0 1-90,-3 0 90,-1 2 0,1 0-90,-5 0 0,4 1 90,-3 0-90,1 0 90,1 0-90,-2 2 0,1-1 0,1 2 0,-1 1 0,1 0 90,1 1-90,-2 2 0,-2 5 0,2-1 0,-2 6 0,3-3 0,-1 3 0,0 0 0,1 0 0,1 0 0,-1 1 0,2-1 0,0 0 0,2-1 0,0-1-90,1 0 90,2-1-90,0-1 0,2 0 90,0 0-90,1-1 90,2-1-90,1-1 90,2-2-90,1 0 90,1-2 0,2 0-90,1-2 90,0 0 0,2-2-89,-1 0 89,2-2 0,1-1 0,1-1 0,-1-2 0,0 0-90,1-3 180,-1 1-1,5-7 1,-4-3 0,-3 0 0,-5-2 0,-6 5 0,-3-1 0,-2 0 0,-1-1 0,-4-2-588,-1-2 588,-4 1 0,-2-3-90,-3 3 90,0 1-90,-2 2 0,-1 1 90,1 2-90,1 3-49,0 1 139,3 3-90,-1 0 0,1 3 0,1 0-90,0 3-90,2 0-450,-3 4 181,3 0-91,-1 2-2069,6 3 766,2-1 1843,2 3 0,4 2 0,1 2 0</inkml:trace>
  <inkml:trace contextRef="#ctx0" brushRef="#br0" timeOffset="90289.81">836 10093 10141,'-3'-5'1799,"0"0"-1709,-3 6 0,1 0-90,-1 2 0,1-1 90,0 1-90,-2-1 90,0 1 0,-2-1 0,-2 1-90,1-1 90,-2 1 0,0-1-90,-2 0 90,1-1-90,0 0 90,0-1-90,0-1 90,-6-3-90,5-2 90,-5-2-90,6-2 0,-1-3-381,1 0 471,0-5-90,1 2 0,1-4 0,2 0 0,1-1 0,1 1 0,2 1 0,1 0 0,0-6 0,2 6-95,0-6 95,2 8 0,2-10 0,0 6-657,2-10 657,0 8 0,7-13 0,-2 9-924,3-7 924,-3 12 0,-1 3 317,0 3-317,0 1 0,-1 2 0,0 0 82,-1 2-82,1 0 619,0-2-619,-1 3 0,1-2 0,-3 6 0,1 0 1039,-1 0-1129,0 2 0,-1-1 0,1 1 0,-1 1-180,-1 0-180,1-1-539,-1 2-2288,2-1 3219,-1 5 0,-1-2 0,0 3 1</inkml:trace>
  <inkml:trace contextRef="#ctx0" brushRef="#br0" timeOffset="91859.81">1448 10065 10141,'-10'-2'450,"0"1"-270,6-1-90,-1 0 0,1 0 0,0 0 90,-1-1-90,-1 0-1,1-1 1,-2-1 0,1-1 0,-2-1-90,-1-2 180,-4-8-180,0 0-775,-4-8 775,4 1 90,-4-13-90,5 8-983,-2-9 1073,6 11-90,1 1 0,2 1 0,1 3 0,1-8 0,1 10-597,1-7 597,1 10 720,1 0-720,0 1 90,4-9-90,-2 6 599,3-6-599,-2 10-90,1 0 90,-1 2 0,1 2 697,-1-1-697,1 2 0,0 1 0,0 2 339,0 0-339,0 0-90,0 1-180,2 0 0,0-1 181,-2 2-271,1 1-90,-2 1-809,0 0 1259,2 3 0,-4 2 0,-1 4 0</inkml:trace>
  <inkml:trace contextRef="#ctx0" brushRef="#br0" timeOffset="92729.81">2395 10133 8972,'-8'3'360,"2"0"-90,-2-1 89,3-1-269,-4 2 270,5-2-180,-3 0 180,2-1-270,-2 1 90,2 0-1,-1 0-89,1-1 0,-1 0 0,0-1 90,-2 0-90,0-1 90,-6-3-90,-5-4-90,-2-3 90,-2-2 0,3 0-499,1-3 409,-1 0-718,1-4 718,0-1-1010,1-4 1100,1 0-90,6 5 0,0-2 0,-2-9 0,4 9 0,2 0 0,-1-8 90,3-3-90,2 0 0,3-1 0,0-1 0,2 2 0,2-1 0,0 12 0,0 0 0,2-11-192,1 7 1,0 1 191,6-10 0,0 2 0,-1 7 0,-3 13 129,2-4-129,-2 5 0,1-3 0,-3 7 694,1-1-784,-1 2 1246,1 0-1156,-3 3 388,-1 1-388,1 0 243,0 1-243,0 0 0,1 0 0,-3 2-90,3 0 90,-2 1-90,1 2-90,-2-1-180,-1 3-269,0 0-271,-3 1-539,-1 1 90,-1-1 1349,0-2 0,-2 2 0,-1 1 0</inkml:trace>
  <inkml:trace contextRef="#ctx0" brushRef="#br0" timeOffset="93929.81">12648 2478 9871,'5'-3'1170,"0"-1"-631,-3 1 541,0-2-541,-2-1-179,-2 2-90,-2-1-90,-1 4-90,-1 1 0,-2 3 90,-1 2-90,-2 3-90,-4 5 90,-1 2 0,-3 5 0,2 1 0,-7 13-1729,14-15 1,1 0 1669,-1 0 1,2 1-32,-3 15-32,8-13 32,8 10 0,2-9-662,8 7 662,1-10 0,5-3 0,2-3 0,4-3 0,1-3 0,2-3 90,-2-3-90,2-3 0,-2-2 0,1-2 90,-2-3 0,-2-2 0,-1-2 0,-4-2 0,-2-3 0,-2-2-309,-5-2 309,-2-1 90,-4 0-90,-3-1-90,-4-3 89,-3 0 2136,-4-2-2225,-2 3 90,-2 3-90,-2 2 90,-3 4-180,0 3 0,0 4-90,1 4 38,2 3-218,0 2-90,0 2-89,2 2-91,1 1-269,2 2 409,4 0-1309,2 1 1799,6 4 0,7 2 0,6 5 0</inkml:trace>
  <inkml:trace contextRef="#ctx0" brushRef="#br0" timeOffset="94229.81">13437 2648 11221,'-6'-3'1529,"-1"-1"-720,3 2 91,0-1 269,0 1-989,8-1 0,0 0 0,7 0-90,0 1 90,2 0-180,0-1 0,1 1-90,0-1-90,0-1-180,0 2-90,-1-2-179,0 2-181,-2-1-539,-1 1-1709,2-1 1079,-5 1 1979,2-1 0,-4 2 0,0 1 0</inkml:trace>
  <inkml:trace contextRef="#ctx0" brushRef="#br0" timeOffset="94689.81">13814 2442 10591,'-1'-6'540,"0"0"-91,0 2-179,2-1 0,1 2 0,2 1 0,1 0 0,2 1-1,0 1-89,2-2 270,6 2-360,-2 0 90,5-1 0,-5 2-90,0 1 0,1-1 0,-2 2 90,5 3-1,-2 3-179,-2 1 90,-5 2 0,-5-1-90,-7 8 90,-2-2-90,-7 8 90,-9 6-90,4-7 45,2-4 0,-1 0-627,-1 1 582,-4 6 0,10-13 0,2-1 0,1-1 0,2-2 0,2 0 0,1-2 0,2 0 0,-1-1 0,3-1 0,0 1 672,2-1-672,3 0 0,0-1 0,3-1 0,1 0 0,2-1 0,2-1 0,2 0 0,1 0-343,4-1 253,0-1-90,2-1-831,0 0 651,4-1-90,-2 0-180,3-2-179,-4 1-360,-1-1-540,-2 0-450,-1 0 2159,1 1 0,7-3 0,4 1 0</inkml:trace>
  <inkml:trace contextRef="#ctx0" brushRef="#br0" timeOffset="95229.81">15137 2610 10951,'2'-7'449,"-1"0"-179,0 3 360,0-1-360,-1-2 449,1 2 91,-1-3-180,-1 2-91,0-1-269,-1 2-90,-2 1 0,-1 3 0,-2 2 0,-1 0-90,-2 3 0,-2 0 90,-2 3-91,-3 1-391,0 3 392,-3 2-90,3-1 90,2 0 0,2 0-90,2 0 90,2-1-90,1 1-90,3-1 90,0 1-90,3 4 90,2-4-90,2 3 90,2-6 392,2 0-482,2-2 90,1 0 0,8 0-90,-3-3-136,7 0 226,-4-3 0,1-1 0,1-2 0,15-6-3277,-1-6 3237,1-1 40,-7-3-276,-13 4 276,-4-1-90,-3-1 180,-2-1-90,-2 0 0,-3-1 145,-3 1-145,-2 1 0,-6-2-313,-3 4 313,-4-1-90,-3 4 90,-1 5-180,1 2 2869,2 4-3049,1 2-90,1 3-89,2 3-181,1 0-89,2 2-451,2 0-232,3 1-1117,3-1 2609,3 1 0,4 5 0,1 3 0</inkml:trace>
  <inkml:trace contextRef="#ctx0" brushRef="#br0" timeOffset="95729.81">15934 2638 11221,'-1'-8'899,"1"-1"-269,-1 4-270,0-2 269,0 3-359,-2-2 0,1 2 0,-2 0-90,1 2-90,-2 0 89,-1 2 1,-2 0-90,-1 2 90,-3 3-90,-1 1 0,-4 3 0,0 3-866,-1 3 776,2 1 90,2-1-238,2 1 148,3-1 90,2 0-90,2 4 0,3-4 0,1 3 0,8 0 0,0-4-90,10 5 90,-3-10 619,4 1-619,-2-6 0,-1-1 0,1-2 0,1-1 0,0-1 0,1-2 0,0-1 0,-1-2 0,2-3 254,-2-2-254,-1-2 0,1-8-480,-7 4 480,-1-7 0,-6 5 0,-4-5 0,-2-1 0,-5-3-864,-3 2 864,-4 1 0,-3 3 0,-2 3-90,0 4-225,0 4 135,1 4-180,3 3-168,1 5-12,2 1-180,1 4-269,2 1-1644,2 7 744,4-3 1889,2 6 0,8 2 0,2 3 0</inkml:trace>
  <inkml:trace contextRef="#ctx0" brushRef="#br0" timeOffset="96229.81">16766 2615 10771,'-5'-6'719,"0"1"-89,-1 2 0,-2 0-360,0 0-1,-2 2 1,1 1 0,-1 0 0,-2 1-90,-1 1 90,-2 1-180,0 0 90,-2 2-1,-2 2-89,1 1 90,0 2-90,0 1 0,2 1 0,0 2 0,3 0 0,0 5 0,6-4-90,0 5 90,5-6-90,2 0 0,1 0 0,3 0 0,2 0-90,3-1 90,1 0-233,4 0 233,2-3 0,2 0-90,2-2 90,0-3 0,1 0 0,1-3 0,3-1-897,1-3 807,5-1 90,-1-3 0,0-3-1048,1-3 1048,-1-3 90,-1-2-45,-12 4 0,-1-2-45,5-9 45,-7 1 0,-3-1 45,-2-5-90,-6 8 0,-2 0 0,-6-8 0,-6-2 0,-8 2 0,-5 2 0,-4 7-90,-1 4-90,1 7-269,-2 6-345,7 5 1,1 2-556,-14 6 629,14-3 1,1 1-900,-7 8 1619,-2 10 0,5 0 0,10-8 0,0-1 0</inkml:trace>
  <inkml:trace contextRef="#ctx0" brushRef="#br0" timeOffset="98019.81">3482 9964 9961,'-8'-3'1709,"1"2"-1529,0 3 90,3 0 90,-1 2-180,1-2 0,-1 2 0,1-1-1,0-1 181,-4 3-270,2-2 90,-1 1-90,1 0 90,0-2-180,-1 1 180,0-1-180,-1 0 90,-1-1 0,0 0 0,0 0 0,-7-3 0,4 0 0,-5-4-90,4-1 89,0-3-89,0-5-650,0-3 740,-2-4-1029,2-7 939,0 1 0,2-5 90,1 2-90,2-1 0,1-2-1081,0 0 1081,1 0 0,0 1 0,2 0 0,-1 0 0,3 10 0,0 0 0,-1-10-90,0-8-246,3 7 336,1 9-90,1-11-141,1 13 231,1-1-90,1 3 488,2 0-488,0 2 1096,2 1-1096,0 2-90,0 3-90,0 0 1,0 3 294,0 1-385,-1 1 804,-1 3-894,-1 0-2143,2 1 2593,-2 3 0,-1 3 0,-1 3 0</inkml:trace>
  <inkml:trace contextRef="#ctx0" brushRef="#br0" timeOffset="98569.81">4043 9897 10231,'-10'7'-180,"1"-1"270,2 0-90,0 0 90,1-1 90,-3 3 0,1 0-90,-1 0 90,2-1-90,2-3 90,0 1 0,1-1-1,-1-1 181,-3 3-180,2-3 0,-3 2 0,3-4 0,-1 1 0,0-2 0,0-1 0,-1-1-1,-1-1 91,-5-6-180,3-1-472,-6-8 472,6 0 0,-2-4-1,2-4 1,1-2-90,3-2 90,1-4-1518,2-1 1428,2-2 0,1-1 0,2 1 0,2 1-90,0 2 41,2 2 49,1-9 0,2 8-180,4-4 90,-3 15-180,4 1 0,-4 11 0,3-1 222,-4 4-312,0 3 1309,0 0-1669,-1 2-838,-1 1-241,1 1 1799,-1 0 0,-1 0 0,1 1 0</inkml:trace>
  <inkml:trace contextRef="#ctx0" brushRef="#br0" timeOffset="99159.81">4889 9989 10051,'-2'9'180,"0"-2"0,0-2-90,0-2 90,-1 0 180,-3 2-180,2-2-1,-2 3 91,0-2-90,-1 0 0,1 1 90,-2-2-180,1 1 90,-1 0 0,-1 0-90,0-1 90,-1-1-1,1 1 1,-1-2-90,-1-1 90,-1-1-90,0-2 0,-1-2 90,0-2-90,-2-4 0,0-3 90,-6-18-1442,8 5 1262,4 7 0,1 0 90,-1-12-90,2-6 90,0-3-90,4 21 0,1-2-830,1-1 1,0-1 874,1 1 0,1 0-45,0-2 0,1 0 0,0 0 0,1 1 0,0-1 0,1 1 0,2-8 0,0 0 45,1 4 0,0 1-45,0-1 0,0 2 0,5-11-98,-5 18-82,2 0 90,-2 8-180,1-1-90,-3 6 1098,0 2-1277,-1 2-251,1 1 790,3 3 0,-1 2 0,3 2 0</inkml:trace>
  <inkml:trace contextRef="#ctx0" brushRef="#br0" timeOffset="100479.81">831 11074 11041,'-8'4'-450,"1"0"360,2 0 90,0-1 0,0-1 0,1 0 90,0 0 0,-1 0 0,0-1 0,0 1 0,0-1 0,1 0 90,-1 0-90,-1-1 89,1 0 1,-1 0 0,-1-1 0,1 0 0,-1-2-90,1-1 90,-2-1-90,1-2 90,0-1 0,-3-9-90,1-5 0,-1-5-1,3-4-89,3 3 0,0-3-1046,2-2 1046,0-1-1205,1-3 1205,0-1 0,0-1-90,0 0 90,-1 1 0,2 1-90,-2 2 90,1 2 0,0 3-90,1 3 90,0 5-90,0 2 0,1 3 0,1 1 0,0 0-90,2 1-180,4-4 180,1 4-90,6-3 550,0 5-640,3 1 1,2 0-1,-2 3 856,2 1-1756,-3 2 271,0 1 989,-1 1 0,4 0 0,-1-1 0</inkml:trace>
  <inkml:trace contextRef="#ctx0" brushRef="#br0" timeOffset="101719.81">11659 3284 9961,'6'-7'3059,"0"1"-1260,-4 3-1170,-4-2-449,-3 6 0,-3 1 0,-2 8 90,-9 12-180,6-1-1381,-9 11 1381,7-3 0,3 0-90,-1 3 90,4 0-519,1-1 474,6-10 0,1 1 45,0 12-570,2-13 0,2 0 570,5 7-90,11 8 90,-1-12-90,8 3 0,-3-13 90,3-4-568,2-3 478,2-4 0,0-2 90,2-4-90,-1-3 0,0-2 0,-2-2 0,-2-2 1166,-1-2-1166,-3-3 0,-3-1 154,3-15-154,-15 13 0,-1-2 0,-1-6 0,-2-1 0,-3 5 0,-3 1-138,-2-1 0,-3 1 138,-9-9 0,-5 1 0,-6 4-90,-3 5 0,-3 3-551,0 6 371,2 4-540,-5 6 180,12 3-89,-4 4-181,15 2-449,2 2-720,5 1-719,3 2 2788,4 2 0,10 7 0,3 4 0</inkml:trace>
  <inkml:trace contextRef="#ctx0" brushRef="#br0" timeOffset="102159.81">12691 3549 12120,'2'-9'720,"0"1"-271,0 1 1,0 0 0,-2 1 629,1 1-629,-1-2 360,0 2-451,-3-2 181,-4 2-270,-1 2 180,-12 7-91,-5 8-269,0 3-785,-2 6 695,12-3 90,1 1-564,3 1 384,3-1 0,4-1-123,2-1 213,2 0-90,5 4 0,3-1 0,4 1 90,2-2 473,4-4-563,2-2 0,0-4 90,2-3-90,-1-3 90,4-4 0,1-1-90,4-4-439,-2-2 529,0-2 0,-2-3 0,-1-3 0,0-3 0,-2-5 0,-2-1 0,-4-2 0,-6-1 0,-3-2 0,-2 0 0,-5-1 0,-4 1 0,-3 2 0,-4 2 0,-3 4 0,-3 3-90,-3 4-90,1 5 34,0 4-303,3 3-181,2 5-90,1 3 66,3 2-875,2 2 1159,2 1-1429,4 3-539,4 1 2338,5 5 0,4-3 0,3 1 0,2 3 0,1-1 0</inkml:trace>
  <inkml:trace contextRef="#ctx0" brushRef="#br0" timeOffset="102609.81">13948 3547 11400,'2'-10'1170,"-1"2"-720,-2 1-91,-2 2 91,0-1-90,-1 2 0,-1 0-90,1 0-1,-1 1 1,-1 0-90,-1 2 0,-1 0 0,-1 2 0,-1 1-90,-1 2 90,-1 2-90,0 2 0,-1 2 0,-1 3-1,2 1 91,-2 9-180,5-6 0,1 4 0,5-7 0,2 1 0,2-2-90,7 8 90,0-6 0,8 6-3277,-2-9 3072,2-2 116,1-2-130,0-3 219,1-2 0,1-1-90,0-2 90,1-1 0,0-1 0,-1-2 0,-2-1 90,9-11-90,-8 2 90,5-8-703,-11 6 703,-5-1-90,-2-1 90,-4-2-90,-3-3 90,-3-2-90,-12-12 90,1 11-90,-9-7-90,3 16 0,0 2-90,0 5 2194,-5 3-2464,7 7-989,-9 7 179,14 1-179,-2 5 16,11-2-826,3 1 2249,3 3 0,8 6 0,2 3 0</inkml:trace>
  <inkml:trace contextRef="#ctx0" brushRef="#br0" timeOffset="102909.81">14558 3610 10861,'-8'-4'1979,"1"1"-630,2 1-1259,8 0 0,0 0 0,8 1-90,0 1 0,1-1-270,2 1 0,2-1-180,1 1-179,-1-1-181,0 0-1169,-2 0-539,-1 0 2518,-1 0 0,3 0 0,0-1 0</inkml:trace>
  <inkml:trace contextRef="#ctx0" brushRef="#br0" timeOffset="103369.81">15009 3477 11490,'0'-9'1080,"1"2"-900,4 4 0,-1 1 89,9-1-179,-4 2 90,14-2-90,-8 2-247,8 0 247,-6 0 0,-1 2-90,0 0 90,5 2 0,-7-1-90,6 6 0,-11-2 90,-2 3-90,-6 0 0,-8 6-90,-13 9 45,5-8 0,0 0-179,0-1 0,-1 0 179,-4 3 0,2-1-759,-3 3 804,-4 7-90,10-11 0,3-2 90,3-3 0,2-1-90,1-1 422,1-1-332,1-1 897,2 0-897,2-2 0,1 0 0,1-1 0,2 0 0,2 0 0,8 1-179,5-3 89,2 2-180,4-3-542,-5-1 362,1 0-360,2-3-809,1 0-360,1 0 1979,-2-2 0,4 0 0,0-2 0</inkml:trace>
  <inkml:trace contextRef="#ctx0" brushRef="#br0" timeOffset="104149.81">16006 3475 11221,'6'-8'2248,"-5"1"-2068,-4 4 0,-5 1 0,0 4-90,-1 0 90,-3 3-90,-4 3 0,-2 3 0,-1 2 0,0 3-723,2 1 723,1 2 0,-5 11 0,8-5-45,5-6 0,1 1-45,2 4 90,2 3-464,4-9 464,2-1-90,2 0 0,6 5 90,-1-8-303,6 3 213,-3-8 0,2-2 594,0-3-594,0-1 90,8-3-90,6-6-515,0-1 515,1-6 89,-9-1-89,-3-1-618,0-3 618,-3-3 90,-3-1-90,-2-3 0,-2-1 29,-4 1-29,-3 0 0,-3 0 0,-4 2 0,-9-11 0,1 11-89,-8-4-1,4 16-90,0 3-90,1 4-720,-7 4 271,6 3-2339,-10 8 359,14-2 2699,0 3 0,8 4 0,3 1 0</inkml:trace>
  <inkml:trace contextRef="#ctx0" brushRef="#br0" timeOffset="104659.81">16723 3551 11760,'-8'-5'810,"-1"1"-540,4 4 0,-1 0-91,0 0 91,-3 1-90,1 0 0,-1 1 0,-1 1 0,0 0 0,-2 1-90,1 1 0,-1 1 90,-1 2-91,0 2 91,-6 9-180,7-4 90,-4 8 0,9-8-299,3 2 299,1 1-90,2 2 90,6 11 0,2-6-90,6 7 90,7-4-90,-3-8 90,14 7-1076,-6-15 986,1 0 90,-6-7-208,-4-4 118,-1-1 0,1-3 0,-1-2 0,2-4-83,-1-3 83,1-5 0,-4-1 0,-1-3 90,-3-1-90,-3 0 0,-4 1 0,-3-3 90,-3-1-90,-3-3 0,-4 2 0,-10-7-180,3 9 0,-8-2-90,8 13-1020,-6 4 570,7 4-629,-5 3 0,7 5-360,1 1 163,0 2 1546,1 2 0,-2 4 0,0 2 0</inkml:trace>
  <inkml:trace contextRef="#ctx0" brushRef="#br0" timeOffset="109649.81">820 11951 10141,'-4'5'990,"1"1"-451,1-2 91,-1-1-90,1 1-1,-1-1-269,-1-1 0,0 0 0,-2 0-90,0 0 0,-1-1 269,-5-1-89,-4 0 0,-5-3-270,4 0 0,-1-3 90,6-1-90,0-2 0,-2-4 0,1-2 0,-4-13-90,6 4-754,-1-6 844,5 4-90,3 4 0,0-3 90,3 3-90,0-1 0,2-5 45,0 7 0,1-1-377,2-3 1,0-1 331,0 2 0,0 0-501,1 1 0,1 2 501,4-8 0,1 1 0,2 1 255,-2 9 1,0 0-256,6-9 0,6-5-609,-8 12 519,-1 3 0,-1 3 579,-3 4-579,-1 1 975,-1 2-1065,-1 1 205,-1 1-205,-1 1 668,0 1-668,-2 0-449,1 1-1170,0 0 1799,0 3 0,-1-2 0,0 2 0</inkml:trace>
  <inkml:trace contextRef="#ctx0" brushRef="#br0" timeOffset="112159.81">11682 4297 11670,'5'-7'3276,"-12"12"-2774,1 1-412,-11 13-1335,4-1 1335,-1 2-90,-1 3 90,0 1 0,0 0-90,2 2-719,1 1 629,2-1 90,4-1 104,2-2-194,4-3 90,1-1-90,8 6 90,7-2-90,9 0 90,0-9 0,15-9 0,-19-6 0,1-2-353,1 0 0,0-2 353,1 0 0,-2-1 0,12-8 90,-6 0-69,-2-2-21,-4-1 90,-4-2 0,-2-1-274,-4-3 274,-4 0-90,-4 0 90,-6-11 0,-4 7-90,-7-11 0,0 19 0,-2 1 90,-8-6-90,6 8 0,-1 2 0,-6 2-270,-10 3 90,10 6-180,-6 3 1,13 4-405,1 2 45,2 2-632,1 5-268,6-2 585,3 3 1034,9-3 0,9 6 0,4 1 0</inkml:trace>
  <inkml:trace contextRef="#ctx0" brushRef="#br0" timeOffset="112719.81">13038 4349 10591,'1'-7'1529,"0"0"-899,-1 2-270,-2-2-91,-1 3 91,-2 0-90,1 2 0,-1 0 0,-1-1 0,-1 1-91,0 0 1,-3 1 0,0 0 90,-9 4-90,2 1-90,-9 5 0,5 1-537,-3 2 537,1 2-807,2 3 717,1 1 90,2 2-20,3 1-160,0 12-89,7-1-812,3 1 901,9-2-90,4-9-31,3 0 31,4-1 90,2-4 0,1 0 1,4-4-1,-1-1 0,4-3 90,-3-3-90,0-2 712,-2-2-711,8-4 89,-7-2-671,7-4 671,-9-2 742,0-4-742,-2-1 90,0-12 0,-6 6 0,-2-8 0,-9-6 0,-4 5-90,0 8 0,-2 0-445,-6-13 445,-4 0 90,-3 3-90,0 4 0,-3 5 0,1 5-90,-1 4-400,1 4 220,1 4 0,4 3 501,2 4-1760,-4 7 180,8-1-360,-2 6-360,9-2 2069,4 2 0,7 5 0,3 4 0</inkml:trace>
  <inkml:trace contextRef="#ctx0" brushRef="#br0" timeOffset="113269.81">14039 4436 11580,'2'-7'2519,"-1"1"-2069,-3 1-91,-1 1 1,-1 0 0,0 1-90,-3 0 180,-5-1-180,-1 2-91,-5 1-89,2 2 90,-1 2 0,-4 4-708,1 2 618,-4 3 0,5 2 0,0 2 0,5 2-90,2 3 0,3 0 0,4-1-180,4 8 90,2-7 0,5 9 0,2-9 90,3 1-90,3-2 0,1-1 90,1-5-90,-1-1 90,0-3-90,7-2 90,-4-4-90,4 0-126,-5-4 216,0-2 0,0-2 0,0-3 0,1-2 0,-3-2 0,-1-3 0,-3-3 90,-2 0-90,-3-4 90,-4 0 0,-3-3-90,-3-1 90,-4-4-90,-3 1 447,-4-2-447,2 13 0,0-1-1049,-10-8 959,-6-2-90,8 13-836,-6 3 386,9 6-179,-5 4-461,11 5-169,0 2-328,3 1-841,1 3 2608,2 1 0,0 7 0,0 0 0</inkml:trace>
  <inkml:trace contextRef="#ctx0" brushRef="#br0" timeOffset="114619.81">1898 11800 10591,'-8'7'-450,"1"-1"360,4-2 0,-1 0 180,1 0 0,0 0 0,-1 0 90,1-1 90,0 1 270,1-2-271,-3 2-89,2-1 360,-4 0-360,1-1 90,-1 0-90,0-1 0,-3-1-1,1 0 1,-4 0 0,0-1-90,-4 0 90,-1-1-90,-3-3-631,-3 0 631,-3-3-284,-1-1 284,6-2 0,0 0 0,-11-9-1326,11 6 0,1-2 1326,-5-12-90,1-3-479,4-4 479,8 7 0,2-1 0,4 8 0,0 0-217,-1-7 1,2 1 216,3-6 0,2 1-417,3 1 417,4 3 0,1 1-90,3 2 0,1 2-90,2 2 0,1 2 1685,-1 2-1864,0 4 104,3-1-914,2 2-630,-2 3 1799,3 2 0,-3 5 0,4 0 0</inkml:trace>
  <inkml:trace contextRef="#ctx0" brushRef="#br0" timeOffset="115149.81">2464 11744 10411,'-7'6'540,"1"-2"-360,2 1 89,0-3-89,-1 1 360,-2 1-360,1-1 90,-3 0 0,1-1 0,-2-1-91,-1 0 91,-2-2-90,1 0 180,-10-6-90,-3-6-180,0-3 0,10 0 0,2-2 0,-2-8-643,6 7 1,1-1 552,0-11 0,4 6 0,1 0 0,0-16 0,2 13 0,1-1-45,1 7 0,2 1 45,-1-1 0,1-1-45,1 1 0,0 0 45,1 1 0,0 0-90,6-18 1,0 5-1,2 4-90,-2 6-360,4-1-642,-2 6 552,0 3-1888,-1 6 359,-4 7 2159,2 1 0,1 4 0,1 0 0</inkml:trace>
  <inkml:trace contextRef="#ctx0" brushRef="#br0" timeOffset="115729.81">3563 11689 10681,'-10'4'180,"1"1"-90,3-2 90,0 0 89,-6 3-89,3-1-90,-4 1 90,2 0 0,0-1 0,-2 1 0,0-1 90,-3 0-90,0-2 0,0 0-1,-3-1 1,1-2 0,-2-2-90,-3-1 180,-12-9-1876,17 2 0,0-1 1651,0-2 0,0-1 0,2-3 0,3 0 38,-4-18-38,9 8 0,2 0-45,1 3 0,2 0-359,0-7 0,2-2 359,3-4 0,3 1 0,0 7 0,0 0 0,2-7 0,3-1 0,2 3 0,1 2-622,-3 8 0,0 2 622,4-8 0,1 3-90,3-3 2461,0 5-2641,-3 7-442,5 1-817,-3 6-270,0 4 1799,1 6 0,-5 6 0,5 2 0</inkml:trace>
  <inkml:trace contextRef="#ctx0" brushRef="#br0" timeOffset="116359.81">4584 11782 10771,'-7'4'-360,"0"0"450,3-1 0,-1-1 0,1-1 0,-1 2 90,0-1-90,-1 1 0,0-1 90,-1 0-91,-2 0 91,-1 1-90,-2-1 90,-2 1 0,-3-1-90,-1 0 135,-6-2 0,-1 0-135,-8-1-1401,4 0 1,2-1 1490,-4-3-90,0-2-788,3-3 788,1-2 0,3-5 0,3-6 0,3-4-90,4-4 90,4-3-90,6-1 0,6-4 45,0 17 0,0 0-677,3-1 0,0 0 632,0-1 0,2 0 0,0-1 0,1 1 0,1 0 0,-1 0 0,2 0 0,0 1 0,1 0 0,-1 1 0,1 0 0,1 0 0,-1 2 0,0 0 0,1 1 0,-1 0-634,12-15 634,-1 4 728,-9 14 0,1 0-1088,13-12-90,-5 4 747,-4 8-1016,-9 9 572,-1 1-2192,-1 1 2629,0 2 0,3-1 0,1-1 0</inkml:trace>
  <inkml:trace contextRef="#ctx0" brushRef="#br0" timeOffset="117599.81">15284 4395 10411,'-6'-5'1709,"0"1"-809,3 2-631,-4 3 1,1 0 0,-4 4 0,-1 0-90,-4 2 270,-4 3-1147,1-1 0,-1 2 877,-12 7-135,9-5 0,1 1 135,-11 9-90,2 1 0,2 1 0,5-1 0,3 0 0,6-1 0,3-1 0,4 6 0,10-2 0,14 8-90,3-12-747,10-4 747,-4-10 0,2-3 0,2-2 90,1-3-90,0-3 0,0-2 0,-1-2 0,-2-3 0,-2-2 90,-3-3-640,-2-2 550,-3-2 0,-5-3 1248,-3 0-1248,-5-8 0,-11-9-1005,-2 3 1005,-10 0 0,1 14 114,-3 3-114,-2 4-90,1 4-89,1 4 365,3 4-635,0 4-44,2 1-136,1 4-1170,0 6 359,7-2-179,1 5-360,9-3 2272,4 4 0,8 6 0,5 2 1</inkml:trace>
  <inkml:trace contextRef="#ctx0" brushRef="#br0" timeOffset="117869.81">15814 4677 11311,'-7'-7'2248,"2"1"-1168,2 3-900,3-3-91,2 3 91,3-1-90,1 2 0,1 1 0,0-1-180,2 0 0,0-1-269,1 0-1,0 0-180,0 1-180,1-1-269,-2 0-990,1 0-719,-1 0 2698,0 1 0,3-2 0,1 0 0</inkml:trace>
  <inkml:trace contextRef="#ctx0" brushRef="#br0" timeOffset="118289.81">16153 4453 11490,'-4'-5'720,"0"0"90,2 2-720,4-2-1,0 2 1,5 0 0,-1 2 0,2 0 0,1 1 0,1 0-90,0 1 90,0 0 0,0 1-90,0 0 90,-2 2-90,2 4 90,-4 3-180,-2 1 90,-5 3-90,-3-3 0,-12 14-90,-4 3-1125,-3 4 1305,1-3-90,7-10-430,2-2 520,1-1-90,3-3-230,-1 3 320,3-4 0,1 2-89,4-7 89,1-1 1126,1-1-1036,5 1 385,0-2-475,4 1 274,0-4-274,1 0 0,3 0 0,1-1 0,2 0-90,1-1-90,3-1-180,0 0-180,1 0-484,-2-2-685,0 0-269,-3-1 1978,-1 1 0,2-3 0,1 0 0</inkml:trace>
  <inkml:trace contextRef="#ctx0" brushRef="#br0" timeOffset="120659.81">16876 4467 11490,'-9'-1'540,"1"0"-540,3 2 90,0 1-90,1-1 0,0 2 90,-2 0-90,1 0 0,-1 2 90,0 1-90,-1 1 0,1 1 0,-1 1 0,0 1 90,-3 5-90,3-2 0,-5 8 0,6-7 0,-1 3 0,2-5 90,2 0-90,-1-2 0,1 6 0,1-5 0,0 3 0,2-5 0,0 3 0,1-2 90,1 2-90,1-4 0,1 3 0,3-1 0,0 1 0,0-4 0,0-2 0,1 0 0,1-1 0,1-1 0,0 0 0,1-2 0,-1 1 90,1-1-90,1-1 0,-1-1 0,0 0 90,5-2 0,-3 0 0,3-3 0,-4-1 89,4-5 1,-3 0-90,2-4 90,-6 2-90,1-3-302,-2-2 392,-1 0-90,-1-2 0,-2 2 0,-1-2 90,-1 0-90,-1 0 0,-3 0 0,-1-2 0,-2 2-681,-4-1 591,-1 2-201,-4 2 291,-3 1-90,-4 5 0,-3 2-687,-2 4 597,0 3-89,2 2-451,-13 6 180,12 1-90,-12 4-899,11 4-450,7-3 1832,-2 7 1,10-3 0,0 5 0</inkml:trace>
  <inkml:trace contextRef="#ctx0" brushRef="#br0" timeOffset="120909.81">17216 4680 12210,'6'-7'989,"-1"1"-2608,-2 3 1619,0 0 0,0 5 0,1 2 0</inkml:trace>
  <inkml:trace contextRef="#ctx0" brushRef="#br0" timeOffset="123289.81">841 12660 9422,'-6'-7'2248,"0"3"-2158,-1 4 0,2 1 0,-2 1 0,3-2 90,-4 1 0,-2 0-90,0-1 0,-2 0 0,3-1 0,-1 0 0,-1-1 0,0 0 0,-1-2-90,-1 0 90,1-1-90,-2-2 89,1 1-89,0-2 90,0-1-90,-4-6 0,4 3 90,-5-9-90,9 8 0,-1-4 0,4 4 0,1 1 0,1 0 0,1-1 0,-1 1 0,3-2 0,0 2 0,1-2 90,1 0-180,0 0 180,1-1-180,4-7 90,-1 4 0,3-5 0,-1 7 90,6-9-90,6-4-1007,-1 0 1007,2 2 0,-9 12 0,4-1-90,-3 1 90,0 3 0,-4 2 0,-2 5 0,-2 0 0,2 2 0,-1-1 0,2 1 917,-2 0-917,3 1 0,-4 1 0,2 0-90,0 1 90,2-1 0,-3 1 0,2 1-89,-4-1 89,3 1 0,-2 0 0,2-1-90,-2 1 90,1-1 0,0 1 0,-1-1-90,0 2 0,-5 2 90,0 0-90,-3 1 90,1-2-90,0 0-90,0 0-180,-1 0 90,0 0 0,0 0-539,0-1 179,0 0-719,0 0 90,0 1 1259,0 0 0,1 0 0,0 0 0</inkml:trace>
  <inkml:trace contextRef="#ctx0" brushRef="#br0" timeOffset="126049.81">11769 5335 9422,'8'-2'180,"-1"-1"-1,-2 1 91,0 0 0,0 0 0,-1-1 0,0 1 90,-1-1-91,0 0 361,-1 1 0,1-2-91,-1 0 181,1-2-360,-4 1-270,-2 1 90,-2 1 0,-7 4-91,2 2 1,-5 2 0,1 1 0,-3 3-639,1 0 639,-3 4-384,2 1 384,0 2 0,0 7-90,3 3-90,4-2 90,5-3 0,6-6-90,2-1 90,2 0-90,2 1 90,6 0 87,2 0-177,4-1 90,3-2 0,1-2-90,2-2 90,-2-3 0,1-3 0,-3-1 296,11-4-296,-7-1 0,-4-2 0,-1 0 0,7-9-631,-2-1 631,-8-1-157,-10 4 157,-2-1 0,-2-1 0,-2 0 0,-2-3 0,-3-3-182,-3 0 182,-4-3 0,-2 3 0,-3 2 0,-3 4-110,-15 0-70,0 7-90,-4 4-186,6 8 7,8 4-91,4 3-312,2 2-497,6 1-361,3-1 308,5 1 1402,4 0 0,5 10 0,3 2 0</inkml:trace>
  <inkml:trace contextRef="#ctx0" brushRef="#br0" timeOffset="126649.81">13330 5441 10501,'5'-7'1079,"0"-2"-809,-3 5 360,-1-1-90,-4-5-361,0 3 91,-5-4-90,1 5 0,-3-1 0,-2 1 90,-10-1-180,2 2 90,-15 2 0,2 7-180,1 1 179,-6 10-89,15 1-658,1 3 658,6-1-90,9-4 0,2 0 0,2-1 0,2 1 0,3 0 0,2 1 0,3-1-90,3-1 90,3 1-90,8 0 90,4-1 0,7-3-89,-8-5 657,-2-6-568,-6-2 0,6-6 0,2-8 0,-2 0 89,-2-6-89,-10 5-416,-2-1 416,-3 0 0,-2-1 90,-2-2-90,-4-2-726,-2-1 726,-4-2 0,-3 2 0,-1 2 0,-4 3 0,-1 4 0,-1 5 0,0 3 0,2 5-180,-1 2 0,2 4-180,-1 2-143,3 2-36,2 3-1170,1 6-90,6-3 1799,8 16 0,9-8 0,7 11 0</inkml:trace>
  <inkml:trace contextRef="#ctx0" brushRef="#br0" timeOffset="127129.81">14195 5379 10951,'-1'-9'270,"-1"1"89,-1 0-89,-1 2-90,-2-1 90,0 1 270,-4-1-360,2 3-1,-4-2 1,3 4 0,-1 1-90,0 1 90,-1 1 0,-9 6-90,4-1 0,-7 7 0,6-1 0,2 2-90,0 2 90,3 2 0,2 0-319,2 1 229,4-2 0,2-1 0,3 1-90,2-1 90,2 1 0,4 1 0,2-3-90,2 2 90,2-4 0,0-2 0,-1-4-90,1-1 90,0-3 0,0-2 0,0-1 0,2-2 0,2-2 0,2-4-704,2-2 704,-1-3 0,-2-2 0,-1-1 90,-4-3-90,-3-2-3083,-4-1 3173,-3-1-66,-7-15 66,-3 10-90,0 8 0,-1-1-449,-7-4 449,-4 1 90,-2 3-90,-2 3 0,-1 5 81,1 3-171,1 4 2777,3 3-3496,-6 6 269,8 1-180,-5 5-1259,11 1-460,2 0 2439,4 0 0,2 9 0,2 1 0</inkml:trace>
  <inkml:trace contextRef="#ctx0" brushRef="#br0" timeOffset="127639.81">15305 5434 12210,'1'-9'450,"-1"1"89,-3 1-359,0 1 90,-3-1 0,-1 1 90,-7-3-180,1 3 180,-13-2-271,9 5 181,-14 1-180,12 5-1080,-9 3 1080,9 3 0,-2 3 0,3 2-183,-3 9 183,8 3 0,3 7 0,9-8-90,6-2 0,3-4 0,4-1 0,2 1-421,3-3 511,0-3-90,1-3 0,-2-3 1009,1-2-1009,-1-2 195,7-2-105,4-4-90,-2-2 0,2-6 0,-10-1 0,7-12 0,-7 3-291,-6 2 0,-1-1 291,-2-5-598,0-6 598,-9 10 0,-2-2 0,-3 0-90,-4-1 90,-2 2 0,-4 3-90,-3 2 0,-2 5-360,-9 2-269,2 8 179,0 2-89,6 6-91,9 3-2158,1 5 359,5-2 2519,3 4 0,8 4 0,1 2 0</inkml:trace>
  <inkml:trace contextRef="#ctx0" brushRef="#br0" timeOffset="128119.81">16162 5467 11400,'3'-5'990,"-1"-2"-720,-3 2 0,-1 0 269,-4-1-269,0 2-90,-2-1 90,1 3-90,-3 0 0,-2 1-90,0 0 90,-2 2-91,-2 1 181,-10 6-90,-3 6-90,0 2 0,-3 9 0,13-3-534,1 1 444,8-3 89,7-5-254,2 5 75,3-4 90,5 4 0,3-4-90,2-2 90,5 1 0,1-3-90,0-2 90,1-1-209,-2-3 209,0-2 0,-1-1-90,1-2 90,-2 0 514,1-3-514,0-1 0,-1-3 171,0-1-171,2-7 90,-6 0-90,2-6 0,-8 2 0,-2 0-300,-3-2 300,-3-3 0,-2-2 0,-3-1 90,-8-7-180,4 11-193,-4-2 193,6 13-90,1 3 0,-1 3-630,-2 3 271,3 2-181,-2 2-359,4 3-810,2-1-121,1 2 2010,2 1 0,3 5 0,1 3 0</inkml:trace>
  <inkml:trace contextRef="#ctx0" brushRef="#br0" timeOffset="128569.81">16921 5577 11400,'11'-9'450,"-2"1"-90,-1 2 0,-2 0 0,-1 0-1,-2 0 1,0 0 90,-1 0 180,-1 1-361,-2-2 1,-2 3 0,-2-2-90,-1 5 0,-3 0 0,-2 2 90,-9 4-180,2 2 90,-7 5-91,5 0 1,2 3-352,1 1 262,3 0 90,3 0-90,3 0 90,3-1-90,2 0 0,2-1 0,3 2-90,2 0 90,1 0 0,3-1-90,1-1 90,2 0 0,2-3-90,7 2 90,-4-5 352,5 1-352,1-7 0,-3-2 0,16-6-1013,-12-2 1013,9-6-90,-10-1 90,-3-2 0,0-3 0,-4-4 0,-1-2 0,-4-3 0,-3-2 0,-2 0 0,-5-1 0,-5 0-90,-5 0 90,-5 0-1114,-5 3 1114,-2 5-180,-1 4 0,-1 6-90,2 4 0,2 4-899,-8 4-117,8 4-153,-6 2-540,11 2 130,2 0 1849,3 1 0,0 5 0,0 1 0</inkml:trace>
  <inkml:trace contextRef="#ctx0" brushRef="#br0" timeOffset="129419.81">11769 1737 11221,'-5'-8'-180,"1"1"180,1 1 90,0 1-90,0 1 90,0 0 0,1 0-1,-1 0 1,1 0-3058,-1-1 1979,1 10 989,0-3 0,-3 14 0,0-5 0</inkml:trace>
  <inkml:trace contextRef="#ctx0" brushRef="#br0" timeOffset="129789.81">11760 2492 10141,'6'3'472,"-1"0"0,-3-3 1,-1 1-1</inkml:trace>
  <inkml:trace contextRef="#ctx0" brushRef="#br0" timeOffset="130189.81">11790 3626 10861,'5'-3'-820,"-6"2"1,0-2 0,-3 2 0</inkml:trace>
  <inkml:trace contextRef="#ctx0" brushRef="#br0" timeOffset="130559.81">11702 4549 11131,'5'5'0</inkml:trace>
  <inkml:trace contextRef="#ctx0" brushRef="#br0" timeOffset="130909.81">11700 5437 13020,'2'-2'0,"0"-2"0</inkml:trace>
  <inkml:trace contextRef="#ctx0" brushRef="#br0" timeOffset="134419.81">16429 5657 10411,'4'1'3276,"-1"0"-2051,12 2-1017,-3-2 84,1-1-114,2 1 65,0-1-100,1-1 177,0 1-160,0-1-139,1 0 122,-1 0-21,-1 0-98,-1-1 6,-2 1-465,2-1 97,-5 1-188,3 0-178,-7 0-2573,0 0 2767,0 2 1,-3-2-1,0 2 1</inkml:trace>
  <inkml:trace contextRef="#ctx0" brushRef="#br0" timeOffset="135049.81">16921 5461 10861,'-1'-7'0,"0"0"270,0 3 196,-1-2-1,1 1-98,0-2 96,0 1-273,1 0 27,1 1 8,2 0 26,1 2 17,0 0-80,3-1 276,6 0-88,7-2-184,2 0 65,3 2-101,-6 2-32,2 0-27,1 1-17,10 1-9,-7 1-11,6 2-91,-12 1 84,-1 2-3,-3 2-97,-3 2-16,-4 4 66,-3 3-89,-6 7-1553,-6 0 1,-2 1 1587,0-4 0,-1 0 90,-6 11 1,-4 1-794,2-7 1,-1-1-1,0 0 725,-5 5 0,0 1 16,2-5 0,-1 2 0,2-2-566,-3 1 1,1-1 573,0 0 0,0-1-359,2-3 1,1 0 333,0-1 0,2 0 41,2-3 1,0-1 360,1 0 0,1-1-372,-12 15 0,4-5 0,3-2 1516,5-6-1426,3-4 1718,4-2-1718,1-2 1752,2-3-1483,4 3 948,2-4-1127,4 1 410,2-4-410,4-2-37,1 0-53,5-1 90,4-2-900,4 0 810,2-2 0,2 0 0,-1 0-90,-1-1 90,-1 1 0,7-2-180,-1 0-540,-4 0 361,-4 0-91,-11 2-90,0 0-90,-2 0-38,2-3-1670,0 0 809,-2-1-1838,-2-2 3196,-5 3 1,2-7 0,-2 1 0</inkml:trace>
  <inkml:trace contextRef="#ctx0" brushRef="#br0" timeOffset="135659.81">16932 5477 10321,'-2'-7'270,"-1"-2"90,3 4-180,0-3 89,2 3-89,-1 1 90,2 0 0,0 1 0,2-1 90,2 1-90,0 0 89,2 0 181,6-1 0,4-1-270,1 1-91,3 1 1,-5 1 0,2 1 0,1-1-90,0 2-820,0 0 820,4 3 0,-3 0 0,3 3 0,-5 1 0,-3 3 0,-4 1-90,-4 3 90,-3 3 0,-11 24 0,-6-6-1039,0-10 1,-3 3 0,0-2 948,-3 1 0,-1 0 30,1-3 0,0 2 0,-1-2-901,-4 4 0,0-2 871,-1 1 0,1 0 45,-2 0 0,0-1-45,1-1 0,-1 0 0,0-1 0,0 0 0,3-4 0,1 0 45,0 0 0,0-1-202,3-3 0,0 0 157,1-1 0,0 0 0,-13 12-98,4-3 98,-3 2 90,12-9-90,-2 1 1947,8-7-1947,3-4 2406,-2 3-2406,6-6 1504,0 2-1414,9-3 141,0-1-231,7-2 0,-1-1 0,5 0 90,6-1-45,5 1 0,4-1-45,-11 1 0,0 0-1226,13 0 0,0-1 1226,3 1 0,0 0-534,-1-1 399,-12 1 0,0 0-764,15-2-1,0 0-629,-15 1-189,-13 0-351,-3 1 2069,-2-1 0,-4 1 0,0 0 0</inkml:trace>
  <inkml:trace contextRef="#ctx0" brushRef="#br0" timeOffset="137949.81">18284 949 7892,'-8'-2'3276,"1"1"-2054,2 0-1132,20 2 0,-6-1 0,18 2-758,-9-3 758,3 1 0,6-1 0,1 0-90,4 0 90,-1-1-90,0 0 90,-3-1-90,-3 1 0,-4 0 90,-2 0-90,-3 0 274,-1 0-274,-2 0 90,-3 1-90,-1 0 90,-1 0-90,-1 0 90,0 0 483,-1 1-573,-1-1 0,0 2 90,-1 1-90,1 1 0,-1 1 90,0 4-90,1 2 0,-1 5 0,-1 8-1253,1 5 1253,-3-7 0,0 1-921,-1 2 1,0 1 920,-1 4 0,-1 2 0,-1 4 0,-1 4 22,1-9 1,-1 2 0,-1 2-1,0 0-562,-1 6 1,0 1 0,0 0 0,-1 0 557,2-7 0,0 0 0,-1 0 0,1-1 0,0 1-313,-1 0 0,1 1 1,-1-1-1,1 0 1,-1-2 316,1 4 1,-1-2-1,0 1 1,1 1-120,-1 0 1,1 2 0,0 0 0,-1 0-1,1-1 142,0 4 0,-1-2 0,1 1 0,0 1-99,0-1 1,0 1 0,0 2 0,0-2 0,1-3 98,1-2 0,0-2 0,0-1 0,0 1-1,-1 3 1,1 2 0,0-1 0,0-1 0,0-3 0,1-1 0,0 1 0,-1-1-23,1 1 1,0-1 0,0 1-1,0 0 23,0 0 0,0 1 0,0-1 0,1 0-23,-1 0 1,1 1 0,-1-1-1,1 0 0,-1 1 1,0-1-1,1 1 1,-1-1 22,1 1 0,-1 0 0,1-1 0,-1 1-23,0-2 1,1 1-1,-1 0 1,-1-1 82,1 1 0,0-1 1,0 1-1,0-1-60,-1-1 0,1 0 0,-1 1 0,0 1-9,-1 0 0,0 2 0,0 2 0,0-1 0,-1 1 0,0-1 0,0 1 0,0 0 0,-1 0 0,1 2-6,-1-2 0,0 2 0,-1 1 0,1-1 0,0 0 0,-1-2-12,1-1 0,0 0 0,-1-2 0,1-1 0,0 1-18,-2 6 0,0-1 0,0 0 0,0-4 30,1 0 0,0-3 0,0 1 0,0-1 0,-1 0 0,1 0-111,0-1 1,0 0-1,0-1 111,1-1 0,-1 1 0,1-1-30,-1-1 0,0-1 0,1 1 45,-3 12 0,0-1 115,2-4 0,-1-1-115,1-2 0,0 0 402,2-5 1,-1 0-403,-1 8 0,0-1 0,2-11 0,0 0-45,-1 5 0,0-2 90,0 3 1190,1-5-1280,0-4 2251,0 3-2161,0-3-90,1-1 0,-1 0 90,3-9 2157,-2 2-2247,2-5 921,-1 0-921,0-1 547,1 0-457,0-1-90,0 0 90,0 2 0,0-3 0,-1 2 0,2-4 0,-2 2 0,2-2-90,-1 2 90,0-1 0,0 0-90,1 1 0,-1-1 90,1 0-90,0 1 0,-1-1 0,2 1 0,-1 0 0,0-1 0,0 1 90,0 0-90,-2 0 0,0-1 0,-1-1 0,-2 1 0,-1-1 0,-3 0 0,-1 0 0,-4 1 0,-6 0-861,-4-1 771,-6 0 0,-8-1-135,8-1 1,-3 0-91,-5-1 0,1 0-680,-1-1 0,1 1 725,3-1 0,3-1-630,-7 0-629,16-1 0,2-1 180,-5-3-855,-4-5-224,19-1 2428,3-2 0,4-10 0,1-3 0</inkml:trace>
  <inkml:trace contextRef="#ctx0" brushRef="#br0" timeOffset="138839.81">10979 1214 10321,'-5'-6'450,"0"-1"-90,2 5-91,-1-2 361,1 2-90,-2-1 359,2 1-809,6 1 0,2 1 0,8 2-90,0 0 90,2 0 0,1-1 0,2 0-90,1 0 0,1 1 0,0-1-360,5 1 90,-7 0-89,2 0-91,-9-1 0,-1 0-1889,1 2 91,-6-1 2248,2 2 0,-6-3 0,-1 0 0</inkml:trace>
  <inkml:trace contextRef="#ctx0" brushRef="#br0" timeOffset="139519.81">10936 1271 9961,'1'10'540,"-2"2"-360,-3 5 0,-2 6-2328,1 8 2328,1 5-90,3-13 0,1 0 44,1 3 1,1 0-45,0 8 0,2 1-1409,1 2 0,0 1 1409,-1-10 0,1 1 0,0 0 0,0 1 0,0 0 0,1 0-364,-1 1 0,1 1 0,0-1 364,0 2 0,0 0 0,0 0-278,0 1 0,0 1 0,0 0 277,0 0 1,0 1 0,0-1-218,-1 2 0,0 0 0,0 1 218,0-1 0,0 0 0,-1 3 36,0-7 0,-1 2 0,1 2 0,-1-1 0,0-2-59,0 1 1,-1-1-1,0-1 1,1 3-15,-1-1 1,1 3 0,-1 0 0,0-1 0,0-2 41,-1-2 1,0-2 0,0 0 0,-1 2 12,0 3 0,0 2 0,0 0 0,0 1 0,0-3-139,-1 0 0,1-1 0,-1-1 0,0 3 67,0-1 0,0 2 0,0 1 0,0-2 0,-1-1 9,0-3 0,0-1 0,0-1 0,0 0 0,0 0 0,0 1 0,0-1 0,0 0 15,-1 11 0,-1-1 0,1 0 0,0 0 0,-1-1 0,1 0-19,0-1 0,-1 0 1,0 2-6,1-9 0,-1 2 0,0 1 0,0 0 0,1-2 8,-1-1 1,1-1 0,-1 0 0,0 2-23,-1 7 1,0 3 0,-1-1-1,1-3 207,0-1 1,0-3 0,0 2-208,-1-1 1,-1 3-1,1-1 1,-1-1 7,1 1 0,-1-1 0,0 1-8,0-3 1,0 2-1,-1-1 1,1-2 115,0-1 0,0-3 1,-1 3-117,0-2 1,-1 2-1,0 0 1,1-2-23,0 2 0,0-2 0,-1 1 0,-1 7 0,-2 2 0,2-3 45,0 0 0,0-1-15,2-7 0,0 0 0,1-1 206,-2 4 0,1-1-236,-2 6 0,1-3 0,3-12 0,1-1-28,-2 6 1,1 0 27,-4 7 657,5-14 1,0-1-658,0-2 1142,1-2-1142,0-2 1816,0-3-1816,1-1 1673,0 3-1583,0-5 846,0 1-936,2-4 199,-1-1-199,0 0 90,0 0 0,-1-1-90,-1-1 90,0 0 0,1 0-90,-1 0 0,0-1 0,13-1 0,-3-1 0,14-2 0,-1-1-853,5-1 853,5-1-1626,7-1 1446,3-2-45,-17 4 0,0-1-135,0 1 1,1-1-181,0 0 0,-1-1-270,1 1 1,0-1 89,-1 0 1,1-1 44,-2 0 1,1-1-965,6-5 1,-1-2 1399,-7 4 0,0-1 1,9-10-1,0-3 1,-8 5-1,1-1 1</inkml:trace>
  <inkml:trace contextRef="#ctx0" brushRef="#br0" timeOffset="144259.81">11980 8233 10231,'7'-4'900,"1"2"-810,-3 1 89,1 2-89,0 0 90,1 1-90,1-1 0,3 2 90,1-2-90,5 1 0,2-2-603,6 1 603,3-1-1094,4-1 1004,2 2 90,0-2 0,0 1 0,0 0-90,0 0 90,0 1-45,-10 1 0,-1-1-45,12 1 0,-14 0 0,-1 0 90,4 2-90,4 0 90,-3 0-90,-1 1 0,-6-1 90,-7-1-90,-2 0 89,0 0 615,-1 1-614,-1 1 1173,0 2-993,2 8-180,-3 1 90,3 10 0,-4 1-1557,-2-1 1,0 3 1466,0-5 0,-1 0 45,1 11 0,-1 0-45,-1-5 0,0 0 0,1 1 0,-1 2-1151,0 5 1,1 1 1120,-1-11 0,-1 1 0,1 0-533,0 3 0,0 0 0,0 1 533,0 1 0,-1 0 0,1 1-387,0 0 1,-1 0-1,1 0 387,0 2 0,0 0 0,-1 0 97,1 0 0,0 1 0,0 0-97,-1 0 0,1 1 0,0 1 14,0-1 0,-1 0 0,1 3-20,0-9 0,0 3 0,0 0 0,0 2 0,0-1 0,0 2 0,0 0 0,0 0 0,0 1 0,1 2-29,-1-6 1,1 1 0,-1 1 0,1 1-1,0-1 1,-1-1 0,1-1-8,0 7 0,-1-2 0,1 0 0,0-1 0,0 0 0,0 0 0,0-1 0,0 1 0,1-2 0,-1-2-102,0-1 1,0-2 0,0-1 0,0 0 83,1 1 0,-1 0 0,1-1 0,-1 0-6,1 0 1,-1 0 0,1 0 0,0 1 41,1 2 0,-1 1 0,1 2 0,0-1 0,0-2-36,0 0 0,-1-1 0,1-1 0,0 2 18,0-1 0,0 2 0,0 1 0,0-2 0,0-2-18,1 8 0,0-3 0,-1-1 30,1 1 0,0-1 0,0 0-30,-1-1 0,1 0 0,0-1 30,-1 0 0,0 0 0,0-1-30,-1 0 0,1-1 0,-1 0 0,1-1 0,-1 0 0,0 0 30,-1-1 0,1 0 0,-1-1-30,1 0 0,-1 0 0,1-1 82,-1 11 0,0 0-82,1-2 0,-1 0 45,-1-4 0,1 1-45,-1-4 0,1 2 0,0-1 0,0 4 0,0 0 0,-1-5 0,1 2 0,0-3 381,0 2 1,-1-1-382,2-2 0,-1 2 0,0 0 0,1 0 0,0 0 0,0 0 56,0 0 0,0 0 0,0 0-56,1 11 0,0-3 45,-1-11 0,-1-1 275,1-2 0,-1 1-320,1-2 0,0 1 376,-1-3 1,0 0-377,4 18 0,-2-4 0,0-3 651,0-3-651,-1-5 90,0 5-90,-1-10 1834,0 4-1834,0-11 1636,-1 0-1636,0-3 1285,0-1-1195,0-2 0,0 1 0,0-2 387,0 0-387,0-1 180,1 1-90,0-1 0,-1 1-90,0-2 179,1 1-179,-2 0-90,-1-2 90,-3 1-90,-3-2 0,0 1 0,-2-1 0,1 1 90,1-1-90,-2 1 0,-2 0-90,-1-1 90,-3 2 0,-5 0-705,-4 1 615,-5 1 90,-6 0-89,-4-1-984,17-1 0,-1-1 1028,-2 0 0,1 0-45,-2 1 0,0-1 0,-1 1 1,-1-1-1,1 0 0,-1 0-45,0 0 0,-1 1-360,-12-1 0,0 0 135,11 0 1,-1-1-46,-8 1 0,1-2-135,12 0 1,2-2-755,2 1 0,0-1-235,-18-3-963,5-2-656,3-2 3148,2-2 0,-2-7 0,2-2 0</inkml:trace>
  <inkml:trace contextRef="#ctx0" brushRef="#br0" timeOffset="145179.81">7246 8296 11940,'-6'-2'2879,"-1"0"-2700,11-2-89,-1 2 0,7-2 0,-3 2 0,1 0 0,0 0 0,2 1 0,0 0-90,2-1-180,4 1 0,-3-1-90,3 1 1,-6 1-181,0 0 0,-1 0 0,-2 1-179,0 0-1,-2 0 630,-2 1 0,-7 6 0,-3 0 0</inkml:trace>
  <inkml:trace contextRef="#ctx0" brushRef="#br0" timeOffset="145929.81">7194 8307 10861,'-5'-6'0,"1"2"90,-2 1-90,-1 3 90,1 1 0,-3 2 90,0 2-91,-1 2 1,-1 6 90,-2 3-888,0 5 798,0 3 90,2 3-90,2 3 90,1 7-852,5-16 0,1 0 717,0 3 0,1 0-644,1 2 1,0 1 643,1 1 0,0 1-678,0 2 1,1 1 766,0 5 1,0 1-45,1 2 0,-1 3 45,0-11 0,-1 3 0,1 1 0,-1 0-357,1 3 1,0-1 0,0 2 0,-1 1 296,1-8 0,-1 2 0,0 1 0,0 0 0,0-1 0,0-2-8,1 10 1,-1-1-1,0-2 1,0 1-222,0 0 0,1-1 0,-1 0 0,0-3 244,0 2 0,0-2 0,0-1-221,0 2 1,0 0 0,0-1 190,0 1 0,1-1 0,-1 0-116,0 1 1,0-1-1,1 1 146,-1-2 0,0 1 0,0 2 0,1 0 0,-1 4 0,0-1 0,0-2-68,0-7 1,0-3-1,0 1 1,0 1 22,0 9 0,0 1 0,0 0 0,1-3 14,-1-1 1,0-1 0,0-1 0,-1 0 0,1 1 0,0-1-30,0 0 0,-1 0 0,1 0 166,-1-1 0,0 1 0,0-1-166,0 0 0,0 0 0,0 0 122,-1 0 0,1 0 0,-1 0-152,1-1 0,0 0 0,-1 2 45,0 0 0,0 2 0,1-1 0,-1 0-15,0 1 0,0-2 0,1 2 110,-1-3 0,0 2 0,0-1 0,0-2-110,0 0 0,0-3 0,0 0-221,-1 0 1,1 1 0,0-1 190,0 0 0,-1-1 0,1 1 30,-1-1 0,1 0 0,-1 0-30,0 0 0,1 0 0,-1 0 30,0 0 0,0-1 0,1 0-164,-2 11 1,0 0 178,1-2 0,-1 0 149,1-4 1,-1 0-195,1-1 0,-1 0 0,0-2 0,0 1 45,1-1 0,-1 0-45,1-2 0,-1 0 0,1-1 0,0 1 45,0-2 0,0 0 129,0-2 0,0 1-174,-1 5 0,1 0 0,0-8 0,0-1 0,1 4 0,-1 1 0,0-3 0,0 0 90,-1 12-90,1-9 0,0-2 0,-1 4 0,-1 3 1458,2-10-1458,0-1 0,-1 0 0,1-1 0,0-2 0,1-2 2304,0-1-2214,-1-2 1842,1 0-1842,0-3 912,0-1-1002,-1-1 262,1-1-262,0 2 0,0-3 0,0 3 0,0-5 0,1 3 0,-1-2 0,1 0 0,-1 2 0,0-2 0,1 1 0,-1 0 0,0-1 0,0 0 0,2-1 0,1 0 0,1-1 0,4-2 0,1 0 0,3-1-90,3-1-90,2 0-179,6-2-1,5-1-90,8-2-1189,-7 1 1,3 0 141,-7 1 1,1 0 731,7-2 1,2 0-875,0 0 1,0-1 187,-8 3 1,1-1 1450,6-2 0,2 0 0,-3 0 0,1 1 0,2-2 0,0 0 0</inkml:trace>
  <inkml:trace contextRef="#ctx0" brushRef="#br0" timeOffset="178429.81">19284 294 9691,'-8'0'3276,"2"1"-975,10 2-2121,0 0 0,7-1-90,-2-1 180,9 0-180,-3 1 90,12-1-90,-12 0 0,5-1 0,-8 1 0,0-1-90,-1 0 89,0 0-89,-2 0-89,-1 1-1,-1-1 0,0 1-90,-1-1-90,0 0-360,-2 0-269,2 0-91,0 0-359,1 0 1349,0-1 0,0-1 0,1 0 0</inkml:trace>
  <inkml:trace contextRef="#ctx0" brushRef="#br0" timeOffset="178989.81">19914 269 11221,'-5'-5'3058,"5"0"-2968,2 1 0,2 1-90,1-1 90,-1 1-90,1 0 90,0-1-90,0-1 90,0-1-90,0 0 0,-1 0 90,1 0-90,-2 0 0,1 1 89,-1 0-89,0 0 0,0 1 0,0 0 0,0 0 0,-4 11 0,1-3 0,-3 10 0,0-4 0,0 9 0,1-6 0,-2 15 0,2-12 0,0 6 0,1-1 0,0-6 0,0 4-179,1-7-1,0-2 0,0 0-540,1 1 270,0-3-89,1 1-91,-1-4-1259,1-2 1889,1 0 0,1-1 0,1 0 0</inkml:trace>
  <inkml:trace contextRef="#ctx0" brushRef="#br0" timeOffset="179219.81">19866 480 12390,'2'8'1079,"1"-2"-719,2-4-90,2-1 0,1 0-90,3 0 90,1 0-91,2 0 1,1-1-180,2-1 0,1 0-270,1-1-89,0-1-91,0 0-1259,6-4-360,-8 1-719,4-2 2788,-10 2 0,3-5 0,-1 0 0</inkml:trace>
  <inkml:trace contextRef="#ctx0" brushRef="#br0" timeOffset="179769.81">20142 72 11131,'-10'-11'-360,"-1"1"450,-9-6 0,3 3-2390,-8-6 2480,20 16-139</inkml:trace>
  <inkml:trace contextRef="#ctx0" brushRef="#br0" timeOffset="179769.81">19158-1 985,'-18'16'0,"-6"7"0,0 1 0,0 1 0</inkml:trace>
  <inkml:trace contextRef="#ctx0" brushRef="#br0" timeOffset="179769.81">19268-1 9587,'-18'12'33,"-4"3"12,1 0 0,0 2 0,1 1 0,3-1 0,1 0 45,-3 9 0,0 3-45,4 2 0,2 1 0,0-1 0,2 0-517,5 1 0,3-1 517,4-10 0,3 0 0,5 10 0,4 2 0,6 1 0,3 1-45,1-1 0,1-1-282,3-2 1,1-4 326,-4-6 0,0-4-45,-2-1 0,0-2-154,2 1 1,1-1 197,2-2 1,0 0-45,-1-2 0,0 0 45,3-1 0,3 0 55,-5-3 0,2-1 0,-1 0-100,5 1 0,2-2 30,2-1 0,3 0 0,-1-2-221,-6-3 0,-3-1 1,2 0 190,0-1 0,1-1 0,0 0 30,-3-2 0,-1-2 0,-1 0 62,4-4 1,-2-1-93,-1-2 0,-1-1 45,0-1 0,-1-1-45,-2-2 0,0-1 0,-1-1 0,-1-2 0,-2 0 0,-1-1 334,-3 1 1,-1 0-335,-2 0 0,-2 0 44,-3 1 1,-2 0-138,-1 0 1,-3 0 137,-1-1 0,-2 0-45,-3 0 0,-2 0 45,-2-3 0,-3 1-45,-3 0 0,-3 0 45,-3-2 0,-3 2-45,-4 0 0,-3 3 328,-4 0 0,-1 2-328,32 21 0</inkml:trace>
  <inkml:trace contextRef="#ctx0" brushRef="#br0" timeOffset="185249.81">11914 8543 9512,'-6'-3'3276,"11"2"-3044,-1 1-142,10 1-90,-7-1 89,2 0 1,0 0 0,7-1-270,0 1-359,4 0 179,-6 0-809,1 0-2108,-5 1 3196,0 0 1,-2-1 0,-3 1 0</inkml:trace>
  <inkml:trace contextRef="#ctx0" brushRef="#br0" timeOffset="185659.81">12222 8438 10591,'2'-7'540,"0"-2"-91,-1 6-179,1-4 90,-1 4-90,2-2-180,0 6 0,0 0 0,0 5 0,-1 2 0,0 1 0,-1 3-90,1 1 90,-2 3-90,1 2 89,-2 1-89,1 1 90,-1 1-90,0 0 0,-1 0-90,1 7-269,-1 0-1,1-1-809,-1 1-540,1-14-360,-1 2 2069,2-6 0,-1 3 0,1-1 0</inkml:trace>
  <inkml:trace contextRef="#ctx0" brushRef="#br0" timeOffset="186239.81">11878 9382 10771,'-7'-4'719,"0"1"91,3 1-720,9 1 0,-2 0 90,8 1-90,-3 0-90,1 0 0,7 0-450,2-1 90,-1 1-90,1-1-179,-7 0-900,1 0-270,-1 1 1799,0-1 0,4 1 0,1-1 0</inkml:trace>
  <inkml:trace contextRef="#ctx0" brushRef="#br0" timeOffset="186629.81">12185 9254 10501,'4'-7'450,"-1"1"-270,0 2 179,-1 1 1,2 0 0,0 1-180,3 1 0,-3 2-90,1 2 90,-1 2 0,-1 1-90,-1 3-1,0 1 1,-1 1 0,0 3 0,1 2 0,-1 0 0,0 3-219,0 0 129,-1 2-598,0-1 418,1 0-90,-1-1-90,1-1-90,0-1-269,0-1-2558,0 4 3061,1-4 1,0 7 0,1-4 0</inkml:trace>
  <inkml:trace contextRef="#ctx0" brushRef="#br0" timeOffset="187279.81">11989 10159 11400,'-2'-6'990,"0"3"-720,11 0-90,-2 2-90,8-1 0,-4 1-90,4 0-270,3 0-90,-6 1-90,6-1-1978,-2 1 2428,1-1 0,5 1 0,-1 0 0</inkml:trace>
  <inkml:trace contextRef="#ctx0" brushRef="#br0" timeOffset="187589.81">12309 10036 10861,'-1'-9'629,"1"-1"-359,0 5-90,1 0 0,1 1-90,2 5 0,1 4 0,2 7 0,-3 2 0,1 10-180,-2 5-180,0-1-678,-1 2 409,-1-9-271,0 0-2248,1 7 3058,-1-7 0,2 13 0,-1-9 0</inkml:trace>
  <inkml:trace contextRef="#ctx0" brushRef="#br0" timeOffset="188139.81">11910 10922 10501,'4'-6'989,"0"0"-539,1 2-270,-1 0 0,1 0 0,0 2 0,-1 0 0,2 0 0,-1 0-90,1 2-1,1-1 1,0 1 0,1 0 0,2 1 0,0-1-90,2 0-360,10 1 91,-5-1-901,17-1-629,-15 0-954,7-1 2753,-10 2 0,6-2 0,1 0 0</inkml:trace>
  <inkml:trace contextRef="#ctx0" brushRef="#br0" timeOffset="188459.81">12435 10748 11311,'-1'-7'269,"1"0"-89,1 1 0,1 0 360,0 2-450,2 5 0,-1 1 0,0 5 0,-2-2 0,0 4 0,0-1 0,0 9-270,0 5-180,1 1 0,-1 1-421,1-6 241,-1 0-1169,1 1 1709,3 11 0,0-1 0,1 8 0</inkml:trace>
  <inkml:trace contextRef="#ctx0" brushRef="#br1" timeOffset="189269.81">12124 11889 31251,'-6'-5'-2961,"6"-1"-316,2 4 2763,5-1 1540,-1 2 5,-1 2-350,2-1-196,5 1-1217,-2 0 1407,5-1 760,-5 1-1304,1-1-682,0 0-542,0 0-569,-1 0-413,1-1 2104,0 2 1,5-2 0,0 1-1</inkml:trace>
  <inkml:trace contextRef="#ctx0" brushRef="#br1" timeOffset="189609.81">12525 11733 27792,'-1'-8'-3277,"2"2"0,-2-1 0,2 2 1364,1 7 2376,-1 1-1061,2 13-95,-2-3-1734,0 5 2499,0-1-450,0 1 120,-1 2-488,1 0-551,0 1 498,-1 2-541,1-2-518,0 1 1822,1-2 1,1 8 0,1 0 0</inkml:trace>
  <inkml:trace contextRef="#ctx0" brushRef="#br0" timeOffset="190319.81">12320 12778 10591,'-6'-3'1169,"4"-3"-899,4 3-90,4-2-90,-1 3 90,2-1-90,0 0 0,1 2 0,1-1 0,1 1 0,1 0-90,0 1-180,0 0-90,0 0-90,0 0-90,1 1-179,-1-1-990,0 1-270,0 0 1889,-1 0 0,6 2 0,0 0 0</inkml:trace>
  <inkml:trace contextRef="#ctx0" brushRef="#br0" timeOffset="190579.81">12664 12577 11311,'-3'-8'1619,"1"1"-1529,5 19 0,-1-4-1,5 16-89,-3-8-650,2 6 650,0 2-90,1 4-270,0 0-179,-2 0-451,1 1-719,-2 0-360,1-3 2069,-2-1 0,2 4 0,0 0 0</inkml:trace>
  <inkml:trace contextRef="#ctx0" brushRef="#br0" timeOffset="203839.81">11576 6307 8522,'-7'1'1979,"0"0"-990,3 0 361,-1 0-1260,10 2 0,-3-2-90,10 2 90,-3-1-90,2-2 0,2 1 0,0 1-90,2-2-270,8 1 0,-5 0-90,6 0-433,-7-2-827,-1 1-268,-2-1 1971,-1 1 0,3-1 0,0 0 0</inkml:trace>
  <inkml:trace contextRef="#ctx0" brushRef="#br0" timeOffset="204179.81">11982 6186 10861,'2'-8'539,"0"0"-359,-1 3 90,0 1-90,1-2 0,-1 2 0,1-1 0,1 3-90,2 3-90,-1 2 90,3 6-90,-4-2 90,3 10-90,-3-4 90,3 8-409,-4-3 319,1 2 0,0 1-195,0 9-524,0 0 179,0-1-1169,-1-3-540,-1-11 2249,1 0 0,0 4 0,0 1 0</inkml:trace>
  <inkml:trace contextRef="#ctx0" brushRef="#br0" timeOffset="204589.81">12864 6354 11221,'4'-6'809,"1"1"-719,-2 2 0,1 0 90,1 1-90,0 0 0,1 0-90,1 1 90,1 0 0,1 0-90,3-1 90,0 1 0,2 0-90,1 0 0,1 1 0,0-1-180,1 2-180,0-2-180,1 2-449,-2-2-630,1 1-90,-1-1 1709,-1 0 0,3-2 0,1 0 0</inkml:trace>
  <inkml:trace contextRef="#ctx0" brushRef="#br0" timeOffset="204889.81">13281 6176 10861,'3'-6'629,"1"0"-269,-2 3-90,1 0-270,2 3 90,-2 2 0,2 5-90,-3 2 90,1 2-90,0 3 90,0 12 0,-2-4-794,0 7 524,-1-6-89,-1-1-91,0 4-270,-1-2-2647,1 9 3196,0-11 1,1 11 0,0-8 0</inkml:trace>
  <inkml:trace contextRef="#ctx0" brushRef="#br0" timeOffset="205479.81">13924 6322 12210,'8'-4'360,"0"2"-270,1 2 0,0 1 0,3-1-90,0 1-180,2 0 0,1 0-270,-1-1-90,1 1-359,-1-1-630,1 0 0,-1 0 1529,-2 0 0,5-2 0,-1 1 0</inkml:trace>
  <inkml:trace contextRef="#ctx0" brushRef="#br0" timeOffset="205769.81">14299 6142 10591,'4'-5'360,"3"3"-360,-4 3 90,4 4 0,-4 0-90,1 2 90,0 3-90,0 3 90,1 11-1,-2-3-877,1 10 788,-2-7-90,0 13-180,-1-11-90,0 7-1619,0-1 810,1-9 1169,2 7 0,2-5 0,2 1 0</inkml:trace>
  <inkml:trace contextRef="#ctx0" brushRef="#br0" timeOffset="206249.81">14866 6381 10411,'-4'-6'1169,"3"0"-989,3 4 0,4 0-90,2 2 90,0 1-90,4 1 0,1-1 90,2 1-652,2 1 472,1-1 90,1 1-517,0 0 157,-1 0-1259,5-1-1709,0 1 3238,-3-1 0,1-2 0,-5 0 0</inkml:trace>
  <inkml:trace contextRef="#ctx0" brushRef="#br0" timeOffset="206789.81">15332 6286 9961,'6'-4'450,"0"-1"-360,-2 4 0,0 0 0,1 0-90,0-1 90,1 1-90,-1-2 0,-1 1 0,1-1 90,0 0-90,0-1 0,1 0 0,0-2 0,-1 0 0,2-1 90,-1-1-90,1-1 0,-1-1 0,-1 0 0,1 0 0,0 0 0,-1 0 0,1-3 0,-3 5 0,2-2 0,-2 5 0,-1 0 0,0 1-90,0 1 90,1 5 0,-3 1 0,0 6 0,-2 2 0,-1 10 0,0-2 0,-2 10-1968,1-5 2058,-1 4-90,0 0 0,0 0 0,1-2 0,0 2 0,-2 8 0,3-9 0,-1 7-90,2-6-90,1-7-270,3 14 91,-1-17-1350,3 11 1079,-1-16 630,1 2 0,1-5 0,-1 1 0</inkml:trace>
  <inkml:trace contextRef="#ctx0" brushRef="#br0" timeOffset="207029.81">15283 6688 9242,'5'6'629,"0"0"-449,-1-4 0,1 0-90,1 0 90,2 0-90,1-1 0,2 1-180,2-1-90,0 0-360,2-1-1798,6-2 2338,-4 1 0,11-3 0,-5 0 0</inkml:trace>
  <inkml:trace contextRef="#ctx0" brushRef="#br0" timeOffset="207379.81">15854 6473 9781,'-6'-4'1979,"1"1"-1889,9 1 0,-1 0-90,7 2 90,-2 1-180,0 0-90,2-1-180,-1 0-269,1 1-900,0-1-180,0 0 1709,0 0 0,5-1 0,1 1 0</inkml:trace>
  <inkml:trace contextRef="#ctx0" brushRef="#br0" timeOffset="207849.81">16027 6455 10231,'7'-4'90,"-1"1"-90,-1 1 90,-1 0-90,1 0 0,-1 0 90,0 0-90,0-1 0,1 1 90,-1-2-90,0 1 90,0-2-90,0 2 0,0-3 0,3-2 0,-2 1 0,3-3 90,-3 3-180,1-2 90,1-1 90,-1 0-90,0-1 0,0 1 0,0 0 0,0-1 0,0 2-90,0 0 90,-2 1 0,3-2 0,-3 5 0,1-2-90,-1 12 90,-2-1 0,0 9 0,-2-2 0,-1 5 0,0 1 0,-1 4 90,0 0-180,-1 3 90,0 2-914,0 1 914,0-1 0,2-3-774,-1-2 774,1 1-90,0-3 0,2 1-270,1 5-540,3-2-179,1 0 539,1-7 772,-2-7 1,2 2 0,0-1-1</inkml:trace>
  <inkml:trace contextRef="#ctx0" brushRef="#br0" timeOffset="208099.81">16098 6724 10411,'3'5'900,"2"-1"-721,1-4-89,3 1 90,1-1-90,0 0 0,2 0-180,1 0-180,0 0-269,1-2-1080,1 2-270,-1-3 1889,1 1 0,5-2 0,1-1 0</inkml:trace>
  <inkml:trace contextRef="#ctx0" brushRef="#br0" timeOffset="208739.81">16810 6642 11131,'0'-8'899,"2"2"-809,2 3 0,1 2 0,0 0 0,2 0 0,0 1-90,0 0 0,1 0-90,1 0-90,0 0-180,1 1-90,-1 0-179,1-1-900,0-1-180,0 0 1709,-1 0 0,3-2 0,0 0 0</inkml:trace>
  <inkml:trace contextRef="#ctx0" brushRef="#br0" timeOffset="209209.81">17066 6559 10861,'5'-5'360,"0"1"-270,-1 2-1,0 0-89,0 0 90,1 1 0,1-1-90,-1 0 90,3-1 0,-2 0 0,2 0-90,-4 1 180,4-2-90,-1-1-90,0 0 90,-1-1-90,-3 2 90,4-3-90,-3 0 0,3-2 90,-2 3-90,-1-1 0,0 1 0,2-1 0,-3 2 0,2-1 0,-3 2 0,1 2 0,-1 6 0,0 1 0,-1 7 0,-1-1 0,0 3 0,-1 10 0,0-2-574,-1 7 664,1-6-90,0 0 0,0 3 0,-1 0 0,1 0 0,0-3 0,1-3-319,1-1 229,0-3-90,1 0 1,0-2-181,0-2-90,0-1-360,0-2-74,0-2-555,1-1 1523,-1-2 1,1 0-1,-1-1 1</inkml:trace>
  <inkml:trace contextRef="#ctx0" brushRef="#br0" timeOffset="209399.81">17116 6876 10231,'3'8'360,"1"-3"-180,3-4-90,1 1-90,3-1-180,3 0-90,3 0-629,2 0-271,6 0 361,2 1 448,5 0 0,3-1 1,1 0-1</inkml:trace>
  <inkml:trace contextRef="#ctx0" brushRef="#br0" timeOffset="-212746.92">21101 340 8432,'0'-8'3148,"0"1"-989,2 2-2069,-1 21 0,-1-3 0,0 23-1852,-2-6 1762,-1 6 90,-1 5-45,2-20 0,0 1-496,-1 2 0,0-1 451,1 0 0,-1 0 90,-2 18-90,0-3 0,1-6-385,0-2 295,-1-4-269,1 3-271,0-6 270,1-3-180,0-6-89,1-7-2453,0-2 3082,0-2 0,1-1 0,-1-1 0</inkml:trace>
  <inkml:trace contextRef="#ctx0" brushRef="#br0" timeOffset="-212406.92">21097 400 10771,'-1'-9'450,"0"1"-181,3 3-89,1 1 0,2 1 0,2 0 0,2 0 0,2 1 0,2-1 0,5 1-90,1-1-690,6 1 780,1 0-90,5 0 0,-4 0-90,-2 2 90,0 1 0,-4 3-390,0 1 390,-3 1-90,-2 1 0,-3 2 0,0 0 0,-4 0 0,-2 5 0,-5-5 0,-3 4 0,-6-3 668,-9 3-758,-10 1 90,-2-1-774,-3-3 864,10-5-338,-5 0 158,8-3-89,-3 1-91,10-2-180,2 0 0,0-1-179,3-1 819,2-1 0,7-6 0,2-2 0</inkml:trace>
  <inkml:trace contextRef="#ctx0" brushRef="#br0" timeOffset="-211896.92">21822 432 10951,'-2'-10'360,"1"3"-181,-3 0-89,0 3 90,-1-1 0,-3 0 0,0 0-90,-3-1 90,-2 2 0,-1 0 180,-15 2-270,8 2 0,-10 1 89,9 5-179,5 0 180,-6 8-180,8 0 90,2 3-90,5-2 0,6-4 0,6 11-90,0-8 90,7 8-90,-2-11 0,3-1 0,-1-2 90,3 0-89,-2-3-1,1 0 90,-1-3-90,4 0 0,-2-3 90,3-2 0,-4-1-90,6-6 90,-5 0 0,3-5 90,-6 3 0,1-6-90,-3 6 90,0-4-90,-4 8 90,-1 0-1,1 1-89,-1 8 0,0 0 90,-1 8-90,-1 0 0,3 8 0,-1-3 0,5 6 0,-1-6 90,3 3-90,1 0-564,3 0 564,0-3 0,0-1-267,0-4 177,-1-1-180,1-2-540,5 0 181,-4-4-1080,4-1-540,-4-4 2249,0-1 0,7-5 0,1-1 0</inkml:trace>
  <inkml:trace contextRef="#ctx0" brushRef="#br0" timeOffset="-211386.92">22341 460 10771,'1'-6'1169,"0"-1"-809,-2 0-90,1 1 449,-3-3-449,0 2 270,-4-5-90,-2 2-270,-2-2-1,-2 4-89,2 1 0,-1 3 90,-1 1-90,-1 1 0,-2 3-90,0 1 0,-5 3 0,2 4-90,-2 2-180,-2 8 90,7-4 1,-1 6-271,10-2 270,3-3 0,2 4-90,4-6 180,1 0-90,2-2 0,1-1 91,2-1-91,1-2 90,1-1 0,1-2 90,0-2-90,1-2 90,1-2 0,0-2 0,2-2 0,3-5 90,9-12-1291,-2 0 1246,-9 5 0,0 0-45,9-13 90,0-2 0,-2-1-90,-1 0-1232,-2-2 1322,-3 6 0,-1 0-495,-5 7 495,-2 4-112,1 0 112,-5 8 999,1 0-999,-4 17 1396,-2 1-1396,-1 12-90,-4 16-417,2-15 0,0 1 417,1 2 0,-1 1 0,1-2 0,1 0-720,2 9 720,1 1 0,4-1 0,1-2 90,3 0-90,0-3 0,2-2-90,1-2-489,1-5 219,-2-2-89,0-4-1081,3-2-269,-4-4 731,2-1 1068,-7-4 0,-2-1 0,-2 0 0</inkml:trace>
  <inkml:trace contextRef="#ctx0" brushRef="#br0" timeOffset="-210986.92">20899 761 11131,'-16'-5'269,"2"1"1,1 1 0,2 0 90,1 0 0,1 0 90,1 1-91,0-1 91,2 0 719,-2 1-89,3-1-720,11 2 269,32 1-449,-13 1 0,4 0 0,0 1-657,2-1 0,0 0 1,1 0 566,7 0 0,0 1 0,0-1-973,-6 0 0,0 0 0,-1-1 943,2 1 0,1 0 0,-1 0-631,3 0 0,-1 0 1,1 0 630,1 0 0,0-1 0,1 1-452,1 0 0,0 0 0,0 0 452,1-1 0,0 1 0,1 0-139,-11 0 1,0-1-1,1 1 1,2 0 113,0 0 1,3 0 0,1 1 0,0-1 0,-1 0 0,1 0 0,-1 0 0,0 0 0,1 0 0,1 0-21,-2 0 0,1 0 0,0 0 0,0 0 0,-1 0 0,-2 0 7,5 0 1,-2-1 0,-2 1-1,0-1 26,-1 0 1,-1 1 0,-2-1 0,-4-1-49,-1 1 0,-4-1 545,4 0 0,-2-1-725,2-3 1241,-13-1-1421,-4 0 1730,-15-3-2719,-15-2 450,-3-2-271,-11 1-359,5 4 2555,-2 2-2915,0 1-1388,-1 1 3248,0 0 1,-8 1-1,19 1 1,0 0-1</inkml:trace>
  <inkml:trace contextRef="#ctx0" brushRef="#br0" timeOffset="-210256.92">20609 302 10411,'3'5'1529,"2"-1"-1259,0-2 360,4-2-360,-2 1-1,4-1 1,-3 0 90,8-2-270,-3 1 90,6-1-90,-5 0 90,2 0-90,1 0-90,1 0 0,-2 0-90,0 0 0,-2 0-90,-2 0-360,4 0 180,-6 0-719,3-2 359,-6 2 720,-1-1 0,-5-1 0,0-1 0</inkml:trace>
  <inkml:trace contextRef="#ctx0" brushRef="#br0" timeOffset="-209856.92">20726 173 10411,'6'-7'540,"0"1"-1,-4 3 91,1-2 180,0 3-720,-9 3 0,2 1-1,-8 5-89,3-1 90,-1 0 0,-2 1-90,1-1 0,-1 2 90,1 0-90,-1 1 0,1-2 90,0 2-90,3-2 0,0 0 0,2-1 0,0 0 0,3 0 0,0 0 0,2-2 0,2 1 0,0 0 0,3 0 0,0 0 0,2 0 0,2-1 0,1 1 0,2-1 0,5 3 0,-2-1 0,11 4-90,-9-2-315,3 1 1,0 0-46,0 2-360,12 6-1233,-17-8-116,0 0 2159,-2-2 0,3 5 0,0-1 0</inkml:trace>
  <inkml:trace contextRef="#ctx0" brushRef="#br0" timeOffset="-166686.92">14521 7922 8612,'3'-8'1169,"-1"2"-899,0 1 270,0 2 0,0-3-271,1 3 361,-1-1-90,0 0 474,0 1-706,-2 15-160,-1-1 10,-2 18-1220,-3-4 1234,0 4 1,-2 6-89,0-2-25,-1 2-749,2-1 748,2-11 0,0 0 59,0 0 1,0 0-6,1-2 1,0 0-49,0 1 1,-1-2 157,2-1-212,-3 4 123,4-11-9,0-1 94,0-2 894,1-2-1213,0-3 631,4-13-724,4-13 4,2-8 92,0 0 0,-1-2-391,-2 11 1,-1-1 493,3-10 1,0 0-937,-4 8 0,1 0 1024,-1 0 0,0-1-1,0 2 0,-1-1-426,0 3 0,1 0 510,0-16-562,0 8 350,-1 4 731,-1 6-812,1 0 1807,-1 8-1684,1 0 1325,0 10-745,2 4 332,2 2-958,-1 5-132,4 5-13,2 3-4,3 7-7,-1-6-211,1 3-351,-5-12 623,1 2 68,-4-6 208,3 0 100,-3-3-15,9-3 257,-1-6 210,4-4 58,1-4-129,-3-3 12,9-11-422,-12 10 0,0-1-607,0 2 1,0 0 450,-1-1 1,-1 2-211,2 0-124,-3 2-54,-3 5-12,-2 4 143,-2 4-111,-1 4-224,-1 3 1405,-2 4-1108,-1 5 7,-1 7 29,-1 6-15,-1 5-2071,0 4 2183,1-16 1,1 0 165,0 0 0,1 1-46,-2 1 1,1 1 4,1-2 1,-1 0-429,1-1 0,0 0 392,1 8 1,0-1-72,1-7 1,-1 0-510,2 6 0,0-1 411,1 8 2,2-2-2,-1-5-308,2 3 314,-2-10 1246,1 0-1090,-2-9 598,1-3-806,1-3 453,2-2-985,-2-4-2513,6-5 3083,-4-3 1,5-8 0,-2-1-1</inkml:trace>
  <inkml:trace contextRef="#ctx0" brushRef="#br0" timeOffset="-166366.92">15206 8181 11400,'-1'-7'540,"0"-2"-450,2 1 0,0 0 0,3 0 90,1 3-180,3-1 90,2-1 0,3 1 0,2-1-90,0 0 90,0 1 0,1 2-180,1 0-90,-1 0-180,0 2-899,6 0-360,-6 0-180,3 2 1799,-8 0 0,2 3 0,-1 1 0</inkml:trace>
  <inkml:trace contextRef="#ctx0" brushRef="#br0" timeOffset="-166166.92">15296 8259 11221,'2'5'629,"2"0"-449,2-4-90,3-1 90,3-1-90,4 0 0,4 0-360,19-1-450,-12 0-919,0 0 1,0 1 1468,-1-1 0,13 0 0,-13 0 0</inkml:trace>
  <inkml:trace contextRef="#ctx0" brushRef="#br1" timeOffset="-153126.92">15882 8256 17460,'-9'2'3276,"17"-5"0,-2 0-451,15-4-2556,-8 1-3546,1 1 2915,0-1 511,1 0 1704,-1 0-1487,3-1-261,-4 1-128,5-2 97,-8 5-115,2-2 14,-5 3 3257,-1 1-3455,1 0-331,1 2-385,-2 2-345,3 3-289,-3 1-445,1 2 210,-1 4 310,7 16 203,-3-2-5,-2-6 1,0 2 720,4 14 487,-6-17 1,0 0 196,1 1 0,-1 0 224,1 0 1,-1-1-92,0 1 1,1-1-84,-1 1 0,0 0 72,6 18-150,-1-3 18,0-1-79,-3-6 3,1 0 12,2 7-33,-1-6-376,-1-2 319,-2-8 85,-3-10-151,2 3-56,-3-6 1552,2 2-1815,0-11 1545,0-1 693,4-9-249,4-18-279,-1-2-2314,-4 7 1,1 0 1497,-3 1 0,-1 1-41,1-4 0,0 0-157,-1 0 1,1-3-469,-1-3 1,0-3-1,-1 1-1012,2-5 0,-1-2 988,-2 9 1,0-4 0,-1 1 0,0 3-807,0-9 0,-1 3 919,-1 7 0,-1 0 0,0 1-17,0-2 0,-2 2-41,0-1 1,-1 1 524,0 0 1,0 1-494,-1 2 1,-1 0-56,1 1 0,0 1 23,-1 1 0,1 2 17,0 2 1,1 1-91,-5-16 260,0 0-171,0 7-61,3 4 1360,1 8-1094,3 7-122,1 2 155,-1 1-105,1 1 238,1 0 159,0 1 53,1-1 188,-1 1-75,4 3 1280,0 1-383,5 2-786,0 0-59,5-1 52,6-2 144,7 0-160,13-4-238,-18 2 1,3 0-514,7-3 0,4 0 0,0 0 95,-7 0 1,0 1 0,1 0 236,2-1 0,1 0 0,2-1 0,-3 1 15,5-1 1,-2 1 0,1-1-109,-5 2 0,2 0 0,0 0 0,0 0-44,0-1 0,1 1 0,0 0 0,3-1-16,-3 2 1,1-1 0,2 1 0,0 0 0,0-1 0,-2 1-37,0 0 0,-1 0 0,0 0 1,-1 0-1,3 0-20,-1 0 0,1 0 0,0 0 0,1 1 0,0-1 0,-1 1-641,5-1 1,0 0-1,0 1 1,-1-1 0,0 1 524,-5 0 0,0 0 1,-1 0-1,1 0 1,0 0 92,2 0 0,2 0 0,-1 0 0,0 1 1,-2-1-49,2 0 0,-2 0 0,0 1 0,-1-1 2,-3 1 0,0 0 1,-1-1-1,1 1-41,0 0 1,0 1 0,-1-1 0,1 0-175,10-1 0,-1 0 0,0 0 149,-2 0 0,1 0 1,-1 0 15,-1 1 0,-1-1 0,0 0 3,-2 1 0,0-1 0,-1 0 55,-1 1 0,0-1 0,-1 0-36,-2 0 0,-1 1 0,-1-1-46,10-1 0,-3-1 383,-3 1 1,-2 0-176,-7 2 0,-2-1 495,18-4-772,-10 2 97,2-1-189,-11 2 182,-1 1 1683,-7 0-1856,-4 2-2967,0 0 3086,-9 6 0,-4 0 0,-6 5 0</inkml:trace>
  <inkml:trace contextRef="#ctx0" brushRef="#br1" timeOffset="-152226.92">17268 7896 10862,'-3'-7'-251,"-1"0"295,2 2 42,-3 0-8,1-1 46,-2 0-19,0 1 41,0 0 95,-1 1-43,-1 0 129,0 0 54,0 2 97,-1 2-42,-1 2 240,-2 2 260,-4 6-1283,-2 5 1327,-3 7-290,-2 6 119,0 5-446,7-6 0,1 1-1027,4-5 0,0 0 918,-3 7 0,0 2-178,6-9 1,0-1-99,0 1 0,1 1-89,0-1 0,1 0 189,1 0 0,0 0-140,-1 17-156,2-2 143,4-15 0,1-1-216,3 0 1,0 0-334,5 17 144,8-3-293,-6-21-333,5 1 163,1-8 557,-5-3 149,12-2 282,-9-5 1103,6-4-730,-4-3 400,1-2 1732,0-3-1516,0-3-361,-4-1-60,-1 0-175,-3 0-122,-4 3-410,-1 0-181,-3 1-205,0 1 109,-3 0-291,-1 1 36,-2 1 549,1 2-597,-6-4 169,4 5-268,-6-4 225,6 6 7,0 0 146,2 3-51,0-2 309,5 1 629,0 0 287,5 0 239,0 0-92,4 1-27,0-2-113,3 2 46,-2 0-138,2 1-633,-1 0-128,5 2-306,2 1 30,-2 0 24,-1 3-101,-7 0-59,0 1 55,-3 2-241,1 1-31,-3 1 124,0 3 209,-3-1 179,0 3 217,-2 1 268,-2 2 22,-1 5 294,-6 14 180,2-6-1666,1-5 0,-1-1 1507,1 1-189,-1 7-96,4-15-228,1 1-273,1-2-123,1 1-303,1-1-135,1-1-165,0 0-64,1-1-330,0-2-568,1-1 1707,2 2 1,3-3 0,3 4 0</inkml:trace>
  <inkml:trace contextRef="#ctx0" brushRef="#br1" timeOffset="-151656.92">17596 8423 11151,'-7'-8'214,"2"1"-269,2 2 255,3 0 36,0 0 33,2 0 344,3-1 15,2 0-28,0-1 223,3 0-75,1 0-33,2 0 33,0 1-184,0 0-321,0 2-281,-1 1 51,-1 3-122,-1 0-78,-1 3-193,-1 3-29,-2 1-161,-1 4 121,-2 1 76,-2 3 80,-2 4 120,-2 4 112,-3 4-687,0-6 0,-1 1 890,-3 11-2,2-12 0,1-1 128,-5 6-81,0-1-306,0-2-835,0-1 753,1-4-253,-1 2 195,4-7 1383,0 1-1328,4-8-291,0 1 502,9-8 1033,0-3-1054,10-11 65,2-4-1172,4-8 1145,3-5-16,-12 14 0,1 0-46,0 0 1,0-1 47,0-1 1,0 1-18,0-1 0,0 1-24,0 0 0,0 0 12,2-4 0,0 0-96,5-8 100,2-3 2,-12 18 6,0 1 88,-5 6-91,-5 8-44,-2 6 23,-6 10 12,1 1-546,0 6 523,-2 2-4,2 2-5,0-2-4,2-2 37,2-1 1307,2-2-1364,0 6 1,3-7-98,0 4 86,2-9-199,3 2 60,0-5-196,3 1 28,-3-8 513,1-1-911,0-3-374,4-2 405,3-4 814,2-5 0,5-10 0,1-3 0</inkml:trace>
  <inkml:trace contextRef="#ctx0" brushRef="#br1" timeOffset="-151106.92">17826 7639 15642,'-7'-8'-2566,"2"2"1910,2 2 405,1 0 317,0-1 230,1-1 48,1-1 267,2 2-433,2-1 1041,1 2 193,1-1 118,2 2-29,5-2-272,-3 2-365,5-1-267,-4 4-371,-1 0-435,2 2-337,-1 2-241,1 1 35,-2 1-144,1 4-46,-3 0-37,0 3 2,-3 0 175,-1 9 405,-4 2 212,-1 0-215,-5 0 777,0-7-83,-5 6 346,2-6-14,-4 4-35,4-7-151,0-1-185,1-2-8,1 0-294,-2 0 251,5-3-133,-2 0-139,5-3 354,2 0-860,2-1-175,3-1 251,1-2 252,3-1 96,1-1 78,4-2 87,5 0 170,15-4 55,-14 3 0,0 0-73,0 0 1,0 0-304,2-1 1,-2 0-175,4 1-220,1-2-1018,-11 4 1495,3-1 1,-2 2-1,5-1 1</inkml:trace>
  <inkml:trace contextRef="#ctx0" brushRef="#br0" timeOffset="-150786.92">18589 8135 9961,'-8'-2'90,"5"-2"-90,6 1 270,14-6-180,1 3 90,10-4-90,3 0 90,3-1-586,4 0 451,-12 4 0,-1 1-1083,13-4 948,-15 4 0,-1 1-180,7-2-90,-4 2-989,-3 0 89,-6 2 1260,-2-1 0,0-1 0,-1 0 0</inkml:trace>
  <inkml:trace contextRef="#ctx0" brushRef="#br0" timeOffset="-150506.92">18732 7860 9871,'-6'-6'360,"1"2"-360,2 6 90,2 0-90,0 6 90,1 1 90,1 2-90,0 4 90,-1 9-90,-1 2 0,-1-1 0,1 0-1942,-2 15 1897,1-11 0,0 0-45,0-7 0,0-1 45,1 1 0,0 0-40,-1 1 1,1 1-6,1 5 0,0 0 0,0-5 0,0-1-621,1 5 1,1-1 440,2 9-90,2-4 1,2-2-91,2-3-360,2-3-449,3-2 1169,9 1 0,1-7 0,7 1 0</inkml:trace>
  <inkml:trace contextRef="#ctx0" brushRef="#br0" timeOffset="-149816.92">19470 7856 9422,'0'-13'449,"0"1"-179,-1 2-90,2 0 90,-2 0 0,2 1 0,-1-1-1,0 1 181,-1-6-270,1 6 0,-2-4 90,0 2-180,-1 5 180,-5 1-180,-6 14 90,-13 18-136,13-12 1,0 1-354,-2 6 1,0 1 353,3-2 0,1-1-980,0 2 1,0 1 979,0 1 0,0 0-45,0-1 0,1 1 45,1 0 0,-1 1-45,2-2 0,1 0 45,-1 0 0,1 0-460,1 0 0,0-1 415,0 0 0,1 0 0,-4 16-90,2-2 0,2 5-90,3-13 0,4 13 90,3-22-71,3 3-18,7-5 89,-2-6 0,6 0 0,-5-7 0,2-1 90,1-3-180,1-1 242,4-3-152,1-3 1689,2-2-1689,-1-3 0,-1-1 757,-2-2-667,-2 0-90,-3 0 90,-3 1-82,-2-5 82,-3 5 0,-2-4 302,-3 7-302,-3 0 0,-1 1 0,-1 0 300,-2 1-390,-1-1 90,0 2 0,-1-2 0,2 1-90,-1 1 90,5 0 0,4 3 0,6-4 0,1 2 0,3 1 0,-1 1 0,7-3 0,-6 3 0,5-1 0,-7 4 0,-2 0 0,0 2 0,-2 1 0,-1 1 0,-1 3 0,-2 1 0,0 2 0,-2 3 0,0 1 0,-2 3 0,-1 3 0,0 3 0,-1 16 0,2-11 0,0 12 0,1-15 0,1 3-722,1-1 632,1-1 0,0-3-440,1-3 350,1 0-200,0-2 20,1-3-269,0-1-451,1-3 1137,2-2-57,-1-1 0,5-1 0,0 0 0</inkml:trace>
  <inkml:trace contextRef="#ctx0" brushRef="#br0" timeOffset="-149186.92">19801 8149 9871,'-2'-9'810,"-1"1"-540,2 3 0,-1 0 89,0 0-269,-3 6 0,1 2-90,-2 5 90,2 1-90,1 2 90,-1 2-90,2 1 90,-1 1-90,2 1-90,0 0 90,1 0-180,3 8 0,4 2 90,0-2-89,5 1 179,-4-13-90,4 0 0,1-6 0,-3-3 90,3-2 0,-3-4 90,1-1-90,0-4 90,-1-1 0,1-4-90,1-2 89,-1-4 91,4-10-90,-5 8 0,1-4 0,-6 8 180,0 7-270,-8 29 90,-1 4-998,-1 3 1,0 2 907,1-5 0,0 2 45,-1 14 0,0 2-45,2-8 0,0 0-769,1-3 0,0 1 0,1-1 769,0 4 0,1 0 0,1 4 0,0 1 45,1-4 0,0 1-498,1 3 1,1 3 452,-1-11 0,2 2 0,-1-2-526,2 7 0,-1 0 526,1-9 0,-1 1 0,1-2 45,-1 0 0,1-2-45,-1-2 0,1 0 877,3 15-832,-3-17 0,-1-2-45,1 4 0,0 1 0,-5-16 2057,-2-4-2057,-6-11 0,2-2 0,-8-14 504,3-1-504,-2-4 0,-1-5 0,-1 0 0,-1-4 0,-2 1 0,0 0 0,-1 2 0,6 13 0,0 1 0,-5-11 0,4 10 0,2 0 0,-1 1 0,1-5 1790,7 11-1790,3 0-90,1-1 90,3-1-90,2-4 0,5-1-722,2-4 542,6-1-1157,1-2 977,3-3-931,3-2 661,-13 15 1,1 0-1,0-2 1,1 0 719,-1 0 0,2-2 0,5-11 0,1-1 0,-7 9 0,1 0 0,0 0 0</inkml:trace>
  <inkml:trace contextRef="#ctx0" brushRef="#br0" timeOffset="-148726.92">20104 7530 9961,'-2'-10'360,"0"1"-157,1 0 82,1 2-89,1-1 87,1 0-89,1-1-2,1 0 16,1-1 0,3 0-3,0 0-2,3 0-90,0 1 0,2-1 87,6 0-87,-5 2-5,5 2-4,-7 3-9,0 3-97,0 2-8,-1 2-7,0 3-98,-2 1-9,-2 3-9,-1 2-177,-4 10 103,-2 1 19,-4-2 1,-2 1-314,-2 0 0,-2-1 368,-3 5 1,-1-1 48,2-5 0,0-1 13,-10 12 9,9-14 2,2-2-10,2-3-5,3-2 82,1-2-94,2-2 83,1-1-2,1 0 626,2-2-639,1 0-7,2-1 6,1-1 101,2 0-85,2-2 10,1 1 1,3-2 13,3 0 91,3-1-171,2 1-277,15-1-44,-10 0-921,10 0 102,-15 0 449,-3 1 742,-1 0 0,4-1 1,0 1-1</inkml:trace>
  <inkml:trace contextRef="#ctx0" brushRef="#br0" timeOffset="-148536.92">20668 7765 10051,'6'-2'810,"-1"-1"-540,-1 2-90,0-2-1,-1 1-89,1 1-359,1-2-2610,-1 2 2879,2 1 0,-4 0 0,1 2 0</inkml:trace>
  <inkml:trace contextRef="#ctx0" brushRef="#br1" timeOffset="-146796.92">15116 10130 23825,'5'-8'2248,"0"1"-1485,0 1-335,-1 0 88,0 1-118,-1 1-141,-1 0 308,0 0-610,0 0 862,0 0-1212,-13 22 69,2-4-20,-11 21-56,3-9-913,-1 4 893,-4 3 632,3-7 1,-2 0-232,3-4 0,-1 1 256,-6 6 0,-2 0-84,5-5 1,0-2 25,-2 1 0,1-2-1425,1-2 0,1-1 1485,-1 1 1,0-2 49,2-3 1,0 0-456,0 0 0,-1 0 424,1-2 0,0-1-59,1 0 0,-1 0-556,-18 5 474,6-3-58,3-5-290,6-4 250,5-4-803,4-4-298,3-4-596,7-25 1085,8 8 0,3-2 706,-1-2 1,2-2-386,7-5 0,0 2 162,-2 6 1,0 2 115,2-3 0,1 0 145,-2 2 0,1 2 142,-1 0 0,1 0 350,-2 4 0,0 1-144,1 1 1,-1 0-170,-1 1 0,0 2 1308,9-11-1339,2-2 86,-8 14 70,0 1 59,-7 12 688,-1 4-2055,-1 6-1026,1 6 14,2 21 277,1 1 751,-4-12 0,-1 2 9,0-4 1,-1-1-52,1 1 0,0 0 127,0 0 0,1 1-885,3 9 1,2 0 1758,-2-8 0,1 1-87,3 6 0,0-1-672,-1-9 0,-1-1 366,2 0 0,0-1-7,0-1 0,1 1 115,8 5 1,1-1 21,-6-6 0,0-1 88,6 4 0,0-2 105,9 3-328,-4-4 632,-1-4 852,-4-3-784,-3-3 2100,-4-3-2383,-2-2 1368,-1-1-1589,-1-3 9,0-1-1519,-1-1 2006,1-3 1,4-6 0,1-2 0</inkml:trace>
  <inkml:trace contextRef="#ctx0" brushRef="#br1" timeOffset="-146526.92">15898 10259 16599,'-8'-3'585,"1"1"-426,1 0 108,2 0-116,2-1-536,3-1 575,2-1 192,4-1 297,4 0 40,2 0 255,6-3-524,2 2 328,3-2 267,1 2-679,-3 1-357,-2 1-614,-3 2-1218,-4 1-990,-2 1 2679,-2 2 0,2 1 1,0 1-1</inkml:trace>
  <inkml:trace contextRef="#ctx0" brushRef="#br1" timeOffset="-146356.92">15999 10397 12650,'-1'7'1545,"2"-2"-1507,1-1-241,4-1 641,0-1 79,2-2 3,4 1-142,1-2-124,3 0-369,2 0-477,0 1-18,2-1-1205,0 0-753,0 0 2507,1 1 1,5 1 0,2 0 0</inkml:trace>
  <inkml:trace contextRef="#ctx0" brushRef="#br0" timeOffset="-142876.92">16874 9502 11670,'-6'-1'720,"2"4"-630,-7 12 0,1 5-2895,-3 12 2895,-1 6-45,7-15 0,0 1-544,0 2 0,-1 1 589,0 4 0,1 1-45,-1 3 0,1 0-717,-1 4 0,0 0 717,2 2 0,0-1 44,1-2 1,0-1-714,2 0 1,0-1 668,1-3 0,1 0-132,0-1 0,1 0 132,0-1 0,1 1 127,2 9 1,2 0-83,2-2 0,0-1-90,0 0 0,2-2 45,-1-8 0,1-4-45,5 5 1679,-1-10-1769,3-1-180,-3-9-90,1-2 1708,-2-8-1977,0-5-451,2-6-2197,4-17 3303,-5 3 0,-5 6 0,-1-2 0,0-13 0</inkml:trace>
  <inkml:trace contextRef="#ctx0" brushRef="#br0" timeOffset="-142686.92">16739 10308 10771,'-8'0'1889,"0"0"-1709,20 1 0,-3-3-1,15-1-700,-6-2 431,3-1-90,1 0-180,3-2-270,0-1-539,0 1-360,-1-1-270,-1 2 1799,-3 2 0,4 0 0,-1 2 0</inkml:trace>
  <inkml:trace contextRef="#ctx0" brushRef="#br0" timeOffset="-141896.92">17214 10297 11041,'-5'-10'1079,"2"2"-809,0 3 0,0 0 0,0 1-1,0-1-89,-1 2 90,-1-1 90,-3 1-270,0 2 90,-3 2-90,0 3 90,-1 4-90,-3 4 0,-1 2 0,-7 14-1,6-5-1488,-3 8 1399,11-10 0,2-2-90,3-2 0,4 4 0,5-2 0,1-1 90,5-4-89,-1-8-91,7-3 90,4-5 90,-1-3-535,3-6 535,-6-1 0,-2-3-90,0-2 90,-3-2 0,-2-1 0,-2 1 0,-3 0 1033,-1 3-1033,-3 0 90,0-1-90,-1 5 0,0-1 180,-1 8 320,4 17-500,-2-4 0,3 16 0,0-12 0,3 8 0,-1-4-90,3 4 401,-3-7-311,1-1-90,0-2 90,1-1-90,-1-1 90,5-2-90,1-4 90,5-4 0,-3-4 0,1-4 0,-6 0 0,2-5-90,-2 0 180,3-9-90,-6 7 0,1-4 0,-5 7 0,0 3 90,-2 0-90,1 3 90,-2-1-90,-1 10 0,-1 0 0,-2 11 0,2-1 0,0 4 90,0-1-90,-1 4 0,1 0 0,0 3 0,0-1 0,0 1 0,0-1 0,0-1 0,0-3 0,1-1 0,-1-2 0,1-3 0,0-1 0,1-1-90,0-3 90,9-12-90,-3 0-90,16-24 90,-9 8-586,-3 5 0,1-1 586,4-8 0,1-1-666,-2 4 666,-2 5-299,2-1 299,-5 8 0,1 1 90,-4 8 1127,0 3-1217,-1 2 822,3 8-822,-3 0 90,2 5 0,-4 1-89,0-1 89,0 3 0,0-1 0,1 2 0,0 3-46,2-2-44,0 1-90,0-3 0,1-2-89,0-3-541,2-1 90,-1-5-719,2-2 1439,0-6 0,4-6 0,3-4 0</inkml:trace>
  <inkml:trace contextRef="#ctx0" brushRef="#br0" timeOffset="-141636.92">17726 9936 11041,'6'-5'3238,"-3"1"-3058,15-6 90,-5 2-180,1 0-90,0 0-90,0 1-720,5-1 1,-5 2-631,3 0-359,-8 3-539,-1 1 2338,-2 1 0,3 0 0,0-1 0</inkml:trace>
  <inkml:trace contextRef="#ctx0" brushRef="#br0" timeOffset="-141406.92">18066 9559 12030,'1'-9'900,"1"1"-541,0 0-89,1 2 0,0 1 0,0 0 180,0 2-270,1 2 179,1 5-179,0 2-90,0 5 0,-3 3 0,1 2-90,-1 8-1086,0 2 816,-1 5 0,0 1-90,0 0-269,1 1-271,0 0-539,0-4-360,0-3-806,1-3 2605,1-3 0,2 4 0,2 0 0</inkml:trace>
  <inkml:trace contextRef="#ctx0" brushRef="#br0" timeOffset="-140586.92">18838 9531 11400,'-6'-8'360,"1"1"-180,-1 1 0,1 0 0,0 2 0,0 1-90,-1 0 0,-1 2 90,-2 1-90,-1 3 0,-4 4 0,-2 5-46,1 3 1,-1 4-182,-6 13 182,2 2 0,2 3-1168,7-12 0,2 0 1123,-3 10 0,2 0 45,3-7 0,2-2-45,0 2 0,0 0 45,1-1 0,1 2-45,0 11 0,1-1 45,1-9 0,0-1-45,2 8 0,0-1 0,1-15 0,0 0 0,4 16-857,3-6 947,1-4-389,2-4 299,0-5 0,1-5 148,-1-5-148,6-4 0,-4-3 0,6-4 0,-7-4 0,1-2 1833,0-6-1833,-2-2 540,0-4-540,-3 0 0,-4 1 166,-3 3-166,-2-1 0,-3 2 0,-2-1 0,-1 1 0,-3 2 0,1 1 0,-1 1 0,1 2 0,0 1 0,1 1 0,2 2 310,0 1-400,2 0 635,1 1-545,8-4 267,1 3-267,8-4-90,13-2 90,-4 2 0,11-5-1010,-9 6 1010,-2-1-90,7 1 90,-11 3 0,3 0 0,-13 4 0,2 3 0,-4 5 0,-1 1 90,-4 5 920,-4-2-1010,-2 14 0,1-5 0,-2 10 90,3 1-90,2-7-45,1-3 0,0 1 45,3 2-716,3 6 446,0-12 0,0-4-270,1-1-90,1-3-2647,5-1 3017,-4-3 0,8-1 0,-2-3 0</inkml:trace>
  <inkml:trace contextRef="#ctx0" brushRef="#br0" timeOffset="-139966.92">19248 9955 11940,'-3'-6'1080,"1"0"-990,0 9-1,0 0-89,0 6 90,2-1 0,-1 1-90,1 1 90,0 1-90,1 6 90,4 1-90,-1 0-90,2-1 0,0-7-90,1-2 1,0-1-1,1-1 0,-1-2 90,2-2-90,0-1 0,0-2 90,1-1 0,0-2 0,0-1 0,0-3 0,0-2 0,1-1 90,2-10 90,1-1 0,-3 0 0,0 2 90,-5 10-90,1 11-90,-4 5 90,-2 14 0,-3 5-1710,0 10 1665,0-14 0,0 2-45,-1 2 0,1 0 45,0 0 0,-1 1-45,1 0 0,-1 0 44,1 0 1,1 0-45,-1 1 0,1 0 45,0-1 0,1 2-15,1-1 0,0 2 0,1-1-30,0 3 0,0 1-611,1-4 0,0 0 0,0-1 611,1 0 0,0-1 45,3 7 0,0-1-138,-3-9 1,0-1 92,3 6 0,0-1 0,-2-5 90,0-1-90,-4-12 0,-1-4 0,-4-3 1224,0-3-1224,-5-4 90,-1-3-90,-4-3 180,-13-11 0,10 8 0,0 0 465,0 1 1,1-1-466,-15-13 90,6 5-385,9 6 205,-1-3-108,11 8 108,3-1-90,2 0 90,4-3 0,3-2-90,4-3 90,4-3 115,5 0-115,2-2-180,4-2 0,1-1-90,2 1-270,-7 6 1,0 0-438,-5 4 0,0 1 257,5-6 1,-1 0-1260,7-9-630,0 0 2519,-2 1 0,-8 8 0,0 0 0,1-1 0,-1-1 0</inkml:trace>
  <inkml:trace contextRef="#ctx0" brushRef="#br0" timeOffset="-139676.92">20006 9771 12300,'6'-7'810,"0"0"-541,0 2-89,-1 1 90,-1 1 180,0 1-270,1 5 0,-3 2 0,0 7-1,-6 10-1764,-4 11 1630,1-9 0,-2 2 45,-1 4 0,-1 2-45,-1 4 0,-2 3-637,4-11 1,0 3 0,-1 0-1,0 1 637,-2 2 0,1 2 0,-1-1 0,1 1-514,-1 0 1,1 1-1,-1-1 1,1 1 490,0-1 1,-1 2-1,2-2 1,0-1-23,0 1 0,1-1 0,1 0-408,0 1 0,0 0 1,0 1 407,1-2 0,1 1 0,0-1-120,0 0 1,1 0-1,0-1 90,1 0 0,0 0 0,1 0-1,0-1 1,0-1-1,1 0-59,1-3 0,-1-1 1,1 1-151,1 8 0,1 1 0,1-3-30,0 3 0,1-2 60,0-5 0,0 1 1,2-3-286,1-1 0,0-2 47,1-3 0,0 0-1351,7 13 999,0-8 800,-1-8 0,4-4 0,1-3 0</inkml:trace>
  <inkml:trace contextRef="#ctx0" brushRef="#br0" timeOffset="-139046.92">20186 10949 11221,'0'-10'539,"0"1"-269,-1 2 450,1 1-1,0-1 1,-1 2-1,1-1-539,-7 8 180,-7 11-90,-11 19-1841,1 1 1616,10-12 0,1 0 45,-5 13-45,6-8 0,1 0-45,-4 12 45,6-13 0,0 0-135,-1 10 90,2-2-114,0 1-66,4-5 91,1-4-528,2-3 527,2-2-90,1-2-180,5 3 180,1-7 1,4 0 89,-2-9 0,1-2 1572,2-2-1662,-1-2 206,1-2-116,0-3 433,5-9-433,-1-8 90,-1 0-928,-5-2 928,-8 8 0,-1 2 0,-4 1 90,-2-1 0,-6-2-90,2 3 0,-3 0 90,3 5 838,-1 0-928,3 3 0,-2-1 0,3 3 0,8-2 0,-1 3 0,8-2 0,-1 3 0,2-1 0,2-1 0,0 0 0,2 0 0,0 0 0,5-2 0,-6 2 0,7-1 0,-12 4 0,5 1 0,-8 2 0,1 1 0,-2 3 0,-2 2 0,1 2 0,-2 10 0,-1-3 0,-1 8 0,0-5 0,0 7-810,1 2 900,0 5-90,0-10 0,1 0 0,3 13 0,-3-14 0,1 0 0,4 7-370,1 3-170,2-4 90,0-5-179,-2-8-271,-2-9-809,-1-4-360,1 0 2269,-1-3 1,4-3 0,2-2-1</inkml:trace>
  <inkml:trace contextRef="#ctx0" brushRef="#br0" timeOffset="-138526.92">20502 11140 11580,'-3'-7'990,"1"1"-361,0 2 1,1-1-90,1 0-180,2-1-91,1 1 1,4 0-90,-1 1 0,3-1 0,0 0 0,2 1-90,1 0 90,-1 2 0,5 2-90,-5 2 0,2 5-90,-7 1 0,-2 3-90,-1 3-90,-9 20 90,-1-2-718,0-9 1,0 1 762,0-4 0,-1 0-90,-4 9 0,0 0 45,2-6 0,1-1 45,-4 7 0,1-1-45,-3 5 0,2-2 0,1-6-309,3-5 310,1-3 89,2-4-90,2-4 90,1-2 0,2-1 1470,4-9-1470,2-1 90,7-11-90,1-2-150,5-9 150,-2 4 0,2-3-669,5-8 1,-1-1 638,-6 11 0,-1 0 0,1-1-967,5-7 1,1-1 0,-3 3 996,-2 2 0,0 2-45,3-5 0,-1 1-496,1 1 541,-5 6-90,-4 6 361,-2 2-271,-4 7 794,-4 11-794,-5 5 0,-5 13 90,0 0 2084,-1 5-2174,0 2 0,0 1 0,1 2 0,2-1 0,0 1 0,3-2 0,1-3 90,1-3-90,3-4-90,0-3 0,1-2 883,2-3-1422,4-1 179,0-5-1259,9-5-90,-2-9-540,6-7 2339,0-7 0,-5 0 0,0-3 0,2-3 0,0 0 0</inkml:trace>
  <inkml:trace contextRef="#ctx0" brushRef="#br0" timeOffset="-138176.92">20676 9151 11311,'-4'-14'269,"0"2"-89,2 3 180,1 3-180,4 2 90,3 3-90,9 6 269,20 17-359,-18-11 0,0 1-1113,11 9 1,0 2 1112,-5-1 0,0 0 0,3 5 0,0 1 0,1 3 0,-1 1-905,-8-9 0,-1 0 0,0 1 875,1 2 0,-1 1 0,-1 0-586,0 2 1,0 0 0,-1 0 555,0 3 0,-1-1 0,0 1-188,-1 1 0,-1 1 0,0-1 188,-1 2 0,-1 0 0,0 1-131,-1 0 0,0 0 0,-2 0 131,0 1 0,0 0 0,-2 2 15,-2 1 0,0 2 0,-1 1 0,0-2-45,-1-8 0,0-2 0,-1 0 0,0 2 0,-1 0 0,0 1 0,0 1 0,-1-1 0,0-2 59,-1 7 0,-2-2 0,0 2-149,0-7 0,-1 1 0,-1 2 0,1-2 0,-1-1-125,0 0 1,1-2 0,-2 1 0,1 1 101,-3 7 1,0 2 0,-1 0 0,1-3-50,-2-1 1,0-3 0,0 0-139,-1-1 0,0 0 0,-1 0-150,1-2 1,-1 0-1,-1 0-120,0-2 1,0 0-1,0-1 8,0-1 0,0-1 1,0 0 561,0-1 0,-1-1 0,0 0 0,-2 3 0,-2 1 0,0-1 0,-1 1 0,1-1 0,-1 1 0</inkml:trace>
  <inkml:trace contextRef="#ctx0" brushRef="#br0" timeOffset="-137566.92">18549 9424 10321,'8'-4'90,"-2"1"750,-2 2-699,-3 6 23,-2 1 13,-4 9 71,-11 21-167,3-4 1,-1 3-1657,-1 3 0,0 2 1605,3-8 0,0 1 0,1 0-16,2-3 1,0-2 0,1 2-762,-1 1 1,1 0 0,-1 2 772,1 1 0,0 1 1,1 0-513,-1 2 0,1 0 0,0 1 516,1 0 0,0 1 0,-1 4-199,3-6 0,-1 4 1,0 2-1,1-1 0,0-3 191,0 0 1,1-3 0,0 0-1,0 3-10,1-6 0,-1 2 0,1 2 0,-1-1 0,1-1 0,1-3 10,0 3 1,1-3-1,0-1 1,1 1-1,0 0 1,0 0-1,1 0 1,0-1-23,1 11 0,1-1 0,1 0 30,1-2 0,1 0 0,0 0 0,1-1 0,1-1 0,2 2-53,2-3 1,1 2-1,1-1 1,0-1-68,1 1 0,1-2 0,1 1-23,-1-3 1,1 1-1,1-1 1,-1-3-188,2-3 0,-1-2 1,2-1-166,-1-1 0,1 0 1,2-2 464,8 5 0,4-2 0,0-1 0,-2-4 0,1-2 0,2 0 0,-2-2 0,0 0 0,-1 0 0,1 0 0</inkml:trace>
  <inkml:trace contextRef="#ctx0" brushRef="#br0" timeOffset="-65086.92">11200 1381 13199,'11'3'180,"-2"-1"-180,-1-3 90,5 1-90,-1-1 90,16 0-90,-5 1-970,9 0 1060,-3 1-90,0-2 0,3 2 0,1-1 0,-11 0 0,1 0 45,-2 0 0,1 1-45,19-1-253,-10 0 253,-13 1 0,-2-1 0,-1 1 0,-2-1 0,-1 0 0,-2 1 0,6-1 0,-7 0 90,4 1-90,-7-1 943,-1 0-943,2-1 280,-3 1-190,4-1-90,-3 2 90,1-1 0,-1 1 90,-1-1-90,0 1 0,0 2-90,-1-1 0,0 4 90,-1-1-90,1 2 0,0 0 0,0 3 90,1 2-90,2 2 90,4 13-90,4 10-1034,-1 2 1034,-5-17 0,-2 0 0,2 10 45,-3-8 0,0 1-45,2 12-662,-3-12 0,-1-1 662,3 9 0,-2 0 90,1-2-90,-2-3 0,0-3-313,0-5 313,-1-2 0,0-2 848,0-2-848,-1-2 1414,0-1-1414,0-1 89,0-1-89,0-1 406,0-2-406,-1 3 93,1-4 87,0 4-90,-1-4 0,-1 1 0,-1-2-90,0 0 90,-3-3-90,-3 0 0,2-1 0,-4-1 0,4 1 0,-3 0 0,0 0 0,-2-1 90,-2 1-90,0-2 0,-4 1 0,-2 0 0,-19-3 0,7 2 0,0-1 0,1-1 0,-8 0-1126,14 1 0,0 1 1126,-9-2 0,1 1-61,0 0 61,2-1 90,4 1-497,2 0 407,4 0 0,3 0 0,3 1 0,2 0 2121,-3 0-2121,5 0 73,-3-1-73,7 2 526,-3 0-526,2-1 0,0 1 0,1 0 0,1 0 0,0 0 90,-2 1 0,3-1 90,-1-1-90,1 0 0,1 0-90,0-3 0,0 2 90,0-2-90,0-2 0,0 0 90,-1-3-90,2 1 0,-2-9 0,2 3 0,-1-10 0,2 5 0,1-6-1069,0-3 1069,1-3 0,1-1 0,0 2-19,2-6 19,-1 9 0,1-2-449,-1 13 449,0 1 0,-1 4 0,1-4 1014,-1 6-1104,1-6 110,-1 7-20,0 0 413,1 3-503,-2 1 0,1 1-270,-1-1-2917,1 0 2589,-4 1 1,0 0 0,-2-1-1</inkml:trace>
  <inkml:trace contextRef="#ctx0" brushRef="#br0" timeOffset="-62996.92">10489 807 9602,'-8'-6'449,"1"3"-449,2 4 90,0 1-90,0 2 0,1 1 0,-4 6 0,1 6 0,0 1-309,1 3 309,2-6 90,1 3-90,1-1 0,1 0 0,1-1-90,1 2 90,1 0-90,1-1 90,1 0-90,2-3 90,0 1-90,6 3 90,-3-6-89,3 1 89,-2-7 0,0-1 218,0-2-218,1-2 0,0-1 0,3-1 0,0-2 90,1-2-90,0-2 0,-1 0 90,-1-3-90,0-3 0,-1-1 0,-1-3 90,-4 0-90,-1-1 90,-4-2-90,0-1 90,-6-12-90,-1 7 0,-4 3 0,-1 1 0,-4-2 0,-9-5 0,-1 12 0,7 6 0,-4 2-90,8 7 0,0 2-180,0 2-89,1 3-1170,-4 3 1259,5 1 270,-2 2 0,4 1 0,-1 1 0</inkml:trace>
  <inkml:trace contextRef="#ctx0" brushRef="#br0" timeOffset="-61966.92">11317 848 8612,'0'-8'1079,"-1"2"-899,-3 2-90,0 4-90,-1 2 0,0 3 90,0 0-90,0 2 0,0 1 0,1 2 0,-1 0 90,1 2-90,1-1 0,1 1 0,0-2 90,2 1-90,2 0 0,0 0 0,2 0 0,1 0 0,2-2 0,0 0 0,2-2 0,0 0 0,1-1 90,5-1-90,2-2 0,5-2 0,-4-3 90,3-4-90,-9 1 0,2-3 0,-4-3 0,-4 0 90,1-2-90,-5 2 0,-2-1 0,-2 0 0,-1-2 0,-3-1 90,-2 0-90,-9-5 0,3 5-455,-7-2 455,6 7-90,-4 1 0,4 3 0,-3 1-90,7 3-450,-2 2 91,3 1-451,-1 2 630,5-1 451,1 2 1,0 4-1,-1 0 1</inkml:trace>
  <inkml:trace contextRef="#ctx0" brushRef="#br0" timeOffset="-61166.92">12434 978 8882,'3'-10'1259,"-1"3"-989,-6 1-90,0 4-90,-2 3 0,0 1 0,0 3-90,2 1 0,0 1 90,0 3 0,0 0-90,1 2 90,-1 7-90,3-5 90,0 6-90,1-8 0,3 1 0,0 0 0,4 5 0,-1-5 0,8 7 0,-5-10 0,6 0 0,-5-5 0,1-1 0,1-2 90,7-2-1,-4-2-89,6-1 90,-7-2 0,6-7 0,-6 2 0,4-5-90,-9 2 90,-1-1-90,-2-2 90,-3 0-323,-1-2 233,-2 1 90,-8-15-90,-2 10-90,-6-10 0,0 15-90,-1 4 0,-1 4-449,-9 4-541,-4 8-89,-2 2 360,0 5 626,10 2 0,-4 3 0,0 2 1</inkml:trace>
  <inkml:trace contextRef="#ctx0" brushRef="#br0" timeOffset="-60296.92">10502 1617 9242,'7'-4'719,"-2"0"-269,-4-1-360,-3 0 0,0 0 0,-4 0 0,1 3 0,-2 1 0,-2 0 0,-2 2 0,0 0-90,-3 3 90,1 2 0,-10 8-90,6 1 89,-7 12-89,12-9 90,1 5-90,7-7 0,2 6 0,2-6 90,2 5-90,2-7 0,2 0 0,2 0 0,1-2 0,1-1 0,2-1 0,0-1 0,0-2 0,0-2 0,-1-2 0,7-2 0,-4-1 90,11-6-180,-9-1 90,6-4 90,-6-2-90,6-12 0,-7 3-1667,1-9 1667,-8 5 0,-3 1-450,-2 0 450,-3 1 0,-2-1 0,-2-1-90,-2-1 90,0 3 0,-2 5 0,-1 4 0,-3 2-90,2 6-90,-3 2-90,2 8 0,-1 3-269,-1 6 539,1 5 0,0 3 0,-5 13 0,5-7 0,0 0 0</inkml:trace>
  <inkml:trace contextRef="#ctx0" brushRef="#br0" timeOffset="-59466.92">10515 2444 9332,'-2'-9'359,"0"1"1,0 3 180,1 0-180,-2 1 179,1 0-269,-2 2-180,-1 2 0,0 1 0,0 3-90,0 2 90,0 1 0,-1 3-90,0 2 90,-1 2-90,0 1 0,1 2 90,0 2 0,1 10-90,2 3-1074,1 1 985,5 0-1,2-9-554,2 0 554,1-2 0,1-3 0,1-1 0,1-4 0,2 0 0,0-4 0,0-3 90,2-1-90,0-2 90,1-1 0,0-3 0,12-5 0,-8-2 0,0-3 45,0-2 0,-1 0 37,0-1 1,-3-1-83,2-14 90,-10 6 0,-2-12-90,-4 3 0,-3-5 90,-5 7-90,-2 1 0,-5 2 430,-2 3-430,-15-3-90,5 10-1412,-8 1 1232,9 10-179,3 5-451,-3 2-1618,-6 9 2518,7-1 0,-7 10 0,13-3 0</inkml:trace>
  <inkml:trace contextRef="#ctx0" brushRef="#br2" timeOffset="2943.08">12437 2106 24575,'20'0'0,"0"0"0,5 0 0,2 0 0,7 0 0,5 0-1386,2 0 1386,0 0 0,-4 0 0,-3 0 451,-5 0-451,-2 0 230,-2 0-230,-12 0 0,1 0 0,-11 0 0,-1 0 0,-1 0 0</inkml:trace>
  <inkml:trace contextRef="#ctx0" brushRef="#br2" timeOffset="4983.08">16664 2106 24575,'15'0'0,"5"0"0,11 0 0,2 0 0,6 0-732,-18 0 1,0 0 731,20 0 0,-18 0 0,0 0 0,-1 0 0,-1 0 0,19 0 242,-1 0-242,-9 0 298,-6 0-298,-4 0 0,-9 0 0,-2 0 0,-7 0 0,-1 0 0</inkml:trace>
  <inkml:trace contextRef="#ctx0" brushRef="#br0" timeOffset="65213.08">13642 4179 6903,'-2'-8'540,"-1"1"-270,2 4 179,-1-2 631,1 1 1078,0-2-2068,0 13-90,1-4 0,0 10 90,1-6-90,0 2 90,0 1-90,-1 2 0,1 3 90,-1-1-90,0 5-252,0 1 342,-1 1-1285,0 5 1195,0 1 0,-1 2-841,2 3 931,-2-3-90,2 1-2634,-1-3 2634,1-2 0,0 3 224,1-3-224,-1 2 0,1-3 741,0-1-651,0 8-90,0-7 655,2 6-655,-2-11 0,1-1 3276,0-2-3160,0-1-116,0 0 0,0-1 0,0 3 0,0-5 0,1 2 0,-2-6 0,0-1 90,0 0-90,0 1 0,0-2 0,0 1 0,-1-2 90,1 1-90,-1 0 180,0-1-90,1 0 90,0-2-90,-1 3 0,-1-1 0,0 1-90,1-1 0,4-1 90,0-1-90,3-1 0,0-1 0,2-1 0,1 1 89,3-1-89,2 0 0,5 0-861,5-1 861,4-1 90,5 0-90,5-2 0,-2 2-640,-15 0 1,0 0 639,-1 0 0,1 1 0,9-2 0,1 1 44,-8 0 1,1-1-45,12 0 0,-1 0 0,5 0 0,-17 1 0,-1-1 0,3 1-374,-2 0 374,-5 0 0,-3 0 0,-3 1 710,-1 0-710,0 0 1422,-2 0-1422,0 0 563,-4 1-383,2-1-90,-2 0 90,4 0-180,-5 0 90,4 1 0,-4-2-90,0 1 0,0 0 180,0 1 719,1-1-449,-3-1-270,0-2 0,-2-1-90,-2-4 0,1 1 180,-1-4-91,1-3-89,0 0 0,0-4 0,1 2-90,-1-7 90,3-4-1105,-1-6 1015,2 0 0,0-1 45,-1 5 0,1-1-45,-2 7 0,1 1 0,1-11 0,1 1 45,-2 9 0,-1 2-716,1 0 1,-1 1 670,2-18 0,-1 4-787,-1 3 787,0 4-233,0 4 233,-1 5 90,-1 4 729,1 1-819,-1 3 1306,1 1-1306,-1 1 1001,0-1-1001,0 3 340,0-5-340,0 5 0,-1-1 90,-4 7-90,2 1 90,-4 5-90,3-3 0,-3 0 0,1-1 90,-4 0-90,-1 0 0,-2-1 90,-6 1-90,-5 0 0,-6-1 0,-5 1-1508,4 0 1,0 0 1507,6-1 0,0 1 0,-10 0 0,-1 0 45,10 0 0,0 0-45,-12 1 0,-1 0 0,-1 0 0,-1 1 0,1-1 0,1 1 0,5-1 0,2 0 0,-7 1 0,18-1 0,0 0 0,-7 0-380,-3 1 380,16-2 0,3 0 0,1 0-90,2-1 2766,0 1-3036,2-1 0,1 0-269,0 1-451,0 2-449,2 0-1710,-2 3 3239,3-3 0,1 0 0,1-2 0</inkml:trace>
  <inkml:trace contextRef="#ctx0" brushRef="#br0" timeOffset="106783.08">19814 1550 8432,'-2'-7'1439,"0"-1"-1079,-1 4-180,1-1 90,-1 1-90,-1 1 90,0 0-90,-2 0 89,-1 0-89,-1 1 0,-2 1 0,0 0 0,-1 1 0,-2 2 0,-2 2 90,-12 8-180,6 1-1044,-10 8 1044,9 0 0,0 4 0,0 4-1130,2 2 1130,1 2-90,5-1 90,1 1-90,4-3 90,2 2-90,2-2 90,3-1-217,2-3 127,2-2 90,4 4-90,-1-8 0,4 5 90,0-11-90,0-1 0,1-4 0,1-2 90,0-3-90,1 0 901,1-4-901,-1-1 0,2-3 90,0-2-90,0-2 0,-1-2 1238,-1 0-1238,-1-3 0,-1 0 0,-3-1 90,-1 0-90,-1 0 0,-2 0 251,-2 1-251,-1 0 90,0 2-90,-2-1 0,0 2 90,-1 0-90,1 1 0,-1 1 0,1 1 0,1 1 0,-1-2 0,2 2 0,3-1 0,4 3 0,5 2 0,0 2 0,5 2 0,-1 2 0,-1 0 0,-1 1 0,-6 0 0,0 6 0,-3-2 0,-2 12 0,-5-2 0,-3 5 0,-4 1 0,-4 9-1018,2-6 928,-3 6 90,6-14 0,1-2 0,2-3 0,-1 5 0,3-6 0,-1 4-90,3-7-89,1-2 89,1 0-180,2-2 1107,0-2-1287,2-1 1,1-1-181,2-1-1349,1-3-629,2 0 2608,3-3 0,8-4 0,3-2 0</inkml:trace>
  <inkml:trace contextRef="#ctx0" brushRef="#br0" timeOffset="107363.08">20104 1780 11131,'-9'1'2158,"1"-1"-1978,10-3 0,0 1 0,8-2 0,-1 0 0,1 1-90,0 0 90,0 0-90,0 1 0,0 0 90,3 2-180,-3 0 89,2 3 1,-6 2-90,0 1 90,-3 1-90,0 2 0,-3 3 90,-2 1-90,-2 3 0,-3 5-611,-3 1 611,-3 2 0,0-1 0,-1-1-317,1-2 317,1-3 0,2-1 0,2-4 0,0 1 90,2-4-90,0 0 678,3-5-588,-1 2 250,8-8-340,-1 1 0,8-9 0,-1 0 0,4-3 0,2-2 90,2-3-90,11-10-1034,-4 5 1034,5-5 0,-8 8 0,-4 3 0,0 2 0,0 0 90,-6 5-90,1-1 0,-4 4 0,-4 2 0,2 2 1034,-5 6-1034,-2 1 90,-2 6-90,-3 1 0,-2 4 0,-2 2 0,-5 13 0,2-5-685,-1 7 685,5-12-52,3-1 52,1-4 0,1 1 0,2-3 0,0 0 0,2-2-90,-1-1-90,3-1 681,0-2-681,2 0-123,2-3-147,0-2-180,3-1-89,0-2-361,3-3-809,2-2-539,4-2 2260,0-4 0,7-4 0,1-2 1</inkml:trace>
  <inkml:trace contextRef="#ctx0" brushRef="#br0" timeOffset="107543.08">20701 1889 11850,'8'0'-450,"-1"1"450,-3-3 0,-1 1 0,-2 0 0</inkml:trace>
  <inkml:trace contextRef="#ctx0" brushRef="#br0" timeOffset="107893.08">20789 1953 11490,'-8'-6'1799,"0"1"-539,5 4 1528,-2-1-2608,9 0 0,0 1 0,8 1-90,-1-1 90,1 1-90,3-1 0,0 0-1,3 0 1,8-3-269,-5 2-1,5-2-360,-5 2 90,-7 0 0,3 0-89,-9 1-810,-1 0 529,-2 0 1,-18 6 0,-5 2 0</inkml:trace>
  <inkml:trace contextRef="#ctx0" brushRef="#br0" timeOffset="108123.08">20721 2018 10591,'-6'5'270,"0"0"180,4-1 719,0 0-719,4 1-91,0-1 91,4 0-90,1-2 0,1-1-90,2 0-1,3 0 1,0-1-90,2-1 0,1 0-90,2 0-90,2-1-180,-1 0-539,9-1 179,-8 1-180,4-1-179,-9 2-540,-2-1-180,-1 1-450,-2 0 2069,-2 1 0,4 1 0,-1 1 0</inkml:trace>
  <inkml:trace contextRef="#ctx0" brushRef="#br0" timeOffset="109013.08">19946 2676 10771,'-3'-6'629,"0"-2"361,2 5-181,-1-3-449,-1 3 270,1-1-360,-5 2 0,1 1-91,-6 2 91,-1 3 0,-21 12-135,13-3 0,-1 1-576,-2 1 1,1 2 485,0 2 0,1 1 0,8-4 0,1 1 0,0 1 0,1 0-646,1 0 0,1 1 601,1 0 0,0 1 89,-5 15-774,4 1 685,3-5 0,3-2-90,3-3 90,1-3-202,3-3 112,0-1 90,3-3-90,1-1 899,2-2-809,1-2-90,1-3 1369,1-2-1369,7-3 956,4-4-866,0-3-90,7-10 90,-12 2-178,4-5 178,-9 4 0,-4-1 0,-2 2 0,-3-1 0,-1 2 90,-2 0-90,-2 0 0,-1 1 465,-2-1-465,0 2 0,-1 0 0,0 3 0,0-1 0,0 2 0,1 0-90,1 1 90,1 1 0,9 1 0,-1 2 0,8 0 0,-1 1 0,0-2 0,9 1 0,-6 0 0,5 0 0,-8 1 0,-1 0 0,-1 1 0,-1 1 0,-1 0 0,0 2 0,1 3 0,-2 1 0,1 3 0,-2 5 0,-2-2 0,3 14 0,-4-12 0,1 7 0,-2-9 0,1 8 0,0-6 0,1 5 0,-2-8-180,1-2 0,0 0-90,0-3-179,1 0-91,1-2-1619,4-1-1118,5-3 2972,2-1 0,8-5 0,-2-3 0</inkml:trace>
  <inkml:trace contextRef="#ctx0" brushRef="#br0" timeOffset="109623.08">20306 3031 11580,'-9'-8'360,"2"1"-90,3 3 270,1 2-180,-1-1 269,1 1 1,0-1 89,-1 1-629,0 3 0,0 2 90,-1 7-90,1 4-90,0 1 0,0 1 0,2-2-90,2 3 90,0-1-90,1 2 0,2-5 90,1-2-90,1-1 90,1-1 0,0-2-90,2-2 90,0-1 0,0-1-90,0-2 90,0-1 0,0-2 0,4-4 0,-5 1 0,4-5 90,-6 3-90,1-1 90,-1 1 0,0-2-90,-2 3 90,1-2 0,-4 14-90,-1 3 0,-3 17-1198,-3 8 1198,4-12 0,-1 2 45,-2 16 0,-1 1-45,3-8 0,-1 1-872,1-5 1,0 2 0,0-1 871,0 6 0,0-1 44,0-1 1,1 0-922,-1 2 0,0-1 877,1-3 0,1-1-207,-1-1 0,0 0 252,2-1 0,-1-1-45,0-4 0,1 0 0,0-2 0,0-1 0,0 14 0,-1-6 1655,1-6-1655,1-5 0,-1-5 2276,0-4-2276,0-4 869,-3-9-869,0-2 1166,-7-10-1166,1-1 0,-5-6 0,-1-1-520,4 5 0,-1 0 520,-5-9 0,6 9 0,0 0-614,-2-4 704,2 2-435,3 2 345,3 4 0,2 2 0,2 1 1262,3 0-1262,1 0 90,4-1-90,4-2 0,4-1 377,5-1-467,2 0-135,-3 3 0,2 1-134,10-8 89,-8 7 0,-1-1-1221,8-5 592,1 0-360,-1-1-380,-11 8 1,0-1 1346,9-7 0,-11 8 0,1-1 0,7-6 0</inkml:trace>
  <inkml:trace contextRef="#ctx0" brushRef="#br0" timeOffset="109883.08">20761 3140 12390,'-5'-4'2698,"7"-1"-2428,2 3 270,12-3-360,-5 1 180,15-4-270,-3 1-270,1-1-368,-2 2 98,-8 1-180,-3 2-89,0 0-271,-2 1-449,-1 1-450,-2 1-539,-2 1 2428,-1 2 0,-1 0 0,-1 1 0</inkml:trace>
  <inkml:trace contextRef="#ctx0" brushRef="#br0" timeOffset="110063.08">20781 3290 11221,'-6'8'179,"2"-2"181,3-1-90,1 0 90,2-1 0,2 0 269,5-1 1,7-2-450,3 0 90,4-3-1242,0-1 972,1-1-270,4 0-977,-1-2-12,-3 1-90,-3 0-270,-2-1-360,-3 1 1979,-2-1 0,2-1 0,-2 0 0</inkml:trace>
  <inkml:trace contextRef="#ctx0" brushRef="#br0" timeOffset="116803.08">21403 1392 6813,'-3'-8'720,"0"1"-540,1 2 179,-1 1-89,1-1 180,0 3 449,-1-4-269,0 3 270,1-1 539,-1 0-1169,8-1-90,4 0-1,5 0-89,11 0 0,-7 2-233,7-1 143,-5 0-90,-1 1-90,-2 0 0,0 1-540,3-2 360,-7 3 1,3-2-181,-9 2-1439,0 0 1979,-3 2 0,-1-1 0,-2 1 0</inkml:trace>
  <inkml:trace contextRef="#ctx0" brushRef="#br0" timeOffset="117403.08">21452 1385 10141,'-7'1'2609,"1"1"-2519,3 1 0,2 1 90,0 7-91,1 0 1,0 7 0,1 4-837,2 3 837,0 9 0,3 6-45,-3-18 0,0 1-893,0 1 0,1 2 892,-1 0 1,0 0 0,1 1 0,-1 0-776,0 1 0,-1 1 776,1 0 0,-1 1-852,0 1 1,0-1 851,-1 1 0,0 1-15,0-2 0,-1 1 0,1 0 15,-1 4 0,0 0-45,0-5 0,-1 1 0,1 0-190,0-1 1,-1 0 0,1-1 234,-1 5 0,-1-1-45,1 9 0,1-1 44,-1-15 1,0-2-45,1-1 0,0 0 752,0 17-752,0-14 0,1-1 90,-1 9-45,1-9 0,1-1-45,-1-2 90,1 2 0,-1-11 1147,0-1-1147,0-3 2020,0 0-1930,-1-2 2112,1 0-1843,-1-1 148,1 0-238,-1-1 1,1 1 540,0-2-540,-1 1-271,1 0-89,1-2 0,2 0-89,1-2-91,2-1 0,-1-1-90,2 0-90,1 0-90,0-1-89,2 0-181,1-1 0,2-2-89,0 0-180,1-2-2250,9-6 901,-5 2 1886,7-5 0,-4 0 1,1-1-1</inkml:trace>
  <inkml:trace contextRef="#ctx0" brushRef="#br0" timeOffset="117963.08">21770 1593 10861,'4'1'1439,"-4"-1"-1349,15 0-90,-7-1 0,1-1-180,1 1-450,8-1 181,-4 0-1620,13-2 540,-12 1 1529,6-1 0,-2 2 0,1-1 0</inkml:trace>
  <inkml:trace contextRef="#ctx0" brushRef="#br0" timeOffset="118603.08">22107 1525 10501,'7'-5'2069,"0"1"-1709,-4 2-180,1 0-180,0-1 89,-1 0 1,-1-1-90,0-1 0,0 1 0,-1-1 90,0 1-90,0-2 0,0 2 0,0-2 0,0 0 0,0 0 0,0 0 0,0-2 90,0-1-90,2-5 0,-1 3 0,1-7 0,-1 6 0,0-1 0,0 1 0,0-4 0,0 5 0,-1-5 0,0 9 0,-1-2 0,1 2 0,1 17 90,0-3-90,0 14 0,-1-6 90,-1 11-90,0-5 0,0 8-745,1 4 745,0-8 45,0-4 0,-1 0-45,2 3 0,0 7 0,1-4 90,0-7-90,0 3-180,0-3 0,0-7 0,0 3-450,0-4 271,-1-4-1081,1 3-1142,-1-5 2582,0 0 0,-1-3 0,1-2 0</inkml:trace>
  <inkml:trace contextRef="#ctx0" brushRef="#br0" timeOffset="118833.08">22194 1760 9691,'-7'3'450,"0"-1"1079,2 0-1349,8 2 90,-1-2-90,8 1 0,-2-3-90,2 0 90,2-1-180,0 0-360,8-2-90,-4 1-90,3-2-269,-6 1-630,-2 0-180,0 0 1619,-3 1 0,-1 0 0,-1 1 0</inkml:trace>
  <inkml:trace contextRef="#ctx0" brushRef="#br0" timeOffset="119413.08">22191 2244 10681,'-2'-8'3238,"-3"4"-3148,1 5 0,-2 3-90,1 1 90,0 1 0,0 1-90,0 1 90,-1 7 0,3-4-90,0 6 0,3-6 0,0 0 0,2 1 0,4 5 0,1-5-90,4 5 90,-2-7 0,3-1 0,-1-1 0,1-1 0,1-3 0,-1 0 0,1-2 0,-1-1 0,1-2 0,-1-1 0,0-2 90,3-5-90,-1-5 90,0-8-90,-6 3 90,-8-9 0,-3 12-303,-4-6 213,-1 8 0,-5 0 90,0 2-90,-4 1 0,2 2-180,-1 4 0,2 1-90,-1 1-539,-3 3 269,5 1-2159,-6 3 91,11-1 2608,-2 1 0,6-1 0,1 0 0</inkml:trace>
  <inkml:trace contextRef="#ctx0" brushRef="#br0" timeOffset="120203.08">22566 1119 10771,'-10'-2'-180,"0"0"270,5 1 90,0 0 0,-1-1 90,1 1-1,-1 0 1350,3-1-1439,9 5-90,-2-2 270,10 3-180,12 1-90,-10-2-312,12 2 312,-15-4 0,0 1-90,0 0 90,0 0-90,-1 1 90,0-1-90,2 2 90,0 2 132,0 1-222,-2 2 0,-5 1 0,0 2 90,-2 4-90,0 2-773,-1 7 773,-1 2 0,1 7 0,-1 6-877,-1-18 1,-1 0 876,1 3 0,0 1 0,0 1 0,0 1 0,0 1 0,0 0 0,0 2 0,0 0 0,0 1 0,0 1 44,0 0 1,0 1-1308,0 5 1,0-1 1262,-1-2 0,0 1 0,0-9 0,0 2 0,-1-2-557,1 9 1,-1 0 556,0-8 0,0 0 0,1 0 45,-1 8 0,0 1-45,1-3 0,-1 3 0,0-1-443,1 2 1,0-1 442,0-5 0,0 1 0,0-2 0,0 1 0,0-2 45,1-1 0,0 0-64,0-1 1,0-1 18,1 0 0,-1-2 0,1 0 0,-1 0 489,0-4 1,0 0-490,3 17 847,-3-8-847,0-5 1670,0-4-1580,-1-4 0,0-2 1751,0-3-1751,0-1 1173,-1-3-1083,0 0 895,-2 0-985,-1-3 311,-2 0-221,-1-3-91,-2-2 1,-2 0 0,-2-1-90,-2-1 90,-3 0 0,0 0-90,0 0 0,-2 1-90,2 1-90,-2 0-89,1 0-1,1 1-180,1 0-90,2 0-899,-5 2 270,6-1-1889,-4 3 3058,11-3 0,1 0 0,4-2 0</inkml:trace>
  <inkml:trace contextRef="#ctx0" brushRef="#br0" timeOffset="120983.08">21445 3286 9512,'-8'-3'-180,"1"1"270,0 0 90,3 1 179,-2-1-179,1 1 360,0 0 0,-1 0 89,1 0 181,-1 0 719,0 0-1349,14-1-90,-4 2 0,10-1-90,-5 1 90,-1 0 0,2 0-90,0-1-90,0 1 0,-1-1-90,-1 1-90,1 0 0,-2-1-180,0 1 1,-1 0-91,0 0-629,-1 0-2108,1 0 3174,-1-1 0,-2 1 0,-1 0 1</inkml:trace>
  <inkml:trace contextRef="#ctx0" brushRef="#br0" timeOffset="121523.08">21354 3281 9961,'-5'4'810,"3"3"-630,2-2 0,1 3 89,0-2 1,0 1 0,0 3-90,0 5 90,0 2-90,0 8-486,1 3 486,-1 5-799,2 3 709,-2-16 0,1 1-45,-1 1 0,1 1 45,0 2 0,0 1-600,0 0 1,0 1 644,1 14 0,-1 0-1071,-1-8 1,1-1 995,-1-3 0,0 1 0,-1-2-16,0 4 1,0-2 0,1 0 0,-1 2-548,0-4 0,0 3 0,-1-2 548,2 4 0,-1 0-15,0-5 0,-1 2 0,0-3 100,1 2 1,0-2-131,-1 1 0,0-1 45,0 0 0,1-2 49,-2-1 1,1-1-95,0-1 0,0 0 45,0 5 0,0-1 44,0 11-44,1-9 0,-1-2-45,1-2 0,-1 5 1466,0-13-1466,1-2 2939,0-2-2759,1 1 311,-1-3-401,0 1 1234,1-5-1144,-1 2 184,1-4-185,0 3 91,0-3-90,1 0-90,0-1-90,1 0 90,0-1-90,1 0-90,2-2 0,0-1-90,2 0-90,-1-1-179,1 0-91,0-1-1079,9-4-1080,1-3 901,1 0-508,-1-1 2306,-7 3 0,4-7 0,-1-1 0</inkml:trace>
  <inkml:trace contextRef="#ctx0" brushRef="#br0" timeOffset="123003.08">23767 3160 10411,'-9'-1'540,"0"-1"-91,4 2 811,0-2-1080,14 3-90,0-1 0,9 2 0,-2-1-1,-3-1 1,9 0 0,-4 1 0,8-1-90,-6 0 90,1 1-90,-1 0 0,1 0-223,-2 1 223,0-1 0,-2 0 90,-1 1-90,-2-2 0,-2 1 0,-1 0 0,-1 1 90,-1 0-90,0 0 403,1 5-313,-2 0 0,1 6 90,-2 14-90,-3-3 0,1 16-1450,-2-6 1450,-1 4-797,-1-17 0,0 1 797,0 1 0,1 0-765,-1 4 0,1-1 720,-1 1 0,0 2 45,0-2 0,1 2 0,-1 0-45,0 3 0,1 1-474,-1-4 1,0 0 0,1-1 473,0 3 0,0-1 0,1 0 0,1 0 0,-1 0 0,1-1-230,0 0 1,0 0 229,1-1 0,-1 0-35,1-2 1,0 0 34,-1-1 0,0-1 15,1-1 0,-1-1 30,4 18 0,-2-5 0,0-5 1089,-1-4-1089,0-3 0,0-1-90,-2-7 90,0 1 1615,-2-7-1345,2 1 1514,-2-3-1694,1 1 1901,-1-4-1002,0 0-753,-13-5-326,3 1 0,-12-3 90,6 2-90,-13 2 0,1-1-1293,-11 2 1203,6-1-90,3 0-90,-1 0 0,1 0 0,0 0-179,3 1-811,-8-2 451,10 0-889,-6-2 259,11 0 90,2-1-630,3 0 2253,-2-3 0,4-1 1,-3-3-1</inkml:trace>
  <inkml:trace contextRef="#ctx0" brushRef="#br0" timeOffset="127263.08">21603 3765 11940,'7'2'90,"5"-2"-90,-2 0 90,4-1-90,-4 0 0,1 1 0,1-1 90,3 1-90,-2-1 0,2 0 0,-5 0 0,-1 1 0,0 0-270,2-1 90,-3 0 0,3-1-89,-5 1-91,0 0-90,0 0-180,-1-1-629,1 0 180,-1 0 1079,-1 0 0,3-2 0,1 0 0</inkml:trace>
  <inkml:trace contextRef="#ctx0" brushRef="#br0" timeOffset="127783.08">21981 3667 9961,'1'-7'540,"1"1"-360,1 3 90,4-1-180,-3 2 0,3-2 0,-3 2 0,0-1-1,0 0 1,3-2 0,-2 1 0,2-2-90,-1 2 90,-1-2 0,1 1 0,0-1 0,2-3 0,-3 1-90,2 0 90,-3 2 0,0 1-90,-1 0 90,1 0 0,-1 1-90,2 0 90,-3 6-90,1 6 0,-1 10 0,0 1 0,-1 4 90,0-2-90,0 5-1592,1 1 1592,0 5 0,1-2 0,-1-8 0,1 0 90,1 10-569,0-8 1,-1-1 478,1 0-714,2 3 624,-4-12 1,1-2-1,-1-1 834,0 0-1194,0-4 400,-1 1 50,0-4 0,0-3 0,-1 1 0</inkml:trace>
  <inkml:trace contextRef="#ctx0" brushRef="#br0" timeOffset="127993.08">22118 3950 9691,'-1'4'1440,"-1"-3"-1260,12 2-1,-2-3-89,2-1 180,10-1-180,1-1-1143,10 0 874,-3-1-850,12-4-96,-18 4 1,-1-1-20,1 0 0,-1-1 1144,19-5 0,-9 1 0,0 0 0</inkml:trace>
  <inkml:trace contextRef="#ctx0" brushRef="#br0" timeOffset="129123.08">23311 3639 9602,'-5'-5'1709,"0"1"-1440,1 2 1,-2 1-90,-1 1-90,1 1 0,-3 2 0,1 3 0,-2 0 0,-2 5-90,-1 3 90,-3 3-341,0 3 251,0 1 27,1 2 63,-2 11-90,5-7 90,-1 6 0,7-2-90,3-10 0,2 6-322,2-10 322,4 0 0,0 0-126,2-3 216,2 0-90,1-3 0,3 0 410,7-1-410,6-2 0,0-3 90,2-5-90,-5-3-277,1-4 277,4-3-520,-8-2 0,1-1 520,9-8 0,-10 5 0,-2-1-748,5-10 748,-3-5 0,-5 1 90,-3-1-90,-4 1 90,-4-1-90,-3 1 90,-4 0-90,-4 2-214,-13-7 259,4 20 0,-2 1-45,1 1 0,-1 1 0,-3 4 0,0 3 0,-9 3-180,9 5 0,-1 2-754,-11 4 664,12-2 0,1 1-449,-6 7-2558,-6 9 2971,9-5 1,-5 9 0,9-5 0</inkml:trace>
  <inkml:trace contextRef="#ctx0" brushRef="#br0" timeOffset="129313.08">23610 3898 12390,'7'0'1619,"0"1"-1799,-3-2-3097,0 1 3174,-1-5 0,-8-5 1,-4-4-1</inkml:trace>
  <inkml:trace contextRef="#ctx0" brushRef="#br0" timeOffset="141203.08">22138 2392 8522,'-3'-6'2609,"-1"0"-541,3 1-718,-1 0-991,3 1-89,0 0-180,2-1-90,0 3 90,1-2 0,-1 1 0,1 0-90,1-1 90,0-1-90,1 0 90,0-1-90,1-1 90,0 0-90,5-6 90,1-1-90,4-4 0,-4 3 90,1-3-90,-5 7 0,2-3 0,-4 5 0,0 1 0,0-1 90,-1 2-90,0 0 0,-1 0 0,0 1 90,-1 1-90,0 0 90,0 0 0,0 0-90,3 6 90,-3 6-90,0 7 0,-3 4 0,-1 1 0,0 2 0,0 2 90,0 13-986,0-9 0,-1 1 896,2 11 0,-1 2 0,1 0 0,-1-1-288,0-12 0,1 0 333,-1 0 0,0 0-45,1-1 0,-1-1-500,0-3 0,1-2 500,-1 1 0,1 6 0,1-5 0,-1 0 1457,0-6-1457,-1-8 610,0 2-790,0-5-318,0 3 48,-5-10-719,0 0 449,-2-4-1259,1 1-809,1 1 2788,1 1 0,-4-2 0,-1 0 0</inkml:trace>
  <inkml:trace contextRef="#ctx0" brushRef="#br0" timeOffset="141463.08">22089 2934 11041,'-3'7'1799,"3"-2"-1440,5-2-89,3-2 90,-1-2-90,2 0 0,3 0-90,2-1 90,4-1-91,3-2 1,3 0-487,2-1 397,-1 1 0,1-1-90,-2 1-90,-1 0-90,0 1-90,-2-1-89,1 1-91,-4-2 0,-3 3-179,-2-1-271,-3 0-2377,0-1 2927,-3 1 0,0-2 0,-5 2 0</inkml:trace>
  <inkml:trace contextRef="#ctx0" brushRef="#br0" timeOffset="142213.08">22011 2400 10501,'-6'-7'1259,"6"3"-1079,3 3 0,4 2 0,-1 0 0,-1 1 0,0-2 0,1 0-90,1-1 90,-1 0-91,2 0 1,1-1 90,-1 0-90,2-2 0,-2 0-90,3-1 90,-1-1 0,1-2 0,0 0-90,0-2 90,7-9-682,-5 4 592,5-10 90,-2-1-90,-4 5 90,2-8-530,-6 11 530,-1 0-90,-1 3 90,-2 4 0,0 1 650,-1 2-650,-1 1 0,1-3 90,1 3 291,-2-1-381,1 3 0,-1 1-90,2 4 90,-2 1-90,3 7 0,-3 3 90,-1 2-90,1 4 0,-1 2 90,0 6-90,1 3 0,-2 4-1248,0 1 1248,0 2 90,-1 0-90,0 0 0,-1 0 0,1-1 0,-2 0 0,1-2 0,1-1 90,0 0-137,0 6 47,0-10 0,0 5-298,2-15 298,0 1 0,0-2 0,1 3 0,-1-5-90,1 2 1200,0-7-1200,-1-1 53,1-1-143,-1-1 251,0 0-701,0-2 630,0 0 0,0-3 0,0 1 0</inkml:trace>
  <inkml:trace contextRef="#ctx0" brushRef="#br0" timeOffset="142463.08">22121 2934 10771,'-4'6'0,"0"-1"270,3-2 539,0 2-539,1 0 90,1-1-90,2 1 0,0-3-1,3 0 1,1-1 0,3 0-90,1-2 0,4 0 0,2-2-90,1 0 0,1-1-270,1 0-478,2-1 298,1-1-874,2-1 245,-2 1-900,-3 0-1168,-1 1 3057,-3 1 0,6 0 0,-1 0 0</inkml:trace>
  <inkml:trace contextRef="#ctx0" brushRef="#br0" timeOffset="143923.08">23159 3907 10411,'-7'-2'180,"0"0"450,3 0 179,0 0 450,0 0 720,0 0-1799,5-2-90,0 1 90,5-2-90,0 2 0,1-1-90,2 0 90,1-1 0,0 0 0,3-1 0,-1-2 0,10-6 0,3-4-90,1-2 0,0-2 90,-9 5-90,1-2-910,-1-1 910,2-5 45,-5 6 0,0-2-45,8-12 0,-5 6 0,0 0 0,1-3 0,3-6 90,-5 6-90,-4 10 0,0-2 0,-6 12 0,-1 1 0,-1 2-90,0 1 90,-1 0 0,0 2 910,1 6-910,-3 2 89,2 8-89,-6 18 45,1-7 0,-1 2-1446,1 1 0,-1 1 1401,0 4 0,-1 0 45,2-7 0,0 0-1277,-2 11 0,0 0 1232,2-9 0,0 1 45,-1 6 0,0-2-406,2-9 0,0-2 361,0 18 0,1-2 90,1 0-90,0-2-261,2-2 261,0-4 0,0-3 90,0-4 1413,1 3-1503,1-3 0,0-2 0,-1-4 2632,-1-8-2722,0-2 1126,-1-1-2116,1-3 1169,1-4-808,-2 0-181,-1-4-449,-1 1-540,-1-1-719,1 1 2608,-1 0 0,-1-3 0,-1-1 0</inkml:trace>
  <inkml:trace contextRef="#ctx0" brushRef="#br0" timeOffset="144203.08">23255 4305 11311,'-5'6'719,"0"0"-89,4-2-270,1 0 359,4 2-359,0-3 270,9 0-271,-2-2-89,7-1 0,0-1-841,6-2 841,1-1-90,4 0-90,0-2 0,1 0-180,0 0 0,0-1-225,-10 2 0,0-1-135,10-3-180,-8 2 1,-2-1-180,0 1-541,2-3-1927,-9 1 2919,-5 3 1,3-7 0,-6 3-1</inkml:trace>
  <inkml:trace contextRef="#ctx0" brushRef="#br0" timeOffset="144873.08">23140 3894 10771,'-7'-3'540,"0"1"1259,2-1-1530,8 0-89,-2 1 90,7-2 0,-3 2-90,2-1 0,0-2 0,2-1 0,2-1-91,0-2 91,4-3-613,1-1 523,3-3 0,1-1-845,1-1 845,2-3 0,1-2 0,1-2-1332,2-2 1332,-1 0-90,1-1 90,-2 0-90,-1 0 90,-3 3-90,-3 2-889,-3 4 979,-3 3-180,-2 3 90,-2 2 466,-2 2-466,-1 1 1234,2-1-1234,-3 3 1077,1-2-1077,-1 4 631,-2 0-541,2 1 271,-1 5-361,-1 2 0,0 5 0,-2 2 0,0 3 0,0 4 0,0 6 0,0-3 0,0 2-1276,0 16 1276,-1-13 0,1 1 0,-1-6 0,-1 0 45,0 9 0,0 1-45,1-8 0,-1 1-724,0 8 1,-1 0 813,1 7-90,0-17 0,0-1 0,0 17 0,0-1-975,1 0 975,1-1 0,1-2 0,-1-4-480,2-3 480,-1-3 0,1-3 798,1-1-798,0-1 0,1-3 1320,0-2-1320,2 4 0,-1-7 1219,1 2-1309,-2-7 745,0-1-745,0-1-84,0-2-456,0 0 270,1-3-179,-1-1-1,1-2-1169,-3 1 1709,1-1 0,-5-2 0,0-2 0</inkml:trace>
  <inkml:trace contextRef="#ctx0" brushRef="#br0" timeOffset="145133.08">23379 4335 11940,'-8'4'720,"0"-1"-360,4 0-1,0 0-89,1 0 360,1-1 359,-1 2-719,4 1 0,2-1 0,5 0-90,2-4 269,19-2-449,-2-2-614,-6 0 0,2 0 164,15-4-675,-9 0 1,1 0 404,-7 1 1,0 0-737,7-2 1,-1-1-254,8-5-270,-5 3 1791,-4-1 1,-3 1 0,1 0 0</inkml:trace>
  <inkml:trace contextRef="#ctx0" brushRef="#br3" timeOffset="166693.08">11238 2079 8432,'-9'-1'180,"0"1"90,4-1 90,0 3-270,5 2 0,1-1 0,4 2 0,-2-3 89,1 0-89,1 0 0,2-1 0,1 1 0,1-2 90,3 1-90,2-1 0,3-1 0,3 0 90,20-1-90,-7 0-575,-10 1 0,3 0 575,1-1 0,0 1-90,-5 0 0,1 1 45,16-1 0,1 0-45,-14 1 0,-1 0-979,8 0 0,0 0 979,-8 1 0,-1 0 45,0 0 0,0 0-203,1 0 1,-1 0 157,0 0 0,1 0 45,-1 1 0,0-1-333,0 0 1,0 1 287,9 0 0,2 1 0,-2-1 0,-1 0 0,1 0 0,1 0 0,2 0 0,-3-1 90,8 2-681,-15-2 1,-1 1 590,9 0 0,-1-1 1460,-4-1-1370,8 1-90,-12-1-314,6 1 314,-12-1 90,-1 0 489,-1 0-579,0 0 0,-1 0 0,1 0-90,-1 1 180,0 0-180,0 0 2674,-1 0-2584,3-1 0,6 0 0,4 0-90,-3 1 90,-1-2 779,-8 1-689,6-2-90,-5 0 0,4 1 0,-6-1 0,-3 2 0,1-1 0,0 0 0,-2 0 0,4 1 0,-4-1 0,-1 0 0,-2 1 0,-3 0 0,1 0 0,-1 0 0,2-1 0,-2 2 0,1-2 0,-3 2 1260,2 0-1080,-6-6-90,1 1-1,-4-4 91,3 2-90,-1 2 0,0-2-90,-1 0 90,1-1 0,-1-1-90,1-2 90,-2-1-90,2-1 90,-1-2-90,0-1 0,1-3-329,0-1 329,0-3 0,1-5 0,2 5 0,-1-2 0,1-15-300,-1 14 0,2-2 300,-1-1 0,0 1-455,0 6 0,1 0 455,0-7 0,0 1 0,2-10 0,-1 2-1290,1 0 1290,-2 1 0,2 3-173,-2 4 173,0 3 222,-2 5-222,1 2 738,0 2-738,0 1 0,0-3 0,-1 5 1435,0-3-1435,0 7 637,0 0-637,0 2 224,0 0-224,0 1 46,1-1-46,-1 0 0,0 0 0,0-1 0,-1 0 0,1 2 0,-1-1 0,0 1 0,0-1 90,-2 3-90,-1 1 0,-3 1 0,-1 2 0,0-1 0,-1 1 0,1-1 0,0 2 0,-1-1 0,-1 0 0,-1 0 0,-1 0 0,-2 1 0,-1-1 0,-2 1 0,-1 0 0,-2 0-632,-1 1 632,-4-1 0,-2 0-812,-3 2 812,2-1 0,2-1 0,3-1 0,-9 1 0,-6 0-143,14 0 0,0 0 143,-14 0-265,3 0 265,13-2 0,-2 2 762,1-2-762,-11 1 0,10-1 0,-7 0 0,9 0 0,-1 0 0,-15-1-773,11 1 773,-14-1 0,16 1 0,-1 0 0,1 1 45,-14-2-90,18 1 0,-1 0 45,-1-1 0,0 1 0,-5 1 0,2-1-358,-8 0 358,13 0 0,-1 0 0,-9-1 0,0 1 89,2 0-89,-1 2-90,1 0-125,2 0 215,-4 0 0,6-1 0,-10 1 0,10-1 116,-7 1-116,11-1 0,0 1 1162,2-2-1162,-6 1 0,8 0 0,-8 0 0,12 0 0,-2-1 1,5 0-1,2 0 1109,0 0-1109,0 0 237,-2-1-237,1 1 0,-1-1 0,-1 1 0,3-1 0,-5 0 0,4 1 0,0-1 0,0 1 0,4-1 0,-3 1 0,3 1 0,-1-2 0,0 1 0,0 0 0,0 0 0,1 0 0,-1 0-90,1-1 90,0 0-90,1 3 90,3 3 0,2 1 0,1 2 0,0 0 0,1 1 0,-1 1 0,1 4 0,-1-2 0,2 7 0,-1-3-204,1 2 294,0 1-820,1 4 820,0 3-90,-1-5 0,0 1 0,2 12 0,-1-12 0,-1 2 0,1-1 0,0 0 0,3 13 0,-3-13 0,-1 0 0,3 7 0,-2-9 0,0 1 45,-1-2 0,1 1-45,2 3 0,-1 0 0,2 10 0,0-6 0,-3-10 0,-1 1-183,1-2 183,0 0 0,-1-1 0,0-2 0,0-2 187,1 3-97,-2-3 550,2 1-640,-3-5 200,0 0-200,1-2 0,0 4 0,-1-4 0,0 2 0,0-3 0,0 0 0,1 1 0,-1-1-180,2 2-180,-2-3-269,2 2-2648,-1-4 2747,2-2 0,-2-2 0,2-3 0</inkml:trace>
  <inkml:trace contextRef="#ctx0" brushRef="#br4" timeOffset="171143.08">12146 1314 11165,'6'-3'-523,"-6"0"0,-6 0 0</inkml:trace>
  <inkml:trace contextRef="#ctx0" brushRef="#br3" timeOffset="171683.08">12214 1221 8072,'-2'-9'900,"0"1"-630,1 2-90,0 0-90,1-1 0,1 1-90,0 0 89,2-1-89,0 0 90,3-2-90,0 1 90,3-3-90,3-1 90,4-3-90,4-2 0,1 0 0,5-3-456,-6 6 0,2-2 456,4-1 0,1 1 0,0-1 0,1 0 0,9-2 0,0 2 0,-14 6 0,1 1-901,7-2 1,1 0 900,-8 4 0,-1 1 0,1 1 0,1-1 0,0 1 0,0 0 0,0 0 0,1 1 0,-1 0 0,0 1 0,0 0 0,0 1 0,-1 0 0,-1 1 0,-1 0 0,0 1-632,18 1 632,-4 1-188,-3 2 188,-11 1 0,0 0 0,10 5 0,7 3 0,-6 4 0,-8-5 0,4 6 290,-13-7-290,-2 0 0,-2-1 1661,0 1-1751,-1-1 703,-1 0-792,0-2-5,2 4-1075,0-1 989,-1-1 397,-1-2 0,-2-2 0,0 0 0</inkml:trace>
  <inkml:trace contextRef="#ctx0" brushRef="#br3" timeOffset="173513.08">12229 1199 7713,'-7'-6'179,"2"1"1,1 2 0,1 0 90,-1 0 0,1 0-270,-1 5 90,2 0-90,1 10 90,1 0-90,1 8-581,0-1 671,1 7-90,0 3 0,1 7-773,-2-16 1,1 2 772,-1-1 0,1 2 0,0 1 0,-1 1 0,1 0 0,-1 0 45,0 0 0,0-1-45,0-1 0,0 0 0,0 0 0,-1-1 90,1 19-591,-1-1 546,0-11 0,-1 1-45,1-9 0,-1 2 45,-1 13 0,0-1-45,0 5-533,0-15 0,0 0 533,0 4 0,1-2 389,-1-4-300,0 4-89,1-7 1134,-1 4-1134,1-10 0,0-1 622,0-1-622,0-2 1404,0 2-1404,1 0 0,0-1 0,0-2 90,0-4 324,1 0-414,0-1 0,2 0 90,-1-2-90,3 1 0,0-2 0,2 1 0,-1-2 0,2 1 0,1-1 90,3 0-90,3 0 0,3-1 0,6-1-912,5 1 912,10-2-1183,-17 2 0,1-1 1183,2 1 0,1-1 0,2 0 0,0 0-667,0-1 1,3 1 666,-3 0 0,3 1 0,1-1 0,4 1 0,2-1 0,-1 1-622,-1 0 1,-1 0-1,1 1 652,4 0 0,-1-1 0,-2 2-30,0-1 0,-2 0-380,3 1 0,0 0 380,-5 0 0,0-1 22,-1 1 1,0 1-23,-1-1 0,-1 0 0,0 0 0,-1 0 309,-2 0 0,0 0-309,0 0 0,-1 0 0,-2 0 0,1 0 597,-3 0 1,-1 0-508,20 2-90,-6-1 0,-2 0 1826,-4 0-1826,-4 0 0,-3 0 1809,-3-1-1809,-1 1 90,-2-1-90,0 1 0,-2 0 0,5 0 90,-4-1 377,2 1-467,-6-2 906,-1 1-906,1-1 0,-2 1 90,4-1 190,-4 1-280,2-1 0,-4 0 90,0 0-90,-1 0 0,3 0 0,-3-1 0,6 1 0,-3 0 180,0 0 0,0-1 90,-4 1 89,1-1 1,-1 0-180,-1 0 180,-2-2-90,0-1-90,-1-1-180,-1-2 90,1 1 0,-2 0 0,1 0-90,-1-1 89,1-2-89,-1-2 90,0 0-90,0-3 90,-1-10-90,1 0-1167,-2-8 1167,1 2 90,0 0-434,0-3 344,1 7 0,0 0 0,-1-15-828,2 14 0,0 0 828,-1-14 0,2 1-1047,-1 1 1047,0 0 0,1 2 0,-1 1 0,-1 1 0,2 3 0,-1 3 402,1 3-402,-1 3 253,1-5-253,0 3 0,0 1 1474,0 5-1474,-1 8 0,1 0 1433,0 1-1433,-1-2 562,1 3-562,-1-1 0,1 5-90,-1-1 90,1 1 0,-1-1 0,0-1 0,0 1 0,-1 0 90,-3 1-90,-2 2 0,-2 0 0,-1 1 0,0 1 0,-2 1 0,-2-1 0,-3 1-319,-6-2 319,-2 1 0,-5-1 0,-2 0-1129,-3 0 1129,-6-1-712,18 1 0,0 1 712,-1-1 0,-2 1-724,0-1 1,0 1 723,0-1 0,-1 0 0,1 0 0,-1 1-166,1-1 1,-2 0 210,-9 0 0,-2-1-45,-1 2 0,-1-1 0,1 0 0,-1 0 0,8 1 0,-1 0 0,2 0 0,3 0 0,1 1 28,-8-1 0,-1 1-28,0 0 0,1 0-35,7 1 1,0-1 34,-9 1 0,-1 1 0,10-1 0,1 0 0,-2 0 0,1 1-65,-1-1 1,0 1 64,0-1 0,0 1 0,0 0 0,0 0 0,1 0 0,0 0 0,0 0 0,0 1 0,0-1 0,1 1 19,1-1 1,-1 1-20,-9 2 0,0-1-301,10-1 1,0 0 300,-6 2 0,2-1 0,-7 1 260,-4 1-260,15-2 1094,-4 0-1094,16-1 444,3-2-444,1 1 1724,1 0-1904,0 0 1340,2 0-1250,0 0 133,3 0-223,-1 0-810,1 1 541,-2 0-1530,3 1 1979,0 1 0,6 0 0,2 3 0</inkml:trace>
  <inkml:trace contextRef="#ctx0" brushRef="#br4" timeOffset="175203.08">13385 1337 10009,'-6'-5'-483,"0"0"596,3 3 119,-1-1-57,0 1-92,2 8-81,2 5 59,3 7-137,1 4 50,-1 3 58,0-3 1,0 4-44,1 6 1,-1 2-1152,0 0 0,0 0 1148,0 1 1,0-1 42,-2-9 0,0-1-803,1 0 0,-1 1 776,1-1 1,-1 1-244,0-1 1,0 1 288,1 10 1,0 0-1,-1-11 0,0 0-26,1 8 0,-1-1 20,1 6-10,0-12 1,0 1-59,0 12 13,0-14 1,0-1 44,0-1 0,0-2-59,2 10 1,1 5-41,-2-14-254,3 3 321,-1-7 90,2 4 1597,-3-10-1687,1 0 1779,-1-2-1599,0-1 582,0-1-672,1-2 450,-1 0-270,4-1-90,0-2-180,1 0 89,-1-1 1,-2-1 0,5-2-90,-1-1 90,5 0-90,-2-1 0,2 1 90,1-1-90,2 0 0,5 0 0,1 0-1934,6 0 1934,2 1 0,6-2 90,2 1-90,-18 2 0,2 0 0,12-1 0,3 1-888,-9 0 1,1 1 0,0 0 917,0-1 0,1 0 0,0 1 0,2-1 0,2 1 0,-3 0-351,6-1 0,0 1 351,-11 0 0,1 0 0,0 0 0,0 0 0,0 1 0,-1-1-519,1 0 1,0 0-1,0 1 489,10-1 0,0-1 30,-11 2 0,0-1 0,0 1-223,7 0 0,0 0 238,2 0 0,1-1 183,-5 1 1,-1 0-184,-1 0 0,0 0-45,-1 0 0,-1-1 0,-2 2 0,0-1 45,-4 0 0,0-1-45,-2 2 0,0-1 507,13 0-507,-5 0 90,1 1-90,-11-1 1831,2 0-1741,-8 0 2169,-3-1-2259,1 2 2306,-4-1-2306,-1 0 0,0 0 90,-1 0-90,1 0 0,-1 0 0,2 0 89,-2 0 91,0 0-90,0-1 0,-1-1 0,-1-1 0,-2-2-90,-2-1 90,0 0-90,-2-1 0,1 2 0,0-2 90,0 2-90,-1-1 0,1-1 0,-1 0 0,-1 0 0,1-2 0,-4-7 0,0 2 0,-5-16 0,4 10-907,-3-11 907,3 9 0,0-4 0,0-1 0,3 7 0,0-2 0,-1-11 0,2 10 0,0 0 0,-1-11-1282,1-2 1282,1-2 0,0-1 0,3 0 0,-1 1 0,2 0 0,-1 3-161,2 11 0,-1 0 161,1-9 0,2-6-518,-1 18 518,-1 1 0,1 1 598,0 1-598,0 2 0,0 1-89,-1 2 1347,0 1-1258,0 2 271,0-3-271,0 4 670,0-3-670,0 6 141,-1 0-141,0 1 0,0 1 0,0-1 0,-1-1 0,1 1 0,-1-2 0,0 2 0,-1 0 0,-1 1 0,-3 0 0,0 3 0,-3-1 0,1 1 0,-3 1 0,-3-2 0,-1 1 0,-4 0 0,-5 0 0,-3-1 0,-6 1 0,6-1 0,0-1 0,3 2 0,1-1-1016,-9-1 1,-1 0 1015,7 1 0,1-1 0,-2 1 0,0-1 0,0 1 0,-2-1 0,1 1 0,-3 1 0,2-1 0,-6 1 0,0-1-821,3 1 0,-1-1 0,2 1 821,-5 0 0,2 0 0,-1 1 0,-1 0-261,2-1 0,-1 1 261,2 1 0,0-1 0,1 1 0,1-1-702,1 1 0,1-1 702,0 1 0,2 0 0,2 0 0,1-1 272,1 1 0,0 0-182,-15 0-90,1 1-45,12 0 0,1-1 45,-10 1 0,-6 0-89,18-1 1738,3 0-1739,2 0-90,1 1 90,-1-1-90,2 0 0,-1 0-90,1 1 90,-1-1 520,2 1-610,-1-1 2467,2 0-2557,1 0 753,2 0-932,1 0-593,1 1 1132,2-1 0,2 0 0,1-1 0</inkml:trace>
  <inkml:trace contextRef="#ctx0" brushRef="#br3" timeOffset="176943.08">14669 1345 9062,'-9'-7'-450,"0"1"360,4 2 90,0-1 0,0 1 0,0 0 180,-1-2 90,-1 1-180,1-1 180,0 2-90,3 0-1,0 1 181,-1 0-270,3 9 0,1 5-90,2 6 90,1 3-90,-1-2 90,1 23 0,0-6-1729,-2-8 1,1 1 1625,-1-6 1,-1 1 12,1 1 0,0 1-607,-1 0 1,0 0 606,1 1 0,-1 0 0,0-1 0,0 1 45,0 1 0,0-1-45,0-1 0,0 0-196,0 8 0,0 0 241,0-7 0,0 1-45,1 2 0,-1 0-344,1-7 0,0-2 434,0 16-90,1-2 0,0-2 0,0-4 2007,1-3-1917,-1-4 1430,2 4-1520,-1-3 0,1-1 0,0-1 0,-1-10 699,0 1-699,0-4 1324,-1-2-1324,1 0 315,0-2-315,1 1 0,0-2 0,4 1 0,-1-2 0,3 1 0,-2-1 0,1-1 0,2 1 0,0-1 0,2 1 0,9-1 0,-2-1 0,21 0 0,-11 0-1639,-8 0 1,0 0 1613,14-1 25,4 0-576,-18 1 1,-1-1 620,3 1 0,0 0-45,0 0 0,0-1 0,0 1 0,0 0 45,0 0 0,0 0-45,0 0 0,-1 0 0,1-1 0,0 1 0,0 0 0,0 1 45,0-2 0,0 1-45,0 0 0,-1 1-432,0-2 1,-1 1 431,-1 1 0,0-1-308,17-1 353,-11 2 0,0-1-45,12-1 0,-8 1 0,-1 0 0,0 1 0,5-2 0,-17 2 0,-3 0 2197,-1 0-2107,-2 0 1378,-1-1-1468,-2 1 1474,0 0-1474,-2 0 664,3-1-664,-3 0 0,1 1 0,-3 0 0,1 0 0,2 0 0,-1-1 0,0 1 0,-1 0 0,-1 0 0,2-1 90,-2 1 0,0-1 90,0 1-90,0-1 0,-1 0 0,-1-2 0,1 0 0,-1-2 0,1 1 90,-1-2-90,0 0-90,-1 0 90,0-1 89,1-7-179,0 2 90,0-7-90,0 2-243,1-1 243,0-4 90,1-2-90,1-4 0,0 0 0,0 7 0,-1-1-631,4-11 631,-3 11 0,0 0 0,2-10 0,0 1 0,0-1-1030,-1 1 940,0 1 180,-2-1-614,0 2 524,-1 1-483,0 4 483,-2 1 0,0 2 0,0 0 0,0 1 0,0 0 486,-1 0-486,0 2 0,0 1 1048,0 1-1048,0-3 0,-1 1 0,1 1 819,-2 1-819,1 8 648,-1-3-648,1 6 0,-1-3 0,1 3 0,0-2 0,-1 2 0,1-1 0,-1 1 0,0 0 0,0 1-90,-1-1 90,0 2 90,-1 0-90,-2 2 0,-2-1 0,1 1 0,-3 0 0,1-1 0,-8 0 0,0-1-439,-7 0 528,-1-1-1339,-3-1 1250,-9-1 0,-3-1 0,17 4 0,0-1-782,-2 1 0,0-1 782,-1 0 0,-1-1 0,-1 2 0,0-1-741,-1 0 1,-1-1 740,-3 0 0,-1 0 0,-2 1 0,0 0-569,-4-1 1,0 0 568,3 2 0,0-1 0,0 1 0,1-1 0,3 2 0,0-1 0,0 1 0,0 0 0,1 0 0,0 0 0,0 1 0,1-1 0,0 1 0,1 0-197,1 0 1,0 0 196,1 0 0,1 0-361,3 1 0,1-1 361,0 0 0,1 0 0,-16-1 416,2 2-416,5 0 926,2 0-926,4 0 1193,-5 0-1193,1 1 0,1 0 0,6 0 0,10 1 2777,0-1-2867,2-1 994,0 1-994,3-1-218,-3 0-502,2 1 810,0 1 0,3-2 0,2 1 0</inkml:trace>
  <inkml:trace contextRef="#ctx0" brushRef="#br5" timeOffset="188863.08">11142 1363 10321,'3'-7'-450,"0"1"540,-1 2 0,0 0 180,-1-1 0,0 1 270,0 0 179,1 0-179,-1-1 899,1 1-1079,-1-1-270,2 9 0,-2-1 0,4 9 0,-2 2 0,1 7-1235,2 6 1235,1 9-45,-3-16 0,0 1 0,0 3 0,1 0-45,-1 1 0,0 0-814,0 1 1,0 1 858,1-1 0,-1 0-45,0 0 0,0 1 45,0 0 0,0 0-45,0 0 0,-1 0 45,0 1 0,0 0 0,0 0 0,-1 0-45,0 0 0,0 1 0,0-2 0,-1 1 45,1 0 0,-1-1-45,0 1 0,0-1 0,0 0 0,-1 1-411,1 10 1,0 2 455,0 1 0,-1 0-863,1 0 0,0-1 818,0-5 0,0-2 0,-1-10 0,1-2-72,0 8 1,-1-1 71,1-6 0,0 0 45,-1 7 0,1-1-45,0 10 0,1 0 0,-2-2 0,1-2 45,-1-12 0,1 0-45,0 8 0,0 6 759,-1-9-759,0-9 752,0 5-752,0-9 0,1-2 90,-2-2-90,1 1 2078,-1-3-2078,1 0 1585,-1 2-1585,1-4 557,0 4-557,-1-5 90,1 2-90,0-3 0,-1 2 0,0-1 90,0-1-90,-1 0 0,-1 0 0,12-7 0,-4 1 0,18-5 0,-8 3 0,11-2-1231,-3 0 1231,6 1 0,2-2 0,2 1 0,4-1 0,2 0 0,1 1 0,-19 2 0,0 1 0,15-1 0,2-2 0,-3 3 0,-2-1 0,-1 1 0,9 0 0,-13 1 0,4 1 0,-2-1 0,-13 1 0,12-1 0,-18 1 0,2 0 0,-6 0 1321,0 1-1321,0 0 0,2 0 0,-2 0 0,1 1 0,-2 0 0,0-1 0,0 0 0,1 0 0,0 0 0,0 0 0,0 0 0,0 1 0,0 0 0,-2-1 0,0 1 0,0-1 0,0 0 90,-1 1-180,2-1 180,-1 1-90,0-1 90,0 0 269,0 0-179,-2-3-90,-3-1-90,-2-2 0,0 1 90,-2-1-90,2 3 0,-1-1 0,0 0 0,-2-4 0,1 2 0,-2-6 0,1 3 0,0-2 0,0-3 90,-4-9-90,1 1-238,-2-9 238,3 2-562,1 3 1,1-4 561,1-5 0,0-1-1226,-1-3 0,1 0 1226,1-1 0,0 0 0,1 9 0,0 2-799,1-3 1,-1-1 798,0 2 0,0-3-508,0 3 1,0-3-1,0 2 508,-1-5 0,0-1 0,1 8 0,-1-3 0,1 0 0,-1 4-340,0-8 0,0 2 340,0 4 0,1-1 0,-1 3 102,1-2 0,-1 3-147,1 0 0,-1 1 45,1 3 0,0 1 0,-2-17 936,2 8-936,-1 6 0,1 5 0,1 3 0,-1 4 1866,1 1-1866,0 2 2357,0 0-2357,0 2 2250,1 1-2250,-1 1 0,1 1 0,-1 0 0,0 0 0,1 1 0,-1-2 0,0 2 0,0-1 0,0 1-90,1 0 180,-2 0-180,1 0 180,0 1-180,0-2 90,1-1 0,2-2 0,-1-1 90,0 0-180,1 1 90,-1 3 0,0-2 0,0 2 0,1-4 0,-1 3 0,0-3 0,-1 4 0,0 0 0,0 0 0,0 1 0,0-4 0,-1 3 0,1-2 0,-2 1 0,1 1 0,-1-1 0,0 1 0,-1 1 0,0 1 0,0-1 0,0 1 0,-1 0 0,-1-1 0,1 1-90,-2-2 90,2 3 90,-1 0-90,1 0-90,0 1 90,0 0 90,-1-1-90,2 1 0,-3 0-90,0 0 90,0 0 0,0 0 0,1 0 0,-1 1 0,-1 1 0,0-1 0,-1 0 0,-2 1 0,-2-2 0,-1 2 0,-3-1 0,-2 0 0,-2-1-706,-2 1 706,-4 1 0,-2-1-1265,-5-1 1265,-1 1 0,-2 1 0,11-1 0,0 2 0,-14-1 0,16 0 0,1 1 0,-5 0-447,3 1 357,4-1-90,2 0-179,-4 1-1,7-2-90,-2 1 490,8 0-760,1 0 1106,1 1-1735,3 0-77,0 2 1426,3 0 0,2 8 0,1 1 0</inkml:trace>
  <inkml:trace contextRef="#ctx0" brushRef="#br5" timeOffset="191253.08">11276 2347 9871,'4'-7'720,"0"-1"-270,-3 4-1,1-1-89,0 1 450,0 1-720,-1 7 0,0 0 0,-1 9 0,0-2 0,-1 5-90,0 4-601,0 8 781,0 4-90,-1 5-46,2-15 1,0 1-437,0-1 1,0 3 481,1 12 0,0 3-473,0-11 0,-1 1 1,1 0 412,0-1 0,0 1 0,0 0-677,0 0 0,0 0 0,0-2 692,1 3 0,0-1 0,0 1 0,0 0-225,0 0 1,-1 0 209,0-2 0,1 2 0,-1-1 14,-1 3 1,1 1-45,0-6 0,-1 2 0,1-2 45,-1 1 0,0-2-324,0 0 0,0 0 279,0-1 0,0 0 45,-1-3 0,1 0 241,0-1 0,0-1-286,-2 17 89,1-1-89,0-12 0,-1-1 0,1 9 0,-2 7 90,1-11-90,1-9 1724,-1 9-1724,2-15 0,-1 3 1009,0-8-919,1-1 1760,0 0-1850,0-2 458,0 3-458,0-4 138,0 4-138,0-3 0,0 1 90,-1-2-90,1 0 0,-1 0 0,1 1 0,1-1 0,1-1 0,2-1 0,3-2 0,0 0 0,3-1 0,1 1 0,2-2 0,5 1-634,4-2 634,5 1-947,4-2 947,3 2 0,2-1 0,1 1-1389,2 0 1389,-18 1 0,1-1 0,9 1 0,0 1 0,-5-2 0,0 1 0,5 1 0,-2 0-566,12 0 566,-16 1 0,0 1 0,0-1 0,0 0 0,0 1 0,-1 0 437,15 2-437,-16-2 0,-3 0 853,-3-1-853,5 1 0,-6-1 0,2 1 1530,-7-2-1530,0 0 806,3-1-806,-5 1 0,4-1 0,-5 0 0,2-1 0,-2 1 90,1 0-90,-3-1 90,0 0-90,1 1 90,-3-1 0,2 0-90,-1-1 0,-1 1 90,0-1 0,0 0 0,-1-1-90,0-1 90,-1 1 0,0-6-90,-1 3 0,0-4 0,-2 3 90,0-2-90,1 0 0,-2-4 0,0 0 0,0-5-445,-1-4 445,-1-4-1007,-2-6 1097,0 0-90,-1-5 0,1 1-553,4 14 0,-1 0 553,1 0 0,0 0-789,0-3 0,0 0 789,0-1 0,1 0-45,-1 0 0,1 0-263,0 0 1,-1-1 307,1-10 0,-1-1 0,1 9 0,-1-1 0,0-7 0,-1-1 0,1 0 0,-1 1 0,1 9 0,-1 0 0,1-2 0,0-1 0,0 3 0,0 3 0,0 1 0,0-5 0,-1 0 0,0 2 0,0 2 0,-2-14-45,2 15 0,-1-1 45,0 2 0,1 2 0,-2-10 0,-2-7 362,4 17-362,0 2 0,0 2 842,0 1-842,1 2 0,-1-4-90,1 5 1820,-1-1-1730,2 4 1370,-1 2-1370,1 0 447,0-1-447,0 3 0,0-3 0,0 3 0,0 1 0,0-2 0,0 2 0,0-2 0,1 2 0,-2 0 0,1 0 0,-1 1 0,1-1 0,0 0 0,0 0 0,-1 1 0,0 0 0,-1 0 0,1 1 0,-2 0 0,-1 2 0,-1-1 0,-1 2 0,0-1 0,-1 0 0,-9 0 0,3 1-449,-9-2 449,0 1-869,-5-1 869,-5 0 0,6-1 0,-1 1 0,6 0 0,-1 0-768,-9-1 1,1-1 767,7 2 0,1 0 0,-1 0 0,1-1 0,-1 1 0,1 0-57,2 0 1,0 1 56,-18-2 0,3 0-340,2 1 340,1 0 0,12 0 0,0 0 0,-7 1 0,-5-1 442,17 1-532,3 0 1443,0 0-1533,3 0-90,0 0-90,2 1 139,1 1-319,1 0 699,1 0-1418,2 1-316,0 1-853,1 0 2428,0 0 0,0 2 0,1-1 0</inkml:trace>
  <inkml:trace contextRef="#ctx0" brushRef="#br5" timeOffset="193723.08">11289 3296 10051,'-4'-7'-539,"0"1"359,2 3 180,0-2 90,-1 1 0,1-1 179,0 0 91,-1 2 180,1-2-360,-1 9-90,2-1 90,0 9-90,0-2 89,1 4 1,0 1 0,0 5-90,-1 5-2308,1 6 2398,0 6-135,0-16 0,0 2-750,0 1 1,-1 0 749,1 4 0,0 1 0,-1 1 0,1 0-798,-1 1 0,1 1 798,-1 1 0,1 0 0,-1 1 0,0 0 0,0 1 0,1 1 0,-1-2 0,0 3-15,0-1 0,1 2 0,-1-1-757,0 4 1,0-1 726,0-3 0,1 1 0,-1-2 45,0-1 0,0-1-68,0 0 1,1 0 67,-1-1 0,1-1-45,-1-1 0,1 0 45,-1-2 0,1 0 0,0-1 0,0-1-45,0-3 0,0 0 277,0-2 0,0 0-277,0 5 0,0-1 90,1 9-90,-1-14 0,0 0 90,1-1-90,-1-2 1180,0-3-1090,0-2 2201,0-1-2291,0-2 2524,0-1-2524,0-1 891,0 0-891,0-1 0,0-2 0,0 1 90,1-2-90,-1 1 90,1-1-90,3-4 0,-1 0 0,3-4 0,-2 2 0,1 0 0,2-1 0,-2 1 0,3 0 0,-1 0 0,6 0 0,-3-1 0,5 0 0,-2 1 0,1 1 0,2-1 0,2 1 0,2-1 0,2 1-1241,4-1 1331,3 2-90,3 0 0,3 0 0,2 0 0,1 1 0,-17-1 0,1 1 0,0-1 0,0 1 0,3-1 0,0 1 0,-1 0 0,0 0 0,1 0 0,-1-1 45,-1 1 0,-1 0-45,2-1 0,0 1 0,-2 0 0,0-1 0,1 1 0,-1 0 0,-1 0 0,-1 0 0,18 0 0,-1 0 0,-2 1 0,-1-2-631,-4 1 631,-4-1 0,2 0 0,-9 0-113,3 0 113,-10 0 0,-1 0 0,-2 0 1139,3 1-1049,-4-1 618,2 1-708,-3-1 138,0-1-138,1 1 0,-3 0 0,3 0 90,-3-1 0,1 0-90,-2 0 89,-1-2-89,-2-3 0,-1 2 90,-2-8-90,-2-2 0,-3-10 90,0 3-90,-1-7-844,0 5 844,0-4 0,1-1-1011,-1-3 1011,1 1 0,1-3 0,1 9 0,1-1 0,1 3 0,0 0-759,-1-7 1,1 0 758,0 5 0,1 0 0,0-1 0,0 1 0,1-2 0,-1 0 0,1 1 0,0-3-545,-1-11 0,1-2 545,0 12 0,-1-1 0,1 0-463,0 0 0,0 0 1,0 1 462,-1-13 0,1 2 0,0 12 0,-1 1-2,0-8 1,0-2-44,-1 4 0,-1 1 45,0-8 0,0 1 0,0 12 0,0 2 0,1 1 0,-1 2 0,0-5 0,-1 2 0,1 4 722,0 1-722,0 1 0,0 1 0,0 0 886,0 2-886,1 1 0,0 2 2512,-1 0-2512,0-2 0,1 3 1053,-1-1-1053,1 5 501,1 2-501,0-1 0,0 2 0,0-1 0,0 1 0,0 0 0,0 0 0,1 0 0,-1 0 0,-1-2 0,2 3 0,-2-5 0,3 3 0,0-3 0,1 1 0,0-2 0,0 2 0,0-1 0,0 2 0,0 0 0,0 2 0,0-2 0,0 3 0,-1-3 0,1 3 0,-1-3 0,1 2 0,-1 0 0,0-2 0,0 2 0,0-2 0,0 2 0,-1-2 0,1 2 0,-1-1 0,0 1 0,0 0 0,-2 1 0,0 1 0,-1 0 0,-5 0 0,3 2 0,-4-1 0,2 2 0,-7-1 0,2 0 0,-6 0 0,2 2 0,-2-2 0,-2 2 0,-5-1 0,-3 1-831,-4 0 831,5 0 0,-1 0-949,6 0 0,0-1 949,-8 1 0,-1 0 0,10 0 0,1-1-548,-2 1 1,0 0 547,-17 0 0,19 0 0,0 0 0,-16 0 0,0 1-804,3-1 804,2 2-123,0-2 123,5 1 911,2 1-911,4-1 772,4 0-952,1 0 1129,4 0-1128,0-1-451,-2 1 180,4 0 847,-2 0-1027,5 0-662,1 0-1227,0 1 2598,0 0 0,-2 2 0,0 1 0</inkml:trace>
  <inkml:trace contextRef="#ctx0" brushRef="#br5" timeOffset="195953.08">11216 4284 11131,'0'9'269,"0"0"-179,0 1 90,0 0-90,0 5 0,0 1 0,-1 18 0,0-4-1059,0-8 0,0 0 1059,0 15-90,0 3 45,0-18 0,0 1 0,0 2 0,1 0-780,-1 3 1,0 1 779,0 1 0,1 1 0,-1 0 0,1 1 0,-1-1 0,0 1 0,1-1 0,-1-1-45,1 1 0,-1-1 45,0-1 0,1 1 0,-1 9 0,0 0 0,1-12 0,-1 0-45,1 7 0,-1-2 0,1 7 90,-1-3-570,1-1 570,0 5-90,0-13 0,0 3 0,0-13 90,0-3-90,0-1 1112,0-2-1112,1-1 2217,-2 0-2217,1-2 827,0-1-827,0-1 0,0 1 90,0-2-180,-1 1 90,6-6 0,-1 2 0,5-3 0,-1 4 0,-1-1 0,2-1 0,11 2 0,-4-1 0,11 2-769,-4-3 679,3 3 90,4-3 0,2 2-1166,2-2 1166,2 0 0,2 1 0,-17-1 0,1 0 0,1-1 0,0 1 0,1 0 0,2 0 0,-1 0 0,0 0 0,0 0 0,-1 0 0,1-1 0,-1 1 0,0 0 0,0-1 0,-2 1 0,-1-1 0,0 1 0,0 0 0,17 0 0,-1 1 0,-1 0 0,-1-1 0,-2 0 0,-3 0 0,-4 0-400,-3 0 400,-2 0 0,-2 0 0,-1 0-88,-1-1 88,-1 1 0,0 0 0,-1 0 700,-1-1-700,-1 0 1289,-1 1-1289,-1-1 498,4 1-498,-2 0 116,3 0-116,-6-1 0,-1 1 0,-4-1 0,2 0 0,-3 1 0,3-1 90,-2 0 0,0 0 450,1 0-90,-2-1-271,-2-3-89,-3-3 0,-1-2 0,-1-1-90,0 1 90,0-3 0,-1-10-90,-2-1-1251,0-9 1251,0 2 0,-1-1-586,-1-6 676,0-2-90,4 18 0,0-2-974,-1-11 0,0-1 974,2 8 0,-1 0 0,0-9 0,1 0 0,0 9 0,1 2-639,0-2 1,0 1 638,0-1 0,0 0 0,0 0 0,0-1 0,0 0 0,0 0 0,0 1 0,1 0 0,-1-1 0,0 0 0,0 2 0,0 0 0,1 0 0,-1 1-60,0 1 1,-1 1 59,-1-19 0,0 4 0,0 3 0,0 2 0,0 2 316,-2-9-316,2 12 0,-2-12-90,2 16 90,0 0 0,0 5 0,2 8 1618,-1-3-1618,2 4 1733,-1-1-1733,1 3 1539,0 3-1539,0-1 65,-1 1-65,1-2 0,0 3 0,0-3 0,0 2 0,0-1 0,0 1 0,0-1 0,-1 1 0,1 0 0,-1 0 0,1 0 0,0 0 0,-3 5 0,1-2 0,-3 6 0,-1-3 90,3 0-90,-3 0 0,2-1 0,-1 0 0,-2-1 0,-1 0 90,-8-1-90,3-1 0,-8-2-570,2 1 570,-3-1 0,-5-1 0,-2 0 0,-7 0 0,-3 0 0,17 2 0,-1 1-851,0-1 1,-1 1 850,-1 0 0,0 0 0,-15-1 0,-1 1-972,10 0 1,-1 1 971,4 0 0,-2 0 0,2 1 0,-2 0 0,0 0-320,2 0 1,-3 1 0,1-1 319,0 2 0,-1 0 0,1-1-359,0 1 0,0-1 0,1 1 359,-11 1 0,4 0-45,15 0 0,0-1-134,-4 2 0,0-1-180,-5 1 786,-6 2-1146,21-3 341,4 1-1601,4 0 2506,3-1 0,3-1 0,1 0 0</inkml:trace>
  <inkml:trace contextRef="#ctx0" brushRef="#br5" timeOffset="-147523.65">11381 2074 5914,'-3'-6'449,"0"-1"-359,0 4 0,0 0 90,0 0 90,0 1 90,-2 1-270,-1 2 90,2-1 89,-2 2 1,3 0 90,-1-1 0,0 1 719,0 1 450,1-2-1259,3 4-90,1-1 0,2 0 0,2-1-90,0-1 0,2 0 0,-1 0 90,3-1-90,2 2 0,2-2 0,2 0 0,3 0-1,1-1-796,7 1 797,2-1-1147,5 0 1147,1 0-90,1-1 90,2 0 0,1 0-90,-17 0 0,1 1 45,-1-1 0,1 0-45,2 0 0,-1 0 0,-2 0 0,1 0 45,8-1 0,1 0-45,-8 0 0,0 1-661,6-1 1,0 0 660,10-2 0,-13 2 0,0 0 0,13-2 0,-13 1 0,-2 1 0,9-2-715,-1 1 715,-1 0-66,-3 0 66,-3 1 0,-2 0 619,-3 0-619,0 0 0,-2 1 1273,-1-1-1273,-2 1 0,-2 0 0,-1 1 1043,0-1-1043,-2 1 776,-2-1-776,0 1 315,-1 0-315,0-1 110,-1 2-110,-1-2 0,0 1 0,0 0 0,1-1 0,0 1 0,1 0 0,0 0 0,0 0 0,1 0 0,5 1 0,-3-2 0,4 2 0,-4-2 0,-1 1 0,-1 0 0,0 0 0,0 0 0,0-1 0,-1 1 0,0 0 0,0 0 0,0 0 0,-1 0 0,2 0 0,-3 1 0,2-1 0,-1 0 0,-1 0 0,0 0 0,1 0 0,0 0 0,1 1 0,0-1 0,1 1 0,0-1 0,1 0 0,6 0 0,-3-1 0,4 2 90,-4-2-90,1 2 0,-1-2 0,0 1-90,3-1 180,-2 1-90,2-1 0,-5 1 0,-2 0 0,-2 0 0,0 0 0,0 0 0,0 0-90,-1-1 90,0 1 0,0 0 0,-1 1 0,0 0 0,-1 2 90,-1 0 270,1-1-270,-1-4-90,0-1 90,0-4-90,-2 2 0,1 1 0,0-5 90,0-1-90,0-1 0,0-7 0,0-5 0,0-2-688,0-4 688,1 2 0,-1-3 0,0-6 0,0 0-1335,0-2 1335,0 0 0,0-2-1550,-1-1 1550,1 18 0,-1 0 0,0 0 0,0 0-450,0 0 1,0 0 449,0 1 0,1 0 0,-1-15 0,1 1 306,-2 1-306,1-4 0,0 11 0,-1-1-90,1 14 90,-1 1 1002,0 2-1002,1 2 1549,0 1-1549,0 1 1338,-1-3-1338,1 4 187,-1-2-187,0 2-90,1 3 90,-1-3 0,0 2-90,0 0 90,-1 0 0,-1 3 0,-2 1 0,1 3 0,-1 1 0,2 0 0,-1 0 0,0 1 0,-1 0 0,0 0 0,-2 1 0,-1-1 0,-1 2 0,-8 2 0,1-2 90,-22 7-90,11-7-674,7 0 1,-1-1 763,-14 2-90,-3 1 0,17-4 0,-1-1 0,0 1 0,0-1 0,-1 0 0,-1 0-784,0 0 1,0 0 783,-1 0 0,-1 0 0,-12 2 0,-1-1 0,9-1 0,0 0 0,-10 2 0,0 0 0,12-2 0,0-1 0,-12 2 0,-2 0 0,12 0 0,-1 0-800,-9 0 1,1 0 799,13-1 0,1 1 0,1-1 0,-1 0-406,4-1 1,0 1 405,-18 3 0,5-1 0,2 0 0,3 0 0,2-2 225,5 0-225,4-1 739,2 1-739,3-1 1641,-1 0-1641,1 0 1233,1 0-1233,0-1 804,-3 2-804,1-1 0,-1 0 0,3 1 0,4-2 592,0 1-592,1-1 0,0 0 0,1 0 0,1-1 0,1 1 0,0 0-90,-3 1 0,1 0-90,-2 0-90,2-1-180,1 0-719,1 1 1169,-1-1 0,3-1 0,0 0 0</inkml:trace>
  <inkml:trace contextRef="#ctx0" brushRef="#br5" timeOffset="-146153.65">11489 1965 10411,'-7'-2'1619,"8"-1"-1619,1 2 90,6-1-90,-3 1 90,1 0-90,1 0 0,0-1 0,0 0-180,4 0 0,-4 0-90,5 0-89,-6 1-811,3-2-89,-2 1 0,1-1 1259,-2 1 0,1-2 0,1-1 0</inkml:trace>
  <inkml:trace contextRef="#ctx0" brushRef="#br5" timeOffset="-145853.65">11677 1841 9512,'3'-7'1169,"1"8"-1169,-2 1 90,1 6-90,-3-2 90,0 1-90,1 1 0,-1 0 90,0 2-90,1 0 0,0 0 0,0 2-90,0-2-90,0 1-90,0-1-90,0-1-179,0 1-631,1-1 361,0-2 809,0 1 0,1 2 0,0 0 0</inkml:trace>
  <inkml:trace contextRef="#ctx0" brushRef="#br5" timeOffset="-144743.65">12888 1744 11760,'-10'4'270,"2"1"-180,1 1 0,3 0-90,-2 2 90,2-2-90,0 2 0,1 0 90,1 0-90,0 0 0,1 1 0,0-2 0,1 2 0,0-2-90,0 1 90,1-1 0,2 3 0,-1-3-90,1 2 90,1-4 0,2 1 0,-1-3 0,2 1 0,-1-2 0,0-2 0,0 0-90,1-1 180,0-2-90,0 1 0,0-2 0,0-1 0,-1-1 0,0-2-90,-1 0 90,1-9 0,-2 4 0,-1-4 0,-2 4 90,-2 0-90,-1-1 0,-1 1 0,-1 0 0,-1 1 0,-1 1-90,-1 2-90,-1 1-90,0 2-2428,-8 2 1259,5 5 1439,-4 1 0,2 5 0,0 2 0</inkml:trace>
  <inkml:trace contextRef="#ctx0" brushRef="#br5" timeOffset="-140543.65">527 9091 6633,'-7'2'1889,"0"-1"-630,3 1-539,0-1-630,8 1 0,-1-2 90,13 0-90,-2-2-90,10-2 90,3 2-680,5-2 635,-3 1 0,4 0-560,2-1 0,2 0 515,2 0 0,1 1-681,-1-1 0,-1 0 681,-11 2 0,1 0 0,11-2 0,3 1 30,-14 0 0,0 1 0,0-1-30,0 1 0,0 0 0,-1-1 0,11-1 0,-3 1 0,-11 0 0,-1 1 0,17-2-889,-2-1 889,-9 2 68,-4 0-68,-4 1 614,1-1-614,-7 2 1391,2-1-1391,-8 2 1173,0-1-1173,-2 1 608,1-2-608,-1 2 286,1-2-286,3 0 0,-1 1 0,0-1 90,-2 1-90,-1 0 0,0-1 0,0 2 0,0-1 0,-1 0 0,1 0 0,-1 0 0,-1 1 0,0-1 0,1 1 0,1 0 0,-2-1 0,2 1 0,-1 0 0,-2 0 0,1 0 0,0 0 0,1 0 0,-1 1 0,5-2 0,-3 2 0,2-1 0,-3 0 0,0 1 0,-1-1 0,-1 0 90,3 1-90,-1 0 90,1 0-90,-1-1 360,-2 1 0,1-1-90,-2-2-90,-1-3-180,-2-1 90,-1-2-90,0 0 90,0 0-90,0 0 0,0-3 89,0-1-89,1-3 0,-1-4 90,1-1-90,0-18-1520,0 6 1565,0 8 0,0 0-45,0-13 0,-1-2 0,0-1 0,0 19 0,0-1 0,0 0 0,-1 0 0,1 1 0,0-1 0,-3-19-1138,0 5 1138,0 0 0,0 2 0,-1 3 0,-2-8 0,1 14 0,0-4-120,2 15 120,1 1 0,0 2 0,0 1 0,0 2 0,1 1 1301,0 0-1301,0 2 1315,0 0-1405,0 2 252,-2 4-162,1 0 0,-2 4 0,3-1 0,-1 3 0,0-2 0,-1 2 90,1-4-90,0 1-90,-1 0 180,-1-1-90,-2 2-90,1-2 180,-9 3-90,-6 2 0,-17 5 0,4-4-549,5-1 0,-2 0 549,0-1 0,1-1-1072,-2 2 1,0 0 1071,-2-1 0,1-1 0,8-1 0,1 0-651,-2 0 0,1 0 606,-1 0 0,0 0 45,-1 0 0,1 1 0,0-1 0,1-1 0,0 1 0,-1 0 0,-9 1 0,0 0 0,11-2 0,0 0 0,-7 2 0,2-1 0,-2 0-254,2 1 254,5-2 0,4 0 0,4 0 654,4-2-744,-3 2 1957,6-2-1867,-3 1 1819,3-1-1819,1 0 457,-1 1-457,3-1 0,0-1 0,-1 1 0,1 0 0,0 0 0,-3 0 0,3-1 0,-2 0 90,1 1-90,0-2 0,1 1 0,0 0 0,2 0 0,-1 0-90,1-1 90,-1 1 0,1 0 0,-1 0 0,1 1 0,3 5 0,0-1 0,1 5 0,1 4 0,0-2 0,1 8-89,-1-1 178,3 20-1554,-1-8 1465,-1-8 0,1-1 0,3 11 0,0 3 0,1-2 0,1 2 0,-1-4 0,2 1 0,-2-2 0,2-2 0,-3-3 90,1-3-90,-2-4-90,1 3 90,-1-6-90,1 2 0,-3-8-90,1-2 0,-1-1 1376,-1-1-1556,0-1-90,0-1-1798,0-2 2248,0 0 0,-1-2 0,1 0 0</inkml:trace>
  <inkml:trace contextRef="#ctx0" brushRef="#br5" timeOffset="-139973.65">1188 8361 9961,'-5'-5'720,"1"-1"-450,1 3 179,1-1 1,-1 1-360,3 9-90,-1-1 90,3 10 0,0 0-90,3 19 90,-1-5-45,-1 0 0,1 2-1006,-1-4 1,-1-1 960,1 2 0,-1-1 0,0 0 0,1-1-16,0 10 16,0 0 45,-1-13 0,0 2-700,0-2 1,1 0 654,-1 0 0,0-2 0,3 14-90,-3-17-180,2 4 91,-2-8-91,1 4 1035,-1-5-2384,0-5 1646,1 3 1,-2-5 0,1-1 0</inkml:trace>
  <inkml:trace contextRef="#ctx0" brushRef="#br5" timeOffset="-138973.65">856 8944 9781,'-1'4'810,"3"-1"-720,7-3-90,0 0 0,-1-1 0,0 0 0,1-1 0,1 0-180,0 0 0,0-1-90,0 1 0,-1-1-179,0 0-1350,2 0 1799,-3 0 0,3-2 0,-3 1 0</inkml:trace>
  <inkml:trace contextRef="#ctx0" brushRef="#br5" timeOffset="-138683.65">1011 8823 9332,'0'-8'629,"1"16"-629,1-3 0,1 14 0,-1-9-90,0 1-90,0 0-89,0 1-271,1-1-809,0 4 1349,0-4 0,1 7 0,0-3 0</inkml:trace>
  <inkml:trace contextRef="#ctx0" brushRef="#br5" timeOffset="-137513.65">1609 8822 11580,'-4'1'1260,"2"-1"-1170,-3 12-90,2-5 90,2 0-90,0 2 90,0 3-90,1-3 0,0 7 0,2-7 0,0 4 0,1-7 0,-1 1 0,1-1-90,2 0 90,0-1 0,2-2-90,-1-2 90,1-1 0,-1-2 0,1 0 0,1-1 0,-1-2 0,1 0 0,-1-2 0,2-4 0,-2 1 0,1-7 0,-6 5 0,0-3 0,-3 4 0,-1-2 0,-1 1 0,-2 0 0,-1 1-90,-2 0 90,0 2 0,-2 2-180,0 1-90,0 3-180,0 1-179,-1 2-1080,0 3 1709,-3 4 0,1 3 0,-3 4 0</inkml:trace>
  <inkml:trace contextRef="#ctx0" brushRef="#br5" timeOffset="-131843.65">3169 13526 10141,'-4'-6'-539,"1"0"539,-1 2-90,0 1 90,-1 0-90,-2 3 90,1 1-90,-4 2 90,1 0 0,-1 4 0,0 1-90,-2 4 90,0 4 0,0 4 0,1 3 0,2 0 0,2 2 0,3 8 0,3-8-1148,4 9 1148,2-10 90,8 13-353,-1-11 263,-1-7 0,2 0 90,3 0-524,6 2 434,-6-11 0,-1-3 90,0-2 0,7-3 0,-6-2 0,7-3 0,-7-2 0,10-10-90,-7 2 485,7-8-485,-10 4 90,-2-3-90,-1-1 90,-1-13-90,-5 5-555,-1-6 555,-6 9 90,-3 0-90,-2 1 0,-3-1 0,-4 1 0,-1 3 0,-3 2 0,-3 4 0,0 5-79,-9 5 79,6 5 0,-8 5 0,8 6-90,-2 2 0,3 5-449,-3 10 89,7-5-643,0 8 554,10-11 539,3-3 0,3 4 0,2 0 0</inkml:trace>
  <inkml:trace contextRef="#ctx0" brushRef="#br5" timeOffset="-131523.65">3801 13591 11670,'9'-2'360,"0"0"-270,0-1-90,3 0 90,0-1 0,3 0-90,-1 0 90,3 0-180,-1 0-180,1 0-90,0 0-989,4-1-90,-5 1 90,4 0 1349,-7 2 0,4 1 0,1 0 0</inkml:trace>
  <inkml:trace contextRef="#ctx0" brushRef="#br5" timeOffset="-130813.65">4306 13379 9871,'-7'-5'630,"0"1"-450,2 5-180,-1 1 90,-1 2 0,1 3 0,-1 3 0,1 3-90,-2 2 90,1 6-90,2 2 90,-1 5-1152,3 1 1152,0-1-45,4-7 0,0 0-45,1 8 45,1-3 0,2-1-45,2 1 0,4 7 90,-1-14-90,-1-4-159,1-2 159,1-2 0,1-1 0,0-2 90,1-1-90,-1-3 0,0-2 0,1-1 0,-1-3 1043,2-1-953,0-3-90,8-8 0,-6-1 0,-2 0 0,-2-3 0,5-18-696,-3-2 696,-6 0 0,-6 13 0,-7-15 0,-2 11-733,1 7 1,-1 1 732,-9-7 0,0 3-789,-7 0 789,1 7 0,-3 1 0,0 7-465,1 3 465,1 5-179,1 3 329,1 3-420,-1 4 175,-9 10-2153,9 2 2248,1 0 0,12 3 0,5-6 0</inkml:trace>
  <inkml:trace contextRef="#ctx0" brushRef="#br5" timeOffset="-126723.65">1571 8900 9781,'-8'-2'3239,"7"-2"-3239,1 0 90,5 0-90,-2 1 89,0 1-89,1-2 90,2-2-90,0 1 0,0-3 90,-1 2-90,-1-1 0,1-1 0,-1 1 0,-1-1 90,1 0-90,-2 1 0,0 0 0,-1 1 0,1 0 0,0-1 0,-1 2 0,1-3 0,-1 3 0,2 6 0,-2 1 0,2 10 0,-3-3 0,1 4 0,-1 1 0,1 4 0,0 2 0,0 0 0,1 2 0,-1-2-90,1 11 0,1 0 90,0 0 0,0-4-2671,-1-11 2671,0 1-89,0-4-91,0 3 90,0-5-450,0 5 180,-2-9-539,1 2 1544,-1-4 0,1 0 0,-1 0 1</inkml:trace>
  <inkml:trace contextRef="#ctx0" brushRef="#br5" timeOffset="-126483.65">1576 9199 9422,'1'6'719,"2"-3"-629,3-3 90,2-2-90,0-1 0,2-1 0,2 0-180,1-2 0,0 0-270,1-1-1529,4-1 1170,-5 1 719,3-1 0,-2 1 0,0 0 0</inkml:trace>
  <inkml:trace contextRef="#ctx0" brushRef="#br6" timeOffset="-111323.65">3298 1124 24575,'31'0'0,"-7"0"0,1 0 0,7 0 0,2 0-1093,-7 0 1,1 0 0,1 0 196,4 0 1,2 0 0,0 0-198,5 0 1,1 0 0,2 0 920,-5 0 1,1 0-1,1 0 1,-1 0 171,0 0 0,-1 0 0,1 0 0,-1 0 0,-1 0 0,1 0 0,-1 0 0,0 0 0,-1 0 0,-1 0 0,0 0 0,0 0-167,-3 0 1,0 0 0,-1 0-1,1 0 167,0 0 0,0 0 0,0 0 0,-2 0 0,5 0 0,-2 0 0,-1 0 0,-2 0 0,-1 0 0,-1 0-372,6 0 1,0 0 371,-3 0 0,0 0 0,-1 0 0,-2 0 727,-5 0 0,0 0-727,-2 0 0,0 0 0,11 0 0,-2 0 0,-10 0 3276,-5 0-2479,-4 0 2479,-3 0-2742,-1 0 967,-1 0-1501,-1 0 497,-1 0-497,0 0 0,0 0 0,-2 0 0,0 0 0</inkml:trace>
  <inkml:trace contextRef="#ctx0" brushRef="#br6" timeOffset="-75003.65">24690 3956 24575,'17'-11'0,"13"-15"0,-7 6 0,3-4-1093,-3-1 1,3-2 0,-2-2-1,1 0 1,-1 0 0,-1-1 837,0-2 0,-1 0 0,-1 0 30,-2-1 1,-2 0 0,-2 1 224,-4 5 0,-3 0 0,0 0 0,1-2 0,-1-1 0,-2-1-1013,0-4 1,-2 0 0,-1 0 1012,0 1 0,0 0 0,-1-1 0,0-3 0,0-1 0,-1-1-579,0 9 0,0-1 0,-1 0 0,1-1 579,-1 0 0,1-1 0,-1-1 0,1 0 0,-1 2 0,0 0 0,1-1 0,-1-1 0,-1 1-237,1-4 1,-1 0-1,0 0 1,-1-1-1,0 1 237,-1-3 0,0 0 0,-1 0 0,-1 0 0,-1 0-222,1 6 1,-1 1 0,0-1 0,-1 0 0,-1-1-1,-1 1 222,0 1 0,-1-1 0,-1 0 0,0 1 0,-1-1 0,-1 0 0,1 1 0,-3-3 0,0-1 0,-1 1 0,0 1 0,-1-1 0,0 1 0,-1 1 0,-1-1 0,0 1 0,-1 1 0,0 0 0,0 1 0,0 3 0,1 0 0,-1 0 0,0 2 0,0 0 0,0 2-24,-6-4 1,0 2 0,0 2 0,0-1 23,-3-2 0,0 0 0,0 1 0,0 0 0,0 3 0,1 0 0,-1 0 0,1 1 0,1 2 0,1 0 0,0 0 0,0 0 257,0 1 1,0 0 0,0 1-1,2 0-257,-5-2 0,2 2 0,1 0 970,-8-6 0,2 1-970,1 3 0,3 1 1638,8 6 0,2 2-1253,-5-3-385,10 8 3276,6 4-2624,2 2 2624,2 2-3260,1 1 1983,1 1-1999,0 2 99,1-1-99,-1 1 0,0 0 0,0-1 0,0-2 0</inkml:trace>
  <inkml:trace contextRef="#ctx0" brushRef="#br6" timeOffset="-72843.65">21344 1947 24575,'-15'17'0,"0"-1"0,-4 7 0,-1 3 0,2-3 0,-1 2 0,-1 1-1093,0 2 1,-1 1 0,-1 2 272,0 0 1,0 2 0,-1 2 0,0 1 163,2-3 1,0 0-1,-1 2 1,1 0 0,-1 1 191,3-2 0,-1 0 0,0 1 0,1 0 0,-1 1 0,0 0 295,2-2 0,-1 1 0,1 1 0,-1 0 0,1-1 0,0 1 0,1-1 169,-2 3 0,1 0 0,1 0 0,0-1 0,1 0 0,-1 1-369,2-3 0,-1 1 0,1-1 0,1 1 0,-1-1 0,1 0 369,-1 0 0,1 0 0,0 0 0,1 0 0,-1 0 0,1-1-75,-1 4 1,1-1 0,-1 0 0,1-1-1,0 1 75,0 0 0,0-1 0,0 1 0,1-1 0,0-1 0,0 3 0,0-1 0,1-2 0,1-1 0,1 1 0,1-2 0,0 0 455,2-4 1,0-1 0,0-1-456,1 7 0,1-2 1117,-1 1 0,0 0-1117,1-3 0,2-1 0,0-2 0,1-2 0,0-3 0,1-2 3276,-1 20-2808,4-4-468,4-5 0,4 5 0,5-2 0,0-4 0,-1-2 0,2-1 0,0-2 0,2 3 3276,-2-5-884,-3-4-319,-3-4-2073,-4-6 1178,-2-2-1178,-1-2 120,-1-2-120,-1-3 0,-1-2 0,0-1 0,-1 0 0,0-1 0,0 0 0,0 1 0,0-1 0,0-2 0,0-1 0,0-4 0,0-2 0,-1-1 0,-1-2 0,0 1 0,-1 1 0,1 3 0,-1 4 0,1 1 0,1 2 0,0 1 0,-1 2 0,2 6 0,3 7 0,2 3 0,3 4 0,2 2 0,1 2 0,3 4 0,0 2 0,-1-1 0,0-4 0,-3-3 0,-3-6 0,-2-4 0,-1-2 0,0-3 0,-1 0 0,-1-2 0,-6-3 0,-4-3 0,-9-4 0,-7-3 0,-7-2 0,-8-3-561,1 1 561,1 0 0,3 2 0,4 2 0,0 0 0,8 2 0,6 3 0,6 1 0,3 2 0,2-1 0,3 1 0,0 0 0</inkml:trace>
  <inkml:trace contextRef="#ctx0" brushRef="#br5" timeOffset="4766.35">9062 2678 9602,'1'-8'2068,"-1"0"-1798,-1 2 0,-1 2 90,-1 0-90,0 1 0,-1 0-1,-2 1-89,0 1 90,-1 0-90,-2 3 0,-1 1 0,-2 2 0,-3 5 0,-1 4-90,-5 7 89,0 5-1694,-2 5 1560,11-13 0,0 1-821,0 1 1,1 0 820,-1 2 0,0 0 0,1 1 0,0 0 0,0 0 0,1 2 0,-4 10 0,1 2 0,4-10 0,1 1-808,-3 9 1,1-1 807,5-11 0,1-2-45,0 0 0,1-2 0,0 20-147,3-5 147,1-12 0,2-1 90,3 10-90,-2-12 0,1-1 0,8 6 0,-2-8 973,3-1-883,-4-10-90,2-3 0,0-2 0,1-3 1456,11-7-1456,-4-2 0,9-8 1174,-9 1-1174,-1-3 90,-1-3-90,0-4 0,-4 1 0,1-2-130,-6 1 130,-1 1 0,-4 2 0,-1 2 0,-3 3 0,-2 1 0,-1 1 0,-3 0 0,0 0 0,-6-3 0,0 1 0,1 1 0,3 6 948,2 4-948,3 2 587,-1 1-587,2 0 0,2 0 0,1 2 0,4-1 0,2 1 0,3 2 0,3-1 0,1 2 0,2 2 0,1 1 0,1 0 0,4 2-90,-1 2-470,2 2 560,-3 1-128,-1 3 128,-2 6 0,-5-3 0,-3 8-578,-6-6 578,-4 7 0,-2 2-1171,-2 5 1171,-4 4 0,-1 0 90,0 0-135,2-12 0,1 0 135,-3 11-90,3-14 0,0 0 0,0 7-90,1-4 542,2-2-542,4 1 0,1-8-90,2 4 0,2-9 111,1 0-291,2-1-1,6-2-269,-3-3 1067,6-2-1696,-3-3-450,0-3 1709,11-7 0,-2-4 0,8-5 0</inkml:trace>
  <inkml:trace contextRef="#ctx0" brushRef="#br5" timeOffset="5336.35">9381 3241 11131,'-7'-4'1709,"1"0"-540,3 2-899,4-4-90,2 1 90,6-3-91,0 3 1,1 0 0,2 0 0,0 0-90,-1 2 90,0-1-90,-2 3 0,0 0 0,-1 2 0,-1 2-90,-1 2 90,-1 2 0,-4 12 0,-2 2-45,-4 4 0,-2 1-932,0-7 0,0 1 887,-3 8 0,-1-1 45,1-6 0,0-2-45,0 0 0,0 1 0,-11 16 45,8-13 0,0 0-45,-5 8 0,-2 6 0,8-14 0,6-7 0,-1 1 90,5-7-90,2-3 1773,4-2-1773,2-5 0,5-4 0,12-12 90,-2-2-1729,-5 4 1,0-2 1523,10-12 115,-13 11 0,0 0-78,0-1 0,1-1 78,5-10 0,1-1 0,-6 7 0,0 0-650,5-6 0,-1 1 650,-7 8 0,0 3 0,7-13 0,-3 3 0,-4 8 0,-2 3 2761,-2 6-2761,-2 2 189,-2 3-189,-12 26 0,-2 8 0,2-7 0,1 0 425,1 0 0,0-2-425,-1 12 0,1 0 0,2-1 0,3-1-848,0-4 848,3-4-285,2-1 285,0-2 0,3-1 0,0-4 0,2 0-90,0-4 996,2-2-1086,-1-4 832,1-1-1102,-1-3 354,2-2-533,1-3-1440,8-12 809,-5 0-1846,6-12 1037,-9 3 2069,-2-8 0,-4 4 0,0-2 0,0-4 0,0 0 0</inkml:trace>
  <inkml:trace contextRef="#ctx0" brushRef="#br5" timeOffset="5876.35">9091 2355 11131,'-26'-13'269,"-1"1"-89,0 0 90,0 0 360,-11-2-1419,10 3 1149,-7 0-90,15 4 0,0 2 288,1 2-18,-20 6-270,5 3-935,8 0-1,1 2 756,4 1 0,0 1 0,-1 4 0,-1 2 0,0 2 0,0 2 0,-2 5 0,1 1-1334,0 3 1,0 1 1333,1 4 0,1 1-60,7-10 0,0 1 0,2 0-395,-1 2 0,1 2 0,0 0 425,0 1 0,1 1 0,1 1-468,-1 1 0,2 2 0,-1-1 438,2 2 0,0 0 0,1 1-159,0 0 1,1 1-1,1-1 159,1 1 0,0 0 0,2 2-12,1-9 0,1 1 0,1 2 0,0-1 0,1 1 0,1-1 0,1 1 0,1 0 0,0-1 0,0 1 0,-1-1 0,1 1 0,1 0 0,0-2 0,0 1-18,4 4 0,1 0 0,0-2 0,1-2-60,1-1 0,1-3 0,1 0 89,1-1 1,1-1 0,0 0-30,0-1 0,1-1 0,1-1 0,0-1 0,0 0 0,0-1 0,1-1 0,0-1 0,0-1 0,9 9 0,1-1 0,1-2 0,1-2 38,-1-2 0,1-2-38,1-2 0,1-2 0,0-2 0,0-2 0,-2-3 0,0-1 183,1-1 0,0-2-183,-2-3 0,0-1 0,4-2 0,0-2 0,1-3 0,0-1 0,2-1 0,1-4 0,-4-3 0,2-2 0,-3-1 90,-7 3 1,-1 0 0,1-2-91,6-6 0,2-1 0,-4-1 0,-8 4 0,-2 1 0,0-2 0,0 0 0,0-1 0,-1-1 30,0-1 0,-1 0 0,-1-2 79,1 0 0,-2 0 0,0-2-79,0 0 0,-1-1 0,-1-1-181,-1-1 1,0 0-1,-1 0 151,0-1 0,-1-1 0,-1 0 110,0-1 1,-1 0 0,-1 0-111,0-1 0,0-1 0,-2 1 30,0-1 0,0 1 0,-2-1 0,0 0 0,-2 0 0,0 1-198,-1-1 0,-1 1 0,-1 0 168,-1 0 0,-1 0 0,-1 1 30,-2 0 0,0 1 0,-2-1-30,-1 1 0,-1 0 0,-1 1-139,-1 0 0,-1 1 0,-3 0 169,-2-3 0,-1 1 0,-3 0 25,0 2 0,-1 1 0,-4-1-55,4 8 0,-3-1 0,-2 1 0,0 0 0,1 2 0,1 2 0,1 1 0,-1 1 0,-1-1 0,-7-2 0,-3-1 0,0 2 0,2 3 154,1 3 0,0 3 0,1 1-154,-3 0 0,-1 0 0,0 3 0,0 0 0,0 2 0,-4 1 0,5 4 0,-3 0 0,-1 2 0,1 0 0,2 1-50,2-1 0,2 1 0,0 1 1,-2 1 13,-1 0 0,-2 1 0,-1 1 0,1 1 0,5 0 176,-4 3 0,4 1 0,-1 3-365,2 1 0,-2 3 0,1 1 1,2 0-229,0 2 1,2 0 0,0 2 114,2-1 1,-1 1 0,1 1 0,4 0-143,2 1 0,3 1 1,1-1 29,1 2 0,1 0 1,0 0-121,3 0 0,0 0 1,2 0-122,0 1 1,2-1 0,0 1 690,1-2 0,1 0 0,1 2 0,0 4 0,0 3 0,1-1 0,1 2 0,0-1 0,0 1 0</inkml:trace>
  <inkml:trace contextRef="#ctx0" brushRef="#br6" timeOffset="24106.35">22835 5265 24575,'0'0'0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6T15:11:27.4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2061 7057,'0'0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5:10:09.73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1036 156 9871,'6'4'1260,"-1"-1"-1080,-3 3-1,-1-2-89,0 2 90,0 0-90,-1 2 0,1 3 0,-1 3 90,1 2-3457,-2 19 3342,1-4-622,-1-3 1,-1 1 646,0 7-454,1-12 0,0-2 454,-1 7-438,1-2 348,0-4 2028,0-2-2028,-1 0 1224,1-3-1134,1-2 1055,0-2-1145,-1 2 767,1-4-767,-1 1 0,1-5 0,0-1 566,0-1-566,0-1 211,-3-8-211,2 1 0,-1-8-90,2 2 90,-1-2 0,1 0-90,0-3 90,1-1-90,0-3 90,0-1-90,2-8 0,0 5 90,0-4 0,-1 8-90,0 1 90,0 2 0,-1 2 0,1 1 0,0 1-90,-1 1 90,0-2 0,0 4-90,0-2 90,-1 4 0,1 0 0,1 0 0,-1 0 0,1 1 0,3-1 0,-2 1-90,4 1 90,-3 1 0,4 1 0,-2 0 0,1 0 0,0 1 0,-1-1 0,1 0 0,2-1 0,0-1 0,1 0 0,-1 0 0,3-3-90,2-1 90,0-1 0,-1 1 0,-5 1 0,-1 0 0,0 1 0,-1-1-90,-1 0 90,1-1 0,-1 1 0,0 0 0,-1-1 0,0 0 0,-1 0 0,-1 1 0,0-1 0,0 1 0,-1 0 0,1 0 0,-1 1 0,1 0 0,-1 0 0,0-1-90,0 2 90,0-2 0,1 9 0,0-1 0,1 8 0,-2 1 0,0 2 90,2 12-90,0-4-766,-1 8 766,1-8-90,-1 1 180,0-1-180,1 10 180,-1-8-90,1 4-312,-2-10 312,1-2 0,-1-1 0,0-1-90,0-1 90,0-2 651,0 0-831,0-2 337,-1-1-426,1 0-361,0-2-1259,0 1 1889,1-3 0,-1 0 0,0-2 0</inkml:trace>
  <inkml:trace contextRef="#ctx0" brushRef="#br0" timeOffset="504">1540 222 9602,'2'-8'179,"0"1"91,-1 3 270,0-2 0,-1 0 449,0-1-539,0 1-360,-4 8 0,0-1 90,-2 9-90,0 0-90,1 3 90,-1 2-1,1 2-534,0 4 445,0 1-154,1 1 154,0-1 90,2 0-90,1 9 90,1 2-90,2-1 0,1-4 0,0-11 0,1-2-90,1-1 90,0-2 0,0-2 0,1-1-90,1-2 612,-1-1-522,2-2 257,-1-2-257,1-1 0,-1-2 0,1-1 0,0-1 0,1-2 0,0-1 0,0-2 0,-1-2 0,0-2 0,-2-2 0,1-2 0,-3-2 0,0-1 0,-2-1 0,-1-1 0,-2 0-90,-5-16-1027,1 9 1117,-5-10 0,2 17 0,0 2 0,0 3 0,0 3 0,-1 1-90,1 1 90,0 3-90,1 1 0,-1 2 848,-2 2-1118,2 2 0,-2 2-90,4 2-179,-1 0-990,2 1-90,0 1 1709,1 0 0,1 4 0,1 0 0</inkml:trace>
  <inkml:trace contextRef="#ctx0" brushRef="#br0" timeOffset="1260">1945 205 10231,'1'-8'1349,"0"0"-899,-2 3-270,-3 3-90,-2 3 0,-1 3 0,-1 4-90,1-1 90,-3 7 0,1 0 0,-7 16-90,2 4-482,1 0 482,3 1 0,5-12 0,1 7 0,2-7-879,0 7 789,3-10 90,0-1-90,3-1 0,-1-2 0,2-1 0,0-2 520,1-1-610,1-2 90,1 0 0,3-1 0,-1-4 0,1 0 931,-3-4-841,0-1 0,0-1-90,0-2 90,1 0-90,-1-1 90,-1-1 0,0-1 0,-1 0-90,-1-1 90,0-1 0,-1-1 0,-1-1 0,-1 0 0,-1-1 0,-1 1 0,-1-1 0,-1 2 0,-1-1 0,-2 2 0,0-1 0,-1 2 0,0-1 0,0 2 0,0 0 0,-1-1-89,1 3 89,0-2 0,2 4 0,0-2 0,2 0 0,3-1 0,1 1 0,5 0 0,0 0 0,8-1 0,4-3 0,2 1 89,1 0-178,-6 3 89,-2 1 0,12 0 89,-11 2-89,6 3 0,-12 1 0,-1 3 0,-2 2 90,-1 3-90,-2 1 0,-1 2 90,-3 3-90,0 6-816,-2 2 906,-1 4-90,0-2 90,1-2-279,0-2 189,1-1 90,0-1 0,3 16-90,1-15-90,1 9 90,1-18-180,1-2-90,0-1-629,5-1-630,-2-4-1,4-1 1752,-2-4 0,6-4 0,3-2 1</inkml:trace>
  <inkml:trace contextRef="#ctx0" brushRef="#br0" timeOffset="3045">2848 26 8972,'7'2'180,"-2"0"-90,-5 4 90,0-1-90,-2 3 89,-1 0 1,0 3-90,-1 3 0,-3 5 90,0 5-90,-1 0 0,0 3-45,1-6 0,0 1-1116,-2 7 0,-2 5 1,1-2 1115,0 1 0,-1 0-15,2-3 0,-2 3 0,2-2-572,-3 5 1,1 1 601,0-3 0,-1 3 0,1-1-538,3-9 0,0-1 0,0 1 508,-2 7 0,-1 2 0,0-2 0,2-4 0,1 0 0,0-2 15,-2 5 0,1 0 0,-3 5 0,1 0-536,3-12 0,1-2 535,0 0 1,0 0 398,-1-2 1,1 0-354,-4 16 666,-1-5-756,5-8 90,0-3-90,2-5 1746,0 0-1656,0-2-90,-1 0 0,4-6 1437,-2-2-2426,1-5 599,-1-4-600,0-2 1041,1-2 1,2-4 0,1-1 0</inkml:trace>
  <inkml:trace contextRef="#ctx0" brushRef="#br0" timeOffset="4376">3086 290 11670,'-3'7'180,"0"2"-180,1 1 90,-1 2 0,-1 13-90,1-1-885,-2 10 885,2-5 0,0 1 90,0 8-90,0-7 0,0 4 235,1-10-145,1-5-90,0-2 0,1-2 0,-1-1 0,1-2 0,0-1 90,-1-2-90,1-1 0,0 0 740,0-2-650,0-2-90,0 1 0,1-16 90,0 6-90,2-18 0,-2 12-90,0-6 90,0 5 0,0-1 0,-1 1 0,1-2 90,0 2-90,0-2 0,1-3 0,0 3-90,2-7 90,-2 10 0,2-3 0,1 2 0,0 3 0,3-3-90,-2 6 90,2-1 0,-2 2 0,1 2 0,-1-1 0,1 2 0,0-1 0,0 1 0,0-1 0,1 1 0,0 0 0,2-1 0,-1-1 0,0 1 0,1-1 0,-1 0 0,0 0 0,1-1 0,0-1 0,0-1 0,0 0-90,-1 0 90,0-1 0,0-1 0,-1-1 0,-1 0 0,0 0 0,0-2 0,-1 0 0,0-1 0,-1 0 0,-2-1 0,1 0 0,-2 1 0,0 0 0,0 1 0,-1 1 0,0-3 0,-1 4-90,0-1 90,0 5 0,0-1 0,-4 14 0,2-3 0,-4 14 0,4-4 0,0 2 0,0 3 0,-1 1 0,0 16-1438,1-12 1438,0 12 0,1-5 0,0-8 0,0 5-18,2-9 18,1 4 0,-1-6 0,2 3-90,-1-9 0,-1-1 0,1-1 1345,-1-2-1525,1 0-68,0-3-112,0 0-1529,-1-1 1979,2-1 0,-2-2 0,1 0 0</inkml:trace>
  <inkml:trace contextRef="#ctx0" brushRef="#br0" timeOffset="6352">3551 291 9602,'1'-8'2068,"-1"16"-2068,0-2 90,-2 14 0,0-7-90,0 3 0,0 2 90,-1 2-90,1 0 90,-1 1-506,0 0 416,0 0 0,1 1 0,-1-2 90,1 0-90,0-1 0,0-2 0,1-1 0,0-2 0,-1 0 0,2-2-90,-1-2-90,0-1 0,0-1-89,0-1-91,0 0 0,0-2-2372,0-1 2732,0 1 0,0-3 0,1 0 0</inkml:trace>
  <inkml:trace contextRef="#ctx0" brushRef="#br0" timeOffset="6667">3551 361 9512,'0'-7'-90,"-1"0"180,0 2 89,0 0 181,0 0 180,0 1-180,-1-2 0,1 1-271,2 0 1,2 2 0,0 0-90,3 2 90,-1-1-90,1 0 90,1 1-90,2-1 0,0 0 90,1-1-90,1 0 90,6-1-180,1-1 90,-1 1-180,-2 0 0,-6 2-179,1 0 89,-3 1-360,1 0-179,-4 2-1080,-1 1 1889,-4 3 0,-3 2 0,-3 1 0</inkml:trace>
  <inkml:trace contextRef="#ctx0" brushRef="#br0" timeOffset="6885">3541 516 8702,'0'7'450,"1"-1"-180,2-3-180,1-1 89,1-1-89,1-1 0,1-1-90,1-1 90,2 0-90,2-1 90,0 0-90,1 0-90,-1-1 0,-1 1-90,-1 0-89,-1 1-91,-1 0-630,-1 1 990,-2 0 0,0 1 0,0 1 0</inkml:trace>
  <inkml:trace contextRef="#ctx0" brushRef="#br0" timeOffset="7084">3582 692 8522,'-3'6'360,"0"0"270,2-2-271,1 1-179,4-2-90,0 0 90,3-3-90,-1-1 0,3 0 0,1-1-90,2-1-90,3 0-180,1-1-180,1-1-719,0 0 90,0-1 1079,0 1 0,6-3 0,2 1 0</inkml:trace>
  <inkml:trace contextRef="#ctx0" brushRef="#br0" timeOffset="20942">809 1030 8702,'-9'1'180,"1"0"0,1-1 90,2 1-180,-3-1 90,4 0 269,-2 1-359,0-1 270,2 1 180,-3-1-450,16-1 0,-1 0 0,13-3-90,0 1 89,6-2 1,9-2-1907,4 0 1861,-17 2 1,0 1-45,1 0 0,0 0 0,1-1 0,1 1 45,0-1 0,0 1-45,1 0 0,0 0 45,1-1 0,0 1-986,1 0 0,-1 0 941,2 0 0,0 0 45,0 0 0,0 0-45,0 0 0,0 1 0,0-1 0,1 0-677,-1 0 1,0 1 676,0-1 0,0 0 0,-1 1 0,1-1 0,-1 1 0,-1-1 45,1 1 0,-1 0-45,-1 0 0,-1 0 0,0 0 0,0 1 0,-2-2 0,0 1 0,-2 1 0,-1 0 0,17-3 0,-4 1 0,-4 0-364,-4-1 364,-3 2 915,-6 0-825,-2 1 1562,-2 0-1652,-3 1 2018,0-1-2018,-2 1 702,0 0-612,-2 0 130,0 1-220,-1-1 90,-1 0-90,2 1 0,-1-1 0,1 0-540,3 1-359,-3 0-2378,3 0 3264,-6 1 0,0-1 0,-1 1 1</inkml:trace>
  <inkml:trace contextRef="#ctx0" brushRef="#br0" timeOffset="31050">693 1884 9691,'3'-7'-179,"0"1"269,-1 1-1,0 2 181,0-2-90,0 1 0,0 1 270,1-1-90,-1 0-91,0 0 631,1 0-810,-4 10 0,-2 2 0,-3 7-90,-4 4 0,2-5 90,-2 4-90,-2 1 0,3-5 0,-3 3 90,5-6-90,1-1 0,-1 0 0,1-2 0,1 0 0,1-2 0,0-1 0,1 0 0,2-1 0,-1 0 0,5-1 0,1 0 0,2-3 0,1-2 0,2 1 0,9 0 0,-4 1 0,4 3 0,-7 1 0,0 2 0,1 1-90,-1 2 90,-1 1-90,-1 1 0,-1 1 0,-1 0 0,-3 0 0,-1 1 0,-1-2 0,-3 3 90,1-1-90,-4 2 0,-1 0 90,-2 0-90,-2-1 90,0 0-90,-2-1 90,0-1-180,0 0-89,0-2-1,-1 0-630,-2-1-449,2-3 180,0 0 1169,4-5 0,-3-2 0,0-1 0</inkml:trace>
  <inkml:trace contextRef="#ctx0" brushRef="#br0" timeOffset="31327">695 1893 9961,'4'-8'270,"1"0"-90,-1 3-90,2-1 90,1-2-90,4 0 90,0 0-90,2-1 0,3-2 0,2 0 0,3-2-1,1 1 91,11-3-180,-2 1-90,-1 2-89,-7 4-271,-10 4-90,0 2-899,-1 0 1439,2 2 0,-1 2 0,4 0 0</inkml:trace>
  <inkml:trace contextRef="#ctx0" brushRef="#br0" timeOffset="31612">1201 1890 12120,'0'-9'720,"5"4"-630,3 7 0,4 3 0,-2 1-1,3 2 1,3 2-90,1 2 90,4 2-850,-1 2 760,1 1 0,0 1 0,0 0-90,0 1-302,-1-3 122,-2 1-180,-3-3-629,2 1-720,-7-5-270,1 1 2069,-6-7 0,-1 1 0,0-1 0</inkml:trace>
  <inkml:trace contextRef="#ctx0" brushRef="#br0" timeOffset="31820">1481 1910 10771,'-5'-9'90,"0"3"-90,0 0 90,0 2 0,0 2 0,0 0 0,-5 4 0,2 2-1,-4 5-89,4 1 90,-1 2-90,-2 5 0,1 2-429,-2 3 429,2 1-90,0 0 0,1 0-90,1 0-365,-1 1 185,0 0-180,0-2-809,1-2 180,1-2 1169,1-2 0,0 3 0,0 0 0</inkml:trace>
  <inkml:trace contextRef="#ctx0" brushRef="#br0" timeOffset="32309">1834 1803 10051,'5'-8'720,"-1"1"-450,0 1 0,-1 2 449,0 1-179,0-1-90,0 0 449,0 1-539,-3 11-270,-1-2 0,-4 9 0,0-3 90,-2 1-180,-3 4-408,-1 1 498,-2 3 0,0-2-90,2-1 90,1-2-90,2-3 0,2-1-112,1-2 112,1-1-90,1-1 90,1-1 0,2-1-90,1 0 582,3-2-582,1 0 118,3-1-28,1-1-90,2 0 90,1-1-90,2 0 90,1 1-90,0-1 90,2 1-90,0 0 90,2 1 0,2 2-90,13 4 90,-7-1-1505,5 4 1505,-14-4-90,-4-1 90,-2 1 0,-3 0 0,-2 0 0,-2 1-90,-3 0 1595,-2 0-1505,-3 2 0,-2 0 0,-5 3-409,-3 1 319,-3 1-90,-3-1 0,-1-1-90,0-2-90,1-1-89,1-3-811,-3-2-449,7-2-359,-3-1 2068,8-3 0,-4-4 0,0 0 0</inkml:trace>
  <inkml:trace contextRef="#ctx0" brushRef="#br0" timeOffset="32544">1946 1747 11311,'-6'-8'1978,"2"1"-1798,3 1 0,3 2 0,2-3 0,4 2 0,1 0-90,3-2 90,2 1-90,2-1 0,3-1-180,1 0-90,1-1-649,1 1 290,-2 1-181,0 0-2428,6 0 989,-7 2 1991,5-1 1,-2 2-1,0-2 1</inkml:trace>
  <inkml:trace contextRef="#ctx0" brushRef="#br0" timeOffset="32867">3119 1539 10861,'-7'-5'539,"1"0"-359,2 1 360,2 1-180,-2 0 270,2-1-451,4-1-89,0 2 90,8-2-90,-1 3-90,6-1 90,-1 2 0,2-1-180,2 0-90,0 0-180,2 0-89,-1-1-361,-2 1-1079,-1 0-629,-1 1 2518,-2 0 0,3 0 0,-2-1 0</inkml:trace>
  <inkml:trace contextRef="#ctx0" brushRef="#br0" timeOffset="33142">3229 1621 12210,'4'-6'989,"1"5"-899,-1 3-90,1 5 180,0 8-90,0 1-90,0 10 90,0 14-2184,-1-6 2094,-1-11 0,-1 0 90,1 11 408,0 0-633,-1-6 0,1 1-135,-1-8 0,1 0-225,0 8 1,0-2-136,1-2-1079,0-6-449,-2-9 2158,0-2 0,1 2 0,0 1 0</inkml:trace>
  <inkml:trace contextRef="#ctx0" brushRef="#br0" timeOffset="33344">3105 2146 10861,'12'-2'629,"-1"0"-269,6-2-270,-3 0 90,7-1 0,0-1-90,3 0-180,4-2-1689,2 0 1149,3-2-1009,-8 2 1,1 0 1539,-5 1 1,0-1-1,6-2 1,0 0 0,11-4-1</inkml:trace>
  <inkml:trace contextRef="#ctx0" brushRef="#br0" timeOffset="34009">3641 1802 12120,'-9'-5'1169,"1"1"-719,2 0-180,1 1 90,2 0 179,-1 1 181,1 0-540,0 4-90,1 1 0,1 5 90,1 0-90,0 2-90,0 3 90,-1 1 0,0 1-180,0 3 90,-1-1-90,0 3 0,0-1-90,-2 4 90,1-1 0,0-2 0,0-6 0,1-6-180,0-1 270,1-10-90,-1 1 90,3-8 0,0 2-90,0-2 90,1-2 0,0 0-90,0-2 90,1 1-180,2-6 91,0 7-91,1-4 0,-1 8-90,3-1-90,1 2 90,1 2 90,-1 3 0,-2 3 1,-1 1-1,1 1 0,0 0 0,-1 1 0,-1 0 90,1 1-180,0 2 180,-2-2 0,1 1 90,-2-3 0,0 0 0,-1 0 90,1 0 0,1-1-90,0-3 0,0-1 0,-1-2 90,0 0-90,1-1 0,0 0 0,0-1 0,0-1 0,0 1 0,1-1 0,2-2 90,-2 2-180,3-1 90,-3 2 0,0 2 0,0 0 0,0 3 0,0 0 0,1 4 0,-1 1 0,2 7 0,-2-1-90,0 5 90,-1-3 0,-1 1 0,1 0 0,-1-1 0,0 1 0,1 0 0,1 3-270,1-1 0,1-1-179,-1-5-181,-2-4-2158,5-2 2788,-2-1 0,9-1 0,-1-2 0</inkml:trace>
  <inkml:trace contextRef="#ctx0" brushRef="#br0" timeOffset="34625">4209 1816 10681,'-6'-7'1169,"1"0"-719,1 2 0,0 1-1,-1-1-89,0 1 360,-3-2-450,2 3 0,-3-1-91,2 3 1,-1 0 0,-1 1 0,0 1 0,-1 2-90,1 1 0,-1 1 0,1 2 0,1 1-180,0 1 90,1 0-90,1 0-90,1 0 0,2-1 0,1 0 0,1-1-90,1-1 91,0 0-91,4-1-90,-1-1-90,6 0 180,-2-2 90,5-1-179,2-4 179,-2 0 0,6-5 90,-7 2 180,3-1-90,-6 2 90,-1 0 0,-1 0-90,0 1 180,0-2-180,-1 2 180,0 1-90,-1 14-1,-3-1-89,-1 18 90,-2-2-976,-3 12 886,3-17 0,0 1 45,-2 14 0,1 2-654,0-9 1,1 1 608,-1 10 0,0-1 45,1-11 0,0 0 0,-2 12 0,1 0-45,1-11 0,0 0-734,-1 7 0,0-2 734,-1 7 90,1-7-90,0-5 0,0-5 774,-1-1-864,0-5 90,-1-4 1178,-1-5-1178,1-7 1889,-1-1-1979,-1-2 90,-8-6 0,-9-8 0,1-1-90,-2-5-513,10 6 693,0-2-90,3 2 0,-2-7 90,5 7-90,-1-4 0,6 7 0,2-2 90,1-7-90,3 3 0,3-8-180,3 4-691,4-2 421,2 0-989,-1 3 0,2 0-1079,7-11 2518,-5 10 0,0-2 0,0 1 0,1-1 0,1-2 0,-1 0 0</inkml:trace>
  <inkml:trace contextRef="#ctx0" brushRef="#br0" timeOffset="35742">4630 1617 11041,'5'-10'90,"-1"2"0,-3 2 539,2 1-359,-2-1 180,1 1-90,0-1-1,0 2-89,0 1-90,2 11-180,-1-1 90,1 14 0,-1-5-389,0 4 389,-1 0-90,1 1 0,0 1 90,-1-1-180,0 1 0,2 8 0,-3-8-587,2 5 677,-2-11-90,0-3 0,0 0 0,0-4 281,0 0-281,-1-2-90,0-1 90,-2-15 696,2 2-606,-3-13 0,3 3-684,-1-3 684,2-7 0,-1-4 0,1-4 0,-1-3 0,2 1 0,-1 10 0,0-1-45,0 0 0,1 1 45,-1 1 0,0 1 0,1-1 0,-1 3 0,1 4 0,1-2-90,0 9 90,0 6 0,4 3 594,-2 6-594,2 5 0,-2 1 0,1 4 0,0 2 0,1 1 0,5 11 0,-4-7-714,4 6 714,-4-11 0,-1-2 0,1-1 0,1 1 0,-1-5 0,1 0 0,-3-6 0,0-1 714,0-2-714,1-3 0,1-1 0,1-2 0,-1-1 90,1-3-90,0-1 0,0-2 0,0-1 0,0 0-90,-1 0 90,4-5 0,-4 6 0,1-2 0,-2 9 0,1 2 0,-1 4 0,2 3 0,-3 4 0,1 4 0,0 7-90,0 4-680,1 7 770,-1 2 0,0 3 0,1 1 0,0-1 0,-2-8 0,2 0 0,-1-1 0,0 0 0,1 0 0,0 0 0,1-1 0,-1-3 0,2 1-90,1 0-406,-1-7 226,-3-5-719,4 1-631,-5-7-179,3-1 1799,-3-3 0,3-5 0,2-1 0</inkml:trace>
  <inkml:trace contextRef="#ctx0" brushRef="#br0" timeOffset="36060">5315 1547 10501,'-5'-3'450,"-1"1"359,4-1-809,13 12 90,-4-3-90,14 14 0,-8-5 90,3 3-539,0 2 449,2-1 90,-1 1-90,0 0 0,0-1-90,5 4-90,-6-7 1,2 1-91,-9-9 20,-1-1-199,-2-2-181,0-1-629,-2-1 1259,0-2 0,-3 0 0,1-1 0</inkml:trace>
  <inkml:trace contextRef="#ctx0" brushRef="#br0" timeOffset="36242">5560 1711 9332,'-3'-13'180,"0"0"179,-2-2-89,1 3 0,-2-3 0,1 6 180,-2-1-181,1 3-89,-3 0 90,2 4-90,0 2 0,-2 2 0,0 3-90,-2 3 90,-2 5 0,-8 12 0,-2 8-180,2 1-500,3-1 320,8-9-180,2-2-90,1-1-179,1-3-990,2-2-450,2-2 2069,0-1 0,2 4 0,0 0 0</inkml:trace>
  <inkml:trace contextRef="#ctx0" brushRef="#br0" timeOffset="36550">5702 1552 11311,'1'-8'2068,"-1"-1"-1978,5 18 0,-2-5 0,4 13 0,0-5 0,0 1 0,4 5-513,0 0 423,3 4 90,1-1 0,7 9-180,4 1-700,-2-3 610,-2-6-360,-6-8 90,-5-6-179,2 1 390,-6-5-1470,0-1-450,-2-2 2159,0-1 0,-1-1 0,0-1 0</inkml:trace>
  <inkml:trace contextRef="#ctx0" brushRef="#br0" timeOffset="36717">5936 1635 10861,'-6'-13'270,"0"0"179,-1 0-269,0 4 90,-1-1 0,1 7-90,0 1 90,-2 3-90,-1 4 0,-4 6-1,-4 4-890,-2 7 801,0 2 0,-1 4-90,2-1-270,0 2-360,8-11 1,-1 0-1010,1 2 1,0-1 1310,-8 17 0,2-1 1,5-10-1</inkml:trace>
  <inkml:trace contextRef="#ctx0" brushRef="#br0" timeOffset="39659">1094 3183 10411,'-1'-10'1259,"1"1"-719,0 3 0,0 0 89,0 1 271,-1-1-271,1 0-89,-1 1-450,2 19 0,0 13-45,1-7 0,0 2-750,1 17 795,0-8-90,-1-10 0,-1 7-180,2-1 0,-2-2-360,-1-1-179,1-9 179,-2-1 0,2-3 1,-1-5 434,1-1-3172,0 0 3039,3-2 1,0-2-1,1-1 1</inkml:trace>
  <inkml:trace contextRef="#ctx0" brushRef="#br0" timeOffset="40125">1366 3213 11131,'3'-6'90,"0"-1"0,-1 2 179,0 0 271,-1 1 180,0-2-91,0 1 1,-1-2-180,-1 2 89,-1 0-359,-3 7-90,1 1 0,-2 8 0,2 1 0,0 3 90,0 2-180,1 3-159,-1 1 249,2 1 0,1 1-90,0 0 90,3 18-1155,0-15 1065,3 13 0,1-21-122,0-2 122,1-2 0,1-2 129,5 0-129,-4-6 0,5-1-90,1-7 90,-1-2-90,3-4 90,-2-3 810,0-3-810,0-2 0,-2-1-90,-1-2 90,-3 0 0,-2-1 0,-2 1 0,-2 0 0,-3-1-90,-2 2 90,-2-2 0,-1 2 0,-3-1 0,-3 3-90,0 1 226,-1 3-136,0 4 0,0 2 0,-1 3-90,0 2-90,1 3 271,-2 1-361,1 3-89,1 3-91,0 0-90,3 2-2737,-2 13 528,7-9 2749,-2 9 0,6-6 0,1 2 0</inkml:trace>
  <inkml:trace contextRef="#ctx0" brushRef="#br0" timeOffset="40766">2940 3089 11131,'-6'-7'1529,"3"-1"-1439,4 4 0,3-2 90,3 1-180,0 1 90,3-2-1,-1 3 1,0 1-90,1 1 0,0 1 90,0 1 0,5 4-90,-5 1 0,3 5 0,-7 1 90,-1 2-90,-2 2 0,-4 2 0,-6 18 0,-2-7-45,-1 0 0,-2 2-381,-4 4 426,5-11 0,1-1-1102,-4 6 1102,1-4 0,3-3-331,1-3 331,3-3 0,0-3 0,2-1 365,2-2-365,0-1 1106,2-2-1106,0 0 388,2-2-388,0-1 0,5-1 0,2-2 0,1 0 0,1-2 0,-2-1-180,5-4 1,-2 2-181,4-3 0,-5 1-90,2 0-90,0 0-1169,2-1-449,0 0 2158,1 0 0,7-3 0,0-1 0</inkml:trace>
  <inkml:trace contextRef="#ctx0" brushRef="#br0" timeOffset="41241">3394 3190 10951,'-1'-10'539,"0"1"91,0 0-270,0 3-90,-1-2 0,0 3 269,1 1-359,-2 0 180,0 2-180,-5 2 90,-2 6-180,-1 3 0,-2 4 0,2 3-1,1 3 1,-1 3-90,1 2 90,2 0 0,0 8-780,3-8 690,1 4-253,4-10 163,1-3 90,2 0 0,1-1-90,1-1 90,2-2 0,1-2 582,1-1-582,1-3 271,2-2-271,-1-2-89,2-2 89,0-2 0,2-1 0,0-3 0,2-4 0,7-7-841,-6 0 841,4-3 0,-11 5-69,-2 1 69,-3 0-90,0 0 180,-3 0-180,0-1 90,-3 0 0,-2 0 0,-2-1 0,-2 1 0,-3-3-302,-2 4 302,-4-2 0,0 5-89,-1 3-1,2 2-90,-1 2-90,1 4 268,-8 2-1528,-4 8-358,1 1-451,2 3 2339,10-2 0,0 3 0,-1 2 0</inkml:trace>
  <inkml:trace contextRef="#ctx0" brushRef="#br0" timeOffset="42608">4778 3007 9781,'7'-5'450,"0"0"-360,-4 3-90,1 0 0,0 0 90,0 0-90,1 0 0,1-1 0,0 1 90,1-1-90,0 1 0,1 0 0,5-1 0,-4 1 0,4-1 0,-5 1 90,1 1-90,0 1 0,-1 0 0,1 1 0,0 1 0,-1 2 0,-1 0 0,0 2 0,-2 1 0,0 0 0,-2 2 0,-2 0 0,-1 1 0,-2 1 90,-2-1-180,-2 3 180,-2-1-90,0 1 0,-3 0-90,2-3 180,-1 0-90,-2 2 0,3-4 0,-2 1 0,5-4 90,1 2-90,0-3 90,1 1-90,2-2 0,5-2 0,2 1 0,2-1 0,4 2 0,-3 0 0,2 2 0,1 2 0,-3 0 0,2 4 0,-3-3-90,-1 5 90,-3 0 0,-2 7 0,-3-6 0,-5 1 0,0-5 0,-7 6 0,3-5 0,-5 3-180,1-3 0,3-3-90,-3 0 0,6-3-269,1-1 539,0-1 0,2-4 0,-1 0 0</inkml:trace>
  <inkml:trace contextRef="#ctx0" brushRef="#br0" timeOffset="43084">5388 3071 9512,'2'-6'2158,"-1"-1"-1888,-4 2 0,0 1 0,-2 1 0,0 2-90,0 0 0,-1 1-1,-2 1 1,0 2-90,-1 2 90,-1 3-90,1 1 0,-2 3 0,0 3 0,1 1-544,-1 5 544,2 0-90,1 1 90,1-1-90,3-3 90,1 0-418,2 0 328,1-1-180,4 8 90,4 0-90,5 2-354,0-10 444,1-5 0,-3-6 505,4-4-504,-2-1 422,3-3-423,-2-2 0,-1-2 90,1-2 0,-1-2-90,-1-1 90,-1-2 0,-1-1 0,-1-1 0,-1-10 0,-2 5 0,-2-8 0,-4 7-643,-6-14 643,-1 9 0,-4-7 0,0 11-595,-10 1 595,4 6 0,-6 1-167,8 9-12,1 2-1,0 3-180,1 3-90,1 1 776,0 2-2035,2 1 296,2 1 1413,2 1 0,1 4 0,1 1 0</inkml:trace>
  <inkml:trace contextRef="#ctx0" brushRef="#br0" timeOffset="44011">6760 2964 10681,'3'-6'1349,"-1"-1"-90,0 3-1169,-7 19 0,2-6-90,-5 17 90,0-7-90,-1 1 90,-1 4-787,0 0 697,-1-1 0,1 0-89,0-2-1,-1 5 0,4-9 0,-2 4 0,5-10 0,0-2 0,1 0 0,0-3-90,2 0 697,2-2-607,4-7 90,0 0 0,3-5-90,0-2 90,-2 1 0,3-2 0,-2 2 0,-1 1 0,0 1-90,3-2 90,0 2 0,1 0 0,-1 2 0,-3 3-90,1 0 90,0 1-90,0-1 0,0 1 0,1 1 90,-1-1-90,1 0-90,6 0 180,-5-1 0,5 0-90,-8 0 90,1-1 0,-1-1 0,0 0 0,0-1 0,0 0 90,0-3 0,-1 2 0,0-2-90,-1 3 90,-1-1 0,0 2 0,0-1-90,-2 8 90,-2 6-90,-4 10 0,0 1 0,-1 2 0,2-4-375,1 2 375,1 0 0,0 1 0,1-1-90,1-1-145,1-1 145,0-2-90,1-1 0,0-1-89,1-2-91,1-2-90,0-2-989,0-1 1439,4-1 0,2-3 0,3 0 0</inkml:trace>
  <inkml:trace contextRef="#ctx0" brushRef="#br0" timeOffset="44443">7199 2970 10681,'3'-6'1709,"-2"-1"-1079,0 2-1,-2 1-359,-4 3-180,-1 3 90,-3 4-90,2 2 90,-1 2-90,-2 5-430,0 1 430,-2 5 90,-1 9-180,5-7-604,-2 6 694,7-11-180,0 0-14,1-2 14,2 1 0,1-2 0,1-1-180,3 4 90,1-6 90,2 2-90,0-7 489,0-2-399,1-2 533,6-3-533,-4-1 206,5-3-206,-4-2 0,6-5 90,-4-1-161,2-4 161,-6 2 0,-2-2 90,-2-1-90,-1-2 90,-2-1-90,-3-1-392,-1 1 392,-3-4 0,-2 1 0,-3-1 0,-1 3 0,-1 4 0,-1 3-403,-8 1 223,5 6-180,-4 0-191,6 6-168,0 3-1080,0 1-540,-1 2 2339,1 2 0,-5 5 0,0 1 0</inkml:trace>
  <inkml:trace contextRef="#ctx0" brushRef="#br0" timeOffset="45467">8683 2936 11041,'7'2'3276,"-2"0"-3044,-7 2-142,0 0 0,-5 3 0,0-1-1,-1 1 1,-2 2 0,-1 0 0,0 1-90,-1 1 90,1 0-90,0 0 0,0 1-90,3-2 90,0 0 0,2-1-90,0-2 90,2 0 0,1-1-90,2 0 90,1-1 0,2-1-90,3 0 90,0-2 0,2-1 0,1-1 0,1 0-89,0 0 89,6 0 0,-3 1 0,3 0 0,-4 0 0,-1 2-90,0 0 0,4 4 0,-5-2 0,3 4 0,-6-2 0,0 1-90,-1 4 90,-2-3 90,-1 3-90,-2-3 90,-2 0-90,-2-1 90,-1 2-90,-2-1 90,-7 5-90,2-5 0,-5 3 0,5-5-90,-1-2-89,0 0-91,0-2 0,2 0-1079,-4-3-90,5 0-270,-3-2 1799,7-1 0,-1-5 0,0-2 0</inkml:trace>
  <inkml:trace contextRef="#ctx0" brushRef="#br0" timeOffset="45717">8659 3013 11221,'0'-8'1169,"1"1"-899,0 2-90,1 1 0,1 1-1,1-1-89,2 0 90,1-1-90,2 0 0,1-1 0,3 0 0,0-1 0,2 0 0,4-2-90,0 1-270,13-5-629,-1 1 359,-1 1-2158,2-1 629,-14 6 1972,5 0 1,-3 1 0,1 0-1</inkml:trace>
  <inkml:trace contextRef="#ctx0" brushRef="#br0" timeOffset="46158">9256 2945 14099,'-9'-8'1709,"1"1"-1349,3 4 179,0 1-269,-1 2-90,0-1 0,-2 4 0,0 2 0,0 2 0,-2 2 0,-6 15 0,-1 3-848,1 3 668,4-3-262,7-11 262,1 0 0,2 1-90,1-3 0,2 1-90,1-2 0,2-1 737,1 0-737,2-2 13,6 0-103,-2-4 91,5 0-181,3-6 180,-4-1-90,14-7 90,-5-4 90,0-3-712,-2-3 712,-9 4-405,1-9 405,-5 4 90,-1-6-90,-5 7 90,-3 0 0,-2 0-90,-2-1 90,-8-11-90,1 9-664,-6-6 754,3 13 0,1 3 536,0 2-536,-6 1-90,-1 3 0,0 1 220,3 5-580,6 2-989,-5 4-630,7-2 127,-2 2 1942,7-3 0,2 1 0,1 0 0</inkml:trace>
  <inkml:trace contextRef="#ctx0" brushRef="#br0" timeOffset="46392">9801 2961 13110,'8'2'1259,"-2"0"-899,-1-1-3637,-2 0 2792,-8-2 0,-6-1 0,-10-1 0</inkml:trace>
  <inkml:trace contextRef="#ctx0" brushRef="#br0" timeOffset="84677">1109 4234 7892,'-7'-1'2789,"7"-4"-2699,0 3-90,6-3 0,-1 3 90,2-2-90,3 0 0,0-1 0,0 2 0,-3 2 90,-1 1-90,1 1 0,0 3 0,0 0 0,0 4 0,0 2 90,1 11-90,-4-3 0,1 9-337,-5-6 337,-3 5 0,-1 1 0,-3 3 0,-1-1-986,-2-1 986,-1-1 0,0-2-520,2-3 610,-2 0-90,1 1 0,1-6 0,2 1 0,3-10 286,0-1-286,2-1 960,0-1-960,2 1 597,3-3-687,0-1 180,3-1-90,0-2 0,1 0 0,1-1 0,1 0 0,1-2 0,1 1-90,-1-1-90,7-2 0,-5 2-360,7-3 90,-8 3-809,2-1 360,-5 2 899,-1 0 0,4-2 0,1 1 0</inkml:trace>
  <inkml:trace contextRef="#ctx0" brushRef="#br0" timeOffset="85152">1452 4347 9242,'-5'-6'270,"0"1"-91,2 2-89,-1 0 180,0 0-90,0 1-90,-1 1 0,0 1 0,0 2-90,0 2 90,0 1 0,-1 3-90,0 0 90,0 3-90,0 1 90,1 1-90,1-1 90,0 2-90,1 0 90,1 1-90,1 0 0,1-1 0,1 1 90,2-1-90,1-1 0,2-2 0,0-1 0,1-1 0,2-2 0,1-1-90,1-1 90,0-3 0,1-1 0,0-1 0,8-6 0,-4 0 0,7-6-90,-8 2 90,-1-2 0,-2-1 0,-2 1 90,-1-2-90,-2-1 90,-1 0-90,-3-1 90,-2-1-90,-2 1 90,-2-1-1,-3 0-89,-3-1 90,-6-3 0,0 6-90,-10-2 0,9 11 90,-6 3-90,6 4 0,0 3-180,-3 2-449,-5 6-1350,2 3 630,3-1 1349,7 0 0,4-2 0,1 2 0</inkml:trace>
  <inkml:trace contextRef="#ctx0" brushRef="#br0" timeOffset="87259">3017 4237 9602,'1'-9'0,"-1"0"89,0 4 91,0-2 0,0 2 0,0-1 0,0-1 0,0 2 180,1-1-270,-1-1 269,0 2-179,1-2 360,-2 2-540,-2 15 90,0-3-90,-3 16 90,-2 5-90,1-3 0,-3 8 90,3-9-90,-3 5 0,4-8 0,-2 2 90,3-8-90,1-3 0,0 0 0,1-2 0,0 0 0,1-3 0,0-1 0,1 0 0,0-2 0,6-5 0,-2 0 0,4-6 0,-3 3 0,1-4 0,1 2 0,3-3 0,-3 3 0,3-2 0,0 2-90,-1 1 0,3 0 0,-3 1 0,1 1-180,4-2 180,-3 0 0,4 0 0,-4 1-90,5-3 91,-1-1-1,-1 0 0,-1-2 90,-6 5-90,1-2 90,-1 1-90,1-3 90,-2 2 90,0-2-90,-3 4 0,0 0 90,0 0 0,0 1-90,-1 0 90,-2 13-90,0-2 0,-2 14 0,1-3 0,-1 15 0,0-6-3277,0 8 3072,2-11 25,0-2-90,1 0-360,2 4 91,-1-7-631,2 3 271,-1-10 899,1-1 0,4-2 0,1-1 0</inkml:trace>
  <inkml:trace contextRef="#ctx0" brushRef="#br0" timeOffset="87692">3498 4071 9691,'-3'-5'720,"-1"1"-270,-3 4-180,1 2-90,-4 1 89,2 3-89,-1 3 0,-1 2 0,-2 5-657,1 3 657,-2 4-324,2 2 234,1 2 0,1 0-704,1 2 704,2 0 0,1-3 0,3-1-90,2-2 89,4 6-178,2 1-109,2-1 18,2-6 188,-2-10-98,2-3 613,1-3-703,0-3 90,1-2 0,0-3 588,2-3-588,3-2 0,1-4-445,1-3 445,0-3 0,3-13 90,-6 4-90,2-10 90,-9 8 0,-2-3 0,-3 2 0,-3-2-939,-3 2 939,-2-2 0,-7-8 0,1 12 0,-4-5 90,2 16-90,-3 3-90,3 6 0,-10 8-539,2 16-91,1 3-16,4 7-344,9-7 1080,4-1 0,4 6 0,1 1 0</inkml:trace>
  <inkml:trace contextRef="#ctx0" brushRef="#br0" timeOffset="88449">4984 3967 9781,'0'-9'1350,"-1"2"-901,-3 4-269,-3 4-90,-1 2 90,-2 2-90,0 3 90,-3 3-90,-2 3 90,-8 13-90,5-4-3366,-3 9 3366,8-7 0,0 2-839,3 1 839,1 0-90,2 0 90,2-2-402,1-2 312,3-4 90,0-3-90,2-1 0,0-1 0,6 4 0,-2-6-90,5 3 90,-3-7 2776,3-3-2866,0-1 1136,1-3-1046,-1-1 515,6-4-515,-4-1 0,4-3-90,-5 1 90,-1-3 0,1 0 0,-2-2 0,-2 0 0,0-2 0,-3 1 90,-1 0-90,-2 0 0,-2 0 0,-1 1 0,-4 0 0,0 1 0,-2 3 0,-1 1 0,-1 2 0,-5 2-90,3 4 0,-3 2 0,3 2-180,1 2-90,1 1-180,1 1-269,1 1-720,1-1-90,3-1 1619,0-1 0,3 3 0,1 0 0</inkml:trace>
  <inkml:trace contextRef="#ctx0" brushRef="#br0" timeOffset="88919">5326 4089 10411,'1'-7'540,"-1"1"-1,0 1 1,-4-2-180,0 4-90,-2-3-90,2 5 90,-3 0-91,0 2 1,-1 1-90,-1 2 90,-1 2-90,-2 3 90,1 2-90,-1 4 0,0 2 0,-1 4 0,-1 12 0,5-7-773,-1 6 773,6-12-183,1 6-86,5 0 89,0-1-90,3-4 90,1-8 0,1-2-90,1-1 90,1-3 0,1 0-90,1-3 766,0-2-586,1-2 9,1-1-98,8-6-1,-4-2 90,7-6 0,-6 1-327,-2-3 327,0-1 0,-3-3 0,-1 0 0,-2-2 90,-3 1-90,-1 0 0,-4-8 0,-2 7-622,-3-10 622,-2 12-377,-3 0 377,-2 3 0,-1 3 90,-3 2-202,0 4 112,-1 4 0,-1 2 287,0 3-287,-1 1-89,-1 4-361,-7 6 0,7 0-270,-3 5-383,9-5 1103,1 4 0,2 1 0,0 4 0</inkml:trace>
  <inkml:trace contextRef="#ctx0" brushRef="#br0" timeOffset="91291">6801 3968 10501,'4'-6'810,"-1"0"-361,-2 2-269,-2-1-90,-2 1 0,-1 2 0,-2 1-90,-1 2 90,0 0 0,-5 2-90,2-1 90,-6 6-90,7-3 90,-3 3-90,3 4 0,3-3 90,0 9-90,6-6 0,2 4 0,4-4 0,7 6-90,8 5 90,2-3 0,4 2 0,-6-9 0,1-1-661,-1 0 661,0 0 0,7 3 0,-8-4-161,4 3 161,-11-7 0,-2 2 0,-1-2-89,-1 1 89,-2 0-90,0 2 90,-3-2 0,-1 2-90,-5-3 90,-1 1 655,-2-1-655,-3 0 76,-2 1-76,-3 0 0,-4 1-445,-2 0 445,-1-1 0,1-1 0,2-1 0,2-1 0,-1-1 0,3-2 90,0 0-90,1-1 90,-2-2-90,4-1 355,-1-3-265,5-1-90,2-9 0,2 2 90,3-10-791,3 1 701,1-4 0,2-3 90,2 0-943,0-1 853,1 1-906,-1-1 906,1 1 90,0 0-584,-2 3 584,0 1-1,-1-3 1,-2 9 0,-2-3-90,-4 8 619,0 2-619,-3-1 758,0 3-758,-3 0 1189,0 2-1189,-2 2 658,-1 2-658,-7 4-90,3 2-179,-4 4-1,6 1 0,0 3-180,2-1-179,1 2-1080,2 0-360,1-1 2069,3 1 0,1 4 0,3 1 0</inkml:trace>
  <inkml:trace contextRef="#ctx0" brushRef="#br0" timeOffset="91750">7239 3965 10591,'4'-7'270,"0"2"359,-3 0-269,-2 1-90,-1-2 90,-1 2-270,-2 2 90,1 2-90,-3 1 90,-1 5-90,0 0-1,-2 5 1,-1 7 0,2-2 0,0 7-403,3-6 403,2 0-90,1 1 90,2-1-90,1 0 0,3 1 0,4 6-90,-1-5 0,5 2-90,-1-8 90,2-2-89,1-3 24,0-1 65,1-2 0,0-2 0,1-2 0,0-3 0,0-1 90,4-4-90,1-2 1,0-2-510,0-3 599,-2 0 0,-2-1 60,-3 1-60,-3-1 90,-2 1-90,-1-2 0,-3-1 0,-1 0 90,-3-1-90,-5-3 0,-1-1 0,-6 0 61,-2 1 29,-4 3-90,-2 4 0,-13 2 0,0 7-980,-3 5 980,5 6-269,8 3 110,3 4-380,3-1-361,3 2-396,3 0-323,3-1 1619,3 0 0,1 5 0,1 2 0</inkml:trace>
  <inkml:trace contextRef="#ctx0" brushRef="#br0" timeOffset="92458">8462 3918 9961,'-1'-10'720,"1"1"-360,1 4-90,1 2-181,3 3 1,0 2 0,1 3 0,-2 0 0,2 4 0,-1 0 0,0 4-90,-1 0 90,-1 4 0,-1 2-90,0 2 90,0 14 0,-1-8-946,1 10 856,-2-14-90,1-1-522,1-1 432,-1 0-90,0-2-179,1-2-1620,3 1 540,-1-5 1529,2 1 0,3-6 0,2-1 0</inkml:trace>
  <inkml:trace contextRef="#ctx0" brushRef="#br0" timeOffset="92919">8866 3883 10501,'0'-9'1349,"-1"2"-989,-3 3-180,-3 4-90,1 2 90,-2 5-90,1 0 0,-2 3 0,0 2 0,-2 3 0,1 4-905,-1 2 815,2 2 90,0 1-90,2 1 90,1-1-90,2-1 90,1 5-90,2-7-278,1 3 188,2-9 0,1 0-90,1-3 0,6 3 878,-2-6-878,4 1 90,-2-7-90,6-3 90,-4-2 305,6-3-305,-5-2 0,5-7 90,-3-1-917,1-4 917,-5 1-467,-2-7 467,-4 5 0,0-8 0,-6 8 0,0-1 90,-4-3-90,-1 1 0,-3-3 0,-1 5 0,1 3 0,-1 3 0,-4 1 0,3 5 0,-3 3 0,4 5 778,-2 5-778,0 2-450,-8 11 91,6-3-271,-3 8-293,8-8 923,1 7 0,3 0 0,1 5 0</inkml:trace>
  <inkml:trace contextRef="#ctx0" brushRef="#br0" timeOffset="93475">9304 3996 10141,'-1'-10'630,"0"1"-180,-3 2-181,1 2 1,-2 0-90,1 2 90,0 0-90,-1 1 90,-3 0-90,1 2-90,-3 0 0,1 3 89,-3 4 1,-4 6-90,2 0 0,-1 3-90,6-3 90,1 1-90,0 1 90,2 0-90,0 0 90,2-1-90,1 0 0,1 1 0,2-2 90,3 6-90,1-6 90,3 4-90,0-7 0,1-1-90,1-1 90,7-1-90,3-3 0,1-2 90,-1-3-90,-3-2 0,10-6 90,-4 0-1286,7-5 1286,-9 1-90,-1-2 90,-1-1 0,2-11 0,-6 7-470,1-8 470,-9 9 0,-1 0 0,-3-2 0,-2 0-248,-2-5 248,-3 2 0,-7-11 0,-8 4 0,1 2 0,-3 11 0,6 10-90,1 5 90,-1 1-180,-1 4-89,-1 2-91,-3 2-270,0 3-2647,-9 9 2994,10-4 1,-8 8-1,11-5 1</inkml:trace>
  <inkml:trace contextRef="#ctx0" brushRef="#br0" timeOffset="97466">1161 5442 9871,'-6'-7'720,"3"-2"-630,4 5-90,2-2 90,0 3-90,0-1 90,2 1-90,0-2 0,1 0 0,2-1 0,0 0 90,1-1-90,0 2 0,1-1 90,0 1-90,0 0 0,-1 1 0,0 1 0,0 0 0,-1 0 0,0 2 0,-1 0 90,2 3-180,-3 0 180,2 3-90,-1 4 0,-4 0 0,1 4 0,-3-3 0,-1 1 0,-1 1 0,-2 1 0,0 0 0,-2 2 0,-1-1 0,-1 1 0,1-2 90,-1-1-90,0-1 0,0 0 0,1-3 0,-3 3 0,4-4 0,-2 2 90,3-4-1,1 0 1,0-2 90,0 1-90,8-5-90,-3 1 0,7-5 0,-3 1 0,2 2 0,-1-1 90,2 0-90,-3 3 0,0-1 0,0 3 0,1 2 0,-1 2 0,-1 1 0,3 7 0,-4-1 0,1 5 0,-4-5 0,-1 1 0,0-1 0,-2 2 0,-1 0 0,0 1 0,-3 1 0,0-1 0,-3 2 0,0-2 0,-2 1 0,-2 1 0,-1-2 90,0-1-90,1-4-90,5-5-90,-2 0 0,3-3-449,-2 1-1350,3-4 630,2-4 1349,1 0 0,4-6 0,1 0 0</inkml:trace>
  <inkml:trace contextRef="#ctx0" brushRef="#br0" timeOffset="97991">1614 5565 9781,'-7'-6'180,"2"1"-90,0 1 270,-1-1-180,0 1 90,-1 0-90,2 2 0,0-1-90,0 2 89,0 0-89,0 2 90,-1 1-90,-1 2-90,0 3 180,-3 8-90,0 7 90,0 10-90,3 4-90,3-6-680,3-2 769,2-8-89,1 0-167,1-2 167,1 0 0,1-2 0,2-1 0,0-3 90,1-2-90,1-2-90,1-2 759,0-2-669,0-2 179,1-1-179,1-2 0,-1-1 0,2-3 0,-1-1 0,1-2 0,0-1 0,0-1 0,-1-2 0,0-3 0,-1-2-305,0-3 305,-3 2 0,-2 0 0,-2-1 0,-1 1 0,-1-1 0,-3 0 90,0 1-90,-2-1 0,-2 0 0,0 1 90,-2 2-90,-1 1 0,-2 2 0,-1 1 90,-1 2-90,-1 3 0,-1 2 0,-8 2 0,-4 5 0,-3 2-735,1 5 645,7 1-90,2 1 186,4 0-366,2 1-269,3-2-1080,2 1-270,0-1 1979,3 0 0,-1 3 0,1 1 0</inkml:trace>
  <inkml:trace contextRef="#ctx0" brushRef="#br0" timeOffset="99333">3400 5421 10141,'-1'-9'1170,"0"2"-541,0 1-89,-1 3-270,-2 0-180,-3 4 90,-1 1-90,-3 4-90,1 2 89,-4 4 1,-1 2 0,-3 3-90,0 2-681,0 3 681,1 0 90,1 3-90,1-1 90,1 2-90,1 10 90,4-1-90,3-1 0,7 1 0,8-11 0,1-1-90,5-6 90,-3-9-90,7-1 0,-3-3 90,4-2-90,-6-4 90,0-1 0,1-2 0,0-2-90,-2-1 90,-1 0 0,1-6 0,-5 3 0,1-3 0,-5 4 0,-2 0 771,-2-1-771,-1 1-90,-2 0 90,-2 0 0,-1 1 0,-4 2 0,-7 2 0,3 2 0,-7 1 0,5 5-179,-7 4-1,5 2-90,-3 2-90,8 0-180,1-1-449,3 2 989,2-1 0,0 10 0,1 3 0</inkml:trace>
  <inkml:trace contextRef="#ctx0" brushRef="#br0" timeOffset="99803">3683 5536 10411,'-3'-7'270,"0"0"-90,-1 0 90,0 2-1,-1-1-89,-1 0 90,0 2 180,-3-2-270,2 2 0,-4 1 0,4 2 0,-2 2-90,0 2-1,0 3 91,-5 8 0,1 7-90,-2 10 0,6-4 0,4 1-90,4-10 90,3 11 0,1-9-90,3 7 0,3-9 0,1-3-90,2-1 0,1-3 90,1-3-90,1-1-90,0-3 180,1-3-90,0-2 0,1-2-416,2-4 416,1-1 90,0-4-90,5-10 0,-6 3 90,1-7-772,-9 6 862,-3 0-90,-3 1-170,-2-1 260,-3-1-90,-2-3 90,-11-12-989,1 7 989,-10-5-90,2 13 0,-3 4 0,-2 4 90,-1 3 31,1 4-121,1 4 0,-1 4 0,-10 11-180,8 2-180,-5 7-89,15-2-361,3 1-989,4-2-539,4 0 2338,3-2 0,3 5 0,1 1 0</inkml:trace>
  <inkml:trace contextRef="#ctx0" brushRef="#br0" timeOffset="101683">5174 5377 10501,'-3'-7'90,"0"2"0,-2 0 90,2 3-90,-2-1 90,1 2-90,0-1 0,-1 1 89,0 0-89,-1 0 0,0 0 0,-1 0-90,-2 1 90,0 1 0,-1 0 0,-5 4-90,2 0 90,-4 3-90,4 1 0,1 2 90,2 1-90,0 0 0,2 1 0,2 1 0,1-1 0,3-1 90,1 5-90,3-5 90,1 3-90,1-5 0,1-1 0,1 0 0,2-3 0,4 1 0,-1-3 0,8-3 0,-6-3 0,3-3 0,-3-1 0,-1-2 0,1 0 0,0-2 90,-1-1-90,0-1 0,-2 0 0,-1-1 0,1-4 0,-3 4 0,-1-2 90,-3 6-90,0 1 0,0 2 0,-1-1 0,-1 2 0,-2 22 0,-1-6 0,0 10 0,-1 1 0,0 3-975,-1 12 975,0-11 0,0 1 0,0-1 0,-1-3 0,-2 8 0,2-11-90,-3 5 90,2-11-527,0-1 527,0-1 0,-3 1 0,2-4 0,-2 1 0,3-5 829,0-2-1009,-1-1 493,1 0-583,-1-2 0,0 0-179,1-1-1,-1-2-989,1 0-90,1-1 1529,1 0 0,0-5 0,0-2 0</inkml:trace>
  <inkml:trace contextRef="#ctx0" brushRef="#br0" timeOffset="102127">5475 5436 10591,'3'-9'899,"-1"0"-269,-1 4-90,-2 0-90,0 0-271,-4 3 1,1 3-90,-3 2 90,1 4-90,-2 2 0,-1 3 90,-4 12-90,3-3-1761,-1 8 1761,4-8-331,2-1 241,2-1 90,2-1-90,1 0-129,2-1 129,2 0 0,0-2 0,5 3 0,0-8-90,3 2 0,-1-7 0,1-1 1755,0-4-1755,0-1 393,2-2-303,0-3 0,3-4-90,0-2 90,6-13 0,-8 5-45,-4 1 0,-1-2 45,-3-2-548,2-11 548,-8 12 0,-3-4 0,-2 0 0,-4-3 0,-3 2 0,-2 3 0,-2 1 0,-2 5 0,-3 3 0,1 4 0,-2 6-234,2 3 234,-3 4-90,-9 11-540,1 10 1,3 0-2340,9 11 900,13-15 1953,3 6 1,7-2 0,2 2 0</inkml:trace>
  <inkml:trace contextRef="#ctx0" brushRef="#br0" timeOffset="102557">6544 5182 10501,'-3'-7'1349,"0"2"-809,0 1 539,0 1-989,-1 4 0,2 2 0,-1 4 0,3 1 0,-1 1 0,0 3 0,0 1-90,0 2 180,1 11-180,-1-6-1107,0 9 1107,1-8 0,-1-1 90,1 2-360,2 6 90,-1-6-3097,2 2 2749,1-8-102,0-4-269,1-1-2378,3-1 3262,-1-4 0,7-2 0,-1-3 0</inkml:trace>
  <inkml:trace contextRef="#ctx0" brushRef="#br0" timeOffset="102983">6817 5134 11131,'-8'2'1349,"0"-1"-1169,10-4-90,3 1 0,4-3 0,3 3-90,-3 1 90,0 1-90,1 0 90,-1 2-90,0 0 89,0 2-89,-1 1 0,-2 2 90,0 1-90,-3 1 0,-2 3 0,-3 2 90,-3 4-90,-4 3-1111,-1 3 1111,-3 0 0,-6 13 0,4-10 0,-5 10 0,8-17 0,1 0 90,3-5-90,1-1 0,2-3 0,0 0 0,3-2 0,0-1 0,3 1 0,3-3 1111,2 2-1111,1-5 90,2 0-90,1-1 0,0 0 0,1-2 0,2 0 0,-1-1-90,2-1-90,0 0-179,0-1-91,0 0-270,1-1-1079,-1-1-629,1-1 2428,-1 1 0,5-3 0,1-1 0</inkml:trace>
  <inkml:trace contextRef="#ctx0" brushRef="#br0" timeOffset="103408">7251 5257 11670,'-6'-7'810,"1"1"-270,-2 0-271,2 1 1,-4-1 0,2 2 0,-1 2-90,0 1 0,0 2 0,-2 2-90,0 1 89,-2 3 1,-7 9-90,5-2-627,-5 8 627,8-5-90,2 0 90,2 1 0,2 0-90,1-1-90,2 0 0,1-1 0,2-1 0,1 0-90,3-2 1,1-1-1,1-2 627,2-1-537,2-2-90,-1-2 90,1-2 0,2-3-90,-1-1 180,1-2-90,1-2 0,4-7 0,-3 1 180,8-18-90,-15 12 90,2-18 0,-11 15-745,-5-8 745,-2 6 0,-5-1-90,-2 4 90,-2 2-90,-3 4 90,0 3-90,0 4 0,1 3 0,0 2-90,1 4-340,1 2-200,-3 3-629,2 2-2018,-3 7 2994,8-5 0,-1 8 1,6-5-1</inkml:trace>
  <inkml:trace contextRef="#ctx0" brushRef="#br0" timeOffset="104874">8691 5146 10771,'3'-6'270,"1"6"-180,-3 3-90,2 6 0,-1-2 0,-1 3 90,0 0-90,0 2 0,0 7 0,0-2 0,-1 5 90,0-5-90,0-1 0,0 0 0,0 6-90,1 2 0,0-3-90,0-2 0,0-8-450,1 2 91,0-5-631,0 2 271,0-6 899,1-1 0,4 1 0,1-2 0</inkml:trace>
  <inkml:trace contextRef="#ctx0" brushRef="#br0" timeOffset="105311">9089 5125 9422,'6'-9'359,"-2"2"181,-2 3 90,0-1 269,-1 1-539,-2-1-90,-2 3-180,-4 2 0,0 4 0,-2 2 0,0 0 0,1 2 0,-2 1 0,2 0-90,0 1 89,0 0-89,2-1 90,0 0-90,1-1 0,2 0 0,0-1 0,4 0 0,0 0 0,3-1-90,2 1 1,2-1-1,2 1 0,8 1 0,-4-3 0,4 2 90,-6-2-90,-1-1 90,-1 1-90,0 0 90,-1 0 0,-1 0-90,-2 0 90,-1 0 0,-1 0 0,-1 1-90,-2 2 90,-2-1 0,-2 2 0,0-2 0,-3 1 0,0 0-3277,-5 5 3162,1-4 115,-2 4-102,3-5-168,-1 1 0,1-2-180,0 0-269,1-2-811,-1 0 2349,1-2 0,4-1 0,0-1 0</inkml:trace>
  <inkml:trace contextRef="#ctx0" brushRef="#br0" timeOffset="105557">9094 5076 11041,'3'-8'629,"1"1"-449,1 3 0,1 0 90,7-3-180,0 1 90,15-9-90,-7 5-787,9-3 697,-6 3-180,1 1 0,-1 1-809,5-3-720,-7 4-450,3-1 2080,-10 5 0,5-2 0,0 0 0</inkml:trace>
  <inkml:trace contextRef="#ctx0" brushRef="#br0" timeOffset="105991">9676 5081 12300,'-8'3'810,"0"0"-631,2 0 271,-9 5-180,1 3-90,-7 5-90,4 1 90,0 0-833,1 3 743,0 1 90,1 2-90,2 0 0,-1 11-98,5-11 98,0 16-90,8-20-569,0 5 479,5-8 90,1-1-90,2-1-168,8 1 168,-1-7 0,5 1 0,-4-6 90,2-3-90,2-2 0,15-6 90,-10 0-813,11-6 813,-14 1 0,7-9 172,-10 3 8,5-15-90,-15 15-359,-2-6 359,-8 6 0,-3-2 179,-11-13-179,1 9-90,-8-7 716,3 15-716,0 3 90,0 2-326,1 4 236,3 3 925,2 2-1195,3 3 68,0 1-337,2 2 633,2 1-1443,1 0-1928,3 1 2977,3 2 0,7-1 0,3 1 1</inkml:trace>
  <inkml:trace contextRef="#ctx0" brushRef="#br0" timeOffset="106158">10186 5129 13199,'7'0'810,"1"1"-630,-4 0-90,1 1 90,-1 1-180,0 0-630,4 2-719,-2 0 90,3 1-450,-3-2-270,-1-2 1979,-1 0 0,-2-1 0,-1 0 0</inkml:trace>
  <inkml:trace contextRef="#ctx0" brushRef="#br0" timeOffset="107674">1270 6622 8702,'-6'-3'2519,"0"0"-1710,3-1 271,0 1 269,1-1-810,-1 1-359,-1 6-90,1 2 0,-1 6 90,-1 9-180,0 0-800,-3 10 890,0-2-90,0 0 90,-2 1-317,0-2 227,-5 11-90,4-11-728,-4 7 728,7-16-90,1-1 0,1-3-179,-1 0 179,3-5 799,0 2-799,2-5 139,0-2-679,1 1 1447,6-8-816,-3 2 89,5-6-90,-3 3 0,-1 0 90,2 1-90,-1-1 90,1 0-90,0 0 90,1 0 0,0 0-90,0 1 90,1 0 0,1-1-90,0 2 90,1-1-90,-1 1 0,0-1 90,1 0-90,0 0 0,0 1 90,0 0-90,0-1 0,0 0 90,-1 0-90,0 0 90,0 0-90,-2-1 90,1 1 0,1-3 0,-1-2 90,0-2 0,-4 1 0,0-3 0,-3 6 0,1-3 0,-1 2 90,0 3-180,-3 9 0,2 2 0,-4 10 0,2 5 0,-1 6 90,0 10-90,1-5 0,1-3 0,2-8-429,0-2 339,1-1-90,0-2-134,0-1-45,-1-2-1,1-1-360,0-3-719,0-2-180,2-1 1703,-1-2 0,4 0 1,1-1-1</inkml:trace>
  <inkml:trace contextRef="#ctx0" brushRef="#br0" timeOffset="108124">1579 6794 10321,'-4'-6'810,"-2"4"-630,1 3-1,-2 3 1,2 0 0,0 0 0,0 2 90,-2 3-180,1 0 90,-1 3-90,2-1 0,1 1 0,-1 1 0,0 7 0,1 4 0,1 0-893,2-2 892,1-6-104,2-2 15,0 1 0,2-1-90,0-1 0,6 2 0,-2-4-90,3 2 90,-1-8-90,1 0 90,1-3 802,-1-1-802,1-1 17,1-2-107,0-2 180,0 0-90,0-3 0,-1 0 90,0-3 0,-1-2 0,-2-1 0,-1-3 90,0-9 0,-4 5-585,0-8 585,-6 3-761,-1 1 761,-3-4 0,-3 1 0,-2 2-90,-2 1 90,-1 3 0,-2 1-90,2 4 90,-1 4-90,2 3 90,-6 4-90,4 5-90,-5 3-180,5 6-89,-1 4-271,1 5-1169,3 2-244,3 0 2043,4 1 0,3 5 0,1 2 0</inkml:trace>
  <inkml:trace contextRef="#ctx0" brushRef="#br0" timeOffset="109824">3596 6579 9242,'2'-6'1529,"-1"-2"-1349,-3 4-90,-3 1-90,-1 3 90,-2 0-90,1 2 0,0 0 0,0 0 0,-1 1 0,-1 1 0,0 0 0,-5 4 90,4-1-90,-3 3 0,5-2 0,0 0 0,2 1 0,0-1 0,2 1 90,0 0-90,2 1 0,0 0-90,2 6 180,1-3-90,3 3-90,1-2 180,10 6-90,-2-3 0,16 12-894,-9-13 894,7 6 0,-8-8 0,1-1-359,-1 1 359,-1-2 0,-2-1 0,4 4 0,-2-2 0,-1 1 0,-4-3 0,-7-4 0,0 0 859,-2-1-859,-1 0 394,-2-1-394,-4 4 0,-1-3 0,-3 2 0,0-4 0,-1 0 0,-1-2 0,-2 1 0,0-2 0,-1 0 0,0 0 0,0-1 0,-1-1 89,-3-4-89,-1-2 0,1-2 0,4-3 0,5 2 0,1-9 0,3 3 0,3-14 0,5 2 0,1-3 0,2 0-1249,0 9 1249,-1 2 0,0 2 90,-1 2-90,-1 1 90,0 1-90,-1 1 90,-1 1 0,-1 0 1159,-2 3-1249,-2-4 0,-2 4 90,-6-4-90,1 8 0,-4 0 0,3 5 0,-1 1 0,-2 1 90,0 3-180,-1 1 0,1 1-90,0 2 0,3 0-179,1 1-1,2 0-360,3 0-539,1 0 90,3-1 1169,1 0 0,4 3 0,3 1 0</inkml:trace>
  <inkml:trace contextRef="#ctx0" brushRef="#br0" timeOffset="110308">4039 6722 9961,'-5'-9'630,"0"2"-450,1 2 270,-3-2-1,-4-1-179,0 1-90,0 1 0,2 3 0,0 1 0,-1 2-90,0 2 90,1 1-90,0 3 0,0 3-1,0 2 1,0 3 0,3 1-90,0 2 90,1 2-90,2 0 90,0 1-90,2-1 0,1 1-270,4 5 180,0-5-89,3 3-1,0-9 0,1-1 90,2-1-270,4-1 270,-2-4-90,3-1 90,-4-5 0,0-2 0,1-1 0,1-3 0,0-2 90,-1-2-90,2-3 180,-2-1-180,0-3 180,-3 0-90,-2-1 90,-1-10-90,-4 7-498,0-9 498,-5 6 0,-2-2 90,-3-3-90,-10-8 0,3 10-777,-7-4 777,6 14 0,-3 3 0,2 4 0,-2 3 0,3 3-90,2 3 176,-7 7-2155,3 6 360,-1 1 1709,5 5 0,6 0 0,0 2 0</inkml:trace>
  <inkml:trace contextRef="#ctx0" brushRef="#br0" timeOffset="112091">5249 6561 9422,'6'-6'1439,"-1"0"-1079,-3 2-270,2 5-1,-1 2-89,2 5 90,-2 3-90,0-1 90,1 2-90,-2 1 0,1 3 0,0 1 90,-1 1-90,0 1 0,0 1 90,0 7-90,0-8 0,0 6 0,-1-10 0,0-1 90,0-1-90,-1-2 0,1 4-90,0-5 0,-1 2-90,1-5-89,-1-1-631,0-1-1888,1 1 2788,1-3 0,-1 0 0,0-2 0</inkml:trace>
  <inkml:trace contextRef="#ctx0" brushRef="#br0" timeOffset="112542">5515 6574 9871,'7'-8'450,"-2"2"-270,0 3 0,-1 0-90,1 0 0,1 0 90,0-1-90,1 0 0,2 0 0,1 0-1,2 0 1,-1 1-90,0-1 180,4 2-90,-3 1-90,2 0 0,-4 2 90,-2 2-90,0 1 90,-2 1-90,0 2 0,-3 2 0,-1 1 90,-3 3-90,-3 2 0,-2 4 0,-2 3 90,-3 3-1186,-1 0 1096,0-1 0,0-1 0,0-1 0,1-2 0,1-3 0,0 2 0,3-2 90,-1 3-90,4-8 0,2-2 0,3-4 90,3-2 1006,0 0-1096,7-3 0,-3-1 90,2-2-180,5-3 90,-3 2-270,10-6-449,-2 0 89,0 0-899,-2 0-90,-4 3 1619,-2-1 0,6-2 0,0 1 0</inkml:trace>
  <inkml:trace contextRef="#ctx0" brushRef="#br0" timeOffset="113000">6021 6565 10321,'-3'-6'360,"0"0"-180,1 1 90,-1 1 359,0 0-269,-2-1-90,2 1 270,-3-1-91,-2 4-269,2 1 0,-5 3 0,3 3 0,-2 4-90,-2 3 0,-1 4-855,-1 4 855,0 1 0,3 2 0,0 1 0,2 2 0,3-3-592,1 0 592,2-3-90,1-2 90,4 7-90,0-8 0,3 6-90,2-10 0,0-2 90,2-1-90,0-3 0,2-2 0,1-2 809,1-1-809,0-3 638,1-1-638,1-3 90,1-1 0,1-4-616,1-3 616,1-3-90,6-10 90,-8 4-904,4-9 904,-11 7 0,-2 1-90,-2 0 90,-2 2-81,-3-1 81,-5-10 0,-9-3-1062,0-1 1062,-7 5 0,3 12 326,0 5-326,-7 1 0,-3 8 739,1 2-1189,-6 10 91,12 2-716,-5 5 355,10-2-1169,1 1 609,4-1 1280,3-1 0,1 5 0,1 0 0</inkml:trace>
  <inkml:trace contextRef="#ctx0" brushRef="#br0" timeOffset="113566">6809 6493 10951,'-2'-9'-270,"-1"1"360,1 1 0,0 2 270,1-1-181,-1 0 91,1 0 90,0-1 90,-1 2 0,1 1 269,-1-1-629,1 11 180,0 7-180,0 16 0,0-8 0,1 0-2116,0 18 2071,-1-17 0,1 0-45,1 10 90,-1 1-90,2-2-721,-1-2 721,1-3-436,0-4 256,0-2-180,0-2 73,1-2-163,0-1 1579,0-3-1849,0-1-223,0-2-1486,1-2 2547,1-1 0,3-1 0,2 0 0</inkml:trace>
  <inkml:trace contextRef="#ctx0" brushRef="#br0" timeOffset="114042">7122 6447 11311,'4'-7'1529,"-9"13"-1349,1-1-90,-9 11 89,5-4-89,-1 2 0,-1 3 0,-2 2 0,0 4 0,0 1-625,2 1 625,1 0 0,0 11 0,3-11-90,1 8 0,3-15-90,2 0 0,0-2 0,2 0-180,3 4 90,0-6 0,3 4 0,-1-9-90,5 1 91,-3-4 89,4-1 535,-4-4-535,-1-1 0,1-2 0,1 0 0,-2-2 0,5-5 90,-2-3 0,0-1 0,-3-1 0,-5 4 90,-1 0-90,-1-1 90,-2 1-90,0 0 0,-2 1 90,-2-1-90,0 1 0,-2 1 0,-1 1 90,-2 2-90,1 2 0,-1 1 0,1 2 0,-1 1-90,1 1 0,1 1-180,1 1-179,1 0-271,2 0 720,1-1 0,5 2 0,1-1 0</inkml:trace>
  <inkml:trace contextRef="#ctx0" brushRef="#br0" timeOffset="114503">7446 6531 11131,'-3'-8'809,"1"1"-539,0 2 90,-1 1-90,0 1 89,-1 0-89,0 0-90,-2 1 90,0 1-90,-1 2 0,-1 1-90,-2 1 90,-1 3-90,-1 2 179,-4 9-179,4 0-603,-1 5 603,4 0-90,2-2 0,2 9-90,3-9-90,2 6-179,5-2 89,1-6-270,8 9-119,-3-14 389,5 3-270,1-8 360,-3-3-90,3-1 90,-4-4 579,-1-3-489,2-2-90,-1-1 91,0-3-1,0-1 0,0-3 90,6-10 0,-5 2-2163,3-7 2253,-8 6 0,-3 2 319,-3 1-230,-4-12-89,-4 7 0,-4-11-666,-2 12 665,-2 1 1,-4 2-90,-2 4 90,-2 3-184,-1 3 94,1 4 90,0 3-90,-6 6 0,5 3-360,-8 9-90,13-3-179,0 4 1104,9-3-2454,3-1 1979,3-1 0,2 5 0,2 0 0</inkml:trace>
  <inkml:trace contextRef="#ctx0" brushRef="#br0" timeOffset="115108">8413 6467 10681,'2'-7'719,"0"-1"-629,1 6 90,1-2-90,0 1 90,1-1-90,2-1 0,0 1 90,1 0-90,0-1 0,2 0 0,2 1 0,0 0 0,1 0-90,0 1 90,1 1 0,-1-1-90,0 2 90,-1 0-90,5 3 90,0 4-1,1 7-89,-6 1 0,-6 2 0,-6-2 0,-2 1-377,-5 4 377,-1 2 0,-8 6 0,-1 0 0,-2 4-504,2-4 1,0-2 503,4-6-90,-2 10 90,6-12-90,-1 6 90,8-14-90,8 5 90,-1-8-89,13 5 89,-2-10 0,3-1 0,-1-2-90,-3-1 90,1-1 0,1 0 0,1-1-90,-1-1 249,0 0-429,-1 1-90,1-1-90,-1 0-359,0 0-631,0-1-179,0 1 1619,0 0 0,6-3 0,2-1 0</inkml:trace>
  <inkml:trace contextRef="#ctx0" brushRef="#br0" timeOffset="115610">9249 6432 10411,'-7'-7'180,"1"2"0,1 1-90,-1 1 90,0 1 0,-1-1-1,0 2 1,-2 0 0,0 2 0,-2 1 0,-1 1-90,-2 2 90,-3 3-558,-2 2 467,-1 4 1,1 0 0,1 3 0,2 1 0,-2 9 0,5-3-1211,-1 4 1210,6-8-89,2-2-746,3-1 746,0-1 0,4-1 0,0-1 289,2-1-379,2-2 0,1-1 0,2-1 1075,1-1-985,2-3 793,0-1-883,1-2 0,0-1 90,1-2-90,1-1 90,0-2 0,0-1 0,0-2-90,0-2 90,0 0 0,-2-1 0,-1-1 0,-2-1 0,0-2 0,-3 0 0,-2 0 0,-2 0 90,-1 0-90,-2 0 0,-2-2 0,-3 1 90,-3-3-90,-2 3 0,-4-3-452,0 4 452,-2 1 0,1 4 0,1 4 0,3 4 0,0 1-360,-2 7 0,3 0-269,0 4-991,6-1-268,2 1 1888,2 0 0,2 7 0,1 1 0</inkml:trace>
  <inkml:trace contextRef="#ctx0" brushRef="#br0" timeOffset="116102">9614 6513 11041,'-4'-7'270,"-1"1"-91,1 1 91,1 1 270,-2 0-360,-1 3 0,-1-1 0,-1 3-90,2 2 90,-1 1-1,-4 6-89,1-1 0,-3 5 0,4-1-265,0 1 175,-1 3 90,2 1 0,-2 8-90,4-6 90,0 4-90,5-3 0,0-6 0,3 3-90,3-2 90,1-4-90,4 2 0,-1-6 90,1-2-90,1-3 90,0-1-90,-1-1 355,2-2-265,0-1-90,1-1 90,0-3 0,1 0 0,0-3-90,1-3 90,1-1-837,-1-4 837,1 0 90,-2-2-90,-3 0 0,-2-1 0,-4 1 90,0 0-90,-4 0 90,0 0-638,-4-3 548,-2 1 90,-3-3-90,-3 4 0,-3 1 90,-3 2-90,-5 6 0,-1 2 0,-2 5 0,-2 3 90,0 5-180,0 2 0,0 4-138,3 1-581,-9 11-1,10-4-295,-3 4 1105,11-3 0,4-1 0,0 4 0</inkml:trace>
  <inkml:trace contextRef="#ctx0" brushRef="#br0" timeOffset="116316">9911 6573 12030,'8'0'0,"0"2"0,-5-1 0,0 0 0,-2-1 0</inkml:trace>
  <inkml:trace contextRef="#ctx0" brushRef="#br0" timeOffset="118327">1214 7720 8612,'-1'-9'1079,"0"0"-539,1 3 540,-1 1-991,-3 8-89,2 0 0,-2 8 90,2-1-90,-1 2 0,-1 2 90,0 1-90,-1 2 0,0 0 90,0 0-90,1 1 0,-1-1 0,1 0 0,0-2 0,0-1 90,1 0-90,1-2-90,0-1 90,0-1 0,0-2-90,1 0 90,0-1-90,1-1 90,0-1 0,1-1 0,1-1-90,2-1 90,0-1 0,1-1 0,0-1 0,2 1-89,0-2 89,0 0 0,2 0 0,0-1 0,1-1 0,0 0-90,1 1 90,-1 1 0,3 0 0,-2 1 0,2 2 0,-5 0 0,3 4 0,-3 0 0,2 3 0,-5-1-90,0 1 90,-2 1 0,0 5 90,-2-3-90,-1 5 0,-1-5-90,-1 1 180,-1 1-180,-5 6 90,1-4 0,-4 4 0,2-6 0,1-1-90,-2-1 0,1-1-270,-4 1 180,4-3-90,-3 0-539,0-3-271,4-2 361,-1 0 719,3-2 0,1-2 0,0-1 0</inkml:trace>
  <inkml:trace contextRef="#ctx0" brushRef="#br0" timeOffset="118641">1250 7813 9332,'0'-8'719,"1"0"-629,0 4 0,1 1 90,3-3-90,-1 2 0,5-5 0,1 1 0,0-2-90,2 1 90,-4 2-90,6-3-90,1-1 0,0 0-450,3-1-1079,-4 5 630,-2 0 989,-1 2 0,-2 2 0,2 0 0</inkml:trace>
  <inkml:trace contextRef="#ctx0" brushRef="#br0" timeOffset="119208">1777 7731 9242,'-2'-7'1259,"0"1"-719,0 2 89,0 0-539,-3 7-90,1 1 90,-2 8 0,2-1-90,-1 3 90,0 3-90,-2 3-545,2 1 635,-3 4-90,4-2 0,0 0 90,2-2-90,1-1 0,2-1 90,0 0-90,2 0 0,1-1 0,2 0 0,0-3 0,2 0-90,0-3 90,2-2 0,0-2-90,1-2 0,6-3 90,-4-2 0,6-2-90,-5-3 90,1-2 280,3-4-280,-1-1 0,8-10 0,-7 4-1027,3-8 1117,-8 5-90,-3 1 0,-4-1 0,-1 1 0,-4 1 0,-1-2-443,-2 1 533,-3-5-90,-1 0 0,-4-3 90,-1 3-90,-2 1 0,-1 3 90,-2 1-90,1 4 0,0 4 229,1 3-229,-1 3 0,0 4 0,-4 4 552,0 3-642,-4 6-180,3 2-90,1 4-360,3 1-2518,1 9 3238,6-6 0,3 11 0,5-7 0</inkml:trace>
  <inkml:trace contextRef="#ctx0" brushRef="#br0" timeOffset="119857">3493 7812 9871,'1'-8'90,"0"0"90,0 2 0,-1 1 270,1-2-90,0 1 449,0 1-719,1 7 0,-2 2 0,2 8 0,-5 8 0,1-2-90,-3 11 90,2-6-90,-1 5 90,1-4-90,0 10-180,1-11 0,1 6-180,1-12-90,2-1-359,0-1-630,2-1-180,0-2 1619,2-1 0,2 1 0,0 1 0</inkml:trace>
  <inkml:trace contextRef="#ctx0" brushRef="#br0" timeOffset="120319">3795 7783 10231,'-2'-8'630,"0"1"-91,-1 3-359,-3 6-90,1-1 90,-3 5 0,3-1-90,-2 4 0,0 0 0,-1 3 0,1 0 0,0 3 0,0 0 0,1 2-90,1 0 90,0 1 0,0 7 0,3-6-90,0 5 0,2-9 0,1 0 0,2-2-90,3 4 90,-1-7 0,4 3-90,-2-8 0,1-2 0,1-1 90,1-2-90,1-2 0,1-3 90,1-1-90,0-2 90,4-7-90,-4 3 90,4-14 0,-9 9 0,1-6 0,-6 7 0,-2-2 0,-1 1 0,-8-15 90,0 8-794,-6-10 704,3 15 0,-9-3 90,5 10-90,-4-3 0,6 10 0,0 4 0,0 2 0,0 2-90,1 4 0,0 2-540,-4 9 180,6-3-359,-1 6-1275,8 0 2084,2-5 0,3 10 0,3-5 0</inkml:trace>
  <inkml:trace contextRef="#ctx0" brushRef="#br0" timeOffset="120800">4121 7842 10861,'-3'-8'809,"1"0"-539,0 4 0,0 0 0,-1 1 0,-1-1-90,-1 2 179,-3 0-179,0 3 0,-3 2-90,1 2 0,-1 2 0,-1 2 0,1 1 0,1 3 90,-4 10-90,5-6-311,-2 9 311,8-11-90,0 1 90,3 3-90,5 2 0,0-3 0,5-1-90,-2-8 0,7 0 0,-4-3 221,4-2-221,-4-3 90,1-1-90,0-2 0,1-2 90,1-2-90,1-1 90,1-4-90,-2-1 90,0-1-90,-2-1 90,-2 0 0,1-9-90,-5-5 90,0 0 0,-7-1 0,-2 7 0,-4-2-737,-3-1 647,-2 2 90,-3 3 0,-1 3 0,-2 3-314,-1 4 314,1 3-90,-5 6 0,5 3-89,-4 4-181,4 4-810,-5 9-2107,4 4 3084,1 0 1,7 2-1,4-7 1</inkml:trace>
  <inkml:trace contextRef="#ctx0" brushRef="#br0" timeOffset="121810">5356 7653 9961,'2'-7'-270,"1"1"360,-2 1 180,1 0-90,0 1 180,-1-2 90,1 2-1,0-1 1,-1 0 0,1 0 0,-1 0-1,1 1 91,-1 0-90,1-1-180,-1 1-270,1 8 90,-1 1-90,0 5 0,0 0 0,-2 0 90,1 1-90,0 2 0,0 1 0,-1 9 0,0-5-407,0 8 407,0-6 0,1 0 0,-1 1 0,1 0 0,-1-1 0,0-1-90,1 0 0,-1-2-36,1-1-54,0-2-270,1 4 270,0-5-89,0 3-91,0-6 0,1-2-90,0-1 226,0-2-1575,2-1 1808,1-1 0,3-4 1,3-1-1</inkml:trace>
  <inkml:trace contextRef="#ctx0" brushRef="#br0" timeOffset="122499">5736 7550 10591,'3'-7'450,"-1"0"269,-1 2 91,0-1-720,-5 8 0,0 0 0,-3 9 90,-3 6-90,2-3-364,-3 8 364,3-7-90,0 1 0,1 0 90,-1 3-90,3-4 90,-1 1-90,3-3 0,2-5 0,1 1 90,1-3-90,3-3 273,0 0-273,2-1 0,0-1 0,2-1 0,0 0 0,1-1 0,0 1 0,0-1 0,1 2 0,-1-1 0,1 1 0,-1 0 0,1 2 0,-1 1-90,0 1 90,-1 1-90,0 1 0,-1 2 90,-2-1-89,0 1 89,-1 0 0,-1 1-90,-2-1 90,-3 6-90,-3-2 90,-1 4 0,-3-4 0,-8 6-90,4-6 90,-6 5-180,8-8 0,0-2-90,1-2-90,0-1-90,1-1-269,1-1-810,1-2-90,0-1 1619,1-1 0,-2-5 0,0-1 0</inkml:trace>
  <inkml:trace contextRef="#ctx0" brushRef="#br0" timeOffset="122726">5711 7618 10411,'-5'-6'1619,"2"1"-1439,4 0 0,2 1-90,4-1 90,1 1-90,2 0 0,1-2 0,2-1-90,2 0 0,1-1-90,-1 1-270,1-1-180,-1 0-269,-1-1-900,0 2-180,-1 1 1889,-2 0 0,5-1 0,-1-1 0</inkml:trace>
  <inkml:trace contextRef="#ctx0" brushRef="#br0" timeOffset="123142">6244 7527 12030,'-11'1'810,"0"0"-630,4 2-1,-2 1 181,-7 7-180,1 0-90,-3 5 90,3 1 0,-3 9-1242,6-4 1152,-2 7 0,8-10 185,1-1-185,1 2-180,2 5 0,1-5 90,2 2-270,7 1 180,-1-9 90,5 4-90,-2-13-90,4-1 180,-2-4 787,4-1-787,-3-3-90,0-2 90,-1-1 0,0-3-3277,-1-1 3072,-1-2 205,-2-1-84,-2-2 84,-2 0 0,-1-1 0,-3 0 0,-2-1 0,-1 0-181,-3-3 181,-2 0 0,-4 0 0,-1 5 0,-1 2 0,-1 4 0,0 3 0,-1 3 0,0 2-90,0 2-180,0 3-90,0 3-179,1 1-541,2 3-629,2 2-270,1 1 1979,3-1 0,0 4 0,1 0 0</inkml:trace>
  <inkml:trace contextRef="#ctx0" brushRef="#br0" timeOffset="123774">6701 7590 10141,'8'-6'180,"-1"-1"-90,-2 3 90,1 0-90,1-1 90,2 0-90,1 0 90,2-1-90,3 0 179,0 0-774,9-2 595,-6 1 0,6 1 0,-8 2 0,4 1 0,-5 3-90,4 0 89,-7 4-89,-1 2 0,-2 1 90,-2 3-90,-2 2 506,-2 2-416,-4 11-90,-3-2-1377,-2 8 1377,-3-5-1007,-6 9 1007,3-9 0,-3 5 0,4-13 0,2-2 0,2-4 0,0 0 0,1-2 1221,2-2-1221,0 0 1163,2-2-1163,1 0 0,1-2 0,1 0 0,2-1 0,2-2 0,1-1 0,6-2-90,-1 0 90,5-2 90,-3-1-90,1 1 0,1-2 0,-1 1 0,1-1-90,-1-1-180,6-1-539,0-1-91,0 2-449,-4-1 90,-6 4 1259,0-2 0,3-1 0,3-2 0</inkml:trace>
  <inkml:trace contextRef="#ctx0" brushRef="#br0" timeOffset="124216">7371 7536 10141,'-9'-4'630,"-3"0"-450,4 1 0,-2 2 0,3 1-1,-1 1-89,0 1 0,-2 1 0,2 2 0,-1 3 0,0 1 90,-3 8-180,4-1-229,-1 5 319,4-4-90,1-1 0,0 1 0,2-2 0,1 1-180,2 4 90,1-5 0,1 2 90,2-6-90,1-2 0,1-2 90,0-2 319,1-1-409,2-2 90,-1 0 0,2-3-90,5-2 90,-3-1 0,2-3 0,-3-1 0,-2-1 0,1-1 0,-1-1 90,-2-1-90,-2-1 90,-1 1 0,-2-2 0,-1-8 90,-5-3-180,0 1 0,-4 1 90,0 8-90,-6-4 90,3 7-90,-3-1 0,5 8 0,0 3-90,-1 2-90,2 2-180,-1 2 1,1 2-451,0 2-629,1 1-90,0 2 1529,3-1 0,1 6 0,0 0 0</inkml:trace>
  <inkml:trace contextRef="#ctx0" brushRef="#br0" timeOffset="124690">7685 7531 12210,'-7'-7'630,"0"2"-450,1 4-1,0 2 91,-2 0 0,-9 8-180,6-3 0,-7 8 0,8-4 90,0 9-180,3-4 90,0 5-90,5-5 0,2 6 0,1-5-90,1 4 90,1-7-90,4 4 90,1-6-90,2 3-90,5-6 180,-5-2-180,10-1 180,-9-4-90,6-1 90,-5-3-90,8-5 0,-5 1 90,5-4 0,-7 2 0,2-8-90,-5 3 90,2-6 0,-7 4 0,-1 0 0,-2 0 0,-2-1 0,-3 1 0,-5-8 0,-2 5 0,-11-5 0,5 11-290,-5 3 290,6 7 90,1 3-215,0 2 35,0 3-90,0 2-90,1 1-270,0 1-179,1 1-990,2 1-540,2-1 2249,1 0 0,0 3 0,0 1 0</inkml:trace>
  <inkml:trace contextRef="#ctx0" brushRef="#br0" timeOffset="125616">8742 7376 10501,'-5'-8'1799,"0"1"-1439,4 2-270,2 0 0,1 0 0,2 1 0,0 1 0,1 0-90,1 0 89,2 0 1,7-2 0,-2 1-90,10-1 90,-8 3-90,4 1 90,-2 4-90,-3 3 0,2 9 0,-8-2 0,-2 5-90,-6-2 90,-2 1 0,-3 5 0,-2 3 0,-3 2-422,-1 0 332,-2-1-809,1 0 899,-1-2 0,1 0 0,1-3-41,0-3 41,3-3-90,-2 1 90,5-5 0,-2 2 0,5-6-90,0-1 90,2-1 381,2 0-381,1-2 934,1 0-934,1-2 47,1-1-47,1 0 0,2-1-89,1-1 89,1-1 0,1 1-180,0-2 90,1 1-90,2-1-180,0-1 0,0 0-90,1 0-179,-1 0-900,1-1 1529,5-2 0,0-2 0,5-2 0</inkml:trace>
  <inkml:trace contextRef="#ctx0" brushRef="#br0" timeOffset="126132">9243 7373 10411,'2'-8'0,"0"1"90,0 1 90,0 0 0,-1 1 359,0 0-359,0-1 360,-1 2 90,0-4-91,0 4-449,-7 4 0,2 2 90,-8 13-90,4-3-90,-2 5 90,2-3-90,-3 9-90,0 0-478,2 0 478,2-3 0,5-9 0,1-1 0,1-2 90,1 0-89,2-1-1,0-2 0,2-1 568,2-2-568,1 0 0,5-1 90,-2 0-90,4-2 90,-3 1 0,-1 1-90,1 0 90,-1 0 0,0 2 0,-2-1 0,1 2-90,-3 1 90,0 0 0,-1 5 0,-3 0 0,-1 3-90,-3-3 90,-1 1 0,-2 0 0,-2 1 0,-1-1 0,-3 2 0,-2 0 0,-9 6 0,5-6-571,-5 3 571,10-8-90,0 0-90,1-3-450,-2 2 91,4-4-2738,-1 0 3219,3-4 0,3-1 0,0-1 1</inkml:trace>
  <inkml:trace contextRef="#ctx0" brushRef="#br0" timeOffset="126365">9184 7398 11041,'4'-6'539,"1"1"-359,-1 2 90,1 0 90,5-4-180,-1 1 90,9-4-90,-5 3-90,5-2-90,-5 2 0,2 0-270,-1 1-270,1 1-449,0-1-720,-1 0-360,1 0 2069,0 0 0,8-2 0,2 1 0</inkml:trace>
  <inkml:trace contextRef="#ctx0" brushRef="#br0" timeOffset="126799">9816 7292 13559,'-7'-6'1080,"0"1"-900,0 5-1,1 1 1,-2 2-90,2 0 90,0 2-90,0 2 0,-1 1 0,0 2 0,1 0 0,0 3-90,-3 6 0,2-3 0,-2 4-90,5-7 90,-1 0-90,1-2 0,1 0-90,0 2 90,2-4-90,2 5-90,3-5 91,4 2 89,0-3-180,6 0 180,-5-4 0,4 1 0,-3-1-90,-1 0 90,1 2 0,-1-2 0,-1 3 0,1-1 90,-2 1-90,1 2 0,0 4 0,-3 0 90,0 2 0,-5-2 0,-2 0 0,-4 4-472,-3 1 472,-3 3 0,-3 0-727,-2-1 727,-3 0-154,0-2 244,-10 6-90,7-7-550,-5 2 370,12-9-90,4-3 314,1-1-3321,2-2 3012,2-4 1,1-3-1,4-2 1</inkml:trace>
  <inkml:trace contextRef="#ctx0" brushRef="#br0" timeOffset="127025">9757 7370 12480,'-6'-8'1799,"3"1"-1709,7 3 90,1 0-90,4 1 0,0 0-180,2 0-630,8-3-179,-3 0-687,6-1-213,-7 0-539,0 2 2338,-2-1 0,5-3 0,0-1 0</inkml:trace>
  <inkml:trace contextRef="#ctx0" brushRef="#br0" timeOffset="132766">348 2578 8072,'6'-2'90,"1"0"-90,-1 0 90,1 0-90,0 0 90,3 0 0,-2-1 0,7-1-90,2-2 90,0 1-90,1 0 0,-3 0 90,0 1-90,7-1-719,0 0 809,5 0-981,2-1 891,3 0 0,5 0 45,-16 3 0,0 0-650,2-1 0,0 1 605,2-1 0,0 0 0,1 0 0,1 0 45,1 0 0,0 0-45,0 0 0,1-1 0,1 0 0,3 0 0,-2 0 45,3 0 0,1-1-865,-2 1 1,2-1 0,-2 1 819,3 0 0,-2 0 0,0 0 0,1-1 1,-2 2 1,1-2 28,-3 2 0,2-1 0,-2 0-575,4 0 0,0 0 545,-3 1 0,0-1 0,-1 0 0,1 1 0,-2 0 141,0 0 1,0 0-142,0 1 0,-1-1 0,0 1 0,0 0 456,-2 0 1,1 0-457,-1 0 0,0 0 0,-1 1 0,0 0 0,0 0 0,-1-1 45,0 1 0,0 0-45,0 0 0,0 0-76,-2 0 1,1 0 75,6 1 0,1 0 0,1-1 0,0 1 0,-2 1 0,1-1 0,7 0 0,0 0 0,-16 0 0,0 1 478,7-2 0,0 1-478,10 0 0,-1-1 0,0 1 0,-1-1 0,0 0 256,0 0-256,-11 1 0,0 0 0,14-2 0,-14 2 0,0-1 0,10-1 664,0 1-664,1-1 0,-1 0 0,1 0 0,-1 1 0,0-1 0,1 1-271,-1-1 271,5 0 90,-3 0-90,2-1 0,-2 1 0,-1 0-69,1 1 159,-1-2-90,-1 2-90,1-1 317,-2 0-227,0 0 0,-1 0 18,0 0 72,0 0-90,1 0 0,-1 0 0,0 1 0,-1-2 0,1 2 0,-11 0 0,2-1 0,11 0-55,-11 1 0,-1-1 55,10 0 0,0-1 210,1 1-210,0-1 0,-2 0 0,0 1 15,-1 0-15,-1-1 0,-1 2 143,0-3-143,0 2 0,9-2 0,-10 3 0,8-3 0,-11 2 0,2-1 0,0 1 0,1-1 0,-1 0 90,1 0-90,-8 1 0,0 0 0,12-1 141,-12 0 1,0 1-142,8 0 0,1-1 1023,0 1-1023,-1-1 0,1 0-826,-1 0 916,-3 2 501,8-2-591,-1 1 0,-1-1 389,-3 1-389,-9 2 0,-1-1 13,0 1-13,7-1 0,0 0 0,0 0 853,-5 1-853,-6 0 0,-1-1 0,-1 1 795,1-1-795,0 2 0,-1-2 0,1 1 249,-1 0-249,0 1 0,7-2 0,0 1 0,0-1 0,-2 1 0,-4 0 90,-1 1-90,1-1 0,0 0 0,0 0 0,0 1 0,-1 0 0,0-1 0,-1 1 0,-1-1 0,0 1 0,-1 0 0,0-1 90,-1 1-90,2-1 0,0 0 0,-1 0 0,-1 0 0,-3 0-180,1 0 91,0 1-361,1 0-810,-1-1 1260,-2 2 0,1-2 0,0 1 0</inkml:trace>
  <inkml:trace contextRef="#ctx0" brushRef="#br0" timeOffset="137599">8092 418 8432,'6'-3'1349,"0"0"-1079,-3 0-90,1 1 180,-2-1-180,1 0 0,-1-1 90,-2-1-180,0-1-1,-3 0-89,0 2 90,-1 0-90,1 2 0,-1 0 90,-1 0-90,-1 0 0,0 1 0,-1 0 90,1 2-90,0-1 0,0 2 0,0 0 0,0 1 0,0 2 0,0 0 0,0 1 0,0 1 0,0 7 0,2-2 0,0 4 0,2-3 0,2 0 0,2 0 0,0 1 0,2 0 90,4 6-90,2-1 0,1 1 0,4-3 0,-5-7 0,3 0 0,-4-5 0,0-2 0,0 0 0,-1-1 0,0-2 0,-1 1 0,1-2 0,-1-1 90,2-2-90,-2-1 0,4-4 0,-3-2 0,0 1 0,-2-3 0,0 1 0,-3 1 0,2-2 0,-2 4 0,0 1 0,0 0 0,-1 2 0,0 2-90,-1-1 90,2 2 0,1 8 0,0 0 0,0 8 0,-3 0 0,0 2 0,0 3 0,-1 2 0,0 2-875,-1 5 875,0 2 0,0 3-90,0-2 0,-1 6 90,1-11 0,-1 5-90,0-11 90,1-2 0,0-2 0,-2-1 0,1-2 0,-2 2 0,-2 0 0,1-2 0,-2-3 785,1-4-785,-4-1 0,2-2 0,-4 0 0,4-3 90,-7-2-180,4-2 180,-5-1-180,6 0 90,0-1 90,0 0-180,1-1 90,1 0 0,1-1-89,2 1-1,1-1-180,2 0 0,1 0-270,2 0-809,3-1 90,0 0 1259,2 1 0,5-4 0,1-1 0</inkml:trace>
  <inkml:trace contextRef="#ctx0" brushRef="#br0" timeOffset="137990">8635 688 11131,'-1'2'629,"0"1"-539,0 15-90,1-2 90,-3 7 0,1 6-90,-1 4-1949,-1 2 1949,0 2 45,1-11 0,1 1-45,-2 14 45,1-7 0,0 0 45,1 5-90,0-14 0,0-2-119,0 6 209,0-4-180,0-4-89,1-4-271,0 3-540,1-4-539,0-1-180,2-7 1709,0-5 0,-1-1 0,1-2 0</inkml:trace>
  <inkml:trace contextRef="#ctx0" brushRef="#br0" timeOffset="138341">8671 658 10051,'-3'-8'180,"1"2"-90,2 0 0,1 1-90,1 1 90,5-1-90,-1 3 90,3 0-90,0 0 90,0 2-90,5 1 0,2 1 90,-1 1-90,1 4 90,-8-1-90,2 3 0,-3 3 0,-3-1 0,-2 7 0,-3-7 90,-3 5-90,-1-4 0,-5 5 0,0-4 0,-3 4 0,1-7 0,-4 4 0,4-5 0,-4 2-180,7-5 0,1-1-90,0-1-1529,-1-1 1799,3-1 0,-1-3 0,3-2 0</inkml:trace>
  <inkml:trace contextRef="#ctx0" brushRef="#br0" timeOffset="138683">8958 428 9512,'1'-7'179,"-1"0"91,0 1 0,1-1 180,-1 3 180,0-3 269,0 1-809,-1 14 0,-1-2 0,0 16 0,-1-5 0,0 7-90,1 1-176,-2 5 221,2-7 0,0 0-776,-1 12 731,1-12 0,0 0 0,0 6-140,3 8 50,0-2 90,3-2-180,0-4 91,0-14-181,2-1 328,-1-3-418,2-1 822,0-3-822,1-1 77,1-3-1156,0 0-180,1-3 1619,-1-1 0,4-4 0,1-2 0</inkml:trace>
  <inkml:trace contextRef="#ctx0" brushRef="#br0" timeOffset="138891">9034 627 9422,'-9'0'629,"18"-3"-539,-3 1-90,16-4-90,-8 2-359,1-1-721,1 1 271,5-3 722,1 1 0,8-6 0,3 0 0</inkml:trace>
  <inkml:trace contextRef="#ctx0" brushRef="#br0" timeOffset="139942">10057 375 8972,'-7'-7'630,"1"2"-91,2 0-89,2 3 180,-1-2-91,0 1-449,-1 6 0,2 1 0,-1 7 0,2 1 0,-2 3-90,0 6 90,-1 3-906,-1 5 816,0 0 90,0 1-90,1 1 90,0-2-90,0 1 0,0-1 90,1-4-90,0-2 0,0 2 90,1-7-90,-2 6 89,2-12-89,0 1 0,0-5 0,1-3-89,-1-1 89,-2-5 906,3-2-996,-2-5 90,3 0 0,0-3 0,1-1 0,0-2 0,1-1 0,0 0-90,1-1 90,0 1 0,2-6 0,-2 6 0,3-3 0,-2 7-90,2 0 90,0 1 0,5-1 0,4 0 0,0 1 0,1 3 0,-5 3 0,2 1 0,0-1 0,0 1-90,6-1 90,1 0 0,-1 0 0,-2 0 0,-6 0 90,-1 1-90,1-2 0,-2 0 0,0-1 0,-1 0 0,-1-2 0,-1-1 0,0 0 0,-1-1 0,-1 0 0,-1 0 0,-1-1 0,0 1 0,-1-4 0,1 1 0,-1-3-90,0 3 90,-3 18 0,0 1 0,-2 17 0,0-1-481,0 3 481,0 5-981,1 0 981,-1 1 0,2 0 0,0-1 0,0-1 0,1-3-368,2-2 368,-1-3 0,2-2 0,-1-1-180,0-2-180,2 3 90,0-6 325,1 1-594,0-7-5,0-2-1075,1-1 1726,0-2 1,4-3-1,1-1 1</inkml:trace>
  <inkml:trace contextRef="#ctx0" brushRef="#br0" timeOffset="140402">10551 416 10681,'-8'10'540,"0"-1"-361,3-2 1,-2 2 0,0 2-90,0 1 90,-3 4 0,-2 11-90,1-3 0,-2 8 90,4-2-90,2-6-90,1 5 90,4-2 0,2-7-987,1 7 987,1-10-90,2 1 90,1-3-90,5 3 89,-2-5-89,3-1 0,-1-5 90,1-3-90,0-1 0,2-3 0,0-1 0,1-3 90,1-1-90,3-4 419,-1-2-419,2-3 0,-2-2 0,-2-2 0,-1-2 0,-4 1 0,-2-1 0,-3 0 0,-2 0 0,-3-1 0,-1-4 0,-5 0 0,-8-13 0,-8 2 0,0 3 0,-1 8 0,7 13 0,2 4 0,2 3-90,0 2-90,1 3 0,0 1 0,-1 3-180,1 1 479,0 1-569,2 1-269,1 0-810,2 1-180,1 1 1709,3-1 0,0 3 0,1 1 0</inkml:trace>
  <inkml:trace contextRef="#ctx0" brushRef="#br0" timeOffset="141107">10919 470 10411,'3'-7'1169,"-1"1"-449,0 2-180,-4-2-270,-1 3-181,-4 5 1,1 2 0,-3 5 0,2 1 90,-4 9-90,2-3-411,-2 6 411,4-5-90,2 0 89,0 2-89,1 0 0,0 1 0,2-3 0,1 6-89,1-6-1,2 4 90,0-8-90,2-1-90,2 0 0,3 1 90,-1-4 0,3 1 0,-2-6 0,4-1 0,-3-2 322,3-2-232,-3-2-90,-1 0 90,-1-1-90,3-5 90,-4 2-90,3-8 0,-6 1 90,-1-1 0,-4 0 0,-3 6-90,0 0 90,-1 1 0,-4-3 0,2 4-90,-3-2 90,5 5 0,-1-1 0,3 3 0,5-1 0,0 1 0,6-1 0,-1 1 0,2 0 0,5-2 0,-1 1 0,3-2 0,-4 2 0,1-1 0,-1 1 0,0-1 0,-1 2 0,0 0 0,-2 0 0,-1 0 0,-1 2 0,0 0 0,-1 1 0,0 3 0,-2 0 0,0 6 0,-2 5 0,-1 2 0,-3 13 0,-1-5-497,-1 8 497,-1 8 0,2-10 0,-1 6-678,3-15 678,0-2 0,1-1-52,0-2 52,1 0 0,0-1 0,1-1 0,0-1 0,1-2-90,0 0 460,0-3-640,1-1 709,0-1-888,1-2-123,1-1-867,-1-1 0,1-2 1439,0 0 0,5-4 0,1-1 0</inkml:trace>
  <inkml:trace contextRef="#ctx0" brushRef="#br0" timeOffset="143107">11832 547 9602,'-8'-1'989,"15"0"-899,5-1-90,9 1 0,-2-1 0,-5 1 0,2 1 0,1-2 90,0 1-90,2 0 0,8-2 0,-7 2 0,8-1 0,-9 0-629,0 1 629,2-1 90,-4 1-90,2-1 0,-3 1 0,6-1 0,-6 1 0,3-2 205,-8 2-205,-1 0 0,-1 0 104,-1 0-104,-1 0-90,-1-1-449,1 1 588,-1-1-1668,-1 0 1619,-1 0 0,-2 1 0,-1 0 0</inkml:trace>
  <inkml:trace contextRef="#ctx0" brushRef="#br0" timeOffset="143582">12168 410 8612,'8'-3'90,"-1"2"-90,-1 2 90,2 0-90,0 2 0,1 0 90,2 0-90,6 4 0,-2-2 90,12 6-90,-10-4 0,5 2 90,1 0-90,-8-3 0,10 3 0,-12-5 0,2 2 0,-6-3 0,-2 0 90,0-1 0,0 0 90,0 1 0,-2-1 359,1 1-449,-8-1-90,0 0 90,-7 2-90,1 0 90,-2 1 0,-11 7-90,4 0-573,-9 4 573,7-1-90,1 0 0,2-1-281,3-1-79,1-1-809,3-2 359,1 0 900,2-1 0,0 2 0,0 1 0</inkml:trace>
  <inkml:trace contextRef="#ctx0" brushRef="#br0" timeOffset="145482">13232 281 9152,'1'-8'1169,"0"0"-539,-2 2 269,-1 1-359,0-1 180,0 3-271,-1-1-269,-3 3-90,1 2 0,-3 3 0,1 2 90,-5 8-180,1-2-350,-4 8 440,4-2-90,0 4 90,0 1 0,2 2-90,2 1 0,1 1 90,3 0-90,1 2 0,3 0 0,3 3 0,1-1-956,3 0 866,0-1 0,1 0 0,1-2-135,1-1 45,4 8 0,-3-10-487,3 5 667,-6-13-90,-1-4 365,-3-1-275,0-2 828,1 1-918,-3-2 236,1 0-236,-3-4 769,-2 2-679,0-2 0,-2 0-90,-2-1 90,1-1 0,-1 0 0,0-1-90,-1 0 1,0 0-91,0-2-90,-1 0 0,1 0-90,-1-1-180,0-1 1,0-1-1080,1 0-180,1-2 1799,1-1 0,-1-7 0,1-1 0</inkml:trace>
  <inkml:trace contextRef="#ctx0" brushRef="#br0" timeOffset="145691">13159 697 9961,'-4'-7'720,"1"1"-720,3 0 90,1 2-90,4-1 90,2 1-90,1 0 90,3-1-90,2 0 90,2 0-90,4-3-90,0 2-90,0-2-180,-1 2-270,-3-1-629,0 2 270,-3 0 989,0 1 0,3-2 0,0 0 0</inkml:trace>
  <inkml:trace contextRef="#ctx0" brushRef="#br0" timeOffset="145965">13555 562 11580,'2'9'270,"1"-1"-180,-2-2-90,0 1 90,1 2 0,-1 0-90,-1 1 0,1 0 90,0 1-90,1 1-90,-1 3 0,1-3-180,0 3-90,0-6-179,-1 0-271,1-2-539,-1-1 180,1-1 1169,0-1 0,1 0 0,-1-2 0</inkml:trace>
  <inkml:trace contextRef="#ctx0" brushRef="#br0" timeOffset="146232">13590 369 9961,'-1'-9'1080,"0"1"-541,0 3-179,0-2 180,0 2-1979,0 0 719,2 12-989,-1-5 1709,2 10 0,-1-10 0,-1 0 0</inkml:trace>
  <inkml:trace contextRef="#ctx0" brushRef="#br0" timeOffset="147000">13694 594 11580,'-4'4'1799,"0"-2"-1709,4 10 0,-1-5-90,1 2 0,-1 0 0,0 1-90,0 0-90,0 4 90,1-4 1,-1 3-91,1-6 0,-1 0 90,1-1-180,0-1-360,0 0 630,4-6-90,-1-1 0,6-8 0,-4 0 90,2-2 0,-1 1-90,3-5 90,1-2-89,-1 2 89,0 2-90,-1 2 90,-2 5 0,2 0 0,-3 6 0,-1 2-90,1 1 90,-2 2 0,1 1 0,0 5 0,0-1 0,1 7 0,-2-6-90,0 3 90,0-4 0,0 0 0,0-1 0,1 1 0,-1-2 0,2 2 0,-1-5 0,-1-2 0,2 0 0,0-1 0,3-2 0,-2-1 0,3-1 0,-2-3 0,0 1 0,1-3 0,3-3 0,-2 0 0,2-3 0,-2 2 0,1-5 0,0-2 0,-1 2 0,-2 3 0,-3 6 0,0 2 0,-2 0 0,1 2 90,1 6-90,-2 2 0,0 5 0,-2 0 0,-1 7 0,1-3 90,0 6-90,0-6 0,1-1 0,1 0 0,-1 0 0,1-1 0,1-1 0,0-2 0,1 0-90,-1-2 0,2-1-90,0-2-90,0 0-90,0-2-90,0-1-809,0-1 270,1-1 989,-2 0 0,4-5 0,-1-1 0</inkml:trace>
  <inkml:trace contextRef="#ctx0" brushRef="#br0" timeOffset="147282">14022 264 10411,'-7'-7'1529,"1"1"-1079,3 3 180,-1 0-361,1 0-628,0 6-1,1 1-360,0 3-89,2 0-1440,0-2 2249,0 1 0,0-3 0,0 0 0</inkml:trace>
  <inkml:trace contextRef="#ctx0" brushRef="#br0" timeOffset="147602">14184 250 10051,'0'-6'810,"0"-1"-91,0 3-449,1-4 180,0 4 270,0-2-630,2 8 89,0 0-89,1 8 90,-1 11-90,-3-2-834,0 13 834,-2-5-90,-2 5 90,-1-1-90,1 0 0,-1-2-90,0 8-90,1-11 0,1 2-338,1-10 248,2-3 0,1 0-89,0-2-91,1-2-90,1-1-1169,1-3 453,1-1 1256,0-1 0,6-2 0,1-1 0</inkml:trace>
  <inkml:trace contextRef="#ctx0" brushRef="#br0" timeOffset="147841">14258 383 10051,'6'1'540,"-4"-1"-450,15-2-90,-5 0-180,-1 0-180,2 0-359,-4 0-451,-1 0 451,-1 0 719,1 0 0,1-1 0,0 0 0</inkml:trace>
  <inkml:trace contextRef="#ctx0" brushRef="#br0" timeOffset="148274">14479 538 10051,'-5'8'2789,"1"-1"-2430,4-3-269,2-1 90,2-1-90,2-3 0,0 1 0,0-2 0,0 1 0,0-2 0,0 1-90,-1-1 90,1 0-90,-1-1 0,0-2-90,0 0 0,-1-1-90,0-3 90,-2 2-180,-3-10 270,-3 9-90,-2-4 0,0 8 90,0 1-89,-1 2 89,-1 2-90,1 2 90,-3 3-90,0 2 90,-1 3 0,-2 4-90,2 2-237,0 1 327,4 1-80,1-1 80,1 1-89,3-1 89,1-1 0,3 8 0,1-8 0,3 7 0,2-10 0,0 0 0,2-3-90,1-2 0,2-1 233,0-2-412,2-2-181,0-2-180,3-1-2647,18-4 3248,-7-2 0,-4-1 0,4-3 0,1 0 1,-4 0-1,1-1 0,0 1 0</inkml:trace>
  <inkml:trace contextRef="#ctx0" brushRef="#br0" timeOffset="148618">15365 338 10771,'-2'-6'450,"0"1"-181,1 0 91,-1 1 0,1-1-270,-1 9-90,1 2 90,0 9 0,-1 1-90,0 2-554,0 6 554,-1 2 0,-1 4 0,-1-1-90,1-2-90,-1-2 0,3-3-89,0-2-361,0 5 180,1-7-1529,0 7 720,2-14 1259,1 2 0,0-5 0,1 0 0</inkml:trace>
  <inkml:trace contextRef="#ctx0" brushRef="#br0" timeOffset="148965">15251 279 9871,'-4'-8'90,"1"1"-90,0 1 90,1 2 270,0-1-180,5 2 0,3 2-180,4 3 90,4 2 0,-2-1 0,3 2 0,3 1-90,2 3 90,4 2-844,-1 1 754,1 0 90,1 1-90,-2 2 90,0 0-90,-2 3 0,-2-1 90,-3 2-90,-3-1-235,-3 0 235,-3-1 0,-4-1 0,-2 1 90,-3-1-90,-1 2-3064,-5 0 3064,-2 2 0,-4-1 581,-1 0-671,-10 4-90,5-6-237,-6 4 147,10-9-90,0-1-180,3-2-809,1-2 3370,3-1-2021,0-1 0,1 0 0,-2 0 0</inkml:trace>
  <inkml:trace contextRef="#ctx0" brushRef="#br0" timeOffset="149235">15608 539 10771,'1'-8'3058,"0"-1"-2968,-1 23 90,0-3-180,0 13 0,0-8-270,0-4 0,1 5-90,0-5-89,0 4-181,0-7-359,0 0-720,1-2-180,1 0 1889,0-3 0,2 2 0,1-1 0</inkml:trace>
  <inkml:trace contextRef="#ctx0" brushRef="#br0" timeOffset="149499">15704 234 12030,'-5'-8'900,"0"1"-990,2 4-1260,2 6 1350,2 0 0,5 4 0,3-2 0</inkml:trace>
  <inkml:trace contextRef="#ctx0" brushRef="#br0" timeOffset="150557">15910 330 10591,'1'-10'450,"-1"0"-270,1 3 89,-1 1 1,1 0 0,-1 0 180,0 1-270,0-1 539,1 1-719,-4 9 90,1 4 0,-4 15 0,2 1-90,-3 5 90,1 2-1306,-1 2 1216,1 1-1232,0 5 1232,1-1 0,3-16 0,-1 1 0,1 17-45,0-19 0,1 0 45,0 18-90,0 0 0,2-1 0,1-1 0,2-2-428,2-2 383,-1-11 0,0-1-45,5 10-502,1 4 502,-2-16 90,-1-5 912,0-3-912,0-3 1319,0-1-1319,0-3 414,0 0-324,-1-3 734,0 0-734,0-3-90,0-1 90,-1-1-90,-1-3 90,-1 0-90,0-4 90,-2-1 0,0-2 0,-2-3-90,-2 0-419,-2-6 509,-2 0-733,-2-2 733,-3 1-90,0 2-408,0 2 498,1 2 0,1 3 90,2 3-90,-1 1 0,2 2 445,1-1-445,0 3 729,1-1-729,0 1 656,2 1-656,-1-2 0,2 3 0,1-4 0,5 2 0,0 0 0,3 0 0,4-1 0,-2 2 0,5-2 0,-3 3 0,1-2 0,0 0 0,3-3 0,-1 0 0,3-4 0,-2 0-90,7-12 90,-1-5 0,-1-2 0,-10 11 0,-1-1 0,0-5-999,1-9 999,-5 12 0,0-1-536,-1 3 447,-1 0-153,-1 4 332,-1 3-90,0 2 0,0 2 0,0 3 916,-1 1-916,-1 2 0,0 28 0,-2-2 0,-1 9 0,0 3 0,0-10 0,0-1-967,-1 8 0,0 0 967,0-4 0,1-1 0,-1 0 0,0 0 4,0 0 1,1 2-5,-2 9 0,0 0 45,1-8 0,0-1-744,0 7 0,1-1 789,-2 9-180,3-5 55,1-2 125,2-3-90,1-4 1578,2-2-1578,0-3 0,1-2 0,-1-4 72,1-4-72,0-3 1633,3-1-1544,0-2-36,1-2-53,0-5 587,-2-2-587,-1-2 296,-1-2-296,0-2 0,0-3 0,-1-3 0,-1-2 0,-1-4 0,-1-1 0,-2-4-1053,-1-2 963,-2-3 90,-3 1 0,-1 1 0,-1 2-90,-1 1 180,2 4-180,-1 2 180,1 4-90,1 0 130,-2-1-40,3 5 0,-3-4 0,5 8 0,-1-1 0,3 4 1138,-1-1-1228,3 0 145,0 0-145,3-1 0,2 3 90,1-1-90,3-1 90,1 0-90,13-5-90,-6 3-135,2-1 0,1-1-225,4-2-269,8-4-2558,2-1 2880,-10 4 0,12-6 0,-11 5 0</inkml:trace>
  <inkml:trace contextRef="#ctx0" brushRef="#br0" timeOffset="150748">16553 400 11131,'-2'-15'0</inkml:trace>
  <inkml:trace contextRef="#ctx0" brushRef="#br0" timeOffset="160448">12158 1506 7713,'3'-7'1079,"-1"0"-629,-1 1-90,1 1 89,-2-1 91,1 0-180,-2 1 89,0 0-269,-2 1-90,-3 4 0,1 2-90,-4 4 90,-1 1 0,-2 5-90,-3 3-806,-2 5 806,-2 4 90,0 4-90,0 5-1518,-1 1 1608,1 2-90,7-9 0,0 0 45,4-6 0,-1 0-45,-3 12 0,2-1 90,0 4-90,6-15 0,0-1 0,1 5 0,2-2 0,1-2 0,4 8-90,4 0 0,0-3-191,2-3 192,-2-11 812,1-2-813,0-1 1694,1-3-1604,1-2 0,-1-2-90,0-2 457,1 0-367,1-3 0,0 0 0,1-2 0,3-3-90,-3 0 90,4-3 0,-8 3 0,3-7 0,-6 4 0,2-4 0,-5 5 0,-1 0-90,-1 0 90,-3-5 0,0 5 0,-2-4 0,0 6 0,-1-1-90,-1 2 90,0-1 0,-1 3 0,-1-1 0,-1 1 0,1 1 0,0 0 0,3 1-90,-1 0 180,1 0-90,7-2 0,0 3-90,7-2 90,0 2 0,0 0 0,1 1 0,2-1 0,1 1 0,0-1 0,-1 1 0,1 0 0,-1 1 0,-1 1 0,0 0 0,-1 2 0,0 0 0,-1 1 0,-1 2-90,-2 1 180,0 2-90,-2 1 0,-1 9 0,-2-4-259,-2 8 259,-2-4-446,0 1 446,-2 3 0,0-2 0,1 1-90,0-2 90,1-3-90,1 0 0,0-3 0,1 1-89,1-3-181,0 3 0,1-5 0,1 2-989,0-5 517,1-2 832,1-1 0,3-1 0,2 0 0</inkml:trace>
  <inkml:trace contextRef="#ctx0" brushRef="#br0" timeOffset="161090">12460 1999 9781,'0'-4'1889,"2"3"-1889,6-5 90,-1 4 90,-1 1-180,1 1 90,-2 0-90,2 2 90,-3 1-90,0 2 90,-1 1-90,-1 3 0,-1 1 90,-2 3-90,-1 2 0,-3 5 90,-2 2-90,-2 2 0,0 0-638,-1 0 638,0-3 0,-2 5 0,3-8 0,-1 4-122,4-9 122,1-2 0,0-1 0,1-1 0,1-2 90,0-1 451,1-2-361,0 0-51,10-11-129,-3 0 90,9-10 0,5-9-90,-4 4-650,-3 5 0,1-2 739,5-8-89,4-5 0,0 1 0,2 1 0,-1 0 0,-3 4 0,0 3 90,-1 0-90,-5 8-90,1-4 90,-8 12 0,0 1 0,-6 10 0,-2 2 0,-4 7 0,-1 1 0,-2 5 640,-1 3-640,-2 3 0,2 1 0,-1 0 0,2-1 0,1-1 0,1-3 0,3-3 0,0-3 0,1-1 0,2-2-51,0-1 51,0 0 0,3-2 0,-1 0 0,3-3-89,3 0 296,4-3-657,0-2 54,1-4-593,-3 0-450,1-3 0,-1 0 1439,-1-1 0,4-4 0,0 0 0</inkml:trace>
  <inkml:trace contextRef="#ctx0" brushRef="#br0" timeOffset="164181">13194 1361 9602,'4'-7'1439,"-4"1"-1169,-2 3-181,-4 2 1,0 3 0,-1 4 0,-7 13 0,1-1-1361,-6 16 1271,4-2 45,6-13 0,2 1 0,-1 1 0,2 0-45,-1 1 0,1 1 45,0-1 0,1 1-45,0 0 0,1 1 45,-1 8 0,2 0-45,1-8 0,1-1 0,-1 7 0,2-1 0,3 8-375,1-14 1,2 2 329,3 0 0,0 0 45,0-2 0,1-1-445,2-2 0,0-3 355,6 3-202,9 3-158,0-6 180,0-2 732,-6-8-912,-7-4-248,0-3-561,-1 0 1259,1-2 0,4-3 0,1-2 0</inkml:trace>
  <inkml:trace contextRef="#ctx0" brushRef="#br0" timeOffset="164810">13380 1758 9871,'-8'-2'630,"2"-1"-540,8-2 0,0 1 0,7-1 0,-2 2 0,2-1 0,0 2 0,6-2-90,-4 3 0,3-1 90,-5 2-90,0 2 90,-1 1-90,0 1 0,-2 2 89,-1 1-89,-2 1 0,-2 2 0,-1 2 90,-3 1-90,-2 2 0,-8 13 0,2-7 0,-7 8 0,7-10 0,-5 3-265,5-6 355,-1 1-90,5-7 0,1-2 0,1-1 0,1-1 0,0-1 0,2-2 0,7-4 265,-1-2-265,7-4 0,-1-2 0,0-1 0,2-3 0,2-3 0,9-13-1017,-5 6 1017,6-8 0,-8 9 0,0-1-728,0 0 818,-2 1-90,-2 4-154,-1 2 154,-2 4 0,-2 2 0,-2 3 920,0 0-920,-1 3 795,0 1-705,-1 9 94,-1 0-184,-1 8 0,-3-1 0,-2 12 0,1-6-206,-3 9 206,3-9 0,-1 1 0,1-2 0,0 0 0,0-2 0,2-2 0,0 0 0,1-3 0,0 0 0,0-2 206,1 0-206,0-3-90,0 0-90,2-1-89,1-2-91,0-1-180,1-2-899,1 0 90,0-2 1349,1 0 0,3-4 0,2-2 0</inkml:trace>
  <inkml:trace contextRef="#ctx0" brushRef="#br0" timeOffset="165073">13925 1855 11580,'-1'8'810,"0"0"-720,-2 0 90,-1 0-90,-1 1 0,0 2 0,-1 2 0,0 1 0,-1 2-1,-1 2-89,-2 2-89,0 2-91,1-1-90,0-3-90,2-1 0,-1-3-269,2-2-1080,0 1-360,1-3 2069,1-1 0,0 2 0,1 0 0</inkml:trace>
  <inkml:trace contextRef="#ctx0" brushRef="#br0" timeOffset="165741">14086 1717 11760,'-2'2'1709,"2"-1"-1619,-7 13 0,4-5 0,-1 2 0,1 1-90,1 1 90,0 0-90,0 0 90,1 0-90,1-1 0,0-1 0,2 0-90,0-1 90,1-1-90,0-1 0,2-1 90,0-1-90,2-2 0,-1-1 0,2-1 0,0-1 0,1-2 0,0-1 1,2-2 89,-1-2-90,1 0 90,-1-2-90,-1 0 90,1-1-90,-1-2 90,-1 0 0,1 1-90,-2 0 90,0 0 0,-2 1-90,0 1 90,-1 2 0,0 0-90,-1 3 90,0 6 0,-1 2 0,-1 5-90,-1 3 90,-2 4 0,1 8 0,-2 3-1261,1 8 1261,0 0-1329,0 3 1329,1 1 0,0 1 0,2-1 0,0 0 0,1-2 0,-1-1 0,1-3-637,0-4 637,0-4 90,-1-6-90,0-3 0,-1-3 0,0-3 984,0-2-984,-1-3 1390,-2 0-1390,0-2 853,0-2-853,-10-6 90,3 0-90,-7-5 0,2-2 0,-4-4 0,4 1-225,-2-2 225,8 5 0,1 0 0,2 1 0,1-1 0,2-1 0,1 1 0,2 0 0,1-1 0,3-3 0,3-2 0,3-3 0,4-2-90,3 0-400,-3 7 1,1-2 84,2-1 0,-1 1-45,2-2 1,0 0-990,4-4 0,-2 1 1439,3-6 0,-7 9 0,-1-1 0,4-8 0</inkml:trace>
  <inkml:trace contextRef="#ctx0" brushRef="#br0" timeOffset="166081">14530 1317 10411,'-2'-8'270,"-1"2"0,2 0 90,0 1-181,1 0-89,6 7 0,-1 1-90,6 8 90,1 2-90,2 4-959,3 7 959,2 3 0,2 6 90,-1 3-90,-10-17 0,0 0-1025,-1 1 1,-1 1 1069,1 0 0,-2 0-45,0 1 0,0 0 0,-2-1 0,0 1 89,2 18-89,-3-2 0,-5-3 0,-2 0-2275,-4 0 2275,-4 1 0,1-12 0,-1-1 14,-5 11-14,4-14 0,1-1-90,-5 3 234,1-1-414,2-4 0,1-3 1146,4-4-1776,1-2 2696,2-1-1796,3-3 0,1-2 0,0-1 0</inkml:trace>
  <inkml:trace contextRef="#ctx0" brushRef="#br0" timeOffset="166343">15146 1723 11041,'-7'-4'1889,"0"2"-1080,3 0-719,8 0 90,-1 0-90,8 0 0,-2 1-90,2 0-90,0 0-90,0 0-180,0 0-89,-1 0-181,0 0-360,-1 0-809,-1 1-359,-2-1 2158,0 1 0,-4 0 0,0 0 0</inkml:trace>
  <inkml:trace contextRef="#ctx0" brushRef="#br0" timeOffset="166524">15167 1855 10771,'-5'8'-180,"0"-2"360,0 1 0,2-2 180,-1 1 179,3-1-89,3 0 0,4 0-270,3 0 0,2-3-91,0-2-178,2 1-181,1-2-630,2-1-989,1-1-1218,5-1 3107,1-3 0,7-5 0,1-3 0</inkml:trace>
  <inkml:trace contextRef="#ctx0" brushRef="#br0" timeOffset="167240">16200 1271 11131,'-5'-6'0,"0"2"90,-4 5-90,1 2 90,-2 3-90,1 3 89,0 0-89,-2 7 90,-1 1-739,0 5 649,1 2-857,0 3 947,1 1-90,3 3 0,1 2 0,2 3-1069,4 0 1159,1 1-90,3 3 0,2 0 0,1-9 0,0 0-1225,-1-7 1,0-1 1224,3 8 0,-1-1 0,-1-8 0,-1-2-228,0 1 1,0-1 227,0 0 0,-1 0 182,1 6 0,0-1-182,1 14 0,-3-17 0,-1-1 264,-2 5-264,-1-2 90,-3-4-90,-2 4 0,-3-2 0,-3 2 89,-4-2-89,-2-3 0,-3 0 0,-2-3 90,-3-2 2490,-1-2-2580,1-2-90,1-2-270,-4-1 1022,10-4-1292,-3-1-899,10-3 1611,-1-7 1,4-5 0,0-6 0</inkml:trace>
  <inkml:trace contextRef="#ctx0" brushRef="#br0" timeOffset="167473">16016 1848 11760,'-1'-5'2429,"2"2"-1979,17-2-91,7-2-179,10-2-270,-5 1-1177,-8 1 0,-2 0 547,5-3-359,7-3-548,-11 1-82,-1 0-270,-1-2 1979,-1-1 0,-1-4 0,1-2 0</inkml:trace>
  <inkml:trace contextRef="#ctx0" brushRef="#br0" timeOffset="167782">16512 1203 10861,'-6'-14'270,"-1"0"-1,3 3 271,-1-1 0,0 1-360,1 1 0,0 2 179,2 4-89,0 0-90,-1 6-90,-1 1 90,0 9-90,-3 6 0,0 7 0,-2 9-738,-1 4 738,3-6 0,0 1-874,1-7 0,1 1 829,-3 8 0,1 0 0,3-10 0,1 1-45,-2 10 0,1 0 45,2-10 0,0 0-772,0 8 1,1-1 726,1-11 0,2-2 0,0 1 0,0 0-45,5 19-45,1-12 0,2 0-90,4 6-170,-3-10 1,1-2 79,6 2-90,2-4-179,0-2-91,2-4-508,-1-4-1650,-1-3 2788,-1-4 0,6-2 0,2-1 0</inkml:trace>
  <inkml:trace contextRef="#ctx0" brushRef="#br0" timeOffset="168818">16804 1498 9871,'-5'3'1080,"11"-7"-990,-2 2-90,9-7 90,-6 6-90,1-1 90,0 0-90,1 0 90,0-1-90,0 3 0,-1-1 89,0 1-89,-1 1 0,-1 1 0,1 2 90,-2 2-90,0 7 0,-2-1 0,-2 7 90,-3-2-721,-3 6 631,-2 4 0,-3 2-1025,-1 2 1025,-1-2-90,-2 0-5,0-1 95,-6 8 0,6-11-1020,-2 5 1020,7-15 491,-1 2-491,4-6 951,0 2-951,2-6 99,2-1-99,-1-1 1230,7-7-1230,-1 0 90,6-9-90,-1 2 0,3-4 0,1-2-341,2-4 341,0-1 0,0-1 0,1-1 0,1 0 0,1 0-886,1 1 886,-1 1 0,1 1 0,-3 3 0,-3 3-41,-1 2 41,-2 3 0,-2 1 0,0 2 309,-2 3-399,0 1 1003,-1 3-913,0 3 136,-3 8-136,-3 11 0,-2 3 0,0-2 0,-1 0 0,-2 7-577,2-9 1,1-1 576,-1 5 0,0-2 0,2-2 0,0 2 0,2-6 0,0 1 90,2-7-90,1-1 0,1-1 0,8 2 1153,-4-5-1243,8-1-90,-5-5-89,2-2-1,1-3-1619,12-6 450,-4-1 1179,9-5 1,-6-3-1,1-1 1</inkml:trace>
  <inkml:trace contextRef="#ctx0" brushRef="#br0" timeOffset="169107">17331 1653 10591,'-6'1'899,"0"1"-89,2 0-720,7-1 0,0 1 0,6-1-90,-2-1 90,3 0-180,0 0 0,1 0-90,1 0-180,1-1 0,1 0-179,2-1-1080,0 0-270,2-2 1889,-2 1 0,5-3 0,0-1 0</inkml:trace>
  <inkml:trace contextRef="#ctx0" brushRef="#br0" timeOffset="169432">17421 1529 11131,'-5'-6'2698,"3"12"-2698,2-2 90,1 12 0,-1-2 0,-1 1-90,0 2 90,0 1-521,0 1 521,1 2-90,0-2 0,0 0 0,1-3-90,-1 1-90,2-2 0,0 0 16,0-1-195,1-1-541,1 1 271,1-3-1170,2 0-540,0-6 2420,0 0 0,6-1 0,2 0 1</inkml:trace>
  <inkml:trace contextRef="#ctx0" brushRef="#br0" timeOffset="169940">17687 1489 11670,'-8'-6'1260,"1"1"-541,5 2-89,-2 0-1,1 0-539,9 4-90,-4-1 90,9 4-90,-6-3 90,0-1-90,3 0 90,0-2-90,1 0 0,2-4 0,-5 1 0,2-4 0,-3 0 0,-1 0-90,0-2 90,0-1 0,-1 0 0,-2-1 0,0 1 0,0-1 0,-1-4 0,0 5-90,0-2 90,-1 6 0,1 1-90,-2 2 90,-3 17 0,1-2 0,-2 15 0,1-2-861,0 3 861,-1 4 0,1-1 0,0 2-89,1-1 89,0-2-90,1-2-90,0-4 90,1-3-90,1-1-90,0-2 90,2-1-180,0-2 0,1-1-179,0-2-91,0-1-1349,2-2 322,0-2 1657,0 0 0,1-3 0,1 1 0</inkml:trace>
  <inkml:trace contextRef="#ctx0" brushRef="#br0" timeOffset="170198">17602 1801 11490,'-5'5'720,"1"0"-540,5-1 0,0 0 90,5-1-180,0-1 90,2-1-1,2-1-89,1 0 0,1 0 0,2-1 0,0 0-90,3-1-180,0-1-90,1-1-461,1 0 101,2-3-1348,0-1-631,2-1 2609,-3-1 0,1-2 0,0-1 0</inkml:trace>
  <inkml:trace contextRef="#ctx0" brushRef="#br0" timeOffset="170458">18107 1732 11850,'1'7'630,"0"-1"-450,0-2 0,0 0 0,1 0-90,-2 2-1,1 0 91,-1 2-90,-1 1 0,0 1 0,-2 2 0,-2 2 0,1 0-360,-6 9 0,1-3-730,-4 6 550,2-6-180,2-3-1169,1-3-719,0-2 2518,3-3 0,-2 3 0,1 1 0</inkml:trace>
  <inkml:trace contextRef="#ctx0" brushRef="#br0" timeOffset="171141">18457 1518 12390,'0'-8'2698,"0"0"-1888,0 2-720,-4 9 0,1 0 0,-3 10 0,1-3-90,0 3 0,0 2 0,0 1-90,0 0-90,2 0 90,0-1-180,1 0 0,1-1 0,1-1 1,1 0-91,0-2 0,3-2 0,0 0 0,1-2-269,5 2 179,2-4 180,0 0-90,4-5 270,-5-2 0,3-3 0,-3-1 1,-1-2 89,2-1 89,4-8 1,-4 3-494,4-7 494,-5 6 0,-1 0 0,-1 3-90,-2 2 180,1 1-90,-3 4-90,1 3 90,-4 7 404,-1 6-404,-3 9-90,-2 5-1528,-1 11 1573,1-15 0,-1 0-791,0 2 1,0 0 745,0 2 0,-1 1 45,0 0 0,1 0-45,0 1 0,0 0 0,0 0 0,1 0-648,0 1 1,0-1 647,0-1 0,1 0 0,0 1 0,1-1 0,0-3 0,0 0-40,0-1 1,1 0 129,0 16-1321,0-4 1231,1-6 89,0 1 449,-1-7-628,1-3 1201,-1-8-1200,-3-9 84,1-3-175,-2-5 3235,0-3-3235,-8-13 1,-3-7-263,-2-2 352,1-1 90,8 12-90,0 2 90,1 1-90,2 1 90,0 3 0,1-1 0,2 2-90,1 0 1187,0 0-1097,2 0 0,2-1-90,7-11 0,1 5-869,7-9 599,0 7-585,-3 4 1,2-1-225,9-10 750,-8 10 1,1-2 0,0-1 0,1 0 0,1-2 0,0 0-1</inkml:trace>
  <inkml:trace contextRef="#ctx0" brushRef="#br0" timeOffset="171491">19006 1109 9781,'-2'-9'180,"1"1"180,1 3 180,0-2 179,0 2-269,0-1-180,2 2-90,1 2 0,4 5 0,0 2-90,3 6 0,-1 3 0,2 4-808,1 6 718,1 6-924,-1 4 1014,1 4-45,-8-19 0,1 2 0,0 9 0,1 2 0,-2 3 0,-1 1-823,-1-8 0,0 1 0,-1-1 823,0 8 0,-2-1 0,-3 2 0,0-2-436,-1-14 1,0-1 390,-1 4 0,-2-1-45,-1-2 0,-1-3-45,-5 9 274,-3 4-1084,4-10 181,4-8-1170,0 0 2062,4-5 0,3-4 1,-1 1-1</inkml:trace>
  <inkml:trace contextRef="#ctx0" brushRef="#br0" timeOffset="171748">19503 1464 13739,'2'-6'1529,"1"1"-1439,3 4 90,1 1-90,3-1 0,0 1-90,2-1-90,1 0-180,3-1-90,2 0-179,1-1-91,1 0-1529,14-4 360,-10 2-1035,14-3 2834,-16 3 0,7-1 0,0-1 0</inkml:trace>
  <inkml:trace contextRef="#ctx0" brushRef="#br0" timeOffset="172198">20552 1021 10951,'-3'-14'90,"0"-1"269,-2 0-179,1 3 90,-3-2-90,2 4 180,-5-3-270,2 4 90,-4-2-90,4 7 180,-8 4-180,3 3-1,-8 5-89,4 4 180,-8 13-461,13-9 0,0 2 326,0 1 0,1 0-604,1 3 0,2 0 559,-2 12 45,6-14 0,0 1-45,-1 17-699,2-16 0,1 1 789,1 18-90,2-17 0,0 1 45,0-2 0,1 0-45,1 3 0,0 0-651,0 0 1,1 0 650,1 1 0,0-1 0,0 1 0,0-1 0,0-1 0,1 0 0,-1-1 0,1 0-327,0 0 0,0-1 282,0 0 0,0-1 45,0-1 0,0 0-90,3 16 90,0-1-90,-2-6 90,-2 1 643,0-5-733,-3 4 90,-3-3-90,-3-2 1261,-4-5-1171,-2-8-90,-8 3-90,3-7 1110,-7 2-1200,0-6-90,0-1 1,-3-2-91,2-1-270,2-2-809,2 0-90,2-2 1996,3-1 1,-2-4-1,0-2 1</inkml:trace>
  <inkml:trace contextRef="#ctx0" brushRef="#br0" timeOffset="172426">20238 1597 11221,'1'-10'899,"1"1"-629,0 2 90,2 1-90,0 0-1,2-1 1,2 0-90,0-1 0,2 0 0,2 0 0,1-1-90,3-2 90,2 0-270,12-7-90,-5 4-450,-4 2 1,1 0-721,7-6-289,-9 6 1,-1-1-830,13-8 2468,0-3 0,-10 5 0,0-2 0,2-1 0,-1 0 0</inkml:trace>
  <inkml:trace contextRef="#ctx0" brushRef="#br0" timeOffset="172726">20951 919 11490,'-5'-9'450,"1"0"-180,2 1 90,0 2-90,0 0 89,1 1 1,0 0 270,0 0-180,-1-1-1,0 1-269,-6 8-90,-1 6 0,-6 11 90,-1 5-1040,3-2 1,1 1 859,3-4 0,-1 1 90,-5 16 0,1 2-45,7-14 0,0-1-894,-1 9 0,0-1 894,4-7 0,1-2-45,1 0 0,1-1-120,1 2 1,0 0 119,2-2 0,0 1-45,1 2 0,1-1-598,1 0 1,1-1 507,1 1 0,1-1-45,0-2 0,2 0-90,0-1 0,1 0-359,12 14-29,2-3-691,-2-7 739,2-5 610,8-3 0,-4-8 0,8 0 0</inkml:trace>
  <inkml:trace contextRef="#ctx0" brushRef="#br0" timeOffset="173310">21091 1288 11670,'-7'-8'540,"1"1"0,4 2-91,1 0-269,2-1 0,-1-1 0,3 1-90,1 0 90,1 1-90,1-1 90,2 2-90,1-1 0,1 1-90,0 0 90,0 1 0,0 0 0,4 4-90,-4 1 90,3 3-90,-5 0 0,-1 4 0,0 1 0,-3 2 0,-1 2-90,-1 1 0,-3 2 0,-2 0-180,-5 17 180,1-9-833,-5 11 923,2-13-89,1-2-1,1-2-49,0-3 49,1-3 90,2-1-90,0-3 90,1-1 0,1-1 820,0-2-640,0-1-29,3-11-61,3 2-90,3-11 0,4 2 90,2-4-90,3-3-1066,4-3 1156,2-3-90,5-2-1534,0-2 1624,2 0-90,0 2 0,0 0 0,0 2-892,-3 4 892,-1 3-354,-7 5 354,-1 3 743,-5 3-743,-2 2 1433,-2 3-1433,-1 3 1133,-1 3-1133,-2 3 537,-1 2-537,-4 11 0,-5 13 0,1-9 0,0 1-448,-1-2 0,1 0 448,-6 19 0,4-13 0,2 7 0,2-10-398,1 4 398,1-12-90,3 0 0,0-2-90,3-1-89,0-1 676,2-2-2026,7 0-180,-1-4-450,6-1 2249,-3-4 0,9-4 0,1-2 0</inkml:trace>
  <inkml:trace contextRef="#ctx0" brushRef="#br0" timeOffset="173550">21924 1403 15088,'-4'10'990,"1"-1"-720,2-3-90,-1 1 89,-1 2 91,-2 7-180,0-1-90,-3 6-180,-3 5-90,2-7-180,-3 7-179,4-10-91,1-2-179,1-2-361,0 0-269,1-2-540,2-1-719,1-2 2698,1-1 0,2-1 0,1-1 0</inkml:trace>
  <inkml:trace contextRef="#ctx0" brushRef="#br0" timeOffset="174243">22124 1170 12030,'2'-11'630,"0"1"-450,0 2 90,0 2 269,-1 1-89,0-1 539,-1 2-899,-1 12 90,-1-1-90,-2 19 0,2-10-90,-2 7 90,1-5-312,1 1 222,0-1 0,0-1-90,1-1 90,1 1-180,1-1 91,1 0-91,0-1-90,4 5 0,0-4 180,1 0 132,1-6-132,-2-5 90,1-2-90,0-1 0,1-1 0,1-2 90,1-2-90,1-1 90,0-1 0,2-3 0,2-3 0,1-2 90,8-11-90,-7 5 90,5-7-343,-7 6 433,3-5-659,-5 7 569,3-3 0,-8 10-90,-1 2 90,-1 0-90,-1 3 0,0 0 329,-1 2-329,-1 2 583,0 6-493,-2 1-90,-1 7 0,-3 6 0,-4 4-1277,-1 2 1,-1 3 1321,2-5 0,-1 0-45,-2 9 0,-1 3-719,-1 3 0,0 0 719,4-8 0,-1 1 0,-2 2 0,0 4 0,1-4 0,2-2 0,-1-1 30,1 2 0,0 3 0,0-3-30,2-3 0,0-1-45,0 8 0,0-2 45,-1 8-939,2-3 849,0-8 0,0-4 0,1-4 0,0-6 0,1-3 1793,1-3-1793,-2-3 1655,0-3-1655,0-1 1392,-3-6-1482,-2-5 180,-1-3-90,0-5 0,3 1 90,1-2-90,1-1 90,1-1-441,2-1 441,1 1 0,0 1 0,1 0-90,2 0 90,0 0 0,2 1 0,0-1 0,2 1 0,1 1 0,1 0 0,1 2 0,3-2 0,2 1-90,11-9 0,-3 6-1108,7-4 749,-7 7-91,1-1-1349,2-1-540,1-2 2167,2-2 0,-8 5 0,1-2 0,1-1 0,0 0 1</inkml:trace>
  <inkml:trace contextRef="#ctx0" brushRef="#br0" timeOffset="174557">22876 909 12030,'-3'-7'1080,"2"1"-451,2-2-269,0 2-90,1-1 0,1 3-90,-1 1 359,3-1-359,2 4-90,2 1 90,1 5-90,-1 5 0,1 4-696,0 7 696,-2 5-1508,0 9 1418,-4 5 89,-2-6 1,-2 1-561,0-8 0,-1 2 501,-2 3 0,-1 4 0,0-4-682,-1-1 0,0-2 697,-3 11 0,0-1-45,1-12 0,0-2 0,0 0 0,0 0-30,0-2 0,-1 1-150,-2 6 0,0-1 45,3-9 0,-1 0-360,-3 8 1,0-1-226,1-4-269,-3 3-1404,5-12-125,4-6 2736,0 0 0,3-6 1,1-2-1</inkml:trace>
  <inkml:trace contextRef="#ctx0" brushRef="#br0" timeOffset="174750">23167 1505 12750,'10'-11'1439,"0"1"-899,-3 2-1,0 1 91,-1 2-90,-2 0-1,1 0 1,-1 0-90,0 0-90,-1 1 359,0 1-629,-1-1-1799,0 1-1568,0-2 2457,-4-2 1,5-4 0,-2-2 0</inkml:trace>
  <inkml:trace contextRef="#ctx0" brushRef="#br0" timeOffset="176041">12134 3139 9961,'8'-7'1170,"-1"0"-361,-4 5-449,1-1 360,-1 1 1168,-1-1-1618,-9 7-180,-6 9 0,-9 8 0,-4 8-1551,2 1 1551,0 3-827,12-16 1,-1 1 736,2 0 0,-1 0 45,1 0 0,0 1 0,-3 7 0,1 1-45,-3 10-501,7-12 0,1-2 411,2 5-315,4-4 225,3-3 0,3-3 848,2-1-938,2-2 0,3-2 90,2-3-89,2-2 1549,-1-4-1640,9-3 1598,-6-2-1508,11-7 180,-12 0 0,4-4 0,-9 2 90,-2-2 422,-3 1-422,0-1 0,-4 0 0,0-1 194,-3-1-194,-2 1 90,-1 0-90,-2 2 0,0-1 0,0 3 0,-2 0 0,1 2 0,-1 1 0,2 2 0,-1 1 0,2 2 0,0 0 0,0 1 0,19 1 0,-6-2 0,16 0 0,-11-4 0,2 1 0,0-1 90,1 1-90,0-1 0,0 0 0,-1 1 0,-2-1-90,-2 1 90,2 0 0,-2 3 0,1 2 0,-6 4 0,-4 9 0,-3-2 0,-3 7-550,-2 1 550,0 3 90,-2 4-90,1 0 0,1 0 0,0-1 0,0 6 0,3-10-496,0 3 406,3-12-90,0-1 0,2-2 346,0 0-526,1-2-179,1-2-1170,1-2-270,1-1 2086,1-2 1,5-1-1,2-1 1</inkml:trace>
  <inkml:trace contextRef="#ctx0" brushRef="#br0" timeOffset="176659">12560 3417 11221,'0'-9'2608,"-1"2"-2518,-3 8 0,1 1 0,-2 6 0,3 0 0,-1 0 0,0 4 0,0 6 0,0-3-90,1 5 90,1-7-90,1-1-90,1 0 0,1 0 90,0-3-90,2 1-90,1-3 90,1-1-180,4-1 180,0-2 0,3-1-90,-3-4 90,1-1 90,1-2-90,0-1 0,0-3 1,0-1 89,0-1 0,0-4-306,-1 0 396,0-1-90,-3 0 0,-1 1 0,-1 0 90,0 2-90,-1-3 0,-2 6 90,1-1-90,0 22 0,-3 1 0,3 19-1319,-3-1 1319,1 11 0,-1-18 0,0 0 0,0 3 0,0 0 0,0 1 0,1 1-810,-2 0 0,1 0 810,0-1 0,1 1 0,-1 0 0,0 0 0,1-1 0,0 0 0,-1-1 0,1 0 0,0-2 0,0-1 0,-1-1 0,0-1-1023,2 16 1023,-2-6-740,0-5 740,-1-5 332,-2-4-332,0-3 1339,-4 0-1249,0-5 1248,-4 0-1338,2-7 1315,-3-3-1315,-2-1 773,-2-2-773,-3-4 0,0-1 0,-2-4 90,-4-9-90,7 3 0,0-5 90,10 0-90,5 5-1097,3-10 1097,5 6 0,6-6 0,3 1 0,5-3 0,3 1-90,1-1-135,-5 10 1,1-1 44,-5 6 0,1 0-920,5-7 0,-1 1 605,-5 7 1,0 0-316,0-1 1,-1-1-607,1 1 1,-1 0 1415,0 0 0,1-2 0,4-6 0,1-2 0,1-1 0,0-1 0</inkml:trace>
  <inkml:trace contextRef="#ctx0" brushRef="#br0" timeOffset="176998">13414 2979 10951,'3'-9'899,"0"-2"91,-2 1-451,1 0 1,-2 1-90,0 4-270,-6 6 0,-1 3-90,-5 10-1,1 3-888,-3 7 889,-1 5 0,0 4-1,4-4 1,1 1-90,3-6 0,0-1 45,-2 9 0,2 0-45,2-8 0,2-2-640,-1-1 1,2 0 639,-2 20 0,3-14 0,2-1-498,3 14 453,-1-16 1,2 0-46,4 8-722,3-5 722,2 0-360,9 4 180,-5-9 111,6 0-290,-8-11 988,-3-5-1169,1-2 259,-3-3-1428,2-3 453,0 0 1346,1-3 0,6-4 0,1-2 0</inkml:trace>
  <inkml:trace contextRef="#ctx0" brushRef="#br0" timeOffset="177542">13609 3249 11221,'-2'-7'1259,"0"1"-809,2 0-360,2 1 0,0 1-1,3 1 1,-1 1 90,5 0-90,-2 1-90,4 1 90,-3 1-90,1 0 90,0 2-90,-1 1 0,0 2 90,-1 2-90,-1 2 0,-2 2 0,-1 1 0,-3 3-90,-2 1 0,-2 4-90,-6 12 90,-1-6 0,-3 7 0,-2-5 1,2-5-1,0-1 0,4-6 90,5-7-90,1-2 90,9-11 0,-1-1 0,7-10-90,-1 1-346,2-4 436,1-3 0,7-10 0,-5 7-778,5-7 778,-6 9 0,-2 3 0,-1 3-118,-3 2 28,1 3 90,-2 3 0,1-1 397,-3 5-397,3 3 802,-5 8-802,-1 1 133,-2 7-133,-2-1 0,-1 2 0,0 2 0,-1 0-90,-1 9 90,0-8 0,0 5 0,3-4 0,1-6-180,0 6-180,3-7 0,1-1-89,1-3-271,0-6-719,0-1-90,1 0 1529,0-1 0,5-1 0,0 0 0</inkml:trace>
  <inkml:trace contextRef="#ctx0" brushRef="#br0" timeOffset="177777">14050 3526 14189,'-4'10'540,"-1"1"-361,-1-3 1,0 2 0,-2 1-90,0 1 0,-3 3-90,0 2-450,-7 10 1,5-6-720,-3 4 269,7-9-2338,-2 2 3238,5-2 0,0 2 0,3-2 0</inkml:trace>
  <inkml:trace contextRef="#ctx0" brushRef="#br0" timeOffset="178457">14301 3279 12120,'3'-8'1169,"0"1"-539,-1 2 629,-1 1-989,-5 7 90,-6 21-360,1-5 0,-2 16-561,7-18 381,2-1 0,0 0 0,1-2 0,1-2-89,0 0 89,2-1-90,0-1 0,1-1 0,1-1 471,1-1-471,0-1 1,1-1-181,3-2 180,-1-2-90,7-2 180,-5-2 90,3-2 0,-3-2-89,1-1 89,0-1 90,0-3-90,0 0 90,2-4 0,-2 1 90,2-4 0,-3 4-1,0-2 1,-1 5 90,0-4-90,-3 6 0,0-1-90,-2 5 180,-1 3-180,1 4 90,-2 3 0,1 4-90,-2 4 90,-1 5-90,-2 6 0,0 5-1207,-1 5 1297,0 3-90,1 0 0,0 2 45,1-17 0,0 0-45,0 0 0,0 1 0,-1 1 0,1-1 0,0-1 0,0 1 90,-1 18-90,1-2 0,0-1 0,0-2 0,-1-4 0,1-5-604,-1-5 604,1-4 0,0-4 90,-2 3-90,1-7 0,-1 1 1115,-1-6-1115,0-2 876,-1-2-876,-1-1 0,0-1 0,-3-3 0,-1-1 0,-1-3 0,-3-3-400,1 0 400,-2-5 0,3 3 90,2-1-90,2 3 0,3-1 0,2 1 90,3-6-90,3 2 0,6-8 0,1 5-90,13-12-1182,-2 5 1092,-7 9 0,1 0-180,9-9-627,1-1-632,0-1-450,0-1 1595,1-3 1,-9 9 0,0-1 0,2-3 0,-1 1 0</inkml:trace>
  <inkml:trace contextRef="#ctx0" brushRef="#br0" timeOffset="178791">14726 2916 11131,'-5'-8'359,"0"0"-179,2 2 0,1 0 180,0 2-90,1-2-180,2 1 180,1 1-180,5 3-90,0 3 90,5 3 0,0 5-1,2 5 1,9 17-90,-7-3-1137,-5-8 0,0 2 1137,1 14 45,-6-16 0,0-1-409,-2 2 1,0 0 408,0 9 0,-1 1-45,-2-8 0,0 1-679,-1 7 1,0 0 723,-2-9 0,-1-1-45,-1 0 0,0 1-418,-1-2 1,-1 0 417,0 0 0,0 0 90,-9 16 589,1-3-769,-2-5-90,2-4 0,0-3 300,0-3-569,3-3-91,2-5 1164,2-2-624,1-2 0,4-3 0,0-1 0</inkml:trace>
  <inkml:trace contextRef="#ctx0" brushRef="#br0" timeOffset="179041">15459 3101 11221,'-6'-3'1709,"-1"1"-630,3 0-989,8 0 90,-2 1 0,8-1-90,-1 0 0,2 0-180,7-3-90,-4 2-720,9-2 271,-10 2-271,1 0-989,-6 2-629,-3 1 2518,0 1 0,-1 1 0,-1 1 0</inkml:trace>
  <inkml:trace contextRef="#ctx0" brushRef="#br0" timeOffset="179223">15514 3249 10861,'-5'10'0,"1"-3"450,2-2 269,0-1 91,2 1-451,3 1 1,1-3-90,3-1 0,0-3 0,3 1 0,2-2-90,3 0-91,5-3-268,2 0-624,4-2-6,-1 0-540,1-2-630,1 0-1298,2-3 3221,0-3 0,-8 2 0,0-3 0,0 0 0,1-1 0</inkml:trace>
  <inkml:trace contextRef="#ctx0" brushRef="#br0" timeOffset="179973">16759 2689 8702,'2'-8'1619,"0"-1"-1259,-2 3 0,0 1-90,-2-1-1,0 1 1,-1 1 0,0 0-90,-2-1 0,-1 1 0,-2 1 0,0 0-90,-1 2 0,-1 0 89,-2 3-89,-1 2 0,-3 5-90,0 3 90,-2 5 0,2 4-523,1 3 433,2 4-2780,2 5 2780,2 0 90,2 4-569,3 0 524,3-7 0,2 1 0,0-6 0,0 0-728,2 10 1,2-1 682,-1-8 0,1-1 0,0 1 0,1 0 45,5 10 0,1 1-45,-3-10 0,1 1 0,1 1 0,1 2 0,0-3 0,-1-2 0,-1-2 45,3 6 0,1 0-283,2 5 238,-3-3 0,-3-7 0,-3 1 0,-4-9 90,-4 2 1907,-4-8-1997,-4-1 0,-4-1-90,-5-1 166,-1-2-346,-2 0 0,-1-4-90,-2-2 1038,-2-2-1308,-3-1-1348,4-2 1978,-3-5 0,6-2 0,-3-6 0</inkml:trace>
  <inkml:trace contextRef="#ctx0" brushRef="#br0" timeOffset="180198">16531 3201 11850,'-8'-6'270,"2"1"180,3 2-270,2-1 0,2 0 0,4-1-1,3 0 1,3 0-90,6-1 90,3-1-90,5-1 0,2 1-922,1-1 922,1-1-180,0 0-90,-1-1-180,-1 0-707,-1 0 168,-2-3-990,-1 1-720,-1-2 2609,-1-1 0,1-4 0,-1-1 0</inkml:trace>
  <inkml:trace contextRef="#ctx0" brushRef="#br0" timeOffset="180681">17246 2407 10771,'-3'-8'450,"-1"1"-181,2 3-179,-5 8-90,0 2 90,-5 13-1493,-2 6 1493,-1 8-90,6-15 0,1 2 45,0 1 0,0 0 0,0 1 0,1 1-45,0 2 0,1 0-597,0 1 1,1 1 596,1 1 0,0 0 45,1 2 0,0-1-45,2 1 0,0 0 0,1-1 0,0 1 45,1 0 0,1 0-45,1-1 0,1 0-753,1-1 1,0 1 752,1-2 0,1 0 0,1-1 0,0 0-927,1-2 0,0 0 927,0-2 0,1 0-45,4 3 0,2-1-178,-2-4 1,2-1 42,-2 0 0,1-3 238,10 3-778,-10-13 347,-2-3-1156,0-4 1529,0-2 0,5-7 0,2-3 0</inkml:trace>
  <inkml:trace contextRef="#ctx0" brushRef="#br0" timeOffset="181251">17476 2858 10681,'-5'-8'630,"2"1"-361,0 1 1,0 1 0,1 0 270,1 1-360,0-3 90,2 2-91,0-2 1,2 2-90,0 0 90,3 0-90,0 0 0,2 1 0,0 1 0,1 0 0,1 3 0,0 1-90,-1 1 90,4 8 0,-5 1-90,1 5 90,-6-1-90,-3 3 0,-4 3 0,-2 3-955,-4 4 955,-2-2-90,-1 0 0,-1-2 0,1-1-203,0-1 203,1-3 0,2-3 90,1-3-90,2-2 90,1-2-90,1-2 90,1 0-90,0-3 846,2-1-756,4-9 0,5-6 0,2-3-265,4-5 265,-1 3 0,2-4 0,0-1-90,9-11 90,-5 7-1612,6-7 1612,-7 11 0,0 1-61,6-4 61,-8 9-90,1-1 90,-8 10 0,-2 1 0,-2 4 404,0 5-404,-3 2-90,-4 19 90,-2-2 682,-4 12-682,1-5 0,-1 1 0,1 1 0,1-2 0,1 1 0,1-2 0,2-2 0,1-3 68,2-4-68,1-2 0,2-3-180,0-2 0,3-2-539,4 2 1185,-1-6-1185,4 1-900,-2-5-180,0-2 1799,1-1 0,7-4 0,1 0 0</inkml:trace>
  <inkml:trace contextRef="#ctx0" brushRef="#br0" timeOffset="181490">18141 3128 13469,'-7'8'720,"0"2"-540,1-1 0,-2 2-90,-1 3 90,-1 3-580,-1 1 490,0 3 0,-2 1-90,1 0-180,0-1-90,1-2-269,2-1-91,2-3-401,1-2-318,2-2-1928,1 0 3219,2-3 0,1 0 0,2-4 1</inkml:trace>
  <inkml:trace contextRef="#ctx0" brushRef="#br0" timeOffset="182165">18365 2885 11400,'2'-8'1350,"0"0"-631,0 4 541,-1 0-361,0-2-539,-6 16-270,0 3 0,-4 11 90,1 7-180,2-10-259,0 6 169,3-10 0,0 1 1,2-3-1,0-1-90,1-1 90,1-2-90,1 0 0,2-2 0,0-1 258,2-1-168,1-2-89,0-2 89,1-1 0,1-2-90,0-2 90,2-1 90,1-3-90,0 0 0,-1-3 0,0 0 90,0-2-90,-1-1 90,0-2 0,-1 0 0,-1 0-90,0 2 90,-1 0 0,-1 4 0,-2 0 0,0 2-90,0 2 90,-2 7 0,-2 3 0,-4 20 0,-1-2-678,1-3 1,0 0 677,-3 18 0,3-17 0,-1 0 0,1 1 0,0 1 0,-1 0 0,0 0-794,0 0 0,0 1 794,1-1 0,-1 1 0,1-1 0,0 0 0,0 0 0,1 0-584,0-1 0,0 1 584,0-2 0,0 2-426,0 4 0,1 0 426,-2 14 0,3-19 0,0-1 0,0 2 804,0-4-804,1-4 0,0-3 1323,-1-3-1412,0-2 1410,1-2-1501,-2-3 1514,-5-11-1424,1 0 1,-4-10 89,4 4-90,-1-1 90,-1-4-90,2 0 90,-1-1 0,2 2 0,2 2 0,0 0 0,1-4 90,2 5-90,1-5 0,2 5 0,2 0 0,3-2-511,4-1 511,3 0-90,3-2-89,0 3-91,2-1-180,1 1-1282,0 0 23,2-1-270,0 1 1979,0-1 0,-5 3 0,1-1 0,1-1 0,-1 0 0</inkml:trace>
  <inkml:trace contextRef="#ctx0" brushRef="#br0" timeOffset="182406">18855 3048 11940,'2'-10'450,"1"2"-360,2 6 0,1-1 90,1 0-180,1 0 90,2-1-90,4-2-180,-3 2-180,3-2-180,-6 3-2068,2-3 989,-3 0 1619,1-1 0,-2-2 0,-1 0 0</inkml:trace>
  <inkml:trace contextRef="#ctx0" brushRef="#br0" timeOffset="182648">18938 2838 10321,'-6'-5'990,"-2"6"-901,5 2 1,-2 6 90,4 1-90,-2 2 0,0 3 0,0 1-90,0 2-165,0 1 255,0 1 0,0 0 0,1 8-90,1-7 0,0 5-180,2-2-90,0-7-90,1 5-179,1-10-1080,0-2-180,2-2 1799,0 0 0,5 0 0,1-1 0</inkml:trace>
  <inkml:trace contextRef="#ctx0" brushRef="#br0" timeOffset="183082">19101 2914 11221,'-4'-6'1079,"1"0"-809,1 2 359,0 0-179,0-1-90,1 0-90,3-4-90,-1 2-90,4 0 0,-2 2 0,1 0 0,1 1-1,1-1 1,0 0-90,1-1 90,2-3 0,1-3-90,1 0 90,0-4-90,-4 6 0,1-3 0,-4 6 0,-1 1 0,1 0 0,-1 1-90,0 2 90,0 5 0,-3 3 0,0 7 0,-3 3 0,-1 6-419,-1 2 419,-1 6 0,0 0 0,0 1 0,0 0-90,1-1-545,0-3 545,2-1-3042,1-5 3042,0-2-90,2-1 0,0-1-270,2 4 90,0-6-89,1 2 171,0-8-2330,1 1 532,0-4 2076,1 1 0,1-2 0,1-1 0</inkml:trace>
  <inkml:trace contextRef="#ctx0" brushRef="#br0" timeOffset="183303">19092 3232 11760,'5'5'810,"0"-1"-720,4-5 90,-1 0-90,1 0 90,2 0-180,1-2 0,3 0-180,0-2-270,2 1-90,-1-1-359,-1-1-720,3-3-270,-1-1 1889,2-5 0,1-3 0,0-4 0</inkml:trace>
  <inkml:trace contextRef="#ctx0" brushRef="#br0" timeOffset="183625">19389 2467 10861,'-3'-6'1079,"6"11"-989,1 1 90,11 22-90,-1 6-2292,1 4 2247,-7-15 0,-1 0-45,2 15 44,-4-17 1,1 1-45,-2-1 0,0 1 45,1 1 0,0-1 64,-1 1 0,-1 0-109,0 0 0,0 0 45,-1-2 0,0 1 0,-1 9 0,0 0-813,-1-7 1,-1 0 767,0 8 0,0-1 45,-1-8 0,-1 0-117,-2 18 72,-3-3 0,3-16 0,0 1-180,-4 9-180,-2 5 384,3-12-1643,2-8 1692,-1 2 1,6-11-1,1 0 1</inkml:trace>
  <inkml:trace contextRef="#ctx0" brushRef="#br0" timeOffset="183882">19913 2971 11580,'-7'-3'1350,"0"-1"449,4 2-1620,4-2-89,1 2 90,6 0-90,-1 1 0,3-1 0,2 0-180,1 0-90,4-1-179,1 1-181,4-3-180,0 2-1200,4-3-59,-2-1-899,4 0 2878,-1-2 0,7-1 0,1-1 0</inkml:trace>
  <inkml:trace contextRef="#ctx0" brushRef="#br0" timeOffset="184324">20756 2587 11490,'0'-13'-179,"1"1"358,-1 1 1,1 2 90,-1 1-90,-1 0 90,0 2-90,-1-1 0,0 1 0,-1 1 0,0 0-91,-1 1 1,-1 2 90,-2 1-90,0 2 0,-1 1 0,-1 3 0,-1 2 0,-5 8 0,2-2 0,-9 18-90,9-11-746,-2 11 746,7-7 90,1 1-90,1 3 0,2 0 90,0 2-90,2 1 0,2-7 0,1 3 0,2 4 0,1 2 45,-1-1 0,2 1-566,1 1 1,1-1 520,-2-10 0,1 1-1000,4 9 1,-1 1 999,-1-9 0,-1 0 0,2 7 0,0 0-849,1 5 849,-2-2-197,-2-5 197,0-3 406,-3-4-406,-1-4 1797,-2-4-1797,-2-2 1067,-2-2-1247,-6 2 0,0-5-89,-4-1-1,2-4 1033,0-1-1213,-2-3-719,-6-1-540,4-1-540,-4-3 2249,7 0 0,-2-5 0,-1-2 0</inkml:trace>
  <inkml:trace contextRef="#ctx0" brushRef="#br0" timeOffset="184549">20635 3040 11400,'0'4'1350,"0"-2"-1170,10 0 0,5-3-450,8-3-90,1 1-180,5-4-629,-5 2-2069,14-8 2836,-8 2 1,-8 2 0,0-1 0,10-6 0</inkml:trace>
  <inkml:trace contextRef="#ctx0" brushRef="#br0" timeOffset="184881">21269 2508 10501,'-7'-8'360,"1"1"-180,1 1 90,1 1-1,1 0 1,1 1 270,0 1 0,-1-3-271,0 2-179,-2 2 0,1 5 0,-2 5 90,-6 14-90,1-1-45,-1 3 0,-1 2-1013,-3 9 968,5-10 0,0 0 90,-3 13-90,1-1 90,3 3-90,5-20 0,0 1 0,-1 19-1159,2 0 1159,3-2 45,3-8 0,1 1-90,0-9 0,1 2-180,4 15 0,2 1 45,-4-18 0,2-2-90,1 6 0,1-2-449,5 4-1884,0-5-5,3-4 2608,1-3 0,4-4 0,3-1 0</inkml:trace>
  <inkml:trace contextRef="#ctx0" brushRef="#br0" timeOffset="185598">21461 2803 10861,'-5'-6'-180,"2"-2"450,1 2 179,3 0-269,-1-1 0,2 3 0,-1-2 90,1 3-90,1-2 0,0 0 0,1 0 0,0 1 0,2-2-1,0 1-89,1 0 0,2-1 0,0 0 90,2-1-90,0 2-90,1-1 90,1 2 0,-1-1-90,0 2 90,4 0 0,-4 2-90,2 2 0,-4 3 90,-2 1-90,-2 3 0,-1 1 0,-2 3 0,-3 2 0,-1 2 0,-4 5-698,-2 2 518,-4 3-90,1-3 0,-2 1 45,1-4 1,0 0 134,-1 3 0,-1-1-90,-5 6 0,8-13 90,1-4 0,3-1-90,1-4 180,0 0-90,1-2 608,1 0-428,1-2 0,2-8-90,2 0 90,4-7-90,1 1 90,3-3-90,3-3 90,2-1-90,1-2 90,10-9-90,-5 6-292,6-6 292,-7 8-742,-1 2 742,0 0 0,-1 2-306,-3 3 306,-2 3 0,-3 3 0,-3 2 258,-1 4-258,-3 1 827,0 6-827,-4 1 345,0 5-345,-9 12 0,-4 10 0,-1 2-386,-1 3 386,5-13-722,1 1 722,1-2 0,2-2-246,2-4 246,2-2 0,1-1 0,2-1 258,1 1-348,1-2 731,3 0-911,2-2 275,1 0-454,3-1-181,2-2-899,3-1 1529,10-2 0,3 0 0,9-1 0</inkml:trace>
  <inkml:trace contextRef="#ctx0" brushRef="#br0" timeOffset="185841">22204 2968 10861,'-8'-3'450,"2"-1"-181,1 3 181,1-1 90,0 1-270,-1 2-90,0 1-1,0 3 1,1 0-90,0 2 90,-2 1-90,1 2 0,-1 1 0,-1 1 0,1 1 0,-1 2 0,1 1-90,-4 6-450,2 0 90,0-1-269,1-4-361,3-6-899,0-2-449,3-2 2338,0 1 0,3 1 0,0 2 0</inkml:trace>
  <inkml:trace contextRef="#ctx0" brushRef="#br0" timeOffset="186543">22379 2748 11221,'0'-9'269,"-1"1"181,0 2 0,1-1 539,-1 2-899,-2 7 0,1 1 0,-2 8 0,0-2 0,1 3 0,-3 9 0,-1 5-180,0 1-690,0-2 690,3-10-179,0 5-91,2-2 180,0-2-90,2-3 90,2-5-360,4 1 271,0-3 778,2 1-688,0-5-1,0 0 0,2-2-270,10-5 360,0-2 90,10-6 0,-10 0 0,0-3 90,-5 2-90,0-1 90,0-2-90,0 2 90,-1 0 0,-1 1-90,-2 4 0,-2 1 90,-2 2-90,0 2 0,-2 1 90,0 3-90,-1 3 0,-2 1 0,-1 4 90,-3 2-90,-3 8 0,-10 20 0,5-12 0,0 2-633,-1 1 1,0 1 677,-1 0 0,2-1-45,3-6 0,0-1 0,1 0 0,-1 1 0,-1 8 0,1 1 0,1-10 0,1 0 0,-2 7 0,1-1 0,0 5 0,1-2-527,0-3 527,2-4 0,0-5 90,0-4 0,1-2 90,-2-1-90,1-3 1191,-3-1-1191,1-5 510,-1-2-510,0-2-90,-3-2 90,0-1-90,-4-5 0,-1-2 90,-4-3-90,-7-6 90,8 6-433,-3-4 433,9 8 0,2 1 0,1 1 0,1 1 90,1 0-90,2 1 0,1 1 0,2-1 343,0 0-343,4 0-1,2-1-89,3-1 90,5-2 0,4-1-90,5-2-1214,2 0 1124,5-2-180,2-1-135,-7 3 1,2-2-91,-7 4 0,1 0-1143,5-5 0,1 0 648,-8 3 1,-2 1 989,1 0 0,1-1 0,5-6 0,1-3 0,1 0 0,0 0 0</inkml:trace>
  <inkml:trace contextRef="#ctx0" brushRef="#br0" timeOffset="186873">22898 2454 11041,'-3'-8'719,"0"-2"-179,1 4 270,1-2-451,2 4-179,3 2 0,1 3-90,4 5 180,5 11-180,-2 1-973,5 9 973,-5-1-90,-2 3 90,0 6 0,-4 5-45,-3-18 0,-1 1-837,0 1 0,0 0 837,-2 0 0,-1 2-45,1-2 0,-2 2 45,-3 11 0,-2 1 0,2-10 0,-1 0-45,-3 8 0,-1 0 0,3-11 0,-1-1 45,-1 0 0,0-1-45,0 0 0,0 0 0,-1-1 0,0 0 45,1-1 0,-1-1-269,0-1 0,1 0 224,-8 13-90,1-2-90,3-7-90,3-2-1068,-1 0 169,6-8-68,-1 0-1552,5-8 3191,2-1 1,7-2 0,1-1-1</inkml:trace>
  <inkml:trace contextRef="#ctx0" brushRef="#br0" timeOffset="187049">23600 3034 12300,'7'-7'630,"-1"0"-450,-1 2-1,-1 0 181,-2 2-3637,1 0 2567,-8 2 0,5-1 0,-6 3 1</inkml:trace>
  <inkml:trace contextRef="#ctx0" brushRef="#br1" timeOffset="192599">12569 4741 7714,'-1'-13'764,"-1"3"-601,2 2 281,-2-1-271,1 3 93,-1-3-92,1 3 93,-1 0-103,0 1 102,0-1 89,0 2-2,-2-3-92,0 3-88,-2 0-82,0 5 197,-15 16-169,5-3-639,1 1 1,0 1 635,-3 6 0,-3 6-89,4-3 87,2 4-98,0 2-19,4-1 81,0 2-90,4-1 90,2 0 89,2-2-12,3 2-22,1-4 42,2-1-72,6 8-31,-3-11 75,5 5-104,-3-12-206,0-3-18,2 0 30,0-3 58,0 0 30,0-3 1132,0-1-1019,0-2 78,1-2 35,2-1 83,-2-2 28,2-2 0,-5 0 27,1-3 14,-1 0-42,4-8-88,-5 3-155,2-6 11,-5 5-85,-1-1-57,-1-1-70,-1 1-69,-1 0-10,-1 0 42,-2-1-84,1 1 103,-2 1 26,0 0 12,-1 1 10,1 1 6,0 2 27,0 0 2,1 1-61,-1 1 88,2 1 48,-1 0-19,2 1 53,0-1-18,2 1 215,2 0 88,6-1 65,-1 2-28,4 0-29,-1 0 8,1 1-38,1-2-56,2 1-133,1-1-69,1 1-173,1 0 133,-1-1 5,-1 2 11,-1-1 2,-2 2-20,-1 0-8,-1 1 220,-1 1-35,-1 2-67,-1 0-97,0 6-237,-1 8 16,-2 3 39,-6 19 86,-2-10-557,1-8 1,-1 0 406,-1 11 72,0 0 93,0-1 239,1 0-655,1-2 600,0-4-263,4 0 0,0-1-139,1-1-210,0 1 1,3-2-2540,2-9 3042,2 0 1,4-6 0,0-3 0</inkml:trace>
  <inkml:trace contextRef="#ctx0" brushRef="#br1" timeOffset="193191">13090 5136 10502,'-1'-9'179,"2"2"-119,2 2 15,1 1 237,3-1-142,1 0 43,1 0-33,1-1-46,1 1 108,-1 1-4,0 0-95,-1 1-143,-2 0 65,2 4-38,-1 4-145,-2 8 62,-4 1-53,-3 6 31,-5 0 22,-1 2 7,-8 14-2033,-3 1 2090,0 0 58,0-4-710,1-2 714,7-12-113,-3 4 70,8-14-97,0 1 69,3-4 1893,4 0-1981,1-5 1106,6-5-984,-1 0 138,2-5-135,0 0-2,4-4-391,0-3 389,3-4 84,0-2-75,1-5-63,0-1-20,2-5-2582,0-2 2588,0 0 6,-1-2-699,-5 12 1,0 0 707,5-9-31,-5 8 0,0 2 43,-2 3 4,2-1 9,-8 14 5,-1 2 243,-2 3-224,-4 10-79,-3 11 25,-3 6 992,-3 9-989,1-7-4,1 3-7,0-1-6,0 12 825,3-13-767,-1 7-466,6-16 425,-1 0-7,3-1-105,4 6-11,0-6-11,5 1-96,-2-8-72,2-4 1172,1-1-1294,1-3-1958,9-2 2423,-4-2 1,13-5 0,-6-2 0</inkml:trace>
  <inkml:trace contextRef="#ctx0" brushRef="#br0" timeOffset="193365">13920 5044 9961,'7'-6'540,"-1"1"-270,-2 1 90,-1 2 629,0 0-449,0-1-90,-1 0-361,1 0-89,-1 1 0,2 0 0,0 0 0</inkml:trace>
  <inkml:trace contextRef="#ctx0" brushRef="#br0" timeOffset="195174">4846 2601 10321,'2'-8'990,"0"2"-811,4 2 181,2 0-180,1 0-90,5 0 90,1-1-90,4 0-605,5 0 605,5-1-1380,5 0 1380,6-2-45,-18 4 0,0 0 0,2-1 0,0 0-45,2 1 0,0-1 45,1 1 0,3 0-15,-1-1 0,3 1 0,0 0-1314,6-1 1,1 0 1313,-7 1 0,1-1 0,1 1-30,3 0 0,2 0 0,-2 1 45,4-1 0,0-1-45,-2 2 0,1-1 0,-2 1 0,-1 0 0,-1-1 45,3 1 0,0-1-45,-6 1 0,-1-1 0,2 1 0,1-1-696,-4 1 0,-1 0 696,0-1 0,-1 1 45,0-1 0,-1 0-45,-1 1 0,0-1-273,-2-1 0,0 1 273,-1 0 0,-1 1-40,3-1 0,-1-1 130,10-1 1002,1 1-1002,-19 1 1542,-4 2-1542,-2 0 1281,-2 0-1191,3 0 1389,-5 0-1569,1 0 1175,-3 0-1085,-1 1 0,1-1-180,-1-1-1889,1 0-450,-7 0 2429,0 1 0,-8 0 0,0 2 0</inkml:trace>
  <inkml:trace contextRef="#ctx0" brushRef="#br0" timeOffset="195641">6476 2206 10861,'-5'-9'809,"0"0"-359,3 5 0,0-1-360,4 3 0,1-1 180,8 4-180,-1 0-1,14 5 1,-7-2 0,8 4 0,6 1-90,-9-2 90,17 7 0,-20-6-336,4 1 246,-8-2 90,-1-2-90,-1 1 0,-1-1 90,2 2-90,-3-3 0,0 2 0,-4-4 0,-1 1 90,-1-1 156,-1 0-156,0 0-90,-13 4 0,3-1 0,-11 4 0,1-1-662,-3 1 662,-3 3 0,-1 0 0,-1 2 0,1 1 0,-8 9-90,7-5 0,-4 5-90,12-8-90,4-2-90,1-1-629,1 3 89,3-5-719,0 2-360,5-6 2144,0-1 1,3-1 0,-1 0 0</inkml:trace>
  <inkml:trace contextRef="#ctx0" brushRef="#br0" timeOffset="196339">7516 2129 10591,'2'-10'450,"-1"1"-270,3 4-1,0 0 1,0 1 0,1-2-90,1 1 0,1-1 90,1 0 0,5-3-90,-2 3 0,3-1-90,-4 3 180,2-1-180,-2 3 90,1 0-90,-4 3 90,2 3 0,-3 2-90,0 3 0,-4 1 90,-7 14-90,-1-4 0,-4 11 90,-3-7-630,0 1 540,-3-1 0,0-1 0,-1 0 0,0-2 0,-5 4 0,8-8 0,-2 2 0,8-10 0,2-2-90,1 0 90,0-1 0,9-7 90,-1 0-90,9-9 0,0-1 0,3-3 540,3-3-540,10-10 0,-11 10 0,1 0-693,-2 1 1,0 0 692,2-1 0,-2 1 0,5-5-805,-1 1 805,1 0 0,-2 1 0,0 2 0,-3 1-180,-2 3 180,-3 2 0,-2 3 0,-2 2 1231,-1 2-1231,-1 1 910,-2 6-820,-2 1 138,-3 6-228,-4 6 0,-3 3 0,-8 16 0,2-7-1033,-3 9 1033,5-12 0,1-1 0,2-1 0,1-3 0,3-4 0,1 0 0,3-3 0,0-2 90,2 3-90,3-4 0,1 0 1123,2-4-1123,2-2 0,2-1-90,3-1-179,2-1-1,0-2-90,3-1-701,2-3 252,2-1-810,3-2-270,-1 0 1693,0-2 1,3-2 0,1 0-1</inkml:trace>
  <inkml:trace contextRef="#ctx0" brushRef="#br0" timeOffset="196540">8444 2145 15538,'8'0'-820,"-6"3"1,-9 2 0,-6 1 0</inkml:trace>
  <inkml:trace contextRef="#ctx0" brushRef="#br0" timeOffset="198031">441 3259 9691,'2'5'360,"1"8"-180,0 14-90,2 7 90,0 3-1279,-2-16 1,1 0 1188,-1 3 0,1 0-45,1 2 0,-1 0 45,1 1 0,-1 1 0,1 2 0,0-1-45,1 5 0,-1 0-1176,0-2 0,0 1 1176,1 5 0,-1 3 15,0-4 0,-1 1 0,0 0-30,0-7 0,0 0 0,0 1-1,0 8 1,1 1 0,-1-1-403,-1-10 1,0-2-1,-1 0 373,1 1 0,-1-1 0,1 2 30,-1-1 0,0 1 0,1 0-30,-2-1 0,1 1 0,-1 0 30,1-1 0,0 1 0,-1 0-181,1-1 1,-1 0-1,0 0 151,0 11 0,1-1 45,-1-1 0,1 0-15,-1-7 0,0 1 0,1-1-297,-1 1 0,1-1 0,0 1 267,-1-2 0,1 1 0,0 0 30,0 1 0,0 0 0,1-3 120,-1-4 0,0-3-150,0 7 0,1-2 1119,0 4-1119,1-4 617,-1-3-527,-1-6-90,0-3 2431,0-3-2431,-1-1 1838,0-1-1838,0-1 885,0-2-1065,0 0 0,-1-1-360,0-1-809,0 1 1349,-1-1 0,1-2 0,-1-1 0</inkml:trace>
  <inkml:trace contextRef="#ctx0" brushRef="#br0" timeOffset="198489">486 5289 9512,'-7'-5'359,"0"1"-179,3 1 90,1 1 0,-1 0-270,4 7 90,1-1-90,3 8 90,3 6 0,0 0-90,3 10 0,-2-7 90,3 11-90,-3-9 90,2 5-1033,1 2 943,-4-10-362,4 7 452,-4-12-90,-1-1 0,0-2 0,0-2 0,2 2 90,-1-4 816,2-1-906,-4-4 399,1-3-399,0-1 0,1-3 90,1-1-90,0-2 0,2-3 0,-2-2 0,2-2-420,-1-3 420,1-3-90,0-5 1,0 0-1,-1-3-1097,-1 0 1007,-2-2 0,0 1-90,-1-1-89,-1 0-553,0 4-258,-2 0 1170,1-5 0,0 1 0,1-8 0</inkml:trace>
  <inkml:trace contextRef="#ctx0" brushRef="#br0" timeOffset="199390">236 4542 9062,'1'-8'360,"0"-1"-180,-1 5-1,1-2 1,1 3-180,0 4 90,2 7 0,0 8 0,0 0 0,2 12-90,-1-10-332,0 6 332,0-6 90,-2-2-90,2 1-52,-1-3 142,0 0-90,0-3 0,0 1 0,0-3 0,0 1 331,-1-2-331,1-1 53,-2-1-53,1-2 0,0-1 90,1-2-180,1-4 90,0-1 0,0-4 0,-1 1 0,0-7 0,0 2 90,0-5-180,-2 2 90,0 1 90,-1-1-90,-1 0 0,1 1 0,-1-1 0,1 2 0,-1 2 0,0 1 0,0 1-90,0-1 90,1 3 0,0 0 0,3 7-90,-1 3 180,1 6-90,0 3 0,4 15 0,-2-1-1042,2 11 1042,-2-7 0,-2 3 0,1 0 0,-1 2 0,-1 0-1217,0 0 1127,-1 1 90,0-1 0,-1-1-90,-1-3-59,0-3-31,-1 6 0,0-10-298,0 5 388,-1-11-90,1-2 933,-1-2-843,-1-1 1373,1-2-1373,-1-1 73,-1-2 17,0-1 418,-1-1-508,0-1 90,-1-1-90,-5-1 0,2-1 90,-3-1 0,2-2 0,-1-1 0,-10-6 90,2-2-90,-3-4 0,5-5 0,10 5 0,-1-8 0,7-8-90,3 3 0,3-12-1482,3 5 942,3-2-382,-4 16 0,0 0 787,0 0 0,0 0 225,1 0 0,0-1 0,3-7 0,1-2 0,1-2 0,-1 1 0</inkml:trace>
  <inkml:trace contextRef="#ctx0" brushRef="#br0" timeOffset="202789">1266 2781 6723,'-3'-7'720,"-1"1"-360,2 3-181,-1-1 1,1 1 0,-1 0 0,-1 0-90,0 2 0,0 1-90,-1 2 90,0 4-90,2-1 0,-2 4 90,2-2-90,0 0 0,1 0 0,1 1 0,0-1 90,1 0-90,1 0 0,1 0 0,1 2 0,1-2 0,2 1 90,-1-3-90,0-2 0,1 0 0,0 0 0,1-2 0,0-1 0,0-1 0,0 0 0,0-1 90,1-1-180,0-1 90,2-2 0,-3 0 0,4-4 0,-7 4 0,1-3 90,-2 4-90,-2-2 0,0 2-90,-2-1 90,0 0 0,-1 0 0,0 0 0,-2 0 0,1 1 0,-2 0 0,-3 0-90,2 2 0,-3 0-90,3 3 0,-1 1-90,0 0-539,1 3 269,-1 0 540,2 1 0,-3 3 0,0 0 0</inkml:trace>
  <inkml:trace contextRef="#ctx0" brushRef="#br0" timeOffset="203609">3146 2696 7892,'1'-6'270,"0"-1"0,0 3 90,-1-2-90,1 1 90,-1-1 269,0 0-629,-1 15 90,1-5-90,-2 17 0,2-10-180,-1 3 0,1-3-89,0 0-271,0 0-450,1-1 990,0 2 0,3 1 0,0 3 0</inkml:trace>
  <inkml:trace contextRef="#ctx0" brushRef="#br1" timeOffset="204631">5055 2648 12430,'6'-6'1897,"0"1"-1375,-2 1-267,-2 2-25,2-2 34,-2 2-93,2-1-37,0 1 146,1-1-258,0 2-66,0-1-107,0 1 43,1 0-96,0 0 31,2 1-131,-1 1-5,2 0 19,-1 1 64,-2 1-110,1 1-152,-3 1-42,-2 1 52,0 0 47,-2 4 98,-4 3 248,0 0 201,-4 1 59,2-5 203,-1 2 160,1-2-294,-2 3 106,2-4-153,0 2-34,2-5-126,1 0-179,1-1 17,0 0 15,4 0-549,1-2 76,3 0 295,0-3 64,7-1 114,-2 0 12,11-2 32,-7 1-6,4 0 532,-5 1-420,4-1-499,-5 0-51,4 0 512,-8 1 1,5 0-1,1-1 1</inkml:trace>
  <inkml:trace contextRef="#ctx0" brushRef="#br0" timeOffset="205607">6891 2472 7982,'-6'-4'1350,"1"-1"-1080,4 0-181,3-2 1,1 1 0,3-1 0,-1 3 0,3-2 0,-1 3 0,5-2-90,-2 2 0,3 0 90,-3 1-90,0 1 90,-1 0-90,3 1 0,-3 2 0,1 0-90,-3 0 90,-2 1 0,0 0-90,-2 1 0,-1 4 0,-1-1 0,-3 3 90,0-3-90,-2 1 0,0 1 90,-1-1 0,0 0-90,0 0 90,1-1 0,0 0-89,0-1 89,1 0 0,1-1 0,1 0-90,0-1 90,2 2 0,0-2 0,3 2-90,0-3 90,1 1-90,2 0 90,-1 0-180,4 3 90,1 1 0,-1 1 0,-1-1 90,-5-2-90,0 1 90,-2 0-90,-1 0 90,-2 1-90,-1 0 90,-2 0 0,-1 1 0,-3 0-90,1 0-90,-2 0-90,0 0-449,1-1 179,1-1 540,1-1 0,2-1 0,0-1 0</inkml:trace>
  <inkml:trace contextRef="#ctx0" brushRef="#br0" timeOffset="206540">8631 2314 8522,'5'-5'900,"0"0"-810,-3 7-90,0 2 90,-2 2-90,-1 3 0,-1-1 89,-1 2-89,0 1 0,-1 1 0,-1 1-89,-1 1-1,0 1 0,1-2 0,0 0 0,0-1-90,0 0 90,1-2 0,1 0 0,0-3-90,1 1 180,1-3-180,0 1 90,2-1 0,1-3 0,3-1 90,1-2 0,0-2 0,0-1 0,0-1 0,-1 0 0,1 1 0,0-1 0,-1 0 0,1 0 0,3-1 0,-2 1 0,3 0 0,-3 2 0,-1 1 0,1 0 0,0 0 0,0 0 0,1 1 0,-1 0 0,1 0 0,-1 0-90,1 1 90,-1-1-90,0 1 90,0-1-90,-1 0 90,0 0 0,0-1-89,-1 1 89,0-1 0,-1 0 0,0-1 0,0 1 0,-1 0 0,0-1 89,1 0-89,-1 0 90,1 0 0,-1 8 0,-4 5-90,1 5 0,-4 4 90,1-1-180,-1 10-899,2 5-357,0-1 1346,3-3 0,1-3 0,2 1 0</inkml:trace>
  <inkml:trace contextRef="#ctx0" brushRef="#br0" timeOffset="209948">3173 2892 6813,'3'-6'1889,"-1"0"-1079,-1 0-361,-1 1-179,0-2-90,0 1-90,1-1 0,-1 2 0,1-1-90,0 1 90,0 0-90,1-1 90,-1 1-90,0-2 0,-1 2 90,0-2-90,1 2 0,-1-1 0,-1-3 0,0 2 90,-1-3-90,1 2 0,-2-4 0,1 2 0,-1-3 0,0 4 90,0 0-90,-1 0 0,0 0 0,-2-4 0,2 3 0,-2-1 0,1 3 0,1 1 0,-2 0 0,0 0 0,-1 0 0,0 0 0,-2-1 0,1 2 0,-1-1 0,-1 1 0,0 1 0,-1-1 0,-1 2 0,0 0 0,-1 0 0,0 1 0,-1 0 0,-1 0 0,-8 0 0,-5 1-90,-1-1 180,0 2-180,7 2 90,-13 0 90,-5 3-1453,0-1 1363,3 2 0,16-2-291,0 0 291,1 1 0,-3 0 0,2 0 0,-1 1 0,2-2 0,2 1 0,-1 0 0,-5 2 0,4-1 0,-4 2 0,7-2 0,0 1 0,-1-1 0,-9 6 0,-5 1-952,0 1 952,1 1 484,9-4-484,2-1-102,0 2 102,0-1 0,-1 2 0,2-2 0,-1 2 0,1-1 0,-1 2 0,1-2 0,0 1 0,3-2 0,-1 2 0,-3 2 0,5-3 0,-4 3 0,7-4 0,0 0 0,-5 5 0,5-3 0,-4 2 0,6-3 0,0 0 999,1-2-999,0 2 0,-3 2 0,3-2 679,-2 3-679,3-4 0,1 0 0,0 0 456,1 0-456,-1 0 0,1 0 0,0 0 0,-2 5 0,2-4 0,-2 4 0,3-5 0,1 0 0,0-1 0,0-1 0,1 1 0,-1-1 0,1 0 0,0 0 0,1-1 0,-1 0 0,2-1 0,-1-1 0,0 1 0,1-1 0,0 0 0,0 1-90,0-2-180,0 3-90,0-3-809,0 2 1169,1-1 0,2-3 0,2 0 0</inkml:trace>
  <inkml:trace contextRef="#ctx0" brushRef="#br0" timeOffset="210625">2266 2964 8792,'7'-2'630,"0"0"-450,-3-1-1,1 1-89,0 1 0,2-2 90,1 0-90,2 0 0,2-1 0,2 0 0,1-3 90,15-3-180,-6 1 90,11-3-772,-11 4 772,-2 0-90,-2 2 90,-3 1-90,-2 1-90,-3 1 0,0 0-360,2 0-359,-1 1-361,-2 1 1340,-3 1 1,-3 2 0,-1 0-1</inkml:trace>
  <inkml:trace contextRef="#ctx0" brushRef="#br0" timeOffset="212017">4867 2915 8882,'2'-8'720,"-2"1"-451,1 1 1,-2 0 0,0 0-180,0-1 0,1 2 90,-2-1-90,1 1-90,-1 1 90,0-1 0,0 1-90,-1-1 90,0-1-90,-1 1 90,-1-2-90,0 1 90,-1-1-90,0 0 89,-1 1-89,-2-1 0,0-1 0,0 0 0,-2-2 90,0 1-90,-4-2 0,-2 0-502,-4-2 502,-2 2 0,-2-2 0,-2 2 0,-1-1 0,7 5 0,-1-1-90,-11-3 90,11 4 0,0 0-1180,-8-2 1135,9 3 0,-1 0 45,-6-1 0,0 1 0,6 1 0,0 0 0,-2 0 0,2 1-503,-5 1 413,7 1 314,-5 1-224,9 0 90,1 2-180,0 0 180,1 1-90,-5 2 0,-2 2 0,1-1-90,3 2 90,6-2 1228,0 0-1228,1 0 595,1 0-595,-3 1 229,4-1-229,-3 2 0,1 0 0,2-1 0,-1 2 0,3-2 0,0 0 0,0 0 0,1 1 0,0 0 0,0 0 0,1 0 0,-1 1 0,2-1 0,-1 1 0,0 0 0,0 0 0,0 0 0,1 1 0,-1-1 0,1 1 0,0 0 0,-2 4 0,2-4 0,-1 4 0,1-5 0,1-1 0,-3 4 0,2-3 0,-1 1 0,2-3 0,-1 0-90,0 0 0,0 0 0,0-1 0,1 1-90,-1-2-174,0 2-363,-1 0-630,1 0 1368,-1 2 1,3-5 0,0 0-1</inkml:trace>
  <inkml:trace contextRef="#ctx0" brushRef="#br1" timeOffset="212626">4056 2987 9961,'8'-2'399,"1"0"-209,-4 0-80,2 0 76,1-1-90,3-1-4,3-1 0,1 1-80,3-1-423,3-1 459,0 1-98,0-1 94,-2 3-92,-1-1-40,-1 2-48,-1 0 0,-2 0-44,-1 1 0,-2-1-449,2 1 89,-5 0-539,1 2 1079,-4-1 0,-2 4 0,-1 0 0</inkml:trace>
  <inkml:trace contextRef="#ctx0" brushRef="#br0" timeOffset="213772">6690 2853 8882,'8'-1'1349,"1"0"-809,-5 0-360,0-2 180,-1 0-91,-1-1-179,0 0 90,0-1-90,0-2 0,-1 2 0,-1-2 0,-2-3 0,0 2-90,-1-4 0,-1 4 90,1 0-90,-6-4 90,-2-2-90,-3-1 0,-3-1 0,1 3 0,-13-7 0,5 6-2688,-9-7 2688,8 9-495,4 3 1,0 0 494,-11-4-45,10 6 0,0-1 45,-8-1 0,1 3-10,-1-1 10,0 3-70,3 1-338,2 1 340,1 1 89,2 3 2049,-15 1-2136,9 1 279,-9 2-19,12 0 15,1 0-88,0 1 93,-1 1 18,1 0-14,0 0-85,-11 6-454,6-3 274,-8 5 78,10-4-4,0-1-3,0 2 0,0-1-2,1 1 2,1-1-469,1 0 377,4-1 82,2-1 7,3-1 1062,2-1-794,2 0 15,0 1-18,3-2 903,1 2-1065,2-2 614,-1 5-891,3 0 11,0 0-454,4 2 55,1-5-121,1 1-284,2 0 72,-1-2-526,2 2 507,-3-5 819,1 0 0,2 0 1,-1 1-1</inkml:trace>
  <inkml:trace contextRef="#ctx0" brushRef="#br1" timeOffset="214166">5925 2980 12658,'7'-3'123,"-1"-1"-18,-1 2-70,-1 0-33,1 0 92,1 0-36,2-1-74,2 0 42,3-1-81,2 0-25,5-2-133,13-3-125,-4 1-1635,8-1 1659,-12 3 302,-2 1 0,4-3 0,-1 0 0</inkml:trace>
  <inkml:trace contextRef="#ctx0" brushRef="#br0" timeOffset="215415">8529 2802 8702,'-7'1'3276,"2"-3"-3134,3-4 38,2 0 0,1-5-90,-1 0 0,0-2-90,-2 2 0,-1 2 90,-1-1-90,0-1 0,-4-1 0,-2-2-114,-3-2 114,-3-1 0,-1 0 0,-2 0 0,-2 1-1388,-3 2 1388,-2 1 0,-1 1 0,-2 2 0,0 1-883,-1 1 883,1 2 0,2 2 0,1 2 0,3 1-426,-2 2 426,-2 1 0,0 2 0,-1 0 0,3 0 0,-1 2 0,4-1-370,1 1 370,-1 2 1119,-7 2-1209,-1 3 90,2-1 89,4 0-89,10-4 651,-1 0-741,2 0 90,0 1 0,1 0-90,1-1 468,0 0-468,2 0 0,0 0 0,0 0 944,1 1-1034,0-1 90,1-1-90,0 1 0,1-1 1,1 1-271,-1 1 180,1-2 90,-1 1-90,3-3-90,0 0 1,0 0-1530,-1 1 1889,0-1 0,-1 3 0,1-1 0</inkml:trace>
  <inkml:trace contextRef="#ctx0" brushRef="#br0" timeOffset="215940">7979 2875 9062,'10'-6'0,"0"1"0,1 2-270,16-3-270,-1 0-135,4-1 1,3 0 205,-12 3 1,1-1 0,16-6 0,3 0 0,-9 1 0,1 0 0</inkml:trace>
  <inkml:trace contextRef="#ctx0" brushRef="#br1" timeOffset="219050">13860 5093 12043,'3'3'1766,"-2"-2"-2069,12-5 1357,-4 1-404,1 0-167,0 0-53,2-1-59,11-2 13,-8 2 88,9-2 418,-11 4-4167,0-1 3237,-2 1-542,3 0 193,-5 2-968,2-1-86,-7 2 1390,0 1 0,-2-1 1,-2 0-1</inkml:trace>
  <inkml:trace contextRef="#ctx0" brushRef="#br0" timeOffset="219281">13898 5338 9512,'1'8'-90,"2"-1"90,0-5 0,1 1 90,2-2-90,4 0 24,7-1 86,1-1-176,3-1 88,-4-1-175,2 0-264,0 0-454,3-2 856,0-1 146,2-1 0,3-1 0,0 0 0</inkml:trace>
  <inkml:trace contextRef="#ctx0" brushRef="#br0" timeOffset="219665">14662 4614 7982,'-4'-8'180,"1"1"0,1 1-90,3 0-90,1 1 90,3 0-90,0 2 90,8-1 0,-2 1-90,6-1 0,-1 1 90,14-2-180,-3 2-1280,11-2 1280,-7 1-90,-9 1 0,0 1-90,11-2-449,7 0-242,-16 1 961,-6 1 0,2-1 0,0 1 0</inkml:trace>
  <inkml:trace contextRef="#ctx0" brushRef="#br0" timeOffset="220342">14745 4554 7713,'-7'-1'449,"0"0"-359,1 0 270,1 0-270,-2-1 360,3 1-360,-1 2 0,3 1 0,-1 3 0,3 2 0,1 3-1,0 5 1,2 8 90,1 9-3392,-1 10 3302,-1-17 0,0 2 45,0 3 0,-1 2-730,0 7 1,-1 2 684,0-12 0,0 1 0,0 1-635,0 4 0,-1 1 0,0 0 634,0 2 1,0 0 0,0 0-435,0 2 1,0 0 0,0 0 389,0-9 0,0 1 0,1-1 0,-1 1 0,0 0 0,0 0 0,1 0 0,-1 1 22,0 0 0,1 0 1,-1 0-1,1 0-22,0 0 0,0 1 0,0-1 0,0 0 0,0 1 0,0-1 0,1 1 0,-1-1-83,1 1 0,0-2 1,0 2-1,1 1 110,-1 2 0,1 3 0,1 0 0,-1-1 0,1-1-27,0 0 0,0-3 0,0 1 0,1 2-9,-1-2 0,1 3 0,-1 0 0,1-1 0,0-2 123,0-3 1,1-3 0,-1 0 0,1 3-106,1 1 0,0 1 0,1 2 0,0-1 0,-1-2-32,0 1 1,1-3-1,-1 1 1,1 1-5,-1-1 0,1 1 0,1 1 0,-1 0 0,0-1 27,3 6 0,0 1 0,0-1 0,-1-2-45,1 2 0,-1-2 0,1 2 22,-1-3 1,0 2-1,1 0 1,-1-3 7,-1-2 0,0-2 0,-1 0 0,1 0 0,-1 0 0,0-1-207,0 0 0,0 0 0,-1-1 207,0-1 0,0-1 0,0 0 16,-1 0 0,1 0 0,-1-1-1,1 9 0,0-1 354,0 0 1,-1-2-355,-2-3 0,0-1-45,0-1 0,-1 0 45,-1 7 0,0-1-45,0-9 0,-1-1 328,0 5 0,-1-1-238,-1 4-90,0-4 1804,-2 6-1715,1-11-89,0 2 0,1-13 2184,1-5-2184,0-2 723,0 1-633,-1-2 1798,-1 0-1888,-2-4 0,1-2 0,0-2-90,2 0 90,1-2 0,2-1 0,2 1 0,1-1-90,1 1 90,1 1-90,5-2 90,0-1-90,6-2 1,2-1-91,17-6-1238,-2 2 1328,-11 5 0,0 0 0,-3 3 0,1-1-135,11-3 0,3-1-15,-9 5 0,1 0 1,0-1-854,3 0 1,-1-1 0,1 1 850,1 0 1,0 1 0,-1 1-703,8-3 0,-1 0-685,1 1 0,0 1 1629,-1-1 0,1 0 0,-7 2 0,1-1 0,0 1 0,1-1 0,0 0 0,0 0 0</inkml:trace>
  <inkml:trace contextRef="#ctx0" brushRef="#br0" timeOffset="221789">20443 4265 10231,'-7'-6'-629,"1"1"449,2 2 0,-1-2 180,2 1 0,-4-3 90,3 2-90,-2-1 90,2 1 0,0 0 0,-1 0-1,1 0 1,0 1 0,1 0 0,0 0 90,-1 0-90,3-1 0,2 0-90,3 1 0,6 0 90,7-1-90,6 1-409,6-3 499,7 1-1729,3 0 1639,-17 2 0,0 1 0,0-1 0,1 1 0,-1-1 0,1 1 0,0-1 0,-1 0 45,1 0 0,-1 0-45,1 0 0,-1 0-508,-1-1 1,0 0 507,17-3 0,-2-2 0,-6 3 0,-3-1-517,-3 2 607,-5 0 187,-3 2-187,-4 1 0,2-1 0,-6 1-90,3 0 90,-5 1 1298,2 2-1298,-3 1 1088,1 3-1178,-2 4 0,0 4 90,0 10-90,1 7 0,-1 12-797,-2-18 0,-1 2 797,1 3 0,-1 1 45,0 3 0,1 1-45,-1 6 0,0 1-874,-1-12 1,1 0 0,0 1 873,-1 4 0,1 0 0,0 0 0,-1 1 0,0 1 0,1-1-416,-1 1 1,1 0 0,-1 2 437,0 2 0,0 2 1,0 1-1,1-2-327,-1-8 0,0-1 1,0 0-1,0 1 323,0 0 0,1 3 0,-1-1 0,0 0 0,1-2-18,-1 9 0,1-3 0,0 1-89,0 0 1,1 1 0,0-1 118,0 1 0,0-1 0,0 1 30,1-1 0,0 0 0,0 0-60,-1-1 0,1 0 0,0 0-21,0-1 1,0 0 0,1 1 50,-2-2 0,1 0 0,0 0 0,0 0 0,0 0 0,0-1 0,0 0 0,0 0 0,-1 0 30,1-1 0,0 0 0,0 1-30,-1-2 0,1 0 0,0 2 15,0-1 0,0 1 0,0 1 0,0 0 0,0 0 0,1 0 0,0 0 0,-1 0 75,1 0 1,-2 0 0,1 0 0,0-2-99,1-1 1,-1-1-1,0-1 1,0-2-23,0 10 0,0-2 45,0-1 0,0 0-1,0-4 1,0 0-45,-1 0 0,1 0 45,-1-2 0,1 2 250,-1-4 1,0 1 0,1-2-296,-1 5 0,0-1 0,1 6 0,-1-1 45,0-14 0,-1-1-45,0 4 0,0 0 1139,1 9-1050,0 6 707,-1-20-796,-1-2 649,1-3-649,-1-1 2973,0 2-2973,-1-5 1015,1 5-925,0-9 684,0 3-594,0-4 17,-2 2-17,2-2-91,-2 2 1,1-4 0,-1 0 0,0-1 0,1 1 0,-1 0-90,-2-1-90,1-1 90,-8-1 90,-1 2-90,-3 1 0,-3 1-90,-16 2 90,1 0-966,8-3 0,0 1 921,3-1 0,-1-1-90,0 1 0,-1-1-45,-2 1 1,1-1-46,-2 1 0,0 0-955,-1-1 1,0 0 729,-1 1 0,0-1-225,-1 1 1,0-1-181,0 1 1,-1-1-91,1 1 1,0 0 944,2-1 0,-1 0 0,-9 1 0,-2-1 0,-2 1 0,1-1 0</inkml:trace>
  <inkml:trace contextRef="#ctx0" brushRef="#br0" timeOffset="225089">15061 4883 7892,'2'-7'900,"-1"1"-450,1 0-90,-1 1 269,0 1-269,1 0 90,0 0-91,2 2-269,1 2-90,-1 1 90,1 2 0,-3 0 0,-1 1-90,1 2 90,-1 0 0,1 4 0,0 0-90,-1 3 90,0-1-90,0 9 90,-1-4-90,1 6 0,-2-6 90,1 7-90,-1-4-336,0 4 336,0-8 0,1 6-359,1 0 179,0-2-180,1-5-90,1-6-180,1-1-809,1-1 90,1-2 1349,0-1 0,4 1 0,2-1 0</inkml:trace>
  <inkml:trace contextRef="#ctx0" brushRef="#br0" timeOffset="225542">15399 4937 10051,'4'-6'270,"-2"0"180,0 3 179,-1-2-539,-6 8 0,0 1 0,-9 12 0,6-2-90,-5 7 90,0 7-90,4-6 90,-3 14-700,8-18 610,0 6 90,3-10-90,2 0 0,0-2 0,3 1 0,1-2 0,3-1 0,1-2 0,2-1-90,11-1 90,-3-3 0,8-1 294,-3-5-294,12-6-1261,-7-2 1261,8-6 0,-14 0-799,-1-1 799,-2-2 0,0-5 0,-4 0 0,-7 5 0,-1 0 0,1-8 0,-4 6 0,-2-1 0,-4-5 0,-3-7 0,-2 10 0,-5 1 0,-1 3-343,-4 3 343,0 5 0,-2 2 150,-7 4-600,-5 4-90,-4 3-2737,-4 5 3264,14 0 0,-9 4 1,9 0-1</inkml:trace>
  <inkml:trace contextRef="#ctx0" brushRef="#br0" timeOffset="227749">16413 4716 9961,'3'-7'-629,"-1"1"449,1 1 90,-1 2-90,0-1 180,2 5 0,0 0 0,0 4 0,-2 1 0,0 2 0,-1 1 0,0 1 0,0 1 0,0 2 0,-1 2 0,0 2 0,1 0 0,-1 2 0,1 1 0,-1 2 0,0 0 0,0 2 0,0-2-565,1 1 475,1-1 0,1-2-360,2 9-270,0-9 181,3 6 437,-1-11 0,3 1 0,2 1 0</inkml:trace>
  <inkml:trace contextRef="#ctx0" brushRef="#br0" timeOffset="228248">16821 4696 8612,'2'-7'1439,"-8"6"-1349,1 2 90,-5 6-90,3-1 0,1 3-90,-1 1 90,0 1 0,1 2 0,-1 2 0,0 9-90,1-4 90,0 14 0,5-6-90,3 5 0,2-7 0,6 1 90,-1-12-90,3 2 0,-1-8 0,0-3 0,1-1 0,1-2 0,7-2 0,-4-2 0,5-2 0,-5-2 0,2-4 0,0-2 90,10-11-90,-1-8-867,-11 10 0,-1-2 867,-4 3 0,-2 1 0,7-20-1004,-9 9 1004,-1 0-703,-3 1 703,-3-2 0,-3 4 0,-1 0-344,-3 1 344,-1 5 1406,-2 2-1406,-7 0 0,3 6 0,-6 1 1039,4 6-1039,0 3-179,-2 3-91,1 1-90,-4 4-540,-1 1 69,0 2-69,1 2 956,2-1 0,-2 4 0,0-1 1</inkml:trace>
  <inkml:trace contextRef="#ctx0" brushRef="#br0" timeOffset="230689">18088 4631 8792,'0'-10'90,"0"0"90,1 5-90,-1-3 90,0 3 179,0-2-179,1 1 0,-1 0 180,0-1-90,-1 0-90,0 2 180,-1-5-1,-1 3-269,0-2 360,0 4-450,0 7 90,1 2-90,0 7 90,2-1-90,0 3 90,2 10-90,-1-4 0,2 8 0,-1-6 90,2 7-180,1 2-246,1-1 156,-2-5 0,0-8-90,-1-3-90,0 0 0,0-2-719,1 2-180,0-5 179,1 1 1080,-1-5 0,3 0 0,1 0 0</inkml:trace>
  <inkml:trace contextRef="#ctx0" brushRef="#br0" timeOffset="231156">18384 4542 9242,'-1'-10'270,"0"3"-91,-1 2-179,-2 4 90,0 1-90,-2 3 0,2 3 90,0 0-90,-1 3 0,2 1 90,-3 10-90,4-4 0,-2 7-231,3-7 321,1 1-90,2 9 0,1-6 90,3 6-90,0-9 0,2-1 0,0-1 0,3-2 0,0-1 0,2-1 0,0-2 90,1-2-90,1-2 0,-1-2 0,7-1 231,3-4-231,0-2 0,4-7 0,-12 1-270,4-4 360,-10 2-90,0-1 0,-3-3 0,-1-2 0,-3-1 0,-1-1-387,-3-1 387,-3-4 0,-2 0 0,-3-3 0,-3 1 0,-11-7-639,9 18 1,0 1 638,-15-13 0,1 8-398,9 12 219,3 3 333,1 3-424,0 2-270,0 2-539,1 2 449,1 1 630,0 2 0,-1 1 0,0 2 0</inkml:trace>
  <inkml:trace contextRef="#ctx0" brushRef="#br1" timeOffset="234257">19882 4412 10938,'7'-5'608,"0"5"-572,-4 2-470,0 3-51,-1 1 200,0 0 175,0 3-29,0 2-110,1 2-4,-1 3-6,-1 2 216,1 3 225,0-1-114,1 15-4,-1-9 79,2 9-112,-2-12 41,1-2-536,0-2 491,1 1-262,0-3-252,0 0-66,0-2-270,1-2 179,1-2 605,0 0 1,5 0-1,1 1 1</inkml:trace>
  <inkml:trace contextRef="#ctx0" brushRef="#br0" timeOffset="234731">20296 4529 8342,'2'-7'900,"-2"-1"-540,-2 5-360,-4 3 89,0 4 1,-1 5-90,1-1 90,0 3-90,0 3 90,0 0 0,0 3-90,1 0 90,0 1-90,0 0 0,1 0 90,2 0-90,1 6 0,1-7 0,3 5 90,1-8-90,2 0 0,2-2 0,7 2-90,-2-5 90,6 1 0,-5-7-90,0-1 90,2-3 0,1-1 0,1-1-90,3-3 90,9-8 0,-7-1-206,6-5 206,-12 1-714,-3-1 714,-2-2 0,-2-1 0,-3-3 0,-2 1 0,-2 0-89,-4-2 89,-3-1-1014,-2-3 1104,-3-1-90,-2 0 0,-2 3 0,-2 1-466,-1 6 466,-2 3 0,2 4 0,-1 5 0,3 4 161,1 5-341,1 1 613,0 5-793,0 2 332,1 3-692,2 2 720,2 1 0,0 6 0,2 1 0</inkml:trace>
  <inkml:trace contextRef="#ctx0" brushRef="#br0" timeOffset="234956">20889 4548 9422,'5'-4'899,"1"1"-449,-4 0-450,1 1 0,-2 0 0,0 1 0</inkml:trace>
  <inkml:trace contextRef="#ctx0" brushRef="#br1" timeOffset="238181">15178 5807 19162,'-4'-6'-3277,"0"1"656,0 3 3294,0 0 104,0 0 39,1-1-862,4-2 784,0 1-275,5-3 2073,1 4-80,0-1-519,2 0-224,-1-1 8,2 0 280,-1 1-929,1-1-589,0 1-654,-1 1 64,0-1-143,-1 1-12,3 1-325,-3 1-84,2 2-361,-4 1-369,2 3-447,-3 2-163,2 7 83,-5-2 414,-1 7 509,-7 14 587,0-7 411,-1 0 1,-2 0 562,-3 5-592,4-11 1,-1-1 1387,-3 7 68,0-1-428,-1-1-206,-2 6-338,5-9-421,-2 3 162,7-12-140,1-1-184,1-1 1093,2-2-1397,0 0-91,1-1-179,0-2 135,2 1-607,1-3-420,0 1 371,2-1 494,5 0 475,-3-2 202,5 1 258,-3-2 411,1 0 330,1-1 428,7-1-168,-3 0-451,6-2-308,-5 2-444,2-2-634,6-1-390,-4 1 245,4-2 661,-7 1 0,5-2 1,2-1-1</inkml:trace>
  <inkml:trace contextRef="#ctx0" brushRef="#br1" timeOffset="238656">15662 5928 18135,'-2'-10'-2543,"-1"1"1608,1 3 711,0 0-21,0 1 28,0 0 56,0 0 70,0 1-690,-2 0 525,-1 3 809,0 0 7,-2 5 886,1 0 89,0 3-47,-1 2-133,0 2 57,0 3-99,-1 1-762,2 3-330,-1-1-618,1 10-399,1-8 165,1 13 15,2-15 81,2 5-91,2-9-96,1 0-85,2-1-91,0-1-5,2-2-144,0-2 207,1-1 446,1-3 239,1-1 435,0-1 295,1-2 351,7-4 365,6-6 395,-2-1-51,5-10-134,-8-4-553,-2 2-312,-4-4-1084,-7 2 255,-4 5-344,-2-6-382,-6-6-312,-2 9-1258,-4-8 1232,0 12-193,0 5 90,-1 1 442,-6 1 376,5 7 1025,-5-1-270,0 8 411,4 2-27,-7 6 504,10-1-444,0 4 103,5-3-578,3 0 1,3 4-1,1 1 1</inkml:trace>
  <inkml:trace contextRef="#ctx0" brushRef="#br1" timeOffset="239414">16498 5791 17847,'-4'-8'-3277,"1"1"1903,2 0 1722,2 0 95,-1-1 2,1 1-8,1 2 51,0 0-428,1-1 1029,0 0 109,1-1-486,1 1 114,1-1 4,1 1-78,1 0 18,4-1-101,-3 3-206,4-2-201,-4 5-168,0 0-352,1 1-183,-2 3-320,0 1-445,0 7-461,-2 0 241,-2 15 374,-9 8 605,-1 1 23,-6 5-809,2-12 1423,-1-2 438,0 0-364,-1-1 689,2-4-587,1-1-147,3-4 41,0-2-160,2-2-173,0-2 960,1-1-1010,2-2 553,0 0-811,3-1 6,0-2-843,3-1 481,3-3 752,-1-1 234,4-2 109,-1-1 247,1 0 145,2-2 478,0 0 379,1-1-699,8-3-651,-3 1-279,5-2-588,-6 3-203,-1 0-327,-1 2-424,-1-1 145,1 1 1314,-1 0 0,4-2 0,1-1 0</inkml:trace>
  <inkml:trace contextRef="#ctx0" brushRef="#br0" timeOffset="239881">17076 5718 8522,'-2'-7'90,"0"1"0,0 0 0,-1 2 0,1 0 90,0 1 90,-2-3-180,-1 4 0,-1 0-90,0 3 90,-1 4-90,1 1 89,0 2 145,0 2-18,0 4 64,1 0-96,0 3 118,0 1 78,1 10-128,2-7 92,1 6-838,2-8 549,1-2-96,0 0 78,3-1-285,0-3-26,2-1-137,5 1 59,2-3 138,1-2 191,-1-4 164,-3-4 675,-1-2-349,2-3 129,0-1 54,1-1 66,-1-3-147,-1 0-83,-1-2-202,-1 0-207,1-10-159,-4 6-137,0-7-106,-4 7-117,-3-2-40,0 0-435,-2-2 459,-3-2 17,-2 0 25,-3-2 18,-5-1-35,2 8 36,-3 0 217,4 10 161,1 1 28,0 5 84,1 0-74,1 4 177,0 1 4,1 2-50,2 1 0,-1 5 0,1 2 1</inkml:trace>
  <inkml:trace contextRef="#ctx0" brushRef="#br0" timeOffset="240493">18091 5534 8252,'-6'-8'270,"2"1"-180,1 4 270,1-1 0,0 1-90,0-2 89,1 0-269,2 0 90,0 1-90,3 0 0,0 1 0,1 0 0,1 1 0,1-1-90,1 1 90,2 0-90,0 1 90,0 0-90,1 1 90,0 1-90,1 1 90,-1 0-90,2 1 0,-2 1 90,1 2-90,-1 3 0,-1 1 0,-1 3 90,0 8-180,-3 3 90,-2 1-877,-4-1 787,-3-5 0,-3 8 0,-1-3 0,-1 3 90,1-7-287,2-2 287,0-3-90,1 0 0,2-2 90,-1-1-90,2 3 0,1-5 90,1 3 0,2-7 769,3 2-764,-1-3 219,4 1-297,3-4 100,-1-2 4,4 0 1,-1-2 326,-1 0 13,3 0-93,0-2 108,2 0-193,0-1 95,2-1-186,-1 0-661,2 1 160,-3-1-550,-2 1 715,0 0 237,-2 1 0,5-1 0,2-1 0</inkml:trace>
  <inkml:trace contextRef="#ctx0" brushRef="#br0" timeOffset="240973">18624 5585 8612,'-5'-8'270,"1"1"-180,0 0 0,1 2 0,-1 0 0,0 2-90,-1-1 90,0 2 0,-1-1 0,1 1-90,-2 1 90,-1 2-90,1 1 89,-2 3-89,1 2 90,-4 8-90,1 6 90,0 2-90,5 1 0,3-8 90,3 8-90,2-7 0,3 6 0,2-8 0,1-1 0,1-2 0,3-2 0,-1-2-90,2-3 90,-1-1 0,8-3 0,-4-2 0,5-3 0,-3-4-513,1-1 513,1-4 0,-1-1 90,-2-2-90,-2-3 0,-2-2 0,-2-1 90,-2-3-90,-2-1 0,-3 0 0,-2 1-681,-3-1 681,-3 1 90,-3-1-90,-2 2 0,-3 4-408,-2 5 408,-1 3-70,0 4 70,0 5-179,0 2-91,1 4-180,-1 2-629,2 3 449,1 3 630,2 2 0,-1 7 0,1 3 0</inkml:trace>
  <inkml:trace contextRef="#ctx0" brushRef="#br0" timeOffset="241622">19920 5338 8432,'-9'-2'0,"0"-1"90,4 1 90,1 0 0,-3 0 90,3 0-180,-4-2 180,5 2-1,-1-2-89,2 0-90,2-3 0,3 2 0,6-1 0,-1 2 0,3-1-90,0 2 90,0 1-90,1 0 90,5 2-90,0 1 0,-1 1 90,2 6-90,-10 5 0,-1 2 0,-10 15 0,-5-5 0,-6 13-1572,1-6 1572,-2-1 0,1-1-745,1-2 745,0-2 0,1-1 0,-3 7 0,6-10 0,-1 4-90,6-9 90,2-5 1517,4 4-1427,2-7 800,4 0-980,-1-5 90,3-1 0,2-1 0,2-1 0,2-2 0,3 0-568,4-2 568,1-1 90,3-1-90,0 0-90,-1-1-227,-3 1 137,-1-1-450,5-2 90,-6 3-539,4-2 1079,-1-1 0,-2 0 0,6-3 0</inkml:trace>
  <inkml:trace contextRef="#ctx0" brushRef="#br0" timeOffset="242056">20461 5421 9152,'-2'-9'180,"0"1"0,0 1-1,1 0 1,-1 2 0,0-1 0,-1 1 0,1-1 0,-2 2-90,1-1 0,-1 2 90,-1 1-90,-1 1 0,-1 3-90,-1 2 90,-2 3 0,-1 6-1,-1 2-89,-1 6-569,2 1 569,1 4 90,2-1-90,2 0 0,1-2 90,3-3-90,2-1 0,1-2 0,2 1 90,2-2-90,1 0-90,1-3 90,2-2-90,6 0 90,-1-5 0,4 0 569,3-6-659,-4-2 90,17-10 0,-12 1-940,6-8 850,-9 2 90,-3-2 0,-1-2 0,1-12 0,-6 8 0,-1-8 0,-7 12 0,-3-2 0,-4-1 0,-3-1-90,-10-4-667,0 10 757,-7-1-90,-3 13-89,4 6-226,3 5 0,-1 2-944,-9 7 75,11-3 0,1 1 1274,-10 11 0,8-6 0,0 2 0,-2 2 0,1-1 0</inkml:trace>
  <inkml:trace contextRef="#ctx0" brushRef="#br1" timeOffset="243040">15365 6798 20961,'-2'-5'-3277,"1"2"811,10-9 5023,-1 6-351,4-3-789,-3 3-379,1-1-200,0 1 9,0 0 1222,2 0-327,-1 1-1619,0 0-412,0 1-58,-1 1-70,0 1-240,-1 1 100,0 0-112,-1 1-36,0 1-113,-2 1-245,0 1-128,-2 0-378,0 3 0,-2 0 227,-1 2 726,-3 1 505,-2 2 272,-2 2 451,-5 8 411,0-4 410,-3 5 310,2-7-169,1-1-466,3-3-406,-1 0-143,3-2-299,1-1-157,1 0-200,1-1-297,2-1-182,1-1-551,1-1-324,5 2-295,0-1 294,8 1 346,-5-2 231,4 1 275,-4-1 81,0 0 199,-1 1 303,0 5-220,-2 4 135,-2 2-116,-5 3 202,-3-3 256,-3 4 124,-2 1 417,-3 3 149,-2-1 528,-1-1-572,0-1 182,-1-1-255,1-2-337,-3 2-92,6-6-258,-1 1-359,7-8-851,2-1 1008,2-2 0,0-1 0,2-2 0</inkml:trace>
  <inkml:trace contextRef="#ctx0" brushRef="#br1" timeOffset="243490">15863 6752 15677,'0'-9'-610,"1"0"943,-1 5-482,-4 5 969,1 1 79,-4 9-543,1 0-274,0 3 59,-2 5-19,2 0 106,-1 2 128,0 2-679,2-2-171,0 1-385,2-1 611,1-3 1,1 0 80,1-2-103,1 1-317,5 4 150,0-6 3,4 3-36,-1-8-65,4-2 272,-1-3 180,3-1 112,0-3 285,12-2 193,-4-3-113,8-4 605,-6-2 62,-1-2-213,-1-3 19,0-1-120,-3-2-233,-1-3-190,-3 0-274,-1-3-308,-4-1 27,-2-2-213,-5 2-172,-3 0-284,-4 0-724,-4 0 678,-4-2 9,-3 4-22,-4 1-43,-2 4 408,-11 1 161,9 8 415,-7 1 131,13 8 966,2 3-636,0 3-71,1 2-403,3 2 129,1 2 119,3 1 1,2 5 0,1 3 0</inkml:trace>
  <inkml:trace contextRef="#ctx0" brushRef="#br1" timeOffset="244090">16687 6613 15012,'-3'-8'-2953,"0"1"2049,2 2 802,1-1 270,1 0 134,2 0 152,0 2 40,3-1-189,1-1 664,2 1 213,2 0-451,1-1-66,9-1-117,3 0-333,-1 1-169,-3 2-181,-7 2-153,-2 1-59,-2 2-73,-1 0-14,-1 1-71,-2 1-264,-1 2-108,-3 0 95,-1 1 427,-2 1 72,-2 2 173,-3 2 111,-3 2 276,-1 2 44,-8 9 314,7-9-281,-3 6-58,8-10-290,2-1 106,1 0-236,2-1-114,2-1-159,1 0-136,3-1-158,2 0-43,1-1 269,2-1 327,1 0-150,7 2 195,-4-2 154,4 1 121,-6-1 160,0 0-179,-2 0-186,3 4-146,-4 1-69,-2 5-128,-5-2 46,-8 7 94,0-6 130,-10 10-21,6-9 168,-5 4 63,6-6 13,0 0-183,2-2-242,1-1-190,2-2 485,2 0 0,1-4 0,1 0 1</inkml:trace>
  <inkml:trace contextRef="#ctx0" brushRef="#br0" timeOffset="244530">17155 6585 7892,'1'-6'1170,"-4"3"-1080,-3 4 0,-3 4 0,0 4 0,0 1 0,0 0 0,0 4-1,0 1-89,0 4 90,2-1-469,0 3 469,3-2-90,1 0 0,2-1-90,2 9 90,2-7-90,2 6 0,1-10-3187,0-2 3198,1-1-323,2-2 402,0-1 0,2-2-90,-1-3 332,1-1-242,-1-3 3232,2-1-3322,0-2 574,1-3-484,0-1 0,1-3 0,1-3 90,6-12 0,-5 4-45,-4 0 0,-1 0-45,0-3-1261,0-7 1261,-8 12 90,-3-1-90,-1 1 0,-4-5 90,-9-9-90,-7-1-673,-2 3 673,0 7 0,8 13-270,-3 2 0,6 4-540,-2 3 1,7 3 1864,-1 3-1055,2 1 0,0 4 0,0 1 0</inkml:trace>
  <inkml:trace contextRef="#ctx0" brushRef="#br0" timeOffset="245240">18224 6394 8252,'-3'-8'180,"2"0"-180,0 3 90,1-1-90,0 1 90,1-1-90,0 0 0,2 0 90,5-3-90,0 2 90,3-3-90,1 4 0,9-2 90,6 1-90,0 0-612,-1 3 612,-9 3-56,-2 1 56,-1 2 0,-1-1 90,-2 2-90,-2 0 0,-2 2 609,-2 1-609,-1 0 59,-3 2-59,-2 1 0,-6 7 0,-5 4 0,-1 0 0,-3 2 0,5-7 0,0 0 0,2-2 0,2-2 0,1-1 0,1 0 0,3-2 0,0 0 0,2-2 0,1 1 0,2-2 0,1 1 0,1-1 0,2 0 0,6 3 0,-3-3 0,5 4 0,-6-4 0,1 2 0,-2-1 0,0 0 0,-2 1 0,-1 1 0,-1 0 0,-2 0 0,-2 1 0,-2 0 0,-2 3 0,-3 0 0,-4 3 0,-2 1-863,-3 0 863,1 0 0,0-2 0,-3 3 0,5-5-180,-1 1 0,6-6-270,1 0-269,2-2 179,0 0 540,2-1 0,2-2 0,0-1 0</inkml:trace>
  <inkml:trace contextRef="#ctx0" brushRef="#br0" timeOffset="245664">18702 6470 8432,'1'-12'540,"0"4"-180,-1-1-1,0 3-179,-2 1 90,-1 2-180,-3 0 0,1 3 90,-2 2-90,-1 2-90,-1 2 90,1 2 0,-2 2 0,1 2-90,0 2 90,-2 9 0,4-4-848,-1 7 758,4-8-83,2 0-7,2-2 0,0 0-90,1-1 90,2-2-89,1 0 89,2-2-90,1-2 90,2-2 0,1-2 0,1-1 752,0-4-752,2-1 89,1-3-89,0-2 90,5-3-90,-2-2-422,1-4 512,-1-1 0,-5-1 0,0 0 90,-4 1 0,-2-1 90,-3 0-90,-1 0 0,-3-1 0,-4-3 0,-2-1-90,-5-1 90,-2 3-90,-2 1-313,-2 6 313,0 3 90,2 4-124,0 3 34,1 4-90,-1 2-180,1 2-89,0 3-901,2 2 361,3 0 899,2 1 0,4 5 0,1 2 0</inkml:trace>
  <inkml:trace contextRef="#ctx0" brushRef="#br0" timeOffset="246355">19781 6256 9152,'-3'-9'180,"1"0"-180,4 4 0,1 0 0,2 0 90,0 0-90,3-1 0,1 1 0,1-1 0,2 0 90,1 1-90,2-2 0,1 2 0,0 0 0,1 1 0,-1 0 0,2 1 0,4 0 90,-5 2-90,2 0 0,-9 3 0,0 0 0,-2 3 0,-3 1 0,-4 6 0,-4-1 0,-5 5 0,-2-1 0,-3 1 0,-2 1 0,1 1-530,0-2 530,1-1 0,4-3 0,1-1 0,2-2 0,0 3 0,3-3 0,0 1 0,5-3 530,1-1-620,4 1 90,-1-2-90,1-1 90,2 0 0,0 0-90,0-1 0,0 1 90,1 0-90,-1 0 90,1 1 0,-2 1-90,0 1 90,-2 0-90,-1 1 90,-1 0 0,-3 0-90,-1 1 90,-2 1 0,-2-1 0,-3 3 0,-4 1 90,-1 0-90,-4 2 0,-1-2 0,-5 5-316,5-5 316,-3 2 0,7-6 0,2-1-90,1 0-450,1 0-269,2-2 809,2-1 0,4-3 0,1-1 0</inkml:trace>
  <inkml:trace contextRef="#ctx0" brushRef="#br0" timeOffset="246822">20441 6267 8612,'4'-6'810,"0"1"-630,-6 0-91,1 2 181,-7-1 0,-1 2-180,0 2-90,-1 0 90,2 2 0,-1 1 0,-7 7 0,-5 10 0,-3 12-90,3-2 0,6 0-1383,7-11 1383,1-1 0,3-2-71,1 0 71,2-1 0,1-1-180,4 5-180,5-1 180,2-1 90,3-4-90,-3-6 0,2-3 0,6-1 0,-3-2 90,7-1 1,3-7-1,-3 0 90,14-9 0,-15 3 602,5-4-602,-10 1 90,-3 0-14,-2 0 14,-2-8 0,-5 5-844,-1-6 844,-6 3-90,-2 1 90,-4-5-90,-4 3-521,-2 1 611,-3 3-90,0 5 0,0 4 0,2 4 264,0 3-534,-1 4-1439,-11 6 1169,4 2 540,-7 6 0,5 4 0,0 1 0</inkml:trace>
  <inkml:trace contextRef="#ctx0" brushRef="#br1" timeOffset="249508">15561 7694 18131,'-1'-7'-3277,"0"0"1949,-1 2 1059,1-4 197,0 2 245,0-2-159,0 1 290,1 2-712,0 0 1022,2 9-1189,-2 0 697,0 14 345,-2 5-26,-1 1 117,-1 3-136,1-6 107,-2 3-230,0 1 1092,-1 1-550,1-1-392,1-4-215,-1-1-108,2-1-99,-3 8-32,2-8-19,0 3-89,3-11-100,1-4-381,2-4-1005,2-2 1510,1-2 1083,1-4 211,-1 1-72,1-1-87,1-1 125,0-1 190,0 0 1158,-1 0-1670,1 0-948,0 0-362,2-1 365,-1 2 112,1-1 109,-1 3-198,3-1-708,2 0 295,0 1 411,0 1 1,0 0 0,1-1 0</inkml:trace>
  <inkml:trace contextRef="#ctx0" brushRef="#br1" timeOffset="249709">15778 7799 20181,'2'-8'-1098,"-1"1"613,0 0 219,-1 2-265,-1 19 324,1-6-32,-1 19-195,1-10-203,-1 1 338,1 3-60,1 1-34,-1 0 160,1 0-335,-1-1 531,2 7 0,0-2 0,1 5 1</inkml:trace>
  <inkml:trace contextRef="#ctx0" brushRef="#br1" timeOffset="250206">16129 7576 17816,'-2'-5'-3089,"0"-1"1986,-1 3 76,-1 0 1017,-1 3 1314,0 2 284,0 3-183,0 0-561,0 4 602,-1 2 51,-1 2 143,-1 2-871,-1 5-557,2 1-667,-3 4-202,4-1 41,-1 1 143,2-3 124,1 0-137,2-3-78,2 6-202,1-8 24,2 4-97,1-8-138,1-1-118,1-2-306,2-1 234,1-3 430,0-1 891,2-2-41,-1-2 271,2-2 574,0-1 283,2-2 573,0-2-377,3-4-342,0-1 112,1-4-338,-1-1-166,-2-2-1835,-1-1 1021,-4 0-386,-1-1 259,-3-8-497,-3 6-123,-3-11-967,-3 8 723,-3-3-23,-2 2 0,-1 1 113,-3 2-246,-1 4 255,0 3 181,0 5 1454,1 3-899,-2 3 746,2 3 191,-2 3 1060,1 3-755,0 3 712,1 3-1222,1 2 0,1 6 1,1 3-1</inkml:trace>
  <inkml:trace contextRef="#ctx0" brushRef="#br1" timeOffset="251030">16901 7415 20136,'3'-6'1477,"1"0"-1270,-2 9-3351,-2-1 1920,0 8 732,-1 0 317,-1 5 43,-1 1-425,-3 20-259,1-8-209,0-1 0,-1 0 1883,0 4-353,-1 7-912,2-15 464,1-2 37,0-2-23,-2 4 94,2-7-567,-1 3 261,3-9 1443,0-1-1410,1-2 624,1-2-876,2 0-530,5-7 1166,0 0 116,8-12 179,-6 3-139,4-4 6,-4 2 20,0-1-55,0 0 552,-1 1-1066,0 0-42,2-2-114,-2 4 198,1-1-46,0 3 306,-2 4 33,2-1-34,1 3-106,-2 2-317,3 0 101,-3 2-373,0-1-47,2 2-169,-1-2-345,-1 1 937,4-1 1,2-1 0,4 0 0</inkml:trace>
  <inkml:trace contextRef="#ctx0" brushRef="#br1" timeOffset="251239">17174 7573 12590,'3'-7'-301,"-1"-1"308,1-1-76,-2 3 81,2-4 57,-2 5-169,3 5 440,-2 1-690,2 8-114,-2 0 251,-1 3 53,0 10 71,0-4-1,0 7 183,-1 3-493,0-6 627,1 5 149,-1-8-244,3 6-544,-1-6 277,2 4-69,-1-9-422,0-1 54,0-2 463,1-1 1,2 0-1,1 0 1</inkml:trace>
  <inkml:trace contextRef="#ctx0" brushRef="#br0" timeOffset="251709">17499 7327 7623,'1'-9'1702,"-1"1"-1452,-3 4-240,-1 3 170,-2 4 57,1 3-153,-1 2 57,0 3 60,0 4-162,-2 4-838,0 2 894,-1 5 227,1 2-180,1 1-3070,0 0 3078,2 0-89,2-2-376,1-2 346,2-3-18,1-2-209,2-1-200,4 5-102,5-4 49,2-1 68,2-7 184,-3-8 838,0-2-501,10-4 70,6-8 94,-10 1 1,-1-2 498,14-11 134,-5-4 2193,-10 5-3116,-3-1-249,-1-3 8,0-14-293,-7 10 201,-3 2 1,-2 0-523,-5-4 163,0 10 1,0-1-6,-7-5 476,-2 1-628,-2 4 645,-2 2 140,-9 1-11,6 7-41,-5 4-534,4 10 263,6 4 774,-5 4-343,10 1 1,-2 7 0,2 3 0</inkml:trace>
  <inkml:trace contextRef="#ctx0" brushRef="#br0" timeOffset="252522">18609 7261 7533,'-1'-10'989,"1"1"-629,-1 3 180,0 1-540,-4 8 90,2-1-90,-7 11 90,3-2-90,-3 6-1002,-2 2 1092,-1 4-90,-1 1 0,1 0 90,0 2-90,-1-1 0,2 1 0,-1 1 0,2-2 0,1 1-604,1-3 515,1-2-18,3-5 17,1-1 90,1-3 26,1-2-2,1-1 917,1-3-851,1-1 454,0-2-538,6-4 462,2-5 170,5-6-174,-1-1-131,4-7 84,-6 7 2,2-3 31,-4 6-42,-2 0-450,1 1-252,1-1 63,-1 3 71,1-1 43,-2 5 64,3-1-40,-2 3-129,6 0 73,-6 2 105,3 0-14,1 1-134,-3 0-22,9 0-44,-9-2 154,5 1-40,-5-3 159,-1 1 70,1-1-78,-1-2 157,0 1-3,-1-1-99,0-1 50,0-1-45,0 0-53,0-2-53,-1 0-13,1-3-88,0-3 74,-1 3-104,-1-1-4,-3 7 133,0-2-97,0 10-185,-2 0 50,0 9 221,-2 7-63,0 6 1,0 2 23,0 9-192,1-7 104,0-1 120,2-4-144,0-10-919,2 4 1091,0-6 0,4 5 0,0-6 0</inkml:trace>
  <inkml:trace contextRef="#ctx0" brushRef="#br0" timeOffset="252956">19020 7259 8072,'-2'-8'450,"-1"1"-270,1 3 0,-3 3-90,0 0 0,-2 3 0,1 3 0,0 0 0,0 2 0,-5 7 0,2-1-230,-2 6 140,5-4 90,-3 10 0,3 1 0,1 1-872,3-3 692,2-8 0,1-1 90,2-1-180,1-2 90,1-1 211,3-1-301,0-3 90,1-1-269,6-1 1069,-2-3-980,12-2 90,-2-6 90,0-2-617,0-3 797,-10 2 90,9-18-90,-11 12 90,5-15-368,-14 15 278,-3-3 90,-2-3 0,-9-10-180,-1 5-244,-6-4 334,-7 6 0,7 9-90,-6-2-2423,10 11 2333,3 2 193,1 3-283,2 0-360,0 3-360,2 0 968,1 3-68,1 0 0,2 6 0,0 0 0</inkml:trace>
  <inkml:trace contextRef="#ctx0" brushRef="#br0" timeOffset="253364">20130 7026 8252,'4'-6'180,"0"1"90,-2-1-90,-1 1 0,-1-2-90,-1 2 0,-5 5-90,2 1 90,-2 4-90,3 2 0,0 1 90,-1 3-90,-1 11 0,0-4 0,-3 12 0,2-6-886,-2 2 796,0 0 0,-1-2-90,0 1 0,1-4 0,-1 0-89,1-4-1,1 0 90,-1-2-450,2-2 91,0 0 539,0-3 0,-1 3 0,0 0 0</inkml:trace>
  <inkml:trace contextRef="#ctx0" brushRef="#br0" timeOffset="253508">20075 7284 7353,'7'-7'-270,"-1"1"180,-1 1 0,-1 2 0,0 1 0,1 2 0,-1 1 90,2 2-180,0 2-90,-2-1 270,5 4 0,-1 0 0,4 3 0</inkml:trace>
  <inkml:trace contextRef="#ctx0" brushRef="#br0" timeOffset="253755">20296 7270 6453,'1'-8'90,"0"1"0,0-1 0,0 2 0,-2 0-90,2-1 90,-2 1 0,1 0-90,-2 14 0,1-3 0,-1 12 0,-1 3 0,0-2 0,-1 6 0,0-4-45,1 2 0,0 1 45,0 11 0,1-11 0,0-1 0,1 4 0,1-10-90,2 0 0,0-3-270,1 0 360,1-1 0,5 3 0,2 2 0</inkml:trace>
  <inkml:trace contextRef="#ctx0" brushRef="#br0" timeOffset="254314">20575 7112 7443,'0'-10'989,"0"2"-629,-1 1-90,1 3 180,-2-2-360,-3 7-90,1 0 89,-3 7 1,1 5 0,-2 9 0,-1 4 0,0 10-90,3-12-358,1 5 358,2-11 0,0 1 0,1-1-28,1-1 28,0-1 0,2-1 0,0 1 0,1-2 0,3 7-90,0-7-90,6 8 90,-4-12 0,3 1 444,-2-5-534,0-2 213,1-1-213,4-2 90,-3-1 0,4-1 0,-3-2 0,0 0 0,1-2 0,-1-2 0,1-1 0,0-3 0,6-10 0,-4-2 90,1-3-90,-5-7 90,-6 3-290,-1-1 380,-3 0-90,-3 6-734,-1 0 824,-3-1-90,-2 2 0,-2 0 0,-2 4 90,-2 1-90,-4 4-27,-2 2 27,-15 4 0,6 5-1284,-10 5 1284,6 6-180,0 4-909,-3 4 504,11 0 1,0 1 584,7-3 0,0 0 0,-12 11 0,0 1 0,6-4 0,1 0 0</inkml:trace>
  <inkml:trace contextRef="#ctx0" brushRef="#br1" timeOffset="256406">15893 8481 17996,'2'-8'8,"1"1"-46,-1 0 253,1 0-160,-1 0 135,0 1 54,0 0-46,1 0 116,-1 0 216,1-2-266,-1 2 50,1 0 209,0-1-48,-1 3-381,-4 4 154,-1 3 327,-4 7-145,-3 8-197,0-1-4,-7 19-93,6-12-411,-3 7 233,5-4-560,4-8-132,0 5 118,3-10 30,2-2-41,1 0-81,2-1-318,1-1-72,3-2 59,2 0 251,0-2 687,3-1-351,0-1 332,0-1 18,1 1 372,-2-2 242,1 1 138,-2-1-276,0 1-202,-1 1-205,-1 0-108,2 4-295,-5-1-257,1 2-51,-5 0 519,-2 0 269,-2 2 31,-2 1 186,-3 2 218,-2 2 266,-2 1 219,-3 2 18,-1 0-838,-1 0 57,-1-2 87,0-1-190,0 0-225,1-3-665,1 0 857,-2 0 1,0-2-1,-4 2 1</inkml:trace>
  <inkml:trace contextRef="#ctx0" brushRef="#br1" timeOffset="256681">15832 8587 18045,'4'-6'1271,"-1"0"-880,1 1 429,1 0-471,1-1 133,2 0-46,6-4-131,-2 1 501,6-2-334,-2 1-93,3-1-321,3-1 109,11-4-998,-9 4 1013,7-3-251,-10 4-634,-2 3 734,7-3 1,-2 2 0,6-2-1</inkml:trace>
  <inkml:trace contextRef="#ctx0" brushRef="#br1" timeOffset="257089">16425 8445 18045,'-9'0'801,"0"2"-357,3 1 499,-1 1-90,-1 2-97,-1 2-220,-1 2-267,0 2 232,2 1-352,-1 5-29,2 0-512,0 1-113,2 0-220,1-3-20,2 9-84,2-8-1,1 7 148,1-9-185,4 4 27,3-1-286,4-1-21,0-6 344,5-6 727,-5-6 446,5-2 165,-4-3 532,3-2-262,0-3 869,2-3 282,-2-2-367,0-2-723,-2-2-535,-2-2-466,2-10-414,-7 9-182,0-8-215,-7 12-391,-5-8-7,-2 4 17,-3-3 2,-3 6 166,0 6 20,-2 3 392,0 3 435,1 3 152,-6 3 333,5 2 11,-5 4-286,9 0 953,2 3-546,1 0 0,2 3 0,1 2 1</inkml:trace>
  <inkml:trace contextRef="#ctx0" brushRef="#br0" timeOffset="257525">17226 8303 8972,'1'-7'180,"0"0"-90,0 0-90,0 1 90,0 0 180,-1 2-91,1-2 1,-1 0-90,-2 0 90,-1 3-180,-4 3 90,1 2-90,-2 2 90,2 1-90,-2 7 90,-2 7-90,1-1 90,1 4-90,6-9 0,0 1 0,2-2 0,1 1-90,1-2 90,2 0-180,5 4 90,-1-4-90,8 5 90,-5-7 0,3 2 0,-5-4 0,0-1 1,-1 1 89,-1-1-90,-1 2 0,0-2 90,-2 2-90,0 1 90,-2-1 0,-1 2-90,-2-1 0,-3 7 90,-1-3 0,-2 4-90,-1-3 0,-1-1 0,0 0-360,-5 5-719,0-3 719,0 1 450,4-5 0,1-5 0,0 0 0</inkml:trace>
  <inkml:trace contextRef="#ctx0" brushRef="#br0" timeOffset="257780">17234 8310 8522,'4'-4'180,"1"0"-90,1 3-90,2-1 90,0 0-90,2 0 0,1-1-180,2-1-90,-1 0-539,2 1 719,1-1 90,0 0 0,8-3 0,3-1 0</inkml:trace>
  <inkml:trace contextRef="#ctx0" brushRef="#br0" timeOffset="258189">17681 8253 9422,'-7'2'449,"0"1"-359,1 0 0,-1 2 0,-1 2 0,-1 2 78,0 2-26,-1 4-297,-1 3 299,2 3-95,-1 1 88,4 0-96,1 0-91,1-1-163,3-3-177,1 10 177,3-10-180,4 10 177,-1-14-6,5 1 5,-3-6 101,2-3-74,1-1 100,0-2-75,1-3 410,0-1-290,0-2-49,3-2 90,-2-1-9,4-4-12,-1-2 83,0-1-9,-3-1-11,-2-1-7,-3 0 239,1-9-90,-4 6-90,-1-8 0,-4 8 0,-2-1-298,-2 1 298,-2 0 10,-1 2-3377,-5 0 3359,1 3-71,-3 2 97,1 3-81,1 4-81,1 3-438,-1 1-342,-3 7 851,0 3 0,-1 6 0,3 2 0</inkml:trace>
  <inkml:trace contextRef="#ctx0" brushRef="#br0" timeOffset="258547">18789 8189 8792,'5'-9'0,"-1"1"0,0 2 90,-1 0 0,-1 1 0,0 0 90,0 0 0,-1-1 0,-1 1-91,-3-1 1,0 1 0,-5 4 0,2 2-90,-3 2 90,3 1-90,0 2 0,0 2 0,-1 1-90,-3 8-90,-1 3 90,2 0-89,1 1 89,4-8-270,2 6-90,3 0 270,1 0-90,3-2 90,2-5 180,5 3 0,3 1 0,3 2 0</inkml:trace>
  <inkml:trace contextRef="#ctx0" brushRef="#br0" timeOffset="258688">18788 8391 7263,'18'18'-90,"0"0"0,-2-1 0,-4-3 180,-11-5-90,-1 1 90,-2 0 0,-1 2 0,-2-1 0,-3 2 0,-1-1 0,-9 9 0,-3 1-521,-1-2 521,2-3-180,9-8-90,0-1-359,1-1 179,2-2 0,2-1 360,0-1 0,2-2 0,0 0 0</inkml:trace>
  <inkml:trace contextRef="#ctx0" brushRef="#br0" timeOffset="258931">18824 8230 7623,'-8'-2'1799,"1"-1"-1709,9-1 0,0 0 89,10-2-89,-2 2-90,2-1-359,4-1-91,-4 2-540,6-2 451,-4 1-281,1 1 1,8-3 0,1 0 0</inkml:trace>
  <inkml:trace contextRef="#ctx0" brushRef="#br0" timeOffset="259356">19230 8200 9152,'-10'2'360,"0"1"-360,5-2 90,-2 1-1,1 2-89,0 0 90,-1 2 0,-1 1 0,-3 10-90,3-2-324,-2 6 414,3-5-90,2 1 0,0 0-90,1 1 0,0-1-90,2-1 90,2-1-89,0 0-1,1-1 0,3-2-90,0 0 90,2-2 324,1-2-504,5 0 180,-2-3 1,4-2 89,-4-3 90,2-1-90,0-2 90,0-1 90,-1-1 0,1-2 0,-2-1 89,-1-1-89,-1-2 90,-1 0-90,-3-2 90,-1 0-90,-2-2 0,-2-1 90,-1-1-90,-4-4 0,-1 0-90,-4-1 180,-9-6-90,-4 4 0,1 2-90,2 10 0,8 8-180,-4 4-90,4 2-450,-3 3-89,7 1 269,1 1 540,1 0 0,1 4 0,-1 1 0</inkml:trace>
  <inkml:trace contextRef="#ctx0" brushRef="#br0" timeOffset="259958">20234 7942 8072,'-1'-7'450,"1"0"-180,0 2-90,-1-1 90,0 1-180,-5 7-90,1-1 90,-10 12-90,6-3 0,-5 6 90,5-2-90,-4 7 90,1 3-90,0 0-228,4-2 228,5-8 0,2-1 0,1-2 0,2 0 0,3-1-90,1 1-90,9 2 90,-2-3 0,5 3 0,-3-5 0,0 0 1,0 0-1,1-1 90,-1 1-90,-1 0 0,3 5 0,-5-4 90,1 3 227,-8-3-227,-2 0 0,-3 1 0,-2 2 0,-3 0 90,-4 4 0,-13 9-90,7-9 0,0 0-144,-1-1 1,1 0 187,-7 4 1,2-1-939,-4 1 804,-4 4-180,12-11-89,4-3-361,1-1 180,2-1 540,2-2 0,2-2 0,0 0 0</inkml:trace>
  <inkml:trace contextRef="#ctx0" brushRef="#br0" timeOffset="260200">20151 8079 8252,'-2'-7'720,"1"-1"-540,2 3 0,2-1-90,1 3 90,2-2-91,1 0 1,2 0 0,1-1 0,2 0 0,0 0-90,2 0 90,8-3-270,-5 1-90,5-1-269,-6 2-1080,7-1 1619,-4 2 0,10-4 0,-4 2 0</inkml:trace>
  <inkml:trace contextRef="#ctx0" brushRef="#br0" timeOffset="260622">20621 8005 10141,'-8'-3'720,"-1"1"-540,4 3 0,-3 2-90,0 2-1,-1 4 1,-2 5 0,-1 3 0,-2 3-1368,2 3 1368,0 2-90,1 2 89,1 1 1,2 1-193,3-1 103,1 7 0,3-11-637,2 4 637,2-12 0,2-2 0,1-2 0,1-2 1179,2-2-1179,0-3 0,2-2 0,0-2 111,2-2-201,2-3 729,3-4-639,10-9 0,-5 0-642,7-8 642,-14 8 0,-2-1 0,6-8 0,-4 1 0,-2-1 0,-2-3-828,1-7 828,-9 13 0,-4 3 0,-3 1-166,-4-1 166,-1 3 0,-6-1 0,-1 6 0,-1 2 0,-1 5 0,0 2-89,-2 3-361,-13 6-720,-3 7-731,-1 1 732,7 5 1169,14-6 0,-2 4 0,2-2 0</inkml:trace>
  <inkml:trace contextRef="#ctx0" brushRef="#br0" timeOffset="260873">20903 8350 10501,'4'-6'150,"-2"3"0,-1 1 0</inkml:trace>
  <inkml:trace contextRef="#ctx0" brushRef="#br1" timeOffset="279197">9814 7325 18176,'1'-7'-599,"1"0"321,-2 1-1000,-1 1 151,0 0 102,-1 0 15,0 0 360,0 1-898,0-1 425,0 1-89,0 0 466,-1 1 36,0 0 449,0 0 430,3-2 398,-6 6 1333,4-2-1822,-5 6 2514,3 0-392,0 0 164,0 3-439,-1-1-15,0 3-760,-1 1-1212,1 2 1395,0 3-2473,-1 1 652,-1 5-247,1 2 194,-1 4-144,1 1 213,0 0-40,0 2 147,2-1 11,0 1-6,1 0-9,2-4-8,0 0-61,1-4-19,2-1-76,0-1 0,1-1-77,2-1-72,-1-1-2,3-1-155,4 4-147,-1-6-112,3 3 39,-2-7 232,-1-2 358,1-1 293,1-2 372,-1-2 478,2 0 398,0-2 309,4-1 333,-2-2-45,2-1 30,1-2 82,-5 1-309,4-3-65,-7 0 144,2-2 46,0-3-470,0 0-170,-1-2-379,-1 0-546,0-6 0,0-3-336,4-16-9,-4 12 1,-2 0-176,-2 5 1,-2 1-913,0-9-9,-1-2 45,-1 3 676,-2 6 0,-1 0-378,0-10 599,0 9 1,-1 1-393,-2-7 3,-1 0 97,-1 1 44,-1 2-7,0 2 104,-1-1 52,1 6-35,0 1-39,0 5-65,0 2-68,0 3 150,-1 1 333,0 1 430,-1 2 313,-1 1 432,-1 3 568,-1 1 429,-2 3 436,-4 3 127,-2 3-34,-2 4-186,-1 2-228,0 4-494,0 3-609,-1 3-361,2 1-415,0 1-413,4-1-162,0 1-237,1 1-156,4-1 32,-1 4 113,3-2-49,1 1 36,2 0-77,2 1 16,2 1-101,1 1 48,2 0 8,2 0 371,1-10 0,0 0-392,2 11 470,0-5 0,0-1-415,3 3-5,3 9 96,1-7-67,2-4-77,0-1 94,0-9-210,-3-7 185,1-2 288,1-2 310,0-2 319,0-2 414,2-2 524,0-1 208,1-3 584,1-1 208,1-2-133,3-3 1,0-1-155,1-2-135,0-4-119,-2 0-159,-1-3-531,0-1-441,-1-3-325,-1-2-254,-1-2-321,-1-1-279,-1-2-338,-1-5-144,-3 0 115,1-6-65,-4 4 117,-1-4 36,-3 2-12,-1-1 48,-4-4 473,-1 12 1,-1-1-12,1 7 1,-1-1 11,-2-5 0,-1 0-427,-4-9-63,-4 3-16,0 3-40,-4 3-61,1 4 191,-4 5 507,1 4 360,-2 4 256,-1 4 472,0 4 458,2 3 302,-2 4 584,1 5 360,-2 3-384,-1 8 68,2 4-385,0 4-1454,3 3 0,8-7 1,0 1-1,0 2 1,0-1-1</inkml:trace>
  <inkml:trace contextRef="#ctx0" brushRef="#br0" timeOffset="296057">1185 9502 9332,'-8'-4'449,"1"2"-359,0 5 90,-1 2-90,-1 2 0,-2 2-90,-2 4 90,-2 4-1194,-1 3 1194,0 3-45,4-4 0,1 1-45,-5 11 45,6-9 0,0-1-45,0 9 90,0 0-90,2-1 90,1 10-90,3-11 90,2 4-430,3-14 340,2-2 0,1-1 0,0-1 90,2-2-90,1-1 0,0-2 1149,2-2-1149,0-1 385,0-2-385,1-2 0,0-2 90,2-1-90,5-6 0,-2 0 0,4-4 0,-7 1 0,0-1 90,-1 0-90,-1-1 0,-2 0 0,0 0 0,-2 1 0,-1 0 90,-1-1-90,-1 1 89,-1 1 1,-2 0-90,0 1 90,-2 0-90,1 1 90,-1-1 0,-2 0-90,1 2 0,-2 0 0,3 1 0,-2 0 90,1 1-90,3-2 0,2 2 0,3 0 0,3 1 0,1 0 0,2-2 0,3 0 0,0-2 0,4-1 0,6-2 0,2 0-395,-2 1 395,-4 4 0,-9 3 0,-1 1 0,0 0 0,-2 2 0,-1 2 0,-1 2 0,-1 2 89,-1 3-89,-4 17 0,0-7-781,-4 18 781,1-12-103,-1 2 103,0 7 0,1 6-90,1-8-360,4 7 181,1-22-91,2 2 0,0-7-180,2-2-719,-1-2 1259,5-1 0,3-3 0,4 0 0</inkml:trace>
  <inkml:trace contextRef="#ctx0" brushRef="#br0" timeOffset="296690">1650 9834 9512,'-3'-8'899,"1"1"-359,0 2 89,0 0-449,0 8-180,-1 1 90,1 6 0,0 0 0,1 0-90,1 1 0,0 1 90,0 0-90,2 1 0,2 5 0,-1-4-90,2 2 0,-1-6 90,1-2-90,1 0 0,0-3 90,1-1-90,0-3 90,1-1-90,1-1 90,0-3-90,0-1 90,1-2 0,-1-3-90,0 0 90,3-10 0,-4 4 90,2-12 0,-5 12 0,0-3 0,-4 8 0,1 2 0,-1 1 0,0 1 90,0 2-180,-2 12 0,1 0 0,-1 21 0,2-2-1549,1 13 1504,0-18 0,-1 1-749,1 1 1,0 1 793,1 2 0,-1 0 0,0 1 0,0-1 0,1 1 0,-1-1 0,0 0 0,0 0 0,0 0 0,0-1 0,0-1 0,0 0-427,0-1 0,-1-2 427,2 20-329,-1-5 240,1 3 89,-2-11 0,0 1-90,0-15 1145,-1-1-1055,0-4 1558,-3 1-1558,0-4 1167,-3-1-1167,0-3 538,-1-3-538,-9-4-90,2-1 90,-8-2 0,-5-6 90,9 4-90,-14-10 0,17 9 0,-1-3 0,6 4 0,4 1 0,0 0 0,4-5 0,3 3 0,4-6 0,5 2-748,3-2 568,3-2-90,3 0-89,2 0-1,3-2-585,-6 5 1,2 0-225,11-9 1169,-11 10 0,0 0 0,9-8 0,0 2 0</inkml:trace>
  <inkml:trace contextRef="#ctx0" brushRef="#br0" timeOffset="296956">2208 9846 10231,'7'0'990,"-1"0"-811,0-1-89,0-1 90,0 0-90,1-2 90,3 0-90,-1 0-270,6-3-90,-7 4-269,2-2-1080,-4 3-270,-1-1 1889,-1 1 0,-2 0 0,-1 2 0</inkml:trace>
  <inkml:trace contextRef="#ctx0" brushRef="#br0" timeOffset="297146">2274 9975 10771,'-2'7'989,"-1"-1"-809,6-2 0,-1-2-90,6-2-180,0-2-270,4-1-269,-1 0-1080,2-2-180,0 1 1889,1 0 0,5 0 0,2-1 0</inkml:trace>
  <inkml:trace contextRef="#ctx0" brushRef="#br0" timeOffset="298215">2779 9180 9512,'5'-2'0,"-3"1"90,13-3-90,-4 1 89,1 1-89,4-1 90,1 0-90,6-1 0,2-1-593,5 0 593,1 1-1677,1 0 1677,2 0 0,-1 0-718,1 0 538,-2 0 0,-1 1-90,-3 0-1169,4 1 1079,-11 0 296,2 2 1,-6 1 0,-1 0-1</inkml:trace>
  <inkml:trace contextRef="#ctx0" brushRef="#br0" timeOffset="298981">2911 9247 8792,'-6'0'90,"0"1"-90,4 8 90,1 2 0,1 5 0,0 26-3112,1-2 3067,0-9 0,1 1-655,-1-2 1,1 0 654,1 6 0,-1 1 15,0-9 0,0 0 0,0 1-673,0 3 1,0 2-1,0 0 673,0 1 0,0 0 0,0 1 0,0 1 0,1 1 0,-1 0-353,0-1 0,1 2 0,0 1 347,-1-7 0,0 2 0,1 1 0,0 1 0,0-1-56,0 2 0,0 0 0,1 1 0,0 0 0,-1 0 20,1-1 0,-1 0 0,0 1 0,1 0 0,0 1 26,0-1 1,1 1 0,0 1 0,-1-1 0,1-1 0,-1-4-81,1 2 0,-1-4 1,-1 0-1,2 1 54,-1 1 0,0 1 0,1 0 0,-1 0 0,0-2 12,1 7 0,0-1 0,0-1 0,-1 1 0,1 0 0,0 0 76,0-2 1,0 1 0,0 2-63,0-2 1,1 2 0,-1 1 0,1 0-27,-2-9 0,1 0 0,-1 1 0,1 0 0,-1-1 4,2 8 1,-1 0 0,1 0-1,-1-1-22,0-3 0,0 0 0,0-1 0,0-3 30,-1 0 0,0-3 0,1 0-30,-1 0 0,0 0 0,0 0 0,0-1 0,0 0 0,0 0 267,-1-1 1,1 0 0,-1 1-268,2 5 0,-1 1 0,0-1-65,0 5 0,0-1 65,-1-7 0,0-1 0,0-1 0,0 1 0,-1-1 45,1 12 0,0 0-45,-2-11 0,1 0 0,0 1 0,0 2 0,0-3 45,0-5 0,-1-1-45,1 5 0,0 1 622,-1-6 0,0 0-622,0-1 0,0-1 45,0-1 0,-1 0-45,2 12 0,-3-14 2072,1 0-2072,0-1 0,-1-1 0,-2 8 0,1-7 0,0 6 1161,0-10-1161,0 7 0,-1-7 0,0 4 2143,1-7-2143,0-1 586,0-1-586,-1 3 82,1-2-82,-1 0 0,1-2 90,1-3 0,0 1-90,-1-2 180,1 1-90,-1 0-1,1-1-89,-1 2 90,1-2 0,-1 0 0,0-1-90,5 0 0,1-2 0,5-3 90,2-1-90,7-3-358,5-2 358,3 0 0,2 0-604,-5 1 1,1 0 603,9-2 0,3 0 0,-1 1-1306,1-1 0,1 0 1306,-3 2 0,2-1 0,-2 1-670,-6 1 1,0 1 0,-1-1 669,3 1 0,-1-1 0,1 1-182,0-1 0,1 0 0,2 0 114,1 0 1,3 0-1,1 0 1,0-1-59,-5 2 0,1-1 0,0 0 0,0 1 0,0-1-136,0 1 1,0-1 0,1 1-1,-1 0 1,0-1 135,0 1 0,0-1 0,0 1 0,0 0 1,-3 0-438,11-2 1,-3 1 0,1 0 22,-6 1 0,1 0 1,0 0-1,0 0 540,-1-1 0,0 1 0,1-1 0,3 0 0,-5 0 0,2 0 0,2 0 0,1-1 0,0 1 0,1-1 0,-2 0 0,4 0 0,-1-1 0,0 1 0,0 0 0,0-1 0,0 1 0,0 0 0</inkml:trace>
  <inkml:trace contextRef="#ctx0" brushRef="#br0" timeOffset="300571">10593 8592 10411,'-3'-7'-720,"0"0"541,0 2 89,0 0 90,0 1-90,-1 0 90,1-1 90,0 1 0,-1 0 0,1 0-1,0 1 271,0 0-180,0-1 180,1 1 0,-1-2 89,0 2-179,1-1-180,3-1 0,1 0 0,5-1-90,1 2 90,6-4 0,5 0-1094,7-2 1094,5-2-1421,5 0 1331,-17 6 0,2-1 45,0 1 0,0 0-45,1-1 0,0 1 0,0-1 0,1 1 45,-1 0 0,0 0-45,0-1 0,0 1 0,6-1 0,0 1-927,11-3 927,-17 4 0,0 1 90,7-1-90,-5 3 759,2 2-759,-9 4 0,-2 4 0,-7 3 1303,2 8-1303,-1 3-92,3 10 92,-3 5 0,-3-16 0,-1 3 0,2 14 0,0 4 0,-2-5 0,0 3-988,0-6 0,0 1 0,-1 1 1018,0-5 0,-1 0 0,1 0-691,-1 1 0,1 1 1,-1-1 660,1 2 0,-1 0 0,1 0-243,0 0 1,-1 0 0,1 1 242,-1 1 0,1-1 0,-1 1-257,1 0 1,0-1 0,0 1 256,-1 1 0,1-1 0,-1 1 102,0-1 1,1 0 0,0 3-103,0 0 0,0 3 0,1 1 0,-1-3 0,0-8 0,-1-2 0,0 0 0,1 4 15,0-1 0,-1 3 0,2 2 0,-1-1 0,0-1 0,-1-3-15,2 10 0,0-4 0,0 2 0,-1-3 0,0 1 0,1 1 0,0-1 0,-1 0 0,1 0 0,0-1 0,0-2-172,1 3 1,-1-2 0,0 1 171,0-2 0,1 2 0,-1-1 0,0-2 0,0-2 0,0-1 0,-1-2 0,1 1 0,0 0 0,0 0 0,0-2 0,0 1 0,-1-1 0,1 0 0,-1 0 0,1-1-84,-1 0 0,0 0 0,0-1 84,0 10 0,1 1 57,-2-6 1,1 1 0,0-1-58,-2 1 0,1 1 30,0 2 0,1 4 0,-1-5-30,-1-3 0,0-1 0,1 8 0,-1 2 413,-1-5 1,0-2-380,0-9 1,-1 0 0,0 6 1,0-2 962,-1 9-796,-1-3 5,1-1-4,0-2 4,0-2-6,0-3 1087,-1 7-1147,1-12-8,-1 14-37,2-17-202,-1 5 2644,1-8-2543,-1-1 15,1 0-32,0-2 769,1 0-775,-1 5 9,0-4 17,-1 3 1223,1-5-1231,0 0 663,0 0-657,0-1 7,0-1 11,0 6-14,1-4-25,0 4-14,1-5-33,-1 0 13,2 4-12,-1-2 2,1 3-9,-1-4 2,0 0 25,0 1 11,1 0 115,-1-1-102,0 1 27,0 0-1,0 0 30,-1 1 12,1 0-15,-1 1-3303,1-1 3228,-1 1 104,0 0-42,0 1 27,1 0-33,-1 1-10,1-1 7,0 7-3,0 1 13,-1-1-10,1-3 6,-1-7-14,-1 4 30,1-4 3250,-2 3-3089,1-5-102,-1-2-14,0 2-3,0-2-3,0 1 35,-1-2-13,1 0 14,-1-2-27,1 1 2,0-1-31,-1-1 41,1 1-50,0-2 54,0 1-70,-1 0 22,0 0 95,1 0-91,-2-3 248,-1-2-230,-2 0 135,-1-2-135,0 2 150,-3 2 30,0-1-22,-1 1 23,0 0-329,-3 1 19,-6 1-489,-5 1 455,-6 1-183,-7 1-429,7-2 1,-6 1 709,7-2 1,-3 1 0,-3-1 0,2 0-1,1 1 1,0-1 0,-1 0 0,-1 0 0,0 1-1,-1-1 1,0 0 0,1 0 0,-1 0-1</inkml:trace>
  <inkml:trace contextRef="#ctx0" brushRef="#br0" timeOffset="303332">706 3327 6004,'-6'5'179,"0"0"-89,2-1-90,1 0 0,0-1 0,1 1 90,-1 1-90,1-1 0,0 2 0,0-1 0,1 0 90,-1 3-90,2-2 0,-2 2 0,3-2 0,-1-2 0,2 2 90,1-1-90,-1-1 90,2 0-90,-1-1 90,1 0-90,0-1 90,0 0 0,-1 0 0,1-1-90,2-1 90,2-2 90,2-3-180,0-1 90,-3-1 90,2-2-180,-5 2 90,0-1-90,-2 2 90,-1 0-90,0-1 0,-1 0 90,-1 1-90,-1-1 0,0 0 0,-2 0 89,0 1-89,0 0 0,0 1-179,-3 0 89,1 1-90,0 1-720,1 2 900,-3 2 0,-1 2 0,-3 0 0</inkml:trace>
  <inkml:trace contextRef="#ctx0" brushRef="#br0" timeOffset="303989">847 4295 8702,'-3'2'810,"1"-1"-720,-1 17-1,3-7-89,0 3 0,1-1-89,0 0-91,-1 1-180,1 1-630,0-1 451,1 1 539,0-1 0,1 5 0,-1 1 0</inkml:trace>
  <inkml:trace contextRef="#ctx0" brushRef="#br0" timeOffset="305005">813 5741 8162,'7'-7'-180,"-1"1"180,-2 3 0,1-2 0,0 0 0,1 0 0,-1 0 0,1 0 0,1 0 0,0 0 0,0 0-90,-1 2 90,0 0 0,2 0 0,-3 1 0,6 2 0,-6 2 0,1 3 0,-4 4 0,-2 0 0,-1 4 0,-2-1 90,-1 2-90,-1 0 0,-1 2 0,-1-1 0,1 1 0,-1-1 0,1 0 0,0-2 0,1 1 0,-2 0 0,2 0 0,1-2 0,3 0 0,3-6 0,1 0 0,5-3 90,-1-2-90,3 0 0,-1-2 0,0 0 0,0-1 0,2 1-90,-1-2-89,2 0-271,-1 0-360,4-1 810,-5 2 0,5-2 0,-4 2 0</inkml:trace>
  <inkml:trace contextRef="#ctx0" brushRef="#br0" timeOffset="305755">812 6962 7803,'-8'-3'809,"1"0"-359,3 1-90,0-1-180,-1 0 179,2 0-179,1-3-90,3 1 0,2-2-90,1 0 90,1 2 0,2-1-90,0 0 90,4 0-90,-1 0 90,4 0-90,-3 2 0,-2 1 0,-1 2 0,-3 2 90,-1 1-90,-1 4 0,-3-1 0,-3 3 0,0-1 0,-2 0 90,0 2-90,-1 0-90,1 0 90,-1 0 0,1 2 0,0-3 0,0 1 0,3-2 0,0-1 0,2 1 0,1-1 0,2-1-90,0-2 90,1 0-90,0 0 90,1-1-90,0 1 90,0 0-90,0 0 0,0 2 90,-1-1 0,-1 2 0,-2 0-90,-3 5 90,-4 2 0,-7 8-90,1-5-449,-8 11-991,5-9 991,-1 2 474,6-5 0,3-2 0,0 2 0</inkml:trace>
  <inkml:trace contextRef="#ctx0" brushRef="#br0" timeOffset="306464">834 7841 8972,'-4'-9'630,"1"3"-451,1 1 91,0 2-270,-2 4 0,2 1 0,-1 5 0,2-1 90,-1 1-90,0 1 0,0 1 90,-1 4-90,1-3 0,0 3 0,1-4 0,0-1 0,0 0-90,0 0 90,1-1 0,0-1-90,1 0 90,0 0-90,2-2 90,1 0 0,2-3 0,0-2 0,-1 0 0,1-2 0,-1 1 0,-1-1 0,0 0 0,2-3 0,-1 3 0,1-3 0,-2 3 0,1-2 0,-1 1-90,3-2 0,-2 2 0,4-1 1,-4 1-1,1 0 90,-2 2-90,2-1 0,-2 0 90,2 0-90,-2 0 180,-1 1 0,2-1 0,-3 0-90,-1 8 0,-1 4 0,-2 12 0,2-1 0,0 4 0,1-5-90,1 2-90,0-1-526,2-1 437,2 4-631,-1-4 630,2 2 270,-2-6 0,3 4 0,-1 0 0</inkml:trace>
  <inkml:trace contextRef="#ctx0" brushRef="#br0" timeOffset="309580">799 4403 8432,'-9'4'630,"0"-1"-270,5-2-91,-1 1-89,0-1-90,1 0 90,-2 1 0,2-1-90,-2 0 0,0 1 90,-1 0-90,0 1 0,-3 0 0,0 0 0,-2 0 0,1 1 0,-3-1 0,1-1-1,-2 0 1,-2 1 0,-9-2 0,5 0-1628,-7-1 1628,5-2-90,0 0 90,-4-3-1122,1 0 1122,-1-1-814,0-2 724,1-1 0,1-2 90,0-2-90,3-1-307,-8-12 307,14 10 0,0-2 0,1 0 0,0-1 117,1 1 1,2-1-118,-3-9 0,3 1 0,2 0 0,1-1 0,3 2 0,2 2 0,3 2 925,2-4-925,3 1 0,1-5 0,6-8-281,-1 9 281,5-7-90,-3 13 0,1 1 0,1 3 90,0 1 0,-1 4 968,-1 2-968,0 1 0,-1 3-90,0 0 0,-1 2 1209,-1 1-1299,0 0 775,0 3-775,0-1 90,-1 2-49,0 0-41,-1 2-180,2 0 180,-2 1 0,2 1 0,-4 0 0,1 0-89,-1 1 89,0-1-90,0 0 0,-1 1-629,0-1 629,0 1 270,0 0 0,1 1 0,0 1 0</inkml:trace>
  <inkml:trace contextRef="#ctx0" brushRef="#br0" timeOffset="310113">686 3920 8252,'7'-4'180,"-2"1"-90,0 1 0,-2 0 0,1-1 0,0 1-90,1 0 90,1-1 0,1 0 0,1 0-90,1-1 90,2 0 0,0-1 0,6 0-90,-4-1 90,4 1-90,-5 0 0,-2 2 90,3 0-90,-5 1 0,2 0-270,-6 0-270,2 2 540,-2 1 0,-6 7 0,-3 3 0</inkml:trace>
  <inkml:trace contextRef="#ctx0" brushRef="#br0" timeOffset="311247">1001 5664 8252,'0'7'990,"-2"-2"-900,-2 0 90,-1-3-90,0 1-1,-1 1 91,-7 2-90,2-1 0,-6 2 0,3-1 0,0-2 90,-8 3-90,4-2-434,-5 0 524,6-2-180,2-1 90,-3 0 0,2-2 0,0 0 90,-9-4-180,6 1 0,-9-4 90,-2-6 0,6 1-90,4-1 0,0 0 0,-2-6-1804,-7-9 1804,10 3 0,-1-5 0,1-3-722,0-4 722,8 9 0,1-1-45,2 7 0,1 0-660,-2-9 0,2 1 660,3 7 0,0 1 45,1 0 0,1 1-276,0 0 0,1 0 231,0-6 0,0 0-45,2-1 0,1 0 45,1-7 0,0 0 45,0 10 0,2 0-45,1-2 0,0 2-45,3-3 90,2-3-90,-2 12 1377,-2 6-1377,0 1 673,1 3-763,4-4 0,-3 6 90,4-1-90,-4 4 2059,0 2-2059,1 0 702,4 1-702,-2 2 22,3-1-22,-4 2-90,0 0 0,0 0-449,0 0 269,-1 1 450,-1-2 0,5 3 0,0-1 0</inkml:trace>
  <inkml:trace contextRef="#ctx0" brushRef="#br0" timeOffset="311688">869 5163 8162,'4'4'810,"2"-3"-720,1-3 0,1-2 0,1 0 0,2-1 0,2-1-90,4-2-90,2-1-90,2-1-180,-2 1-955,-2 2 955,0 1 360,-3 1 0,3-1 0,-1 0 0</inkml:trace>
  <inkml:trace contextRef="#ctx0" brushRef="#br0" timeOffset="312746">749 7072 9332,'-4'-6'989,"-1"2"-719,0 2-180,-2 2 0,2 1-90,-1 0 90,1 0 0,0 0-90,-1 0 90,-4 2 0,2-2-90,-3 2 0,2-2 90,0 1-90,-1-1 0,-1 1 90,-7-2-90,3 0 0,-6-1 0,5-1 0,-1-1 89,-1-2-89,-2-2 0,1-2-1079,-11-13 1079,8 3 0,-5-9 0,8 1 0,7 5 0,0-2 0,0-2 0,0-1 0,1 0 0,1 0 0,2 3 0,1 1 0,1-10-90,3 1 90,2 0 0,4-1 0,2 0-90,3-4 90,4 1 0,2-3 0,3 3 0,-5 11 0,2-1-45,-4 8 1,1 0 44,3-5 0,-1 2 0,6-4 0,-2 3 0,-1 1 0,5-4-90,-3 4 90,0 1 0,-6 6-90,-5 7 90,-1 0-90,0 1 0,-1 0 1079,0 2-1169,0 0 90,-1 1-90,1 0 90,-1 1-270,4-1 181,-2 2-1,2-1-90,-2 1-360,-1 1-359,4 0 989,-4 1 0,3 0 0,-4 0 0</inkml:trace>
  <inkml:trace contextRef="#ctx0" brushRef="#br0" timeOffset="313796">485 6582 8432,'9'-6'270,"1"0"-180,-2 2-90,2 0 90,1-1 0,1 0-90,0-1 0,0 2-180,1-1 0,0 0-270,-1 0-269,0 1 179,1-1 540,-1 1 0,4-1 0,0-1 0</inkml:trace>
  <inkml:trace contextRef="#ctx0" brushRef="#br0" timeOffset="314672">1008 8027 7803,'-3'6'179,"-1"1"1,2-3-90,-1 1 90,1 0-90,0-1 0,0 0 90,0 0-90,-1 0 90,1 0-90,-2 2 90,-1-1-90,-1 2 0,-1 0 179,-6 6-89,2-3-90,-6 3-231,4-4 231,-4 1 0,1 0 36,-2 0-36,0-3 0,1-1 0,-1-2 90,0-1-90,0-2 0,-1 0-90,0-2 180,-15-5-90,-3-8-1429,-2-1 1339,5-6 89,12 5-89,5-1 0,1 0 90,-6-8-90,7 6 0,1 0 0,-3-5 0,2-2 0,0 0 0,1-5-114,6 11 0,0-2 69,0-2 0,0-1 45,1-4 0,1 0 45,1 6 0,2 1-135,-1-17 90,3 15 0,2-13 2,3-3-2,-2 18 0,0 0-730,6-17 730,-2 12 0,2 2 0,2 0 0,-2 3 1189,4 0-1189,-3 5 0,2-1 0,-1 5 0,0 2 442,-1 1-532,-1 2 49,1 1-49,-1 1 901,1 2-1081,1 1 180,-2 2-90,2 0-90,0 2 90,-3 1 0,2 0 90,-3 0-90,0 0-89,-1 0 89,0 1-90,0-1 0,-1 1-90,0-1-449,-1 0 809,0 1 0,0-1 0,1 1 0</inkml:trace>
  <inkml:trace contextRef="#ctx0" brushRef="#br0" timeOffset="315097">733 7599 8972,'-9'0'2428,"2"1"-1708,1-1-630,12-4 0,-3 1-180,11-4-90,-4 3-180,2-1-359,0 1-900,1 0-180,0-1 1799,0 2 0,3-2 0,0 1 0</inkml:trace>
  <inkml:trace contextRef="#ctx0" brushRef="#br0" timeOffset="322396">3495 9536 6363,'-1'-7'720,"1"0"-360,-1 1 179,0 1 181,1-1 624,-1 1-1198,4 15-22,0 12-124,2 5 90,0 5-90,-2-13-379,0 1 379,0 0-63,1 0-177,-1 0 99,0-1-174,1 0 45,-1-3-90,0-1-719,1-2 539,0 0 540,0-3 0,2 3 0,0-1 0</inkml:trace>
  <inkml:trace contextRef="#ctx0" brushRef="#br0" timeOffset="322831">3739 9542 8612,'-4'-6'-180,"0"4"180,-1 5 0,1 4 0,1 0 90,-4 14-90,3-7-281,-2 12 281,4-10 0,1 0 0,1 1 0,2-1 0,-1 2 0,3-1 0,0 1 0,1-2 0,1-2 0,1-2 0,0-2 0,2-3-90,0 0 90,7-4-90,-3-3 90,16-7 0,-9 0-267,9-8 177,1-5 90,-8 3 0,-5 0 0,-2 0 90,2-4-414,0-7 414,-10 9 0,-3 2 90,-3-1 0,-4-3-90,-2-2-321,-5-2 321,-2 2 90,-3 0-1,-14-1-89,3 8 0,-9 0-90,10 12 90,-16 8-180,12 3 0,9-1 0,0 1-269,-4 6-811,3 2 541,3 0 629,4 1 0,0 1 0,2 0 0</inkml:trace>
  <inkml:trace contextRef="#ctx0" brushRef="#br0" timeOffset="324449">3799 10584 8432,'-2'-8'-90,"0"-1"90,2 4 90,-2-2 0,1 2 180,0 0-90,1-1 90,-1 1-90,0-2 642,0 2-634,1 14 37,1-1 76,1 12-271,1 4 89,0-5-91,0 8 1,0-7-285,3 12-174,-1-2-762,0 3 778,-1-9-532,-1-8 436,0-2 540,0-1 0,0 3 0,1 0 1</inkml:trace>
  <inkml:trace contextRef="#ctx0" brushRef="#br0" timeOffset="324888">4019 10473 8162,'-9'4'0,"2"2"0,4 2 0,0 1 0,0 9 0,0-2 90,-1 7-90,3-3-414,1 0 414,0 2 0,2 3 0,0-2 102,3 3-102,2 5 7,0-7-662,3 2 660,0-9-92,1-2 88,2-2-91,-2-3 296,0-4-202,-1-1-96,1-2 94,-1-2 502,0-2-495,1-2 5,0-2-87,1-2 90,2-4 387,-3-2-89,2-2 74,-5 0 54,0-7-42,-4-5-137,-3 0-1768,-6-3 1792,-2 8-1501,-12-12 1034,2 11-5,-6-5-584,4 13 654,0 4-14,1 4 48,1 3-97,-7 7 12,5 2 1323,-7 7-2093,3 12 1002,9-5 0,-3 14 1,8-8-1</inkml:trace>
  <inkml:trace contextRef="#ctx0" brushRef="#br0" timeOffset="325338">4000 11397 7623,'-4'-7'359,"2"1"-179,-1 0 270,1 1-90,0 0 270,0 1-541,-1 8 91,3 5-180,-2 7 90,4 6 0,0-3-90,1 7 90,1 0-90,-1-5 0,1 1-1170,2 9 1080,3 10-90,-3-17-1020,2 6 121,-3-11 539,2 3 498,-3-8 0,2 2 0,1 2 0</inkml:trace>
  <inkml:trace contextRef="#ctx0" brushRef="#br1" timeOffset="325806">4280 11362 19669,'-5'-6'-3277,"-1"2"0,-1 4 4298,2 2 1268,-3 2-434,3 1-541,-1 2-405,0 2-383,0 2 1535,2 1-743,-1 3-1228,1 1-931,2 2-349,0 2-40,2-1-158,1 1 239,4 12-127,1-7 59,3 6 67,-2-10 0,1-5-141,-1-1 71,6 0-74,-3-4 571,3-2 355,-3-5 807,0-3 353,0-1 551,0-2 474,5-5 675,1-7 205,-1 0-294,-3-4-679,-6 4-921,-1-8-675,-4-6-610,-2-2-645,-6-1-699,-1 5-435,-2 2-25,-1 1 4027,-2 2-3574,0 2 299,1 4 203,1 2 272,0 3 376,1 2 367,0 4 340,0 1 283,0 3 207,1 2 9,0 2 158,0 2 306,2 3-747,0 0 0,0 8 1,-1 2-1</inkml:trace>
  <inkml:trace contextRef="#ctx0" brushRef="#br0" timeOffset="326513">4171 12236 7353,'2'13'0,"1"1"0,0-1 90,4 15-90,-1-3 0,2 11 0,-2-8-1839,0 0 1839,0 1 0,0 1 0,0-1 0,0 0 0,1-1-90,0 1 574,0-1-754,0 6-269,0-2 619,0 1 0,-2-6 0,0-4 1</inkml:trace>
  <inkml:trace contextRef="#ctx0" brushRef="#br1" timeOffset="327446">4528 12197 22026,'-5'0'-2877,"1"0"2890,-1 13-389,3-5-298,0 4 266,-1 6-91,1-2 90,-1 6-181,2-4-357,1 1 145,0 1 60,2 11 152,1 0-44,2 0 129,3 4-196,-2-16-139,3 4 37,1-6-321,-2-4 116,2 0 296,-2-6 372,0-1 337,1-2 442,-1 0 292,0-3 546,1-1 649,0-1 346,5-5 189,-3 1-168,5-4 3,-5 0-633,4-6-172,1-5-838,-2 0-375,-2-2-639,-6 6-493,0-10-430,-2 6-396,0-6 238,-4 8-122,0-1 301,-2 0-131,-2-1 205,-2-1-87,-1 0 219,-2 0 10,-1 4-240,-1 2 426,-8 0 642,4 5 425,-8 0 343,6 7 675,-1 2 285,0 2-19,-8 4 281,4 2 337,-3 2-1534,7 1 0,1 2 1,0 0-1</inkml:trace>
  <inkml:trace contextRef="#ctx0" brushRef="#br1" timeOffset="333080">4930 9399 12824,'-8'-6'-1892,"2"1"1172,2 1 591,1 0 91,-1-1 183,3 1 230,-2-1-135,2 0-289,1 0 704,0-1 168,3-4 173,-1 3-104,3-5 62,0 3-146,1 0 60,1 0 45,2-1-166,1 1-148,2 0-305,0 1-140,0 1-169,0 3-180,0 0-32,0 3-338,-2 1 26,1 2-167,-1 3-70,6 17-109,-7-4 198,3 13 244,-10 4-707,-3-6 1352,-3 11-54,-1-10 395,-2-2-357,0 0 747,-1-5-191,2-2-189,-1-3-100,2-2-128,-1-3-7,3-1-154,-1-2 983,1-1-1193,1 2 630,1-4-755,2 1-97,1-4-659,4 0-218,0-3 329,2 0 196,0-2 202,0 0 84,1-2 114,1 0 347,2 0 317,-1-1-289,2-1-29,0 0 15,1-1 1,4-3 0,2-1 0</inkml:trace>
  <inkml:trace contextRef="#ctx0" brushRef="#br1" timeOffset="333538">5351 9287 12058,'-2'-8'-651,"-1"1"517,0 1-141,1 2 225,0 0 41,-1 0-49,0 0-61,0 2-253,-4 2 779,2 4 478,-2 4 322,2 2-350,1 4-60,1 2 29,1 4-629,1 1 538,1 5-721,2 0-451,1 3-287,2-1 198,6 9-746,-2-13 800,3 6 18,-2-14-72,0-4-47,1-1 446,1-2-493,0-3 273,-1-2 247,1-2 1012,0-3-686,1-2 407,1-3 180,10-11 364,-5 3-868,5-10 793,-8 4-177,1-13-295,-6 6-260,0-8-234,-7 12-223,-3 1-332,-3-1-155,-3-2-216,-3-2-49,-4 2 54,-1 4-42,-2 2-45,-2 4 3,1 4 245,0 5 275,1 3 313,-1 4 247,-1 3 181,0 2-59,0 4 118,3 2 95,2 2-330,4 0 0,3 12 1,2 2-1</inkml:trace>
  <inkml:trace contextRef="#ctx0" brushRef="#br1" timeOffset="334183">6734 9042 8342,'7'-9'118,"-1"1"-107,0 1 86,-1 2-91,5-2-4,-2 3-2,8-2 88,0 3-86,6 1-7,-6 1 87,3 7-94,-10-2-4,1 5-1,-5-1 2,-2 1 4,-2 1 7,-4 10 3,-3-1-550,-2 6 648,-1-3-87,0-3 4,1-1-1,0-2-3,1-1-13,2-1 252,-1-1-7,3-1-16,-1-2-4,3-1-23,0 0 73,2-2-149,1 0 245,3-1-622,2-1 316,3 0-213,1 0 18,2-1 51,9 2 20,-4-2 66,14 4 39,-13-2 77,4 2-48,-10-1-68,-2 0-51,-2 1-55,-2 0-26,-2 1 131,-5 6 30,-4-2 62,-5 9-865,-4-4 787,-4 2-860,-5 3 833,-2-2 23,0 1 41,2-4-203,4-3-178,3-4 241,3-2-542,0 0-181,5-4 960,0 1 0,6-5 0,0-1 0</inkml:trace>
  <inkml:trace contextRef="#ctx0" brushRef="#br0" timeOffset="334621">7286 9048 8612,'-3'-7'810,"0"2"-630,-4 7-1,0 1-3456,-2 3 2573,0 1 884,-1 2 518,-2 5-608,-1 1-1,0 4 1,0 1 0,1 3-90,1 0 90,2 1-387,1 0 297,4-2 0,1-2 0,2-1-90,4 8 0,2-8 2847,3 5-2937,1-11 90,2-1-90,7-1 90,-3-4 90,6-1 165,2-6-255,2-5 676,3-3-675,2-7 89,-5-6 89,-3-3-3307,-8 2 3218,-8 3 90,-5 5 169,-2-1-169,-3-1 0,-9-13 0,1 7 0,-9-9-90,4 12-438,-2 2 438,-1 2 90,-1 4-90,0 2 0,3 3-90,1 2 0,3 3-270,0 2 1511,-2 5-1690,6-1 539,-1 3 0,6 2 0,0 1 0</inkml:trace>
  <inkml:trace contextRef="#ctx0" brushRef="#br0" timeOffset="336146">8673 8900 8522,'5'-4'-90,"0"5"90,-4 2 0,0 5 0,-3 4 0,0-1 0,0 5 0,0-3 0,-2 10 0,0 4 0,-2 9 0,0-8 0,1-3 0,2-10 0,0-1 0,1-1 0,0-1 0,-1 5 0,2-7 0,-1 3 90,1-8-90,2 1 0,1-3 0,3-2 0,0-2 0,1-2 0,2-3 0,-1 1 0,4-4 0,-3 3 0,1-2 0,-3 3 0,0 0 0,3-1 0,-3 1 0,2 0 0,-2 2 0,0 0 0,0 0 0,0 1-90,0-1 90,0 1 0,1 0-90,0-1 90,0 1-90,1 0 90,-1 0-90,4-2 0,-2 0 90,2 0 0,-3-1-90,-1 1 90,-1-1 0,1 0 0,-1-2 0,-1 0 0,0 0 0,-1 0 0,-1-1 90,-1-3 0,0 2 0,0-1 0,-1 3-90,0 0 180,0 2-90,0-2 0,-2 17-90,0 0 0,0 11 0,1-2 0,0-3 0,1 1 90,0 2-90,1-1 0,2 10 0,0-7 0,1 7-872,-2-11 872,1-2 0,1-1 0,0 3-90,0-5-89,0 1-271,-1-6-270,-1-2 181,1-2 756,-1-1 1,2-1 0,-1-1 0</inkml:trace>
  <inkml:trace contextRef="#ctx0" brushRef="#br0" timeOffset="336604">9207 8927 7982,'-3'-5'540,"-2"1"-360,-1 5 0,1 1-90,-1 2 0,2 1 0,0 0 0,0 2 0,-1 2 0,0 1 0,0 1-90,0 2 90,0 0-1,0 2-89,1 1 90,1 0-90,1 1 0,1-1 90,1 0-90,0 0 0,3-2-90,4 5 0,0-5 90,5 3-89,-2-8-1,2-2 0,0-2 90,2-2-90,1-1 90,0-2-90,1-2 90,1-1 0,0-2-90,-1-2 90,-1 0 0,-1-2 0,-2 0 0,-1-2 0,-3 0 90,-2-1-90,-2-1 90,-4 0-90,0-3 90,-4 0-90,-3-3-324,-2-2 324,-4 0 90,-2-1-90,-2 3 0,-1 1-1315,-1 1 1405,0 5-90,2 1 0,2 4 0,1 3 0,2 1 359,1 2-359,0 2-180,2 2-450,-1 4 651,4 1-21,0 1 0,5-1 0,2-3 0</inkml:trace>
  <inkml:trace contextRef="#ctx0" brushRef="#br0" timeOffset="337497">10382 8791 8342,'8'-2'900,"-1"2"-810,-6 4 0,-1 0-90,-4 5 90,1-3 0,-1 2-1,-1 1-89,0-1 90,-1 3-90,0-1 90,1 2-90,-1-1 0,1 1 90,-1-1-90,1 0 0,1-1 90,0 0-90,0 0 0,1 2 90,1-3-90,1 1 0,1-1 0,2-3 0,1 1 0,0-2 0,2-1 0,0-1 0,1 1 0,1-1 0,1 0-90,3 2 0,-2-1 0,3 0 0,-5-1 90,0 1-90,-1 0 1,-1 0-1,-1 1 90,-1 0-90,-1 4 0,-2 2 0,-3 1 90,-5 5-90,2-6 90,-4 3 0,2-4 0,0-1 0,0 0 0,-1 0 0,1-1-90,0 0 0,1-1 0,0-1-270,2-1-539,0 0 899,1-2 0,0-2 0,0 0 0</inkml:trace>
  <inkml:trace contextRef="#ctx0" brushRef="#br0" timeOffset="337754">10329 8892 8522,'-7'-4'360,"5"-1"-270,4 2-90,6-1 0,-2 2 90,2-1-90,1 0-90,1-1-270,7-3-539,-2 2 719,4-3 81,-4 2 1,6-3-1,2 0 1</inkml:trace>
  <inkml:trace contextRef="#ctx0" brushRef="#br0" timeOffset="338247">10719 8807 10681,'-4'6'360,"-1"1"-180,1-2-90,-2 3-1,0 2 1,-2 2-90,-2 4 90,1 0 0,-1 2-3367,3 0 3252,0-1 115,0 4-90,1-1 90,-3 9-90,5-9-372,-1 5 372,4-9 0,0-2 0,1-1-90,3 4 0,0-5 3117,6 4-3117,-2-8-90,5 0 90,-3-5-90,6-3 90,-3-1 1,4-2 89,-2-2-90,-1-2 90,1 0-90,-1-2 90,0-1 0,-2 0-90,0-2 90,-3 1 0,-1-2 0,-2 0 647,0-1-647,-3 0 0,-1-1 90,-2 1-90,-3-1 90,-8-9 0,-14-3-90,-4 3 0,-1 6-485,8 13 485,8 3 0,0 2 0,1 2-180,0 0-180,1 1-180,1 1-719,0 1 180,1 1 1200,2-1 0,-3 1 0,-1 0 1</inkml:trace>
  <inkml:trace contextRef="#ctx0" brushRef="#br1" timeOffset="348362">5010 10376 17800,'-2'-12'-3167,"0"3"2586,7 0 2579,0 3-182,4-4-423,-1 2-348,8-7-113,-4 5 422,3-2 583,2 1-244,-5 4-1278,4-1-438,-7 3-304,1 3-376,-2 0-280,0 3-530,0 2-429,-1 2-434,-1 3-196,-1 4 533,-2 3 552,-1 4 490,-4 6 753,0-2 0,-2 2 340,-2 5 0,-2 1 282,1 1 0,0-1 325,-2 0 0,0-1 214,-1-2 0,1-1 551,-6 12-915,5-15 1,1-1 334,-2 4-255,0-3-128,1-3-124,2-3-3,2-3-270,1 0-186,3-3-351,1-2-77,6-4 1581,0-5-2178,5-1 1386,0-2-433,2-2 260,3-2 192,3-3-272,2-1 791,2-2 1357,0 0-915,-1 1-1027,-1 0 0,2-2 0,0 1 0</inkml:trace>
  <inkml:trace contextRef="#ctx0" brushRef="#br1" timeOffset="348832">5476 10471 17961,'-3'-10'-2085,"0"2"1116,1 2 364,-1 2-214,1-1 417,-4 1 359,1 1 249,-4 3 150,2 2 1094,-3 3 726,2 1 395,-3 10-199,2-3-100,-1 7-459,4-3-664,3 0-981,1 1-1003,2 1-487,1 0-425,1 0 399,1 0-91,2-1 58,1-1 91,2-2-44,2-1-30,1-3 205,2-1 343,1-3 419,-1-2 445,2-3 505,0-3 641,4-3 583,10-10 550,-4 1 121,5-8-8,-10 4-222,6-13-2054,-9 7 653,4-9-559,-11 8-515,-3 2-606,-3 0-319,-4 2-504,-2 1-327,-5-3-235,-3 1 510,-4-1-203,-2 2 157,-3 3 378,-2 3 403,0 4 545,1 4 455,2 3 533,1 5 556,0 2 163,1 2 606,2 3-298,1 2-176,4 2-328,1 0-917,4 1 1,2 5 0,1 2-1</inkml:trace>
  <inkml:trace contextRef="#ctx0" brushRef="#br1" timeOffset="349723">6875 10085 14998,'4'-6'1609,"2"-4"-1246,-1 3 123,2-2-272,-1 3 156,1-1-29,2 0-40,1 0 382,2 0-427,0-1 49,1 2 49,0 0-11,-1 1-208,0 2-182,-2 1-221,-1 2-159,3 4-228,-4 0-231,2 4-522,-6-1-32,-1 4 413,0 1 223,-3 2 261,0 2 252,-5 11 372,0-4 94,0-2 0,-1 0 492,-4 12-741,0 0 553,3-9-143,3-9-86,1 2-110,1-1-198,1-1-111,3-3-221,0-4-215,5 1 558,-1-2-771,3 0 118,-1-2 257,3 0 68,-2 0 34,7 2 211,-7-2 47,2 1 384,-4-1-165,-2 1-252,0 0-261,-2 2 202,-1 0 134,-1 2 122,-3-2 213,-1 3 37,-2 0 261,-6 6 289,-1-1-215,-4 4-63,3-6-103,1-1-112,0-2-160,2-1-205,2 0-491,-2 1 419,5-2 0,-1-2 1,5-4-1</inkml:trace>
  <inkml:trace contextRef="#ctx0" brushRef="#br0" timeOffset="350171">7459 10106 8162,'2'-8'360,"1"1"-180,-2 0 180,1 2 0,-2-1-1,0 1-89,-3 0-180,-3 4 0,1 2 0,-4 3 0,1 4 0,0 1-90,-1 4 90,1 3 0,0 4-90,1 2 90,1-1-502,3 0 412,2-3 0,0 1 0,2 0 0,3 7-90,1-8 0,9 9 0,-2-14 90,3 0-90,-2-7 0,-1-2 90,2-2-90,0-2 90,2-2-90,-1-2 90,4-4-950,0-1 950,1-4-218,-2-2 129,-1-2 89,3-9 0,-7 6 0,1-7 0,-9 11 0,-3 0 0,-2 1-90,-4-1 90,-2-3 25,-4 0-14,-3-1-8,-2 3 11,-13-3-62,7 9 377,-9 1-259,10 9-61,1 3-7,-2 3-244,1 4 383,2 1-897,3 2 599,4 1 170,3 0 0,0 7 0,2 0 1</inkml:trace>
  <inkml:trace contextRef="#ctx0" brushRef="#br0" timeOffset="351080">8906 9895 8612,'-3'-8'270,"1"0"0,1 2-90,-1-1 359,1 2-89,0 0-90,1-1 270,-1 1-541,0 12 1,-1-1 0,1 12-90,0-3 90,-2 4-90,1 4 90,-1 3-895,-1 3 805,1 0 89,0-2-89,0 2 0,0-5 0,0-1 0,0-2-89,1 1 89,0-6 0,1 1 0,0-7-90,1-2 90,0-2-90,1-1 895,1-2-895,3-6 90,1 0 0,1-6 0,-1 1 0,0-1 0,1-1-90,2-6 90,-2 4 0,1-3 0,-2 7 0,2-4-89,-1 3 89,3 0 0,-4 4-90,3 2-90,-4 2 0,4 1 90,-3 1 0,2 0-90,-2 0-90,3 2 180,-1-3 0,1 1 0,1-2 0,-3-2 0,6-3 0,-6 1 90,1-3-89,-2 1 89,-1 0 0,-1-1 0,0 1 0,-1-1 0,0 1 0,-1 0 0,0 1-90,0 0 90,-1 2 0,1 0 0,0 10 0,-1-1 0,-1 19 0,0-6-516,-2 9 516,2-5 0,-1 0 0,1 11 0,1-9-90,1 16 0,0-19-382,1 5 202,1-12-180,0-1-360,1-3 720,1-1 215,0-3 0,5 0 1,2 0-1</inkml:trace>
  <inkml:trace contextRef="#ctx0" brushRef="#br0" timeOffset="351488">9465 9897 8432,'-2'-8'450,"-1"0"0,-1 2-91,-1 2-179,-2 3 0,0 4 0,-1 4 0,1 2 0,-2 3-90,0 3-3367,0 5 3342,-1 3-499,1 1 524,2 2 0,1 1 0,3-2 0,1 0-90,2-3 0,1 0 0,4 7 0,0-8 0,3 5-90,4-7 0,-3-8 0,4 2 0,-3-9-90,7-3 90,-4-3 0,5-4 0,-5-2 0,2-4 0,6-12 0,-1-8 2221,-2-3-2131,-7-2-90,-7 11 90,-4-3 0,-2 1 0,-3-1 90,-3 1-90,-1 1 0,-4 3 701,-1 2-701,-7 2 90,4 9-90,-3 2 0,6 9 0,1 3 0,-1 4-180,1 2-180,3 3-450,1 2-179,3 1 539,4 0 450,1 1 0,4 6 0,2 2 0</inkml:trace>
  <inkml:trace contextRef="#ctx0" brushRef="#br0" timeOffset="351989">10642 9694 8972,'0'-8'630,"-1"0"-451,0 3-89,-2 1 90,-1 1-90,0 1 90,-2 0-90,0 1 0,-1 1 90,-1 1-180,-1 2 90,0 0 180,-10 11-270,6-3-116,-6 7 116,8-5 90,2 0-90,0 2 90,-3 5-90,4-4 0,-1 3 0,4-1 0,3-2 0,1 1-90,3-5 0,2-4 206,2-1-206,1 0 0,3 0 0,1 0 0,1-2 0,0 0 0,1 0 0,-1 0 0,0 0 0,-1 1 90,-1 0-90,-1 2 0,-2-1 0,-1 6 0,-3 1 90,-5 6-90,-2-3 90,-9 6 0,1-7-418,-4 4 418,0-3 0,0-3 0,1 1-180,1-2-360,-3 1-899,3-3 1439,2-1 0,3-4 0,4-4 0</inkml:trace>
  <inkml:trace contextRef="#ctx0" brushRef="#br0" timeOffset="352231">10496 9800 8972,'0'-11'270,"2"2"-180,6 3-90,0 0 90,1 1 0,11-5 0,5-3-90,3 1-90,0-1-180,-9 5-598,0 2-31,-2 0 629,-1 0 270,1 1 0,4 0 0,1 0 0</inkml:trace>
  <inkml:trace contextRef="#ctx0" brushRef="#br0" timeOffset="352646">10951 9731 9602,'-9'-1'1349,"2"1"-1079,0 1-91,1 2 1,-1 1 0,-1 2-90,0 1 90,-1 3-90,0 2 0,1 3 0,0 1 0,2 1 0,1 1-323,1 1 323,1 1-90,1-1 0,2-1 0,1 1 0,2-2-90,2-1-89,6 4 89,-2-5 0,5 0-90,-1-7 0,0-3 90,1-1-180,8-3 180,-5-2 0,7-3 0,-5-2-90,5-5 180,-5 0-539,4-5 539,-11 2 0,0 0 90,-2-1 0,-3 0-102,-2-1 102,-2 1 0,-1-1 0,-4 0-90,-1-1 90,-4-2 304,-3 0-304,-13-9 0,-10 5-896,10 11 1,-1 2 805,-16-2 0,4 9-2629,10 6 2269,2 4-270,-2 1-1178,1 4 279,0 2 1529,2 1 0,-5 5 0,0 1 0</inkml:trace>
  <inkml:trace contextRef="#ctx0" brushRef="#br1" timeOffset="354440">5224 11442 20544,'0'-10'-3277,"0"0"1083,-1 5 1592,0-2-287,1 3 484,-2-3-41,1 3-82,0-2-674,0 1 800,0 0 126,0-1 93,0 2-291,-1-1 279,1 1-227,-1-1 332,1 1-98,-1-1-79,0 1 43,0 0 3500,1-1-2140,1-1-777,0 0 497,0 0-502,0 1 412,2 1 412,-1 0 74,2 2 626,0-2-358,0 1-133,1 0-87,5-3-94,-1 0-86,4-1-509,-2 2-81,0-1-766,0 0 49,1 1-53,1 0-133,6-2-104,-4 3 15,4 0-77,-6 3-176,-1 2-305,1 2-188,0 3-296,0 3-223,-1 2-155,0 6-460,-1 2 931,0 6 392,-3 1 522,-2 2 218,-4 10 520,-2-5 394,-3 7-1342,-2-10 1895,-2-1 20,-1-2-147,-6 9 14,5-11-1468,-3 3 1556,6-14-109,2-2-95,1-3-275,0-1-295,2-1-152,1-2-451,2-1-1238,4-3 843,2-2 614,2-2 398,1-1 543,2-2-231,8-3 226,-4 1 153,6-2 1068,-4 0-891,-1 2-640,3-3-591,4 0-586,-6 2 321,3 0 233,-10 4 0,5-3 1,0 0-1</inkml:trace>
  <inkml:trace contextRef="#ctx0" brushRef="#br1" timeOffset="354905">5746 11380 18290,'-4'-9'-1149,"0"-2"-673,-1 3 326,0 0 752,0 0 97,1 4 223,-1 0 384,1 1-1372,-1 1 1642,-1 1 374,1 1 489,-2 2 318,-1 2 393,0 1 63,0 5-433,1 1-225,2 2-569,1 4-345,1 0-448,3 13-514,2-5-1312,4 8 724,2-8-3,9 7-85,-2-10 120,8 3 201,1-9 467,-5-7 71,4-1 527,-7-6 206,-2-2 493,2-2 426,-1-2 266,1-2 86,1-5-110,0-1-157,0-4-175,-2-2-370,2-7-65,-7 5-587,-1-4-278,-7 7-451,-2-1-345,-3-3-398,-3-2-6,-10-11-96,1 9 90,-8-6 43,4 14 285,-1 2 433,0 5 171,0 3 434,3 3 197,1 4 69,-5 5 20,5 1 527,-4 7-464,9-1 1,0 8 0,0 2-1</inkml:trace>
  <inkml:trace contextRef="#ctx0" brushRef="#br1" timeOffset="355487">5451 12219 20355,'-2'-9'-3277,"1"2"0,2 0 3164,2 1 1011,0-1-116,2 1 168,0-2-248,1 1-391,2-1 1675,1 0-22,0 0-695,1 2-158,0-1 58,0 3-325,-1 0-262,0 1-319,0 2-456,0 2-376,-1 0-446,-1 3-648,1 5-867,-3 1-439,0 6 575,-3-1 501,-3 2 617,-1 5 477,-3 3 465,-2 3 556,-1 1 965,0-1 325,-1-1-302,1 0-386,0-4-282,2-2-182,-1 2-240,3-7-9,0 7-361,3-12-71,2 3-450,3-5-621,1-2 58,8-1 952,-3-4 588,5-1 216,3-5 675,-2 0 265,4-3 453,-1-1 788,1-2-62,2-1-1020,0-1-788,-1 0-215,-2 0-400,-2 1 0,3-1 0,-1-1 0</inkml:trace>
  <inkml:trace contextRef="#ctx0" brushRef="#br1" timeOffset="355932">5904 12156 20811,'-2'-6'-3277,"0"1"0,-1 2 0,-2 2 4094,0 1 706,-1 2 487,1 2-682,-3 8-1277,2-1 1563,-2 7-40,5-4-728,-1 3-1212,2 1-492,1 0-951,1 2 141,2-1 278,2 8 69,5 0-118,1-2 253,2-5-62,3-6 732,-3-5 381,6 0 390,-4-6 719,2-3 582,1-2 412,14-8 607,2-6 327,2-4-577,-4-1-578,-12 2-490,-1-1-649,-1 0-431,-3-2-484,-3 2-589,-4 0-468,-2 2-261,-4 1-59,-2-1 59,-10-13-468,-1 9-116,-8-8 389,0 14 717,-3 4 631,0 5 606,-1 3 541,-1 5 710,-1 1 647,-2 5 453,2 2-947,-5 7 261,12-4-1458,0 2 0,10-1 0,1 0 0</inkml:trace>
  <inkml:trace contextRef="#ctx0" brushRef="#br1" timeOffset="356680">6946 11150 10549,'4'-9'364,"0"0"-216,0 1 22,1-1-21,1-1-2,1 0 9,1-1-10,1-1 69,0 0-33,1 1 7,-1 1 151,-1 1 107,0 1-100,0 0 81,-1 1-80,1 2 136,0-1-147,-1 4-116,0 0-225,-3 2-356,0 3-230,0 1-170,-1 2 74,-1 3 45,-1 1 120,-1 2 156,-1 1 31,-1 4 349,-2 0 104,0 1 171,-4 7-77,2-6-277,-1 6 334,2-10-148,0 5 18,1-6-202,0 3 128,2-8-55,2-1 45,0 0-455,3 1-54,1-3-59,2 1-80,1-2 711,0-1-287,2-1 12,5 3 14,2 0 55,0 0 226,-2 1-48,-5-1 41,-2-1-251,2 5-16,-3-3-131,-1 4 63,-3-3 54,-2 2 49,-2 0 78,-1 1 68,-2 2 74,-6 5 109,1-3 78,-3 4-28,2-7-143,1 1-244,0-2-140,1-1-297,1 0-122,2-2 622,0 0 1,3-3 0,0 0 0</inkml:trace>
  <inkml:trace contextRef="#ctx0" brushRef="#br0" timeOffset="357107">7474 11052 7713,'1'-8'359,"-1"2"1,1 1 540,-1 0-630,-5 6-181,0 1 1,-6 7 0,2 2 90,-2 5-180,0 2-891,-1 3 981,0 1 0,2 1-90,2 0 67,0 7 23,5-1-90,4 8-647,4-11 647,3-3-119,0-9 29,1-3 0,2-1 0,1-4 898,1 0-898,1-3 22,1-2 68,1-3-90,3-2 473,2-3-383,1-3-90,0-3 90,-1-2 139,-1-2-229,-3-2 90,-1-1-696,-4 1 696,-1-4 0,-5-5-90,-4 3 90,-4 3 0,-3 1 0,-4-4-846,-8-9 846,0 15 0,-3 2 114,-2 4-114,1 4 0,-10 6 0,5 5-1313,-5 7 1043,7 3-179,5 4 68,3 2 381,2 7 0,8 1 0,0 5 0</inkml:trace>
  <inkml:trace contextRef="#ctx0" brushRef="#br0" timeOffset="358171">9074 10736 8342,'-8'-2'180,"1"2"-90,2 8-90,2 0 0,-2 2 90,0 2-776,-3 11 686,1-1 0,-2 13 0,2-10 90,2 2-90,0 0 0,3-8 167,-3 12-257,3-10 90,-1 0-90,2-6 90,0-6-89,1-1-1,0-1 0,0-2 608,2-1-608,1-2 90,2-2 0,0-3-90,4-5 90,-3 2-90,3-4 0,2 0 0,-4 1 1,7-4-1,-7 5 90,4-1-90,-5 3 90,1 1-90,0-1 90,0 2-90,0-1 90,1 0 0,-1 1 0,1-1-90,-1 0 90,1 1 0,-1-1 0,3-3 0,-4 2-90,3-2 180,-1-1-90,-3 1 180,3-6-180,-4 7 90,0-2 0,-1 3 0,-1 2-1,0 0 181,0 0-270,-1 7 0,1 0 90,-2 8-90,0-1 0,0 4 0,0 1 0,-1 4 90,3 10-90,-1-5 0,2 7-612,-1-11 612,2 0 0,0-1-221,2-1 221,-1-1-89,3-2-181,-1-3-180,1-1-90,0-3 540,5-1 0,2-3 0,4 1 0</inkml:trace>
  <inkml:trace contextRef="#ctx0" brushRef="#br0" timeOffset="358571">9558 10766 7892,'-9'0'720,"2"0"-540,0 5 0,1 1 0,-2 0-90,0 4 90,-2 0-90,1 2 0,0 2-1,1 1 1,1 1 0,0 0-241,2 2 241,1-1-90,2 2 90,1-1-90,1 0 0,2-2-90,1-1 0,2 0 0,1-3-90,5 2 90,-2-6 0,4 0 90,-3-5 152,-1-3-152,3-1-90,5-6 90,-3 1-90,3-6 90,-5 2 0,2-9 0,-4 4 0,-1-8 0,-4 8 0,-4-2 0,-1 0 90,-2-1-90,-3-4 0,-4 1 90,-8-9-90,2 11 90,-7-3-481,6 14 391,-1 2 0,-1 3 0,-8 5-180,9 1-180,-6 5-629,11 0 539,2 2 450,2 0 0,2 5 0,1 1 0</inkml:trace>
  <inkml:trace contextRef="#ctx0" brushRef="#br0" timeOffset="359122">10420 10675 8522,'2'-9'450,"0"2"-90,-1 1 89,0 1-179,1 0 450,-1 0-720,-2 12 180,0-3-90,-6 20 0,2-6-90,-2 4 0,2-4 90,2-7-90,0 2 0,1-1 0,0 0 0,0-1 0,3 0 0,-1-2-90,3-1 90,-1 0-90,3-2 0,1 0-90,2-1 90,1-1-90,2 0 0,1-1 0,1 0 0,1-1 0,1 0 90,0 0-89,-1 1 89,0 0 0,-1 0 0,-2 1-90,3 1 180,-5-1 0,0 1 0,-5 0 0,-2 0 90,-3 0 0,-1 1 0,-3 1 0,-2 1 0,-2 0 89,-2 3-89,-12 6 0,7-5 0,-15 9 0,15-10-180,-4 2-449,3-3-91,5-3-359,-1 0 719,7-4 270,1-1 0,2-1 0,1 0 0</inkml:trace>
  <inkml:trace contextRef="#ctx0" brushRef="#br0" timeOffset="359346">10425 10743 8522,'4'-10'180,"1"0"-90,2 6-90,2-1 90,1-1-90,3-1 90,4-1 0,0 0-90,14-7-180,-9 4-1077,10-4 627,-11 5-89,0-1 437,1 2 282,0-2 0,3 0 0,1-1 0</inkml:trace>
  <inkml:trace contextRef="#ctx0" brushRef="#br0" timeOffset="359779">10882 10630 8342,'-8'2'540,"1"-2"-360,2 2 0,0-1-90,0 1 180,-3 2-91,1 1-89,-4 4 90,4 0-90,-1 3 90,1 1-90,0 3 0,1 2-288,1 0 288,0 1-90,2 1 90,1 0-90,1 0 90,1 1-90,2-1 90,2 0-90,1-1 0,4 0 0,0-3-90,2 0 90,1-4 0,-1-3-90,1-2 0,0-2 90,1-2-90,0-3 0,0-1 0,1-2 0,1-2 378,-1-1-378,6-7 0,-7 1 90,3-5-283,-7 3 193,-2-1 90,-1-2 0,-3 0 0,-2-2 0,-1 0 0,-3-4 0,-3 0 0,-2-3-794,-4 1 794,-1 1 0,-3 1 0,-2 3-74,-1 3 74,-13-2 0,7 8-685,-7 0 685,10 8 0,2 2-135,1 4-225,-3 2-359,1 4 4,-1 3 355,2 1 360,1 1 0,-3 4 0,0 1 0</inkml:trace>
  <inkml:trace contextRef="#ctx0" brushRef="#br1" timeOffset="360938">7221 12173 22960,'-7'-3'-3277,"0"-1"1526,4 1 895,-1-1-109,2 2 339,-1-3-567,3-1 674,0 1-1099,1-2 1458,1 2 235,1-1 274,0 0 578,1 0 382,4-4 620,2 1-78,-1 1-110,-1 1-473,-2 4 207,-2 0-260,0 1 185,1 1-318,-2 1-1088,0 2-916,-1 3-1274,-2 0 454,0 1-180,0-1-132,0 1-312,1-2-425,1 0 1067,1-1 1019,0-1 1784,1 0-114,0-1-83,0 0 129,0 0 144,0 0 580,0 0 121,2 0-424,1-1-390,4 3-629,-3-2-158,4 2-203,-3 0-161,-1 0-198,0 1-321,2 3-416,-3 0-236,1 2 18,-5-1-582,-1-1 51,-1 2 709,-1 1 182,-2 0 495,-1 2 414,-2 1 524,-1 2 316,-1-1 628,-6 7 114,-1 1-296,-4 2-130,5-6-224,-1-2-9,7-8-250,-1 2-215,5-5-122,0 0-446,1-2-140,2 2-1234,4-3 931,1 0-110,2-3 1141,-1 1-136,1 0 86,0 0 231,1 0-67,0 0 1176,0 1-1075,1 0-28,2 3-1578,1 3-236,-2 0-74,-2 2-523,-5-1-532,-1 0 221,-2 2 528,-2 0 390,-1 1 653,-2 2 591,-2 0 387,-1 1 581,-2-1 617,-8 8-147,6-7-376,-7 5-805,8-10 364,1 0-426,2-3 0,-3-1 0,1 0 0</inkml:trace>
  <inkml:trace contextRef="#ctx0" brushRef="#br1" timeOffset="361479">7788 12036 22781,'-3'-6'-3277,"0"0"0,0 7 2422,0 1 2805,0 6-1961,-2 6-155,2-1-107,-3 7-674,2-3 2144,-2 5-122,2 1-2663,-2 5 175,3-2 867,0-2 224,2-2-134,1-1-92,2 0-124,1-1-163,2-2-72,7 5-262,4-3 658,0-2 71,2-8 748,-4-7 675,0-1 492,1-4 511,1 0 407,1-5 405,3-2-367,0-4-412,-1 0-606,-1-3-996,-2 0-308,-2-3-504,0-7-536,-5 5-477,-1-14-372,-6 13-25,-4-10-104,-3 8-108,-3-2-105,-3 1 253,-11-5 622,3 9 410,-7 0 649,7 13 821,1 4 679,-1 4 528,-3 3 7,1 2 226,-9 9-29,13-4-1672,-2 5 0,11 0 0,2-1 0</inkml:trace>
  <inkml:trace contextRef="#ctx0" brushRef="#br1" timeOffset="362279">8991 11725 27642,'-2'-9'-3277,"1"3"0,-1 0 0,1 1 215,-4 7 4652,3 1-1114,-3 8-783,2 0-1694,0 4 2213,0 2-632,-1 6 302,0 3-768,-1 3-672,0 1 615,1 0 561,-1 1 239,0-1 79,-1 0 32,2-4 62,0-2-55,2-4-32,0-3-68,1 1-28,0-5-58,1 1-142,2-7 723,0-2-120,2-1 1716,3-5 288,0-1-319,2-4-424,-1 0-205,0-3-18,1-1-219,0-1-530,1-1-766,-1-1-1304,1 0 495,0 0 507,0 0 201,0 1 201,0 1 194,-1 2 75,5-2 252,1 3 387,0 0-29,-1 4 334,-5 2 172,1 0 132,0 1-57,0 0 88,1 0-343,0 0-309,-2 1 101,1-1-4147,-2 0 3389,0 0 174,-2-1-89,2-2-419,-2 0-199,0-1-253,-3-1-648,-1 0-300,0-1-185,-1 0-375,0-1-36,-1 0 266,-1-2 90,1 2 286,-1-2 537,0 4 347,1 0-35,-2 17 716,2-3-106,0 16 197,0-6 181,1 3-231,1 13 77,1-8-202,2 11 13,0-13-572,4 8 57,4-1 167,0-5 67,2-4 268,-6-12-5,2-2 676,-1-3-82,1-2 0,4-2 1,3-1-1</inkml:trace>
  <inkml:trace contextRef="#ctx0" brushRef="#br1" timeOffset="362721">9604 11716 28034,'-5'8'-3277,"0"0"1661,1 1 788,-2 3 251,1 2 105,-1 2 38,1 1 26,1 1-1102,0 1 879,2 0-98,1 0 93,1 0-176,2 1-45,1-1-61,2-1-1,3-2 301,7 7 563,-2-8 217,6 3 269,0-10 816,-4-3 283,6-2 491,-5-3 502,1-3-108,0-1-157,3-4-430,-1-1-307,9-11-979,-8 3-1762,3-6 975,-12 7-659,-2-1-473,-3 0-416,-2-1 20,-2 1-410,-2-2 394,-4-3-167,-2-1 76,-4-2 538,-4 3 528,-12-5 674,1 10 407,2 5 1,-1 3 779,-4 2 531,-9 3 469,11 6 524,-5 8 83,8 0-343,-2 5-2273,13 1 141,6-5-437,2 3 1,6-2-1,2 0 1</inkml:trace>
  <inkml:trace contextRef="#ctx0" brushRef="#br1" timeOffset="363204">10586 11569 4606,'-1'-8'3276,"1"1"0,-1 1 0,0 2 0,-2 0 0,-2 2-3079,0 2-1918,-6 6 2640,4 0-2592,-4 3 193,-1 9 645,4-4 462,-6 14 582,8-11 1761,-1 5 495,5-7-599,1-1-195,1-2-50,1 1-647,1-1 2302,5 4-2591,-1-4-1284,3 3-299,-1-7-678,1 1-132,2-1-403,0 0 261,1 1 561,-1-1 336,0 0 252,-2 1 348,-1 0 292,0 6 557,-3-3 370,-1 5 167,-6 3 334,-2-4-3638,-9 19 3124,2-13-332,-7 9-646,5-11-21,0-2-404,1-3-121,1-1-238,2-3 83,1-2 3011,1 0-3009,0-2 236,2-1 161,2-1 455,0-2 0,1-1 0,1-2 1</inkml:trace>
  <inkml:trace contextRef="#ctx0" brushRef="#br1" timeOffset="363423">10512 11626 8612,'6'-10'3276,"-1"1"0,5 2-1335,1 2-2598,1-1 149,2 0-834,8-5 1278,3 0 0,7-3 0,0 0 0</inkml:trace>
  <inkml:trace contextRef="#ctx0" brushRef="#br1" timeOffset="363879">10919 11560 26422,'-3'10'-3277,"0"1"0,-2-3 1036,0 3 2166,-1 1 173,-4 10-310,2-1 63,-1 8-1445,2-5 1766,3 9-472,1-7-463,2 6-85,1-9-119,2 0-1,1 1 47,3 0-38,0 0 147,2-3 411,4 1 398,4-4 542,1-1 154,7-5 890,-9-8 444,5-1 261,-5-4 349,0-2 92,2-1-310,2-4-883,1-1-112,1-5-839,0-1-549,-2-2-446,-1-3-617,-2-1-399,-2-1-108,-2-2 128,-3-1-116,-4 2 12,-2-1-91,-2 2 24,-3-3-143,-3-1 992,-2 6 0,-1 1-327,-6-10 751,-3 8 0,-3 1 344,-6 0 257,8 8 1,-1 2 779,-7 1 490,1 4 395,3 2 177,2 4-96,1 1-1589,-5 6 913,6-1-1098,-4 3 1,5 1 0,0 0 0</inkml:trace>
  <inkml:trace contextRef="#ctx0" brushRef="#br1" timeOffset="371804">16633 9241 22116,'1'-9'-2279,"0"2"1342,-1 0 271,0 2 300,0-2 212,0 1-29,0-1 145,-1 2-1165,-1 1 170,-2 2 895,-3 4 1601,0 2 317,-7 8-316,4-2 20,-3 6-542,2-1 754,1 0 216,0 2-996,3-2-1525,1 0-546,2-1 286,1-1-222,2 0-9,2 1-260,3-1-100,1 2-207,5 2-120,9 8 306,-2-6-876,7 6 1433,-6-9 141,-3-1 682,0-2-92,-4-1 205,0 0 192,0 4-304,-4-5-157,0 4 137,-5-5 206,-3 4 310,-1-3-2080,-4 4 2628,-2-3 307,-2 0 46,-4 1 513,-3 2-124,-2 0-243,-1 0-252,1-2-213,2-1-632,-3 0-595,8-4 212,-1-1 33,6-4 1,1-3 0,1 0-1</inkml:trace>
  <inkml:trace contextRef="#ctx0" brushRef="#br1" timeOffset="372046">16564 9291 16190,'4'-8'205,"1"1"86,1 1 506,2 0-161,3-1-4,2 0-18,6-1-428,4 0 0,1-1 473,10-2-662,-7 2 0,1 1 212,-5 1 0,-2 1-347,13-3-1,-6 2 0,-1 0 151,1 1 1,10-3 0,-13 4 0</inkml:trace>
  <inkml:trace contextRef="#ctx0" brushRef="#br1" timeOffset="372304">17131 9232 13466,'4'7'-2604,"1"-1"1912,0-1 399,1 2 166,2 1 67,4 4 4,3 2-36,3 2-448,1 2-1148,2 1 1708,3 1 97,1 1-151,3 2-6,1 0-95,-1-1 127,-1 0-89,-1-3-433,-4-3 549,5 6 1,-5-5-1,2 3 1</inkml:trace>
  <inkml:trace contextRef="#ctx0" brushRef="#br1" timeOffset="372507">17501 9319 9052,'-2'-8'-528,"-1"1"322,1 2 199,-1 1-45,-3 6 742,1 2-173,-5 6-100,-1 5-106,-2 3-89,1 1 1,-1 1-40,-7 11 70,7-9 1,-1 1 63,-3 10-581,7-11 1,0 0-1557,-3 12 1553,6-13 1,0-1 217,1 9 0,1 3 0,0 1 0</inkml:trace>
  <inkml:trace contextRef="#ctx0" brushRef="#br0" timeOffset="373181">17841 9109 7982,'6'-12'540,"-1"1"-450,-2 3 0,0 1 90,0 1 0,-1 2 180,-1-1-270,-5 14-90,2-3 90,-8 21-90,4-7 0,-3 10 0,0-2 0,-2 4-1292,0-1 1292,-3 4 0,2-4 0,-1 0-220,4-12 0,1 1 40,-6 13 0,0 2 90,6-14-90,3-7 90,3-6 0,0-2-48,2-1-8,1-1 1403,5-4-1298,1-1 314,3-3 176,-2 0-54,1-2 75,5-4-57,-4 2-3,4-2 26,-5 2-56,0 1-12,6-4-368,-2 3-12,2 0 25,0 3-44,-6 3-8,3 0-128,3 0 102,-4 2-24,5-1-11,-5 0-26,2 0 4,-1-1 64,1 0 127,-2 0-50,-1-1 32,1-1-55,-2 0 125,1-2 98,-2 0-141,-1-1-125,2-6 5,-4 3-27,2-4-57,-4 4 42,-1 0-152,2-4-9,-2 3 25,0-1 26,0 5-18,-2 1 95,2 2 168,-2 13-151,-1 2 47,-1 16-1443,-2 15 1466,0-5 62,2-11 0,-1 0-48,1-5 1,0 0 52,-1 13 1,1 0-27,0-10 0,1 0-760,-1 9 0,1-1 741,0 4 79,3 1-1000,0-3 788,2-3-718,1-1 422,2-3 471,0-4-693,2-5 634,0-5 0,5-2 1,1-2-1</inkml:trace>
  <inkml:trace contextRef="#ctx0" brushRef="#br0" timeOffset="373370">18542 9496 8432,'5'-9'630,"0"2"-450,-2 0-90,0 2 90,-1 1-90,1 1 89,-1 0-89,2 1 0,0 0-270,1 1-449,-1 2 629,0 1 0,-8 6 0,-3 2 0</inkml:trace>
  <inkml:trace contextRef="#ctx0" brushRef="#br0" timeOffset="375863">6529 13448 8162,'1'-9'-359,"0"-1"269,-1 5-180,1-1 270,0 14 0,-1 6 0,1 10 0,-3 2 0,0 0 0,-1 1 0,0 4-1044,-1-2 1044,-1 1 0,-1-2 0,0 0 0,0-4 0,0-2-270,1-2 270,0-3 0,1-2 0,-1 3 0,2-5 0,-1 2 0,3-7 1014,1-2-1014,2 0 300,4-4-300,0 0 0,3-5 0,0-1 0,0 0 0,1-2 0,0 0 0,0-1 0,1 0 0,-1 0 0,0 0 0,0 0 0,5-3 0,-5 2 0,4-1 0,-5 3 0,3-1 0,-3 3 0,3-2 0,-4 2 0,0 1 0,0 0 0,-1 0 0,1-1 0,-1 0 0,0 1 0,-1-1 0,1 0 0,-1 1 0,-1-2 0,1-1 0,-2 0 0,0 0 0,0-1 0,-1 1 0,0-2 0,0 0 0,-1-2 0,-1 2 0,0-1 0,0 2 0,0 0 0,0-2 0,-1 2 0,1 7 0,0 3 0,1 11 0,0 1 0,4 18 0,-1-5-602,-2-7 0,1 0 692,3 10-90,-1 0 0,0 0 0,-1-8 0,0-1-90,3 10 90,-3-10 0,0-1-180,2 3-295,0-2 26,-1-6 89,-1-3 360,1-3 0,2 1 0,0-2 0</inkml:trace>
  <inkml:trace contextRef="#ctx0" brushRef="#br0" timeOffset="376147">6988 13571 7623,'8'8'180,"2"0"-91,0-2-89,3 2 180,11 7-180,-4-3 45,-2 0 0,1 0 45,10 7-1910,0 0 1730,-5-3-180,-9-7-234,4 1 144,-6-3 360,3 1 0,-3-4 0,0 0 0</inkml:trace>
  <inkml:trace contextRef="#ctx0" brushRef="#br0" timeOffset="376355">7184 13489 7443,'-9'-9'90,"0"2"0,2 2-90,0 3 90,2 1 0,-1 3-1,0 4 1,-1 4 0,-3 7-90,1 5-432,-2 4 476,5-5 1,0 0 45,-2 12-90,3-12 0,0 0-697,2 9 697,0-2-90,1-2-90,1-4-180,1-1-269,0-2 179,1 0 450,-1-2 0,2 3 0,0 3 0</inkml:trace>
  <inkml:trace contextRef="#ctx0" brushRef="#br0" timeOffset="376796">7525 13308 8072,'4'-10'900,"0"0"-720,-7 12-90,-3 5-90,-3 7 90,-2 3 0,2-3-90,-1 4 0,0 0 90,-1 2-90,2-2 90,-1 8-1,4-2-89,1 0 0,4 1 90,3-11-90,3 2 0,2-4 0,2-2 0,3 0 0,4 0 0,14 3-90,6 2-1094,0 0 1094,-2-1 90,-13-4 0,3 2 0,-9-3-90,0 3 90,-8-5 0,-3 2 0,-1 0 1185,-4 1-1185,-3 3 0,-4 2 0,-3 2 0,-4 1 0,-3 0 0,-2 0-444,0-1 444,-2-1-799,2-2 619,0-2-270,3-4-539,2-2 989,1-3 0,1-5 0,-1-2 0</inkml:trace>
  <inkml:trace contextRef="#ctx0" brushRef="#br0" timeOffset="377007">7488 13296 8702,'-5'-6'180,"2"0"90,0 1-180,4-3 0,1 3 90,2-2-90,2 0-1,3 0 1,6-2 0,4-2 0,4 0-90,3-1-90,6-2-1358,2 1 819,5-1 134,-19 7 0,0 0 270,0 0 0,0 0-204,0 0 0,1 0 0,7-3 1,1 0-1,1-1 0,-1 0 1</inkml:trace>
  <inkml:trace contextRef="#ctx0" brushRef="#br0" timeOffset="386648">4841 13699 6273,'16'-25'540,"2"-6"-2056,-2-2 1606,-2-1-90,-5 9 90,-2-3 0,0 1 0,-3-1 0,0 1 0,-3 1 0,-5-14-90,0 11 45,-3 2 0,-2 0-45,-4-3 45,3 11 0,-1 1-45,-6-5 0,-3 3 0,-1 2 0,-1 3 0,0 3 505,1 3-505,0 4 0,2 3 90,-4 3-534,0 4 354,-2 4 90,-2 6 0,0 2-418,3 4 418,2 1-90,-3 11 0,15-15 0,1 1-90,-9 17 0,8-3-269,8-14 449,2-1 0,7 12 0,2 2 0</inkml:trace>
  <inkml:trace contextRef="#ctx0" brushRef="#br0" timeOffset="387496">4529 13204 6723,'-8'6'0,"1"-1"0,3-1 0,0 2 0,0 0 90,1 3-90,-1 0 90,0 1-90,1 0 0,1 3 90,0 1-90,0 2 0,2 1-263,0 2 263,2 4-692,1 3 692,2 3 90,3 0-90,1 0 0,3-1 90,1 0-90,2-2 0,1-1 90,1-1-90,1-2 0,0-1 0,1-3 90,1-2-90,-1-3 0,-1-2 0,-2-4 0,1-1 0,5-2-90,3-4 90,-2-1 325,-1-5-415,-5-3 90,-1-2 310,1-4-400,-2-1 90,-1-1 0,-2-1 0,-2 0-195,-3 1 105,-2 0 90,-2-9 0,-4-7 0,-3 0-268,-1 9 1,-3 0 267,-1 4 0,-1 1-338,0 0 1,-1 1 337,-12-13-565,5 13 565,-1 2 0,-9-1 0,7 9-336,-5-1 336,9 8 341,1 3-431,-1 2 90,-3 3 0,1 3 618,-2 4-978,2 2 360,-2 10 0,6-2 0,-1 8 0</inkml:trace>
  <inkml:trace contextRef="#ctx0" brushRef="#br0" timeOffset="388238">5967 12929 6633,'-7'-3'0,"0"0"90,-2 1-90,2 1 0,-2 1 90,3 2 0,-1 2-90,-1 1 90,0 2 0,-2 2-90,1 2 90,-4 10 0,3-1-90,0 9 0,4-3 90,2 11-1495,4-14 0,1 1 1405,0-3 0,1 1 0,1 1 0,1-1-2431,5 8 2431,2-2 90,1-2-657,11 7 567,-5-11 0,0-6 0,0-2 0,4-2-465,13 0 555,-16-10 1387,4-3-1477,-8-3 0,4-4 2099,0-2-2099,1-4 0,-1-3 0,-1-1 752,6-13-752,-12 13 0,0-1 45,-1 1 0,0-1-155,7-18 200,-10 11-290,-1-9 290,-7-2-90,-3 0-278,-6 2 367,-3 11-89,-4 2 0,-3 2-236,-3 2 236,-4 3 0,-1 4 816,-3 4-816,-2 4 0,-1 4-734,6 5 1,-1 2 733,8-2 0,0 2 0,-7 3 0,0 1-76,-5 8-104,6 1-450,5 1 271,8-2-130,4-2 0,7 3 1,1 0-1</inkml:trace>
  <inkml:trace contextRef="#ctx0" brushRef="#br0" timeOffset="389005">7564 12792 7623,'-6'-6'629,"1"0"-269,2 4-180,-2-1-90,-1 3 90,0 0-180,-1 2 180,2 1-90,-5 7 0,2-1-90,-3 7 90,4-2-90,1 2 90,1 2-90,2 1 89,2 1-89,2 4 0,4 1 90,2 2-1190,3 0 1100,3-4 0,3 1 0,5-1 0,1-3-266,5-1 176,-8-9 0,2-1 45,0-2 1,3-2-1,5 0 0,1-1 45,-6-4 0,-1-1-521,0-2 1,-2-1 520,7-7-90,3-4 90,-2-3 0,3-3 0,-4-3-90,-1-1 90,-3-2 0,-5 1 0,-2-2 0,-5 0-90,-3-2-287,-3 0 377,-5 9 0,-1-2-45,-3 1 0,-2-2 45,-5-6 0,-3 0 0,2 8 0,-1 1-31,-4 1 1,0 2 30,-8-1 0,-2 4 0,-1 4 0,-3 5-78,-3 2 33,7 7 0,-1 2 0,6 0 0,0 0-298,-7 4 0,1 1 298,8 0 0,1 0-90,1 2 0,0 0-6,1 1 0,0 1-489,-4 9 1,2 0 629,-6 9 0,9-8 0,1 1 0,0 8 0</inkml:trace>
  <inkml:trace contextRef="#ctx0" brushRef="#br0" timeOffset="389704">9539 12629 7803,'-11'-5'0,"0"0"89,1 0-89,0 3 90,1-1-90,-2 1 90,0 0-90,-1 1 90,0 0-90,-1 2 90,0 0-90,-2 2 90,1 1-90,-2 0 0,1 3 90,-1 3-90,0 2 90,0 4-90,-4 14 90,5 5-90,2 1-700,7-3 700,6-12 90,3 2-90,2 1-47,11 10 137,-1-10-90,2-7 0,0-1-865,7-2 865,11 1 0,-9-9 0,0-2-626,2-4 626,-1-3 0,2-3-272,-1-3 272,1-4-842,0-4 842,0-3 0,-2-3 450,-4 0-405,-10 6 0,-1 0 45,4-9-90,0-7 576,-10 12-486,-4-10-90,-4 6 38,-4-8-38,-5 9 90,-3 0-90,-3 3 0,-15-6 0,5 10 41,8 6 0,0 3-41,-11 0 0,0 5 0,1 4 63,0 4-512,-6 10-811,7 10 721,1 0 539,14 4 0,10-5 0,3 2 0</inkml:trace>
  <inkml:trace contextRef="#ctx0" brushRef="#br0" timeOffset="390262">10574 12481 8072,'-2'-8'270,"-1"0"-90,1 3-90,0 1 0,-1 0 0,-1 1 0,0 0 0,-1 2 0,-1 1 0,-2 1 0,0 2 90,-1 1-90,-1 3-90,1 2 90,-1 3-1,2 1 1,-1 3-389,3 0 389,1 3-90,1 1 90,2 2-893,1 3 893,2 2-90,3 3-90,3-2 90,2-1-90,4-3 0,2-3-89,4-2-1,2-2 90,3-3-90,1-3 0,-1-3-90,8-4 90,-6-3 90,8-5 0,-7-3 0,-1-3 0,-1-4 90,-6 1 0,0-2 0,9-10-899,-10 8 0,0-1 899,4-10 90,-3 1-90,-4-2 45,-8 8 0,-2 1 45,1-11-367,-3 9 0,-3 1 366,-5-7-44,-3 5 0,-3-1-45,-8-11 45,4 12 0,-1 1-45,-14-5 45,6 11 0,-4 2-45,-2 3 0,-2 1 0,2 1 0,0 1 0,-6 4 0,2 4-90,0 5 0,12-1 0,2 2-539,-2 5-1,4 1 776,6 1-146,5-1 0,2 4 0,2 1 0</inkml:trace>
  <inkml:trace contextRef="#ctx0" brushRef="#br0" timeOffset="391812">21371 4422 7892,'1'-7'180,"0"-1"-90,-1 2 90,0-1 0,-1 1-90,1-1 90,-2 0 0,1 0 180,-2-3-180,1 2-90,-1-1 89,0 2-89,0 2 0,0 0 0,-1 1 0,-1 1 0,0 1-90,-1 1 90,-1 3-90,-1 2 90,-1 2-90,-2 4 90,-6 15-90,6-4-1446,-5 14 1446,9-9 0,2 3-90,2 1-231,4-9 0,0 2 231,4 0 0,0-1 45,0 2 0,2-1-535,1-2 0,2-1 490,5 6-45,-2-10 0,1 0 45,8 6-626,7 1 626,-9-11-90,5-3 180,-5-5 768,5-2-858,-4-4 90,1-5-90,3-2 52,-1-3-52,-1-2 90,-2-2 841,-2-3-841,-3-1 0,0-15-352,-8 8 352,-2-9 0,-9 9-90,-3 0 90,-6-6 0,-2 1 0,-4-1 0,4 14 0,0 2-90,-9-9 90,-7 0 0,10 14-222,1 4 132,2 4 0,0 3-90,-3 5-539,-1 4 269,-1 3 450,1 4 0,-2 5 0,1 2 0</inkml:trace>
  <inkml:trace contextRef="#ctx0" brushRef="#br0" timeOffset="392531">21404 5433 7803,'1'-6'89,"0"-1"91,0 2 0,0-1 0,-1 1 90,0-1-90,-1 0 0,-1 1 0,-2 2-90,-2 4 0,-1 4-90,-1 5 90,0 2 0,-1 6-90,0 3 89,0 4 1,0 12-1084,4-10 994,2 8-27,3-13 27,7 13 0,0-9-748,6 8 748,-2-13 0,1-4 0,0-3 0,1-3 0,0-2 0,0-3 0,1-2 0,1-3 0,3-1 0,2-4 0,14-7 0,-5 0-251,7-8 251,-10 1 0,-2-1-626,-2-3 626,-3-4 0,-2 1 0,-3-4 0,-4 1 0,-4 1 0,-3 1 0,-5-1 0,-9-12 0,-1 6-271,2 13 0,-1 2 271,-12-8 0,1 8-652,-4 1 652,4 7 860,1 4-1130,-6 6 90,3 3-2054,-4 6 1155,7 4 539,2 3 650,3 4 0,0 7 0,1 3 0</inkml:trace>
  <inkml:trace contextRef="#ctx0" brushRef="#br0" timeOffset="393331">21516 6208 8252,'-3'-10'-90,"1"3"90,-1 2 0,-1 3 0,-1 1 0,0 2 90,-1 1-90,1 1 90,-2 2-90,1 2 90,-2 1-90,0 3 0,-1 0 90,-1 5-90,0 2 0,-1 4 90,2 0-324,2-1 234,1 2-3225,2-1 3225,1 1 0,2-1-552,4 8 552,1-5 90,4 6-90,1-10-255,2-1 165,1-4 90,6 2 0,-5-7-90,6 1 154,-6-8-64,1-1 2946,0-1-2946,1-3-90,8-3 90,-2-4 0,6-4 168,-6 0-168,-1-4 297,0 0-387,4-13 90,-8 5-773,3-9 773,-11 9 0,-1-1-497,-4 2 497,-2 1 0,-4-3 0,-2 0 0,-2-2 0,-3 1 565,-2 2-565,-2 2 0,0 3-207,-1 3 207,1 4-90,1 5 90,1 2-90,1 3 734,-8 6-914,5 2-360,-4 4 347,4 4 283,2 2 0,-1 8 0,0 2 0</inkml:trace>
  <inkml:trace contextRef="#ctx0" brushRef="#br0" timeOffset="394046">21646 7047 7533,'-7'-4'-90,"1"0"90,2 3 0,-2 1 90,1 1-90,-2 1 0,1 1 0,0 2 90,-1 0-90,0 2 0,-1 1 0,1 2 90,0 1-90,0 2 0,0 2 0,1 0 90,1 1-90,0 2 0,3-1 0,0 0 0,1 1 0,2 0 0,1 0-305,2 2 305,1-2-90,1-1 90,1-2-90,2-1 0,1-1 0,1-2 0,2-1 0,1-2 90,1-1-180,6-3 180,3-2-90,7-6 90,-7-1 90,-1-3-90,-9-1 0,-1-1 90,-1-1 0,-2-2 0,0-9 0,-4 4 0,-2-16 0,-4 14-1142,-5-10 1052,-3 8 0,-3-2 90,-3 2-90,-2 2 0,-2 2-421,-1 4 421,0 3 0,1 4-90,2 4 0,1 2-180,0 4-179,-3 4 179,-1 4 75,-2 5 1,-1 8 0,0 4-1</inkml:trace>
  <inkml:trace contextRef="#ctx0" brushRef="#br0" timeOffset="394712">21705 8127 7353,'-4'-10'360,"1"1"-270,0 1 89,-1 1 1,1 0-90,0 1 90,-1 0-90,1 1 90,-2 0-90,-1 1 0,0-1 180,-6 2-180,2 1 90,-10 4-180,7 3 90,-8 6 0,4 1-90,0 4 89,1 3-363,1 2 364,2 2 0,0 11-90,6-8-45,4-4 0,1 0 45,4 5-978,5 8 888,3-9-90,4 0 90,2-3-129,4-2 39,12 3 90,-5-8 0,9 0 0,-3-10 0,-7-4 45,-4-4 0,0-2-1033,14-9 1078,1-3-90,-6-5-713,-13 4 803,-2-4 135,-2-2-135,-3-2 0,-2-2-672,-4-3 672,-3-1 0,-2-1 0,-5-1 0,-4-1 0,-5-1-3,-4-1 3,-4 4 0,-3 2 0,-2 5 0,1 5-90,0 3-269,4 7-555,-5 4 914,8 4 0,-11 6 0,7 3 0</inkml:trace>
  <inkml:trace contextRef="#ctx0" brushRef="#br1" timeOffset="460095">13701 11119 11823,'2'-7'634,"0"1"-689,2 6 146,-2 2-403,3 4-109,-3 2 284,0 0-43,1 3-47,-1 1-12,1 3 38,0 3 9,-1 2 211,0 1 216,0 1-138,-1 1-1222,-1 16 1307,-1-9-155,0 10-31,-1-14 12,1 3-20,-1-8 81,0 8-189,1-14-17,-1 2 81,2-8-18,-1-1 89,1-2-94,-1 0 1347,-1-16-1396,0-3 90,0-12 15,1 1 1,1-2 101,1-2-477,-1-5 428,0 7 1,0-1-1631,1-15 1656,-1 14 0,0 0 49,1-10-1107,0 3 1182,1 4 1,-2 5-88,1 5-593,-1 5 594,1 2 324,1 1-148,0 6 1224,2 1-1041,1 9 958,0 2-1503,3 5-212,-3 0 56,2 2 646,1 0-1087,3 6 158,-1-5-199,4 2 460,-3-7 159,5-1 454,-3-4 48,5-2 122,-5-4 153,11-8 122,4-9-1166,1-1 1106,-1-4-110,-10 5-983,-2 1 651,-2 1-332,-1 2 116,-4 3-262,-1 2 72,-3 2 92,0 1 55,0 3 258,-2 1 1210,0 7-2007,0 3 778,-1 6-710,0 4 424,-1 3-484,2 21-1333,0-9 1481,-1-8 0,1-1-356,2 9 708,2-1 50,2-2-157,1-1-955,2-1 829,2-3-46,2-3-450,1-3 588,0-3-208,0-4 204,-1-2-891,6-5 933,-5-2 190,5-2 0,-1-7 0,2-2 0</inkml:trace>
  <inkml:trace contextRef="#ctx0" brushRef="#br1" timeOffset="464262">14569 11335 11913,'-4'-6'-1028,"-1"4"1289,0 3 815,-1 2-176,1 2-449,-1 3-220,1-1-139,-3 4 141,0 6 298,2-2-264,-3 15-572,5-11-1102,-1 6 924,3-7 173,1-1-104,0-1 20,2 1 141,0-1-101,2-1 31,3 5-23,0-7 10,2 4 78,-1-9 119,4 1 88,-2-3 21,3-2 1012,0-3-811,-3-3 131,4-1 60,-5-2 70,2-2-111,-3-1-131,1-2-117,-2-1 86,0-2-208,-3-1-121,0-1-45,-3-1-81,-1-1 79,-3 0-63,-1-1 4,-3-2 110,-1 3-88,-2-3 66,-1 5 75,1 1 63,1 5 84,-3 1 121,3 4 4,-2 2-233,2 7 84,2 0-304,-1 3 600,5 1-260,1-1 1,2 7-1,1 0 1</inkml:trace>
  <inkml:trace contextRef="#ctx0" brushRef="#br0" timeOffset="464746">14862 11422 8612,'-4'-5'270,"-1"-1"-180,2 3 90,-2-1-90,0 4 0,0 1-90,-1 2 90,1 1 0,-1 3-90,1 1 90,-2 7-1,1 3-89,0 2 90,3-2-90,3 2 0,1-5 0,3 4 90,0-6-90,1-1-90,0-1 90,2-1 0,-1-1 0,2-1-90,0-2 90,-1-2 0,2-1 0,-1-2 0,2-1 0,-1-2-89,6-4 89,1-6 52,0 0 0,-2-5-7,-3-3 109,-2 3-9,-1-13-29,-5 11-664,-2-7 718,-2 8-223,-3-1-124,-1 1 228,-1 2-201,-3-2 96,-2 3-59,-1 1 22,0 3 21,1 2 173,-1 3-87,2 1-2,1 2 6,1 3 377,-3 0-637,4 2-42,-1 2-675,4 0 530,1 0 426,2 1 1,2 2 0,1 2 0</inkml:trace>
  <inkml:trace contextRef="#ctx0" brushRef="#br0" timeOffset="465131">15525 11145 9512,'0'-9'809,"2"0"-629,0 6-90,1-1 0,1 1 90,2 0-90,4 0 0,-1 0 0,4 0 0,-3 1-90,0 0 0,1 0-90,-1 1-90,1 0-180,-1 0-90,-1 1-899,-1 0 90,0 0 1259,-3 0 0,0 1 0,-1 1 0</inkml:trace>
  <inkml:trace contextRef="#ctx0" brushRef="#br0" timeOffset="465337">15551 11248 9062,'0'9'180,"1"-2"-90,1-3 0,2-1 0,1-2 0,7-1-1,-1 0-3366,6-1 2983,0-1 114,1 0-645,3-1-165,2-2 721,1 1 159,1 0 1,3-2 0,-1 1 0</inkml:trace>
  <inkml:trace contextRef="#ctx0" brushRef="#br1" timeOffset="469169">15076 5421 11539,'-6'3'3276,"11"-2"-2868,1-1-584,10-1 312,-4-1-340,2-1 77,3 0 19,5-1-14,1 1-597,6-2 639,0 0-979,3-1 893,0 0 175,1 0-17,1 1 6,0 1-10,0 0 8,-2 0-7,-1 1-1,-4 0-440,-3 0 440,-6 2-5,-2-1 10,-3 1 367,-2-1-357,0 1 1062,-3 0-1060,0 1 497,-1-1-424,-1 1-85,-1 0 2,1-1 105,-1 1-110,1-1-91,1 1-283,-2 0-515,0 0-1368,0 0 2262,0 1 0,-2-1 0,0 0 0</inkml:trace>
  <inkml:trace contextRef="#ctx0" brushRef="#br1" timeOffset="470520">3474 10163 13138,'-10'0'-180,"1"0"117,2 0 153,2-1-54,-3 1 254,3 0-97,-2 0 88,2 0-142,-2 0-57,10-3 421,0 2 19,8-4-254,0 2 36,3-2-104,5-1-3293,4-2 3340,5-1-35,1-1-1273,3-1 839,2 0 199,1 1 52,-8 2 0,1 0-57,12-2 52,-7 1 0,0 1-73,5-1 16,-17 5 1,0 0-66,7 0-9,-4 1 72,-5 0-63,-2 2-12,-4-1 11,3 1 194,-2 0 2971,0-1-2913,-4 1 1322,-4 1-1230,-1-1-35,1 1 3,-1 0-521,1 0-2078,-2 2 2223,-2 1 0,-1-1 0,-1 0 1</inkml:trace>
  <inkml:trace contextRef="#ctx0" brushRef="#br0" timeOffset="472170">16414 11094 7353,'0'-9'270,"0"1"-180,1 2 0,1 0-1,-1 0 1,2 0 0,-1 1 0,1-1-90,0 1 90,0 0 0,0 0-90,1 0 90,2-1 0,-3 2-90,4-2 90,-3 3-90,0 1 0,1-1 90,0 2-90,0-1 0,2 3 90,-1 0-90,2 2 0,-2 1 0,1 2 90,4 6-90,3 9 0,0 1-2043,1 6 2043,-5-7-807,4 13 807,-4-8 0,2 11 0,-4-12 0,0 1 90,-2 0-76,1-2-1,-1-2 1,0 1-2,3 6-1,-1-7 1819,1 3-1732,-3-12 1028,2 1-1049,-3-4 3,2 0 89,0-6-66,-2-2 9,2-1 17,-2-4 31,0-1-3,0-4-10,1-1-4,0-3-6,1-6 24,1-3 73,1-7-1409,-1-2 1350,1-5-91,-1-4-900,-4 18 0,0-1 833,-1-1 1,0 0-44,0 0 1,0-1-527,0 0 0,-1 0 508,-1-1 1,1 1-10,-1-2 1,0 1 2,0 0 0,-1-1 2,0-9 0,0 0 77,0 10 1,-1-1 43,0-13 1,-1 0 71,-1-1-542,1 14 0,-1 1 526,-1-3-78,0 3 802,-1-2-811,1 9-1,-1-4 70,1 7-92,2 4 1280,0 0-1254,0 5 1098,1 0-1086,0 1 1558,0 0-1467,12 3 534,-3-2 86,17 2-200,-3-3-456,11-3 359,7-2-1274,-13 3 1,2-1 1003,1 1 1,3-1-73,4 0 0,3-1 1,-1 0-1066,-7 2 1,-1 1 0,1-1 858,-1 0 0,3 1 0,-1-1 1,-1 0-27,2 0 0,-2 1 0,0 0-545,2-1 1,0 0 0,0 0 577,2 0 1,0 0 0,0 0-362,1 0 1,1 1-1,1-1 375,-6 1 1,1 0 0,0 0-1,-1 0-136,-1 1 1,-2 0 0,1 0 0,0 0 93,3-1 0,1 1 1,-1-1-1,0 1 112,7-1 1,-1 0-1,0 0-80,0 0 0,1 1 0,0 0 0,-1-1 0,1 1 0,0 0-58,-1 0 1,1 0 0,-1 0 0,0 1 1,-1-1 0,1 1 0,-3 0 0,0 0 1,2 1 61,-4-1 0,2 1 0,0-1 0,-2 1-20,-2 0 1,-2 1-1,0-1 1,8 0 0,0 0 0,-5 1-39,-7 0 1,-3 1 374,3 0 1,-1-1-318,5 1 1362,2 0-1362,-18 0 2333,-2 1-2273,-4 1 1527,-1-1-1887,-4 1 990,1 0-2609,-2 1 2104,1 0 1,-3 0 0,0-1 0</inkml:trace>
  <inkml:trace contextRef="#ctx0" brushRef="#br0" timeOffset="472720">17186 10909 8972,'2'-9'0,"0"1"90,-1 3 90,1-1-90,0 1 90,-1 0 179,1 1-269,0-2 180,-1 2 180,1-3-360,-4 19 0,1-4-90,-5 29 90,2-12-90,-1 13-985,2-8 985,0-2 0,2-2-90,1 2 0,1-3-89,-1 1-91,1-3-540,2 5-1169,4-2 1979,0-2 0,6-4 0,1-6 0</inkml:trace>
  <inkml:trace contextRef="#ctx0" brushRef="#br0" timeOffset="473144">17491 10921 9242,'-1'-9'90,"-1"1"90,0 2-1,1 1 91,0-1 0,-1 3-270,-4 3 90,2 2 0,-3 5-90,1 3 180,-3 10-180,-2 13 90,1 0-90,0 6 0,6-12-663,1-2 753,2-1-90,1-2 0,1 0-243,0-1 243,1-2-122,1 0 122,1-1 0,2-2 0,0-3 0,0-1 90,1-3 451,2-2-451,0-2 172,1-3-172,6-4-90,-2-1 0,12-11 0,-3-9-88,0-2 88,-3-5-964,-9 5 964,-2-1 0,-2-2 0,-2 1-600,-1 1 600,-3 3 0,-3 1 0,-2-2 0,-3 1 0,-3-1 0,-1 5 0,-2 3-90,0 4 90,-6 2 0,5 5-180,-4 1 99,6 5-189,0 1 740,-1 3-1729,3 1 1038,1 0 221,2 2 0,-1 2 0,1 2 0</inkml:trace>
  <inkml:trace contextRef="#ctx0" brushRef="#br0" timeOffset="473570">17661 10675 9422,'-1'-8'90,"-1"1"89,1 1-89,2-1 90,0 1-90,1-1 0,2 2 0,0-1 0,3-1 0,0 1 0,3-1-90,0 1 90,3-1 0,-1 2-15,1-1 91,-1 2-98,-1 2-1,1 0 84,-3 1-93,1 2-9,-2 1 82,1 6-206,-3-1-1,0 5 98,-5-1-89,-3 2 6,0 1 3,-2 2 99,-11 22-82,5-13-381,2-5 0,0 0 422,0-2 0,1-1 0,0 3 0,2-2 22,3 3-5,2-8-94,8-1 922,0-6-922,3 0-84,6-2 96,-4-3-176,14 1-19,-9-3-410,8-1 332,-7 0-259,5-1-369,-2 0 624,1-1 344,-3 1 1,4 0 0,1 0 0</inkml:trace>
  <inkml:trace contextRef="#ctx0" brushRef="#br0" timeOffset="473845">18112 11025 9152,'6'-8'270,"1"1"-180,0 3 0,2-1-1,6-2 1,-1 2-90,6-3 90,-5 3-90,1 1 0,1-1-269,5 0-1,-6 1-360,4 0-269,-6 2 629,-1-1 270,0 0 0,4-2 0,1 0 0</inkml:trace>
  <inkml:trace contextRef="#ctx0" brushRef="#br0" timeOffset="474120">18236 10781 8432,'-7'0'360,"2"3"-270,2 3 0,3 2-90,0 1 90,0 1 0,0 3-90,0 2 90,0 2-584,-1 2 583,1 6-894,-2 3 805,1 1-470,-1-1 470,2-3 0,0-1 0,0 0 0,2-1-180,1 2 0,1-4-1079,3 8 989,-1-11 323,3 2 1,1-7 0,3 0 0</inkml:trace>
  <inkml:trace contextRef="#ctx0" brushRef="#br0" timeOffset="474421">18706 10661 9062,'-3'-7'899,"0"0"-539,1 3-180,-3 8-90,3 0 0,-2 8-90,3-1 90,0 2-90,1 4 90,-1 2-816,1 2 816,-1 6-90,1-7 0,-1 2 90,1 13-90,0-12 0,0-2 0,1 6-90,1-3-90,-1-3-564,3 6 24,-1-8-359,2 4 269,-1-11 810,0-1 0,3 1 0,0-1 0</inkml:trace>
  <inkml:trace contextRef="#ctx0" brushRef="#br0" timeOffset="474829">18881 10782 9062,'0'-11'180,"0"1"180,-1 3-91,1 0 271,-1 2 90,0 0-450,-5 7 89,-4 7 1,-5 9-180,0 3 0,1 2 0,3-1 90,0 7 0,2 3-987,2-2 897,4-2-90,1-9-364,4 4 364,1-5-90,2 3 0,2-7 0,0-4 90,4-1-90,-1-3-90,7-2 90,-2-4 866,4-2-866,9-10 0,-7 0-378,9-7 468,-11 2-90,-1-3 90,-3-1 0,-2-1-90,-2-2 90,-3 0-497,-2 2 497,-3 1 0,-2 0 0,-2 2 0,-1-1 0,-3 2 0,-1 1 0,-1 3-90,-8-3 908,-2 7-1088,-6 0 543,4 8-1173,-2 7-1528,5 2 2428,1 1 0,0 2 0,4-2 0</inkml:trace>
  <inkml:trace contextRef="#ctx0" brushRef="#br0" timeOffset="475279">19177 10419 9781,'-2'-10'720,"1"2"-540,2 1-90,-1 2 90,3 0-90,-1 0 0,1 1 0,2-1 0,0 0-1,2 0-89,2 0 90,0 1-90,0 0 90,2 1-90,-1 0 90,1 1-90,-1 1 0,0 1 0,-1 2 0,-1 0 0,0 3 0,-3-1 0,0 2 0,-2 2 0,-3 0-90,0 2 90,-3 0-90,-1 2 90,-2 0-90,-1 2 90,-3 2-89,0 0 89,-1 0-90,2-1 90,0-1 0,1-1 0,1-1-90,1-1 90,0-1 0,1-1 0,1 0-90,0 1 90,2-4 0,2 3 0,2-5-90,2 0 0,2-2 90,1-1-180,1-1 90,1 0-90,3-1 0,0-1 0,1 0-90,1 0-179,1 0-631,1-1 361,-1 1 719,2-2 0,5 1 0,2-2 0</inkml:trace>
  <inkml:trace contextRef="#ctx0" brushRef="#br0" timeOffset="475539">19574 10753 9781,'11'-3'180,"-1"1"-180,-3 1 90,2-1-180,0 0-90,1 0-179,0 1-271,-1-1-359,0 1 719,-1 1 270,-1-1 0,3 0 0,0 0 0</inkml:trace>
  <inkml:trace contextRef="#ctx0" brushRef="#br0" timeOffset="475746">19582 10933 8612,'6'5'450,"3"-1"-270,3-6-180,0 0-90,3-1-90,-2 0-270,2-2-449,6 0 182,1-2 717,4-3 0,7-2 0,1-1 0</inkml:trace>
  <inkml:trace contextRef="#ctx0" brushRef="#br0" timeOffset="476113">20426 10422 8522,'-4'-7'540,"1"-1"-270,1 2 269,1 2-269,0-4 270,0 4-90,1-3 449,0 2-809,3 7 0,-1 1 0,2 9 0,1 7-90,-2-2-481,1 8 481,0-2 90,0 1-90,-2-3 0,1 0 90,2 10-1692,-1-4 1,-1-1 1601,1 2-90,1 6 0,-2-13-450,1 5 180,-1-8-89,2 3-271,-1-7-2158,2 0 2878,0-3 0,4 2 0,-2-3 0</inkml:trace>
  <inkml:trace contextRef="#ctx0" brushRef="#br0" timeOffset="477013">20889 10431 9512,'4'-7'-90,"0"0"270,-2 3-91,0 0 271,-1 0 90,1-2-180,-2 2 0,-1-1-180,-4 3-90,0 1 90,-3 5 0,1 1-90,-2 2 89,-1 2-89,-2 4 90,-2 2-90,0 4 0,0 0-655,0 2 745,1 1-90,1 0 0,2 1 90,2-2-90,0 1-227,3-3 227,1-2 0,3-1 0,0-1 0,2 0 0,2-2-90,1 2 90,2-3 0,1 0-90,1-3 90,2-1 640,1-2-640,1-1 152,1-3-152,8-1 0,-4-2-353,7-1 353,-7-3 0,3-3 0,-2 1 0,1-6 180,3-2-180,-7 1-599,2-4 689,-8 3-427,0-8 427,-3 4-90,0-6 90,-5 7-90,-1-1 0,-2 0 90,-4-3-90,-2 1 0,-2-2 0,-3 3 90,0 2-90,0 4 0,-1 3 182,1 2-182,-1 3-90,0 1-90,2 3 581,-1 1-761,2 1 199,-2 3-2987,-2 3 3148,5-1 0,-4 6 0,6-1 0</inkml:trace>
  <inkml:trace contextRef="#ctx0" brushRef="#br0" timeOffset="477240">21305 10598 10951,'8'-8'629,"-1"1"-359,-3 3 0,-2 1 180,0-1-90,0 0-450,-1-1-900,-1-1 990,-2 3 0,-3 1 0,-2 4 0</inkml:trace>
  <inkml:trace contextRef="#ctx0" brushRef="#br0" timeOffset="491518">21239 10533 9961,'3'-7'-629,"0"1"539,-2 2 0,2 0 0,-1 1 90,1-2 0,0 1 0,0 0 0,-1 0 90,1 0-90,-1 0 0,1 0 0,0 0 90,0 0 0,1-2 0,-1 2 0,0-1 0,0 2-1,-1 0 1,0-1-90,1 0 90,0 1-90,2 2 0,-2 2 0,1 3 0,0 1 0,0 1 0,1 2 0,0 1 90,1 3-90,-1 0 0,4 10 0,-3-4-363,2 6 363,-2-7 90,-1-1-180,0 0 180,1 6-90,-2-6 0,1 4 0,-2-8 0,-1-2 0,1-1 0,-2-1 0,2 2 453,-1-2-453,0 1 0,0-4 90,2-9-90,-1 0 90,2-13-90,-3 6 0,0-7 90,0 2-90,0-1 0,1-6 0,0 0 90,1-5-926,-1 0 836,2-3 0,0-1 0,-1 6 0,1-1 45,-1 7 0,1-1-45,3-16 0,1-1 0,-1 10 0,0 0-739,0 0 1,1 1 693,-2 4 0,0 2 45,3-8-311,0 3 311,-1 3 0,-1 3-315,0-1 315,-2 6 589,1-2-589,-2 7 0,-1 0 0,0 2 1470,0 0-1470,0 4 409,-1 0-409,1 2 305,2 0-305,-2 1 76,3 2-76,-1-2 0,0 2-90,1 0 0,2 0 90,0 0-90,3 1 0,-3-1 0,1-1-90,1 1 90,0-2-89,2 1-1,-1-1 0,2 0-90,-1 0-90,0 0-629,6 1 989,-6 0 0,9 0 0,-5 1 0</inkml:trace>
  <inkml:trace contextRef="#ctx0" brushRef="#br0" timeOffset="492051">21714 10380 8342,'-3'-7'810,"0"0"-630,4 1-90,0 2 90,1-1-91,1 1 1,-1 1-90,2-2 90,1 1 0,0 0 0,1 0 0,0 0-90,1 0 0,0 2 0,0 0 90,-1 1-90,1 1 0,0 0 90,-1 3-90,-1-1 0,-1 4 0,-1 0 0,-2 3 0,-1 2-90,-2 3 0,-4 6 90,-4 2-1323,-4 9 1323,-3 1-45,3-6 0,-1 0 45,4-7 0,0 0-268,-5 10 1,0 1 267,6-10 0,0-1 0,-7 15 0,6-8 0,6-13-90,2 0 90,2-4 0,2 1 0,2-5 1172,3-2-1172,2 0 0,10-4 0,-2-1-134,10-4 134,-3 1 0,2-3 0,1 1-38,-1 0 38,3-2 0,-8 4 0,1-1-90,-9 4 0,-3 0-90,0 1 0,-2 1 548,-2 0-817,0 1-410,-1 0 769,-1 1 90,-1 1 0,0 1 0,-1-1 0</inkml:trace>
  <inkml:trace contextRef="#ctx0" brushRef="#br0" timeOffset="492719">19719 11593 8702,'-3'-8'810,"3"1"-631,3 1 1,3 1 0,0 1-90,2-1 90,1-1-90,3-1 0,2 1 0,2-1 0,3-1-675,0 0 675,0 1-180,0 1-449,3 1 89,-5 1-720,2 1 181,-9 2 989,0 1 0,3 1 0,1 1 0</inkml:trace>
  <inkml:trace contextRef="#ctx0" brushRef="#br0" timeOffset="492945">19859 11680 8702,'2'5'360,"1"-1"-270,5-3-90,1-2 90,2 0-90,3-2-3277,2 0 2212,3 0 975,2-2 680,0 0-1849,16-4 719,-12 4 343,9-3 0,-8 2 1,1-1-1</inkml:trace>
  <inkml:trace contextRef="#ctx0" brushRef="#br0" timeOffset="493877">20524 11185 7982,'0'-9'270,"0"0"-90,1 3 180,-1 0 0,0 0-270,0 1 539,0-2-629,0 18 0,0-3 90,0 15-90,-1-5 0,0 1 90,0 3-90,0 0 0,-2 5-165,2-2 165,0 1-490,0-2 580,1-2-90,1 0 0,-1-3 0,1 1-55,0-2-35,1-1-270,1 4 91,-2-6-91,2 4-720,-2-9 782,1-1 298,0 0 0,3 2 0,1 0 0</inkml:trace>
  <inkml:trace contextRef="#ctx0" brushRef="#br0" timeOffset="494627">20778 11229 8882,'1'-7'180,"0"0"-90,1 0 270,-2 2-181,1-4 1,-1 3 90,-1-2 90,1 3-180,-1-2 180,1 2-1,0-2-359,-4 11 90,0 0 0,-3 9-90,1 0 90,0 1-90,-1 3-342,-1 2 342,-1 2 0,0 4 90,0-1-90,1 1-812,0-2 812,0 2 0,0-3-421,0 0 331,1-2 468,2-3-468,0-2 90,1-2-180,0 2 90,0-4 90,0 1 718,2-5-718,1-1-90,0-1 570,0 0-570,2-2 0,3-1 90,2-3 0,1-1 0,0-1-90,-1 0 90,0-1 0,1 1 0,0 0 0,4-2-90,-2 2 90,2 0 0,-2 0 0,0 1 0,-1 0 0,0 0 0,0 2-90,0-1 180,0 0-90,1 0-90,-1 1 90,0 0-90,0-1 90,-1 0 0,0 0 0,0 0-90,0-2 90,0 0 0,-1-1 0,0 0 0,-1-1-90,2-4 90,-2 1 0,1-2-90,-3 1 90,0 1 0,-1-2 0,2 1 0,-2-1 0,1 1 0,-2 1-90,1 1 90,0-1-90,-1 2 90,-1 13-90,-2 5 90,0 12-408,-1-2 408,0-3 0,1 1 0,0 0 0,1 1 0,0 0 0,-1-1 0,1-1 0,1-2 0,0-1 0,0 0 0,0-1-72,1 2 66,0-5-14,1 2-204,-1-7-646,2 1-1,0-4 1086,0 0 0,3-3 1,1-1-1</inkml:trace>
  <inkml:trace contextRef="#ctx0" brushRef="#br1" timeOffset="494855">21098 11482 19647,'-1'-9'-3277,"0"1"1076,0 1 1743,2 1 670,-2-1-245,2 0 444,-1 3-410,0-3-245,1 3 1,-1 0 0,0 2 0</inkml:trace>
  <inkml:trace contextRef="#ctx0" brushRef="#br0" timeOffset="495338">21312 11142 9242,'2'-8'-450,"0"1"360,0 1 0,0-1 180,0-1-90,0 1 90,-1 1 180,1-2-90,-1 2 0,1-2 0,-1 2 359,-1 1-539,-1 14 0,1-3 90,-1 13-90,-1 1 0,1-3-350,-2 8 350,1-5 0,0 1 0,0 4 90,-1 8-1647,0-4 1467,0 6 90,1-10 0,-1-1-90,1-1-180,0 4 90,1-7 205,0 4-565,0-6-449,2-5 629,0 1 763,0-6 0,1 2 0,1 0 1</inkml:trace>
  <inkml:trace contextRef="#ctx0" brushRef="#br0" timeOffset="495811">21561 11087 8612,'1'-7'360,"1"-1"0,-2 4-270,-7 24-90,2-9 0,-7 21 0,6-15 0,-2 3 90,0 1-90,-4 12 90,-3 2-1137,3-3 1047,-1-4 0,7-13 0,0-1 0,0-3 90,1-1-90,1-1 0,1-2 0,0 1 1046,0-3-1405,1 2 179,9-9 90,-3 1 0,6-5 0,-4 2-90,2 0 90,-1 0 0,1 1 0,-1 1 0,-2 0 0,2 0 0,-1 1-90,0 1 90,-1 0-89,2 0-1,-2 1 0,1 0-270,0-1 90,0 1 360,0-1 0,4 0 0,1 0 0</inkml:trace>
  <inkml:trace contextRef="#ctx0" brushRef="#br0" timeOffset="496019">21660 11331 7083,'4'-9'0,"0"0"0,-1 3 90,-1 0-90,1 0 90,-1 0-90,1 1 0,-1 0 90,0 2-90,0 6 90,-2 2-90,0 8 0,-2 1 0,-3 6 0,1 3 90,-1 5-90,-1 12-968,2-11 968,1 8 90,2-15-268,1 0 89,1-1-181,1-1-180,0-2 450,3 3 0,1-2 0,2 5 0</inkml:trace>
  <inkml:trace contextRef="#ctx0" brushRef="#br0" timeOffset="501546">14474 12985 8882,'3'-8'630,"-1"2"-91,-1 2 91,0-2-90,0 0 89,-1 0 271,1 0-451,-1 1-269,-5 8-90,1 0 0,-6 10 0,0 2 0,-3 3 0,-2 5 0,-4 2-1400,-1 4 1400,-3 2-90,-2 2 0,0-1 0,12-16 0,0 0 0,-6 6 0,0-1-45,5-5 0,1 0 45,-4 3 0,0-1 0,-2 2-90,-1 0 90,7-8-90,-2 0 0,8-8 1,-1-2 89,1-3-180,-1-5 1399,2-3-1309,-2-14 1,5 4-797,-1-10 796,5 1 0,0 0 0,2-3 0,2-10 0,0 13 90,1-5-90,0 16-50,1 1 50,1 2 90,0 3-90,6-1 90,-5 5-90,6 1 90,-6 6 784,3 2-784,0 3-90,3 5-278,0 4 368,3 4 0,0 5 0,-5-3 0,1 1 0,8 13 0,-8-10 0,-1-1-1291,6 10 1291,-2 1 0,-1-4-90,0-1 180,-2-2-843,1-1 753,0-2 0,1-1 90,0-3-90,-1-3 0,0-3 0,-1-4-337,8-3 158,-6-3-451,20-9 0,-12-2-407,10-7 1037,0-8 0,-6 0 0,-11 7 0,0 0 0</inkml:trace>
  <inkml:trace contextRef="#ctx0" brushRef="#br0" timeOffset="501828">14937 13145 11041,'-2'-8'809,"3"1"-719,2 3 0,3 0 0,2 1-90,2 0 0,3-2-90,1 0-90,2 1-90,-1-1-179,-1 1-361,-1 1-539,-1 0-90,-2 1 1439,-1 0 0,2 1 0,-1-1 0</inkml:trace>
  <inkml:trace contextRef="#ctx0" brushRef="#br0" timeOffset="502005">15050 13216 10411,'-5'5'360,"1"0"-90,1-2 179,1 0-359,3 1 90,1 0-90,2-1 0,3-2 0,1 0 0,3-3 0,3 1-180,4-2-540,17-5-539,-6 1-470,-9 2 1,1-1 146,8-2 1492,-1 0 0,4-2 0,-1 0 0</inkml:trace>
  <inkml:trace contextRef="#ctx0" brushRef="#br0" timeOffset="502831">16236 12553 10051,'-3'-9'90,"0"1"0,0 1 90,1 1-90,-1 0 270,0-1-270,1 2 0,-1-3 269,1 5-359,5 18 0,-1 2-2574,3 23 2664,-2 1-90,-2-18 0,0 0 0,0 2 0,-1 2 45,-1 11 0,0 1-45,1-10 0,-1 1 0,0 8 0,-1 0-616,1-12 1,0-1 615,1-1 0,0-1 45,-1-1 0,1 0-45,1 17 0,1-14 0,0 0 0,2 9 0,-1-12 0,1-1-555,5 6 465,1-8 0,2-2-180,-1-11-179,8-5 89,-4-3 1557,9-8-2546,-6-1 270,2-5 1079,-1-1 0,1-4 0,-1-1 0</inkml:trace>
  <inkml:trace contextRef="#ctx0" brushRef="#br0" timeOffset="503270">16289 13035 9602,'-6'-6'539,"1"1"-359,2 1 180,1 1-90,-1-2-90,2-1-90,1 0 179,4-2-179,1 0 0,4-1-90,1 0 90,5-1 0,3-2 0,15-6-1547,-7 4 1277,10-5-179,-11 9-769,1-2 318,-1 3-539,-2 1 270,-2 1 1079,-4 4 0,5-1 0,0 2 0</inkml:trace>
  <inkml:trace contextRef="#ctx0" brushRef="#br0" timeOffset="504161">16826 13037 9961,'-12'-2'360,"2"1"0,-4 0-180,4 0 90,-10 1-180,7 2 89,-5 1-89,3 1 90,-7 4-90,-5 4 0,3 1-90,1 1 90,10-2 0,0 5-90,5-3-90,0 4 0,5-5 0,2-1 0,3 0 0,0-1-90,3-1 1,1 0-1,2-2 0,1-1 0,2-2 0,0-2 0,2-2 0,-1-3 0,3-1 0,-1-2 1,4-3 89,-1-1-180,7-9 180,-8 3-1197,3-7 1197,-7 7 0,-4 0 0,-1 1 0,0-5 90,-3 6 0,0-3 0,-2 8 0,0 0 0,2 11 0,-2 1 1197,4 11-1197,-3-2 0,1 1 0,1 2 0,4 8 0,-2-6-262,4 4 172,-4-9 90,1-2-90,-1-2 0,1-1 90,0-3-90,0-2 90,1-2-90,1-1 352,-1-3-262,1-2 0,1-2-90,0-3 90,2-3-229,1-2 229,0-3 0,-2 0 0,-1-3 0,-2 2 0,-2 0 0,-1 1 180,-1-3-90,-1 6 0,1-5 0,-3 10 229,1 0-139,-2 6-180,0 9 90,-2 3-90,1 7 0,-2 2 90,1-2-90,-1 7 0,0-4-208,1 5 208,-1-7 0,0-2 90,1-1-90,1-2 0,-1-2 0,1-2 89,-1-1-89,6-8 209,-2-3-209,5-8 0,-1 0 0,1-5 0,2-3-457,1-3 457,1-1 0,7-9 0,-4 8 0,4-2 0,-6 11 0,-2 5 0,0 2 0,-2 3 0,0 2 0,-1 2 457,1 3-457,-1 1 0,-1 2 0,1 3 0,-2 2 0,0 2 0,0 2 0,-1 3 0,0 3 0,-1 1 0,-1 0 0,4 18 0,-2-14 0,4 16-180,-3-24 0,1 2-180,-2-10-449,1 0 629,1-5 180,1 0 0,7-5 0,1-1 0</inkml:trace>
  <inkml:trace contextRef="#ctx0" brushRef="#br0" timeOffset="504431">17414 12573 8612,'-8'1'450,"0"-1"0,2 0-1,0-1 91,1 0-90,0 0-360,6-4 0,1 3-90,7-5 0,-1 4-450,9-3 90,-4 1-449,6-1-361,-5 1 1170,6 0 0,3 0 0,4-2 0</inkml:trace>
  <inkml:trace contextRef="#ctx0" brushRef="#br0" timeOffset="504707">17715 12289 9422,'0'-10'180,"0"1"-91,-1 2 1,1 1 540,0 0-540,2 9 90,-2 1-180,1 18 90,-1-3-705,-1 9 705,1-6 0,1 19-180,1-11 0,-1-8 0,1-1-180,0 4-1439,1 5 1709,2-6 0,3 5 0,1-6 0</inkml:trace>
  <inkml:trace contextRef="#ctx0" brushRef="#br0" timeOffset="505146">18242 12175 9871,'-9'-12'90,"1"1"0,0 2 0,2 2 90,0 1-90,0 0 0,-1 2 0,1 0 0,-1 2 0,0 2-90,-2 1 180,-9 11-180,4 2-948,-10 16 1038,8 2-775,6-11 0,2 1 730,-1 1 0,0 2-45,0 5 0,-1 3 30,2 0 0,-1 3 0,1 2-656,2-6 0,0 1 0,0 1 0,1-1 626,-1 0 0,0 1 0,1 0 0,0 0-412,1-1 1,1 0 0,0 0-1,1-2 412,-1 0 0,2-1 0,0 1-202,1 1 1,1 2-1,1 1 1,-1-3 201,2 3 0,-1-2 0,1 2-117,0-3 0,1 2 0,0 0 0,1-2 117,1-1 0,0-2 0,1 0 24,1-1 1,-1 1-1,2-1-24,0-1 0,0 0 0,1 0 238,5 11 1,1-1-239,1-1 0,0-1 0,0-2 0,2 0 45,0 0 0,0-1-45,1-2 0,1-1 246,0-1 0,0-1-291,1-2 0,0-1 356,-2-4 0,0 0-401,0-2 0,-1-2-45,0-2 0,-1-2 0,0-1 0,0-2-404,16 6-447,-1-5-454,-2-6 1440,1-4 0,5-5 0,2-3 0</inkml:trace>
  <inkml:trace contextRef="#ctx0" brushRef="#br0" timeOffset="505912">18647 12412 9871,'1'-9'0,"0"2"90,-1 1 180,0 1-90,-1-2 180,1 3 90,-1-3 89,0 2-449,-1 16 0,0 6 0,-1 10-739,1 0 739,2-6-90,-1 1-90,2 9-270,2 2-381,-1-1 382,2-5-181,-2-10-2428,3 2 2968,0-6 0,5 5 0,0-6 0</inkml:trace>
  <inkml:trace contextRef="#ctx0" brushRef="#br0" timeOffset="506312">18905 12450 10141,'-1'-7'180,"-1"1"0,-2 0 90,1 2-90,-4 1 0,2 2 0,-2 3-91,1 1 91,-1 2-90,-1 2 90,-5 9-90,3-3 0,-2 7 0,5-5-90,1 2 90,0 1 0,1 9 0,3-7-468,-1 6 288,5-9 0,3 6 0,0-6 0,2 2-90,1-9 90,1-2-90,0-2-269,14-4 359,-7-2-90,9-6 90,-7-2 0,-3-2 0,3-4 0,1-9 90,-6 4-820,2-11 820,-9 10 0,-2-4 350,-3 3-260,-7-16 0,-2 12-790,-5-11 790,-2 17-90,1 3 90,-3 5-90,1 5 0,0 4 90,-3 4-90,-1 5-90,-2 5-540,-5 13-270,9-2-572,6-3 0,1 1 1472,4 4 0,1 16 0,5-10 0</inkml:trace>
  <inkml:trace contextRef="#ctx0" brushRef="#br0" timeOffset="506620">19250 12622 9691,'0'-7'990,"0"0"-630,0 1 179,-1 2-359,-3 3 0,-1 3-90,-4 6 90,0 6 90,-11 20-2031,3 0 1806,4-9 0,1 0 0,2-4 0,0 0 0,-6 13 0,-2 3 15,5-8 0,0 1 0,-1 1-972,1-1 1,-1 0-1,1 0 942,-1 2 0,1-1 0,1-1-30,-1 3 0,1-2-215,1-2 0,0 0 170,0-1 0,1-1 0,1-2 0,1-1-465,1 1 1,0-1 374,1-1 1,-1 0-226,-3 16 0,1-3-270,3-9-2207,1 2 2837,4-10 0,0 3 0,3-8 0</inkml:trace>
  <inkml:trace contextRef="#ctx0" brushRef="#br0" timeOffset="506914">19090 13385 11131,'-2'-8'449,"-1"1"-449,1 9 90,0 1-90,0 8 0,1 5 90,0-2-90,0 7 0,0-3-90,0 11-90,1-5-89,-1 6-653,1-9 562,0-2-270,0-2-719,2-1 270,-1-1 1079,1-2 0,3 1 0,0 1 0</inkml:trace>
  <inkml:trace contextRef="#ctx0" brushRef="#br0" timeOffset="507320">19291 13374 10051,'-3'-6'810,"-1"-1"-181,2 5-449,-4 3 0,2 2 0,-3 4 0,2 1-90,-1 2 90,0 3-90,0 1 0,1 1 0,-1 2 0,2 1 0,0 0-90,2 0 0,0 0 0,3 5-90,0-6-90,3 4 0,0-9 0,2-2-90,0-1 0,3-3 0,0-1 1,1-4-1,1-2-180,7-5 270,-3 0 0,5-5 0,-6-2 0,0-1 90,-2-3-319,-2-1 409,-3 0-90,-2 0 90,-2 1 90,-3-1 90,-3-5-90,-2 5-1,-3-4 91,-1 7-90,-1 3 0,-2 1-90,1 3 90,-1 2 0,1 2-90,0 2-90,1 1-90,1 1-179,2 0-41,0 1-680,1 1 1080,0-1 0,1 1 0,0-1 0</inkml:trace>
  <inkml:trace contextRef="#ctx0" brushRef="#br1" timeOffset="507721">19389 12053 14800,'-7'-8'-1314,"1"1"1198,-1 0 43,3 1 245,-1 2 436,2 0-611,10 7 301,-1 1-518,11 8 239,0 4 39,-1 3 0,2 2-488,-6-3 1,2 2 429,2 8 1,3 4 0,-2 0-1512,-2 0 0,0 1 1451,-2-1 0,1 2 1,-2-2-144,1 7 1,-3-2-27,0 3 0,-1 1 74,-4-14 0,0 0 1,-1 2 88,1 10 1,0 3-1,-1 0-504,-2-10 1,-1 0 0,1 0-1,-1 1 563,1 0 1,-1 1 0,0-1 0,0 0-453,-1 8 0,-1 0 0,0-2 461,0-9 0,0-2 0,0 0-31,-1 12 1,-1-1 81,0 2 0,0-1 24,0-6 1,-1-1 160,0 2 1,-2-1-265,1-4 0,0-2-44,-1 0 1,0 0-42,-1-3 0,0 0-86,0-2 1,-1 1-1198,-5 5 0,0 0 1434,4-9 1,0-1 0,-5 7 0,0-2-1,-6 4 1</inkml:trace>
  <inkml:trace contextRef="#ctx0" brushRef="#br1" timeOffset="508404">19822 12596 16223,'2'-9'-2038,"1"2"1707,4 5 973,2-1-138,2-1-131,3 0-799,9-2 434,-5 1-105,5-1 186,-9 2-658,-1 2-37,-2 0 602,-2 1 0,0 0 1,-2 2-1</inkml:trace>
  <inkml:trace contextRef="#ctx0" brushRef="#br1" timeOffset="508586">19864 12721 16133,'5'-1'1326,"-1"1"-1703,15-7-414,-1 1-492,4-2 357,3-1 919,4-1 1,4-3-1,2 0 1</inkml:trace>
  <inkml:trace contextRef="#ctx0" brushRef="#br0" timeOffset="515995">20791 12144 9332,'1'-8'629,"0"0"-269,0 3 90,0 0 449,0 0-809,-4 14 0,-8 21-90,2 3-661,1-10 1,0 1 660,-2 5 0,-2 5 45,3-10 0,-1 1-45,-4 13 0,4-13 0,-1-1 0,3-3 0,0-2 90,-6 13-648,4-10 1,2-1 557,0 1-315,-3 3 225,8-13 0,-1-1 90,1-2 1121,0-1-1211,1-1 1154,0 0-1244,0-2 297,2 1-207,2-3-90,0 0 90,5-4-90,4 0 90,-2-2 0,4-1 90,-6 2 0,1-1-90,-2 1 90,-1 1-90,1-1 90,0 1-90,0 0 90,1 0-90,-1 0-90,4-1 180,-1 1-90,1-2 0,2 0 90,-3 0 0,2-2-89,-4 1 89,1-1-90,-2 0 90,1-1 0,-2 1 0,1 0 0,-2-1 0,0 1 0,-1 0 0,0 0 90,0-1-90,0 1 0,0-1 0,0 2 0,-1 10 0,-2 5 0,0 7 0,-2 4-683,0-3 683,1 6 0,-1 0 0,0 1 0,1 2-284,0-3 284,0 1 0,0-2 0,1-4-90,0-1 0,0-1-180,1-2-180,-1-1-539,1-1 719,0-2 270,0-2 0,2 4 0,0 0 0</inkml:trace>
  <inkml:trace contextRef="#ctx0" brushRef="#br0" timeOffset="516415">21178 12341 9422,'-2'-8'899,"-1"1"-629,0 5-90,-3 4-90,-1 2 90,-1 5-90,1 1 0,-1 1 0,-3 5-1,-1 0 1,1 3-90,-1 0 180,-1 6-722,3-6 542,0 5 90,5-9-90,2 0 0,1-1 0,3 0 0,0-1-90,3 1 0,2 0 90,1 1-180,2-1 543,1 0-543,2 2 0,1 0-525,1 0 525,-2 0 0,-2-2-90,2 7 90,-4-4 90,1 4 0,-6-6 0,-2 0 1,-2 0-1,-2 1 90,-3 3-90,-3 3 90,-2 2-835,-3 0 835,-3 0 0,-1-2 0,-1-2 90,-1-2-90,0-1 0,1-1-180,-4 2 0,8-6-269,-1 0-151,7-6 600,4-4 0,0 1 0,4-3 0</inkml:trace>
  <inkml:trace contextRef="#ctx0" brushRef="#br0" timeOffset="516628">21113 12490 8792,'-4'-9'360,"1"2"-270,1 1 90,0 2-90,3-2-90,1 1 90,2-1-1,2 2-89,1-2 0,3 1 0,2-1-89,5-2-91,2 0-270,4-2-540,2-1 990,13-5 0,-5 0 0,-11 6 0,-1 0 0</inkml:trace>
  <inkml:trace contextRef="#ctx0" brushRef="#br0" timeOffset="516988">21525 12200 9691,'-4'-8'810,"0"1"-630,1 3 270,0 0-270,-1 1 179,1 1-269,-6 3 90,3 2-90,-4 4 0,3 0 0,-1 3 0,1 1-90,0 2 90,2 0 0,-1 8-180,3-6 0,1 4-90,3-7-180,4 1 180,0-3 0,4 0 91,-2-6-91,1-1 90,0-2 0,0-2 90,0-1-90,0-3 180,3-6 0,-3-4 180,-1-7-181,-4 2 91,-6-4-90,-2 6 0,-1 1-180,-1 5-180,3 7-359,-1 2-900,0 2-180,0 1 1709,1 2 0,-3 3 0,-1 2 0</inkml:trace>
  <inkml:trace contextRef="#ctx0" brushRef="#br0" timeOffset="716469">14899 5197 6273,'8'8'180,"2"3"-90,6 4 0,-1-3-90,1 2 90,-4-7-90,-4-2 0,2 1 90,0-1-90,1 0 0,1 0 90,2 1 0,12 5-90,-4-3 90,9 4 0,6-1-533,-8-3 398,-3-1 0,0-1-1147,5 2 1147,-10-4 0,0 0 45,10-1-122,-1 1 32,2-2 45,-10-1 0,1 0-851,9 0 896,8 1-90,-16-2 0,-2-1 123,-1 0-33,0-1-90,0-1 90,-2 0 0,0-1 90,2-2-90,-1-1 90,2-1 90,-1-2 0,7-9 90,2-5-180,-1-1 1170,-2-3-1170,-8 4-1163,0-3 1253,1-3-90,-1-1 0,0-1 90,-2 0 151,-6 11 1,0-1-152,5-11-135,-7 13 0,-1 0-1046,3-8 1180,-1 0 1,-2 0 159,0-6-204,-6 10 0,-1-1-45,-1-16-83,-2 16 1,-1 1 82,-6-5 0,-4 1 268,-4-1-313,0 10 0,-2 1 0,3 3 0,0 1-49,-7-4 1,-2 1 48,6 7 0,-1 1-45,-2 0 0,0 1 0,-1 0 0,-1 2 45,0 0 0,-1 1-45,0 0 0,-1 2 0,1 0 0,-1 2 0,1 0 0,-1 1 0,2 1 0,-2 1-1138,-10 3 1,0 1 1137,9 0 0,-1 0 0,-2 3 0,-2 2 0,2 0-432,0 2 1,1 1 431,5-2 0,-2 1 0,2 1-504,-4 3 1,2 1 413,0 0 0,0 2-45,2-1 0,0 1-45,0 2 0,2 0-90,2-2 1,0 2-271,0 2 0,1 0 225,1 0 1,0 0 314,2 0 0,0 2 0,-5 8 0,0 1 0,1 0 0,0 0 0</inkml:trace>
  <inkml:trace contextRef="#ctx0" brushRef="#br0" timeOffset="717845">3949 9218 8522,'-6'-6'-90,"0"1"90,1 2 90,1 1-90,-1-1 90,-1 2 0,-1-1-90,1 0 90,-2 1 0,0 0 0,-1 0 0,-1 1 0,-1 0 0,-2 1 0,1 0 0,-4 1-90,-4 3 90,-2 0-90,-4 3-811,1 2 811,-2 1 90,-3 4-90,0 4 0,-1 3 0,0 3 90,2 3-1830,0 2 1740,15-14 0,0 1 0,1 1 0,0 0 0,0 1 0,1 1-231,0 0 1,-1 2 230,-2 11 0,0 1 0,4-7 0,1-1-396,-3 9 1,1 2 440,5-1 0,1 0-90,2-11 0,1 2 45,2 2 0,2 3 0,0-3 0,3-5 0,0 0-307,3 9 1,2 0 306,0-11 0,0-2 0,1 0 0,1 0 566,1-1 0,0-1-566,2-1 0,0-1 0,1 0 0,1-2 0,17 11 0,-7-11 0,1 0-236,-6-5 0,0-1 236,7 3 0,-1-3 0,10-2 45,-9-5 0,1-2-45,-7 0 0,1-2-278,9-2 1,-1-1 277,-7-1 0,-1-1 0,1-2 0,-1 0 0,3-3 0,-1-1 0,-2 0 0,-1-1 0,4-3 0,-1 0-187,-3-1 1,0 1 186,0-2 0,-1 1 0,-1-1 0,-1 0 58,-3 2 1,1-2-59,3-6 0,-1-2 0,-2-2 0,-1 1-205,-1 0 1,-1 1 204,-4 1 0,-2 2 0,-3-8 759,-2-1-759,-4 0 0,-3-1 0,-4-3 45,0 11 0,-2 0-45,1 6 0,-1-1 0,-8-12 0,-3 1 0,7 15 0,0 1 0,-5-5 0,-2 1 45,-3 3 0,-1 2-45,5 5 0,0 1 0,-8-3 0,0 3 0,-12 3 45,18 5 0,-1 1 216,0 2 1,0 1-262,-3 2 0,0 1-682,-4 2 0,0 3 682,-1 1 0,-1 2-45,-1 1 0,-1 2 45,1 1 0,1 2-385,0 0 0,2 2 340,0-1 0,2 1 0,1 1 0,1 1-339,4-2 1,2 0 293,1 0 0,2 0 35,4-2 1,1 1-306,2-1 1,2 1-541,-4 17 631,9-2 269,6-4 0,9 2 0,2 0 0</inkml:trace>
  <inkml:trace contextRef="#ctx0" brushRef="#br2" timeOffset="1.92428E6">11484 6220 9242,'6'-5'449,"1"1"-359,-3 2 0,1 1 0,-1 1-90,2-1 90,0 0 0,0 1-90,2-1 90,-1 1-90,1-1 90,1 0-90,-1 0 0,1 1 90,-1-1-90,2 0 0,-3 0-90,1 0-360,0-1-1079,-2 2 1529,1-2 0,-3 0 0,-1-2 0</inkml:trace>
  <inkml:trace contextRef="#ctx0" brushRef="#br2" timeOffset="1.9248E6">11444 6158 9242,'-8'0'719,"0"1"-629,4 1 90,0 2 90,0 5-90,1 2 90,-6 20-135,5-8 0,-1 4-1146,0 1 0,-1 3 0,1 1 1041,0-3 0,0 1 0,0 0 30,-1 6 0,0 1 0,1-2-786,0-5 0,1-1 0,0 0 756,0 2 0,-1 0 0,1 1-476,-1 0 0,1 1 1,0 0 475,-1 1 0,1 1 0,-1 0-339,1 0 1,-1 0 0,1 1 338,0-1 0,0 1 0,0 0 0,0 0 0,1 0 0,0 0 0,0-1 0,0-1 0,1 2 15,0-1 0,0 2 0,1 0 0,0-2-15,-1 1 0,1-1 0,0 0-8,0-4 1,0 2-1,1-1 1,-1-3-23,1 11 0,0-3 199,0-4 1,0-1-155,1 0 0,0-1 0,-1-1 0,1-1-45,0-1 0,1-1 546,-1-3 1,0 0-502,1 5 0,-1-1-45,2 8 877,-2-15 0,1 0-787,1 11-90,-1-14 90,0 7-90,-1-16 2489,0-1-2399,0 0 2246,0-2-2336,-1 1 570,0-2-570,-1 0 0,1 0 90,1-2-90,6 1 0,-1-3 0,5 0 0,-2-1 0,5-1 0,2-1-180,22-2 90,-6 0-1092,-6 1 1,0-1 1001,15 0-135,-8 0 1,1-1 89,-9 2 0,1-1-45,9 0 0,0 0-90,-11 0 1,-1 1-496,1 0 1,1 0-91,-2-1 1,0 1 944,0 0 0,1 0 0,8-2 0,2 0 0,1-1 0,0 1 0</inkml:trace>
  <inkml:trace contextRef="#ctx0" brushRef="#br2" timeOffset="1.92575E6">13552 6111 10051,'8'-3'0,"-2"0"0,-1 2 90,0-1-90,0 1 90,2-1-90,1 0 90,1-1 0,3 1-90,2-2 0,6 0 90,2-2-921,4 0 831,1-1 90,13-3-90,-9 3 0,-10 2 0,0 0 0,7-2 90,12-3-90,-12 4 0,6-1-385,-15 3 385,-3 1 0,-1 1 0,3-2 90,-7 3 0,3-1 797,-7 3-797,1 1 419,-2 1-419,0 3 0,-2 3 89,0 3 1,-1 20-90,0-3-932,-2-4 1,-1 1 886,1-3 0,-1 0-863,0 4 0,0 0 863,0 1 0,0 1-936,1 2 1,-1 1 935,0 4 0,-1 2-45,2 2 0,-1 2 22,0-10 1,-1 2-1,1 2 1,-1-3-541,1 2 0,1 0 1,-1 0 539,-1-1 1,1 2-1,-1 0 1,1-3-235,0 1 1,-1-3 0,1 1 241,0 0 0,0 1 0,-1-1 59,1 0 1,0 0-1,0 0-89,0 0 0,0 0 0,0-1 30,0 0 0,1 0 0,0 0-87,-1-1 0,1 1 1,1-1 56,0-1 0,0 0 0,1-1 29,-1 0 1,1 0 0,0 0 0,2 8 0,0 1 0,1-2 15,-1 4 0,2 0-15,0 0 0,1 3 0,0-5 15,-2-5 0,1-2-151,3 9 0,-1-1 106,-2-13 0,0-1 276,2 8 1,1 1-277,-3-10 0,0 0 434,1 5 0,0-1-434,1 6 1228,1 3-1228,-3-11 1376,0 2-1286,-4-13 1684,-1-2-1594,-1-1 1105,0-2-1106,-1 0 1091,-1 1-1090,-1-3 307,-1 1-397,0-4 0,-1 0 0,-1-1 0,0 0 0,-1-2 0,-2 0 0,1 0 0,-2-2-90,0 0 90,-3 0-90,0-1 90,-8-2 0,-7 1-90,1 0 0,-13 0-1107,16 2 1107,-7 0-180,-2 0-90,9 1-1332,-16-2 972,17 1-269,-5 0-450,9-1-523,2 0-557,1 0 2429,1 0 0,-4-5 0,-2 0 0</inkml:trace>
  <inkml:trace contextRef="#ctx0" brushRef="#br3" timeOffset="1.93238E6">11519 6573 16227,'9'2'-251,"-1"-1"122,-1-3 804,2 1-432,-2 0-3,3 1-179,-4-1 71,2-1 121,0 2-5,1-2 78,0 1-556,0 0 49,3 0-866,2-1 1077,-2 0 0,3-1 1,-3-1-1</inkml:trace>
  <inkml:trace contextRef="#ctx0" brushRef="#br3" timeOffset="1.935E6">11829 6491 16677,'3'-7'-148,"0"1"509,0 4 913,1 0-816,0 0-112,0 1-61,-1-1-4,1 0 224,1-2 117,-1 1-98,1-1-591,-1 1 207,0-2-241,-1 1 33,0-1-282,1 0 131,-1 0-190,0 0-51,0-1-31,-1-1-31,1 0 101,0-4-108,-1 3 152,0-4-68,0 5 82,0-1 40,-1 1 27,0 2 101,1-3 41,-1 1 34,1 12-755,-1 7 516,2 11 7,-2 2 40,0-4 35,-1 2-837,1-1 855,0 6 73,-1 0 768,0 2-501,0-3-486,0-4 444,1-1-237,-1-2-208,1-1-28,0 3-268,-1-7 179,1 2 473,0-7 1,0 2-1,0-1 1</inkml:trace>
  <inkml:trace contextRef="#ctx0" brushRef="#br3" timeOffset="1.93525E6">11821 6829 13788,'9'4'-1524,"0"-1"1310,2-4 691,-1-1 2,5 0-186,-1-2-339,9-1 7,-5-1-612,7-1 805,-8 2 1,6-3 0,2 1 0</inkml:trace>
  <inkml:trace contextRef="#ctx0" brushRef="#br3" timeOffset="1.93554E6">12320 6571 17235,'-1'-8'-1448,"2"3"2429,4 2 887,2 1-1521,-1 1-23,2 0-201,5-2-198,-3 1 189,5-2 221,-5 2-821,0-1-750,-1 1 1183,0 1 1,4-1 0,1 0 0</inkml:trace>
  <inkml:trace contextRef="#ctx0" brushRef="#br3" timeOffset="1.93626E6">12631 6380 12558,'4'-7'1128,"-1"0"-709,2 3 628,2 0-587,0 0-147,1 0-199,-2 2-123,1 1 463,0 0-436,1 0-18,-1 0-443,1 2-8,-1 0-66,0 1-110,-1 2 96,1 2-224,-1 1-63,-1 9 201,-3 6 289,-3 7 162,-4 4-1407,-5 1 1855,0 0 120,-4 2 290,1-3-216,0-1 119,1-4-215,0-1-683,1-2 501,2-3-109,3-4 33,1-3-161,2-3 1344,2-2-1445,0-1 178,4-2-617,1-1 586,3 0-620,4-2 373,2-1 32,3-2 252,3-1 184,19-4 79,-9 0-603,-7 0 1,-1 0 1267,8-2-263,-1-1-235,-3 2-196,-3 0-382,-4 1-21,-2 1-810,1 0 931,-6 2 0,6-2 1,-5 2-1</inkml:trace>
  <inkml:trace contextRef="#ctx0" brushRef="#br2" timeOffset="1.93661E6">13255 6597 8702,'-6'-4'270,"4"-2"-180,3 3-90,5-3 0,0 4 0,2-1 90,1 0-90,2 0 0,2 0 0,2-1 0,0 1 0,3-1-180,0 0-90,0 1-629,1-1 899,5-1 0,1-1 0,6-1 0</inkml:trace>
  <inkml:trace contextRef="#ctx0" brushRef="#br2" timeOffset="1.93689E6">13724 6311 8702,'2'-8'360,"-1"2"0,0 0-180,0 0 179,0 2 91,0-1-360,-1 14 0,1-2 0,0 13-90,0-3 90,1 21-90,-1-7-808,0-7 0,0 0 628,0 11-90,-1 1-246,0-1-293,0 2 44,0-14 0,0 0 641,0 11 1,0-11 0,0 1 0,-1 8 0</inkml:trace>
  <inkml:trace contextRef="#ctx0" brushRef="#br2" timeOffset="1.93747E6">11961 7203 8792,'0'-7'270,"0"-1"-180,1 2 360,-1 0-181,-1-1-89,1 2 360,-1-1-270,-1 0-90,-1 3 0,0-1 179,-1 2-89,-10 6-180,4 1 0,-11 7 0,-1 11 0,5-3-1003,-4 9 1003,9-5-90,3 0 90,2-1-90,3 0-117,3-2 117,4 7 0,4-6-602,4 6 602,4-9 0,1-2-435,2-5 435,1-2 0,-1-5 0,1-2 0,0-3 0,4-4-90,0-3 90,3-3 715,-1-4-715,6-12 0,-8 5-1498,3-10 1498,-13 8 0,-3-2 523,-5 1-523,-3 2 0,-5-2-203,-4 2 203,-3-2 0,-4 2 0,-3 2-89,-2 3 89,-3 3-201,1 4 201,2 5-179,1 2 1491,3 5-1672,0 1-270,1 4-2608,1 9 3238,5-2 0,2 11 0,6-3 0</inkml:trace>
  <inkml:trace contextRef="#ctx0" brushRef="#br2" timeOffset="1.9379E6">13001 7159 10681,'-3'-10'360,"-1"0"-180,-2 2 269,-2-2-269,0 3 0,-3-2 0,1 4 90,-7 1 90,-4 3-270,-10 9 0,6 3 0,0 7-1,9 1-850,2 2 851,2 3-90,3 1 90,2 0-180,4-1 90,2-1-90,3 1 0,3 0 0,3 1 0,4-2 0,1-4-502,3-2 592,1-4-90,1-4 0,-1-3 0,11-5 0,-4-4-956,7-4 1046,-6-3-90,1-6 90,-2 0 0,-9 0 0,-1 0-90,5-9 90,1-10 0,-12 6 0,-2 0 10,-5 1-10,-3-1 0,-4 3 0,-4 0 0,-3 3 0,-4 1 90,-3 5-90,-2 4 0,-1 6 0,1 3 206,1 4-113,-1 4-146,1 3 28,0 4-236,2 4-344,4 1-488,5 1-76,4-1 1162,4-1 0,4 6 1,3 3-1</inkml:trace>
  <inkml:trace contextRef="#ctx0" brushRef="#br2" timeOffset="1.9383E6">13736 7095 10591,'-6'-9'809,"-1"2"-449,-1 0-90,0 2 0,-2 0 0,-2 1 0,0 1-90,-1 1-1,-2 2 1,-1 2 0,-2 4-90,-2 3-115,0 4 205,-6 13 0,6 8-90,1 1-1188,9 2 1209,7-13-185,4 2-3,3 0 88,3 2-183,2-1 89,2-2-182,7 4 150,-4-11-258,5 2 293,-7-11-136,4-3 227,-3-4 216,10-3-221,-4-9 263,-1-1 638,-2-5-644,-7-2-109,-2 0-32,-1-4-157,-3 0-192,-4-3 148,-3-2-1024,-4-3 887,-3 1-5,-6 1-64,-5 4 119,-6 1-102,5 12 1,-3 3-20,-3 2 0,-2 3-253,-9 3 0,0 3-302,8 2 0,1 2-496,1 4 0,3 1 1336,9-1 1,0 2-1,-6 5 1,0 1 0,-2 2-1,0 1 1</inkml:trace>
  <inkml:trace contextRef="#ctx0" brushRef="#br2" timeOffset="1.93872E6">11765 7893 10051,'1'-8'90,"0"1"270,1 0 0,-1 1-90,0 1 359,-1 0-539,0 15 0,-2 5 0,-1 11-629,0 1 539,1-1 90,0 2-180,1 5-180,1 0 0,1-3-180,1 0-1123,1-3 134,1-1 180,3 0 1259,0-5 0,5 2 0,0-3 0</inkml:trace>
  <inkml:trace contextRef="#ctx0" brushRef="#br2" timeOffset="1.93918E6">12536 7861 10321,'2'-8'450,"0"2"-270,0 0 0,0 1 89,2-2 120,4-2-132,1 1-112,2 0 141,1 2-15,1 0-98,2 0 86,1 0-99,1 1-69,-2 1-113,1 0-26,-2 3 75,-1 0-84,3 5 67,-4 0-106,1 3-12,-6 1-44,-3 2 126,-3 2-54,-6 16 53,-2-3-696,0-5 1,-1 0 760,-7 13 118,-3 2-64,-2 0 49,2-2-27,1-3-855,2-3 782,2-3-443,3-4 413,2-2-12,2-4-10,2-3-9,2 1-23,2-4 1213,1 2-1253,7-4 876,0-1-881,4-2 581,1-2-511,0-2 107,2-1-58,2 0-205,0-2-208,2 1 172,2-2-23,0 0-209,1 0-123,-3-1-189,0 2-911,-1-2-1612,3 0 2892,0-1 0,6-1 1,-1-1-1</inkml:trace>
  <inkml:trace contextRef="#ctx0" brushRef="#br2" timeOffset="1.93945E6">13509 7824 10231,'5'-10'270,"0"0"-90,0 1 270,1-2-270,-1 3-1,1-2 1,-3 4 0,0 1 0,0 1-90,0 0 180,0 1-180,1 4 90,1 4-90,-1 2 0,0 14 0,0 11-90,0 3-732,-2-14 1,-1 0 462,2 12-91,0 1-270,0-2-2138,1 0 520,-1-2 2110,2 0 1,1-1 0,2 1 0</inkml:trace>
  <inkml:trace contextRef="#ctx0" brushRef="#br3" timeOffset="1.94496E6">14891 5431 14108,'11'-5'1129,"-1"0"-908,1 3-334,12-1-730,-3 1 747,13-2 127,-5 1-60,-4 1 1,1-1-1577,14 0 1495,-13 1 1,0 0 18,1 1 0,0 0 18,14-2 55,-13 2 1,-2-1-13,11 0-4,-3 1-415,0 0 415,-2 0 11,-3 1 2,-3-1 13,-3 0-15,2 1 6,-5-1-2,0 1 291,-7 0-288,-2 0 1336,-2 1-1335,0-1 1148,-2-1-1134,-1 1 18,0 0-58,0 1 26,-1-1-22,0 0 54,-1 0-53,1 0 61,1 0-56,-1 0 36,0 0-10,1 0 34,-1 1-58,1-1 22,-1 0 39,0 0-81,1 0 104,-1 0-85,0 0 65,1 0-84,-1 0 105,1 1-111,-2-1 52,2 0-29,-1 1-7,2-1-11,2 1-12,-1 0 49,2 0-28,-2-1 104,6 0-53,-5 0 47,5 0-49,-5 0 42,-1 0 13,-1 0-46,0 0 26,-1 0 47,0 0-82,-1-1 62,0 2-93,0-1 15,1 0 1,-1 0 3,1-1 75,-1 1 64,0 0-105,-2-2 281,0-2-178,-3-1-308,0-2 25,-1-1-111,0 1 34,0-1 9,0 1-15,0-1-240,-1-1 143,0-3 293,0 0 73,-1-4 39,1-2-732,0-2 664,0-6 68,0-2-41,2 5 0,-1-1 90,0-13-754,0 13 1,1-1 750,-1-9 7,1-1-58,-1 0 12,1 1-68,-1 11 1,1 0 6,-1-8-12,1-8 0,-1 17-95,1 2 182,0-7-82,0 8-2,1-4 16,-2 9-29,1 2 8,0 1 73,0 1 431,0 1-529,0 1 1609,0 1-1630,0 0 66,0 1-39,0-1 8,-1 0-55,1-1-6,-1 1 13,1 0 111,-1 2 46,1-1 757,-1 0-349,0 2-432,-1-1-208,-2 4 474,0-2-31,-1 3 273,0-1-185,0 0 73,-1 0 87,0 0 254,-1 0 142,1 0-620,-6 0 182,1 1-507,-4-2 211,1 2-75,-1-1 1,-4 1-34,-4-1-20,-4 1-1016,-5-1 1089,-1 1-68,0 1-8,-1 0-3,-1 1 9,1-1-24,0 1-32,4 0 1,-2-1 0,6 1 0,-1 1 15,-12 0 0,1 0-9,15 0 1,2-1 164,-17 3-89,18-2-519,-3 0 515,7 0-45,-3-1-22,8-1 39,1 1-64,2-1 77,0 1-99,1-1 898,1-1-839,1 1 419,-2 0-444,2-1-197,-1 1 179,1 0-99,-1-1 8,1 1 102,0 0-75,0-2-397,0 3 177,0-3 199,0 3 332,0-1-349,-1 0 184,0-1-261,0 1 249,0 0 423,0 0-162,1 0-135,-2 1-450,1-1 350,-2 0-155,3 0 111,-1 0-59,1-1-24,-1 2 13,0-1 82,-1 1-37,1-1 2,0 1-23,-2-1 64,2 0-200,-3 0 68,3-1-247,0 0 55,1 1 48,0-1-78,0 1-100,-1-2-69,1 2 216,-1-2-199,6 6-105,-1-1-11,4 5-570,0 2 167,-1-1 248,2 13 38,-2-6-768,1 9 929,0 0 257,-1 2-1210,1 5 1722,0 4-98,-2 1-27,0 2-1445,-1 1 1271,1-19 1,-1 0-21,0 20 7,1-21 1,-1 1-115,0 6 0,1 0 73,-1 14 30,1-8 0,-1-1-187,1 2 161,-1-14 1,0 1 59,1 11 1,-2-10 40,1 5 812,0-11-819,1 3 32,-1-5-64,1 2 1491,-1-7-1515,1 0 410,-1-2-454,1 0 854,-1-1-889,0-1 178,1-1-168,-1 0 137,0 0-13,1 0-64,-1 0 46,1 1-200,-1 0-917,0-1-2173,2-1 3124,1-3 1,-1 0 0,0-1 0</inkml:trace>
  <inkml:trace contextRef="#ctx0" brushRef="#br3" timeOffset="1.94712E6">12834 7292 13345,'-7'-2'0</inkml:trace>
  <inkml:trace contextRef="#ctx0" brushRef="#br3" timeOffset="1.9491E6">15719 4960 8556,'4'2'2,"-3"-1"-101,8 9-4,-4-3 11,0 0 56,1 1 2,0 0-167,0 0 25,1 1-145,-1 0-259,1-1 226,-1-1 364,-1-1 0,3 3 0,0-1 0</inkml:trace>
  <inkml:trace contextRef="#ctx0" brushRef="#br2" timeOffset="1.94932E6">15819 5008 7353,'-5'-6'270,"-2"4"-180,2 4-90,-2 3 0,3-1 90,-1 1-90,0 1 0,0 1 0,0 1-90,0 0-630,0 4 270,1-3 450,-1 2 0,2 0 0,-1 1 0</inkml:trace>
  <inkml:trace contextRef="#ctx0" brushRef="#br2" timeOffset="1.94986E6">16051 4891 7892,'-1'-10'1080,"-1"-3"-540,1 8-271,-1-4 181,0 5-270,-1-3 180,1 5-180,-3-1 0,0 4-90,-1 1 0,0 4 89,-3 5-179,3 0 90,-2 6 0,3-4-90,1 3 90,1-1-90,1 0 0,2 7-90,0-5 90,2 5 0,0-8-90,2 0 0,0-2-89,3 3 89,0-5-90,2 1 90,-2-6 0,0-1 0,0-2 0,1-2 0,0-2 0,4-4 0,-3-1 90,3-3-90,-3-7 90,-2 3-90,0-7 90,-3 5 0,-2-1-90,-1-1 90,-3-1 0,-1-1 0,-2-2 0,-2 0-476,-2 2 476,-1 3 0,-5 1 0,4 6-90,-5 1 1,5 7-181,0 1-180,0 4-629,0 2 925,1 2 154,1 1 0,-1 6 0,1 1 0</inkml:trace>
  <inkml:trace contextRef="#ctx0" brushRef="#br2" timeOffset="1.95127E6">17311 4713 8702,'5'-6'90,"0"0"-90,0 7 0,-1 0 0,1 3 0,-1-1 0,0 1 90,0 0-90,2 1 0,0 0 0,1 2 0,0 0-90,1 0-180,0 0-90,0 0-449,-1 0 359,0-1 450,0-1 0,2 1 0,0 1 0</inkml:trace>
  <inkml:trace contextRef="#ctx0" brushRef="#br2" timeOffset="1.9515E6">17430 4728 7892,'-3'-7'450,"0"-1"-270,1 4 90,-1 0-90,0 1-90,-1 2 0,-2 0 0,1 3 0,-1 2-90,0 1 90,0 2 0,-1 1-90,0 1 0,-1 1 0,1 1-180,0 1 0,0 0-90,2 1-270,0-1-269,0 1 269,2-2 540,0 0 0,0 3 0,0 1 0</inkml:trace>
  <inkml:trace contextRef="#ctx0" brushRef="#br2" timeOffset="1.95195E6">17554 4669 8612,'0'-12'630,"0"1"-360,0 2 89,0 2-89,0 0 0,-1 3 270,-1-1-360,0-1 179,-1 3-89,-2-1-90,-2 5-90,0 1 0,-2 4 0,3 2 0,-2 2 0,1 1 0,0 2-90,0 0 90,1 2-90,0 2 0,1 0 0,0 0-90,2-1 0,0 0 0,2-2 0,0-1-90,1-1 0,0 0-90,3-1 90,0-1-89,1-2-181,4 3 90,2-3 180,1-1 90,1-3-90,-3-4 90,0-1 0,0-2 1,1-1-1,0-2 0,-1-1 90,4-7 0,-3 1 0,3-13 90,-8 7-90,1-5 90,-4 7-1,-4-10 181,-3 0-180,-2 0 0,-3 5-90,1 11 90,-6 1-180,4 5 0,-4 1-719,-4 8-271,5 1 1080,-11 10 0,7 1 0,-5 5 0</inkml:trace>
  <inkml:trace contextRef="#ctx0" brushRef="#br3" timeOffset="1.95448E6">15912 5895 10718,'3'-7'-144,"0"1"63,-1 2 150,2 2 113,1 3-316,0 2-54,0 2 3,-1-1-28,1 1 15,1 0-22,1 2-22,4 4-102,-2-2 207,4 2 83,-4-3 62,1-1 33,0 0-111,0 0 24,-1-1-180,-1 0-345,0-1 175,0-1 417,0 1 1,2-1 0,2 0-1</inkml:trace>
  <inkml:trace contextRef="#ctx0" brushRef="#br2" timeOffset="1.95471E6">16094 5920 7623,'-2'-9'298,"0"3"-87,-1-1-199,-2 10 279,1-1-132,-3 8-92,3-1-34,-3 7 70,1-2-30,-1 4-88,1-3-387,1-2-104,0 2-198,0-2 220,1-1 457,1 0 1,-1 3-1,0 1 1</inkml:trace>
  <inkml:trace contextRef="#ctx0" brushRef="#br3" timeOffset="1.95517E6">16144 5796 8556,'0'-7'268,"1"0"-136,-1 3-57,1-4 14,0 4 19,1-2-2,-1 3 5,2-2-8,0 1-44,1 0 103,1-1 10,0 2-87,1 0 69,1 0-97,0 1-21,2-1 69,3 2-109,1 2-31,0 1 62,2 5-126,-8-1-23,1 4-17,-5-1 28,-2 3 31,-2 1 118,-6 14-52,0-4-821,-4 10 871,1-9 35,-1 0 24,2-3-303,0-2 261,2-4-11,1-1-27,1 2-108,2-5-2,0 2-6,3-6 899,4 2-901,4-1 217,8-1-219,-2-3 4,10-1 101,-9-3-90,5 1-90,-6-2 0,0 1-90,0-1-629,1-1 899,5 0 0,1 0 0,6-1 0</inkml:trace>
  <inkml:trace contextRef="#ctx0" brushRef="#br2" timeOffset="1.95575E6">17336 5725 8702,'7'-4'90,"1"1"-90,-2 4 0,-1 1 0,1 1 0,-1 1 0,2 0 0,-1 2 0,1 0 0,1 2 0,1 0 0,5 5 90,2 2-90,0 0 0,0-1 0,-5-6 0,0 0-90,0-1 0,0-1-90,-1 1-180,0-1-449,-1-1 359,0-1 450,-2-1 0,3-2 0,0 1 0</inkml:trace>
  <inkml:trace contextRef="#ctx0" brushRef="#br2" timeOffset="1.95596E6">17544 5732 8162,'-3'-10'270,"-1"1"90,1 0-90,0 3 90,0 0-91,0 1-89,-1 4-90,-2 2 0,-2 4 90,-1 3-90,-3 5 0,0 3-652,-3 3 652,0 3 0,0 2-933,1 1 663,1 2 0,0 1-269,1-1-271,1-1-359,0-1 1079,1 4 0,1-5 0,1 4 0</inkml:trace>
  <inkml:trace contextRef="#ctx0" brushRef="#br2" timeOffset="1.95655E6">17686 5650 8882,'0'-6'90,"0"-2"0,0 4 0,-1-3 90,1 1-180,1 34 90,-3 3-90,2-5 0,-1 1-633,0-3 0,0-1 633,0 12-90,0 1-90,1-1-180,0-2-539,0-1-256,1-4 1155,1-1 0,0 2 0,0 1 0</inkml:trace>
  <inkml:trace contextRef="#ctx0" brushRef="#br3" timeOffset="1.9589E6">13996 4060 19210,'-4'-9'-3277,"0"3"29,2 1 2392,-1 1 461,1 1 152,-3-2 197,2 2 157,-1-1-1028,0 2 1445,0 0 171,-4 1 610,1 2 115,-4 3 262,3 1 147,-2 3-254,-1 5-239,-2 3-374,0 3-1139,2 2 270,1 0-240,3-1-502,2-1-307,3-1-45,0-1-46,2 0 52,2 0-27,4 7-64,1-5-24,4 3 63,-2-8 13,3-2 326,0-1 352,2-3 275,7 0 268,-5-3 272,6-2 333,-7-3 163,6-4 251,-5-1 149,5-3 984,-8 0-913,-1-2-345,-2-2-268,1-6-358,-5 3-319,0-4-354,-5 5-572,-3 0-334,-1-2-339,-4-2-545,-2-1 538,-5-2 1,-1 3 402,-3 1 308,-2 3 441,-2 3 284,1 2 252,0 3 222,1 2 263,3 3-288,0 1-55,1 3 247,2 0-262,2 3 0,-2 4 1,0 2-1</inkml:trace>
  <inkml:trace contextRef="#ctx0" brushRef="#br3" timeOffset="1.95964E6">15264 4020 15067,'-1'-6'-2003,"0"-1"1176,-1 3 644,0-1-118,-2-1-60,0 2 341,-1 0 110,0 2-286,0 1 815,-1 1 186,0 1 190,-2 1 181,0 3 424,0-1-252,-1 3-74,2 1-576,0 1-388,2 2-143,0 2-536,2 1-151,1 1-250,4 10-212,0-6 23,6 15 30,-1-15 4,4 5 15,-3-9 45,7 4 150,-4-6 231,5 2 166,-6-8 221,1-3 455,0 0 237,-1-3 319,2-1 345,5-4 11,-3 0 156,10-7 52,-13 3 31,5-5-447,-8 4-451,0-1-211,-3 0-244,0-6-670,-4 3-204,-4-10-517,-9-1-524,-2-1-3,-8 1 374,2 8 320,-3 3 342,-14 0 410,7 5 290,2 4 1,0 3 446,1 1-331,-10 4 687,22 1-378,2 2 252,4 1-539,2 2 0,4 4 0,1 2 0</inkml:trace>
  <inkml:trace contextRef="#ctx0" brushRef="#br3" timeOffset="1.96023E6">16963 4129 11913,'-2'-9'-1110,"1"2"807,-2 0-154,0 3 192,-1 0 312,0 0-37,-2 0 148,1 1-296,-2-1 382,-1 2-17,1 0 343,-2 0-92,1 2-8,-2 2 284,0-1-91,0 3 27,0 1 51,0 1-37,0 2-162,1 1-104,2 2-143,0 0-388,0 9-178,3-6-187,0 5-113,5-5-181,0-2 14,3 1-61,2 0 60,6 3 89,0-4 114,5 2 245,-3-7 110,0-2 319,0-1-23,9-4 196,5-7 99,-2 0 85,2-6-4,-9 1-154,1-7-144,-6 2-583,0-3 317,-7 3 30,-2 1-163,-2-1-159,-2-1 36,-4-4-171,-1-2 40,-4-2-1097,-2 1 1112,-4 2 20,-2 2-263,-4 4 330,-16 0 196,6 8-511,8 5 0,1 1 392,-11 4 222,-1 2-352,2 2 1,-5 5 0,1 1 0</inkml:trace>
  <inkml:trace contextRef="#ctx0" brushRef="#br3" timeOffset="1.96119E6">14131 4935 16587,'-7'-2'-786,"-1"0"530,3 3 1178,0 2-109,-1 1-45,1 1-286,-1 1-115,1 2-157,-1 1 485,0 1-278,1 2-594,0 1-86,1 1-432,1 0 200,2 7-267,2-5 77,2 4-22,2-6-200,3-1-56,1-1-6,7 3 297,-2-6 227,6 0 331,2-5 532,-5-3 162,6-1 331,-5-3 312,3-2-462,6-7 643,-6 2-553,3-4 502,-12 3-438,1-6-293,-4-3-424,-1-1-210,-7-7-608,-8 0-539,-9-10 259,4 19 0,-2 1-948,-11-11-157,-3 8 745,8 12 510,-1 3 140,1 3 743,-3 3 442,-1 4 482,-4 3 345,-2 6-999,2 3 877,-2 6-314,3 3-250,2 3-908,3 3 448,3-1-255,3 0 1,3 3 0,-1 1 0</inkml:trace>
  <inkml:trace contextRef="#ctx0" brushRef="#br3" timeOffset="1.96188E6">14229 5853 17775,'-4'-6'-3277,"1"0"1392,-1 1 1093,0 1 528,0-1 220,-1 2 302,-1 0 105,0 0-904,-1 1 1385,0 0 3,-1 2 374,0 2 174,0 0 31,-1 4 75,0 2-103,-1 3-132,-1 7-1268,1 3 551,-1 5-422,3 2-276,2 2-322,2 0-406,2 1-35,2 0 7,3-1 28,3-1 88,2-2-79,3-2-9,3-2-899,1-2 795,3-3 171,2-3 174,0-4 427,10-4 413,-7-4 280,9-3 331,-6-4 319,1-4 360,0-2-122,-2-4 61,-1-1-317,-2-3-57,4-12-450,-9 5-1366,2-11 818,-11 9-393,-3-2-267,-4 0-416,-3 8 1,-2 0-300,-4-11 584,1 12 0,-1 1-572,-9-7-399,-2 4 356,-4 2 435,-11 0 402,8 10 312,5 4 0,0 3-166,-1 3 407,-5 4 455,8 4-53,3 1 1,-5 5 0,3 2-1</inkml:trace>
  <inkml:trace contextRef="#ctx0" brushRef="#br2" timeOffset="1.96476E6">14106 6584 7443,'-7'-3'360,"2"0"-271,0 0 1,4 0-90,2-2 90,3-1-90,5 1 0,1 0 0,7-2-718,4 0 718,10-2 0,4 1 45,-4 1 0,3-1 0,-7 3 0,0 0-1352,11-1 0,1-1 1352,-5 3 0,0-1-45,2 1 0,2 0-723,-10 1 0,0 0 1,1 0 722,0 0 0,1 0 0,0 0 0,1 0 0,0 0 0,1 0-188,0 1 1,0-1 0,0 0 187,1 0 0,0 0 0,0 0-327,1 1 0,0 0 0,0 0 327,0-1 0,0 1 0,1 0-71,-1-1 0,1 1 1,0 0 70,0 0 0,0 1 0,1-1 30,-1 0 0,0 0 0,0 0 0,0 1 0,0 0 0,1 0 0,-2 0 0,1-1 0,0 0 0,-1 1 0,0 0 0,0-1-193,0 1 1,0-1 0,-1 1 162,0 0 0,0 0 0,-1 0 30,1 0 0,-1 1 0,1-1 0,-2 1 0,1-1 0,-1 1-30,1 0 0,0-1 0,-1 1 30,0 0 0,-1 0 0,3-1-30,-1 1 0,2 0 0,0 0 0,-2 0 30,2-1 0,-1 1 0,1 0-30,-2-1 0,2 1 0,-1 0 0,-2-1 0,0 1 0,-2-1 0,0 0 146,1 0 1,0 0 0,-1-1-147,0 1 0,1 1 0,-1-2 0,-1 1 0,1-1 0,1 0 0,9 0 0,3 0 0,0-1 30,-2 0 0,1 0 0,-1-1 28,0 1 1,-1-1 0,0 1-59,-5-1 0,-2 0 0,-2 0 0,0 0 0,-1 0 0,8-2 0,2-1 497,-5 1 0,0 1-497,3-2 0,-2 0 0,-12 2 0,-2 1 1813,9-5-1723,-16 2 0,-3 1 1351,-4-1-1441,-5 3 2701,0-1-2701,-1 0 986,0 0-896,1 1-90,1 2 0,1 1 0,1 0 0,0 2 0,0-3 0,-3-1 0,-3-2 0,-1-2 0,-2 1 0,0 1 90,-2-4-90,0 1 0,-2-4 0,0 0 0,-1-1 90,-2-3-90,-6-15 0,5 11 0,0-2-807,0 1 0,0-1 807,0-2 0,0 1 0,-5-14 0,0 0 0,9 16 0,0 1 0,1-2 0,-1 0 0,1 0 0,1-2 0,-1 0 0,1-1 45,0-13 0,0 0-45,2 7 0,0 0 0,0-10 0,1 0 0,1 9 0,2 0-1000,0 0 1,0-2 954,1-3 0,0-2-829,1 1 0,1-1 874,-2 10 0,1 1 0,0 0 0,1-10 0,0-1 0,0 3 0,0-3 0,0 3-745,0-3 0,0 1 745,0 4 0,0-2 0,-1 2 0,1 0 0,-1 2 0,0-1 0,0 0-161,-1 1 1,0 0 160,0 1 0,-1-1 43,0 2 1,-1 0-44,1 1 0,-1 1 0,-1 1 0,0-1 0,-2-8 0,0 1 0,1 8 0,-2 1 0,0-7 0,0 2 608,-4-8-698,1 4 90,0 4 0,-1 2 0,1 0 0,-1 2 1495,-3-6-1495,3 9 0,-2-3 0,4 12 0,-2-3 0,4 4 1637,-3-1-1637,4 5 1832,0 2-1832,0 0 1211,0 0-1211,1 2 302,0-1-302,0 0 0,1 0 0,-2-4 0,2 5 0,-1-2 0,2 2 0,-1-1 0,1 1 44,-1-4-4,0 2 0,0-2 1,1 2 90,-2-3 47,0-1-106,0-1 10,0 3 21,0 3 7,0-3-115,0 3 63,-1-1-93,1 3 76,1 1-20,-1-1 58,-1 0 40,0 1 109,-2 0 81,1 2 232,-1 1 228,0 0-27,-6 3 60,1-1 29,-7 3-44,2-2-669,-5 3 522,-3 0-1259,-6 1 995,-4 1-202,-4 0-149,17-4 0,-1 1-5,0 0 1,-2 0-45,-14 1 1,-1-1 2,7 0 0,0-1-756,1 0 0,-2 0 0,-1-1 747,-6 1 0,-1-1 0,1 0-7,6 0 0,2 0 0,-4 0-2,2-1 0,-3 1 1,-2 0-1,1-1 1,3 1-658,-4 0 1,3-1 0,-2 1 707,1 0 0,-2-1 0,0 0 0,3 1 14,-2 0 1,2 0 0,0-1-316,-1 1 1,0 0 0,-2-1 292,0 1 1,-3 0 0,-1 0-1,3 0-182,8-1 0,1 1 1,0 0-1,-2-1 213,-7 1 0,-3 0 0,1 0 0,2 1-98,1-1 0,1 0 0,0 0 66,0 0 1,0 0-1,0 1 3,0-1 0,1 0 0,-1 1 48,1-1 1,-1 0-1,1 0 135,1 0 0,-1 0 0,1 0-138,1 0 1,-1 0 0,1 0-3,1-1 0,-1 1 0,1 0-31,1-1 0,-1 1 0,1-1 31,2 1 0,-1 0 0,-1-1 66,1 1 0,-2-1 0,0 0 0,2 0-72,1 1 0,1-1 0,-1 0-82,-8 0 1,-1 1 0,3-1 188,2 0 0,2 0-158,1 1 1,-1-1 3,4 0 0,-2 0 0,2 0-48,-2 0 1,-1 0 39,-8 0 0,2 0 281,15-1 1,2 1-144,-18 0 12,5-1 1433,6 1-1433,2-1-28,6 0 148,2 0 10,1-1 1292,-5 2-1377,-1 0 123,-5 0 57,6 1 2415,3-1-2362,5 1-97,0-1-10,0 1 16,0 0-43,-9 1-103,5-1-51,-12 3-23,11-3 226,-3 1-114,1 0 10,6-1 764,-3-1-855,8 0-74,-3 0-57,3-1 4,-1 1 38,2-1-235,3 0 136,-2 0-132,1 0-58,1 0 107,-1 0 84,1 0 18,0 1 220,2 1 223,0 1 79,1 3-605,1 1-282,2 2-351,1 1-269,1 2-127,1 3-241,1 6 561,-1-1 1,1 2-815,-1-2 1,0 1 1089,2 8 1,-1 0 295,0-2 1,1-1 186,-1 2 1,1 0 78,0 6 0,1 2 102,0 1 1,-1 1-976,-1-9 0,0 0 1,0 1 919,0 0 0,0 1 0,0 0 21,0 0 1,1 1 0,-2 1-33,1 0 1,0 0 0,0 1-64,0 0 0,0 1 0,0-1-254,0 0 0,0 0 0,0 2 285,-1-1 0,1 3 0,0 0 0,0 0 1,0 1 0,0 0 0,0-1 0,0 1-365,-1-1 1,1 1 0,0-1 0,0-1 330,-1-2 0,1 0 0,-1-1 1,0-3 19,0 0 1,-1-3 0,1 0 6,1 11 0,0 0-1,-1-3 0,1 0-174,-1-4 1,0 0 100,0-2 0,0-1 352,1 0 0,-1-1-424,0-1 1,0-1 264,1 0 0,-1-2-268,0-2 0,-1 0-49,4 16 916,-1-7-902,0-4 81,-1-4 1549,0-5-1527,0-3 1627,0 3-1558,-1-6 210,1 3-204,-1-7 1199,-1-1-1356,1-1-44,0 1-219,1-3-498,2 3 140,-2-4-696,0 1 80,0-1 1472,0-2 1,0 0-1,1 0 1</inkml:trace>
  <inkml:trace contextRef="#ctx0" brushRef="#br2" timeOffset="1.97363E6">100 2620 9062,'6'19'-720,"0"2"540,1 3 90,1 4-3187,1 8 1070,0 3 2162,-3-16 0,-1 0 174,1 1 0,-1 1-174,1 0 0,-1 1 45,1 0 0,-1 2-30,0 1 0,1 2 0,-1 0-342,1 1 1,-1 0 0,1 1 371,-1 4 0,1 0 0,0-1-105,-1-3 0,-1-2 0,0-1 105,1 7 0,-1-2 66,0 2 0,0 0-21,-1-3 0,0 0-45,0 2 0,0 2-9,0-8 0,-1 2 1,1-1 53,-1 4 0,1 0-45,-1-6 0,1 2 0,-1-2 216,0 1 1,-1-2-172,1 0 0,0 0-45,0-2 0,-1 0 0,1-2 0,0-2 0,-1 0 0,0-1 97,2 17-52,-1-12 0,0 0 44,1 13-89,-2-15 0,1-1 90,0 15-90,0-13 0,0 3 0,-1-12 1814,0-2-1814,-1-1 907,1-1-817,-1-3 2334,0 1-2424,0-2 785,1 0-785,-1-1 0,0-1 0,0-1 90,0 0-90,0 0 0,1 1 90,-1 0-90,0 0 0,1-1 0,-1 0 0,0 0 0,0 0 0,-1 0 0,1 1 0,0-2 0,0 3 0,0-3 0,1 3 0,0-2 0,1 0 0,-2 0 0,1-1 0,0 1 0,1 2 0,0 1 0,0-1 0,0 2 0,0-1 0,0-1 90,0 3-90,1 0 0,-2 2 0,1 2 0,0 0 0,-1 5 0,0-4 0,0 3 0,0-6 0,-1 0 0,0-1 0,-1 5 0,1 1 0,-1-1 0,0-3 0,0-4 0,1-2 0,-1 3 90,0-4-90,0 3 90,1-4 90,-1 2-90,0-2 90,1 0 0,-1 1 89,0-1 91,0 0-360,2-1 0,4-4 0,3-1 0,2-4 0,3 1 0,0 0 90,6-3-90,2 1 0,7-2-1267,2 0 1267,6-1 0,-7 3 0,2-1 44,-6 2 1,1-1-45,8 0 0,1-1 0,-9 2 0,0 1 0,1 0 0,1 0-693,1-1 1,0 1 692,1-1 0,1 1-1257,3-1 1,1 1 1256,0-1 0,2 1 30,1-1 0,3 1 0,-2-1-591,-8 1 1,-1 0 0,1 1 560,10-2 0,1 0 0,-2 0-268,-10 2 0,-1 0 1,0-1 297,0 0 0,1 0 0,0 1-167,0 0 1,0-1-1,1 1 137,-2 0 0,1-1 0,0 1 0,-1 0 0,1 0 0,-1-1 0,0 1 0,0 0 0,0 0 0,0-1 0,-1 0 0,1 1 299,-1-1 0,0 0 0,-1-1-299,1 1 0,0 0 0,-1 0 542,12-3 0,2 1-542,-9 1 0,3 0 0,1 0 0,-4 0 52,-3 1 1,-2 0 0,2-1-53,12-1 0,2 0 0,-4 0-45,-9 1 0,-2 0 45,0 0 0,0 0 0,-1 0 0,0 1 0,9-3 0,-1 0 454,-8 3 1,0-1-455,4-1 0,-1 1 0,9-1 0,-7 1 463,0 0-463,6-1 0,-11 2 360,3-1-360,-14 3 0,-3 0 2151,0 0-2241,-2 1 90,5-1 0,-6 1 1794,4-1-1794,-4 1 0,-2 0 0,2 0 514,-3 0-514,0 1 0,-1-1 0,1 1 0,1 0 0,0-1 0,0 1 0,1-1 0,0 1 0,0 0 0,0-1 0,6 1 0,-4-1 0,3 1 0,-4 1 0,-1-1 0,0 0 0,4 1 0,-2-1 0,2 0 0,-1-1 0,0 1 0,2-1 0,2-1 0,0 1 0,10-3 0,-6 1-232,6-1 232,-9 1 0,9 0 0,-8-1 0,7 0-90,-11 0 180,2 1-90,-3 0-75,-1 1 75,0 1 0,-3-1 0,0 0-90,2 0 90,-2 0 319,1 0-319,-4 2 78,3-2-78,-3 1 0,2 0 0,-3 0 0,1 1 0,-1-1 0,0 0 0,2 0 0,-3 0 0,4 1 0,-4-1 90,3 1 90,-2-1 90,-1 0-90,-1-2-90,-1-2-1,-2-1 1,1 1-90,-2-4 90,0 1 0,-1-3 0,-2-6-90,0-2-727,-3-9 817,1-1-90,-2-5 0,-1-2 0,4 15 0,0 0-760,0-1 0,1 0 760,0-1 0,1-1 0,-1 0 0,1-1-760,0-2 0,-1 1 760,1-1 0,0-2 0,1 3 0,-1-3 0,1 1 12,-2-5 0,1-1-4,1 6 0,-1-2 0,1 0 0,-1-2 0,0 0 1,1 2 3,-1-6 0,0 0-4,0 3 0,-1-1 0,1-1-531,-1 4 1,1-2-1,0 1 1,-1 2 529,1 1 1,0 2 0,-1-3-374,-1-10 0,1-4 1,-1 6 428,1 5 1,0 3 129,-1-1 0,1 1-132,0 0 0,0 0 0,-1 1 0,1-1-58,0 2 0,-1-1 118,1 1 0,0 0-2,-1 0 1,1 0 386,0 2 0,0 0-452,-1 0 0,1 1 626,0 1 1,0 0-677,0 0 0,0 0 1,1 3 1,0 1-410,-3-21 213,3 6 233,0 0 10,1-1 24,1 2 7,1-1 126,0 2-7,0 0-3,1 3-88,-1 2-56,-1-1 1226,0-7-1267,1 15 1,-1-1 6,-1-17 565,1 2-444,0 14 151,-1-9-181,0 9-11,-1-8 117,1 10 1041,-3-8-1114,2 6 28,-2-4-198,2 8 101,-3-7 298,1 3-406,-1 0-132,1 4-26,2 8 892,-2-3-893,3 4 841,-2-2-854,2 4 41,0 1 111,0 2-75,1-1 94,-1 0 1,1 2 140,-2-2-286,2 2 134,1 10 503,-3-2 580,-2 9-87,-9-4 617,-4-1-114,-17 6-316,5-4-824,9-4 1,-3 2 318,-5 0 1,-1 0-223,6-1 1,-2 0-397,-7 1 0,-3 2 1,1-1 178,-1-1 0,0 0-1288,3 0 1,-2 1 0,1-1 840,-7 1 0,1 0 198,12-2 0,0 0 0,-1-1 21,0 1 1,-1 1 0,1-1-686,-2 0 1,1 1-1,-1-1 708,0 1 0,-1 0 0,1 0-357,0-1 1,-1 1 0,-1 1 369,-2-1 0,-1 2 0,-2-1 1,0 1-147,6-2 0,0 1 0,-1-1 0,1 1 0,-1-1 148,0 0 1,1 1-1,-1-1 1,0 1 0,1-1 2,-7 2 0,0 0 0,1 0 1,2-1 0,1 1 0,1-1 1,1 0-1,-1 0 0,0 0 1,1-1-5,-1 1 1,1 0 0,-1 0 55,2-1 0,-1 0 1,1 1-65,-1-1 0,1-1 1,0 1-2,0 0 0,1 0 0,0 0-3,0-1 0,-1 0 1,1 1-54,1-1 0,0 0 0,-1 0 13,2-1 0,0 1 0,0-1 29,1 0 0,0 0 0,1 0-14,-12 2 1,1 0 0,3-1 1,2 0-44,0-1 1,1 0 292,4-1 1,0 1-303,0-2 1,-1 1 35,2-1 0,1 0-6,0-1 0,0 0-8,2 0 0,0-1-43,3 1 1,0-1-26,-18 1 671,7 1-645,10-3 0,1 1-25,-8 1 1591,-5-1-1549,17-1-49,1 0 2673,1 1-2624,-3-1 48,5 0-98,-1-1-73,5 1 1960,-1 0-1826,3-1 8,-2 1-186,4-1 578,-1 1-632,1 0 75,-2 0-114,3 0 506,-3 3 1,3 0-1,-3 1 1</inkml:trace>
  <inkml:trace contextRef="#ctx0" brushRef="#br3" timeOffset="1.97434E6">542 2511 17594,'-12'3'704,"3"-1"-241,-3 1-361,5 0 263,-2 0-208,2 2 273,-1 0-111,0 2 81,-5 8-292,3-3-146,-3 6-11,4-4-256,2 1-179,0 0-178,1 1-18,1-2 66,1 1 23,2 0-48,1-1-49,2 6-91,2-5-53,7 11-43,-3-13-188,5 5-26,-3-8 284,1-2 260,0 0 208,0-3 461,2 0 178,-1-2 292,0-1 334,0-1 155,0 0-110,-1-1-82,0-2 201,-1 0-243,0-1 144,3-3-57,-4 0 146,4-5-503,-7 3-298,0-4-287,-3 4-360,-2-2-364,0 1-165,-4-8-498,0 3-77,-4-6 5,-1 6 117,-1 0 309,-4 0 288,-2 1 376,-3 1-275,0 4 957,0 3 309,-6 5 453,-1 2 241,-5 3 35,1 3-671,11 0 1,0 1-557,-16 12 1100,3 3-272,9 3-1334,13-7 93,4 0 149,4-1 1,3 8 0,2 1-1</inkml:trace>
  <inkml:trace contextRef="#ctx0" brushRef="#br3" timeOffset="1.9751E6">627 3404 16964,'-2'-6'-3277,"1"0"1896,-1 3 245,-2-2 416,1 2 665,-1-1 19,0 2 219,0 0-576,-1 1 897,0-1 132,0 3 794,-4 3 236,1 0-92,-2 3-22,2 0-368,-1 3-332,0 1-194,1 2-114,0 0-514,1 0-437,1 0-241,2-1-158,2 0 23,0-1 42,2 1 23,4 4-275,0-4-95,4 5-43,-1-8 18,2 0 265,2-1 404,7 1 269,6-3 402,0-1 316,1-5 377,-8-2 290,5-3-58,-1-2 213,2 0-729,-1-4 454,-3 1-179,0-4-355,-3 1 2,-2-2-281,-4 2-297,-1-2-261,-3-1-282,-2-2-207,0-1-171,-4-1-114,-1 0-322,-4-3 190,-2 0 39,-3-4-335,-3 2 513,-4 1-14,-10-4 253,5 10 375,-10-2 249,11 12 474,-2 4 583,0 5 14,-11 8 407,6 3-379,-6 7 356,14 0-457,2 4-238,3 1-563,2 2 1,2 7 0,1 1 0</inkml:trace>
  <inkml:trace contextRef="#ctx0" brushRef="#br3" timeOffset="1.97575E6">677 4472 17054,'-3'-7'-3277,"0"0"1250,0 3 963,1 0 542,-1 0 398,-1 1 227,0 0 55,0 2-559,-1-1 1151,0 2 278,-1 1 367,-1 1 323,0 2-11,-1 2-157,0 2-211,-1 3-517,1 1-249,-3 10-499,4-4-241,-2 14-455,7-12-690,0 5 232,4-6 74,0-1-4,2-1-2,5 7 61,0-8-137,5 3 101,-3-10 492,7-1 446,-3-4 386,6-2 211,-4-5 454,2-2 303,2-3 321,1-2 119,-1-3-194,-1-2-431,4-11-431,-7 5-1328,2-9 635,-9 9-325,-3-1-8,-3 1-484,-3-15-356,-2 6 191,-4 3 1,-2-3 330,-3 5 0,-1 1-22,0 0 1,-1 1 36,-2 3 1,-1 2-448,-6-2 770,3 11 1,-3 1 313,-2 3 1,0 1 123,-1 1 0,1 2 219,-3 3 1,3 2 699,-8 6-683,-1 2 942,6 1-257,2 1-63,6-1-759,2 0 1,4-1 0,1 1 0</inkml:trace>
  <inkml:trace contextRef="#ctx0" brushRef="#br3" timeOffset="1.97655E6">1091 2526 17234,'-9'-12'-3277,"3"4"246,1 1 2219,1 1 457,0 2 307,0-1-104,0 2 232,1 1-861,-1 1 1674,-2 2 584,2 2 391,0 3-430,2 0-568,0 1-69,2 0-337,0 1-212,0 1-602,2 0-728,1 2-483,2 0 369,1 1 131,3 0 159,0-2 284,3 0 256,-1-1 325,2-2 132,-1-1 271,1-2 242,6-1 363,-5-3 130,4 0-18,-5-2 2,5-5 102,-3 1 70,3-5-105,-6 2-176,-1-2-368,-3 0-234,0 0-240,-2-1-272,-2 0-404,0-7-260,-3 3-274,-2-4-61,-2 5-41,-5-6-113,0 6-19,-4-4 24,-6 4 562,3 7 158,-7 0 521,6 6 399,-1 2 256,-1 3-52,-12 7 701,9 0-776,-6 4 1,9 0-1,2 2 1</inkml:trace>
  <inkml:trace contextRef="#ctx0" brushRef="#br3" timeOffset="1.97732E6">2815 2031 17276,'-4'-6'-3277,"1"1"462,-2 1 2846,1 2 321,-4 2 732,2 3 211,-3 2-75,2 1-475,-1 1 983,0 4-61,0 1-434,0 2-392,2 2-827,0 1-574,3 1-204,1 0-278,1 0 60,3 0-190,5 9 53,1-5-744,5 5 698,1-8-45,8 1 364,-6-7 64,6 2 176,-9-10 565,4-1 332,-3-2 231,9-4 374,-10-1-93,4-2 26,-5 0 41,-2-2-41,-1 0-19,2-6-503,-4 1-105,0-3-281,-4 2 31,-1-5-276,-2 3-136,-1-5-99,-2 4 58,-2 0-212,-3-4 25,-2 0 17,-4-2 76,-2 3-1151,-14-5 1401,6 9 163,-11-1 75,11 9 109,-13 7 91,9 3-1685,-8 6 1885,11 3-275,3 5-321,3 0 414,3 3 0,2 3 1,1 1-1</inkml:trace>
  <inkml:trace contextRef="#ctx0" brushRef="#br2" timeOffset="1.9863E6">1711 4260 6453,'-4'1'180,"1"0"-180,4 9 0,1-3 0,1 1 0,0 1 0,1 2 0,1 0 0,0 1 90,2 0-90,0 1 0,1 0 0,1 0 0,0 1-90,1-1 0,-1-1-180,2 0 91,-1 0 179,0-2 0,3 1 0,0 1 0</inkml:trace>
  <inkml:trace contextRef="#ctx0" brushRef="#br2" timeOffset="1.98679E6">1934 4087 6363,'0'0'0</inkml:trace>
  <inkml:trace contextRef="#ctx0" brushRef="#br2" timeOffset="1.98686E6">1934 4079 6273,'0'0'0</inkml:trace>
  <inkml:trace contextRef="#ctx0" brushRef="#br2" timeOffset="1.98692E6">1940 4070 6094,'29'-12'0,"1"0"0,-5 2 0,1 0 0</inkml:trace>
  <inkml:trace contextRef="#ctx0" brushRef="#br2" timeOffset="1.9871E6">2064 4029 5914,'-2'36'40,"1"1"1,0 0 0,0-1 0,0 1 0,-1-1 0,1 1 0,-2 10 0,0 3 0,0-3-1,2-9 1,5-15-41,6-16 90,-2-3-90,3-1 0,-3-2 0,1-1 0,0-2 0,1 1 0,-1-1 90,1 0-90,3-2 0,-3 2 0,2-1 0,-5 1 0,1 0-180,-2 1 180,2 0 0,-1-1 0,2 0 0</inkml:trace>
  <inkml:trace contextRef="#ctx0" brushRef="#br2" timeOffset="1.99536E6">21306 232 7623,'11'-3'90,"-2"1"-90,-2 1 90,6 1-90,4 2 0,2-1 0,0 0 89,-5 0-89,-1 0-3277,0 0 2303,-1 0 884,0 0 770,-3-1-950,1 1-270,-2 0 180,-1-1 360,-1 1 0,-1-1 0,-1 0 0</inkml:trace>
  <inkml:trace contextRef="#ctx0" brushRef="#br2" timeOffset="1.99612E6">21354 242 6903,'-8'4'0,"1"0"0,5 3 90,-1 1 0,0 4-90,-1 3 90,0 7-90,-2 5-2038,-1 10 2083,3-17 0,1 1-45,-1 3 0,0 1 45,0 1 0,1 1 0,0 2 0,-1-1 0,2 2 0,-1 0 0,1 1 0,-1-1-45,1 1 0,0 1-885,1-1 1,-1 0 929,0 1 0,1-1-45,-1 1 0,1-1 45,0 0 0,-1 1-45,1-2 0,0 1 45,0-1 0,0-1-45,1 0 0,-1 0-382,1-2 1,0-1 426,0-1 0,0-1-45,-1-1 0,1-1 90,0 19-90,1-2-87,-1-1 132,0-15 0,0 0-45,1 9 90,-1 4-90,0-15 90,0-3 1223,-1-1-1223,1-2 1854,-1-2-1854,1-1 1338,-1-1-1428,0-1 423,0-1-423,1-1 88,-1 1 2,0-2-90,0 0 0,0 1 90,0-1-90,-1 0 0,1 0 0,-1 1 0,1 0 0,-1-1 90,0 1-90,1 0 0,-2 0 0,0 5 0,0-2 0,0 3 0,0-3 90,1-1-90,-1 0 0,0 5 0,1-3 0,0 4 0,1-4 0,0 0 0,0-1 0,0 1 0,-1-1 0,1 1 0,0-1 0,0-1 0,0 0 90,-1 2-180,1-3 180,0 2-90,-1-2 90,1-2 179,0 3 1,0-4-90,0 1 180,1-2 0,-1 0-90,1 0-181,2-1 1,2-3 0,4-2-90,0 0 0,6-1 90,0 0-90,7-1-343,5 1 343,6-1 90,6 0-1763,3-1 1673,-18 2 0,1 1 0,0-1 0,2 0-90,11 1 0,1 0 45,-8-1 0,-1 1-90,8 0 1,2-1-754,-10 1 1,2 0 0,-1-1-237,7-1 0,0 0 1124,-9 2 0,1-1 0,-2 0 0,5-2 0,-4 1 0,12-3 0</inkml:trace>
  <inkml:trace contextRef="#ctx0" brushRef="#br2" timeOffset="1.99704E6">22081 266 8702,'-8'-1'0,"1"-1"90,0 2 0,2 0-90,-3-1 90,2 1-90,-1 0 90,0 2-90,0-1 0,-1 1 0,1 0 90,-2 0-90,1 1 0,0 0 0,-3 2 0,2 0 90,-3 2-180,5-1 180,1 0-90,1 1 0,0 0 0,1 1 0,2 0 0,0 2 0,2-1 0,1 3 0,3 4 0,2-1 0,6 10 0,3-5 0,9 9 0,-3-8 90,6 3-90,-10-11-210,1 3 210,-6-7 0,-2 0 0,0-2 0,-3 0 0,0-1 0,-1 0 0,-1 0-90,-2-1 300,0 1-210,-2-2 0,-3 2 90,0-1-90,-7 3 0,-4-1 0,-1-2 0,-2 1 0,5-4 0,-4 0 0,4-1 0,-3-1 0,4 0 0,2-2 90,-2-2 0,1-1-90,2-2 0,2-1 0,4 0 0,2-1 0,1-2 0,6-13 0,0 7 90,6-12-180,-3 10-446,2-2 536,-3 2 90,3-5-90,-5 8 0,1-3 0,-5 7 0,-1 1 0,-2 1 0,0 0 0,-4-4 0,-3-1 0,-2 0-90,-2 3 90,2 6-90,-1 0 536,1 2-626,1 1 0,0 0-90,0 1-899,2 1 1169,-2 2 0,5-1 0,-1 0 0</inkml:trace>
  <inkml:trace contextRef="#ctx0" brushRef="#br2" timeOffset="1.99747E6">22315 325 8702,'-7'-7'630,"0"2"-630,2 4 90,0 1-90,0 3 90,0 2 0,-4 8-90,2-1 89,-3 8-89,3-4 0,1 2 0,1 1 90,1 0-90,1 0 0,2-1 0,1-1 0,2 1 0,0-1 90,2 0-90,1 0 0,1-2 0,0-2 90,2-3-90,1-1 0,1-2 0,1-2 0,1-2 90,8-3-90,-4-2 0,6-3 90,-2-6-90,-4-1 90,3-8 0,-9 1-413,-2 0 413,-4-1 0,-3 0 0,-2-4 0,-4-1-90,-2-2-854,-4 0 854,-2 3 0,-3 1 0,-2 4-180,-3 3-360,-11 2-89,9 8-541,-7 1 1170,7 12 0,1 3 0,-3 6 0</inkml:trace>
  <inkml:trace contextRef="#ctx0" brushRef="#br2" timeOffset="2.00261E6">24869 254 7083,'-6'-7'1079,"4"2"-989,6 2-90,3 1 0,1 1 0,-1-1 90,1 1-90,2 0 0,2-1 0,1 0 90,3-1-90,-1 1 0,2-1 90,0 1-90,1-1 0,5-1 90,-5 1-90,4-1 0,-8 2 90,0-1-90,-1 1 0,4-1 0,-4 2 0,3-2 0,-6 3 0,0 1 90,0 0-90,-1 1 0,0 2 0,1 2 0,1 3 0,1 4 0,-1 5-547,0 6 547,-1 9 90,-3 6-90,-4-15 0,0 1-1088,-2 2 1,0 1 1132,-2 2 0,0 2-45,-1 4 0,-1 4 0,0-1 30,0-8 0,0-1 0,0 1-30,0 1 0,-1 3 0,0-1 0,1-2-745,-2 1 0,1-2 1,0 0 774,0 1 0,-1 0 0,1 0-604,0 0 1,-1 0-1,1 0 574,0-1 0,0 1 0,0-1-332,1-1 0,-1 1 0,1-1 362,0 0 0,0 0 0,0-1-52,-1 11 1,1-2 21,0 0 0,1-1 0,0-4 0,1-1 0,0 0 0,0 0 44,1-1 1,0-1-45,1 0 0,-1 0 427,1-1 0,1 0-427,0 10 0,1 1 0,-1-11 0,0 0 375,1 6 1,-1-1-286,2 6-90,-1-5 2000,0-1-2000,-2-13 0,1 0 0,0 8 1424,0 6-1424,-1-18 0,0-1 529,-1-3-529,0-1 1806,1 2-1716,-1-4 90,1 0-90,-1-3 712,1-2-532,-1 0-90,0 1 180,0-1-1,1 1 91,-1-1-360,-3-7-90,1 1 0,-3-6 0,1 4 0,-1-1 90,-6-1-90,1 1 0,-6-2-180,-11 0-90,2 0-135,-1 2 1,0 0-496,-10-1-294,11 2 1,-2 0 1193,-1 0 0,-1-1 0,-3 0 0,-2 0 0,6 0 0,1 1 0,-1-1 0</inkml:trace>
  <inkml:trace contextRef="#ctx0" brushRef="#br2" timeOffset="2.07685E6">10323 2229 8162,'3'-9'1080,"0"2"-631,0 2-179,-1 1-180,-1 9 0,0 1 0,-2 11 0,1 5-2559,-1 8 2514,0-10 0,1 1-45,0 3 0,0 0 44,0 4 1,0 2 15,0 3 0,1 4 0,-1-2-858,1-5 0,-1 0 0,1 1 820,-1 0 1,1 1 0,0 1-1,0-1-351,-1 2 1,0-2 0,1 1 358,-1 0 0,1 0 0,-1 0-30,0 0 0,0-1 0,0 3 45,0-1 0,0 1 0,1 1 0,-1-2-470,0 2 0,0-2 0,0 1 425,0-4 0,0 2 0,0-1 0,1-3 72,-1 12 0,0-3-27,1-3 0,-1-2-45,0 1 0,1-1 45,0-2 0,-1 0-45,0-2 0,1 0 45,0-2 0,-1-1 416,1-3 0,-1-1-461,2 18 90,-1-9-90,1-6 0,-2-4 973,1-5-973,-1-3-90,1-2 0,-1-1-90,0-2 0,-1-2-809,1-1 1521,-3-2-532,-1-8 0,-3-4 0,-2-7 0</inkml:trace>
  <inkml:trace contextRef="#ctx0" brushRef="#br2" timeOffset="2.07722E6">10212 3822 9691,'-3'-6'1440,"2"10"-1260,5 8-91,0 6 1,3 6-45,0-1 0,1 0 45,3 9-1050,-3-5 1,1-2 1049,1 4-90,0-1 0,0-1 90,0-1-90,-1-3-316,0-2 406,-2-4-90,0-3 0,-1 0 0,0-4 1847,0 0-1847,-1-3 0,1-2 90,-1-2 298,0-2-388,1-3 0,0-3 0,0-3 0,3-6 0,0-4 0,7-20-90,-3 3-1252,-5 11 1,0-1 1161,4-15 0,-3 2-854,-1 2 539,-4 13 1,-1 1-855,2-9 89,-1-4 1260,-3 16 0,-4-4 0,1-1 0</inkml:trace>
  <inkml:trace contextRef="#ctx0" brushRef="#br2" timeOffset="2.0779E6">9965 3373 10231,'-3'-6'270,"-1"-1"0,2 3 0,0-2-180,2 0 90,0 0-91,1 0 1,0 1-90,3 0 90,-1-1 0,2 1-90,0-2 90,1 2 0,0 0-90,1 1 90,-1 1-90,1 0 90,0 2-90,-1 1 0,1 2 90,0 1-90,1 3 0,1 9 0,-3 0 0,-1 7 90,-4-2-90,-3 3 0,-6 17-1276,0-9 1276,2-10 0,-1-1 0,-3 6 0,-2-1 0,1-2 0,1-3-189,0-3 189,3-4 0,1-3 0,1-2 1249,1-1-1249,0-2 0,1-1 0,8-9 216,-1-1-216,7-8 0,-1-2 0,2-2-841,1-5 841,0-1 0,0-1 0,0 0-90,-1-2 90,-1 2 0,1 0 90,-1-3-90,-3 9-109,0-1 199,-4 10-90,-2 1 90,1 2 0,-1 1-90,-6 20 0,0 1 45,-2 8 0,-1 1 407,-1 10-452,2-11 0,1 0-832,-2 9 832,2 0 0,2 0 0,0-2 0,2-4 0,1-3-303,0-3 303,3-1-90,-1-4 0,2-1 0,1-2 155,1-4-335,0-1 860,1-4-949,0-3-13,2-2-1067,2-3 90,1-3 1349,2-4 0,2-7 0,2-4 0</inkml:trace>
  <inkml:trace contextRef="#ctx0" brushRef="#br2" timeOffset="2.07853E6">10324 2216 10861,'11'3'270,"2"0"-90,7-2-91,8 0 1,12-1-1729,-16-1 1,1 1 1264,3-2 0,1 1 419,6-1 0,1-1-735,2 0 1,2 1 719,-11-1 0,1 1 0,0-1 0,0 1 0,0 0 0,1-1-30,-1 1 0,1-1 0,0 0-12,-1 0 1,1 1 0,1-1 33,0 0 1,2-1 0,0 1-1,-2-1-523,2 1 1,-2 0 0,2 0 522,-3 0 1,2 0-1,-1 0 1,-3 0-23,10 0 0,-3 0 335,-1 0 1,0-1-336,-5 1 0,-1 0 209,-1 0 1,-1 1-210,3-2 0,0 1 0,9-1 583,2 0-493,-22 2 2153,1-1-2153,-7 1 437,1-1-437,-6-1 1921,-3 1-2011,0-1 846,-2 0-1296,-1 1-1080,0-2-1528,-1 0 3058,-3 0 0,-3-3 0,-2 0 0</inkml:trace>
  <inkml:trace contextRef="#ctx0" brushRef="#br2" timeOffset="2.07928E6">10994 1555 10141,'1'-6'630,"-4"12"-630,2-1 0,-4 11 90,3 5-90,2-4 0,1 5 0,1-10 0,1-5 0,0 2 0,3-1 0,0-2 0,1-2 0,-2-3 0,2-2 0,-1-1 0,1-1 0,1-1 0,1-2 0,3-6 0,-2 2 0,2-4 90,-4 3-90,-1 0 0,1-1 90,-2 1-90,-1 0 90,1-1 0,-1 2-90,-1 1 90,-1 0-1,0 2-89,-1 1 0,1 1 0,-1 1 90,0 0 0,2 7-90,-2 2 0,2 7 0,-2 4 0,0 6-774,1 4 774,1 6 0,0 0 0,-1 2 0,0-1-1338,0 2 1338,1-3 0,0 0 0,0-1-90,-1-3-90,0 13 90,-1-17 0,0 8-75,-2-20 165,-1-1-90,-1-1 0,-2 0 825,0-4-825,-2 0 1537,0-5-1447,-1-1 96,-2-2-186,-2-1 90,-12-8 0,4 1 0,-9-4 90,7 1-90,1 1 90,2 0-90,3 0 0,3 3 90,3-1-90,1 1 0,2 0 0,2 0 90,2 0-90,2 1 0,3-1 0,2 1 0,3-1-90,3 0 0,6-1-90,2 0 0,4 0-450,13-3-718,-6 3 268,9-1 361,-10 4 719,-1 0 0,3 1 0,0 0 0</inkml:trace>
  <inkml:trace contextRef="#ctx0" brushRef="#br2" timeOffset="2.07981E6">11581 1916 9152,'-6'-4'360,"0"0"-91,2 2 451,1 0-360,-3-2-90,2 1 269,-2-1-449,7 8 0,2 0 0,4 6-90,2 0 90,4 2 0,11 12 0,-2-2-893,-5-7 0,-1 0 803,7 6 90,2-2-90,-3-2 0,0 0 0,0-1 0,-1-1-90,-2-2 90,-3-3-90,-3-2 90,-2-3-90,-2 0 0,-2-2 90,-1-1-90,-1-1 1606,-2-4-1516,-6 0 0,-2-2 0,-5 1 0,1 2-90,-4 1 90,0 3 0,-5 3-90,-3 4-606,-6 7 336,0 4-955,-2 6-124,1 4 674,15-13 1,0 0 507,1 1 0,0 1 0,-3 8 0,0 2 0,-1 1 0,0 0 0</inkml:trace>
  <inkml:trace contextRef="#ctx0" brushRef="#br3" timeOffset="2.09727E6">5053 10474 6581,'-27'13'482,"10"-5"-398,-11 5-129,17-9-35,4-1-4,2-1 85,2-1 1,0 0 0,2 0-1</inkml:trace>
  <inkml:trace contextRef="#ctx0" brushRef="#br2" timeOffset="2.10032E6">14574 10574 7533,'-4'-10'359,"0"1"-269,1 3 0,-1 0 0,-1-1 0,0 0 0,-2-1 90,-1 0 0,-2-1 0,-1 0 0,-2-1 7,-2-1-450,-2-1 421,-3-1-730,-2 0 913,-2 0-250,-1 1 302,-2-1 92,-1 2 31,-1-1 171,-2 3-734,-6 0 705,-1 2-329,16 3 0,-1 1 25,-11 0 1,0 2-604,6 0 0,1 1 819,-10 0 0,1 1-15,9 2 0,1 1-378,0-1 1,-1 1 328,0 2 1,-1 1-650,-1 0 1,-2 2 0,2 1 894,-5 1 0,1 2-245,2-1 0,0 1 1,2 0-124,0 3 1,2 1 346,1 1 1,2 2-148,0 1 1,2 2-169,1 1 1,2 2-135,1 0 0,1 4-365,5-1 1,0 5 0,2 1 0,0-4-138,1-3 1,2-3 0,0 3-115,-1 4 1,1 4 0,0 0 0,2-5-297,2 4 1,3-2 208,1 5 1,1 1-138,2-2 0,2 3 0,0-2 964,-1-6 0,0-2 0,2 1-918,2 8 1,1 1 0,1-3-144,3 2 1,1-3-14,2 0 0,1 0-28,1-1 1,1-1 91,0-1 1,2 0 298,0-5 1,3 1-1,-2-2 31,5 4 0,1-2 170,-4-5 1,2 1-1,-1-4 113,4 1 0,-1-3 229,2-2 1,1-1 183,-1-2 1,3-1 58,-3-3 1,2-2-1,-1 0 344,5-1 0,1 0-273,-6-3 0,1-1 0,0 0 273,5-3 0,-1-1 14,1-1 0,2-2-316,-13 1 1,1 0 0,1-2-143,1 0 0,1-2 0,1-1 0,-2 1 140,1-1 0,-1-1 0,1 0-211,-1 0 1,1-1-1,0 0 1,-3 0 95,0-1 1,-2 0 0,-1 0-21,1-1 0,-1 0 1,0 0 104,11-7 0,-1-1-139,-2 0 1,0-1-122,-3 0 1,-1-2-175,-1 0 0,-2-1-107,-2 0 1,-2-2-193,-1 0 1,-2 0-163,-2 0 0,-1 1-156,-1-4 1,-2-1-90,0 2 0,-2-2 28,1-3 1,-2-2-38,-1 4 0,-1-3-435,-2 1 1,-1-4 0,-1 3 25,0-4 0,-1-1 1584,-1 3 0,-1-3 0,-1 2-1107,-2-3 1,-2 1-504,0 11 1,-1-1 0,-1 2 143,-4-14 1,-2 2 1720,-3 1 0,-2 0-1459,-3 3 0,-2 0-952,-2 3 1,-2 0 633,-2 2 1,-2 2 823,8 10 0,0 0 1,-1 2 415,-1 0 0,0 1 1,-1 0-130,-1 1 0,-1 1 0,-1 1 19,0 1 0,-1 0 0,-1 2-139,-1-1 0,0 2 1,0 0 432,-3 2 0,1 0 1,-1 1-25,-1 1 0,-1 1 0,0 0 42,-1 1 1,0 1 0,0 1 154,-1 1 0,0 0 1,0 1-277,0 1 0,0 0 0,0 1 26,0 0 0,0 1 1,1 0-283,0 1 1,0 1-1,1 0 214,0 0 1,1 1-1,0 1-108,2 0 0,0 0 0,1 1-312,2 1 1,0 0 0,0 0 63,3 1 1,1 0-1,0 1 221,-10 5 1,1 3-1,11-3 1,-1 1 0,0 0-1,1 1 1,0 0 0,-1 1-1</inkml:trace>
  <inkml:trace contextRef="#ctx0" brushRef="#br2" timeOffset="2.10206E6">14451 12598 7713,'-9'-9'269,"-1"1"-269,-5 0 90,-2-1 0,-1 2 0,1 0-90,3 3 90,-1-1-90,0 2-198,-2 0 288,-2 1-90,-1 0 90,-6 2 0,-14 4-45,14-1 0,-1 2-244,1-1 0,-1 1 244,0 1 0,1 1-45,-12 5 45,12-1 0,0 0 0,7-2 0,-1 1-1213,-5 4 0,1 0 1258,-9 11-90,16-12 0,1 2-1196,0 0 1,0 2 1195,1 0 0,-1 1 45,2 1 0,0 1-445,-1 1 1,2 1 444,1 1 0,0 1-45,0 3 0,0 3 30,3-2 0,1 3 0,1-1 15,-2 6 0,2 1-418,1-5 0,1 1 1,1-1 372,1 2 0,2 0 45,0 5 0,1 2-45,2-1 0,1 1 30,-2-12 0,2 0 0,-1 1-30,2-2 0,0 1 0,0-1 0,0 1 0,0-1 0,0 0 0,1 1 0,0-1 0,1 0 30,-1 0 0,1 0 0,0 0-30,3 12 0,0 0 45,1-1 0,1-1-213,0-2 1,0 0 167,0-2 0,1-1 0,0-3 0,0-2 449,2 2 1,0-1-450,-10-22 0</inkml:trace>
  <inkml:trace contextRef="#ctx0" brushRef="#br2" timeOffset="2.10206E6">14781 14287 3941,'16'-21'0,"2"-4"45,2-2 0,-2-1-45,-2 3 0,-1-1 0,-1 1 45,-1-2 0,-2 0 0,1-2 0,-1-1-45,-1 0 0,-1-1 45,1-3 0,-1-2 15,-2 5 0,-1-1 0,0-1-30,-1-3 0,-1-1 0,0 0-1,0 2 1,1 0 0,-3-2-8,-1 4 1,-2-2 0,0 0-1,-1 4-182,-1-10 0,-2 1 160,1 5 0,-2-2 0,0 3-283,-3-3 1,-1 2 282,0 0 0,-2 0 0,-1 1 0,-1 1 101,-1 1 0,-2 0-101,0 2 0,-2-1 0,-1 5 0,-1 0 0,-1 1 0,-4-3 0,0 2 0,2 4 0,-1-1 0,0 3-45,-4 0 0,-1 3-45,-1 3 0,-2 1 0,0 0 0,-6 0 0,-1 1 30,7 3 0,-1 1 0,1 1-75,-3 2 0,2 2 184,2 1 1,-2 2-590,0 2 1,-2 2-1,1 0 228,-4 1 0,0 1 312,4 0 0,-1 1 0,2 2 0,5 0 0,3 0 0,-1 1 0,-1 1 0,0 1 0,0-1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5:17:14.46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9071" units="cm"/>
      <inkml:brushProperty name="height" value="0.09071" units="cm"/>
      <inkml:brushProperty name="color" value="#92D050"/>
    </inkml:brush>
    <inkml:brush xml:id="br4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1081 856 6723,'0'-10'540,"-1"0"-180,0 5 89,0-1 271,0 1-720,-1 9 0,1 2 90,-2 12-90,2 1 90,-1 6-90,0-4 0,0 2 45,0 4 0,0 0-941,-1 1 0,1-1 896,0 0 0,-1-2 0,0 11-981,-1-1 981,1-1-119,1-2 119,-1 5 0,1-12-328,-1 2 418,3-14 1380,-2-1-1470,1 2 0,0-5 90,0 0 1129,0-5-1219,-1-12 0,0-9 0,0-7-598,1-4 598,1 2 0,0-4-45,1 2 0,-1-1 0,1 8 0,0-2 15,0-5 0,0-3 0,1 2-499,-1 3 0,0 1 529,1-12 0,0 2-45,0 13 0,-1 1 45,2-17-753,1 8 663,-1 6 90,-1 4-90,1 1 0,0 7 695,0-1-695,0 8 1547,1 4-1457,0 2 968,1 4-1058,0 3 90,-1 2 0,1 4 0,0 1 0,0 2 0,0-1 0,3 7 0,-3-6-90,3 3 90,-4-8 0,1-2 0,-1-1 0,-1-2 0,0 0 0,0-2 0,1-1 0,-1-2 0,3-2 0,-1-2 0,6-7 0,-4-2 0,4-3 0,-2 0-90,-2 1 90,1-1 0,0 3 0,-1 0 0,0 3-90,1-1 90,-2 6 0,3 1 0,-2 6 0,0 3 0,1 4 0,2 7-723,0 4 723,1 7 0,-4-5 0,-1 2 0,0-6 0,-1 1 0,3 16 0,1 2 0,-2-7 0,-1-2 0,0 1 0,1-1 0,0 3 0,0-2 0,2 3 0,-4-13 0,0 0-90,3 3-90,-2-4 90,0-4-180,-1-4-269,0-1 89,-1-3 450,-1 0 0,3-2 0,0 0 0</inkml:trace>
  <inkml:trace contextRef="#ctx0" brushRef="#br0" timeOffset="315">1709 982 8612,'-1'5'360,"1"-2"-270,8-3-90,-2-1 90,2 0-270,5 0 0,-2-1-90,4 1-629,-4 0 809,1 1 90,-1 0 0,3 0 0,1 1 0</inkml:trace>
  <inkml:trace contextRef="#ctx0" brushRef="#br0" timeOffset="516">1784 1181 8612,'-4'6'360,"0"0"-90,2-2-270,3 0 90,1-3-90,5 0 0,2-2 0,5-3-90,6-1-1375,7-4 475,6-1 990,-7 1 0,2-1 0,0-1 0,2 0 0,7-3 0,1 0 0</inkml:trace>
  <inkml:trace contextRef="#ctx0" brushRef="#br0" timeOffset="1814">3294 572 8342,'3'-8'180,"-2"1"90,0 0 180,-1-1-270,-1 0 0,-1 0 89,0 2 91,-1 2-180,0-1 180,1 1-90,-6-1-90,3 4-90,-6 2-1,1 4 1,-5 5-469,-3 3 379,-2 3 90,4-2 0,0 2-90,-9 9-542,9-6 1,0 0 631,-6 13-45,7-8 0,1 1-45,3-6 0,1 1 0,-1 4 0,0 0 0,-1 7 0,5-2 0,2-3-364,3-1 364,2-1-90,2-3 0,3 2-90,3 0 90,1 0-559,4-1 559,-2-3-90,2-4 472,0-2-382,0-3-90,0-1 90,1-2 0,0-3 0,0 0 0,1-3 1038,1-2-1128,-1-1 90,1-2-90,11-9 90,-10 4 0,10-11 1,-18 10 89,1-3-90,-5 4 395,-2-4-395,-3 3 661,0-2-571,-2 4 0,-1 1 0,-2 0 0,-3-1 0,2 3 0,-2-2 0,3 4 0,-1 0 0,2 0-90,-1 1 90,2-1 0,-1 0 0,6-2 0,1 1 0,5-2 0,1 2 0,1 0 0,3-2 0,1 1 0,1-1 0,8-1 0,-1 1 0,0 2 0,0 3 0,-11 3 0,3 1 0,-6 1 0,-1 2 0,0 0 0,-2 3 0,-1 1 0,0 2 0,-2 2 0,0 1 0,-1 1 90,-1 0-90,0 0-90,0 1 180,-1 0-90,2-1 0,-2 1-180,3 4 90,-1-5-90,1 2-180,1-7-449,0-2 719,1-1 90,0-3 0,5 0 0,1-1 0</inkml:trace>
  <inkml:trace contextRef="#ctx0" brushRef="#br0" timeOffset="2364">3660 931 8252,'-4'-6'-180,"0"0"270,2 2 0,3-1-90,1 2 0,3-2 90,-1 4-90,2-1 0,0 0 0,0 1 90,0 0-90,4 1 0,-3 1 90,5 4-90,-5 1 0,1 3 0,-4-1 90,-1 9-90,-1-2 0,-3 7 0,-2-4 0,-6 16 0,-5 3-685,6-17 0,1 0 685,-9 15 0,6-15-326,-3 2 326,6-8 0,-2 1 0,5-7 0,0-2-90,2-2 1396,7-12-1306,0 1 0,8-15 0,7-11-1289,-2 2 1289,-6 9 0,1-1 0,1-4 0,-1 1 0,-2 5 0,-1 1 0,4-7 0,-1 0 0,3-5-444,-1 2 444,-3 8 0,-3 2-90,-1 6 90,-3 3 0,0 2 0,-1 3 0,-2 2 1676,-1 9-1676,-1 2 537,-2 8-537,-1 0 0,-1 5-557,-2 2 557,1 3 0,0-2 0,1-1 0,1-2 0,1 8 0,1-7 0,0 5-369,2-10 279,1-2-90,1-1-90,-1-2-450,3-3 271,-1-2 584,2-2 0,5-2 0,1-1 0</inkml:trace>
  <inkml:trace contextRef="#ctx0" brushRef="#br0" timeOffset="2831">4039 255 8072,'-7'0'450,"0"0"-180,1-1-90,1 1 450,-1-1-630,15 0 0,1 1 89,9-1-89,-5 3 0,-4 0 90,4 5-90,-3-1 0,1 4 0,-4 0 0,-2 2 0,-2 1 0,-1 11 0,-4-2-2247,-1 9 2247,-5-4 0,-1 1 0,-3-2 0,-5 10 0,5-12 90,-3 6-90,5-10-90,2-6 90,1 1 0,2-6 2337,2-2-2427,2-2 90,1 0 0,1-2 0,2 1 0,1-2 90,2-1-90,2-1 0,9-2 0,-3-1 0,7-1-90,-5 0 0,1 0 1,0 0-91,1 0-90,-2 0 0,0 0-270,0 1-269,-1 0 269,-2 1 540,-1 1 0,2-1 0,0 1 0</inkml:trace>
  <inkml:trace contextRef="#ctx0" brushRef="#br0" timeOffset="3114">4526 743 9152,'10'2'270,"-1"-1"-180,4-5 0,-2 1-1,15-5-89,6-1-984,-10 3 1,0 0 804,17-5-556,-18 5 1,0 1-166,2-2 563,0 1 337,-9 2 0,0 0 0,0-2 0</inkml:trace>
  <inkml:trace contextRef="#ctx0" brushRef="#br0" timeOffset="3367">4624 611 8882,'-6'0'270,"2"0"-270,4 10 0,1-1 0,0 2 90,1 3-90,0 3 0,0 4 0,0 4 0,0 2-862,0 4 862,1-1-90,0 0 0,0 0-90,1-4-533,0 2-187,1-5 720,0-1 180,0-3 0,5 2 0,0 0 0</inkml:trace>
  <inkml:trace contextRef="#ctx0" brushRef="#br0" timeOffset="4039">5366 512 8522,'-1'-9'360,"0"1"-180,0 2 0,-1 0 0,0 1 0,-1 1-91,0 0 91,0 1-90,-2 1 0,0 0 90,-1 2-90,0 1-90,-3 2 90,-2 2 0,-1 2-90,-3 5-535,-2 3 625,0 3-90,0 3 0,0 1 90,1 6-1133,1-1 1133,0 3-90,7-8 0,1-1 0,-4 12 45,5-11 0,0-1-45,2 7 0,1-3 0,3-2 0,2-2-90,3 1 90,2-1-90,3 0-405,3-2 405,1-4-210,1-3 210,-1-4 0,1-2 0,-1-2 607,0-2-607,0-2 1121,0-2-1211,6-3 180,-5-1 0,4-2 471,-7 0-561,-2 1 354,-2-2-264,0-5 0,-3-1-90,-2 0 180,-6-3-90,-1 9 0,-5-3 0,3 6 0,-3-1 0,1 3 0,-1-1-90,0 2 90,1 1 0,2 0 0,0 1 0,1 0 0,11-1 0,-1 1 0,10-3 0,-3 0-90,2-1 90,1 1 0,1-2 0,0 1 0,0-1 0,-2 2 0,6-1 0,-7 2 0,2 1 0,-2 3-89,-6 2 89,4 8 89,-8-2-89,-1 7 0,-3-1 0,-1 3 0,0 1 0,-2 10 0,1-7-632,0 8 632,2-9-90,1 0-227,0-2 47,1 0 0,2 0-269,-1-2-271,3-1 720,0-3 90,1-2 0,3 0 0,2-1 0</inkml:trace>
  <inkml:trace contextRef="#ctx0" brushRef="#br0" timeOffset="4675">5717 854 8792,'-8'0'180,"1"0"-180,3 4 0,-1 5 0,1-1 90,-1 3-90,3-1 0,-2 5 0,2-3 0,-1 3 90,2-4-180,1 5 0,1-5 0,2 2 0,-1-5 0,1-2 90,1-1-90,0-1 90,1-1-90,1-2 90,0-1 0,1-2-90,1-2 90,0-1 0,2-1 0,5-8 0,-5 2 90,5-6 0,-7 5 0,0-1 0,0 0 0,-2 2 0,-1 0 0,1 0-90,-2 4 90,1-1 0,-2 5-90,1 2 90,0 7-90,-1 2 0,0 7 0,-3 3 90,1 7-90,-1-1 0,1 2 0,-1-2 0,0 1-441,1 7 0,0 3 441,0 6 0,0-1 0,0-8 0,0 0 0,1 4 0,0 2 0,-1-2-45,2-4 0,-1-2-1010,1 11 0,-1-2 1055,1-12 0,-1-2-45,0-2 0,0-1 45,2 19-90,-1 0 90,-1-13-239,-1 0 239,-1-13 725,-1-4-815,-4 2 2344,1-6-2254,-2 0 0,-8-8 0,1-1 90,-22-11 89,12 2-808,-13-8 719,13 4 0,2-1 0,2 0 90,-2-8-180,9 6-260,-1-5 260,11 7 90,3-5-90,5-3 0,6-6-45,1 7 0,1 1-677,-2 4 0,2 1 587,3-6 1,3 0-361,0 1 0,1 1 495,5-5 0,0 0 0,-4 3 0,-1 0 0,0-1 0,0 1 0</inkml:trace>
  <inkml:trace contextRef="#ctx0" brushRef="#br0" timeOffset="5806">2429 1235 8522,'-6'-6'450,"1"1"-90,3-1-180,2 0-1,1-1-89,0 1 90,1 1 90,1-3-180,-1 2 90,3-1-180,-2 1 90,1 1 0,-1 0 0,3-1 0,-3 2-90,2-2 90,-2 4-90,0-1 90,5 4 0,0 5-90,1 2 0,-1 7 0,-3-1 0,1 7-666,0 1 756,0 5-90,0 0 0,-1 1 0,0 0 0,0 1 0,1-1-673,-1 1 673,0-4 0,-1-2-90,-1-5 90,0-1 0,1 0 0,-1-4 0,1 0 0,-2-6 619,0-1-709,-1-2 90,1-9 0,-1 0 720,1-8-720,-2 0 0,1-4 0,-1-3-725,1-6 725,0-4-1798,0-6 1798,1-5-45,-1 19 0,0 0 45,1-3 0,0 1-526,0-1 1,-1-2 435,1-11 0,0-3 30,-1 12 0,0-2 0,0 1 60,0-1 0,0 0 0,0 0-30,0 0 0,-1 0 0,1 1-882,0-3 1,0 1 911,0-2 0,0 0-45,0 1 0,0 0 45,0 0 0,0 1-45,0 1 0,0 0-243,1 2 0,-1 1 243,1 3 0,-1 1 207,1 3 1,-1 0-163,2-14 302,0 7-392,0 4 90,-1 5 1710,0 5-1800,1 2 1553,-1 2-1463,0 2 1145,1 0-1235,0 4 788,2 3-698,-2 3 60,0 5-60,-1-3 0,-1 1 0,0 0-89,-1 0 89,2 1 0,-1-1 0,0 3 0,0-4 89,0 1 1,0-1-90,2-2 0,7-5 0,-1 0 0,7-4 0,2-1 0,4-1-1138,9-4 1138,6-1-903,-15 6 0,1-1 948,4 0 0,2-1-45,2 0 0,2-1-45,3-1 0,2-1 45,-12 5 0,1 0 0,0 0-777,1-1 1,0 0 0,1 1 746,0-1 0,1 1 0,0-1-619,1 0 1,0-1 0,0 1 558,0 0 0,0 0 1,0 0-78,0 0 0,-18 6 95</inkml:trace>
  <inkml:trace contextRef="#ctx0" brushRef="#br0" timeOffset="6673">2366 671 8162,'-4'-10'360,"2"3"-180,0 1-90,0 1 0,2-2 0,-1 1 0,3-2-90,0 2 90,2-1-90,0 3 0,2-2 0,0 1 90,1 0-90,0 2 0,0 0 0,0 1 0,0 2 0,-1 0 0,3 2 0,-4 2 0,2 3 90,-4 1-180,-1 2 90,-1 2 0,-3 3 90,-2 5-90,-2 3-90,-3 3-942,0 0 1032,-2 1 0,0-2 0,0-1 0,1-1-90,0-2 90,2-3 0,-1 1 0,3-6 0,0 2 0,2-6-90,1-2 90,1 0 0,1-2 0,2 2 942,1-4-942,5 1 0,2-4 0,1 0 0,3-3 0,-3 0 0,3 0 0,0 0-90,0-1-90,1 0 0,1-2-989,5 0 629,-5 2 540,3 0 0,-5 1 0,1 1 0</inkml:trace>
  <inkml:trace contextRef="#ctx0" brushRef="#br0" timeOffset="8864">14980 474 8252,'2'-7'810,"0"-1"-270,-1 3-1,-1-1-449,-3 8-90,1 0 90,-5 9-90,2 1 90,-5 2-692,-1 4 602,-4 2 90,-5 4-90,-1 0 90,-5 2-90,-1 0-1825,-3 0 1825,0-1 0,-3 0 0,0-1-1071,-1-1 1071,2-3-90,1-3 0,3-2-519,3-4 429,3-1 275,2-4-275,3-2 1588,3-1-1678,-3-4 1345,6 0-1164,-2-4 493,6-10-674,9-12 180,0-1-1094,9-6 1094,-1 11 90,0 2 0,0 3-90,6-6 90,-4 8-234,4-5 234,-6 11 0,0 1 0,0 2 0,0 1 1459,1 2-1459,-1 1 0,1 2 0,1 1 274,0 2-274,2 3 0,-2 3 0,3 3 0,0 4-704,0 3 704,-1 1 0,4 14 0,-5-8-219,-2-2 0,-1 0 219,8 14 0,-2-2-950,1-4 950,-4-13-275,0-1 275,1-3 0,2-1 0,0-3 0,2-1-180,1-3 0,1-3-180,0 0 402,5-4-42,15-5 0,-15-2 0,3-1 0,6-3 0,0 1 0</inkml:trace>
  <inkml:trace contextRef="#ctx0" brushRef="#br0" timeOffset="9107">15300 571 8702,'-5'7'1529,"5"-2"-1349,3-3-90,7-3 0,-1-1 0,4 0-90,0-1 90,2 0-180,0 0-270,-1 0-90,1 1-809,-1 0 180,-2 0 1079,-1 0 0,2 0 0,0 0 0</inkml:trace>
  <inkml:trace contextRef="#ctx0" brushRef="#br0" timeOffset="9306">15351 728 9242,'3'7'180,"0"-1"-180,2-5 90,0-1-90,3-1 90,1-1-90,2-1 89,3 0-89,6-2-768,2-1 588,5 0-270,0-1-539,1 1 629,1-2 82,0 0 0,7-4 0,0-1 0</inkml:trace>
  <inkml:trace contextRef="#ctx0" brushRef="#br0" timeOffset="9606">16066 258 8972,'-1'-6'450,"-1"0"-1,0 1 361,1 1-91,0-1-629,2 23 0,-2-7-90,2 22 90,-3-9 0,0 4-90,-2 4 90,1 2-1527,0 0 1437,1 2 90,0 0-90,2 0-90,1-1-717,1-1 582,1-12 1,1 0-136,2 8-630,2 5-269,3-12 180,-4-9 1079,4 2 0,2-8 0,0 0 0</inkml:trace>
  <inkml:trace contextRef="#ctx0" brushRef="#br0" timeOffset="9822">16196 550 9512,'-10'-4'179,"2"0"-89,4 2 180,0 0-180,0-1-90,5-1 90,1 0-90,4-1 0,2 1 0,2-1-90,4 0-270,0-1-179,1 0-1170,8-2 1709,-6 2 0,9-4 0,-7 2 0</inkml:trace>
  <inkml:trace contextRef="#ctx0" brushRef="#br0" timeOffset="10716">16541 604 10051,'-11'-2'810,"0"0"-630,5 1 0,-1-1-1,-1 1 91,-6 1-90,3 0 0,-10 5-90,8 0 0,-4 3 0,4 1 0,1 3-90,2 0-90,0 3 0,2 0 0,2 1-90,1-1 0,2 0 0,1 0 0,1-2 1,1-1-1,2-2-90,1-1 90,2-1 0,1-2 0,1-1 90,1-3-90,1-1 0,6-4 1,2-5 89,1-2-218,-2-3 308,-5 2-90,-1-1 90,-1-1 90,0-1-90,-1 1 0,-2 0 0,2-4 90,-4 5-90,1-2 0,-2 7 0,-1 0 0,0 1 0,0 2 218,1 1-218,-1 6 0,1 0 0,0 7 0,1 2 0,-1 0 0,1 3 0,0-2 0,-1-1 0,1 0-90,3 5 90,-1-5-90,5 5 90,-4-9 0,2 1-90,-2-4 90,1-3 0,-1 0 0,6-4-90,4-4 90,0-1 0,0-3 0,-5 0 0,2-3 0,-2 0 0,1-2 90,-3 1-90,-1 0 0,-1-1-351,0 0 441,-1-2-90,-1 1 0,-1-1 90,1-4 0,-2 2-90,-1 0 0,0 5 0,-2 7 0,-2 8 0,0 3 90,-5 14-90,2-4-90,-3 6 90,3-3-90,-2 0 351,2 0-351,-3 6 0,3-6 90,-2 4-90,4-10 90,-1-1-90,1-2 0,1-2 0,0-2 90,4-5-90,0-2 90,4-6 0,-1 1 0,1-3 0,1-1-90,2-4 90,1-1 0,1-4 0,5-6-670,-6 8 670,4-5-90,-6 11 90,4 0 0,0 3-90,1 4 90,-4 6 0,-2 5 0,-3 2 670,-1 4-670,-1 1 0,0 3 0,-1 1 0,0 2 0,-1 1 0,1 0 0,1-1 0,-1-1 0,1-1 0,2 4-90,-1-6 0,2 2-90,0-8-89,0-2-361,0-2 180,1-2 450,-1-2 0,6-4 0,1-2 0</inkml:trace>
  <inkml:trace contextRef="#ctx0" brushRef="#br0" timeOffset="10964">17163 272 8792,'0'7'989,"0"-1"-809,7-6-90,-2-1 0,3-1 90,6-1-90,-2 0-180,4-1-90,-4 0-180,-1 0-359,-1 0-271,0-1 451,-1 1 539,0-1 0,2-2 0,1-1 0</inkml:trace>
  <inkml:trace contextRef="#ctx0" brushRef="#br0" timeOffset="11207">17486 123 10771,'4'8'180,"-2"2"-90,-2-2 0,-1 2-90,0 2 90,0 3-90,-2 10-90,2-6-180,-2 6 0,2-9-630,1 7-359,1-6 360,1 5 899,1-9 0,2 4 0,2 0 0</inkml:trace>
  <inkml:trace contextRef="#ctx0" brushRef="#br0" timeOffset="11831">18061 129 8882,'-7'-4'-180,"1"0"180,1 2 0,-1 0 0,1 0 90,-2 0-90,1 1 0,-2 1 90,0 1-90,-1 1 0,0 2 90,-2 3-90,-2 4 0,-9 16 90,3 1-1729,6-7 1,1 2 1580,2-2 1,1 1 102,-1 5 0,-1 1-402,-1 3 0,1 0 357,-1 5 0,0 1-833,1 1 1,0 2 832,3-14 0,1 0 0,0 2 30,-2 11 0,0 2 0,1 0-30,3-8 0,0 0 0,0 1 0,0-1 0,0-1 0,1-1 0,-1 1 0,2-1-484,0 9 1,0-1 0,2-3 438,1 3 0,3-1-75,1-4 0,1 3 0,2 0 93,1 0 1,2 1 0,0-1-214,0-1 0,0-2 0,1-1 60,1-3 0,1-2 1,0-3 179,1-3 0,1-2 0,8 5 0,2 1 0,2 1 0,0-1 0</inkml:trace>
  <inkml:trace contextRef="#ctx0" brushRef="#br0" timeOffset="12600">18566 244 8072,'-2'-8'180,"-1"2"-90,0 1 0,0 0 0,1 1 270,-1 1-270,-1-1 90,0 1 90,0 1-270,-2 1 180,-3 1-91,-1 2 1,-3 2-90,2 2 90,-4 3 0,-1 3 0,-10 13-90,7-4-1113,-5 10 1113,8-7 90,3 2-90,1 0 0,1 1 90,2 0-568,3-2 478,2-2 0,2-4 0,3-1-90,3 4 90,1-5-89,8 7 1053,2-10-1054,7-2 626,-5-6-626,7-7 90,-10-3 0,6-3 0,-7 0 0,-2-2 0,-1 1-90,-1-2 90,-2 0 0,0-1 0,-2-1 0,-1 1 0,-2-1 0,0 0 0,0 1 0,-1 0 0,-1 1 0,1-1 0,-1 3 0,1-3 0,0 3 0,0 2 0,2-1 0,2 3 0,0 1 0,2 0-89,-1 1 178,1 0-89,1 0 0,1 0 0,0-1 0,1 0 0,1 0 0,-1 0 0,1 0-89,1 0 89,-2 2 0,1-1 0,-4 2 0,-1 1 0,-2 1 0,1 6 0,-3 5 0,-1 2 0,-3 4 0,-1-2 0,-2 4 0,1 0-618,-1 2 618,1-2 0,1-1 0,1 1 0,1-1 0,1-2-180,0 1-269,2-3 89,2 6-540,-1-9 720,3 2 180,0-8 0,5-1 0,0 0 0</inkml:trace>
  <inkml:trace contextRef="#ctx0" brushRef="#br0" timeOffset="13223">18950 384 8522,'-9'8'180,"2"-1"-90,1 2 0,2-2-90,-2 4 90,2-2-90,0 0 0,-2 6 90,3-4-90,-1 3 0,3-6 0,0 1 0,1-1 0,0-1 0,2-1-90,0 0 90,2-2-90,0 0 90,1-1-90,0-1 0,5-1 90,-1-2-90,6-3 90,-1-3 0,0 0 0,-1-3 0,-4 2 0,-2 0 90,1-1 0,-2 1-90,0 0 90,-1 1-90,0 0 90,-2 1-90,0 1 90,0 1 0,-5 16-90,1-1 0,-5 18-1021,0-5 1021,-1 6 90,-1 4-90,3-7 0,0 0 0,0-5 0,0 1-678,0 3 0,0 1 678,-2 9 45,3-13 0,-1-1-159,-2 12 114,2-11 0,-1 0 0,-1 5-90,0-5 90,1-7-90,3-8 858,-3 0-858,0-3 0,-1-1 90,1-4 1394,0-1-1394,-1-2 149,-1-1-149,0-3 0,0-1 90,1-1-90,0 0 90,1-2-90,1 0 90,0-2-90,2 2 90,0-1-90,2 1 0,1 0 90,1-1-90,2 0 0,1-2 0,3 2 0,2-2 0,3 0-90,3-2 0,2 0-720,11-9 1,-5 6-910,8-6 1719,-6 6 0,2-4 0,2-1 0</inkml:trace>
  <inkml:trace contextRef="#ctx0" brushRef="#br0" timeOffset="13523">19491 329 8612,'-8'-3'540,"1"2"-450,2 2-90,0 2 90,0 2 0,-2 3 0,-2 6-90,-3 5-1082,-3 7 1082,-3 5 0,8-13 0,-1 1 45,0 0 0,-1 2-1320,-2 3 0,-1 1 1320,-2 2 0,1 1-45,-3 3 0,-1 1 0,0 0 0,0 0 0,-1 1 0,1 0 44,-1-1 1,-1 2-45,3-3 0,-1 2 0,0-2-685,6-6 1,0-2 0,-1 1 684,-3 7 0,-1 1 0,2-3 0,1-1 0,2-1-466,0-2 0,1 0 376,2-3 0,0-1-194,-1 6 0,0-1-76,-5 11 251,9-15 1,0-2-341,1 1 912,3-6 1,2 2 0,0-2 0</inkml:trace>
  <inkml:trace contextRef="#ctx0" brushRef="#br0" timeOffset="14231">19311 1062 9062,'-11'-2'360,"3"0"-360,-1 4 90,1 1-90,-2 2 90,1 1-90,-3 1 89,0 2-89,-1 0 0,1 2 0,-7 9 90,4-3-90,-4 7 0,7-7 0,3-1 0,1-2 90,2-1-90,1-1-90,1 1 90,2-2-90,0 0 1,2-1 89,2-2-90,1 0 0,2-1 0,2-1 0,1-1 0,7 0 0,-3-2 90,5 0-90,-3-4 90,-1 0 0,1-1 0,-1-1 90,0-1 90,3-4-90,-5 2 0,2-4-90,-7 3 90,-1 0 0,-2 0-1,-1-1-89,-1 2 90,-1-1-90,-3-3 90,0 3-90,-1-1 0,0 4 90,0 0-90,0 2 0,0 0 90,-1 0-180,1 1 90,13 0 0,0 0 0,11 0 0,1-3 0,-9 2 0,5-1 0,-8 3 0,0-1-90,-1 1 90,-1 0 0,-1 0 0,-1 2 0,-1 0 0,0 5 0,-3 0 0,-1 4 0,-4 6 0,-1 4 0,-1 2 0,0 1 0,2-6 0,0 2 0,0-1 0,0 10 90,2-7-180,-1 12 0,3-15 0,0 3-89,1-9-91,0-1-90,0-2-630,0-1 990,2 0 0,-1-3 0,1 1 0</inkml:trace>
  <inkml:trace contextRef="#ctx0" brushRef="#br0" timeOffset="14807">19546 1250 9152,'-5'-6'1079,"1"0"-899,3 0-90,2 1 0,2 0 0,1 0 0,4 0 0,-2 2-90,3-1 90,-3 2-90,1 0 90,-2 1-90,1 1 0,0 1 90,-1 0-90,1 4 0,-2-1 0,0 3 90,-2 2-90,-2 1-90,-1 2 90,-2 1 0,-4 6 0,-1 1-90,-3 3 90,-1 1-771,0-1 771,0 0-90,0 0 90,2-4-90,1-1 90,1-5-90,1 3 0,0-4 0,2-1 0,11-12 90,1-4 591,9-10-591,6-10 0,-1 0-1181,6-6 1181,-4 3 0,-1 2 0,-1-4 0,0 3 0,-1-2 0,-3 6 0,0-2 0,-3 8-655,-3 2 655,-3 3-129,-2 5 129,0 1 0,-3 4 0,-2 7 1090,-1 2-1090,-4 8 0,-1 0 0,-2 5 0,0 4 0,-2 1 0,-2 12-276,3-11 276,1 6 43,4-9-43,3-6 0,1 2-90,1-7-90,4 1 0,1-5-179,2 0 657,0-5-1197,2-3 629,2-2 270,2-2 0,5-7 0,2-3 0</inkml:trace>
  <inkml:trace contextRef="#ctx0" brushRef="#br0" timeOffset="15189">20129 228 8792,'-8'-8'180,"0"1"-90,5 5 0,-1 0 0,0 4 90,2 3-90,1 3 0,5 5-1,3 1 1,4 5-1209,4 5 1,3 3 1118,-7-10 0,0 1 30,5 6 0,3 4 0,-2-3-1281,-3-3 1,-1-1 1250,5 9 0,0-1-519,-5-6 0,-1-2 564,0 3 0,0 0-45,0-1 0,-1 2 45,3 13 0,-2 1-45,-3-7 0,-2-1-335,0-3 0,-1 1 0,-1-2 335,-1 5 0,-2-1 0,0 2 0,-2-1 45,0 4 0,-2 0-45,-2 0 0,-2 1 0,-1 2 0,-1 1 0,-2-2 0,-2 0 0,-1-1 0,-2-1 45,-1 0 0,-2-1-149,-1-1 0,-1 0 104,-2-1 0,0-1 0,-1-2 0,0 0-90,0-1 0,0 0 461,0-3 1,0 0-1047,-4 5 1,-1 0-1,-1-2 1,1 0 674,2-4 0,1-1 0,0-3 0,1-2 0,-9 3 0</inkml:trace>
  <inkml:trace contextRef="#ctx0" brushRef="#br0" timeOffset="17164">3121 1416 7533,'4'0'270,"-1"-2"-270,1 8 0,0-4 0,3 1 0,1 0 89,16 2-89,-6-4 0,2 0 0,2 0 0,7-3-763,-8 1 1,1-1 762,16-4 0,3-2 0,-19 4 0,1-1 0,0 0 0,0 0 0,0 1 0,-1 0 0,0-1 0,0 0 0,17-4 0,-3 0 0,-5 2 0,-3 0 0,-3 1 0,0 0 180,-5 2-180,-3 1 180,-3 1 0,-9 2-270,-2 4-360,-1 2 1346,-3 1-896,2-2 0,1 1 0,1-2 0</inkml:trace>
  <inkml:trace contextRef="#ctx0" brushRef="#br0" timeOffset="18264">5199 1322 7623,'8'-4'90,"-2"0"-90,-1 2 0,2 0 90,2-1-90,5 0 0,6-1 0,5-2-517,6 0 562,-4 0 0,2 0-608,-7 2 0,1-1 563,11-1 0,0 0-900,-9 1 1,0 1 899,1-1 0,0 1 0,1 0 0,-1 0 0,0 0 0,0 1 45,1-1 0,-1 1-141,-1 0 0,1 0 96,9-2 0,0 1 0,-11 2 0,0-1-253,7 0 0,-2 0 253,1 1 0,-5 0 888,-5 1-888,-5 1 0,-2-1 1826,-3 1-1826,0 0 254,-3-1-254,0 0 0,-4 1 0,-1 0 0</inkml:trace>
  <inkml:trace contextRef="#ctx0" brushRef="#br0" timeOffset="21281">966 2392 7623,'7'-6'180,"0"1"-180,-3 2 89,0 2-89,1-1 90,7 1-90,-2-1 90,6 1-90,0 0 90,2 0-90,3 1 0,0-1-1021,5 1 1021,2-1 0,-6 0 0,1 0 90,11 0-90,-13 0 0,0 0-782,5 0 692,-2 1 0,-3-2-180,1 1 0,-1 0-270,0-1 426,3 1 1,-2-1 0,4 1 0</inkml:trace>
  <inkml:trace contextRef="#ctx0" brushRef="#br0" timeOffset="22066">1151 2438 7263,'-9'-2'180,"2"0"-90,1 0 0,1 0-90,1 4 0,2 3 0,1 4 0,2 2 0,1 3 90,0 7-578,-1 7 488,1 8 44,-1-15 1,-1 2 90,1 16 0,0 2-90,1-2 0,-1 1-1082,0-5 0,1 3 1,0-2 1066,-1-3 0,0-1 0,1 0-714,0 2 1,0 0-1,0 1 714,0-1 0,-1 1 0,1 2-366,0 2 1,0 3 0,0 1 0,0-2 380,0-8 0,-1-1 0,1 0 0,-1 1-196,0 1 1,1 2 0,-1 1-1,0-1 1,1-2 150,-1 0 0,0-3 0,-1 1 0,1 0 22,0 0 1,0 1-1,0 0 1,0 0-1,0 0 1,0 0-1,0 0 1,0 1-23,1-1 0,-1 0 0,1 0 0,-1 0 22,1 0 1,-1-1-1,1 1 1,0 0 28,0-2 1,0 1-1,1 0 1,-1 1-35,1 1 1,0 2 0,1 1 0,-1-1 0,0-2 4,1 0 1,-1-3 0,1 1-1,0 1 0,1 8 1,0 2 0,0-1-1,0-3-22,0-1 0,0-4 0,0 1 30,0-1 0,0 0 0,0 0-30,0-1 0,0-1 0,-1 2 22,1-2 1,-1 3 0,1-1-1,-1-2 8,0 2 0,1-2 0,-1 3-30,1 2 0,0 4 0,-1-1 0,0-4 0,-1-6 0,0-4 0,0 1 32,0 8 1,1 0-1,-1-2-32,-1 0 0,0-3 201,0 1 0,-1 0-156,0-1 0,0 0-45,0-2 0,-1-1 0,0 1 0,0-1 0,0-4 0,0 1 486,-1 8 0,-1 1-441,0-4 0,0 0-45,0 0 0,0 0 0,0-1 0,-1-3 0,-2 10 90,0-5-90,0-7 1718,2-9-1718,0-2 2162,1-1-2162,-2 1 1944,1-4-1944,-1 3 889,2-6-889,0 0 162,-1 0-162,1-1 0,0 0 90,0-1 0,-2 1-90,0-1 90,-2 0-90,2-1 0,-1-1 0,1 0 0,-1-1 0,1 1 0,20-2 0,-4 0 0,22-4-294,-9 0 0,1-1 294,-5 1 0,2 0-1217,10-3 1,1 0 1171,-8 2 0,0 0-45,5-2 0,1 0-45,1 0 0,1 0-90,4-2 0,0 0-360,0 0 1,1 0 584,-5 1 0,3 0 0,2-1 0,-1 1 0,1-1 0,2-1 0,0 0 0,-7 2 0,0 1 0,0-1 0,0 1 0,0-1 0,0 0 0</inkml:trace>
  <inkml:trace contextRef="#ctx0" brushRef="#br0" timeOffset="23606">8766 2003 8792,'-5'-7'630,"4"0"-630,3 3 90,7 1-90,10 0 0,2 0 90,13-1-90,-6-1 0,1 1-1291,-7 0 0,2 1 1291,9-2 0,-1 0 45,-8 2 0,-1-1 122,0 1 1,0 0-168,-2 0 0,-1-1 0,20-2-788,-6 1 788,-2 0 0,-5 2 0,-3 0 0,-6 1 0,-2 1 1754,-4 0-1754,-1 1 271,-1 0-271,-1 1 1009,-1 1-1009,-2 1 0,3 3 0,-2 5 0,3 8 0,-2 3 0,0 6 0,-1 5 0,1 5 0,-4-15 0,0 1-1639,1 2 1,-1 2 1599,0 6 1,-1 4 0,0-1 38,-1-7 0,0-2 0,0 5-454,0-1 1,-1 4-1,0 2 1,0 0-1,0-1 472,-1-3 0,0-1 0,-1 0 0,1 1 0,-1 1-271,0 2 0,1 2 0,-1 0 1,-1 1-1,1-1 0,0-1 271,0 1 0,-1-1 0,1 0 0,-1-1 0,0 2-221,0 2 0,0 1 0,-1 0 0,1-1 1,-1-3 202,1-2 0,-1-3 0,1 0 0,-1 1 22,1 3 1,-1 1-1,0 0 1,0-1-23,1-3 0,0-1 0,-1-1 0,1 1 0,0 0 0,0 0 0,1 0 0,-1 1 22,0-1 1,1 0-1,-1 1 1,1-1 78,-1 0 1,1-1-1,-1 1 1,1 2-120,0 1 0,-1 2 0,1 2 0,0-1 0,0-3-5,-1 2 1,1-3-1,-1 0 1,1 2 4,0-1 0,0 2 0,0 0 0,0-1 0,0-2-42,0 8 0,1-2 0,-1-1 0,0 0 0,0 0 0,1-1 186,-1 0 1,1 0 0,-1 0-187,1-3 0,0 0 0,-1 2-8,0 0 1,0 1 0,0 0-1,0-1-124,0 1 1,0-2 0,0 1 168,-1-2 1,1 1 0,-1 0-1,0-2 63,0-2 1,0-2 0,0 0-71,0 0 0,-1-1 0,0 0 0,0-1 0,0 0 0,0-1-15,-1 10 0,-1-1 45,0-2 0,0 0-120,1-6 1,0 0 0,-1-2 74,0 5 0,0 0 498,-1 7 0,0-2-453,2-12 0,0-2 0,-1 17 667,0-4-667,2-7 0,1-4 1950,-1-6-1950,3-3 0,-1-3 2341,1-2-2341,1 3 687,-1-4-597,1 2 1288,-1-5-1288,1-2 17,-1 1 73,-1-1 0,0 2 0,-1-1-90,-1 2 90,1-4 269,-3 0-269,1-1 0,-1 0 0,-1-1-90,1-2 0,-1 0 0,0 0-90,0 0 90,0 0-90,0 1 0,0-1 0,1 1 0,-1 0 0,-1 1 0,-1-1 0,-2 1 0,-1 1 0,-3-1 0,-3 1 0,-6 0-554,-1 0 464,-1 0 0,0 1-810,4-1 0,0 0 720,-9 1 1,-1 1-271,7-2 0,-1 0-45,-1 1 1,0-1 224,-3 0 0,0 0 270,-1-1 0,-2 0 0,1 0 0,-3 0 0,0-1 0,-3 0 0,0 1 0,0-1 0</inkml:trace>
  <inkml:trace contextRef="#ctx0" brushRef="#br0" timeOffset="95375">1404 2647 7623,'-1'-7'989,"0"0"-719,1 0 180,0 3-450,-2 18 90,1-4-90,-2 19 0,2 4 90,-1-4-609,2-9 0,-1 1 519,0 12 0,1 0 90,0-1-90,-1-3-90,2-2 0,-1-4-291,0-3 111,1-1 0,0-3-180,0 0-359,0-2 269,0-2 540,0-1 0,1 1 0,0 1 0</inkml:trace>
  <inkml:trace contextRef="#ctx0" brushRef="#br0" timeOffset="96039">1586 2691 8252,'3'-8'270,"-1"1"-270,0 10 0,-1 0 0,1 6 0,-2-2 0,-1 3 0,0-1 0,0 2 0,-1 2 90,0-1-90,0 2 0,-3 6 0,3-5 0,-3 4 0,2-7 0,0-1 90,0-1-90,0-2-90,0 2 90,1-3-90,0 1 0,1-3-450,0-1 451,4-10 89,-1 5-90,3-9 90,-3 7 0,1-1-90,-1 1 90,1 0-90,0 0 90,2 1 0,0 1 0,0 0 0,1 2 0,-1-1 0,2 1 0,-1 0 0,2 0 0,0 1-90,6 1 0,-3-1 90,8 0-90,-8-2 90,4 0 0,-4-1-90,3-2 90,-3 0 0,5-5 0,-7 2 0,2-3 90,-4-2 0,-2 3 0,1-3-90,-3 2 90,-1 0 0,0-1 0,-1 1 0,0-3 89,-1 3 1,1-1-180,-2 14 90,1 6-90,0 8 0,0 2-378,1-2 468,0 1-90,2 11 0,0-6-679,0 7 589,0-10 0,0 0-399,-1-2-140,0-3 89,0-2 540,0-1 0,0 2 0,1 0 0</inkml:trace>
  <inkml:trace contextRef="#ctx0" brushRef="#br0" timeOffset="96274">1944 2858 8342,'3'-6'292,"-2"-2"1,-1 6-1,-1-2 1</inkml:trace>
  <inkml:trace contextRef="#ctx0" brushRef="#br0" timeOffset="96656">2081 2651 8252,'0'-9'270,"0"-1"-90,0 4 180,0-4-270,0 3 0,1-2 90,-1 4-180,2 7 0,0 5 90,0 11-90,0-1 0,0 4 0,0-5 90,1 15-90,0-5-1051,1 12 961,1-10-90,-1 0-4,1-3-356,0 7-359,-1-12 809,0 4 90,-1-10 0,-1 2 0,1 1 0</inkml:trace>
  <inkml:trace contextRef="#ctx0" brushRef="#br0" timeOffset="97281">2376 2582 8612,'-1'-9'720,"0"1"-540,-1 4-180,-1 7 90,0-1-90,0 8 0,0-1 89,0 3-89,-1 2 0,0 1 90,-2 5-90,0 3 0,-2 3-695,0 0 695,0 0 0,1-2 0,1-3-508,-1 4 508,2-7 4,-1 2-4,3-8-90,-1 2 90,2-5 736,-1 0-916,2-3 454,0-3-364,5-11 190,-2 4-100,5-10-90,-4 9 90,0-1 0,0 1-90,2-2 90,-1 3 0,2-1 0,-1 2-90,1 1 90,0 0 0,2 0 0,0 1 0,1 0-90,0 1 90,7-1 0,-3 0-90,4-1 90,-3 1-90,4-3 90,-3 1 0,3-2-90,-6 0 90,-1 1 0,-1-1-90,2-3 90,-5 2 0,1-2 0,-4 1 0,-1 1 0,-1-1 0,-1 0 90,-1 0-90,-1 0 0,1 0 90,-1 1 0,0-1-90,-1 1 0,0 7 0,0 3 90,0 19-90,1-4 0,1 5 0,0 2-1656,1 14 1656,0-11 0,1 2 0,-1-7 0,2 1-1557,0 9 1,2 0 1376,-1-8 0,1-1-225,1 6 1,2 0 295,1-5 1,1-2 0,8 13 0,-5-15 0,-1 0 0</inkml:trace>
  <inkml:trace contextRef="#ctx0" brushRef="#br1" timeOffset="98548">14789 2071 11531,'-8'-7'-1380,"2"0"1140,0 3 375,2 1-230,-3-1 293,4 2-61,-2-1-152,12-1 367,4 1 191,7-1-56,3 1-143,-2 2-666,5-1 452,3-1-843,4 0 872,0-1-549,1 1 28,-10 1 1,0 0-232,18-3 38,-2 2-153,-11 0-282,-13 2 356,-2-1 590,-3 1 1,-1 0 0,-2 0 0</inkml:trace>
  <inkml:trace contextRef="#ctx0" brushRef="#br0" timeOffset="99217">14749 2089 8342,'-9'0'180,"2"0"-180,3 2 0,3 5 90,2 1-90,2 6 0,-1 8 0,1 6-928,-2-7 1,0 2 972,0 3 0,-1 1-1,0 4 1,-1 2-45,0 6 0,0 1 30,0-12 0,0 1 0,-1 1 0,1 2 0,-1 2 0,1 0 0,-1 0 0,1 1 0,0 2-532,-1-6 1,1 2-1,0 1 1,0 0 0,1 1 537,-1 2 0,1 0 0,0 1 0,0-1 0,0 1-390,0 0 1,0 1-1,0-1 1,0 0-1,1 0 372,-1-1 0,1 1 0,0-1 0,0-1 0,1-2-306,-1-1 0,1-1 0,1-1 0,-1 0 310,0 1 1,0 1-1,1-1 1,-1 1-116,1-1 1,0 1 0,0-1 0,-1 1 92,1-1 0,0 1 0,1-1 0,-1 1 22,0 0 1,0-1-1,0 1 1,1-1-1,-1 1 0,1-1 1,-1 1-1,1-1 75,0 1 0,0-1 1,0 0-1,-1 1-97,1-1 0,0 0 0,0 0 0,0 0 22,1 0 1,-1 0-1,0 0 1,0-1-23,0 1 0,0-1 0,0 1 0,1-1 107,0 9 1,0 0-1,1 3-107,-1-10 0,-1 2 0,1 1 0,0-1 0,0-1 22,-1-2 1,1-1 0,-1 0-1,1 3-22,0-1 0,0 3 0,0 1 0,0 1 0,1-2 0,-2-4 30,2 10 0,0-4 0,0 1-30,0-2 0,-1 3 0,1-1 0,0-3-80,-1-1 1,-1-3 0,1 0 79,0 0 0,0-1 0,-1 2 113,1-2 1,-1 2 0,1 0 0,-1-2-84,1 2 0,-1-3 0,0 2-57,1 5 0,0 2 0,0-4 27,-1 0 0,0-2 45,0 8 0,0 0-45,-1-11 0,-1 1 589,1 7 0,-1-1-544,0-5 0,-2-2-45,1-8 0,-1 0 606,0 3 0,0-1-606,-1 3 1313,0 1-1313,1-9 0,-1 1 2511,1-6-2511,-1-4 280,1 0-280,1-5 1301,-2 0-1121,-1-2-91,-1 0-89,-1-2 0,7 2 90,3-3-90,7 0 0,2-2 0,4-3 0,5-2-1172,9-3 1172,-13 4 0,1 0-863,5-2 0,3 0 863,1-1 0,1 0-924,5 0 1,1-1 923,2 0 0,1-1 0,-13 5 0,0-1 0,3 0 0,1 1 0,3-1 0,0-1 0,-1 2-667,2-2 0,-1 1 1,1 0 598,-1 1 1,1-1-1,1 0 1,-1 0-226,2-1 1,0 1 0,0 0 0,-2 0-428,3-1 1,-1 0-1,1 0 450,-1 0 0,1 0 1,1 0-1,-4 0 264,0-1 0,-2 1 1,1-1-1,-3 0 0,2 0 1,-1 0-1,1-1 0,0 0 1,1-1-1,-1 1 0,0 0 1</inkml:trace>
  <inkml:trace contextRef="#ctx0" brushRef="#br0" timeOffset="100614">21700 1904 9062,'-9'-4'-270,"1"0"180,4 2 180,0 0 0,-1 0-90,8-1 90,0 2-90,8-1 0,-2 1 0,4 1 90,4 0-886,6 0 796,4 1 0,6-1 90,2 0-90,2 0 0,-16-1 0,0 1 0,1 0 0,0-1 0,0 1 0,1 0 45,8-1 0,1 0-45,-10 1 0,-1 0 0,9 0 0,-2-1 0,8 2 0,-2-1 0,-4 2 0,-5 0 0,-3 0 0,-5 0-388,-1 1 478,-2 1-97,-1 0 7,-2 2 0,0 2 0,-2 2 0,-1 4 0,0 5 0,0 21 45,-4-9 0,-1 3-1326,0 1 0,-1 0 1281,-1-6 0,0 0 0,-1 0 0,0 9 0,0 3 0,-1-9 0,0 3 0,0 2 0,0 0 18,-1-3 0,1 1 0,-1 0 0,0 1 0,0 0-375,0 0 0,0-1 1,0 1-1,0 2 0,0 0 357,-1-2 0,0 1 0,0 2 0,-1 0 0,1-1 0,0-2 0,0-2-356,-1 6 0,1-3 1,-1-1-1,0 3 371,1-3 0,-1 2 0,0 1 0,0 0 0,0-1 0,0-4-287,0 2 1,1-3 0,-1 0 0,1 0 271,-2 3 0,1 1 0,0 0 0,-1-1-37,2-4 0,-1 0 0,1 0 1,-1 0 58,0 0 1,0 0-1,0-1 1,0 1 95,0-1 0,1-1 0,-1 2 0,-1 2-103,0 1 0,0 2 0,-1 3 0,-1 1 0,1-2 0,0 0-15,0 1 0,0-1 0,0 0 0,-1 0 0,1 1 15,0-2 0,-1 2 0,1 1 0,-1-1 0,1-1 0,0-2 86,-1 5 1,0-1-1,0-2 1,1-2-102,0-1 0,1-2 0,0 0 30,0 0 0,-1-1 0,1 1-30,0-1 0,0 0 0,1 0-148,-1-1 1,0 1 0,1-1 177,0 0 0,0 0 0,0 0-30,0 0 0,0-1 0,0 1 30,1-1 0,-1 0 0,1 0-100,0 0 1,0 0-1,0-1 100,0 0 0,0 0 0,0-1-30,1 1 0,-1-1 0,1 0 0,-1 10 0,0-1 0,0 4 0,0-2 45,0-5 0,0-1-45,0 2 0,-1 0 0,1-5 0,0 0 329,0-2 1,0 2-330,-1 8 0,-1 2 0,-1-2 0,0 0 45,1-1 0,0-3-45,-1-3 0,1-4 0,-1 3 1109,-1-3-1109,1-4 90,0-5 0,1-4 1869,0-3-1779,-1 2 2512,0-5-2512,0 1 1361,1-4-1361,0-1 453,1-1-543,-1-1 0,0-1 90,1 1 90,-2 0-270,1-1 90,-1 1 0,1-1 0,2 0 0,-1 0 0,1 0-90,-1 1 90,1-1-90,-1 0 0,-1-1 0,0-1 0,0 1 90,-2-1-90,-1 0 0,0 0 0,1 0 0,0 0 0,-2 0-90,-1 1 180,-3-1-90,-3 2 0,-5-1-587,-4 2 497,-6-1 90,-6 2 0,16-2 0,0 1-1376,-3-1 0,-1 1 1286,-2 0 0,0 0-45,-1 0 1,0 0-46,-6 1 0,-2-1 0,0 1 0,-1 0 0,9-2 0,0 1 0,-1 1-630,-12 0 1,0 1-181,3-1 1,1 0 989,3-1 0,-1 0 0,8-1 0,-2-1 0,-1 1 0,0-1 0,0 0 0,0 0 0</inkml:trace>
  <inkml:trace contextRef="#ctx0" brushRef="#br1" timeOffset="101906">15229 2336 9775,'7'-3'1350,"-2"-1"-1095,-3 8-937,-1 0 551,-4 11 99,-1-2 291,-1 7-4,-2 0-24,-1 2-166,-2 5-1471,-1 0 1884,-2 5-116,1-1-86,-3 5-240,2-7 125,1 2-137,0-6-170,3-1 145,1-4-29,2-4 15,1-3-2,1-2-21,2-1 1028,-1-2-1063,2-1 676,0-1-690,1 0-115,1-3-179,7-4 368,-2-1 121,4-4 115,-4 2 132,3-3-46,-1 1 42,0-1-226,-1 2 155,-1 0-372,0 0-104,1 0-125,2-1-24,0 3-78,1-2-27,-1 3 352,0-1-15,0 1-2,6-1-5,-3 1-82,3 0 88,-4 1 33,0 0-90,-1 0 115,0 0 6,0 0-71,-2-1 108,0 1 28,-1-2 41,-1 1-6,-1-1 60,0 0 5,0 0 45,-1-1-46,-1 0 80,0-1-159,0 1 68,-1-1-123,0 1 25,-1 0-2,1-1 263,-1 1-164,-1 10-151,-1-1 125,0 11-21,-1-3 144,-1 4-639,0 5 558,0 4-1109,0 4 910,-1 2 139,2 0-23,1-10 0,0-1-62,0 10-118,0 4-187,2-9-107,0-9-547,1 8 945,0-14 1,2 5-1,1-7 1</inkml:trace>
  <inkml:trace contextRef="#ctx0" brushRef="#br0" timeOffset="102398">15751 2325 8612,'-6'7'360,"2"1"-270,1-4 90,0 1-90,-1 1-90,-1 1 90,-1 0 0,0 1-90,-2 0 90,1 0-1,0 1 1,-3 3-90,2-2 90,-2 7-90,5-6 0,-1 2 90,4-3-90,1-2 0,1 1 0,2-1 0,2 1 0,2 0 0,2 0 0,7 3 0,-2-2 126,5 3-85,-4-4-442,0-1 447,0 1 1,0 0-5,-1 1-42,-1 0 0,-1-1 54,-2 1-186,-3-1 90,0 5 16,-3-3 371,-2 2-342,-3-3 158,-8 7-69,-1 0-723,-8 4 738,0-4 95,-11 5-106,6-6-14,-6 2-17,12-8-118,2-2-113,3-2-191,2-1-189,1-1-466,3-2 537,0-1 460,2-1 0,1-2 1,0-1-1</inkml:trace>
  <inkml:trace contextRef="#ctx0" brushRef="#br0" timeOffset="102616">15687 2354 8882,'2'-7'0,"1"0"0,0 4 90,3-1-90,0-1 0,3 0 90,1-1-90,4-1 0,3-1 0,3 0-180,14-5-1260,2 0 1261,2 0-93,-6 2 0,-8 2 0,0 1 1</inkml:trace>
  <inkml:trace contextRef="#ctx0" brushRef="#br1" timeOffset="124956">3028 2556 6998,'-7'-5'627,"1"1"-181,3 1-53,0-1-213,0-1 154,2 0-48,0 0-186,2-2 214,1 2 14,1 0-59,1 0 122,1 2-114,1-1 31,1 1-173,2 0-36,-1 0-19,2 3-146,0 0 11,6 5-171,-4 0 5,5 5-12,-6 1 77,0 3-49,-1 3 55,0 12 81,-4-5-654,0 7 759,-6-10 67,-3 3 42,0 2 55,-4 3-990,-1 1 861,-1-2 72,-5 11-243,0-7-22,1 1-35,4-11-76,5-11-46,0-1 72,2-1-3,0-2-21,1-1 745,1-1-520,4 0 1036,1-3-1132,2-1 93,1-2 5,1-1-22,3-1 25,1-2-87,1 0 2,2-1 9,-1 1-92,1-2 86,-2 1-182,0 0-3,-1 1-450,-2 0 179,0 0 539,-2 1 1,3-3 0,0-1 0</inkml:trace>
  <inkml:trace contextRef="#ctx0" brushRef="#br0" timeOffset="125425">3386 2530 7713,'-3'-7'-90,"0"1"90,1 2 0,0 0 0,2-1 0,1 0 0,1-1 90,2 0-90,0 1 0,7-2 0,-2 1 0,5-2 0,-3 4 0,5-2 90,-4 4-90,3-1 0,-5 4 0,0 0 0,0 1 0,-1 3 0,-1 1 90,-1 3-90,-1 7 1,-2-1-1,-2 6 1,-4 1-1,-3 1-347,-2 4 348,-5 11 226,2-9-113,2-5 0,0 0 114,1 3-704,-3 5 698,6-14 78,1-2-105,2-3-13,2 1 65,0-2-336,3-1-43,1-1-19,1-2-52,8 1 37,-1-3 49,12-2 59,-8-3 786,6-3-690,3-3 64,-5 2-384,5-3 379,-9 2-555,3-2 60,-5 2 134,1-1 282,-8 3 0,1-2 1,1 0-1</inkml:trace>
  <inkml:trace contextRef="#ctx0" brushRef="#br0" timeOffset="125631">3786 2768 7533,'-1'-7'359,"0"0"-359,0 1-899,1 1 899,2 0 0,-1 3 0,0 1 0</inkml:trace>
  <inkml:trace contextRef="#ctx0" brushRef="#br0" timeOffset="126216">3961 2544 7353,'-4'-8'90,"0"1"0,1 2-90,1 0 90,0 0-90,1 0 90,1 0-90,1-1 0,0 0 0,2 0 90,0 0-90,3-1 0,1-1 89,3 0-89,0 1 0,3 0 0,-2 1 0,3 1 0,-2 0 0,-1 2 90,0 0-90,1 2 0,-2 1 0,0 1 0,-5 3 0,-1 0 90,-1 2-90,-2 1 0,-2 1 0,-1 3 0,-2 1 0,-5 9 0,1-4 0,-3 4 0,2-7 0,1 1 0,0-4 0,2 2 0,0-2 0,1-1 0,1 0 0,2-2 0,2 0 0,0-1 0,2 0 0,2-1 0,1 0 0,1 0 0,1-1 0,0 0 0,5 2-90,-2-1 90,7 5 0,-8-4 0,2 3 0,-5-3 0,-2 0 0,0 1 0,-2 1 0,-1 0 0,-1 2 0,-6 6 0,1-2 0,-12 13 0,5-9-999,-7 6 999,3-7 0,2-3 0,1-1 0,1-3 0,3-2-90,-2 2-90,3-3-450,-1-1 880,5-2 0,1-2 0,1-1 0</inkml:trace>
  <inkml:trace contextRef="#ctx0" brushRef="#br0" timeOffset="126648">4427 2444 7533,'0'-9'270,"0"1"-181,0 1 91,-2 0 270,2 2-270,-2-1 270,1 1-180,-2-1-90,-1 4-91,-2 1 1,-1 3 0,0 3 0,-3 3 0,-2 7 90,-8 15-180,3 0-1251,2-1 0,1 1 1341,-2 7-90,6-13 1,1 1-859,0 5 858,2 0 91,2-1-90,3-3-451,2-2 450,3 0-329,2-2 328,1 0 1,1-4 1858,1-2-1858,1-2-91,2-3 91,0-1 1089,2-3-1089,-1-2 770,0-3-860,1-2 91,-2-1-1,2-2 539,-2-2-538,0 0 154,-2-2-154,-2 0 0,0-1-1,-3 0 1,-1-1-1,-1 1-90,-2-1 90,-4-3-1,-1 4 0,-4-2 0,0 5 0,0 1-90,-2 3-270,-5 4 0,3-1-269,-4 5-360,8-1 541,1 0 449,2 3 0,-2 2 0,0 2 0</inkml:trace>
  <inkml:trace contextRef="#ctx0" brushRef="#br1" timeOffset="129489">5277 2434 9917,'2'-9'-114,"-1"2"134,1 0 428,0 2-69,0-1-48,0 0-73,1-1-16,3-4 174,-2 3-75,3-3 176,1 1-332,-1 1 67,2 0-72,-2 2 104,-1 2-129,1 0-59,0 1-28,0 0-72,-1 2-60,0 0 27,3 1-203,-2 1 0,1 1-146,-3 2-97,-1 2-136,0 1 115,0 2 93,-1 0 213,-1 2 14,-2 7 161,-1-2 87,-1 5 167,-1-5 174,-1 2-21,-1-1-72,-1 0-39,0-1-250,-1 0-68,-2 3-11,2-6-21,-4 7-46,6-10-8,-1 2-39,3-5 3,1-1 160,0-1-8,3 2-118,0-3-67,2 2-69,4-2 83,0-1 21,3 0-87,2 2 132,-3-1-102,4 2 193,-4-1-70,3 6 38,-3-2-31,1 4-111,-4 2 52,-3-3 132,-1 5 28,-3-4-22,-2 2 141,-2 1 70,-1 1 47,-4 1 39,-2 0-610,-2 3 440,-2-3 89,-9 7-42,8-8-8,-6 4-36,10-10-22,2-1-119,1-1-121,1-2-91,2-1-481,1 0 713,1-1 0,2-2 0,0-1 0</inkml:trace>
  <inkml:trace contextRef="#ctx0" brushRef="#br0" timeOffset="129823">5638 2368 7982,'-1'-8'90,"1"2"90,-1 0 90,0 0-90,0 1 180,0 0-270,-2 17-90,1-4 0,-1 17-622,2-5 622,1 6 0,0 3 0,1 4 90,0 1-1684,0 1 1594,1-1 90,1 2-90,-1 0 0,1 0-450,1-1 360,-1-12 0,0 1-180,0-2 1,1-1-631,2 18 900,3-5 0,-3-16 0,4 4 0</inkml:trace>
  <inkml:trace contextRef="#ctx0" brushRef="#br0" timeOffset="130074">5835 2674 8522,'-14'5'0</inkml:trace>
  <inkml:trace contextRef="#ctx0" brushRef="#br0" timeOffset="130616">6090 2390 8072,'-1'-11'270,"0"2"-180,0 0 90,-1 2 0,2 1 0,-2 0 360,1-1-361,-1 1 91,0-1 0,-1 2-180,-2 6 0,1 0 0,-3 6-90,1 1 90,0 2-90,-1 3 90,-5 17 0,3-7-90,-2 13 90,3-10-472,2 1 382,1 0-602,1-1 602,2-1 0,1-2-12,1 8-78,3 3 0,1 2-765,2-5 765,0-10-200,4 3 200,-1-8 0,3 3 544,-3-9-544,0-1 188,1-3-188,0-1 814,0-2-814,0-2 599,0-2-599,-1-1 176,2-1-176,-1-2 90,-1-1 0,1 0-89,-3-1 89,2-5 0,-4 2 0,-1-8 0,-4 7 0,-2-3 0,-2 4 0,-1 0 0,-3 1 0,-2 0 0,-1 3 0,-1 0 0,-1 3 0,0 1 0,0 2 0,0 2-90,1 1 0,0 1-180,1 1-1079,-1 2 1079,4-1 270,0 1 0,5-2 0,0 0 0</inkml:trace>
  <inkml:trace contextRef="#ctx0" brushRef="#br0" timeOffset="131116">6291 2448 8432,'-1'-10'360,"1"2"-270,-1 0 90,2-2 0,0 1-90,0-1 0,2 2 0,-1 0-90,2 0 90,2-1-1,0 1 1,2-2 0,4-1-90,-2 2 90,4 0 0,-1 4-90,-4 2 90,3 1-90,-5 3 90,-1 3-90,1 6 0,-3 2 90,0 7-90,-6-1-761,-1 6 761,-2 3 90,-1 4-90,-1 1-983,-1 0 983,0-1-90,0-1 90,1-1 90,0-2-180,2-3 90,-1 4 90,3-11-90,0 4 0,2-11 0,1 1-90,0-2 90,2 1 0,3-1 682,0-2-682,2-2 1062,-1-4-1062,8-1 0,-3 0 90,7-3-180,-6 0 180,2-1-90,0-1-90,9-4-180,2 0-179,3-2 89,-6 2-90,-5 2-539,-6 3 719,-2 0 270,-2 0 0,2-1 0,0 0 0</inkml:trace>
  <inkml:trace contextRef="#ctx0" brushRef="#br0" timeOffset="133957">7506 2299 7982,'-5'-6'0,"1"0"0,1 1 90,-1 1 0,1 1-90,0 1 0,-4 2 0,3 2 90,-4 3-90,3 1 0,-1 1 0,-2 3 0,0 2 0,0 1 90,-2 6-90,1 0 0,-2 4 0,2 1-718,0 0 718,1-2 0,2-1-212,0-2 122,1-1 180,0-1-90,0 0 0,1-2 0,0-1-64,0 3 64,1-6 0,0 6 0,2-9 690,-1 1-690,1-5 324,2 2-324,0-3 70,3 0-160,2-3 90,1-2 0,0 0 0,-1-1 0,-1-1-90,0 1 90,3-3 0,0 1 0,0-1 0,0 0 0,-3 2 0,2-1 0,-1 1 0,1-1 0,-1 3 0,2-2 0,-2 2 0,3-1 0,0 1 0,-1 0 0,2 1 0,-3 0 0,0-1 0,0 1 0,0-1 0,0 0 0,-1 0 0,-1 0 0,1 0 0,-1 0 0,-1 0 0,0 0 0,-1-1 0,0-2 0,0 2 90,0-5-90,-1 3 90,-1-3-90,-4 11 0,1 1 0,-3 8 0,2-1 0,-1 15 90,0-1-90,0 6 0,2-8 0,1-6 0,1 0 0,-1-1 0,1-2 0,0-1-90,0-1-90,1-1 0,0-1-179,0-1-271,1-1 180,0-2 450,1 0 0,1-1 0,1 1 0</inkml:trace>
  <inkml:trace contextRef="#ctx0" brushRef="#br0" timeOffset="134289">7681 2359 7892,'-5'-7'360,"-1"6"-360,3 4 90,-2 9 0,1 6-90,1 3 90,-1 14-90,3-7-1189,-1 7 1189,1-8 0,1-2 374,0-2-374,1 10 0,1-8-592,0 6 682,0-11-270,1 4 0,-1-7-810,3 6 451,-1-12 751,1 1 0,3-5 0,0 1 0</inkml:trace>
  <inkml:trace contextRef="#ctx0" brushRef="#br0" timeOffset="134516">7818 2568 8792,'-2'-7'0,"0"2"0</inkml:trace>
  <inkml:trace contextRef="#ctx0" brushRef="#br0" timeOffset="134959">7922 2358 8342,'1'-6'270,"1"0"-90,-1 1-180,1-1 90,1 2 0,1-2-90,0 2 90,1 0 0,0 0 0,5 0-90,-2 2 0,2-1 90,-2 3-90,-1 2 90,0 1-90,0 2 0,-1 3 90,-1 2-90,-2 3 0,0 3 0,-2 3-682,-2 6 772,-3 1-90,0 4 0,-2 1 0,0-2 0,-2 1 0,-2 8 0,1-11 0,0 5 0,4-15 0,1-2 0,1-3 0,0 0 0,1-2 0,2-1 0,-1-1 0,2-1 682,0-1-682,3 0 0,0-2 0,2 0 0,2-3 0,-1-1 0,3-1-90,-3-1 0,1 0-90,1-1-90,-1-1-180,0 1-449,0-2 809,-1 0 90,1 1 0,2-6 0,1 1 0</inkml:trace>
  <inkml:trace contextRef="#ctx0" brushRef="#br0" timeOffset="135492">8161 2381 8342,'-3'-6'270,"0"1"-180,0 0 90,2 0-90,-1-1 0,2 0-90,2 1 90,1 1-90,1 0 90,2 1-90,0 0 0,3 0 90,-1 0-90,2-1 0,0 2 0,0 0 0,-1 0 0,0 1 0,-1 2 90,0 0-90,-2 1 0,-1 2 0,-2-1 0,0 3 0,-2 0 90,-4 7-90,0-2 0,-7 13 0,3-9-3277,-4 6 3162,3-7 115,0 0 0,1-1 0,1-1 0,1-2-90,1 0 90,0-1 0,2-1 3276,1-2-3250,1 1-116,1-1 90,2-1-90,2 1-90,4 1 180,-1-2-90,5 2 0,-3-3 0,5 4 0,1 1 90,-1 2-90,-2 3 90,-7-4 0,-3 3 0,-3-2 90,-5 1-90,0 1 90,-6 3-90,-2 1 90,-2 0-527,-3 0 527,2-1 0,-10 6-180,9-7-450,-10 6-269,15-11 269,-2-1 540,8-3 0,-3 0 0,0 0 0</inkml:trace>
  <inkml:trace contextRef="#ctx0" brushRef="#br0" timeOffset="137922">8796 2379 8072,'2'-10'990,"-1"2"-540,0 3 89,-1 0-539,-5 7 0,2-1 0,-4 7 0,4-2 0,-1 1 90,1 0-90,-1 1 0,1 1 0,-1 0 0,1 1 0,0 3 0,0-2 0,0 2 0,2-4 0,-1-1 0,2 0 0,-1-1 0,1 1-90,0-1 90,1-1 0,0 0 0,1 0 0,2-1 0,0 0-90,2 0 90,4 1-90,-2-2 90,4 2 0,-3-3-90,0 1 90,0-1-90,5 3 1,-2 2-1,4 3 0,-6-3 90,-1 5-90,-4-6 90,0 4 0,-3-3 0,-1-1 0,-1 1-90,-5 8 90,1-4 0,-3 4 0,1-6 0,0-2 0,-1 0-90,-4 4-90,3-4 0,-3 2-90,3-4-629,0-1 809,1 0 90,-1-2 0,-3 1 0,-1 0 0</inkml:trace>
  <inkml:trace contextRef="#ctx0" brushRef="#br0" timeOffset="138176">8776 2409 8342,'4'-6'0,"-1"1"0,1 1 0,1 1 90,5-4-90,-1 1 0,6-3 0,-3 1 0,3 1 0,1 0 0,0-1-180,-1 2 0,1-2-539,-2 3 179,-1-1 540,-2 1 0,4-1 0,0-1 0</inkml:trace>
  <inkml:trace contextRef="#ctx0" brushRef="#br0" timeOffset="139281">9129 2361 7803,'-8'-3'359,"1"1"-359,2 2 90,-1 1-90,2 1 90,-1 1-90,1 0 0,0 1 0,0 2 0,-2 4 90,1-1-90,-1 5 0,2-3 0,0 2 0,2 0 90,0 2-90,0-1 0,1 1 0,1 0 0,0 0 0,2 6 90,4 5-90,-1-4 0,3 0 0,-3-11 0,1-2 0,1 0 0,-1-2 0,1-2 0,4 2 90,-2-4-90,6 1 0,-6-4 0,4 0 0,-4-2 0,1-1 0,0-2 0,1 0 0,-2-1 0,1-3 90,3-7-90,-4 3 0,2-7 0,-4 5 0,-2-9 0,-1 3 0,-2-4 0,-3-3 0,-2 7 0,-1 1 0,-1-1-620,-3-1 620,-5-11 0,3 16 0,-1 0-119,0 4 119,-1 2 0,-1 0 90,1 4-90,-1 0 0,0 4 0,1 0-90,-1 4-89,1 1-181,0 2-450,1 2 271,0 2 539,1 0 0,-3 6 0,1 0 0</inkml:trace>
  <inkml:trace contextRef="#ctx0" brushRef="#br0" timeOffset="144558">1518 3830 7713,'-5'-7'90,"0"0"-1,3 3 1,-1-1 0,1 1 90,0 0-90,-1-1 90,1 0-90,0 0 90,1 0-90,0-2 0,1 1 0,1-1 0,0 0 0,2-1 0,1-1 0,1 0-90,2-1 90,0 0-90,3 0 90,0 0-1,2 1-89,1 0 90,-1 2-90,1 1 0,-1 1 0,-1 2 90,1 2-90,-2 1 0,1 2 90,-1 3-3367,0 4 3162,-1 2-365,2 15 480,-4-2 0,1 11 0,-7-6 0,-1 2 0,-3-8 0,0 0 0,-4 17-1032,1-14 0,-1 0 942,-4 13 90,0-4-653,0-3 743,2-4 1051,1-4-1141,1-3 139,2-5-139,1-2 2318,1-2-2318,1-3 1239,1 1-1239,3-3 1034,1-1-1124,1-4 449,3-2-449,0-2-90,9-5 0,-3 0-289,8-5 200,-6 2-91,1-1-360,-2 1 91,0 0 629,-1 0 0,5-5 0,1 0 0</inkml:trace>
  <inkml:trace contextRef="#ctx0" brushRef="#br0" timeOffset="145031">1866 3701 8072,'-8'-7'90,"1"0"0,1 1 0,1 0 0,0 1 0,2 1 0,0-1 0,0 1 90,1 0-90,1-3-90,1 2 90,4-5 0,6 1-90,2 0 90,3-1-90,-1 4 0,2 0 0,0 1 0,-1 2 0,0 0 90,-2 3-90,0 0 90,-1 3-90,-1 1 0,0 2 0,-2 2 0,-1 1 90,-2 5-90,-2-1 0,-3 19 0,-6 8-321,-1-11 0,-1 2 321,1-6 0,0-1-618,-2 0 1,0-1 617,-4 7 0,0-2-581,0-2 581,0 8 0,4-12 0,0 4-12,6-14 12,1-2 591,0-1-591,2 0 1234,0-2-1234,2 0 718,1-2-718,2 0 17,0-2-17,6 0 0,-3-3-180,11-1 0,-6-2 0,5-2-180,-3 0-539,-2 0 629,2-1 270,-1 0 0,5-3 0,1 1 0</inkml:trace>
  <inkml:trace contextRef="#ctx0" brushRef="#br0" timeOffset="145257">2271 3890 8972,'-6'-5'360,"0"0"-180,2 2-1,-1 0-3456,0-1 2753,1 0 1563,-1 1-859,1 0 0,0 0-90,0-1 180,0 1-180,0-1 3032,1 2-3122,-1-1 0,2 6 0,-1 2 0</inkml:trace>
  <inkml:trace contextRef="#ctx0" brushRef="#br0" timeOffset="145789">2362 3681 9512,'-8'-5'-90,"2"1"90,0 1 0,3 0 0,-1 0 90,2 0-90,5-5 0,4 1 0,3-2 0,1 4 90,-3 2-90,1 1 0,0 1-90,-1 0 90,0 1 0,-1 0 0,0 2 0,-1 1 0,0 2 0,0 4 0,-2 0 0,-2 3 0,-2-1 0,-2 1 0,-1 0 0,-4 10-90,0-5 180,-7 13-90,5-12-239,-1 2 239,3-6 0,2-4 0,1 1 0,1-3 0,1 0 0,1-1 0,3 3 0,0-3 239,4 1-239,-1-2-90,1-1 90,1 0 0,1 1-90,-1 0 90,1 0 0,-1 1-90,1 1 90,-3 0 0,0 1 0,-1 0 0,-2 2 0,-1 0 0,-2 2-90,-2 1 90,-7 16 0,2-5-779,-7 9 779,4-11 0,1-3 0,1-3 0,1-4 0,2-2-90,1-1 0,0-2-90,2-1 180,0-1 0,10-7 0,1-3 0</inkml:trace>
  <inkml:trace contextRef="#ctx0" brushRef="#br0" timeOffset="146215">2627 3664 8432,'0'-8'270,"1"2"180,-1 0-90,0-1 809,1 2-1079,-5 5 0,1 3 0,-4 7 0,0 5 0,-4 17 0,4-10 0,0 1-90,1 0 0,0 1-625,0 0 0,1-1 625,0 12 90,2-3-180,1-2 38,3-3-128,4 7 90,0-10-654,4 5 564,-2-13 90,3-3-90,0-3 1,6-1-1,-5-4 90,5-1 1323,-5-4-1323,0-2 56,0-3-56,-1-1 90,-1 0 0,-1-3 756,-1 1-756,-2-1 0,-2 0 0,-1-1 0,-2 1 0,-2-1 0,-2 0 90,-7-1-90,1 4 0,-14 1-90,-8 12-1063,3 0 883,-6 9-449,16-4-450,0 8 1169,8-6 0,-3 9 0,6-4 0</inkml:trace>
  <inkml:trace contextRef="#ctx0" brushRef="#br0" timeOffset="147932">1679 4891 8162,'-8'-4'0,"1"1"90,1-2 0,2 2 90,-1-3 0,2 2-90,0-3 0,1 3 90,0-2-90,2-2-90,1 2 90,1-4 0,1 3 0,7-8 0,-2 3-90,6-3 0,-3 3 90,2 2-90,-1-1 0,1 2 89,4-2-89,-5 4 0,3-1 0,-6 5 0,-2 1 90,0 1-90,-2 2 0,0 3 0,-2 1 0,-1 3 0,-1 3 0,-4 9 0,-5 12 0,-1-1-1051,-4 5 1051,2-13 0,-6 12 0,4-10 0,-3 5-209,8-13 209,1-3 0,3-3 0,0 0 0,2-3 0,1 0 0,1 0 1028,3-1-1028,1-1 232,1-1-232,1 0-90,7 1 90,2 1 0,6 3 0,-4-2-89,1 6 89,-9-5 0,2 4 0,-5 3 0,-3-3 0,-2 5 0,-2-5 0,-3 2-90,-4 7 90,-1-2 0,-5 5 0,0-6-953,-8 8 953,5-9 0,-5 6 0,9-11-180,2-3-90,2-2-179,1-3-451,2-1 900,0-1 0,4-2 0,0-1 0</inkml:trace>
  <inkml:trace contextRef="#ctx0" brushRef="#br0" timeOffset="148241">2041 4823 8522,'-2'-10'450,"1"-2"-360,0 6 270,-1-1-180,2 1 269,-2 1-449,1 8 90,0 8 0,0 6 0,1 5-90,1 3 45,0-4 0,-1 2-1002,1 4 1,0 1 1001,0-1 0,-1 0-45,1-1 0,0-1-90,1 9-90,0-13 1,0 1-451,3 15-1026,1-3 846,-1-11 810,-1-10 0,2 3 0,1-1 0</inkml:trace>
  <inkml:trace contextRef="#ctx0" brushRef="#br0" timeOffset="148498">2218 5013 9422,'-5'-4'0,"1"0"0</inkml:trace>
  <inkml:trace contextRef="#ctx0" brushRef="#br0" timeOffset="149089">2501 4721 8162,'-7'-6'180,"1"0"-180,3 1 90,-1 1 0,1 0 0,0-1 90,0 2 0,0-2 0,1 2 0,0 0 0,-1 0-90,-2 5-90,1 2 89,-1 5-89,0 1 90,0 3-90,-1 2 90,-3 17-90,3-5 0,-1 13 0,2-10-447,1 2 537,1 1-763,1-3 673,2 2 0,1-4 0,3 0 0,0-1 90,3 4-180,1-9 90,2 3-90,3-7 90,-2-6-180,9 3 90,-8-10 0,4 0 90,-5-5-90,2-2 417,-2-1-327,2-2-90,0-3 90,-3 0-90,1-2 90,-4 0 90,0-1 614,-3 1-704,-1-2 180,-3-3-90,-5-3 0,-6-4-1,-1 6 1,-10 1-90,8 11 90,-6 0-90,5 4 0,1 2 90,1 2-90,-1 1-90,2 1-90,1 1-179,2 0-361,1 0-359,1 4 1079,3-4 0,0 2 0,3-4 0</inkml:trace>
  <inkml:trace contextRef="#ctx0" brushRef="#br0" timeOffset="149656">2737 4671 8432,'-2'-7'270,"1"1"0,0 1-180,0-1 90,2-2-180,2 0 90,3-2 0,1 4-90,3-1 0,0 0 90,1 1-90,0 1 0,1 0 90,-1 3-90,-1 1 0,1 3 89,-2 3-89,2 4 0,-2 2 0,-1 4 90,-2 3-90,-2 2 0,-2 6 0,-2 3 0,-2 4-1124,-2 1 1124,-3 0 0,0-1 0,-1 0 0,-1-2 0,4-10 0,0 0 0,-3 8 0,1 4 0,4-16 0,2-3 0,1-4 0,3-1 90,1-2-90,3-2 0,1-2 1214,4-2-1124,1-3-90,6-3 0,2-2 0,14-7 90,-8 2-1081,8-4 991,-13 4 0,1 0 0,-4 2 0,4-2-90,-8 5-180,2-2-360,-8 5-989,3 0 1619,-5 1 0,2 0 0,-5 2 0</inkml:trace>
  <inkml:trace contextRef="#ctx0" brushRef="#br0" timeOffset="152265">1768 5747 8612,'1'-10'90,"-1"0"0,1 4 0,0 0 0,1 0 90,-1 0 0,0 1 0,1-1-1,-1 2 1,0-2 90,0 2-270,-2 13 90,1-1 0,-3 13-90,-1 9 0,0-4-659,-2 11 749,1-7-90,-1-2 0,0 1 90,0-1-90,0-4 0,-1 7 0,1-5 0,0-1 0,1-4 0,3-12 0,1 2-90,1-6 749,1-1-749,2-1 90,5-5 0,-2 0-90,3-4 90,-2 1 0,-1 1 0,0-1-90,1 0 90,-1 1 0,0-1-90,1 1 90,-1-1-90,1 1 0,4-1-179,2 0 89,5-2 0,-4 2 90,1 1-90,-4 1 0,0-1 90,0 1-90,0-1 90,0 0-90,-2 0 90,0 0 0,0 1 0,-2-2 0,0 1 1,-1-1 89,-1 0-90,0-2 0,-2 2 90,0-3 0,-1 3 90,-2-1 0,-1-4-1,0 3 1,-2-2 0,1 4 0,0-1-90,0 3 90,-1-2 0,-1 9-90,1 0 0,0 8 0,2-1 90,0 22-90,1 1 0,0-13 0,0 0-886,2 16 886,-1-12 90,2 2-90,-1-4-372,0-2 372,0-1 0,2 6-360,0-3 1,0-3-271,1-4 180,-1-10 450,-1-1 0,2-2 0,0-1 0</inkml:trace>
  <inkml:trace contextRef="#ctx0" brushRef="#br0" timeOffset="152476">2156 5758 8072,'5'6'360,"0"1"-270,-2 3 0,-1 3 90,1 18-90,0-4-1434,1 13 1433,-1-9 1,-1-1-90,1 1 204,-1-4-1464,1 7 991,0-9-106,-1 3 1,1-6 0,0 1-1</inkml:trace>
  <inkml:trace contextRef="#ctx0" brushRef="#br0" timeOffset="157498">2408 6010 7982,'-6'-6'450,"0"0"-360,2 3 90,1 0 0,-1 0 0,2 0 180,-1-1-91,2 0 181,-1-1 90,0 0 90,2 1-630,-2-2 0,2 4 0,-1-1 0</inkml:trace>
  <inkml:trace contextRef="#ctx0" brushRef="#br0" timeOffset="158065">2579 5708 9512,'-4'-6'90,"-1"0"-1,2 3 1,1-1-90,0 0 0,3-1 0,0 2 0,4-2 0,-2 3 0,2-2 0,0 3 0,1-2 0,1 1 0,0 0 0,-1 1 0,1 1 0,-1 0 90,1 3-180,-1 0 90,0 4 0,-1 1 90,0 4-180,0 12 90,-3-2-2746,-1 14 2746,-2-5 0,-2-3 0,-1 1-675,0-7 1,0 1 674,-2 7 0,0 0 0,-4 7 7,3-12 1,-1 0-8,1-2 0,-1-1 0,1 0 0,0 0-294,-4 11 294,6-17 2153,2 2-2153,1-6 1721,1 2-1721,1-7 116,2-1-116,1-2 494,5-1-494,-1-3 70,10-2-70,-4-2 0,7-3 0,8-5 0,-7 2-90,14-8 0,-16 8-322,2 0 142,-9 3-270,-3 2-359,1 0 539,-3 0 360,0 1 0,1-2 0,1 0 0</inkml:trace>
  <inkml:trace contextRef="#ctx0" brushRef="#br0" timeOffset="158640">2779 5745 8792,'2'-8'360,"-1"1"-270,0 2 0,0 0 180,2-2-91,-1 2-89,1-3 90,4 0-90,-2 0 0,4-3 0,1 2 0,0 0 0,2-1-90,0 1 90,1-1-90,1 2 90,0 0-90,-1 2 90,0 0-90,-2 3 0,0 1 0,-2 0 0,1 3 90,-3 0-90,2 6 0,-3-1 90,-1 9-90,-5-3 0,-1 8 0,-8 10 0,1-5 45,-2-1 0,0 0-45,-1 4-849,-5 8 849,6-15 0,3-3 0,2-3 0,2-3 0,1 2 0,2-5 0,6 6 0,-1-9 849,6 1-849,-2-5 0,1-1 0,0 0 0,2-1 0,-1 0 0,1 1 0,4 1 0,-5-1-90,6 5 90,-9-1 0,1 3 0,-5-1 90,-3 8-90,-3-3 90,-3 8 0,-10 9-90,1-6-950,-7 12 950,5-11 90,0-2-90,2-3-206,1-3 26,3-4-180,2-1-180,1-3-809,2-1 90,1-2 1518,2-2 0,1-1 0,1-1 0</inkml:trace>
  <inkml:trace contextRef="#ctx0" brushRef="#br0" timeOffset="158840">3282 5759 10681,'3'-7'899,"0"0"-449,-1 3 0,-1 1-360,0-3-90,1 3 0,-1 0 0,0 1 0</inkml:trace>
  <inkml:trace contextRef="#ctx0" brushRef="#br0" timeOffset="161590">1994 6834 10411,'3'-7'360,"-1"1"90,-1 1-360,-4 6-90,0 1 0,-5 6 89,0 0-89,-3 6 90,-2 1-1242,-3 4 1152,-1 2 0,1 1-684,0 0 684,2 0-393,2-2 393,2-1 0,4-4 0,1-2-90,3-2 1094,1-1-1094,3-1 831,0-1-831,4-2 485,1 0-485,3-2 0,2 0-90,8-1 0,-3-2 90,6 1 0,-7-2 0,1 1 0,-2-1 0,-1 1 0,-1 0 0,-2 1 0,-1 1-90,0 2 180,-3 5 0,-2 0 90,-4 4-90,-5-2 90,-1 3-523,-6 3 433,-1 1-166,-4 3 166,2-6 0,-1 1 0,1-1 0,-1-1-414,0 1 1,-1-1 233,-8 7-179,10-11-1350,1-3 1807,6-4 0,-2-1 1,5-4-1</inkml:trace>
  <inkml:trace contextRef="#ctx0" brushRef="#br0" timeOffset="161823">1926 6920 9062,'-7'-1'90,"2"-1"180,0 1-1,2-1-179,5-3 0,2 0 0,7-4 0,4 0 0,3-2-371,16-10 281,-15 10 0,-1 0-461,1 0 0,-1-1 101,17-7-449,-15 7-181,2 1 631,-4 2 287,0 1 0,1-1 0,-1 0 0</inkml:trace>
  <inkml:trace contextRef="#ctx0" brushRef="#br0" timeOffset="162232">2366 6866 9691,'-7'3'630,"1"-1"-360,0 2-90,-1 0 90,-1 1-90,-1 2-1,-1 2 1,0 2 90,-8 13 0,1 2-180,-1 6-719,5-4 719,8-6 0,1-2-90,2 0 90,0 2 0,2 0-90,1 0 0,3 2 0,1-1 0,3-1-236,1-2 146,1-7 0,2-1 0,1-3 0,2-3-90,10-3 0,12-9-1107,-2-2 1287,2-7-90,-13 1 124,-3-2-34,-2-2 0,-2-2 0,-3-1 90,-3-2 0,-4 0 90,-4-10 0,-5 5-1138,-4-9 1048,-8 6 90,-4 0-90,-8 2-1,-4 2 1,-3 5 0,7 12 0,0 1 0,-12-1-45,12 5 0,1 2-45,-9 4 90,0 1-964,2 4 604,3 1-701,-4 7-828,13-3-181,0 4 1980,14-5 0,1 3 0,2 2 0</inkml:trace>
  <inkml:trace contextRef="#ctx0" brushRef="#br0" timeOffset="177341">3339 3610 9781,'-7'-2'-809,"0"-1"629,3 1 90,0 0 90,1-1 0,3-2 0,2 1 0,3-2 0,1 2 0,0-1 0,2 0 0,0 1-90,0-1 90,1 1 0,3 0 0,-2 1 0,2 0 0,-2 3 0,-3 0 0,2 2 0,-1 0 0,-1 2 0,0 1 0,-1 1 0,0 2 0,-2 0 0,0 2 0,-1 2 0,-2 0 0,-1 2 0,-1 2 0,-1 2 0,-5 12 0,0-6 0,-2 10-933,1-12 933,1-1 0,-1-3 0,1-2 0,-3 5 0,3-6 0,-2 3 0,4-6 0,0-1 0,1 0 0,1-2 0,1-1 933,1-1-933,1-1 0,1 0 0,1-2 0,2 0 0,1-1 0,5 0-90,-1-2 90,4-1-90,-2-1 0,1-1 0,1-1-270,8-3-359,-4 1-36,5-2 755,-7 1 0,6-2 0,-1-1 0</inkml:trace>
  <inkml:trace contextRef="#ctx0" brushRef="#br0" timeOffset="178073">3629 3551 7353,'-6'-6'0,"1"2"0,-1 2 90,1 1-90,-1 2 0,1 0 0,0 1 0,-1 1 0,1 1 0,-1 1 90,1 0-90,0 1 0,0 1 0,0 3 0,1-2 0,1 2 90,6 5-90,1-6 0,5 6 0,5-2 90,-2-3-90,4 2 0,-2-3-237,0-1 237,3 1 0,-1 1 90,2 0-90,0 0-90,-2 2 90,2 1 0,-2 0-90,-1 0 0,-3-1 90,-1-1-89,-1 1-1,-1-1 0,1 4 90,-4-3-90,1 7 0,-6-4 90,-1 0 0,-3-1 0,-5 1 90,1-5 90,-11 6-90,4-7-90,-5 1 89,6-4 1,-1-1 327,1-2-328,1-2 1,0 0 0,1-2 0,1 0-90,1-3 90,1-1 0,1-3-90,0-2 90,3-1-90,1 0 90,2-4-90,1-1 90,1-2-90,3-16 0,4-5-1524,0-1 1524,2 1 0,-4 15-261,0 3 261,-2 3 0,0 4 90,-1 0-90,0 1 0,-2 1 0,-1 2 1565,0 0-1565,-3-1 310,0 2-310,-3-1 0,-1 4 0,-4 0 0,1 3 0,-11 2 0,9 2-90,-4 3 0,8 0 0,1 0-90,1 1-90,2 1-449,2 0 179,0 0 540,2 1 0,3 3 0,1 2 0</inkml:trace>
  <inkml:trace contextRef="#ctx0" brushRef="#br0" timeOffset="178332">3924 3700 8792,'-11'-1'450,"1"1"-450,5 0-180,1 1-270,0 1-719,1 2 1169,1-1 0,1 2 0,0 0 0</inkml:trace>
  <inkml:trace contextRef="#ctx0" brushRef="#br0" timeOffset="179081">4007 3563 7713,'3'-8'90,"-1"2"-90,2 2 0,1 1 0,-1 1 0,2-1 89,1 1-89,0 0 0,0 0 0,3 2 0,-2 1 0,2 0 90,-4 3-90,3 5 0,-3 0 0,2 5 0,-5-2 0,0 2 0,-2 2 90,0 2-90,-2 3-478,0 0 478,-1 5-767,-1-1 767,-2 3 0,1 0-7,-2-3 7,1-2 0,0-3 0,1-3 0,1-1 0,-2 5 0,2-7 436,0 7-436,2-7 796,0-2-796,1-2 110,2-5-110,0 0 0,1-1 0,0-1 0,1-1 0,2 0 0,0-1 0,1-1 90,0-2-180,-1 1 90,2-1 0,-1-1-180,2 0 90,-1 0-89,0 0-901,4-1 1080,-3 0 0,6-3 0,-3 0 0</inkml:trace>
  <inkml:trace contextRef="#ctx0" brushRef="#br0" timeOffset="179940">4426 3566 7443,'-1'-8'0,"0"2"90,-2 0-90,1 3 90,-1-2-90,0 3 90,-1-1 0,0 1-1,-1 0-89,-1 0 90,0 2 0,-4 0 0,1 1 0,-8 4 0,6-1-90,-5 3 90,4 0-90,-2 4 90,3-1-90,-1 3 0,6-3 90,0-1-90,3 1 0,1 0 0,2 5 90,3-4-90,2 4 0,4 0 0,0-5 0,10 8 90,-1-4-90,1 0 0,1-2 0,-7-4 0,1 0 0,-1 0 0,0-1 0,-1 0 0,-1-1 0,0 2-90,-1-1 90,-1 1 0,4 3-90,-5-3 90,1 3 0,-4-4-90,-3 4 90,-1-2-90,-2 2 90,-1-2 0,-3 0 0,0 0 0,-8 6-90,2-4 90,-5 4 0,3-6 0,1 0 0,0-2 0,0-1 0,2-1 0,0-2 0,-1-2 0,4-1 0,-3-1 90,6-2-90,1-2 0,1-2 0,2-2 0,1-2 0,1-4 0,7-17 0,-1 6-1179,6-13 1179,-4 10 0,1 0 0,0-1 45,-3 9 0,-1 0-45,2-10 0,3-7 0,-7 16-37,-2 4 37,-1 3 90,-1 2-90,-1 2 90,-2 1-90,-2 1 0,-1 1 90,-5-1 1072,1 5-1072,-4 0-90,2 4 0,-1 3 54,0 0-234,0 3-90,1 0-180,0 2-269,2 0 269,0 2 450,2-1 0,0 5 0,0 1 0</inkml:trace>
  <inkml:trace contextRef="#ctx0" brushRef="#br0" timeOffset="187808">3559 4560 7353,'-6'-4'0,"0"0"90,4 0 0,0-1 0,1-2-90,2 2 90,1-1-90,1 2 0,-1 0 0,1 1 0,0 0 90,1 0-90,2-1 0,0 0 0,1 1 0,1-2 89,0 1-89,1 0 0,0 1 0,0-1 0,0 1 0,0 1 0,-1 0 90,0 1-90,0 0 0,2 3 0,-3 0 0,2 3 0,-4 0 0,0 2 0,-2 2 0,-1 2 90,-2 0-90,0 2 0,-2 3 0,-1 1 0,-4 5 0,0-1 0,-2 5-349,-1-3 349,0-1 0,-1-1 0,1-4 0,1 0 0,2-4 0,0-1 0,3-3 0,0 1 0,1-1 349,2-2-349,2 2 0,1-6 0,3 2 0,0-3 0,2-1 0,-1 0 0,1 0 0,1 0 90,-1 0-90,4 1 0,-4 1 0,6 3 0,-7-2 0,1 3 0,-3-2 0,-1 2 0,-1 1 0,0 5 0,-2-3 0,0 4 0,-2-2 0,-1-1 0,-1 1 0,-1 0 0,1 0 0,-1 0 0,-1-1 0,1 0 0,-1 0 0,0-2 0,1 0-90,-1-2 0,1 0 0,0-2-179,-1 0-271,2-1 90,0-1 450,0-1 0,2-1 0,0 0 0</inkml:trace>
  <inkml:trace contextRef="#ctx0" brushRef="#br0" timeOffset="188305">3939 4499 7713,'0'-8'359,"0"0"-89,-1 0 90,-2 1-90,1 0-90,-3 1 0,2 3-90,-1-1 90,0 2-91,-2 2 1,0 1 0,-2 2-90,1 3 90,-1 3 0,-1 2-90,-2 5 90,-4 16-90,3-5-517,-3 10 562,9-16 0,1-1-45,-2 13 45,3-8 0,1 0-45,1 4-918,3 7 918,2-13 0,1 1-90,1-4 0,5 4 0,-1-6 319,4 2-409,-2-8 91,1-3-1,0-2 0,1-2 1041,-2-3-1041,1-1 0,-1-2 0,7-3 255,-2-3-255,3-4 90,-7 0 0,-5 0 0,-4 4 0,-3-5 0,-1 4 0,-3-5 90,-3 5-90,0 0 0,-2 2 0,-2 1 90,-1 2-90,1 1 0,-1 0 0,1 2 0,1 0-90,1 2-90,0 1-540,0 2-89,3-1 809,1 2 0,4 0 0,0-1 0</inkml:trace>
  <inkml:trace contextRef="#ctx0" brushRef="#br0" timeOffset="188530">4130 4722 8972,'-6'-7'450,"1"1"-181,1 4-89,0-2 0,-1 1-1979,-1 0 1799,1 3 0,2 0 0,0 1 0</inkml:trace>
  <inkml:trace contextRef="#ctx0" brushRef="#br0" timeOffset="188997">4329 4528 9152,'-6'-6'180,"0"1"-90,1 1 0,0 1 89,0 1 1,0 1-180,-3 1 90,2 2 0,-2 1 0,1 3-90,-1 1 180,-2 11-180,2-3 0,-1 8-455,3-2 455,1 1 90,1 1-90,2-1 0,1-2 90,2 1-90,1-1 0,1-1 0,3 7-90,0-8 90,2 5-90,-1-10 1,1-2 89,0-3-180,1-1 634,0-3-544,1-2 0,1-1-90,1-3 91,1-1-1,0-2 0,1-2 90,0-2-90,-2-1 0,1-4 0,-2 0 90,0-3 0,-4 1 0,-1-1 0,-3 1 0,-2-1 0,-1-1 0,-9-13 90,0 9-757,-7-9 757,4 13-90,-2 4 90,0 3-90,-1 3 90,0 1-90,0 3 0,2 2 0,0 3 0,2 1-90,0 1-629,-5 9-451,7-1 1170,-1 3 0,9 1 0,2-3 0</inkml:trace>
  <inkml:trace contextRef="#ctx0" brushRef="#br0" timeOffset="189422">4656 4461 8972,'0'-9'719,"-1"1"-449,-1 4 0,-1 0-180,-2 4 0,1 1-90,-2 2 90,0 2 0,1 0-90,-1 2 90,-1 1-90,1 2 90,-2 1-90,2 0 90,-1 1-90,2 0 0,0 2 0,1-1 90,-1 1-90,3-2-90,1 0 90,1 0 0,1-1-90,2 0-90,3 4 90,1-3-90,2 2-180,4-1 270,-3-3-179,6 6 89,-5-7 90,0 4 0,-3-5 0,-2 1 0,-1-1 0,-2 1 90,-1 1 0,-1 0 90,-1 0 0,-3 2-90,-1 1 90,-5 3 0,-1 2 0,-10 8 0,-2-1-760,0-2 580,3-5-142,9-9-128,-1-1-269,3-2-181,0-2 271,2-1 539,1-2 0,2 0 0,2-1 0</inkml:trace>
  <inkml:trace contextRef="#ctx0" brushRef="#br0" timeOffset="189631">4596 4486 8882,'-3'-8'989,"2"0"-629,0 3-180,1-2-90,1 1 180,4-2-180,2 2 90,12-10-180,-1 5-1021,9-6 751,-2 3-270,0 1-809,1-1 1349,9-4 0,-7 4 0,8-4 0</inkml:trace>
  <inkml:trace contextRef="#ctx0" brushRef="#br0" timeOffset="193684">3782 5613 8882,'2'-7'-450,"0"1"450,-8 18 0,2-5-90,-6 16 90,5-8 0,0 2 0,-1 0 0,0 4 0,-1-1-428,1 2 428,1-2 0,-1-2 0,1-1 90,0 1-111,1-3 21,0 0 0,0 2-90,1-5 90,-1 3 90,2-8-90,0 0 0,0-1 0,-1 1 0,2-1 337,4-5-337,0-1 22,6-6-22,-4 2 0,0 0 0,0 1 0,0 0 90,0 1-180,1 0 90,-1 0 0,2 0 0,-2 0-90,2 1 0,1 0 0,-2 0 0,5 1 0,-5-1 1,3 1 89,-3-1-90,3 0 0,0-1 0,3-1 90,-3-1-90,-1-1 90,-3 1 0,3-2 90,-3 1-90,1-2 90,-3 2-90,-1-1 90,1 0 0,-2-1-1,1 0 1,-2 1-90,1-2 180,-1-2-90,-1 3-90,1-3 90,-1 5 0,0-1 90,0 0-90,-1 10-90,1-1 0,-2 17 90,3-3-599,-1 7 509,0-4 0,1 0 90,0 0-90,0 0 0,1 1 0,1 0-194,-1-3 194,0-1-90,0-2 0,1-1 1,-1 0-181,1 0-810,1-1 631,-1-2 573,1-4 1,-2-5 0,0-1 0</inkml:trace>
  <inkml:trace contextRef="#ctx0" brushRef="#br0" timeOffset="194456">4071 5609 8072,'0'-8'630,"-1"3"-630,-3 8 90,0 1-90,-4 12 90,4-3-90,-3 5 0,1 1 90,-3 12-90,1-4-728,-1 6 728,5-10 0,-3 10 0,2-9 90,-1 7-90,2-13 0,0-2 0,2-2 0,-1 3 90,1-6-90,-1 2 0,3-6 0,-1 0 818,1-2-818,0-1 0,6-7 0,-3 2 0,4-8 90,-2 1-90,-2 2 0,2-3 0,-2 3 0,0-1 0,0 1 0,0 0 0,0 1 0,0 0-90,0 1 90,2-2 0,-2 2-90,4-1 0,-2 1 0,1-1 0,0 2 90,-2 1-90,0 1 0,0-1 90,0 1-90,0 0 0,1-1 0,2 0 0,-3 1 0,6-2 0,-3 1 90,3-1 0,-2 0-90,-1 1 90,-2 0 0,-1 0 0,0 0-90,0 0 90,-1 0 0,1 0 0,0 0 0,0 0 0,0-1 0,-1 0 0,1 0 0,-2-1 0,0 1 0,-1-2 90,-1 0-90,-2 0-90,1 0 90,-2 2 0,2 0 0,0 2 0</inkml:trace>
  <inkml:trace contextRef="#ctx0" brushRef="#br0" timeOffset="198965">4157 5760 7263,'0'-8'809,"0"0"-539,1 2 90,-1 0-90,0 1-270,0 13 0,0 5 0,1 6 0,-1 1 0,0-6 0,0 1 0,0 1 0,0 0 90,0 8-90,1-6 0,0 6 0,0-1 0,0-7 0,0 10 0,0-13 0,1 4-90,-1-7 90,0 0-90,1-1 0,-1-1 0,0 0 0,0-2-90,-1 0-90,1 0-1169,0 0 1439,1-1 0,-1 0 0,-1-3 0</inkml:trace>
  <inkml:trace contextRef="#ctx0" brushRef="#br0" timeOffset="199356">4323 5771 8252,'3'-6'1170,"0"0"-1800,-1 3-629,2 3 1259,-2 2 0,0 1 0,-1-1 0</inkml:trace>
  <inkml:trace contextRef="#ctx0" brushRef="#br1" timeOffset="200922">4370 5575 8617,'3'-5'1,"2"0"0,1 3 89,2 1-91,-2-1 0,1 1 0,1-1 1,0 0-1,6-1 0,-2 0 0,3-1 0,-4 1 91,7-1-180,-4 1 180,4-1-90,-6 1 0,3 0 0,0-1 0,0 2 0,-3 0 0,-4 1 0,-2 0 0,0 1 0,0-1 0,-1 1 0,3 0 0,-3 2 0,1 0 0,-4 2 0,-2 1 0,-1 7 0,-2-1 0,-1 6 0,0-2 90,-1 0-599,-2 6 599,-1 0-90,0 2-90,0-3 180,2-1-90,-4 11 0,2-6 0,-2 7 0,3-4 0,1-4 0,1-1-90,2-6 0,2-7-270,0 2-449,1-4 809,1 1 0,0-3 0,2 0 0</inkml:trace>
  <inkml:trace contextRef="#ctx0" brushRef="#br0" timeOffset="201448">4749 5598 8072,'-1'-10'540,"0"0"-360,0 3 0,1 0-90,-1 0 0,2 2-90,1-1 90,1 3-90,1-1 0,1 0 90,0 1-90,2 0 0,1 1 90,0 0-90,1-1 0,4 2 90,-3 0-90,3 2 0,-4 1 0,0 2 0,-1 1 90,-1 3-90,-2 1 0,-1 2 0,0 2 0,-3 3 0,0 1-387,-2 3 477,-1 6-180,-4 15 90,1-7 45,0-5 0,0 0-45,-1 5-588,2-12 0,0-1 588,-2 5 0,1-2 0,1-5 90,-1 4-90,3-5 0,-2 1 0,3-7 0,0-1 340,1-1-340,-1-2 1222,2 2-1132,0-3-90,2 1 0,0-4 0,0 0 0,2-1 0,3-1 90,-1-2-90,4 0 0,-3-2 0,2-1 0,1-1 0,1 0 0,1-1-90,0-1 0,0 1 0,-1-1-89,0 0-91,0 0-180,-1 1-539,0-1 719,-2 0 270,0 1 0,2-3 0,1 0 0</inkml:trace>
  <inkml:trace contextRef="#ctx0" brushRef="#br0" timeOffset="201672">5130 5925 8612,'0'0'0</inkml:trace>
  <inkml:trace contextRef="#ctx0" brushRef="#br0" timeOffset="202464">4113 6660 8342,'0'-9'180,"-1"0"-90,0 4 90,1-3-90,-2 3 90,1-1-180,-4 5 90,1 1-90,-2 5 0,1 1 90,-2 2-90,1 2 0,-1 1 0,1 3 90,-1 0-90,2 0 0,-1 2 0,1-1 0,1-2 90,2-1-90,0-1 0,1 0 0,2 0 0,1-1 0,2 0 0,1-2 0,2 0-90,2-2 0,1 0 0,2-1 90,1 1-90,0-1 0,2 1 90,0 0-90,-2-1 90,0 2-90,-2-1 90,-2 0 0,0 1 0,-2 1 0,-3 0 0,-1 1 180,-3 6-90,-3-3-90,-3 7 180,-12 4-90,2-4 0,-8 7-90,4-9-853,0 0 943,-1-1-90,2-1-291,2-3 291,3-2-179,2-3-1261,0-1 1440,5-4 0,-1-4 0,4-3 0</inkml:trace>
  <inkml:trace contextRef="#ctx0" brushRef="#br0" timeOffset="202689">4069 6715 9422,'-8'-5'449,"2"1"-269,1 2 0,1-1 90,0 0-180,1-2 90,4-2-90,2-2 0,4-1 0,5-1-90,2-1 90,5-2-90,1-1-593,2 1 503,2 1-540,11-7-269,-8 7-271,5-2 361,-12 8 809,-3 2 0,1 0 0,1 1 0</inkml:trace>
  <inkml:trace contextRef="#ctx0" brushRef="#br0" timeOffset="203105">4554 6620 10681,'-12'-1'719,"-1"2"-539,5 1 180,-8 4-90,-4 6-90,-2 3-865,-1 5 774,8-2 91,-2 14-90,5-6-87,4-3 1,3 1 86,2 14-90,3-12 0,2 0-90,5 11-45,1-14 0,1-1-135,10 8 90,0-3-179,6-6 179,-11-14-90,11-2 180,-10-6-90,5-3 90,-3-3 0,1-3 0,1-3-90,4-12-751,-7 3 1020,2-8-89,-9 8 127,-3 0-37,-3 0 0,-2-9-1,-5 3-505,-3-7 506,-3 7 0,-4 4-90,-3 1 90,-2 4-90,-4 3-316,0 3 316,-3 3 90,1 4-90,1 3 0,3 2 754,1 2-1473,-4 3-181,8 0 20,-2 3 880,9 0 0,5-2 0,-1 0 0</inkml:trace>
  <inkml:trace contextRef="#ctx0" brushRef="#br1" timeOffset="210147">5415 3639 8617,'-5'-5'-452,"0"-1"361,2 3 181,-1-4-90,2 2 90,-2-1 0,2 1 0,0 0-1,1-3-88,1-2 250,2 1-63,0 1 42,2 1 35,0 0 108,3 0-66,-1-1 7,2 0 14,0 1-158,1-1-40,7-3-56,-4 4-54,6-2-25,-6 4-47,1 1 66,0 1-117,-1 1-18,-1 1-9,0 2-12,-1 1-10,-1 2-42,0 2-25,-2 3-2,-1 2 52,-1 9 68,-3-1 47,-1 6-1170,-5-2 1372,-1 2-29,-3 2 67,0 1 21,-2-2-760,-1-1 692,-1-1-16,0-1-398,1-3 354,1-3-12,2-3-14,1-2 1066,1-2-1082,1-2 781,1 0-798,0-2 452,1 1-486,4-3-144,3-2-52,7-2 129,-1-3 31,3-1 11,-4 3-22,2-2 21,-1 1-13,0 2 133,0-1 34,-1 3-172,-1 1-60,0 1-55,-2 2-28,-1 1 5,-1 2 62,-1 2-57,-3-1 12,0 3 46,-3-1 26,-1 2 49,-2 1 43,-2 2-11,-2 1-46,-2 0 71,1-1 1,0-4-1,0 0 1,0-2-1,0 0 0,1-2 0,1-1 1,0-1-90,1-2-180,1-1 0,0-1-539,2-1 269,-1-3 540,2 0 0,-1-5 0,0-2 0</inkml:trace>
  <inkml:trace contextRef="#ctx0" brushRef="#br0" timeOffset="210622">5840 3447 8072,'-2'-9'360,"0"1"0,-2 2-90,1 2-90,-3-1 0,2 3 0,-4 3-91,2 1 1,-2 3-90,2 2 90,-1 3-90,0 3 180,-4 16-180,2-4 45,1 0 0,1 0 45,1 8-290,1-12 1,2 1 244,2-1 0,0 0-45,1 10 90,2 11-90,1-17-632,1-1 632,1-2 0,2 0-90,0-2 0,3 0 0,0-4-180,6 1 180,-6-6 0,6 0 0,-5-7 0,-1-2 1,1-2-1,1-2 463,0-1-463,0-2 658,0-1-568,4-8-90,-5 3 90,2-6 0,-7 5 0,-1-1 90,-3 0-90,-1 0 90,-3-1-90,-2 0 90,-2-1 0,-10-6-90,2 8-652,-8-4 742,6 11-90,-1 3 0,-8 4 90,7 1-270,-11 8 0,14-3-449,-4 7-271,11-6 720,1 2 180,6-2 0,2 0 0,1 1 0</inkml:trace>
  <inkml:trace contextRef="#ctx0" brushRef="#br0" timeOffset="210839">6110 3704 9152,'3'-9'899,"-2"1"-719,-2 3-450,-1 0 270,0 1 0,0 2 0,1 0 0</inkml:trace>
  <inkml:trace contextRef="#ctx0" brushRef="#br0" timeOffset="211281">6286 3521 9332,'-6'-6'359,"0"0"-89,-1 1-180,0 1 0,-2-1 90,3 3-90,-1 1 0,-2 1-90,1 2 90,-2 3 0,0 1 0,-7 12 0,3-2-45,3 2 0,1 0-502,0 6 547,-1 8-90,8-10 0,2 9 0,4 8-1092,2-5 1002,2 0-566,2-13 567,-1-5 131,2 0-222,0-5 90,2-1-180,0-4 90,1-1 1049,-1-3-1049,0-2 654,1-2-654,2-3-90,9-7 180,-6-1 0,7-7 90,-12 4 190,-2 1-100,-3 0-90,-3-7 90,-2 4 0,-7-18 0,-2 12-1034,-6-9 1034,0 9 90,-3 2-180,-2 2 90,-11-2 0,7 8-90,-6 0 90,12 9-90,2 3-90,1 1 0,2 3-450,-2 3-449,4 1 629,0 3 596,5-2 0,0 5 0,2 0 0</inkml:trace>
  <inkml:trace contextRef="#ctx0" brushRef="#br0" timeOffset="211700">6518 3478 8972,'3'-8'360,"0"1"-180,-1 1-1,0 1 181,1 1 0,-2-1-90,1 1 180,0-1-360,-4 12 0,0-2-1,-7 24 1,3-12-802,-1 11 712,2-11-94,3-1 94,-1 0 0,2-1 0,0 1 0,3-2 0,0 0-90,4 0 0,1 0-270,10 5 270,-1-4-90,7 3-90,2-1 90,-6-7 90,3 3 389,-9-6-389,0 0 98,-2 1-8,-2-1-90,-2 0 90,-1 2 0,-3-1 90,-3 7 230,-3-3-320,-3 5 90,-2-4-90,-3 2 0,-2 1-233,-3 1 323,0-1-270,-5 1 0,7-5-1349,-5 3 1529,10-9 0,2-2 0,3-2 0</inkml:trace>
  <inkml:trace contextRef="#ctx0" brushRef="#br0" timeOffset="211930">6645 3379 9242,'-6'-7'360,"1"1"-181,1 3 1,2 0-90,2-2 0,6 0 0,3-1 0,14-6-90,-4 3-180,9-5-782,-5 3 512,0 1-360,-2 1-767,4 0 1577,-8 3 0,6 0 0,-7 2 0</inkml:trace>
  <inkml:trace contextRef="#ctx0" brushRef="#br0" timeOffset="233405">5470 4554 7892,'-2'-6'270,"1"-1"0,0 3 0,-1-3 90,0 3 180,0 0-91,1-1-89,-2 1-270,-1 4-90,1 1 90,-2 6-90,1 1 90,-1 3-90,-1 3 90,-2 5 0,-5 13-90,2-4-193,2-5 1,0 1 192,-3 14-1573,5-15 1,1-2 1572,-2 10 0,2-2 0,4-11 0,-1 0 0,2-4 0,1-6 408,0-2-408,0 0 3276,2-1-3160,-1-1-116,3-1 0,3-3 0,1-1 0,-1-2 0,0 0 0,-3 1 0,1 0 0,0-1-90,0 0 90,3 1 0,-1-1 0,2 1 0,-1 0-90,1 0 90,0 1-90,1-1 0,-1 0 0,1-1 0,1 1 0,-1 0-90,4-1 90,-3 0 90,2 0-90,-4 0 0,0 0 90,-2 0 0,0-1-90,0 0 90,-3 0-90,1 0 90,-2-1 0,0 0 0,0 0 90,-1-1 0,-1-2 0,0 2-90,0-4 90,-2 5 0,1-3 0,0 2-90,-2 13 0,1-3 90,0 13-90,1-7 0,1 6-90,1 3 90,0 0-90,0-2 0,1-5-90,0-1-90,-1-1-269,1 1-900,0-1 1169,0-1 270,0-3 0,-2-4 0,-1-1 0</inkml:trace>
  <inkml:trace contextRef="#ctx0" brushRef="#br0" timeOffset="233863">5722 4644 8522,'-2'-9'360,"0"0"-270,2 4 90,1 0-90,1-1 0,0 1 0,4-1 0,-3 1 0,3 0-90,-2 2 0,2-1 89,1 1-89,0-1 0,0 1 90,1 0-90,1 2 0,0 0 0,1 2 90,-1 0-90,0 2 0,-1 1 90,0 2-90,-2 2 90,0 10-90,-3-3 0,-1 10 0,-5-2 90,-2 3-382,-3 3 292,1-8 0,-1 0-1032,-4 11 1032,4-11 0,-1-1 0,-2 6 0,1-1-579,-1 2 579,4-8 0,-1 0 0,5-8 0,0-3 335,3 3-335,4-2 994,1 0-994,2-6 664,4-4-664,-1 0 0,11-4 0,-8 2 0,6-3-90,0 0-90,-6 1 0,5-1-89,-7 1-91,0 2-720,-2-1 541,-2 2 539,0-1 0,0-1 0,2-1 0</inkml:trace>
  <inkml:trace contextRef="#ctx0" brushRef="#br0" timeOffset="234088">6047 4822 9242,'-2'-8'809,"0"0"-629,2 3-360,1 0-1619,2 1 1799,0 1 0,-1 1 0,0 2 0</inkml:trace>
  <inkml:trace contextRef="#ctx0" brushRef="#br0" timeOffset="234780">6246 4519 9422,'3'-8'359,"-1"2"1,0 2-90,0 0 450,0 0-630,-3 11-90,-1 6 0,-2 5 0,-2 4-622,1-3 533,-1 4-1,-1 2 0,0 0 90,0 1-90,0-3 0,0-2-90,1-3-337,-1 5 337,2-7 0,-1 3 0,3-8 0,0-1 0,1-2 90,0-1 600,0-1-780,1-1 269,0-1 1,4-5 0,-1 0 0,3-5 0,-3 2 0,1 0-90,0 0 90,1 0 0,1-2 0,0 1 0,1 0 0,0 2 0,1-1 0,1 1 0,4-2 0,-3 1 0,3 0 0,-2 0 0,0 1 0,-1 0 0,0 0 0,1-2 0,-1 2 0,0-3 90,-1 0 0,-3 1 0,1-1 0,-2 0 0,-2 0 0,0 0 0,-1-1 90,1-2-90,-2 1 0,1-1-1,-1 3 1,0 0 90,0 2 180,0-4-360,-1 20 0,0-7 0,-1 17 90,2-9-90,0 1 0,0 2 0,1 0 0,1 9 0,-1-7-326,2 6 236,-1-9 1,1 0-91,0-1 0,0-2-90,-1-1-90,1-1-719,-1-2 539,1 1 540,-1-3 0,-1-1 0,2 0 0</inkml:trace>
  <inkml:trace contextRef="#ctx0" brushRef="#br0" timeOffset="235255">6494 4505 9062,'-1'-10'1259,"1"2"-1169,3 2 90,-1 2-90,0 0 0,1 0 0,1 0 0,3-2 0,0 2-90,2-2 90,0 3 0,4-1 0,2 2-90,0 1 0,-1 1 89,-4 3-89,-1 1 0,0 3 0,1 9 90,-3 9-90,-1 2 0,-6 8-1255,-3-7 1255,-2 6 90,-1-1-90,-1 0 0,-2-1 0,1-1 0,0-1 0,1-3 0,1-3 0,2-3-297,0-2 297,2-4 0,0-1 0,2-2 0,-1-1 0,2-2 0,1-1 1214,2-2-1214,1-2 338,1-1-338,1-3 90,3 0-90,1-3-90,3-1 0,1-1 0,0-2-179,3-3-1,-1-1-180,3-2-1439,4-5 1889,-1-1 0,3-4 0,-4 2 0</inkml:trace>
  <inkml:trace contextRef="#ctx0" brushRef="#br0" timeOffset="235447">7001 4657 10411,'8'-1'1709,"-1"0"-1259,-2 0-630,-1 1 180,2 1 0,-11 5 0,-2 3 0</inkml:trace>
  <inkml:trace contextRef="#ctx0" brushRef="#br0" timeOffset="237822">5740 5568 9512,'5'-8'179,"-1"0"1,-4 3-180,-1 1 90,-5 5-90,0 1 0,-4 6 0,4 0 0,-5 5 0,3-2 0,-3 4 0,4-3 0,0 0 0,3-1 0,0 0 0,1 0 90,1-2-180,0 0 90,3 0 0,0 0 0,2 0 90,1-2-90,2 1 0,1-2 0,2 1-90,2-2 90,1 0 0,1-1-90,1-1 90,1 0 0,1 0-90,0 0 90,0 0 0,0 1-90,-1-1 90,-1 1 0,-1 0 0,-2 1 0,-1 2 0,-2-1 0,-3 3 0,-2-1 0,-1 2 0,-3 2 0,-2-1 0,-3 4 0,-2 1 0,-3 2 0,-3 1 0,-2 0 0,-2-1-696,0 0 696,-1-3 0,0 1-90,2-4-1055,-6 2 245,11-7 900,-5 0 0,9-11 0,-1-3 0</inkml:trace>
  <inkml:trace contextRef="#ctx0" brushRef="#br0" timeOffset="238064">5732 5620 8612,'1'-7'180,"0"1"-90,4 2-90,1 1 90,2-2 0,2 0 0,3-1 0,2 0-521,5-3 431,2 0 90,4-3-90,0 2 0,-6 2 0,0 1-1000,9-4 640,8-4-629,-14 8 629,-4 0 360,-2 3 0,2-1 0,0 1 0</inkml:trace>
  <inkml:trace contextRef="#ctx0" brushRef="#br0" timeOffset="238505">6293 5569 9512,'-10'4'359,"1"1"-269,4-2 0,-1 2 90,-3 5-180,1-1 90,-1 4 0,3 0 0,0 1-90,1 2 90,-1 10 0,4 1-770,1 2 680,2-3 89,3-8-293,0 0 204,1-2-89,1 0 89,0-2 0,2-2-90,0-1 90,1-4-90,1 0 755,0-3-754,0-2 307,6-3-308,2-5 0,1-1 90,-1-4 0,-6 0 90,-1-1-90,0-2 90,-2 0 0,-2-1 0,0-1-90,-4 0 90,0-1 0,-3 0-90,-2-1-441,-2-3 441,-3-1 90,-2-3-90,-2 3 48,-9-5-48,-3 6 90,-8 0-90,7 13-270,-10 11 90,13 5-180,-8 7-1529,2 10-61,8-4 1950,-2 10 0,5-3 0,2 2 0</inkml:trace>
  <inkml:trace contextRef="#ctx0" brushRef="#br0" timeOffset="239155">5934 6504 9242,'-5'-9'180,"1"1"-90,2 4 89,0 0 1,0 0 0,-1 0 0,1 0 0,-1 0 90,1 1-180,-2-1 90,1 1 0,-2 1-90,-1 4 0,-1 0-1,-2 5-89,2 1 90,-2 2-90,-1 3 0,1 0 90,-2 5-90,1 1-308,0 2 398,1-2-90,3-1 0,1-2 0,1 0 0,1-3 0,2 0-180,2 2-90,5-1 180,2-1-90,4-3 0,-1-6 219,2 0-129,1-2-90,2 0 0,0-2 90,0 1-90,-1-1 90,0 1 1,-1-1-1,-1 1 0,-2 0 0,-1 1 0,-2 1 90,-2 1 0,-2 1 0,-2 2 0,-6 7 0,-1-1 0,-6 9 90,-10 6-90,-1-3-1146,-5 6 1236,4-9-90,2-2 0,-1-1-692,1-1 603,2-2-278,2-2-83,3-3-449,4-2 719,2-2 180,2-3 0,2-1 0,1-1 0</inkml:trace>
  <inkml:trace contextRef="#ctx0" brushRef="#br0" timeOffset="239407">5879 6581 8972,'-6'-5'540,"3"-2"-450,4 3-1,3-2 1,2 0 0,1 0 0,9-4 0,0-1 0,6-2-90,-1 1-270,9-4-899,-1 3-397,-2-1 1296,-6 7 270,-10 3 0,5-1 0,0 1 0</inkml:trace>
  <inkml:trace contextRef="#ctx0" brushRef="#br0" timeOffset="239822">6319 6539 9781,'-4'6'900,"-2"0"-720,2-2 90,-2 1-90,-1 2 269,-6 8-269,0 0-1210,-5 7 1210,3-1-268,-6 12 178,11-14 0,0 1-45,0-1 0,1 1-712,-4 17 757,8-14 0,2-2-351,2-2 351,2 0 0,1-1-90,2-1 0,1-1 0,3-1 962,1-2-962,7 0 0,-2-5-90,6 0 449,-5-6-449,2-3 90,4-2-90,0-3 90,4-4-90,8-12-533,-7 1 623,-11 7 0,0-1-90,4-9 309,-4 0-219,-2-2 0,-4-1-956,-2 1 1046,-4 1-90,-2-1-263,-3 0 263,-4-2 90,-3 2-90,-3 2 0,-4 3 90,-2 3-90,-14 1 90,-1 7-90,-1 3-90,6 8-90,10 2-179,1 3 989,3-1-1710,2 2-384,3 0-335,2 1 2065,3-1 0,2-2 0,1 0 0</inkml:trace>
  <inkml:trace contextRef="#ctx0" brushRef="#br0" timeOffset="240022">6706 6498 11311,'7'-6'-3277,"-2"0"3151,-7 2 1,-3 0 0,-6-1 0</inkml:trace>
  <inkml:trace contextRef="#ctx0" brushRef="#br0" timeOffset="248847">7704 3416 6903,'3'-6'540,"-1"1"-450,1 1 90,-1 0-90,1 0 89,-1 1 1,1-1 0,0 1 0,0 0-90,-1 6-90,-1 0 90,-3 12-90,-4 3 0,-5 12 90,0-2-366,-1 1 276,3-8 90,-3 7-90,3-9 0,-2 8 0,4-11 0,1 0 0,0-2 90,-1 5-90,0-3 0,1 0 0,1-3 0,2-6 0,1 0 0,0-2 276,1 0-276,-1-1 0,1 1 0,0-1 0,2 0 90,2-2-90,3-3 0,0 1 0,0-2 0,-1 2 0,1-2-90,0 2 180,1-1-180,1-1 90,1 1 0,1 0-90,0-1 90,5 0-90,-3-1 90,4 0-90,0-2 90,-4 2-90,9-3 90,-10 2 0,3-2-90,-4 3 90,-2-2 0,1 1 0,0-3 0,1-2 0,-1 0 90,0-3 0,-5 5 0,1-3-90,-3 4 90,1-1 0,-1 1 0,0-1 0,0 2-90,0-2 90,-1 3 0,-2 15-90,0-2 0,-3 15 0,1-6 0,0 1-311,1 2 311,-1 3 0,0 9 0,1-6-94,-1 14 184,1-14-90,1 1 0,0-7-90,1-8 0,-1-1 0,2-3-180,-1 0-90,1-2-232,0 0 502,1-3 114,0 0 1,1-2-1,1-1 1</inkml:trace>
  <inkml:trace contextRef="#ctx0" brushRef="#br0" timeOffset="249538">8070 3525 8612,'1'-8'630,"0"0"-1,-2 4 181,2-2-810,-4 13 90,1-2-90,-4 12 90,3-6-90,-2 2 0,0 1 0,0 1 90,-2 1-90,-4 11 0,3-8-332,-2 8 332,3-11-214,0 3 214,0-5 0,1 4-89,1-7 89,0 2 0,1-4 0,-2 4 0,2-6 413,1 1-503,0-3 312,7-7-312,0 0 90,4-4 0,-2 1 0,-2 3 0,0-1 0,0 0 0,0 1 0,1 0 0,0 1-90,0 0 90,1-2 0,0 2-90,1-1 0,-1 0 0,0 1 90,1 1-90,2-2 90,-2 0-90,3 0 90,-3 0 0,3-2-90,-2 1 90,2-2 0,-4 2 0,1-1 0,-1-1 0,1 0 0,0-2 0,-2 2 0,2-1 0,-4 2 90,1 0-90,-1 1 90,0 0-90,0-1 90,0 3-90,2 2 0,-4 2 0,1 5 90,-2 1-90,-1 2 0,0 2 0,0 3 0,-1 1 0,1 1 90,-1 11-90,0-6 0,0 6 0,1-10 90,1-2-90,0 0-90,0-1 0,1-2 0,0-1-90,0-1-90,0-1-629,0 2-91,0-4 451,1 1 539,-1-5 0,0-2 0,-1-2 0</inkml:trace>
  <inkml:trace contextRef="#ctx0" brushRef="#br0" timeOffset="249788">8325 3644 9152,'-4'-6'629,"-1"0"-179,2 2-90,-1 1-90,0 0 90,0 1-3149,-1-1 2789,1 2 0,2 0 0,1 0 0</inkml:trace>
  <inkml:trace contextRef="#ctx0" brushRef="#br0" timeOffset="250208">8405 3347 9332,'0'-7'270,"1"1"-1,-1 1-179,1-1 0,1 2 0,2-1-90,0 2 0,3 0 90,0 1-90,3-1 0,1 0 0,2-1 90,1 1-90,0 0 0,0 0 0,-1 2 0,1-1 0,-2 2 0,0-1 0,-1 1 0,-1 0 0,0 1 0,-1 1 0,-2 0 90,0 1-90,-1 2 0,-1 1 0,-1 1 0,0 3 0,-2 6 0,-1-2 0,-2 6 0,0-2 0,-2 0 0,-1 5 0,-1 0-826,-2 5 826,0-1 0,-4 13 0,3-10 0,-3 8 0,5-14 0,-2 8 0,4-10-90,-2 4-90,4-10-311,0 3 41,1-6-629,0 2 449,2-6 630,0-2 0,1-2 0,1 0 0</inkml:trace>
  <inkml:trace contextRef="#ctx0" brushRef="#br0" timeOffset="250688">8792 3380 9422,'-4'-6'1079,"1"1"-989,3-1-90,1 3 90,3-1-90,0 2 90,2 0-90,3-1 90,-1 2-90,7 0 0,-6 1 90,4 2-90,-4 1 0,-1 1 0,0 3 0,0 2 0,-2 2 0,0 1 0,-3 2 0,-1 2 0,-2 3 0,-2 5 0,-1 2-960,-3 4 960,-2 0 0,0-2 0,-1 2 0,0-2 0,0 0 0,0-1 0,2-3 0,1-3 0,2-3-90,0-2 90,2 0 0,1-3 0,4 5 0,1-9 0,4 1 0,1-5 960,1-1-870,2 0-90,2-1 0,2-2 0,2-1 90,0-1-558,3 1 468,2-3 0,-1 1-180,0-1-90,-3 0-90,-3 1-449,-1-1-580,-1 1 669,-2 0 720,-3 0 0,-1 0 0,-2 1 0</inkml:trace>
  <inkml:trace contextRef="#ctx0" brushRef="#br0" timeOffset="251247">4457 6277 8522,'-6'0'-450,"-3"-1"270,5 0 1,-3 1-451,1-1 180,1 1 450,-2 0 0,-5 0 0,-1-1 0</inkml:trace>
  <inkml:trace contextRef="#ctx0" brushRef="#br0" timeOffset="251531">4063 6257 7173,'4'3'719,"-1"0"-539,11-1-90,-1-2 0,2-1 0,4-1 0,7-1-2177,6-1 2087,7-1 45,-16 1 0,0 1 0,1-1 0,2 0 0,12-3 0,3-1-45,-6 1 0,1 0-951,-6 1 1,3 0 0,-2-1 860,8-1 0,-1 1-90,0-1 0,0 0-475,0 1 1,0 0 384,-4 0 0,0 1 270,-1 0 0,0 1 0,-6 0 0,2 0 0,-1 1 0,3-1 0,-1 0 0,0 1 0</inkml:trace>
  <inkml:trace contextRef="#ctx0" brushRef="#br0" timeOffset="253947">7969 4578 9602,'-2'3'899,"1"-2"-809,-4 9-90,3-4 0,-1 0 0,1 1 0,-2 0 0,2-1 0,-2 2 0,1-1 0,-1 2 0,1-1 0,-1 1 90,0 0-90,1 0 0,0-1 0,0 0 0,0 4 0,1-4 0,0 2 0,1-4 0,0 0 0,1 0 0,0-1 0,0 0 0,2 0 0,0 0 0,1-1 0,1 0-90,-1 0 90,1-1 0,1 0 90,0 0-90,0 0 0,1-1 0,2 0 0,4 1 0,2-1 0,-2 1 0,-3-1 0,-4-1 0,0 2 0,0-1 0,0 0 0,-1 0-90,0 0 180,0 0-180,-1-1 180,0 1-90,1 0 0,-2 0 0,2 2 0,-2-1 0,2 2 0,-2-3 0,0 4 0,-1-3 0,0 3 0,0-2 0,-1 3 0,-1-2 0,0 1 0,0-1 0,-1 0 0,1 0 0,-1 0 0,1 0 0,-2 0 0,1 0 0,-2 1 0,1 0 0,-1 0 0,1 1 0,-2 0 0,1 0 0,-1 1-90,-1-1 90,0 2 0,-1-1-180,-4 5 90,2-4 0,-2 2-90,4-4-180,-3 1 91,2-2-1,-1 0-90,2-3-899,-2-1 1259,2-1 0,-6-3 0,2-1 0</inkml:trace>
  <inkml:trace contextRef="#ctx0" brushRef="#br0" timeOffset="254274">7964 4595 9152,'10'-8'90,"0"1"-90,-2 3 0,0 0 0,3-1 90,2 0-90,1-1 0,5-2-90,0 1 0,0-1-810,6-3 91,-1 2-11,4-2 1,-3 3 0,-2 1 0</inkml:trace>
  <inkml:trace contextRef="#ctx0" brushRef="#br0" timeOffset="254764">8432 4547 9602,'-6'4'449,"0"1"-359,3-1 0,-2 1 0,0 4 0,-1 0-90,0 5 90,-2 3 0,0 3-90,-1 4-624,3-1 624,0 3 90,2-2-90,1 0 0,1-2 90,2 0-90,1-1 89,2 8-89,3 0 90,1-2-90,3-4 0,-2-10 715,5 1-805,3-5 90,1-2 0,-1-4 0,-2-4-90,-1-1 90,1-3 0,0-1 0,1-2 0,-1-1 0,-2-1 0,0-2 0,-1 1 0,-2-3 90,-2 0 0,-1-7 0,-3 4-90,-1-7 90,-5 6-90,-5-10 90,-1 6-928,-6-6 838,1 8 90,-3 5-485,0 2 395,-1 3 0,0 4 90,0 2-90,1 3-282,-2 2 282,2 2-180,0 1 0,1 3-720,-3 6-1708,3 4 2608,2-1 0,5 4 0,4-4 0</inkml:trace>
  <inkml:trace contextRef="#ctx0" brushRef="#br0" timeOffset="261616">7896 5523 9062,'-3'-7'90,"1"-3"-90,1 3 270,-1-1-90,1 1 89,1 1 1,-1 0 0,1 0-90,-1 0-180,-4 12 90,1-2-90,-5 13 0,2-5 90,-1 3-90,-1 0 0,-1 4 0,-2 5 90,-2 3-90,2-2 0,2-4 0,5-8 0,2 0 90,1-2-90,0-2 0,2 1 0,0-2-90,4 3 0,1-3 90,1 1-90,1-4 90,1-1-90,5 0 90,-2-1-90,3 0 90,-4-1 0,0 1-90,0-1 90,0 2 0,0-1 0,2 3 0,-2-1-90,2 3 90,-2 3 0,-2-3 0,-1 3-90,-3-2 90,0 3 0,-3-2 0,0 4 0,-3-3 0,-1 1 0,-2 1 0,-10 12 0,-1-3 0,-7 4-180,-1-5 0,8-10 0,-2 0-89,8-6-91,0-1-720,2-2 631,1-1 449,1-2 0,0-4 0,-1-2 0</inkml:trace>
  <inkml:trace contextRef="#ctx0" brushRef="#br0" timeOffset="261855">7876 5608 8792,'-3'-7'90,"-1"1"0,2 2 90,-1 0 0,1 0 90,0-1-270,2-1 89,1 2 1,6-5 0,1 3-90,5-3 90,0 2 0,11-5-90,7-2-974,2 0 794,0 0-90,-10 5-180,-1 1-894,-3 2 805,-2 0 539,-2 2 0,2-1 0,2 0 0</inkml:trace>
  <inkml:trace contextRef="#ctx0" brushRef="#br0" timeOffset="262296">8277 5487 9242,'2'-8'1799,"-2"3"-1709,-6 4 0,0 4 0,-2 5-90,1 1 89,-1 3 1,-1 6-1071,0 3 1071,-1 4-90,0 2 90,2 1-90,1 0-712,1 1 802,2-3-90,2 0 90,2 6-90,2-8 0,2 10 0,0-13-512,6 6 512,-4-10 0,4 3 0,-3-11 0,0-1 771,1-2-771,0-2 748,0-1-748,0-2 506,0-2-506,-1 0-90,1-2 90,-2 0 90,0-1-90,0-2 0,-2 1 90,-1-1-90,-1 0 0,-1 0 90,-1-1-90,-2 1 0,-1-1 90,-2 1-90,-2-1 0,-1 1 0,-2 1 0,0 2 0,0 1 90,0 1-90,-4 1-90,3 2-90,-1 0-449,3 2-1,3 0-809,-1 1 1439,5-1 0,1 1 0,1 1 0</inkml:trace>
  <inkml:trace contextRef="#ctx0" brushRef="#br0" timeOffset="262514">8466 5750 10771,'-3'-9'540,"-1"1"-451,2 3-1438,0 1-1169,3-1 2518,1 3 0,2 0 0,-2 2 0</inkml:trace>
  <inkml:trace contextRef="#ctx0" brushRef="#br0" timeOffset="262971">8676 5408 10501,'-1'-8'989,"0"0"-629,0 2-90,-1 1-180,-2 7-90,1 1 90,-3 6 0,0 5-90,3-3 0,-3 6 0,4-6-180,0 5 90,1-3-90,1 3 90,2-5-90,0 1 0,2-1 1,0 0 89,2-1-270,5 4 180,-2-4 90,5 3-90,-3-4 90,1 0 0,0 0 0,0-1 0,-1 1 0,-1 0 0,0-1 0,-3 1 90,1 1-90,-3 0 90,-1 1-89,-2 0 89,-2 2 0,-1 1 0,-3 1-338,-3 5 338,-2-1 90,-4 4-90,-1-2 0,-2 0-519,1-1 519,-2-2 0,1-2 0,3-3-90,2-1-90,2-4-180,1-1-719,2-2 539,0-1 619,2-3 0,2 0 1,0-1-1</inkml:trace>
  <inkml:trace contextRef="#ctx0" brushRef="#br0" timeOffset="263207">8631 5494 9332,'-8'-6'539,"1"1"-359,5 1-90,2-3-90,2 2 90,4-3-90,1 3 90,3-2-90,9-4-360,8-5 90,1 1-585,-8 4 1,-1-1-458,5-2 1312,5-3 0,-7 3 0,1 0 0</inkml:trace>
  <inkml:trace contextRef="#ctx0" brushRef="#br0" timeOffset="263614">9086 5259 11400,'-7'11'450,"-6"12"-180,-2 11-225,4-7 0,-1 2-1684,2-4 1,1 1 1543,-1 2 1,2-1 94,-2 10-312,4-12 0,1 0 402,-1 11-26,2-14 0,1 0 26,2 3-349,1-2 169,2-3 90,1-2-90,2-1 1415,2-3-1505,1-1 0,2-3 1552,0-3-1732,7-1 1173,2-6-903,1 0 0,0-5 0,-5-1 90,-2-1 0,-1-1 442,-1 0-442,-3-1 90,-2-2-90,-1 1 90,-3 0 0,-2 0 0,-1 1-1,-3-1 1,-2 1 0,-2 1-90,-2 1 90,-9 2 0,-6 5-180,-3 2-865,0 6 506,5 1-1850,-5 9 2299,4-1 0,-2 5 0,7-3 0</inkml:trace>
  <inkml:trace contextRef="#ctx0" brushRef="#br0" timeOffset="267163">7934 6353 8972,'4'-8'-90,"-2"1"270,0 3 0,0 0 0,0-1 0,1 0 89,-2 1-89,1 0-90,-4 10-90,1-3 90,-4 10-90,-1 2 0,0-2 90,-2 6-90,1-4 0,0 2 0,0-2 0,1 1 0,-1-1 0,1-1 0,1-1 0,0-1 0,0 3-90,1 0 90,1-2 0,3-2-90,1-5 0,3-1 90,0 0-90,2-1 0,2 0 90,1 0-90,0-2 0,6 2 90,-3-2-89,3 2 89,-3-1-90,-1 0 90,0 1-90,-2 1 90,0 0 0,-2 1 0,-1 1-90,-1 2 90,-2 0 0,-2 8-90,-3 4 90,-7 12 0,1-7 0,-6 3 0,4-9 0,-2 0-403,-1 0 403,2-3 0,-1-2-111,2-3 21,2-1-90,-1-2-269,3-1-451,0-3 810,1 0 212,1-2 1,2-2 0,0 0 0</inkml:trace>
  <inkml:trace contextRef="#ctx0" brushRef="#br0" timeOffset="267414">7821 6539 8702,'-2'-9'270,"0"1"-180,0 1 90,2 0-90,-1 2 0,2-1 0,-1 0 89,2 0-89,1-1 90,0-1-90,3 0 0,0-1 90,2-1-90,1 0 0,1-2-90,4 0 90,1-1 0,3-1-90,0 1 0,0-1-450,14-8-529,-10 7 1,0 0-11,4-2 870,-5 3 1,-5 3 0,1 0-1</inkml:trace>
  <inkml:trace contextRef="#ctx0" brushRef="#br0" timeOffset="267846">8312 6314 10141,'-10'1'630,"0"0"-450,5 0-90,-2 1 0,1 1 90,-1 3-91,-1 1 1,0 2-90,-1 3 90,-2 4 0,0 2-90,1 2 90,0 3-90,1 0 90,0 13-1113,4-10 1023,0 9-480,5-15 480,1 1 0,2 2 0,4 5-90,-1-6 0,3 2 0,0-11 0,4 0-90,3-4 90,-1-2 90,0-5-90,-5-2 90,0-1-90,-1-3 1134,1-2-1134,5-8 180,-1-4 0,-1-1-90,-4 0 729,-6 5-549,-4-7-90,-3-3 0,-4-3-297,-4 0 207,-2 6-505,-1 3 505,-3 1 0,0 3 90,0 3-267,0 3-3,2 2 0,3 4-359,0 0-439,1 3-282,1 2 181,1 1 1228,2 0 0,1-1 0,0 1 0</inkml:trace>
  <inkml:trace contextRef="#ctx0" brushRef="#br0" timeOffset="311996">16638 2303 7803,'1'-13'2158,"-1"4"-1798,0-1 360,-17 13-630,6 2 0,-14 10-1132,10 2 1042,-4 8 90,-1 4-90,-2 6-458,12-17 0,0 1 458,0 1 0,0 0-1065,1 1 1,1 0 1064,0 0 0,0 0 45,2 0 0,0 0-737,-4 18 692,3-1 90,4-3-90,2-1 0,2-1 0,2-2 477,2-3-567,3-3 90,2-2 483,2-3-483,1-5-90,0-2 2338,0-4-2248,0-4 1143,0-2-1233,1-3 90,-1-1 0,3-3-90,-3-1 90,2-3 0,0-3 0,0-7 0,-3 1-90,0-13 180,-8 11 65,-2-5-155,-3 6-90,-4-3 90,-1 2 0,-5-3 0,1 5 0,-2 2 0,0 3 0,-1 3 18,-5 1-198,-2 4-90,1 2 0,1 4-179,6 1-1980,-3 5 2429,4-1 0,-3 6 0,4-1 0</inkml:trace>
  <inkml:trace contextRef="#ctx0" brushRef="#br0" timeOffset="312545">16768 2396 9512,'-3'-7'-180,"1"0"180,0 2 90,1 1 90,-1-2-91,1 1 1,1-2-90,2 2 90,1-1-90,2 1 90,1 1-90,1 0 0,3-1 0,0 1 0,1 0 90,0 0-90,5 0 0,-3 2 0,2 1 0,-6 1 0,3 2 0,-3 0 90,1 2-90,-5 0 0,-2 1 0,-2 1 0,-1 3 0,-3 0 0,-3 3 0,-2 3 0,-3 2 0,-2 3 0,0 0 0,1-2 90,1-2-90,3-1 0,0 3 0,3-5 0,1 3 0,4-6 0,3 0 0,2 0 0,6 6 0,-1-4 0,11 9 0,-7-9 0,9 9 0,-11-10 0,3 8 0,-8-10 0,-2 4 0,-5-4 0,-3 1 0,-3 1 0,-5 4 90,-4 0-776,-5 2 686,-1-2 0,-1-1 0,0 0 0,3-3-180,-1 1-270,5-3 0,2 0 450,5-3 0,6-4 0,1-1 0</inkml:trace>
  <inkml:trace contextRef="#ctx0" brushRef="#br0" timeOffset="312762">17073 2569 9242,'-2'-10'719,"1"2"-449,0 1-90,0 1 90,0 1-270,0-1 0,0 3 0,1 1 0</inkml:trace>
  <inkml:trace contextRef="#ctx0" brushRef="#br0" timeOffset="313438">17262 2377 9781,'-1'-7'180,"1"0"90,-1 1 90,1-2-90,0 2 0,0-2 179,0 2-359,-2 19-90,-1 0 90,-3 17-90,-1-3 0,0 2-1284,0 1 1284,-1 1 0,0-1-907,0 0 907,0-1 0,2-1-338,-1-1 248,2-3 1,0-3-1,1-3-90,1-4 70,1-2-70,1-1 1282,0-2-1192,0-1 923,1-2-923,0 0 227,2-4-137,3-2-63,0-2 63,1-4-90,-1 1 90,1-2 0,1-1 0,0 0-90,3-3 90,0 0-90,3-1 90,-3 3 0,2 1-180,-3 4 90,0 1-89,1 1 89,-3 1-270,3 1 0,2 1 270,-1-1-90,0 0 90,-3-1 0,-1 0-90,-1 0 180,1-1-90,-1 0 0,-1-2 90,1 0 0,-1-1 0,1-1 90,0-4 90,1-2-90,-1 0 0,-1 2 0,-3 3 0,2 0 0,-2 1 90,1 0-180,0 8 90,-2 2-90,1 6 0,-2 2 0,-1 3 90,0 3-90,-1 3 0,1 0 0,0 0 0,-1 11-860,1-8 950,0 6-513,1-11 333,0-2-34,0 0-56,0-4-90,0 1-539,0-4 1446,1 0-637,-1-3 0,1-1 0,1-2 0</inkml:trace>
  <inkml:trace contextRef="#ctx0" brushRef="#br0" timeOffset="313980">17661 2322 8522,'-4'-7'360,"0"0"-90,1 3 90,1-1-1,0 0-269,2 0 0,2 1-90,1 0 180,6 2-90,3-1-90,5 1 90,4 0-90,-5 1 0,-1 1 0,-4-1 0,-1 1 0,0 0 90,-2 1-90,0 1 0,-2 0 0,-1 1-90,0 2 90,-2-1 0,0 3 0,-2-1 0,-1 1-90,-1 2 90,0 0 0,-1 1 0,-1 0 0,0 7 0,-2 3 0,1 0 0,1-2 0,2-5 0,0 0 0,2 0 0,0 1 0,1-1 0,1 1 0,1-2 0,3 2 0,-1-1 0,5 4-293,-1-2 293,2 0-90,2 0 90,-3-1 0,2 1 0,-3-2-90,-1-1 90,-2-1 0,-1 1 0,-2-1 0,-2 1 0,-3-1 0,-3 1 0,-2 1 90,-14 10-90,2-6 293,-11 6-293,7-8 0,-2-3 0,3 0 0,-5 0-90,10-3-180,-3 0-89,9-5-1620,-2 2 1979,6-3 0,-2-1 0,4-1 0</inkml:trace>
  <inkml:trace contextRef="#ctx0" brushRef="#br0" timeOffset="314463">18231 2616 8882,'2'-7'-540,"-2"2"0,3 5 1</inkml:trace>
  <inkml:trace contextRef="#ctx0" brushRef="#br0" timeOffset="316471">18696 2336 8432,'-6'-4'990,"1"-1"-631,2 1-179,2-1-90,2 0 0,3 0 0,2 0 0,3 1-90,1-1 90,3 1-90,1-1 180,11 0-180,-5 1 0,6-1 90,-9 3-90,4 0 0,-7 2 0,9 5 90,-13-1-90,3 5 0,-9 4 90,-4 0-90,-2 7 0,-4 0 0,-2 3 0,-1 4 45,1-8 0,0 1-386,0 2 1,0 0 385,-3 6 0,1-1-45,2-5 0,1-1 0,-5 15 0,5-14 0,3-4 0,0-3 0,2-1 0,0-2-90,1 1 0,2-3-360,1 3-539,4-3 500,1-1-230,1-4 719,0-3 0,5-3 0,0-2 0</inkml:trace>
  <inkml:trace contextRef="#ctx0" brushRef="#br0" timeOffset="316763">19161 2356 9242,'-2'-7'360,"0"0"-181,0 2 1,0 0 270,0 1-180,0-2 90,0 2 359,-1-2-629,0 10 0,0-2 0,0 9-90,2-1 90,0 2 0,-2 14 0,1-2-90,-2 11 0,1-6 90,-1-1-960,1 0 960,1-4-90,-1 0-399,2-4 309,1-1-165,-1-3 75,1-2-180,-1 0-90,1-2 745,1-1-1734,0-2 155,1-1 1284,1-2 0,3 0 0,1 0 0</inkml:trace>
  <inkml:trace contextRef="#ctx0" brushRef="#br0" timeOffset="316995">19309 2562 10321,'-3'-7'630,"0"-1"-91,1 4-89,0-1-90,-1 2 90,2-2-450,-1 0 0,1 3 0,1 0 0</inkml:trace>
  <inkml:trace contextRef="#ctx0" brushRef="#br0" timeOffset="317431">19570 2296 10591,'2'-7'630,"-1"-1"-91,0 3 91,0-1-540,-6 7 0,2 1 0,-5 10-90,3-3 0,0 4 90,0-3-90,1 2 0,0 0 0,1-1 0,1 1 0,0-2-90,1 1-90,1 4-90,4 3-180,4 4 270,1-4 0,2-1 91,-1-4-91,-1-1 90,1-1 0,-2 0 0,0 0 0,-1 0 0,-2-1-90,-1 4 90,-5 2 90,0 0 0,-5-1 0,-2-3-90,-4 3 90,-3 0 0,-13 7 90,-4 0-90,1-2-180,0-2-251,17-11-18,-2 0-811,8-3 451,2-2 809,1-1 0,3 0 0,1-2 0</inkml:trace>
  <inkml:trace contextRef="#ctx0" brushRef="#br0" timeOffset="317663">19514 2366 9422,'-4'-8'269,"2"0"-89,1 3-90,1 0 0,2 1 0,1 0 0,3 0 0,1 1 0,2-1-90,3 0 90,3-1-90,1 0 90,1 0-90,1-1-90,0 2-180,0-2-180,-1 2-809,0-2 270,-1 1 989,-1 1 0,2-2 0,0 1 0</inkml:trace>
  <inkml:trace contextRef="#ctx0" brushRef="#br0" timeOffset="318337">19844 2270 9602,'4'-9'449,"0"2"-449,0 3 90,-1 2 0,1 0 0,-1 0-90,2 0 90,-1 0-90,1 0 180,-1 0 180,0 1-360,-6 4 0,2 0 90,-6 3-90,1-1 0,1 1 0,-2 1 0,0 2 0,-1 3 0,0 0 0,-3 5-322,2-1 322,-1 5 0,-3 13 0,4-6-829,-2 8 918,5-12-89,2-3 0,-1 0 0,3 0 0,-1-2-405,2 0 405,2-1-90,1 0 90,3 5 0,1-6 271,2 2-361,-1-9 825,4 1-735,-1-4-90,3 0 0,-3-5 90,6-2-90,-4-2 90,5-2 0,-6-1-90,1-2 551,-1-2-461,-2 0 0,0-2 0,-3 1 0,0-2 90,-3-1 0,-1-6 0,-3 5-90,-2-4 90,-3 5 0,-7-4-90,-8 4 90,1 2-90,-3 6-90,5 6-478,-3 2 208,-1 3-180,0 2-719,1 0 180,4 1 1039,4-2 0,-3 5 0,2 0 1</inkml:trace>
  <inkml:trace contextRef="#ctx0" brushRef="#br0" timeOffset="321082">20726 2348 9152,'-9'-2'-180,"0"0"270,4 0 0,0 1 90,1 0-90,-2-1 90,2 1 89,-2-1 1,1 0-180,0-1 180,0 1 0,2-1-270,6-2 90,-1 3-90,8-3 90,-2 4-90,6-3 0,-2 2 0,4-1 90,-5 1-90,5 0 0,-5 1 0,3-1 0,-5 0 0,-2 1 0,0 1 0,-2 0 0,1 0 0,-2 1 0,0 1 90,-1 2-90,-1 1 0,-1 2 0,-1 2 0,-2 2 0,-1 1-90,-5 14 180,-4 5-90,-1 3-996,1-2 996,2-9 0,1-2-374,0 1 374,1-3 0,1-2-28,2-2 28,0-1 0,2-2 0,-1-2 773,1 0-863,1-1 323,-1-1-503,2-1-328,-1-1-661,3 1 1259,1-3 0,1 0 0,2-2 0</inkml:trace>
  <inkml:trace contextRef="#ctx0" brushRef="#br0" timeOffset="321521">21013 2385 9422,'1'-6'449,"0"-2"1,-1 3-270,-1-1 180,0 1-180,-3 2-90,-2 5-90,-1 1 90,-1 4-90,2 0 90,-1 1-90,0 1 0,0 2 89,1-1-89,1 1 0,0 0 0,1 0 90,2 0-90,0 0-90,2 0 90,2 0-179,3 5-91,4 1 180,1 2-90,2-2 90,-3-6 0,0-1 0,-1 0 0,-1-1 0,0-1 0,-1 1 0,0 1 0,-2-1 0,-1 1 90,-4-2 0,-1-1-90,-3 1 90,-2 0 0,-2 3-90,-5-1 90,-1 1 0,-4 1 0,-1-1-89,-6 2 89,7-4-90,-2 1-360,5-2-90,5-4-449,-2 2 989,7-5 0,1 0 0,4-1 0</inkml:trace>
  <inkml:trace contextRef="#ctx0" brushRef="#br0" timeOffset="321754">20987 2379 8522,'-1'-7'990,"0"1"-541,1 0-269,0 0 90,1 2-180,2-1 0,1 2 0,4-1-90,-1 1 90,2-1 0,2 0-90,1 1 0,0-1-180,1 0-540,7 0-629,-7 1 270,5 0 1079,-8 2 0,6-1 0,1 1 0</inkml:trace>
  <inkml:trace contextRef="#ctx0" brushRef="#br0" timeOffset="321995">21233 2537 10141,'-3'7'1080,"1"1"-1620,1-4 540,0 1 0,0-3 0,0 0 0</inkml:trace>
  <inkml:trace contextRef="#ctx0" brushRef="#br0" timeOffset="322604">21478 2354 10051,'-1'-10'450,"0"2"0,-1 3-270,1 0 0,-1 0 89,-1 1-179,0 0 90,0 1 0,-2 1-90,0 0 0,-2 1 0,0 1 90,-8 4-90,5 1-90,-7 3 90,7 1 0,-1 2-90,3 2 0,0 1 90,1 1-180,1 0 90,1 0-90,1-1 0,2 0-90,1-2 0,2 0-270,2 5 1,4-2 179,1 1 90,3-6-90,-3-4 90,1-2 0,-1-2 0,1 0-90,4-3 91,-3-1 89,3-2 0,-5 0 0,-1-1 0,0-1 90,-1 0-90,0-1 90,-1 0-90,1-3 180,-1-1-90,0 0-90,-1 2 180,-3 5-180,1-1 90,1 10 0,-2-2 0,0 9 0,-1 0 0,-1 1 0,-1 13 0,1-4 0,-2 11 0,1-9 0,-1-3 0,0 0-946,-1 10 946,-2 9 0,2-16 0,0-4-274,-1 0 274,0-3 0,0-1 0,-1 0 66,0-4-66,-1 1 0,1-4 0,-1-1 915,0-1-915,1-2 301,-2-1-301,-1 0-90,2-2-90,-2-1 28,3-4-118,1 1-539,0-2 809,-1-3 0,1-3 0,-1-5 0</inkml:trace>
  <inkml:trace contextRef="#ctx0" brushRef="#br0" timeOffset="323054">21689 2462 8882,'4'-7'1439,"-1"2"-1349,-9 9 0,1 1-3367,-8 10 2392,3-1 975,1 3 520,-2 3-610,0 2 90,-3 13 0,3-7-974,-2 10 974,7-13-90,1 6 0,3-10 0,0 4-106,3-9 16,1-1 0,2 0-90,5 3 90,0-4 0,3 0 90,0-7-90,1-2 2734,1-1-2644,-1-2 341,6-3-341,1-4 1365,4-4-1365,-8 0 0,-4-3 282,-5 3-192,-3-6 0,-2 3-90,-3-3 90,-1 4-90,-3 1 90,-2 0-90,-1 2 90,-2 1-90,1 2 0,-2 2-180,1 2-90,-1 1-90,1 2-989,-1 0 270,0 2 1079,1 0 0,-1 2 0,-1 0 0</inkml:trace>
  <inkml:trace contextRef="#ctx0" brushRef="#br0" timeOffset="331020">22231 2439 9062,'3'-7'360,"1"1"-270,-2 2 269,1 0-89,0 0 0,-1 0-90,0 0 90,0 0 90,0 0-1,-1 0-269,-3 1 0,-2 2-90,-4 0 0,1 3 0,1 0 90,1 0-90,0 0 0,1 0 0,-1 0 0,-2 3 0,3-2 0,-3 2 0,4-1 0,-1 0 0,1 0 0,0 1-90,1 0 90,0 0-90,0 0 0,1-1-90,1 6 180,1-5-89,2 5-1,-2-7 90,2 1-90,0-1 90,0 0-90,1-2 0,0 2 90,0-2-90,1 1 0,0-1 0,1 0 0,-1-1 90,3-1-90,-3 0 90,1 0 0,-2-1 0,-1 0 0,0 0-90,0-1 90,0-1 0,-1 1 0,1-2 0,-1 1 0,0-3-90,-1 3 90,1-1 0,-1 0 0,1 1 0,-1-1-90,0 1 180,1 9-90,-2-2 0,1 10-90,-2-2 180,0 2-90,0 3 0,-1 1-545,0 2 545,-1 5 0,-2 8 0,1-6 0,-3 12 0,4-16 0,-1 4 0,1-10 0,1-2 0,0-1 0,0-1 90,-1 2-90,2-4 0,-2 2 0,2-4 455,-1-2-365,-1 1 0,1-4-90,-2 0 0,-1-4 0,-2-1 90,0-2-90,1 0 0,0 0 0,2 0 0,-1 1 0,1-2 0,0 2 0,-1-1 0,-1-2-180,1 2 0,-1-2-90,3 2-269,0 0-1350,1 1 1889,1-3 0,2-3 0,1-2 0</inkml:trace>
  <inkml:trace contextRef="#ctx0" brushRef="#br0" timeOffset="331530">22615 2501 9152,'5'-7'270,"-1"1"-1,-2 3 181,0-2 90,-1 1-180,-2-2-90,-1 1-181,-3 2 1,0 3 0,-3 2 0,0 3-90,-1 3 90,-2 2 0,-3 5-90,1 2 90,-2 5-863,1-1 773,0 2 90,1-1-90,3-1 0,1-3 90,3-1-90,1-2 0,2 1 0,2-3 0,0-1 0,2-1-90,2 0 863,1-1-773,0-2-90,3-1 90,4 0 0,-1-3-90,4 0 90,-4-3 0,8-4-90,2-2 90,1-2-250,-2-3 250,-6 1 0,3-8 0,-5 3 0,2-12 0,-8 2 0,-2-1-90,-7-6 90,-6 9 0,-7-5-541,0 9 541,0 6 79,5 7-79,0 3-90,1 2-90,0 0-90,1 2-90,0 0 456,1 2-1535,1 0 257,1 1 1182,2 0 0,-1 3 0,1 1 0</inkml:trace>
  <inkml:trace contextRef="#ctx0" brushRef="#br0" timeOffset="331745">22935 2537 10141,'8'-4'-360,"-1"0"360,-3 2 0,-2 1 0,-1 0 0</inkml:trace>
  <inkml:trace contextRef="#ctx0" brushRef="#br0" timeOffset="336932">22282 3270 6993,'-6'-5'810,"-2"0"-541,3 2 181,-3 0-270,1 0 0,1 1 0,-1 0 0,3 2-90,-5-1 0,2 2 0,-3 0 0,2 1-1,-3 1 1,-6 6 0,3-1-618,-7 8 528,7-1 90,-1 3-90,3 0-219,2-1 219,2 0 90,0 5-90,3 2 0,2 0 0,5 2 0,2-12-3115,2 4 3115,0-8 342,0 0-342,2-3 218,0-1-128,1-1-180,0-2 180,4-1 3186,-1-3-3160,3-1-116,-4-3 0,-1 0 0,-1-2-90,1 0 90,-1-3 90,0-1-90,-1-3 0,0 1 0,3-8 0,-4 6 0,1-4 0,-3 8 0,0 0 0,-1 2 0,-1 1 0,0 2 0,0 2-90,0 1 90,0 8 90,0 1-180,-2 7 90,0 2 0,-2 2 0,0 3 0,-2 20 0,-1-10-643,2-8 0,-1 1 643,-2 8 0,0 0 0,0 0 0,0 0 0,-1-2 0,0 0 0,0-5 0,-1 3 0,0-10 0,-1 3 0,-1-6 0,2-4 90,-2 2 1196,2-6-1286,-3 0-90,1-4 90,-1 1-90,3-4-90,0-1-89,0-1-91,-1 0-180,2-1-359,1-2 629,0 1 270,2-2 0,0-6 0,1-2 0</inkml:trace>
  <inkml:trace contextRef="#ctx0" brushRef="#br0" timeOffset="337407">22532 3537 8882,'2'-8'540,"0"1"-450,-5 2 0,1 2-1,-6 3 1,0 3 0,-8 8 0,2 0-90,-5 7 0,3 1 90,0 4-539,2 1 539,-3 13-1354,5-9 1264,-1 8-591,7-14 681,3-2-179,2-2 89,0 0 0,3-2 0,0-2 360,2 0-270,0-2 1127,2-1-1217,1-2 702,0 0-792,6-1 204,-3-4-114,9-4 0,-5-4 0,7-5 0,-3-2-594,0-4 594,-1-2 0,4-10 0,-8 5 0,3-7 0,-10 8 0,-1-9 0,-4 6 0,-1-9 0,-4 8-90,-5-10-916,1 12 1006,-4-4 0,4 14 0,-1 3 0,1 3 0,-1 1 442,-1 4-622,-4 3-90,2 3-89,-5 3-721,5 1 451,0 2 629,0 0 0,0 6 0,-1 0 0</inkml:trace>
  <inkml:trace contextRef="#ctx0" brushRef="#br0" timeOffset="338329">22236 4326 8882,'-2'-6'0,"0"0"0,0 2 90,-1-1-90,1 1 90,-3-1 0,2 2 0,-1-1 0,-1 2 0,0 0-90,-2 0 90,0 1-90,0 1 0,-1 1 90,-1 1-90,-1 1 89,0 2-89,-2 1 0,1 1 0,-5 8 0,4-3 90,-5 9-90,4 1 0,4-4 90,-1 3-90,7-7 0,1-1 0,2 0 0,2 4-90,5 0 90,0-1 0,4-3-90,-2-7 90,0-1 0,1-1 0,-1-2 0,2-1 0,-1-1 0,2-3 0,1-1 0,0-1 0,5-6 0,-4 2-89,7-11 89,-10 6 0,2-4 0,-6 4 0,0 0 0,-2 1 89,1-5-89,-2 6 0,0-3 0,-1 7 0,-1 1-89,-1 2 89,-4 14 0,0-1 0,-3 14 0,1-6 89,-1 7-703,-1 1 614,1 4 0,1-8 0,0 1 0,-1 11 0,1-6 0,-1 0 0,2 2 0,-3 4 0,3-12 0,-1-3 0,1-2 0,0-2 0,1-1 0,-2-1 0,0-2 90,0-1 524,-1 0-614,0-3-90,-2 0 180,-2 0-90,1-2 0,-2 0 0,0-3-90,2-1 1,-2 0-271,0-4 0,4 2-630,-2-3 631,4 2 359,0-1 0,1-3 0,-1-1 0</inkml:trace>
  <inkml:trace contextRef="#ctx0" brushRef="#br0" timeOffset="338799">22458 4390 8882,'-3'-9'360,"-2"3"-180,1 3-90,-4 3 0,2 1-1,-3 1 1,2 2-90,0 1 90,-2 2-90,0 2 90,-4 7 0,-1 6-90,0 0 90,3-1-90,6-7 90,1-1-90,1 1 0,1-2 0,2 0 90,1-1-90,1-2 0,1 1 0,2-3 0,1-1 0,1 0 0,2-3 0,1 1 0,1-2 0,7-2 0,-3-3 0,6-2 0,1-4 0,-3-2 0,3-3 0,-8 1 0,-2 1 0,-4 0 0,0-1 90,-4 1-180,0-3 90,-2 1 90,-4-8-90,-2 5 0,-3-5 0,-2 8 0,-7-2 0,3 5 0,-6 1-180,5 7 0,0 3-180,0 2-449,-1 2-181,0 2 631,2 0 359,1 1 0,-1 4 0,-1 0 0</inkml:trace>
  <inkml:trace contextRef="#ctx0" brushRef="#br0" timeOffset="343346">22308 5050 7713,'-11'-1'359,"3"2"-179,2 0 0,1 0 0,-1 0 0,0 1 0,0 0 90,-2-1-90,0 2-90,-1 0 89,0 0-89,-1 1 90,0 1 0,-7 4-90,4-1-90,-4 4 90,5-2 0,0 1-90,-1 2 180,-3 7-180,2-4 0,0 4 90,5-6 0,-1 5-90,4-4 0,-1 4 90,4-2-90,2-4 0,1 6 90,1-9-90,1 2 0,1-4 0,1-2 0,1 0 0,2-2 0,-1-1 0,1-1 90,0-3-90,1 1 0,0-4 0,2 0 0,-1-2 0,1-1 0,0-2 0,3-8 90,-3 2-90,4-8 0,-6 6 0,1-1 0,-2 1 0,-2 2 0,1 1 0,-2 1 0,0 2 0,-1 0 0,0 2 0,-1 2 0,0 1 0,0 2 0,0 8-90,-1 8 90,0 5-294,-3 5 294,1-2-709,-1 7 709,1 1 0,-1-4 0,1 0 0,-2 12-624,2-12 0,-1-1 624,-1 8 0,-1 0 0,0-2 0,1-3 0,-2-3 0,1-5 0,0-2 0,0-2 0,0-1 308,-2-1-308,0-1 636,0-3-636,-2 1 1487,-2-2-1487,0-2 0,-3 0 0,4-4 0,-1 0 0,1-2 0,1 1-90,0-1-90,0-2 0,0 1-180,2-3-180,1 2-719,1-3 180,1 2 1079,2-3 0,2-4 0,1-1 0</inkml:trace>
  <inkml:trace contextRef="#ctx0" brushRef="#br0" timeOffset="343795">22467 5270 9602,'-1'-8'359,"-1"1"-269,-2 5-90,-1 2 90,-2 4-90,-5 9 90,-2 9-90,-2 3 0,0 3-1819,7-4 1819,-1-1 0,3 3 90,-1 7-90,3-9 0,1 5-233,4-12 233,0-1 0,2-3 0,0-1 0,2-1 1856,0-1-1856,2-2 0,1-2 0,1-1 286,1-4-286,1-1 0,3-2 0,1-3 0,4-4 0,7-11 0,-4 2-952,4-10 952,-10 5 0,-2-2 0,-2-1 0,-2-2 0,-3 0 0,-2 1-586,-2 2 586,-2 2 0,-2 0 0,-3 2 0,-1 0-160,-2 5 160,-1 4 0,-1 2 0,-2 3 0,0 4 876,-1 3-966,-1 2-90,-4 5-90,-1 3-1259,-8 13 719,7-5 810,-3 10 0,8-4 0,0 2 0</inkml:trace>
  <inkml:trace contextRef="#ctx0" brushRef="#br0" timeOffset="344738">22197 6065 8972,'-2'-8'0,"-1"0"0,1 4 90,-1 0 0,1 0 90,-1 0-90,1-1 0,-1 0 89,0 1-89,-1 0 0,0 0 0,-1-1 90,1 2-90,-1-1-90,0 1 90,0 1 0,-1 2-90,-2 0 0,0 3 90,-2 2-90,0 2 90,-1 1-90,-4 9 90,4-4-90,-2 7 0,6-7 90,1 2-90,1-1 0,1 5 0,3-6-90,0 4 90,4-5-90,-1-1 90,3-2 0,-1 0-90,2-3 0,0 0 90,1-2 0,0-1 0,1-1 0,-1-1-90,2-2 90,3-3-90,-3 1 90,3-4 0,-4 1 0,0-2 0,0 0 0,-2-1-90,-1 0 90,0 0 90,-2 0-180,1 1 90,-1 0 90,-1 1-90,0 1-90,0 2 0,0 0 90,-1 8 0,-1 2 0,-1 6 0,-2 11 0,1-1 0,-3 8 0,0 11 0,2-14 0,-1-2 0,0 0 0,0 0-380,-2 8 380,2-15 0,-2 4 0,1-5 90,-1 1-90,1-7 0,-1 0 90,0-2-90,0-1 90,-4 1-90,-2-2 380,0-1-380,0-3 0,5-1 0,-1-2-90,1 0-450,-3-4 1,3 0-541,-1-2 541,4-1 539,2 1 0,1-8 0,1 0 0</inkml:trace>
  <inkml:trace contextRef="#ctx0" brushRef="#br0" timeOffset="345198">22415 6145 9062,'6'-6'1349,"-1"1"-1259,-13 12 90,2 0-90,-9 9 0,3 0 0,-1 1 0,-1 4-979,2 0 889,0 2 90,3 0 0,0 0-90,3-2 90,2-2-275,1 3 185,2-5 0,1 3-89,2-8 89,1-1-90,0-1-90,5 1 90,-1-3 950,3-1-950,-1-4 303,1-1-213,1-2-90,1-2-90,7-5 90,3-8 90,0-2-90,-2-5 90,-9 6 0,0-12-1344,-5 7 1344,1-8 0,-5 10 0,-2 0 0,-3 1 90,-3-8-90,0 7 90,-4-3-90,2 11 90,-1 2-90,1 2 0,-1 2 90,1 2-90,-1 2 1254,1 1-1254,0 2-360,-3 3 90,3 0-1439,-1 4 990,5-3 719,2 2 0,4-1 0,1 0 0</inkml:trace>
  <inkml:trace contextRef="#ctx0" brushRef="#br0" timeOffset="345395">22764 6228 9781,'7'1'810,"-1"-1"-540,-1 0-540,0-1 270,-1-1 0,-8-4 0,-4-1 0</inkml:trace>
  <inkml:trace contextRef="#ctx0" brushRef="#br1" timeOffset="353406">15613 6449 12847,'-8'3'463,"0"-1"-165,3-1-311,0 0-54,1 0 239,-2 0-95,1 0-81,1 0 164,0 1-431,0 0 138,0 0-64,0-1 29,-1 0-222,1 0 180,-1 0-21,0 1 39,0 1 316,0 0-92,1 1 12,-1 1-20,1 2 34,-2 1-44,1 2 18,-1 3-101,-1 5-557,1 3 459,-2 5-872,3 2 871,0 0-155,1 2-424,2-3 532,1-2-2816,1-1 2760,1-3-704,4 8 724,0-7 127,9 13 58,-3-17 4,5 4 121,-3-11-115,0-2 5,1-3 2489,2-2-2477,-1-2 129,2-3-90,1 0 1102,4-6-1102,1-1 47,2-5 748,0 0-652,0-3-86,-2-1-289,-1-3 292,-1 0-91,-3-2 86,-2 0-746,-1-1 688,-3 0 87,0-10-100,-5 8-3,-2-6-8,-6 12 108,-2 0-114,-4-3-4,-1 2 0,-4-2-2,-3 2-485,-2 3 487,-3 1-80,-2 3 194,-2 1-82,-2 4 11,0 4 9,-2 2-3,7 3 1,0 2 24,-11 4-251,11-2 0,1 1 163,-6 6-186,4 1 5,2 2-615,5 0 428,4 0 420,5 0 1,3 4-1,2 1 1</inkml:trace>
  <inkml:trace contextRef="#ctx0" brushRef="#br0" timeOffset="354045">17006 6459 8792,'-9'-4'899,"0"0"-719,4 3 90,-1-1-180,-1 2 0,0 0 90,-1 1-90,2 1 0,-3 2-90,-1 1 90,-3 5 0,-2 2 0,-1 4-90,-1 2 90,-6 12-377,12-12 1,0 1 331,-2 6 0,1 1-45,4-7 0,1 1 45,2 3 0,2 0-45,4 4-745,3 5 835,4-7-90,4-4 0,3-1 0,2-3-321,3-3 321,0-4-90,-1-3 0,1-4 1,-1-2-1,4-3 0,1-3 90,2-2-90,0-4 45,-6 0 0,-1 0-404,9-7 404,-9 5 0,-2 0 45,4-7-90,-4-1-596,-1-2 686,-3-1 0,-2-2 0,-3 2 0,-5 1 74,-1 0-74,-5-2 0,-1-1 0,-4-3 0,-2 2 0,-3 0 0,-2 2 0,-2 2 0,-14-3-90,5 9 90,-10 0 0,9 11 0,-14 7 0,10 4-558,-8 5 378,14 4-89,3 2-181,2 2-630,4 3 361,1 1 719,4 0 0,2 4 0,3 0 0</inkml:trace>
  <inkml:trace contextRef="#ctx0" brushRef="#br0" timeOffset="355290">19379 6349 8792,'-3'-7'90,"0"0"0,0 2 90,0 1-90,-1-1 90,1 2-90,-2-1 0,2 1-1,-2 1 1,1 1 0,-1 0-90,-2 1 90,-7 3 0,3 1-90,-7 2 90,2 3 0,-11 10-90,-2 7-1383,0 1 1473,4 1-90,9-7-633,2 1 633,2 1 0,1 1 90,4-1-90,2-1 0,3-1 0,2-1 0,3 2 0,5-1 0,2 2-568,4-3 568,2 0-90,3-3 90,2-4 1105,1-1-1285,10-4 0,-3-4-265,7-3 265,-6-5 90,-1-1 0,1-4-213,-1-1 213,-8 1 0,1-1 0,11-7-146,-13 6 0,0 0 146,6-8 90,-4 1-90,-2-1-38,-4-2 38,-2-1 90,-3-2 379,-3-1-379,-3 1 0,-2 1 86,-5-2-86,-2 2 0,-4-4 295,-2 2-295,-3 1 90,-1 2-90,-4 1 0,0 3 0,-2 3-177,0 3 177,1 4 0,0 4 579,0 2-579,-13 6 0,7 2 0,-9 6-180,11 1-1688,-5 11 1778,10-6 90,0 5 0,9-3 0,3-1 0</inkml:trace>
  <inkml:trace contextRef="#ctx0" brushRef="#br0" timeOffset="356470">21217 6287 7892,'-6'-6'0,"0"1"0,1 4 90,1-1 0,-2 0-90,1 1 90,-1 0 0,0 1 0,-2 1 0,1 1 0,-2 1 0,0 1 0,-2 4 0,0 1 0,-1 5-567,-2 1 567,-1 5 0,0 2-90,0 0 90,0 2-90,1 0-691,2 0 691,1 0 90,2 0-90,1-2-98,3 0 98,2-2 90,3-2-90,0 1 0,2-1 90,9 8-90,8 2 90,2-2-90,13-4 0,-10-12-608,7-3 608,-8-5 0,4-2 0,-1-3 0,3-2-348,0-2 348,0-2 0,-2-1 0,-1-1 0,-2-1 0,-3-2 660,-2-2-660,2-10 0,-8 7 0,-1-8 0,-9-1 0,-4 3 0,-5-10-848,-3 6 758,-5-1 180,-4 1-180,-5 1 90,-3 3 0,-3 3 0,0 5 0,0 4-130,1 4 40,3 4 292,1 3-472,2 3-180,-1 3-449,1 4 539,1 2 360,3 2 0,1 4 0,3 0 0</inkml:trace>
  <inkml:trace contextRef="#ctx0" brushRef="#br1" timeOffset="377973">14899 3563 7847,'-2'-7'293,"5"4"95,0 1-270,3 2-146,-2-1 52,-1-3 8,0 2 12,2-1 111,-1 2-42,1-2-45,0 2-91,-1-2 82,1 1 50,-1 0-100,2-1-20,-1 1 96,0-1-87,1 1-1,-1 0 101,1 0-121,-1 0 19,1 0-22,0 0 10,-1 1-15,2 0 92,-3 0-97,3 1-12,-2 1-3,1 0-26,-1 4-60,-3-1 0,0 4 43,-3-2 45,0 3 9,-1 0 31,-1 3 14,-1 2 25,-1 2 77,-1 0 88,0 0-116,-8 14-29,2-7-8,-4 10-1396,3-10 1391,0-3-4,0 1-58,0-3 55,0 1-3,3-3-11,0 0 5,1-4-5,2-2-2,0-1-6,2-1 1369,0-1-1378,1-1 72,1 0-70,-1-1-4,2 0-11,-1 0 1,1-2-1,0 2-8,5-3-107,0 0 3,12-3 103,-6-2 13,8-1-136,4-3-4,-2 1 1,6-3 15,-1 2-575,-2 0 677,2 1-101,0-2-15,-3 3 58,0 0-85,-2 0 85,-4 1-90,0 0 0,-2 0 0,-1 1-360,-1 0 181,-1 0 359,-3 1 0,4-2 0,-1 0 0</inkml:trace>
  <inkml:trace contextRef="#ctx0" brushRef="#br0" timeOffset="378456">15383 3522 7533,'0'-7'539,"1"1"-269,-1-1 0,-1 2 0,0-1-180,-2 4 0,-3 4 0,-1 3-90,-1 4 90,0 2-90,-2 3 90,-1 3-791,-1 5 791,-1 1-90,1 1 0,0 1 90,0 0-90,1 1 0,2 0 0,0-1 0,3-1 90,-1 4-90,4-8 0,1 1 0,2-7-90,4 3 90,1-4 0,2 1 0,1-6-90,4-1 90,1-2 0,4-3 0,-3-3 701,-1-2-701,-4-1 0,-1 0 0,0-1 90,-1 0-90,0-1 90,-2 0-1,-1-2 1,-1-2 90,-2 0-90,-3-4 0,-2 5-90,-3 1 0,1 4 90,-1 1-90,-1 2-90,-4 2-90,3 0-359,-7 5-91,9-2-629,-4 4 1259,7-3 0,0 2 0,3-3 0</inkml:trace>
  <inkml:trace contextRef="#ctx0" brushRef="#br0" timeOffset="378683">15536 3779 8612,'-3'-7'180,"-1"0"90,1 1-180,0 2-90,-1-3-270,2 4-1169,-1-2 1439,2 1 0,0 1 0,1 1 0</inkml:trace>
  <inkml:trace contextRef="#ctx0" brushRef="#br0" timeOffset="379120">15657 3489 8522,'2'-8'540,"-1"1"89,2-1-269,-3 2 180,2 0-450,-4 8 0,1 1 0,-3 6 0,-3 11 0,1-6 0,-6 16-90,5-13 0,-4 11 0,4-11 0,0 4 0,3-8 0,1-2-90,1 0 0,1 2 0,1-4 0,2 3 0,1-4-90,6 1 0,4 1 0,6 0 180,-3-2-180,3 1 180,-9-4-90,3 3 90,-6-2-90,-1 0 90,-1 2-90,-1 4 90,-3-3-89,-2 10 89,-3-7 0,-3 5 0,1-5 0,-9 5 0,4-4-3277,-7 3 3162,6-6 25,0 0 0,2-2-720,-2-1-89,4-2 899,-1-2 0,5-5 0,0 0 0</inkml:trace>
  <inkml:trace contextRef="#ctx0" brushRef="#br0" timeOffset="379337">15686 3543 8612,'-1'-6'540,"0"-1"-270,0 2-1,3-4-179,0 3 0,3-1 0,0 2 0,2-1 0,2 0 0,2-1-90,2-1 0,3 1-406,1-2 136,1 1-90,1-1-809,-2 2 359,-1 1 810,0 0 0,5-1 0,1 0 0</inkml:trace>
  <inkml:trace contextRef="#ctx0" brushRef="#br0" timeOffset="379754">16008 3433 9691,'-8'3'360,"1"1"-270,2 1 0,-2 2 0,-1 2 90,-1 2-3457,-1 4 2392,-2 3 975,1 3 349,-1 2-439,1 2 90,1 2 0,2-1-90,0 2 0,2 0 90,1-1-90,2-2 0,2-2 90,0-3-90,1 1 0,4 6 0,0-7 0,2 3-90,1-10 0,0-3 0,2 0 0,6-2 3139,-3-2-3139,4-1 854,-5-5-854,0-1 90,1-3 0,0-1 0,-1-1 0,-1-1 0,-1 0 90,0-6 0,-2 3-90,-2-4 90,-4 3-90,-1 1 90,-2-2-90,-3 2 90,-1 0-90,-3-1 0,-1 4 0,-2 0 0,-1 3 0,-1 1-90,1 3-90,-2 0-180,1 3-1439,-5 5 810,5 0 989,-3 4 0,4 1 0,0 0 0</inkml:trace>
  <inkml:trace contextRef="#ctx0" brushRef="#br0" timeOffset="382754">16953 3444 8972,'-6'-5'0,"1"1"270,1 0 0,1 0 179,1-1 1,-1 0 90,2-1 359,0 0-809,-3 9 0,2-1-3367,-3 10 3252,1 1-335,-6 12 450,2-2-90,0-2 0,0 0 90,-3 6-90,-3 8 0,5-11 0,-3 5-180,2-1 90,-3 2 0,6-10 0,0-5 0,4-6 3080,0 0-3080,2-2 672,-1 1-761,4-4 179,7-6-90,-3 1 90,6-7 0,-6 5-90,1-2 90,-1 2-90,1-1 90,0 1-90,1 0 0,0 1 0,1-1 0,0 1 0,0 0 0,1 0 0,-1 1 0,2-1 0,-1 1 0,1 0 90,0-1-90,-1 1 0,1 0 0,-1-1 90,0 1-90,-1-1 90,3-2-90,-5 1 90,3-2 0,-5 0 0,1-1 90,-2-2-90,0 0 90,-2 0 0,-2 4 0,1-1 0,0-1 0,-1 0 0,-3 15-90,1-3 0,-3 15 0,4-6 0,-1 2 0,1 0 0,-1 1 0,2-2 0,-1 1 0,0-1 0,1 6 0,0-6-180,1 4 0,-1-9-90,1-1-89,0-2-721,0 0 1080,2-1 0,1 0 0,3 1 0</inkml:trace>
  <inkml:trace contextRef="#ctx0" brushRef="#br0" timeOffset="383170">17365 3472 9691,'0'-9'1350,"-2"1"-1260,-2 7 0,0 1 0,-3 6 89,3-1-179,-1 2 90,0 0 0,-1 2-90,0 0 90,-1 1-90,0 2 90,0 0-90,-1 0 0,2 1 90,1-1-90,1 0 0,-1 0 90,2-1-90,0 0 0,2-1 0,1 0 0,4 5 90,2-2-90,3 1-90,1-3 90,0-1-90,1 0 90,1 1 0,-1-2-90,3 3 90,-3-3-90,2 1 90,-6-3 0,1 2 0,-3-2 0,0 2 0,-4-3 0,0 1-90,-3 0 90,-4 3 0,0-2 0,-4 2-90,0-3 90,-1 1-180,-1-1 1,-2-1-91,0 0-90,1-1-360,2-2-539,1-1 180,1-1 1079,4-2 0,-4-3 0,1-2 0</inkml:trace>
  <inkml:trace contextRef="#ctx0" brushRef="#br0" timeOffset="383387">17318 3468 9691,'-2'-8'180,"1"1"180,1-1-90,3-1-180,1 0 0,4 1 0,0 3 0,3-2 0,6 0 0,4-2 0,2 1 0,1-1-2333,16-3 2198,-11 2 0,1 1-90,-7 2 0,0 0-45,0 0 0,1-2-924,-1 2 0,2-2 114,13-4 1,1-2 989,-9 4 0,1-2 0,1 0 0,3-2 0,-1 0 0,-7 2 0,0 0 0,0 0 0</inkml:trace>
  <inkml:trace contextRef="#ctx0" brushRef="#br0" timeOffset="386987">18781 3326 7083,'6'-6'-270,"0"0"360,-4 3-180,1 0 90,-1-1 0,-1 1 90,2-1 270,-1 1-90,1 0 629,-1-1-899,-2 9 0,0-3 0,-2 7 0,0-5 0,1 1 0,-3 5 0,2-2 0,-2 3 0,1-3 0,0 0 0,0 0 0,-1 0 0,1 0 0,0-1 0,0 0 0,0-1 0,1 0 0,-1-1 0,2 0 0,-1-1 0,0 0 0,0 1 0,2-1 90,2 0-90,1-1 0,2-2 0,0-1 0,1 0 0,2 0 0,1-1 0,1 1 0,1-2 0,0 1 0,7 1 0,-4 1 0,5 1 0,-6 2 0,-1-1 0,1 4 0,-2-1 0,-1 3 0,0 0 0,-3 1 0,-1 1 0,-1 1 0,-3-1 0,0 1 90,-3 0-90,-1 0 0,-2 2 90,-2-1 0,0 0-90,-4 0 90,0-1-90,-2 0 90,0-2 0,-6 3-90,-1-4-90,1 0 0,2-4-90,8-4-90,0-1-629,1-1 899,-1-5 0,1-4 0,-1-4 0</inkml:trace>
  <inkml:trace contextRef="#ctx0" brushRef="#br0" timeOffset="387230">18831 3328 9062,'-1'-8'1169,"1"-1"-989,1 2 0,2 2-90,2-1 0,2 2 180,9-4-90,6 0-180,5-1 90,0 2-90,-5 2-358,-3 1 178,-2 1-179,-1-1-91,-1 1-2249,6 0 2699,-6 1 0,10-1 0,-7 1 0</inkml:trace>
  <inkml:trace contextRef="#ctx0" brushRef="#br0" timeOffset="387645">19310 3258 10321,'2'-9'900,"-2"2"-721,-2 1 1,-1 2 90,-1 1-180,-2 3 0,1 0 0,-4 4 0,1 2 0,-3 5 0,0 5-1098,-2 4 1098,1 3-90,1 2 90,0 1-90,2 2 90,0-1-90,3 1 0,0-3-357,3-1 267,0-3 90,3-2-89,0 7-1,1-7 90,2 4-90,0-9 0,2-2 90,1-2-90,4 0 969,-1-4-879,3-1 305,1-4-305,-3-3 0,6-4 0,-6 0 0,3-7 0,-7 4 90,0-4-90,-4 3 90,-2-5-90,-5-2 0,0 1 0,-4 2 0,2 6 0,-5 1-90,3 2-180,-2 2-359,0 3 179,4 2-1079,-2-1-90,4 2 1619,2 0 0,1-1 0,1-1 0</inkml:trace>
  <inkml:trace contextRef="#ctx0" brushRef="#br0" timeOffset="387878">19466 3486 10771,'-1'-8'1349,"1"1"-1349,0 1 0,0 3 0,0 1 0</inkml:trace>
  <inkml:trace contextRef="#ctx0" brushRef="#br0" timeOffset="388379">19571 3263 10321,'-2'-6'630,"0"-1"-270,1 3-91,1-2-89,1 1 0,1-1-90,2 2 0,0 0 0,2 1 0,1 0-90,0 0 180,8-1-180,-2 2 0,5-1 0,-6 3 0,0-1 0,-1 2-90,-1 0 90,-1 0 0,-1 2-90,1 2 0,-3 1 90,-2 3-90,-3-1 90,-3 2-90,-3 3 0,-3 3 90,-2 2-322,-3 3 322,0-1-90,0 0 90,-2 4-90,4-6-384,-1 3 474,6-8-90,3-2 90,0 0 44,5 3-224,1-4 90,3 3 0,2-6 213,7 3-213,-4-3 0,5 2 0,-5-2 0,-1-2 90,-1 2-90,-2-1 90,-1 1-90,-2 0 90,-3 5 90,-7 4 0,-1 0-484,-8 4 484,1-4 90,-11 7-180,6-6 89,-5 4 1,9-10-90,2-1 0,3-1-90,0-1-89,1-1-181,2-1-90,1-2-809,1 0 1380,1-2 0,2-1 0,1-1 0</inkml:trace>
  <inkml:trace contextRef="#ctx0" brushRef="#br0" timeOffset="388655">19908 3251 9871,'5'-8'360,"0"1"-180,-3 4 0,0 0 180,1 1-270,1 4 0,-1 1 0,1 6-90,-2-1 90,-1 5-1,1 10 1,-1-2-45,0 3 0,-1 2 45,0 6-801,1-8 1,-1 0 800,0 9-90,1 0-90,0 0-863,1-3 773,1-1-180,1-2-402,0-2 223,1-3-810,1-3 89,1-3 1260,1-2 0,6 1 0,2 1 0</inkml:trace>
  <inkml:trace contextRef="#ctx0" brushRef="#br0" timeOffset="396354">20934 3272 600,'-2'-9'810,"1"1"1991,-1 1-2621,0 3 1319,-3 2-1499,0 2 859,-2 3-769,0 0 3186,-1 2-3160,-1 1-26,-1 2-90,0 1 0,-2 2 0,-1 2 90,2 0-90,-1 2 0,3-2 0,1 2 0,0-2 0,2 1 0,1 5 0,1-6 0,2 5-90,1-7 90,1-1-90,0 0 90,2 0-90,0-1 0,1 0 0,1-2 0,0 0 0,2-1 0,0 0 1,5 1-1,-2-3 0,3 2 90,-4-4-90,0 0 90,0-1-90,0 0 90,2-2 0,-1 0 0,0-1 0,-2 1 0,-2-2 90,0 0-90,0 0 90,-1-1-90,-1 0 90,-1-1-90,-1 0 90,0 1-1,-2-4-89,-1 3 90,-2-2-90,1 2 0,-1 0 0,-1 1 90,-1 0-90,1 1 0,-1 1 0,-1 0 90,0 0-90,0 1 0,-1 0 0,-3 1-180,0 1 1,-1-1-271,0 2 90,5-1-540,-1 1 900,3-1 0,0 1 0,0-1 0</inkml:trace>
  <inkml:trace contextRef="#ctx0" brushRef="#br0" timeOffset="396953">21063 3329 8522,'1'-9'360,"1"0"-90,-1 4-90,0-2 0,0 3-1,0-3-89,1 4 0,0-2 0,2 1 0,0 0 0,1 1-90,0 0 90,1 2-90,0-1 90,0 0-90,0 2 90,0-1-90,4 1 0,-2 1 0,1 2-90,-2-1 90,-1 1 0,0 1-90,-1 1 90,0 0-90,-2 1 90,-1 1-90,0 0 0,-2 5 0,0-2 0,-2 3 90,-1-3 0,0-1-90,0 0 90,-1-1-89,-1 3-1,1-3 90,-1 3 0,2-5 0,0 2-90,1-3 90,0 2 0,1-2 0,3 2 0,-1-1 0,2 0 0,1-3 0,-1 1 0,1 0 0,0 2 0,0-2 0,0 3 0,-1-2 0,-1 1 0,-1 0 0,0 0 0,-1 1 0,-1-1 0,-1 1 0,-2 0 0,-3 3 90,-1-2-90,-6 6 0,4-6 0,-3 3 0,4-4 0,0 0 0,0-1-90,1 0-90,1-1-90,1 1-180,0-2-359,1 1 629,2-2 180,0 0 0,2-1 0,0-1 0</inkml:trace>
  <inkml:trace contextRef="#ctx0" brushRef="#br0" timeOffset="397203">21316 3491 9332,'2'-9'1889,"-2"1"-1889,2 4 0,-2 1 0,1 1 0</inkml:trace>
  <inkml:trace contextRef="#ctx0" brushRef="#br0" timeOffset="397903">21581 3331 10051,'3'-9'270,"0"1"-90,0 0-90,-1 2 90,1 0 0,0 1 0,-1 0 0,0 0 179,1-1-89,-2 1 90,2-2-270,-1 10 0,-1-1-90,0 9 90,-2-2-90,1 4 90,-2 0-90,1 2 0,-1 1 0,-3 9-90,1-6 90,-1 6-559,0-7 469,0-1 0,-1-1-88,1 0-2,0-2 90,0 0 0,1-3 0,0 0 0,1-3 0,0 0 90,0-1 375,1-1-1004,-1 0 721,7-6-182,-3 1 90,6-6-90,-4 1 90,1 2-90,1-2 90,0 1 0,1 1 0,-1 0 0,0 0 0,1 1 0,0-1 0,0 1 0,0 0-90,0 0 90,6-1 0,-4 0 0,4 0 0,-6-1 0,0 1 0,1-1 0,-2-1 0,2-1 0,-2 1 0,0-1 90,0 0-90,0 1 90,-1-1-90,0 1 90,0 0-90,-1 0 0,-1 1 90,2 0-90,-2 11 0,-1-3 0,-2 12 0,-2-5 0,-2 10 0,1-4-383,-1 6 383,1-6 0,0-1 0,0 1 0,1-1 0,-1 6-90,1-3 0,0 0-90,1-5-90,1-6 0,1-2-179,0-1 449,2-1 0,2-1 0,1-1 0</inkml:trace>
  <inkml:trace contextRef="#ctx0" brushRef="#br0" timeOffset="398445">21876 3309 9422,'-3'-9'809,"2"1"-629,-1 2 630,1 2-541,-1-1 361,0 1 0,1-2-181,0 1-359,2 0 90,1 1-90,3 3-90,1 0 90,1 2-90,0 1 0,-1 0 0,0 0 0,0 2 0,1 0 0,-1 1-90,1 1 90,-1 0-90,-1 2 0,3 5 90,-4-1-90,1 4 90,-4-3 0,0 0-90,-2 1 90,0 1-89,-5 9 89,2-5 0,-4 5-90,1-3 90,0-5-90,-2 7-90,4-6 0,-2 1 90,4-5 0,1-2 0,1-4 0,1-1 0,1 1 0,0-2 0,1 2-90,0-2 180,0 1-90,0 0 0,0 1 0,-1 0 90,0 1-90,-3 5 1,0 1 89,-3 4-90,-12 15-270,-3-4 360,7-11 0,-1-1 0,-9 8 0,6-10-976,0 0 886,1-2-90,1-1-90,0-3-180,1-1-899,0 0 90,1-2 1259,-1-1 0,-2 1 0,-2-1 0</inkml:trace>
  <inkml:trace contextRef="#ctx0" brushRef="#br2" timeOffset="422357">12775 8656 24575,'0'0'0</inkml:trace>
  <inkml:trace contextRef="#ctx0" brushRef="#br0" timeOffset="424740">14913 4528 8792,'4'-5'1079,"0"-1"-629,-1 3-270,0-3 0,-1 4 180,1-2-1,0 2-179,0-1-90,2 0 180,-2 1 90,3 1-270,-2 1 0,2 3 0,-1 1 0,-1 4 0,-1-1-90,0 3 0,-1 2 90,1 10 0,-1-3-992,0 8 902,0-8 90,0 2-90,0 0 0,0-1 0,0 0-90,0-2-270,0-1 1,1 3-1,0-6-180,1 2-90,-2-8-899,0-1-90,1-2 1619,-1 0 0,1-4 0,0 1 0</inkml:trace>
  <inkml:trace contextRef="#ctx0" brushRef="#br0" timeOffset="425348">15309 4436 10501,'3'-9'450,"-1"1"-180,-1 2-91,-2 1 91,0 0-90,-3 0-90,2 2 90,-2 0-90,-2 2 0,1 1-90,-2 0 90,0 2-90,1 1 90,-1 0-90,0 2 90,0 0-90,0 2 0,0 0 90,1 2-90,1 0 0,-1 4 0,4-2 0,-1 3 0,2-4-90,2 0 90,1 1-180,5 5 90,0-3 0,4 4 0,-1-6-90,1 1 90,2-1-90,0-1-90,10 6 181,-7-5-548,6 4 457,-8-7-162,-2 0 252,-1 0 0,3 4-90,-3 1 90,0 5 90,-6-4 532,-5-2-622,-3-2 90,-6 5 0,-3-1-331,-6 4 331,0-5 90,-2 0 0,1-3 0,1-1-60,1-2 60,3-1 90,-3-2-90,6-1 0,-1-2 0,4-2 0,1-5-90,3 0 684,1-6-684,7-7 0,1 0 0,5-8-684,1 4 594,2-2 90,0 1 0,1 1 0,-1 0 0,-1 2 0,1-1 0,-3 2-290,-2 2 290,-2 3 0,0 1 90,-3 2-90,-1 1 0,-1-1 90,-5-2-90,0 3 901,-3-2-901,-1 5 226,1 2-855,-13-1-271,10 5-449,-8 0 1349,14 5 0,1 1 0,0 0 0</inkml:trace>
  <inkml:trace contextRef="#ctx0" brushRef="#br0" timeOffset="425582">15554 4530 11490,'3'-8'1170,"-1"-1"-1170,-1 5 0,-1 1 0,1 1 0</inkml:trace>
  <inkml:trace contextRef="#ctx0" brushRef="#br0" timeOffset="426193">15788 4335 10861,'0'-8'629,"-1"0"-449,0 1 180,0 1-180,1-1 90,-1 2-90,0-1 90,0 2-90,-3 12-180,-2 7 89,-2 10-89,0 4 90,0-2-90,-1 2-1171,0 0 1081,-1 2-90,0-1 0,0 0-30,0-1 120,1-5-90,0-2 0,4-5 0,-1-1-89,1 0-91,0-2 1078,1-3-1257,3-2 482,5-11-33,0 0 0,5-7 0,-2 1 0,0 0 90,1-1-90,-1 0 0,1 1 90,0 0-90,-1-1 90,-1 3-89,0-1-1,3 1 90,-4 1 0,3 0 0,-3 3-90,3-2 90,0 2 0,0-1 0,0 0 0,-3 2 0,0 0 0,0 0 0,0-1 0,0 0 0,-1 0 0,1 0 180,-2 1-180,2-2 179,-3 1 1,2-1-180,-2 9 0,-1-2 90,-1 7-90,0-1 0,-2 0 0,1 3 0,0 0 90,0 2-90,0 8-90,0-6 90,1 6-180,0-7 0,0-1-539,2 6-271,-2-8 990,2 9 0,-1-8 0,1 4 0</inkml:trace>
  <inkml:trace contextRef="#ctx0" brushRef="#br0" timeOffset="426593">16037 4327 9152,'-2'-8'360,"0"2"-91,0 0 1,1 2 90,0-1-270,0-1 0,3 2 0,3 0-90,0 1 90,4 1-180,-3 1 0,0 0 0,1 1 0,0-1-90,-1 1 0,2 0 90,-1 1-90,0 1 1,-1 0 89,1 1 0,-2 0-90,1 4 90,-3 0 0,-1 6 0,-3-3 0,-2 3 90,-1-2-90,-1 1 90,0 0-90,-2 5 0,1 0 90,0 0 0,2-5 0,3-3 0,2-2-90,1 5 0,2-5-90,1 4-180,2-1-359,-1-2 719,5 10 0,-2-3 0,2 7 0</inkml:trace>
  <inkml:trace contextRef="#ctx0" brushRef="#br0" timeOffset="426698">16163 4615 7623,'-13'25'389,"1"-1"1,0-1 0,-1-4-210,-11 1 0,-2 0-2054,-1 0 2054,0-3-90,4-2 0,2-2-270,3 0 500,3-4-1129,5-1 344,2-3 465,4-2 0,1-1 0</inkml:trace>
  <inkml:trace contextRef="#ctx0" brushRef="#br0" timeOffset="434025">16779 4418 8522,'-5'-11'720,"0"1"-540,1 1 0,1 1 89,1 2-89,0 1 270,1 0-270,0-1 90,0 1-90,1-3-90,0 2 89,0 0-89,2 1 0,0 0-90,0 0 90,2-1 0,3-1 90,4 0-90,5-3-90,-2 3 0,1 2 90,-4 2-90,0 2 0,0-1 0,1 2 90,-1 1-90,0 0 0,-1 0 0,0 2 0,0 1 0,2 4 0,-3 4 0,0 1 0,-6 0 0,-3-3 0,-3 1 0,0 0 0,-7 5 0,1-3 0,-4 4 0,3-6 0,0 0 0,1-1 0,1-2 0,1 0 0,0-1 0,2-1 0,1 0 0,0-1 0,1 3 0,2 0 0,3 1 0,2 0-90,6 1 90,-3-3 0,3 2-90,1 2 90,-3-1-90,3 4 90,-5-3 0,0 0-90,-3 3 90,0-1 0,-2 2 0,-3 0 0,-2 1 0,-4 3-222,-4-1 222,-3 3-90,-2-2 90,-8 6 90,7-8-90,-5 4-299,11-11 209,2-1-90,1 0 0,2-3 35,1-1-675,2-2 1,17-12 0,5-5 0</inkml:trace>
  <inkml:trace contextRef="#ctx0" brushRef="#br0" timeOffset="434567">17120 4350 9961,'1'-10'450,"0"0"-270,-1 6 180,2-2-180,0 1-90,0 0 89,1-1-89,1 2 90,1-1-90,0 0 0,3-1 0,0 0-90,1 0 90,1 2 0,5-3 0,-3 3-90,3-1 90,0 3-90,-4 1 90,7 2-90,-5 2 90,0 5-90,-6-1 0,-3 3 0,-4-1 0,-3 3 0,-2 1 0,-1 3 0,-5 3-544,0 1 544,-3 1 0,0-1 0,1-1 0,2-3-286,2-3 286,2-1 0,1-2 0,0 3 0,2-4 0,0 3 0,4-5 0,0 0 615,3 0-615,0-1 305,2 2-305,1-2 0,2 2-90,0-1 90,1 0-90,0 0 90,0 0 0,0 0-90,-1 1 90,-1 1 0,-1 0 0,-1 0 0,-1 1-90,-4 0 90,0 3 0,-5 1 0,-2 3 0,-11 9 0,2-4-888,-8 4 888,5-8 0,0-2 0,0-1-435,-4 2 435,7-4-90,-3 0-180,10-7 0,1 0-180,1-1-180,1-2 841,2 0 1,2-2 0,1 0 0</inkml:trace>
  <inkml:trace contextRef="#ctx0" brushRef="#br0" timeOffset="434815">17446 4511 11221,'3'-7'1619,"0"0"-990,-2 3-89,1-1 0,-1 2-91,1-2-1348,-1 1-1889,1 1 2788,1 0 0,1 1 0,0 0 0</inkml:trace>
  <inkml:trace contextRef="#ctx0" brushRef="#br0" timeOffset="435307">17751 4205 11221,'1'-10'449,"0"1"-179,0 0 0,-1 3 270,0 0 89,1-1-89,-1 2-90,0-2-180,-1 1 179,-1 2-359,-4 4 0,0 4 0,-4 6 0,1 4 0,-1 4 0,-1 6-1576,0 1 1576,0 3-90,1 1 90,1 1-477,3-8 1,1 1 296,0 0 1,1 0 44,0 1 0,0-1-225,0 16 90,3-14-90,1-5-231,2 0 231,2-2 1,0-1-91,2-1 90,1-2-270,4 1 270,-3-5 1406,4 0-1316,-3-5 878,-1-1-878,0-2 386,0-1-386,0-1 90,0-1 0,-1-2 90,3-3 0,-3 1 90,0-3 0,-3-2-90,-1 3 90,-2-4-90,-3 4 90,-1 0 0,-1 0 0,-1 0 0,0 2 0,-1 0 0,0 0 0,-4 3-90,0 0 0,-2 2 0,3 0-180,0 2-90,1 0-539,-1 1-91,3 0 900,-1 0 0,5-1 0,1-2 0</inkml:trace>
  <inkml:trace contextRef="#ctx0" brushRef="#br0" timeOffset="435841">18064 4259 10411,'-2'-7'360,"1"0"-180,-1 1 180,-2-1-181,0 1 1,-2-1 0,1 3 90,-3-2-90,0 2-90,-1-1 0,2 2 0,-1 1 0,1 1 0,-1 1-90,1 1 90,-1 1-90,-1 2 90,0 0-90,0 3 90,1 2-90,0 0 0,1 1 90,1 2-90,-1 6-180,1 4 0,2-1-270,4 6 180,3-10-334,2 5 244,1-6-2917,1-2 2434,1 0 483,2-1 0,-1-1 0,2-2 90,-2-1 1,1-2 162,0 0-73,0-2 3392,-1 0-3302,4 0 90,-5-2 90,3 0 0,-5-1 630,3-2-270,-4-1-181,2-3 361,-6 1-450,-1-4 90,-1 3-90,-3-2 0,1 4-90,-3 0-1,2 3 1,-4 2 0,3 2-90,-3 2 90,1 2 0,-2 3-90,1 0 0,1 3 90,0-1-90,-3 9 0,3-6-243,-3 6 64,4-9 89,0 1-180,0-3-90,0 0-180,-1-2-2338,-4 2 2878,2-2 0,-7 3 0,2-3 0</inkml:trace>
  <inkml:trace contextRef="#ctx0" brushRef="#br0" timeOffset="436957">18097 4299 9152,'-6'-7'-180,"9"13"180,-2-1 0,7 10 0,-6-5 0,-1 2 0,0 9 0,-1 7 0,-1-7 0,-1 1 90,-1 16-90,-4 2-1115,1-11 1115,-1-1 0,-1-1-797,0-1 707,-2-2-89,1-4-91,-2-2-540,1 0 720,-1-3 90,-1 1 0,-1-1 0,-1 0 0</inkml:trace>
  <inkml:trace contextRef="#ctx0" brushRef="#br0" timeOffset="442223">19145 4353 8432,'3'-10'180,"0"2"0,-1 3 0,1-1 0,-1 0 0,1 0 0,-1 0-1,1-2 1,0 2 90,-1 0-90,1 0 0,0 0 0,0 1 0,-1 0 0,0 0 0,0 0-1,0 1-89,1-1 270,-2 2-270,0 6 0,-4 9 0,-7 19-45,-1-5 0,-1 1-45,3-6 0,0 1-368,-3 3 0,0 0 413,4-5 0,-1-1-45,-4 9 0,-3 7 0,6-13 0,2-5 76,1-2-76,3-4 0,0-1-90,1-2 90,1-1 0,-1 0 735,2-2-825,0 0 15,1 0 75,5-6-90,-1 0 90,4-5 0,3-3-90,-3 0 90,4-1 0,-3 2 0,0 0 0,0 1-90,0-1 90,0 1 0,-1 1 0,0 0 0,3 0 0,1-1-90,1 1 90,-1 2-90,1 1 0,-3 0 90,3 0-90,-4 2 0,4-2 90,-3 1 0,2-1-89,-4 1 89,0 0 0,-1 0 0,0 0 0,0 0 0,-1-1 0,-1 0 0,0 0 0,0 0-90,0-1 90,0 0 0,-1 0 0,0 0 0,-1-1 90,0 1-90,-1 0 89,2-1-89,-1 2 0,1-2 90,-1 2-90,0 5 0,-2 1 0,0 7 0,-3 0 0,-4 26 0,2-10-636,0-4 0,0 1 636,0 6 0,1-3-763,0-2 763,1-4 0,0-1 0,1-1-90,0 0-180,0 3-90,1-7-359,-1 7-1890,2-8 2896,0-2 1,1-2 0,0-5 0</inkml:trace>
  <inkml:trace contextRef="#ctx0" brushRef="#br0" timeOffset="442666">19676 4318 10141,'1'-8'270,"0"1"-90,-2 1 180,2 1 89,-2 0-269,0 1-180,-5 6 90,1 2-90,-2 6 90,1-1-90,0 2 0,0 1 90,0 1-90,0 0 0,0 1 0,1-1 90,0 1-90,2 0 0,0-1 0,1-1 0,1 0 0,1 0 90,0-1-90,2 1-90,1-2 90,2 1-90,2 1 0,0-1 0,3 0-90,0 0 90,1-1 1,0-1-1,1 1 0,-3 0 0,2 1 0,-3-1 0,1 0 90,-3 0-90,0 1 90,-3 0-90,0 1 90,-3 0 0,-2 0 0,-10 11 0,-12 5-1657,-4 1 1657,11-13 0,-2-1 0,-10 5-1114,-2-1 1114,3-2-792,0-2 792,4-1-477,1-3 387,2-1-180,4-3 944,4-1-1843,3-3 1298,2 0-129,2-2 0,3-1 0,1 0 0</inkml:trace>
  <inkml:trace contextRef="#ctx0" brushRef="#br0" timeOffset="442931">19632 4343 9961,'2'-9'450,"-1"1"-180,0 2 0,-1 1 179,1 0-269,0-1 0,1 2 0,-1-1 90,3-1-90,0 1-90,3-1 0,0 0 90,11-2-90,0 0-1398,9-2 1398,-3 1 0,2 1-431,13-4 161,-9 3-90,9-2-915,-13 2 646,0 0-361,-1 0-1131,-3 1 501,-3 0 1802,-3 2 1,1-2-1,0-1 1</inkml:trace>
  <inkml:trace contextRef="#ctx0" brushRef="#br0" timeOffset="445757">20934 4291 9512,'4'-7'-180,"0"1"360,-2 2-1,0 0 91,0 1-90,0-1-180,-7 10 0,-2 2 0,-10 12 0,3-4 0,0 2 0,1 0 90,4-5-90,-2 4 0,5-6 0,1-1 0,1 0 0,0-1 0,1 0 0,2-2 0,1 3-90,1-3 90,2 1-90,2-3 90,1 0-90,1 0 0,5 1 0,-3-2 90,4 2-90,-5-3 1,3 4 89,-3-1 0,2 2-90,-5 0 90,0 4 0,-3-1-90,-1 3 90,-4-2 0,-5 7 0,-8 7 0,-1-1 0,-4 2 0,6-9-90,-1-4-188,3 1 278,0-5 0,2 1-180,1-3 0,2-1-1169,-1-1 1349,3-2 0,1-1 0,4-3 0</inkml:trace>
  <inkml:trace contextRef="#ctx0" brushRef="#br0" timeOffset="446023">20921 4320 8612,'-7'-6'630,"1"1"-270,3 2 809,0 0-989,3-2-180,2 1 180,3-1-180,1 3 180,5-2-180,-2 1 89,4-3-268,2 1-1,-3 0-180,3-1-1439,0-1 450,-3 2 1349,3 0 0,-1-1 0,-1 0 0</inkml:trace>
  <inkml:trace contextRef="#ctx0" brushRef="#br0" timeOffset="446531">21161 4271 10591,'10'-5'90,"-1"1"-90,-3 3 90,0 0-90,1 0 0,0 0 0,1 1 90,-1-1-90,1 1 0,0 1 0,4 2 0,-2 1 0,0 0 0,-4 1 0,-3-1 90,-1 2-90,-3 1 0,0 1 0,-3 1 0,-1 1 0,-3 1 0,0 1 0,-1 0 0,0 1 0,0 0 0,1-1 0,0 1 0,1-1 0,1 0 0,1-2 0,1 0 0,1-1-90,0 3 0,3 1 0,0-1 0,3-1 0,-1-3 0,2 0 0,-1-1 0,0 1 90,0-1-90,0 0 90,-1-1-90,-1 3 0,0-1 90,-2 1 0,-2-1-90,-1 0 90,-1 1 0,-7 5 90,-2 2-90,-2-1 0,-1 2 0,8-8-180,-2 1 1,6-5-181,0 1-270,1-2 630,1 1 0,1-2 0,0-1 0</inkml:trace>
  <inkml:trace contextRef="#ctx0" brushRef="#br0" timeOffset="446790">21369 4512 9961,'6'-7'1619,"-1"0"-989,-3 4-180,1 1-810,0-1-2698,0 0 3058,1 1 0,1-1 0,1 1 0</inkml:trace>
  <inkml:trace contextRef="#ctx0" brushRef="#br0" timeOffset="447074">21594 4262 10411,'0'-7'90,"-1"1"90,1-1 180,0 2-90,0-2 89,0 3-89,0-2-90,-2 16-180,0 3 0,-1 11 90,-1 0-90,2-5 0,-1 2-728,0 4 548,1-1 0,-2 1-180,2-3 1,0-2-454,0 0-716,1-2 0,1-1 1529,0-1 0,1 6 0,1 1 0</inkml:trace>
  <inkml:trace contextRef="#ctx0" brushRef="#br0" timeOffset="447640">21729 4309 10411,'-1'-9'450,"1"-1"-90,0 5-270,1-3 89,0 1-89,0 0 0,2 1 0,-1 2 0,1 0 0,1 1 0,3-1 0,1 1-90,1 0 0,0 0-90,-2 2 90,-1 1-90,0 0 0,0 2 0,0 0 0,0 1 0,-1 1-90,1 2 91,-3 1-1,1 2 0,-3-1 90,0 1-90,-2 0 0,-3 9 90,1-5 0,-3 6-90,1-5 90,1 1-90,-1 0 90,0-1 0,1-1 0,0 0 0,1 0 0,0 0-90,0-2 90,2 2 0,1 0 0,1 1 0,1-4-90,2 0 90,-1-4-90,1 3 0,1 2 0,0-2 90,-1 0-90,-2-2 90,-1-1 0,0 1 0,-2 0 0,-1 1-90,0 1 90,-2 1 0,-1 0 0,-1 2 0,-2 0 0,-1 0 0,-4 2-331,0-2 331,-4 2 0,0-1 0,-1-1 0,2-1-90,1-2-221,3-1-318,0-1-451,1 0 541,3-2 539,1 0 0,1-1 0,2-1 0</inkml:trace>
  <inkml:trace contextRef="#ctx0" brushRef="#br0" timeOffset="454541">15351 5360 6723,'5'-3'2159,"-1"4"-2069,1-6-90,-3 7 0,1 5 0,-2-1 0,0 3 0,0 1 0,-1 2 0,0 2 90,0 1-90,-1 4-426,0 1 426,0 2 0,-1 3 0,-1 2 89,-1 9-89,0-8-1377,0 4 1377,1-12 0,-1-1 0,1-1 0,1-1 0,-1-2 0,1-1 0,0-1 90,-1-1-180,1-1 367,0-1-457,1-2 1347,-1-1-1617,1 0-269,0-1 179,0-1 540,0 0 0,0 0 0,0-1 0</inkml:trace>
  <inkml:trace contextRef="#ctx0" brushRef="#br0" timeOffset="455323">15498 5477 8072,'4'-7'450,"0"1"360,0 0-451,-2 2 91,1-1 90,0 1-450,-2 12-90,-1-3 90,-2 12-90,-1-5 90,0 1-90,-1 3 0,-2 2-406,0 1 496,-1 2-90,-1-1-90,0-1 90,1 1-90,0-1 0,1-3-90,-2 5 0,3-6-92,-3 5 92,4-9 90,0 1 0,2-5 0,0-2 0,0 0 312,0-1-582,1 0 457,6-5-187,-3 0 90,6-5 0,-4 2-90,2-2 90,-2 2 0,2 0 0,-1 1 0,1 0 0,0-1-90,1 1 90,-1 0 0,1 1 0,1 0 0,0 1 0,5-2 0,-4 0 0,4 0-90,-4 1 90,0 0 0,0 1 0,3-2 0,-3 1 0,2-2 90,-5 2-90,0-1 0,0-1 0,0 1 90,-1 0 0,-1-1 90,2-2-90,-2 1 90,0-2-1,-1 1-89,0 1 90,-1 0 0,0 0-90,-1 0 180,0 0 0,1 0 180,-1 0-360,-5 19-90,2-7 0,-4 20 89,2-11-89,0 2 0,0 1 0,0 1 90,1 1-90,0 0 0,0-1 0,2 0 0,0 0 0,0-3 0,0 1 0,1-2-179,0-2-1,0-1-360,0 1 180,0-5-180,0 2-629,0-5 1169,0-1 0,1-3 0,-1 0 0</inkml:trace>
  <inkml:trace contextRef="#ctx0" brushRef="#br0" timeOffset="455565">15762 5659 9961,'2'-7'2249,"0"1"-5526,-1 1 2927,1 6 0,0-2 0,0 5 0</inkml:trace>
  <inkml:trace contextRef="#ctx0" brushRef="#br0" timeOffset="456056">16004 5561 10501,'-3'-10'180,"-1"0"0,1 2 0,-1 1 0,0 1-90,1 0 89,0 0 1,-1 1 0,1 0 90,-1-1-180,-1 4 0,0 1 0,-1 4-90,1 4 90,0 2 0,-2 3-90,1 2 0,1 2 90,-2 10 0,2-6-90,0 8 0,3-8-90,1-2 0,-1 0 0,2-3-90,0 1 90,2-2-90,0-1 0,1-2 0,0-2 0,1-1 90,1-1-179,2 0 179,0-4 0,2-1 0,-2-3 0,1-1 90,0-2-90,1-1 0,1-4 90,0 0 0,0-2 0,0-5 0,-1 1 0,0-3-209,-2 0 209,-1 1 0,-1-2 90,-3 0-90,0 1 90,-2-2 0,-4-8-90,1 8-360,-4-6 450,0 12-90,-1 0 0,-1 3 0,-5 0 0,3 6 378,-3 1-468,4 5-90,0 1-90,0 3-89,0 1-271,1 2-169,2 1-100,0 0 899,2-1 0,0 5 0,-1 0 0</inkml:trace>
  <inkml:trace contextRef="#ctx0" brushRef="#br0" timeOffset="456615">16175 5479 9512,'-5'-5'1169,"0"0"-899,4 0 0,0 0-180,3-1-1,0 1 1,2 0-90,0 1 90,1 0 0,-1 1-90,2-1 90,1 0-90,0 0 90,1 0-90,-1 1 0,1 0 90,0 1-90,1-1 0,-1 3 0,-1-1 90,0 2-90,-1 0 0,-1 1 0,0 1 0,-1 0 0,-1 1 0,0 2 0,-1 0 0,-1 1 0,-2 0 0,1 1 0,-2 2 90,0-1-180,0 1 90,-2 1 90,1 0-180,-1 1 90,0-1 0,0 1 0,1 0 0,0-1 0,1-1 0,1-1 0,0 1 0,2-2-90,0 1 0,2 0-90,0-1 0,4 5-89,0 1-1,2 4 180,-2-4 0,0-1 0,-4-4 0,-1 1-90,-2 6 90,-3 2 180,-2 2-496,-4-1 406,-2-3-123,-2 0 213,-3 1-1,-1 0-89,-1-2 90,1-1-90,3-2 0,0-1-179,3-2-181,1-1-360,1-2-449,2-1 754,1 0 415,1-2 0,2 0 0,1 0 0</inkml:trace>
  <inkml:trace contextRef="#ctx0" brushRef="#br0" timeOffset="462283">17065 5419 7623,'-4'-5'809,"0"0"-629,2 1-270,2 1 90,2-1 0,2 0 0,1 2 0,0 1 0,0 1 0,1-1 0,0 1 0,-1 0 0,1 1 0,-2 0 0,0 1 0,0 1 0,0 1 0,0 2 0,-1 1-90,0 2 180,-1 4-90,0 2 0,-2 4 0,-3 5 0,-1 4 0,-4 7-847,-1-3 847,-4 4 45,3-13 0,-2 1-45,-7 12 0,3-6 0,-2-2 0,-2 2-533,7-12 0,1 0 533,-5 3 0,2-1-148,1-4 148,2-1 0,3-4 0,2-3 738,2-1-738,0-1 1141,2-1-1141,0 0 182,4 0-182,3-4 0,7 0 0,1-4 90,8-2-90,-6 0 0,4 0 0,-5 1 0,-1 1 0,8-3 0,-6 1 0,5-1-90,4 0 90,-9 2-90,7-2-90,-9 3-270,1 1-629,2-1 1079,-4 0 0,-2 1 0,-3 1 0</inkml:trace>
  <inkml:trace contextRef="#ctx0" brushRef="#br0" timeOffset="462799">17383 5554 8162,'-1'-9'450,"0"-1"-270,0 3 180,0 0 269,0-2-359,0 2 0,-1-1 0,0 3-180,-4 9 0,-2 8 0,-2 7-1090,-1 6 1090,1-2-90,0 3 90,1-1-90,0 2 90,2 0-90,0 0 0,2-2 0,1-2 90,2-1-90,0-4 0,2 0-77,0-2 77,2 0 0,0-2 0,1-1-90,1-1 90,1-1 0,1-2 901,0-2-901,1-2 86,0-2-86,1-1-90,4-3 90,1-4 0,1 0 0,2-7 0,-5-1 0,-1 0 0,-2-1 0,-6 4 90,-1-5-90,-3 3 90,-2-4-90,-3 5 0,-6-3 90,1 5-90,-10-1 0,8 6 0,-5 3 0,1 4 0,5 2-270,-6 6 0,10-3-180,0 2-269,6-3-451,2 0 361,2-1 809,1-1 0,6 2 0,2 1 0</inkml:trace>
  <inkml:trace contextRef="#ctx0" brushRef="#br0" timeOffset="463040">17616 5621 9691,'0'-8'630,"0"2"-360,-1 0-90,0 2 0,-1-1-180,1 0 0,0 3 0,0 0 0</inkml:trace>
  <inkml:trace contextRef="#ctx0" brushRef="#br0" timeOffset="463482">17805 5448 9332,'2'-7'809,"0"0"-179,-1 2 179,0-1-719,-5 8 0,1 0 0,-4 8-90,2 0 90,-1 1-90,0 1 90,0 3-90,-1-1 0,1 2 90,1-2-90,-1 7 0,3-8 0,0 6 0,3-8 0,1 0-90,1 1 0,2-1 0,1 0 0,3 0-90,0-1 90,3 0 0,0 0 1,-1-1-1,1 1 0,-1-3 0,0 2 0,-1-1 90,0 0-90,-3 1 0,1 4 90,-3-2-90,-2 3 90,-6 2 0,-1-3 0,-6 7-3277,-1-5 3162,-4 2 115,-1-1-438,-2-2 528,0 0-90,-1-1 0,0-1 0,1-1 0,3-2-180,3-2-90,2-2-180,3-1 2366,0-2-1916,3-1 0,0-3 0,0-2 0</inkml:trace>
  <inkml:trace contextRef="#ctx0" brushRef="#br0" timeOffset="463714">17768 5539 9781,'-2'-7'540,"0"0"-450,2 1 0,1 1 0,2 1 0,1 0 0,2 0-90,1 0 90,3-1 0,1 0-90,2 0 0,1 0-180,2-1-450,7-1-89,-5 1-946,6-2 855,-4 2 810,-1 0 0,6-2 0,0 1 0</inkml:trace>
  <inkml:trace contextRef="#ctx0" brushRef="#br0" timeOffset="464124">18196 5394 9961,'-8'1'630,"2"0"-540,0 1 0,1 1 0,-1 1 0,-1 2 0,-2 2 0,-9 14 0,3-3-45,2 1 0,-1 1-1158,-1 7 1113,5-9 0,0 1 90,-2 8-90,1 0 90,1 0-90,1 11 0,3-13-981,0 7 891,6-14 0,1-3 0,2 0-90,1-2-90,5 2 180,-1-5 0,5 2 1072,-3-7-1072,1-1 0,1-3 0,4-2 1292,-3-2-1022,4-1 0,-5-1 0,-1-1 0,-2-1 89,0-1 1,-2-1 0,-1-1 0,-2 1-90,-2-2 90,-1 1-90,-3-1 0,-1 1-90,-3-1 89,-2 2-89,-2 2 0,-1 1 0,-1 2 0,0 2 0,0 1-90,1 2-270,0 1-89,1 2-361,1 0-1349,3 2-719,0-1 2788,3 0 0,1 0 0,1-1 0</inkml:trace>
  <inkml:trace contextRef="#ctx0" brushRef="#br0" timeOffset="467090">19029 5390 11760,'0'0'0</inkml:trace>
  <inkml:trace contextRef="#ctx0" brushRef="#br0" timeOffset="469176">19029 5390 7713,'2'-6'-90,"0"0"90,2 4 0,0 1 90,0-1-90,2-1 0,-1 1 90,1-1-90,-1 1 89,-1 1-89,2-1 0,-2 1 90,2-1-90,-3 1 0,3 0 90,-2 0-90,3-1 90,0 1-90,2-1 0,-2 1 0,0 1 0,-2 0 0,1 0 0,0 0 0,-1 0 0,1 1 0,0-1 0,-2 1 0,2 0 0,-1 0 0,-2 0 0,2 1 0,-2-1 90,1 2-90,-2 0 0,2 0 0,-3 0 0,1 2 0,0-1 0,-1 3 0,0-3 0,-1 4 0,0-4 0,-1 6 0,0-4 0,0 2 0,0-1 0,0-3 0,-1 5 0,0-5 0,0 3 0,0-3 0,0 0 0,0-1 0,0 2 0,-1-2 0,1 2 0,0-3 0,-1 2 0,0-1 0,0 0 90,1 1-90,-1-1 0,-1 0 0,1-1 0,0 1 0,0-1 0,0 1 0,1 0 0,-1-1 0,1 2 900,0-1-810,6-4-90,0 1 0,4-3 0,0 1 0,-1 1 0,0 0 0,0 0 0,-2 1 0,1 0 0,-1 0 0,0 0 0,0 1 0,0-1 0,1 1 0,-1 0 0,3 2 0,-1 0 0,2 4 0,-2 0-90,0 5 180,-3-5-90,-1 5 0,-1-4 0,-1 1-90,0 1 90,-2 5 0,1-3 0,-2 3 0,-1-4 90,0 1-90,-1 0 0,-1 0 0,0 0 0,-1-1 0,-3 5 0,2-5 90,-4 4-90,3-5 90,-5 3-90,2-3 90,-4 2-90,-3 0 89,3-4-89,-5 2 90,7-5-90,-1 1 0,2-2 90,-1 0-90,1 0 0,1-1 90,0 0-90,2-1 0,0-1 0,2 0 0,0-1-180,1-1 1,0 0-631,1-1-179,1-1 989,2-1 0,3-6 0,3-1 0</inkml:trace>
  <inkml:trace contextRef="#ctx0" brushRef="#br0" timeOffset="469752">19431 5447 8702,'1'-9'989,"-2"2"-899,-5 8-90,2 1 90,-4 8-90,3-1 90,-7 13-90,3-2-1470,-5 9 1560,5-5-1012,-6 11 922,5-8 0,-2 8 89,5-7-89,2-8 0,-1 10 0,3-9 0,0-1 0,2-3 0,1-7 1316,1-1-1316,0-1 1077,0 0-987,1-2-90,2 0 0,-1-2 0,2 0 0,0-1 0,3 0 0,-1-2 0,2-1 0,-3 0 0,1-1 0,-1-1 0,1-1 90,0-1-90,0 0 0,-1 0 0,-1-1 0,-1 0 0,0 0 90,-2-1-90,0 1 90,-1 0-90,0-1 90,-2 1-90,0 0 90,-1 0-90,-1 0 0,-1 1 90,-1 0-90,-4 0 0,-1 1 90,-2 0-90,2 2 0,3 0-90,0 3-90,1-2-90,-1 2-90,2-1-1349,0 1 990,2 0 719,-1 1 0,2-2 0,1 1 0</inkml:trace>
  <inkml:trace contextRef="#ctx0" brushRef="#br0" timeOffset="470023">19596 5662 9691,'2'-7'900,"-1"0"-540,0 0 0,-1 2-360,1-1 0,-1 4 0,0 0 0</inkml:trace>
  <inkml:trace contextRef="#ctx0" brushRef="#br0" timeOffset="470690">19828 5467 9422,'-2'-5'449,"1"-3"-269,0 4 0,-2-4-90,2 4 0,-2-2 270,-1 1-270,1 1 0,-2-1 0,2 3 90,0-1-90,-2 1-1,0 1 1,-2 2-90,1 1 90,-2 4-90,2 0 90,-4 7-90,4 1 90,1 0-90,4 0 0,1-3 0,1-1-90,1 2 0,4 6 0,-1-4 0,3 6 1,-1-7-1,1 2-90,0-1 90,1 0 0,0-1-90,-1 2 0,1-1 90,0 0-90,0 0 90,-1 0-90,-2 0 0,2 5 90,-3-6 1,0 3-1,-2-5 90,-2-1-90,-1 0 0,-1-1 0,-3 3 90,0-4 0,-2 3-90,0-5 90,0 0 0,-2-2 0,0 0 90,-1-1 0,0 0 90,-1-2-90,2-1-1,-1 0 1,1-1 180,-4-2-180,4-1-90,-2-2 90,5 0 0,1-1-90,1-2 90,2 0 0,2-3-90,1-2 90,3-2-569,1-5 479,2-1 90,2-5-90,6-10 0,-3 6-667,3-5 667,-6 12 0,-1 3 90,-1 1-368,-2 3 368,-1 1 428,-1 2-518,-1 2 90,-2 0-90,0 2 859,-2 1-859,-2-1 317,0 3-227,-3-2-90,-1 3 0,-1 1 0,0 1 0,1 2 0,0 0 0,-2 2-180,1 1 0,-1 0-180,-1 1 0,1 0-449,1 1-361,2 1 451,0-1 719,2 0 0,0 0 0,1 1 0</inkml:trace>
  <inkml:trace contextRef="#ctx0" brushRef="#br0" timeOffset="471181">19986 5407 10051,'-3'-7'1529,"0"0"-1439,4 2 90,1 0-180,2 1 180,2 0-180,2 2 90,1-1-90,-1 1 90,6-1 0,-3 1-90,3-1 0,1 1 90,-4 2-90,3-1 0,-6 0 0,1 1 0,-2 1 0,0 0 0,-2 0 0,0 1 0,0 1 0,-2 1 0,0 0 0,-1 2 0,-2 2 90,-1 0-90,-2 4 0,-4 11 0,0 0 0,-4 8-956,2-5 956,0 0 0,0 0 0,0 1 0,1-2 0,1-1 0,0-3-286,1-1 286,1-2 0,1-1-90,0-1 0,0-1 0,1-3-90,1-1-89,0-1-91,0-2 0,2 1-180,-1-3 28,2 0-1017,0-1 1607,1-2 1,2 2 0,1 0 0</inkml:trace>
  <inkml:trace contextRef="#ctx0" brushRef="#br0" timeOffset="473916">21200 5328 9062,'-7'-7'-270,"0"0"270,4 4 90,0-1 0,1 1 0,-2 0 90,1 0 90,0 0-91,0 0-179,-2 5 0,1 0 0,0 5 90,0-1-90,0 2 0,-2 2 0,0 3 0,-2 5 0,0-1 0,-2 6 0,1-2-250,1 1 250,0-2 0,1-2 0,0-1 0,0 0 0,-2 6 0,3-7 0,-4 9 0,5-14 0,0 3 0,1-4 0,1-2 90,0 0-90,1-4 90,1 1 160,5-10-160,-2 4-90,5-9 0,-4 6 0,1 0 0,0 1 0,3-2-90,-2 1 90,3 0 0,-2 1 0,1 1 0,0 0-90,0 0 0,1 0 90,0 0-90,0 0 1,0 1-91,3-1 180,-1 0-90,1 0 0,-2 1 0,-2 0 90,0 0-90,1-2 90,-2 1 0,1-1-90,-1 1 90,0-1 0,-1 0 0,0-1-90,0 0 90,0-1 0,-1-1 0,1 0 0,-1 0 90,-1 0-90,1 0 0,-2 1 90,1-2 0,0 2-90,-1-1 90,0 3-90,-2 14 0,-1-3 90,-3 15-90,0-8 0,1 3 0,-2 10 0,2-7 0,-1 7 0,1-2 0,1-7 0,1 5 90,0-10-90,1 0 0,0-2 0,0 2-90,0-4 0,1 1-360,-1-6-539,1 1 989,0-3 0,0 0 0,0-2 0</inkml:trace>
  <inkml:trace contextRef="#ctx0" brushRef="#br0" timeOffset="474326">21441 5416 8972,'-4'-3'719,"1"2"-629,-3 6-90,3 1 90,-3 4-90,2-1 0,-3 5 90,3-4-90,-1 1 0,2 0 0,0 0 90,1-1-90,1 1 0,1 6 90,2 1-90,4 5 0,1-4 0,3 2 90,-4-9-90,2 3 0,-3-5 0,0-2 0,-1 2 0,0-2 0,-1 0 0,-1 0-90,0 3 90,-3-2 0,0 2 90,-2-2-90,-3 3 0,-1-2 0,-2 1 0,0-3-90,1-1 180,-2 1-270,-5 1-90,4-2-89,-4 2-811,6-5 451,0 0 719,3-2 0,-5 1 0,1-1 0</inkml:trace>
  <inkml:trace contextRef="#ctx0" brushRef="#br0" timeOffset="474573">21377 5482 9332,'-4'-7'539,"1"0"-179,1 2-270,2 0 0,1 1 0,2 0 0,1 2 0,1-1 0,4-1-180,0 1-180,6-3-629,-1 1-271,1-1 1170,4-2 0,-4-1 0,4-3 0</inkml:trace>
  <inkml:trace contextRef="#ctx0" brushRef="#br0" timeOffset="488266">9783 6368 9781,'3'1'2159,"-2"0"-2159,11-1 90,-6 0-90,11-1 0,-1 0 90,6 0-90,-4 0-219,-1-1 219,0 1 0,2-1 0,1 0-631,4 0 631,2 0 0,-4 0 0,0 0 0,13-1-619,-12 0 0,-1 1 619,10-1 0,1-1 0,-1 2 0,1-2 0,1 1-573,0 0 573,-10 0 0,3 0 45,1 1 0,3 0-307,7-2 1,1 1 261,-7 1 0,-2 0-412,0 0 0,-2 1 412,-6 0 0,-2-1 0,19 1 0,-6-1 0,0 0 0,-10 1 0,-1 1 0,10-2 0,-1 1 0,8 0-132,0 0 132,-1-1 0,0 2 0,-1-1 0,-1 1 0,0-1 0,0 0 0,-1 1 0,1-2 0,-11 2 0,1 0 0,13-1 0,-6 1 0,1 1-50,-8-2 1,1 0 49,8 1 0,-1 0 0,-7-1 0,-1 0-163,-1 0 1,-2 0 162,12-1 0,-1 0 0,0-1 0,0 1 0,-1 0 0,-1-1 0,0 1 1040,-1-1-1040,10-1 0,-8 1 0,-7 1 0,-1 0 502,4-1-502,6 0 0,-10 1 0,0-1 0,2 1 0,-6 1 0,1-1 0,5 0 0,12-1 0,-17 2 0,-1-1 0,0 2 662,0-1-662,0 0 0,1 1 0,-1-1 1009,1 2-1009,-1-2 0,10 0 0,-7 1 0,7-2-369,-9 2 369,-1-1 0,1 0 0,-1 0 0,0 0 0,0 1 0,0-2 0,-1 1 809,-1 0-809,6 0-90,-6 0 193,3 0-193,-8 1 90,0-1 268,-2 1-268,8 0 0,-5 0 0,6 0 0,-6 0 0,7 0 0,-5 0 371,6 0-371,-7-1 0,1 0 0,1 1 0,0-1 0,0 0 0,0 0 0,10-1 0,-7 1 0,7 0 0,1 0 0,-6 0 0,16-1-3277,-6 0 3248,-1 0 29,-1-1 0,-11 2 0,10-1 0,-7 0-176,6 0 176,-9 0 0,7 0 0,-7 0 0,4 0 0,-8 1 0,-1 0 0,-2 0 0,4 0 0,-5 0 3219,3 0-3219,-6 0 0,2 0 0,-3 0 522,2 0-522,-4 1 0,-1-1 0,0 1 0,1-1 0,1 1 0,0-1 0,0 1 0,-1-1 0,-1 0 0,2 1 0,-2 0 0,-1 0 0,3-1 0,-1 1 0,5-2 0,-1 1-90,3 0 0,-1 0 0,-1-1 90,-3 1-90,1 0 0,0 0 0,0 0-90,1 0 91,-1 0-1,-1 1 0,0-1-90,-1 1 90,-1 0 0,1 0-90,-1 0 0,-1-1 90,2 1 0,-2-1 0,2 1-180,-3 0 180,2 1-89,1 0 89,0-1-90,3 0 90,-3 0-90,1-1 90,-2 1-90,0 1 0,-1-1-180,0 0 0,1 0-719,-1 0 1079,2 0 0,-5 0 0,1 0 0</inkml:trace>
  <inkml:trace contextRef="#ctx0" brushRef="#br1" timeOffset="489381">14188 6362 9621,'3'-6'2466,"0"0"-1732,-1 1 27,-1 1-154,-1-2-444,-1 1-82,-1 0-136,-3 2 79,-1 3-36,0 1 89,-1 1 39,2 3 197,-2 0 96,1 2-75,-1 1 184,0 1-165,0 1-214,0 5-51,3-3-196,0 4-210,3-5 0,2 1-61,1 0 77,1 1-120,1-2-9,2 1 6,1-1-93,7 4 152,-3-6 189,5 3-8,-4-6 80,1-1 173,0-2 75,1-1 3,0-1 162,0-2-79,7-4 112,-5 1-3,5-4-47,-7 1 27,-1-2-19,-1 0-26,3-7-258,-7 4-50,4-11-178,-9 10 20,-2-5-140,-3 5-102,-3-1 20,-3 0-128,-4-1 303,-3 1-513,-5 0 607,-1 2 69,-11 0-130,9 5-21,-6 1-40,12 6-106,0 3-963,0 2-171,1 1 1563,1 2 1,-5 5 0,0 2 0</inkml:trace>
  <inkml:trace contextRef="#ctx0" brushRef="#br0" timeOffset="490531">9606 6645 9781,'3'-7'0,"-1"0"180,0 2 0,-1 1 270,1-1-450,-1 11 0,0-2 0,-1 9 90,0-4-90,0 3 0,0 1 0,1 3 0,0 0 90,0 2-360,1 6 180,0-6-180,1 4 0,-1-7-89,-1-1-811,1-1 361,0-2 809,-1 0 0,1 4 0,-1 0 0</inkml:trace>
  <inkml:trace contextRef="#ctx0" brushRef="#br0" timeOffset="491165">9884 6712 9152,'-1'-7'360,"1"0"-181,-2 2 1,-1 0-90,-1 2 0,-3 2-90,1 1 90,-2 1-90,1 1 0,-1 0 90,0 1-90,0 1 0,0 0 90,0 1-90,1 1 0,0 1 0,1 0 0,0 0 0,2 1 0,1-1 0,1 0 0,2 0 0,2 0 0,2 0 0,3 0-90,1 0 90,2 0 0,3-1-90,0 0 90,3 0 0,2 1 0,2-1-90,13 5 90,0 0-996,0 0 996,-5-2 0,-11-2-260,2 2 260,-6-1 0,0 1 0,-6-2 0,-2-1 0,-2 1 978,-2-1-978,-1 0 188,-3 1-188,-1-1 0,-2 1 90,-2 0-90,-2 1 0,-2-2 0,-9 3 0,3-3 0,-4 0 90,8-3-90,2-1 90,1-2-90,1 0 90,2-1-90,0-3 0,3 0 0,0-1 90,2-2-90,2 0 0,2-2 0,0-3 0,2-2 0,1-2 0,3-5-356,0-1 446,2-4-90,5-9 0,-3 7 0,2-5-584,-5 12 584,-2 4 0,-2 1 90,1-3-90,-3 4 0,-1-2 0,-7 3 90,0 5-90,-5-2 0,0 6 245,-1 1-425,-2 3-180,-2 1-270,0 1-449,0 2 269,-1 1 810,1 1 0,-4 3 0,0 0 0</inkml:trace>
  <inkml:trace contextRef="#ctx0" brushRef="#br0" timeOffset="492333">10221 6695 8432,'1'-9'1439,"1"1"-1079,-3 2 0,-1 2-90,-1 0 0,-2 2-180,-2 3 0,0 1-1,-1 2 1,1 2-90,-1 0 90,0 4-90,0 1 90,0 2-90,1 2 90,1 1-90,2-1 90,0 1-90,3-1 0,0 1 0,3-1 90,5 7-90,0-5-241,5 3 151,-2-8 90,3-2-90,6 1 0,2-3 0,5-2 0,-6-4 90,-2-3 0,-6-2-90,6-5 90,-5 0 0,3-4-90,-5 1 90,-2-1 0,0-2 0,-2 0 0,-2 0 0,-1-1 0,-3 1 0,0-1 0,-2-1 0,-2 0 0,-1 1 0,-6-9 0,1 8 90,-5-4-90,4 8 0,-3 3-90,1 1 0,-1 3 0,0 3-180,0 2 152,0 1-242,0 2-449,1 1-271,1 1 361,1 2 719,2-1 0,-1 3 0,1 1 0</inkml:trace>
  <inkml:trace contextRef="#ctx0" brushRef="#br0" timeOffset="493732">11889 6199 8522,'-9'6'0,"2"-1"0,3-2 90,1-1 0,-3 1-90,2 0 90,-2 1 90,2-1-90,0-1 0,1 1 270,0-1-91,-1 0 1,2 0-180,9-5-90,-2 2 0,10-6 0,-4 1 0,6-2 0,2-1 90,5-4-694,5-2 649,-4 0 0,1 0-1108,-1 1 0,0-1 1108,9-5 0,1 0-45,-5 2 0,-1 0 0,1 0 0,0-1 0,0 1 0,2-2-731,-1 2 0,2-2 1,-1 2 730,-6 3 0,-1 0 0,1 0 0,8-5 0,1 0 0,-1 0 0,-8 6 0,-2 1 0,1-1 0,0 0 0,1-1 0,0 1-578,-1 0 1,1 0 0,0 0 577,0 0 0,0 0 0,0 0 0,0 1 0,0-1 0,0 1-307,0-1 0,-1 0 0,1 1 307,-1 0 0,0 0 0,0 1 0,0-1 0,0 0 0,-1 0 0,12-5 0,0 0 0,-1 0 0,0 1 0,-2 1 0,0-1-45,-2 1 0,0 1 24,-3 1 0,-2 0 92,-1 1 0,-1 0 103,-2 2 1,-2 0-148,0 0 0,-1 0 652,0 1 1,-1 0-537,15-9-71,-13 8 0,0 0-18,7-5 38,4-2 0,-15 8-90,-2 1 418,-3 3 1882,2-2-1974,-4 2 2041,2-1-1954,-5 3 2150,-1 1-2151,0 0 97,-2 1-443,1 0-59,0-1-120,1 1-162,-1 0 265,0-1 1,-2 3 0,0-1-1</inkml:trace>
  <inkml:trace contextRef="#ctx0" brushRef="#br1" timeOffset="494615">14034 4937 12700,'1'-7'274,"0"-1"1,4 4 499,-1 1-391,2 0-146,-1 1-105,1-1-69,0 1 218,3-1-64,-3 1 13,3-1-427,-3 3 40,2-1-56,-2 2-27,1 0 194,-3 2-344,0 1-154,-2 1 137,-1 5 132,-2 1 154,-3 6 128,-4 1 141,-2 1-575,-1 3 764,-2-1 204,-5 9-29,5-10-202,-2 6-95,8-12-372,0-2 217,2-2-64,-1 3-14,2-1-96,1-2-28,2-1 483,3-5-785,0 0 191,2-1-240,2 0 253,0-2-88,1 0 194,0-1 103,2 0 108,0-1 249,0-1 163,2 1-179,-1-1-211,0 0-168,5-1-140,-5 0-55,3 1-860,0-1-96,-6 2 1172,3-1 1,-5 1 0,0 0-1</inkml:trace>
  <inkml:trace contextRef="#ctx0" brushRef="#br0" timeOffset="495081">14340 4981 9332,'1'-7'899,"-2"-2"-539,1 4-90,-3-1 0,-2 3-180,0 2 0,-3 2-1,3 3 1,0 1-90,0 2 90,0 1-90,0 1 90,0 2-90,0 1 0,0 6 0,3 0-90,0 6 0,3-8 0,2-2 90,0-5-89,3-1-1,0-1 0,2 0 0,-1-2 0,1-1 90,1-2-90,-1 1 0,5-3 90,-3-1-90,7-4 0,-7 0 90,4-4 0,-5 2 90,-1-3-90,0 1 0,-1-1 90,-1-1 0,0-6 0,-2 4 0,-1-5 90,-3 5-789,-10-15 609,0 8 90,-9-11-90,2 16 90,-3 2-90,0 4 0,0 3-439,2 3 170,0 3-1,0 2-270,-4 3 540,-9 7 0,-5 6 0,13-5 0,0 0 0</inkml:trace>
  <inkml:trace contextRef="#ctx0" brushRef="#br0" timeOffset="496224">11818 6235 9332,'5'4'-90,"0"-2"180,2-4 0,-2 0 0,-1 0 0,0-1 89,1 0-89,0 0 0,1-1 0,0 0 0,1-2 0,0 0-90,1-1 90,0 0 0,2-3-90,2-3 90,2-2-419,3-3 419,0-1-1007,1-5 917,3-3-1354,1-6 1354,-9 15 0,-1 0 45,2-1 0,-1-1-45,3-2 0,2-2 0,-1 0 0,2-1 0,1-2 30,2-2 0,1-1 0,0 0-30,-1 1 0,1-1 0,1 0 0,-4 3 0,2 0 0,-1-1 0,-1 2 30,3-3 0,-1 2 0,0-1-772,-1 2 1,0-1 0,-1 2 711,-1 1 0,-1 1 0,-1 2 39,-1 1 1,-1 1 14,-1 0 0,1 1-15,-1-1 1,0 2-1,0-1 1,0 0-107,-1 2 0,1 0 116,12-16 0,-1 1 0,-1 2-18,-2 3 972,-2 3-972,-2 3-90,-1 1 2654,-2 3-2564,2-2-1,-3 3 2,-2 1 310,-1 4-311,-6 3 1427,0 2-1428,0-1 0,-2 1-2,1 1 2,-1-1-2,1 1 1,-2 1-1,1-1 0,0 1 2,-1-1-1,1 0 2,0 1-2,0 0 3,0 0-1,0-1-1,0 1 2,0 0-92,1-3 91,1 0 0,1 0-1,-1 0-1,0 1 3,0 0-2,1 0 1,-2 0 0,1 1 1,1-2-1,-1 2-1,1-1 1,-2 2-2,-1 0-178,0 1-91,-1-1-90,1 1-272,0-2-1079,1 1 1710,-1 1 1,0 1-1,-2 1 1</inkml:trace>
  <inkml:trace contextRef="#ctx0" brushRef="#br1" timeOffset="497056">13406 4234 12430,'-9'1'264,"1"1"159,5 4-275,-2 3-49,0 0 52,0 2-127,-2 1 16,0 2 178,0 2-140,-2 2-101,0 1-452,0 0 532,1-1-83,0 1-90,1-2 79,-1 1-19,2-3-65,0-1-5,1-2 117,1 0-124,-1-1 33,2-1-43,0-2 382,0 2-324,2-4-43,-1 2-67,2-3-23,1 0-120,1-3-191,4-2 501,-2-2 124,1-1 169,-1 1-3,1-1 63,-1-1 35,1 0 244,-1 0 159,1 1-739,-1 0-201,1 0-71,1 0-380,-1 0-10,0 0-25,0 0-11,1 1-11,-1 0 295,4-1 35,-2 2-28,1-1 365,-2 0-13,0 1 8,0 0 7,0 0 2,0-1 14,-1 1-8,4-2 13,-3 2-14,2-1 20,-3 0-6,0 0 9,0 0 4,2-2-1,-2 0 107,1-1-94,-2 2 93,-1-1-105,0 0 91,0 1-13,0-1-6,0 0-2,0 1 379,0-1-178,-3 10-156,0 1-25,0 6 5,-2 0 33,0 3-15,2-3-109,-1 5-298,1-5-26,0 0 253,1 0-163,0-2 5,-1 1-136,1-2-425,0 0 180,0-2 572,0 0 1,1 2-1,0 1 1</inkml:trace>
  <inkml:trace contextRef="#ctx0" brushRef="#br0" timeOffset="497525">13682 4325 8432,'0'-8'1259,"-1"1"-364,-1 1-763,-3 7 152,1 1-39,-1 6-54,1 4-63,1-2-11,0 6-5,1-5 13,0 2-69,2-1-23,0 1-118,0 0 8,0-1 121,2 1-91,-1-2-1,2-1-4,0 0-92,1-2-6,0 0 86,0-2-103,1-1 13,0 0 25,0-2 21,3-1 51,1-3 142,3-3 49,-3-3-153,2-7 13,-6 3-5,3-6-19,-4 3-17,0-2-34,0-2-3196,-1-2 2957,-1 0 320,-1-2-207,-1-1 207,-1 1 167,-3-12-102,0 10-3,-4-6-9,3 16-19,-2 2-13,-1 3-13,0 2 3223,-2 4-3500,-1 2 357,-2 4-363,-4 4-238,0 3-744,-3 4 892,1 1 205,0 2 1,-2 4 0,0 2 0</inkml:trace>
  <inkml:trace contextRef="#ctx0" brushRef="#br0" timeOffset="498497">11851 6194 9781,'-6'-7'990,"4"-1"-900,3 3 0,3-2-90,0 2 90,1-1 0,0-1 0,2-1 0,1-2-1,0-1 1,2-2 0,1-3-90,1-2 180,9-16-1944,-4 3 1809,-6 10 0,0-1 0,-1 3 0,-2 0-45,2-1 0,-1-1 0,1-1 0,-1-1 45,1-1 0,-1-1-1085,2-3 1,0-1 1039,0-1 0,-1 0 45,3-4 0,-1 0-45,0 0 0,0 0-855,0 0 1,-1-1 809,1 0 0,-2-1 45,1 1 0,-1-3-60,-2 3 0,1-3 0,-1 2-488,-2 7 1,0 1-1,0-1 548,2-8 0,0-1 0,-1 2-45,0 1 0,-1 0-186,-1 5 1,1-2-1,-1 2 186,0-2 0,0 1 45,1-9 0,0 3-45,-2 14 0,-1 2 455,4-17-410,-1 7-90,1 5 90,-1 3 838,0 5-838,0 3 1961,0 2-2051,0 1 2980,0 2-2929,0 2 944,0 1-1030,-1 1 438,-1 1-347,0 0-92,-1 1-176,0 2 305,0-1 1,-1 2 0,0-1 0</inkml:trace>
  <inkml:trace contextRef="#ctx0" brushRef="#br1" timeOffset="499114">12596 3989 8713,'3'-7'418,"1"-1"-123,-3 5 441,1-1-468,-1 0-191,-6 6 40,1 0 0,-6 8-74,4-1-25,-2 2 87,0 2 436,-2 3 78,0 2-99,-1 4 40,-2 9-132,4-6-759,0 7 801,5-11-142,1 8-569,2-8-563,0 7 564,2-11-149,0-1 48,2-1-179,6 11 122,-2-11 94,4 6-174,1-11 198,-3-4-11,3 0 854,-4-4-616,3-1 717,-3-2-363,3-1 173,-4 0 54,3-5 109,-2-1-77,0-1-64,-4-1-265,-2 4-174,-2-1-161,0-1-123,-2 1-167,-1 0-188,-1 0-45,-1 1 47,-1 0 87,-1 3 129,-4-1 297,2 3-28,-3 2 151,4 1 188,-1 1-56,1 2-414,0 0 794,1 1-437,0 0 0,0 3 1,-1 1-1</inkml:trace>
  <inkml:trace contextRef="#ctx0" brushRef="#br1" timeOffset="499601">12814 4081 11089,'-1'-9'-187,"0"1"63,-1 4-201,-3 4 570,0 2 527,-1 4-180,1 1-289,1 0 12,-1 2 205,1 2-158,-1 0 166,2 2-395,0 6-322,2-4-247,0 3 139,1-4-40,3 4-103,0-3 138,1 2-52,0-7-74,1 0-13,0-3 68,1 0-196,3 0 234,-2-3 176,3 0-26,-2-3 235,0-2 24,1-1 62,3-3 338,2-4-22,-1 0-51,-1-4 8,-4 4-68,0-8-167,-2 4-61,-1-5-151,-3 5-20,-1-1-177,-2 0 38,-1-1-93,-2-1 16,-1 0 125,-1 0-96,-2 1 5,0 3 104,-1 1-168,0 2 68,-1 2 83,0 3-453,-5 3-56,3 2 355,-4 4 403,4 1 1,-5 6-1,-1 1 1</inkml:trace>
  <inkml:trace contextRef="#ctx0" brushRef="#br0" timeOffset="500514">11834 6193 9332,'4'-10'449,"0"2"-359,-2 4 90,1-1-90,-1 0 0,1-2 90,0 0-90,1-2 0,1-1-90,-1-2 90,2-3 0,0-4 0,1-2-90,0-6-1163,1-2 1163,0-7 90,1-4-45,-2 7 0,1-2-45,-3 8 0,1-2 30,0-3 0,0-3 0,0 0-30,-1 2 0,0 0 0,-1-2-767,1 1 0,-1-2 1,1-1-1,-1 2 767,0-6 0,1 2 0,-1-1-356,0-1 0,-1 0 0,0 3 326,-1 8 0,0 2 0,0 0-497,-1-1 1,1 0 0,0 1 481,0-12 0,0 1 0,0 0 0,-1 1 0,0 3 0,1 1-187,-1 0 1,-1-1 186,1 2 0,0-1 0,0 1 0,0 0 0,-1 1 0,1-1 244,0 3 0,0-1 0,0 1-244,0-4 0,1 0-199,-1 6 0,1-1 0,-1 2 244,1 0 0,1 2-45,-1 3 0,0 0 447,2-17-369,1 7 692,-1 5-692,-1 6 631,1-3-720,-2 10 2237,3-5-2324,-4 14 1589,3-2-1613,-2 10 615,-1-1-657,1 7 330,-2-4-331,0 5-360,0-4 611,-1 5 0,1-5 1,-1 2-1</inkml:trace>
  <inkml:trace contextRef="#ctx0" brushRef="#br0" timeOffset="501400">12259 3308 7263,'1'-8'180,"-2"1"-90,-2 3 0,-2 2-90,-3 0 90,3 2-90,-2 2 90,0-1-90,0 2 89,-2 0-89,-5 2 90,-1 3-90,0 1 90,1 1-90,5-3 0,1 1 0,2 0 0,0 0 90,1-1-90,2 1 0,1-1 0,2 0 0,1 1 0,1 0 0,3 0 90,2 0-90,3 0 0,3 1 0,1-1 0,1 1 0,10 4 0,0 0 0,2 0 0,-6-1 0,-8-5 0,0 1 0,-3 0 0,3 3 0,-4-1 0,0 2 90,-5-4-90,-2 0 0,-1 0 0,-2 1 0,-1 1 0,-1-1 0,-2-1 0,0 0 0,-1 0 90,-7 4-90,3-3 0,-4 1 0,3-4 0,0-1 0,1-1 0,0 0 0,1-1 90,2-2-90,-3 0 0,4-2 0,-2-2 0,5 0 0,0-1 0,1-1 0,2-1 0,0-2 0,2-1 90,1-1-90,1-3-90,6-13 90,-2 3-1048,3-10 1048,-4 7 0,0-2 0,-1 0 0,-2 2-593,-1 2 593,-2 1 0,-2-6 0,-3-1 0,-1 2-218,-2 4 218,1 9 866,-6-1-866,-1 4 0,0 1-180,1 6 734,4 3-1004,-3 3-180,3 1 271,-2 2 423,4 1 1,-2 3 0,-1 2 0</inkml:trace>
  <inkml:trace contextRef="#ctx0" brushRef="#br1" timeOffset="501892">12467 3264 13309,'7'-7'2527,"-5"9"-4050,-3 3 1512,-3 9 193,-3 8-48,-3 10-65,-1 0 75,2 3-1342,3-13 586,3-1 777,0-2-303,1 1-194,1-2-71,1 7-6,1-8 42,0 3-2910,1-7 2911,0-3 150,1 0-76,1-2 810,1-2-937,5 0 362,-2-2 46,3-2 122,-2-2 224,1-3 122,-1 0 143,2-2 164,0-2 147,0-1-199,0-1-43,-1-2-265,0 0-216,-3-1-79,0-1-215,-2 0 3233,-2 1-3393,-1-2-227,-1 1-8,-3-2-35,0 1 22,-3-2 63,-1 3-93,-2-2 13,-6-3 6,-2 3 98,-1 2 13,1 6 219,6 5 317,-19 16 0,11-1 0,1 0 1,0 0-1</inkml:trace>
  <inkml:trace contextRef="#ctx0" brushRef="#br0" timeOffset="503690">11944 6253 7892,'-9'-4'180,"2"0"-90,3 1 90,0 1-90,-2-1 90,2 1-90,-2-1 0,1 0 90,0-1 0,0 0-90,0 1 90,-1-2 0,0 0-91,0-1 1,0-1 0,0-1 0,-2-3 0,0-1 0,0-3 0,-1-3 0,0-3-90,0-5-735,0-2 825,-1-6-46,4 7 1,-1-1-618,2 4 1,-1 1 572,-1-9 0,0 0 45,2 8 0,0 1-45,0-1 0,0 0-790,0-1 1,0 0 789,-1-1 0,1 1 0,0-1 0,-1 0 0,1-1 0,-1 0 0,0 0 0,1-1 0,-1 0 0,1-1 45,-1 1 0,0-1-851,1 0 1,0-1 805,-1 2 0,1-2 0,-2-10 0,0 0 0,1 10 0,1 0 0,-3-8 0,1 1 0,2 12 0,0 2 0,1 0 0,-1 0-226,0 1 1,0 1 225,-4-17 310,-1 3-310,4 13 0,0 1 0,-3-9 572,2 8 1,1 0-573,-4-7 0,1 4 0,1 5 0,4 8 1790,0 2-1790,0 0 1510,-1-2-1510,2 3 639,-3-4-639,3 7 218,-1-2-218,1 3 0,0 0-90,0 0 90,0 1 0,0 0 0,0-1 0,-1 2 0,1-1 0,-1 0 0,1 1 0,-1-1 0,0 0 0,0-1 0,-1 1 0,0-1 0,1 1 0,-2-1 0,1 0 0,-1-1 0,0 0 0,0 0 0,-1 0 0,1 0 0,-2-3 8,-1 0-1,0 0-1,2 1 0,2 2-4,-1 0 3,1 0 1,-1 0-4,2 1-7,1 1 1,0 0 5,0 0-7,-1-1 13,2 2-8,-2-1 23,2 0 9,-1 1-14,0-1-3,0 1-18,1-1 11,0 0 46,0 0 12,1-1 42,0-1 44,1 0 22,1-1 43,-1 2 11,0-1 82,1 0-238,-1 0 155,0-1-155,-1 0-170,1 0 92,-1 1-56,0-2 3,0 2 12,0-1-24,0-2 46,1 1-3,-1-6 37,0 5-84,1-2 185,0 3-150,0 0 59,0 1 47,0-3-119,1 3-89,0-2 15,-1 2-42,0 1-157,0 0-136,0 0-1056,0 1 1503,0-1 0,-1 1 1,-2 0-1</inkml:trace>
  <inkml:trace contextRef="#ctx0" brushRef="#br1" timeOffset="505765">10939 3542 10549,'5'-7'1191,"-1"0"-1076,0 9-663,-3 0 130,2 6 169,-2 0 181,1 1-2,-1 1-81,0 2-117,0 1 24,1 2 292,-1 0 118,1 1 19,0 2-182,0 0-264,0 0 264,0 2-2,-1-4 87,1 2-82,-1-2-3283,1 0 3179,-1 1-235,1 4 159,-1-5 3,0 2-86,0-6-453,0-2 447,0 0 265,0-2 0,-1 3 0,1 0 0</inkml:trace>
  <inkml:trace contextRef="#ctx0" brushRef="#br1" timeOffset="508432">11175 3517 11001,'5'-7'2055,"-9"13"-1522,1-1-451,-7 10 22,7-7-148,0 5-110,1-2-18,0 8 204,2-6-424,0 4-51,2-5 117,1 0-174,1 1 108,0-2 25,1 1 15,1-2-18,0 1 127,1-3-85,0 1 99,0-2 92,1-1 73,-1-1 90,0 0 69,0-2 131,0 0 141,-1-1 19,1-1 95,-1-1-19,1-2 105,0 1 12,3-2 85,-1-3-45,-1 0 103,-1-1-290,-3 0-180,-1 1-161,-1-1-97,0 0-163,-1 0-75,-1-1-453,-1-1-77,-1-1 105,-1 0 178,-1-1-60,-1 0 13,-1 0 51,-2 1 32,0 1 253,-6-2 116,3 4 49,-4 0-3,5 4 188,-1 1-136,3 1 103,-1 1 128,2 1-163,1 0-27,0 2-494,2 0 367,2 1 73,0 1 1,3 2 0,1 1-1</inkml:trace>
  <inkml:trace contextRef="#ctx0" brushRef="#br1" timeOffset="508908">11517 3586 9442,'-1'-7'24,"0"-1"99,0 3-110,-1-1 71,1 2-50,-2-1-31,0 3 76,-2 3-55,1 1 237,-1 3-90,2 1-28,-1 0 103,1 2-110,-1 6 110,1 2-168,1 1-138,1 0 9,1-6-93,1 1 24,0-1 0,2-1-2,0 1 8,1-3 0,0 0-14,2-1 5,-1-1 34,2-1 40,-1-2-51,4-1 175,-2-1 30,7-3-23,-6-1 135,3-2 30,-4 1 8,2-3-17,-1-3-54,1-1-72,-3 0-55,-3 2-65,-1 0-44,-1 0-44,-1-1 52,-2-1-145,0 0 18,-2 0-22,-2-1 18,-1 1-7,-2 1-91,0 1 62,-2 2-54,-2 2-193,-5 2-556,-4 6 1058,-1 1 1,-5 8-1,5-1 1</inkml:trace>
  <inkml:trace contextRef="#ctx0" brushRef="#br0" timeOffset="510657">11819 6206 8522,'-7'-6'630,"1"0"-360,3 2-1,1 0 1,-1 0-90,1 0 0,-1-1 0,1 1-90,0-2 0,0 2 0,0-2-90,1 1 90,-1 0 0,0 1 0,-1-5 0,0 2 0,-3-6 0,2 4-1,-2-4 1,-3-2 0,2 2-90,-4-5 90,2 4-531,-2-3 441,-1-1 90,-3-3-90,1 0 90,-1-1-90,0-1 90,0-1-90,-1 0 90,-2-4-1706,-1-1 1616,-2-2 0,0 1-140,1 1 185,6 9 0,-1 1-45,-9-11-748,8 11 0,0 0 838,-9-6-90,0-1-633,0 2 633,-1 0 416,2 2-416,0 2-448,2 0 448,1 1 0,-1-1 0,2 1 0,0-1 0,-1 0 90,2 0-90,-2-1 0,2 1 0,0-1 0,1 1 0,0 0 0,0 1 1292,1 0-1292,-4-6 0,5 6 793,-2-2-793,7 8 0,0 0 0,0 1 1060,1 0-1060,1 0 0,-1 0 0,2 1 0,-1 0 862,-1-4-862,1 4 40,-1-4-40,3 4 581,-3-4-671,0 0 180,0-1-90,1 1 0,2 5 0,-2-5 0,2 4 0,-2-3-90,4 6 90,0-1 0,0 1 0,0 0 0,0 1 0,0-1 0,0 1 0,0-1 0,1 1 0,-1 0 0,0-1 0,-1-3 0,0 3 0,-1-3 0,0 2 0,2 1 0,-4-4 0,5 4 0,-2-1 0,2 3 0,0 0 0,0 1 0,-1-2 0,2 2 0,-2-1 0,3 3 0,-1-2 0,1 2 0,-2-3 0,1 1 0,-2-2 0,3 2 0,-1 1 0,1 0 0,-1 1 0,0 0-90,0 0 90,0 0 90,0 1-180,0-2 90,0 2 0,0-2 0,1 3 0,1-1 0</inkml:trace>
  <inkml:trace contextRef="#ctx0" brushRef="#br1" timeOffset="512189">9950 4119 8567,'3'7'-626,"-1"-1"539,-1 0 23,-1 1-3213,0 2 2242,1 0 1804,0 2-765,0 2-50,0-1 0,0 3 81,0-1-40,1 1 2,-1 1-3,0-1 7,1 0-3,-1 0-180,1-1 86,0-1-454,1 4 546,-1-5 0,3 7 0,-2-5 1</inkml:trace>
  <inkml:trace contextRef="#ctx0" brushRef="#br0" timeOffset="512681">10081 4205 6993,'-3'-8'360,"1"1"0,1 3-91,0-2-89,-1 0 0,1 0-180,1 0 90,1 0 0,1 2-90,3-3 90,1 2-90,1-2 90,0 3 103,0-1 90,1 0-96,0 1-7,4-1-13,0 2-15,4 0-10,-6 4 57,1 4-336,-6 2-54,0 4 26,-3-1 49,-2 1 31,-2 2 34,-5 9 31,0-2-418,-3 5 516,1-6 58,1-4-13,0 0-44,2-3-16,-1 0-163,2-2-21,0-2-5,1 0 445,1-1-457,1-1-6,1-1 1,2 1-3,1-2 146,2 0 0,1-2 0,2-1 0,0 0 0,1-1 0,2 0 90,0 0-90,1 0 0,1-1-90,0 0 90,0 0-90,2-1 0,-3 1 0,2-1-90,-3 1-90,0-1-449,-1 1 179,0 0 540,-2 1 0,2-1 0,1-1 0</inkml:trace>
  <inkml:trace contextRef="#ctx0" brushRef="#br0" timeOffset="513181">10346 4085 8252,'1'-8'990,"-1"0"-990,-4 10 90,1 0 0,-2 8-90,1 1 0,0 0 90,-1 4-90,2-2 0,1 1 90,0 0-90,1-1 0,0 1 0,2-1 0,0-1 89,1 1-89,3 5 0,0-6 0,7 7 0,-4-9 0,3 0-89,-3-4 89,0-3-90,1 0 90,1-2-90,5-1 0,-3-1 0,5-2 90,-4-1-90,-1-2 90,0 0 0,1-2 0,-2 0-90,1-1 90,-2-1 0,3-7 90,-5 5-90,1-11 180,-6 3-180,-2-1-118,-3 1 118,-3 5 90,-6-5-90,0 6 90,-5-5-90,3 9 0,-2 2 0,-2 1 0,0 2-90,1 2-90,-1 2 1,2 3-181,0 2-630,0 1 720,2 3 270,0 1 0,-1 5 0,0 2 0</inkml:trace>
  <inkml:trace contextRef="#ctx0" brushRef="#br0" timeOffset="514539">11820 6219 8072,'-9'1'270,"1"-1"0,3-1-180,0-1 180,1 0-180,-2-1 0,1 1 90,-1-2 0,1 0-90,0 1 89,-2-3 1,-1 1 0,0-1 0,-1 0 0,-1-2 90,-4-2-90,-2-1 0,-3-3 179,-12-6-742,6 3 428,7 5 0,-2-1-690,-2-1 1,0 0 689,4 2 0,-1-1 45,-14-7 0,0-1-45,13 8 0,0 1-45,-7-4 0,1 0 45,7 4 0,1 1-45,-1 0 0,0 0 45,0 0 0,0 0-45,0 0 0,1-1 45,-1 1 0,0 1-45,-17-11 0,0 1 90,3 0-90,0 1 0,5 2 0,1 1-285,-8-5 285,16 10 0,0 1 45,0-1 0,0 1-793,-15-11 748,10 9 0,2-2-78,-1 1 78,2 0 0,0 0 0,2 1 0,0-1 0,1 2 0,-1-1 1400,0 0-1400,3 1 0,-10-5 0,6 4-370,-5-2 370,5 2 0,2 3 599,1-1-599,1 2 0,0 1 0,-6-4 0,5 3 0,-4-2 0,6 3 705,1 0-705,1 1 0,0-1 0,-4-2 0,5 3 0,-5-3 0,6 4 0,1 0 0,0 0 893,1 0-893,0 0 276,1 1-276,-1 0 0,-3-2 0,2 2-90,-6-2 90,7 2 0,-4 0 0,5 2 0,0-1 0,-1 1 0,1-1 0,1 1 0,-1-1-90,-1-1 90,2 1 0,-2-1 0,4 1 0,0 1-90,0-1 0,0 0 0,1 0 0,0 0-90,0 0 90,0-1-450,1 1 270,-1-1-89,1 2-631,-1-2 990,-1 0 0,1 1 0,-1-3 0</inkml:trace>
  <inkml:trace contextRef="#ctx0" brushRef="#br0" timeOffset="515148">9760 4838 9242,'-1'-6'-180,"-1"0"180,0 2 0,0-1 180,-1 1-90,0 0-90,0 0 180,0 0-1,0 1-89,-1 1-90,-1 2 0,1 1 90,1 3-90,1 1 0,0 2 90,0 1-90,0 2 0,1 8 0,0-2 0,0 5-234,1-5 324,0 1-90,0 2-90,1 8 0,-1-6-395,0 6 305,-1-10-90,1-1-269,-1 5-451,2-7 720,-2 4 326,1-9 1,0 4-1,-1 0 1</inkml:trace>
  <inkml:trace contextRef="#ctx0" brushRef="#br0" timeOffset="515722">9932 4722 8432,'3'-6'1170,"-5"13"-1170,-1-2 89,-5 13-89,3-7 0,0 1 90,-1 3-90,1-1 0,-3 10 90,3-6-90,-3 13 0,5-13-243,0 4 243,2-7 0,2-2 0,0 1 0,1 0 0,0-2 0,1 0 0,1-2 0,1 0 153,0-1-153,1-1-90,0-2 1,1-1 89,0-1-90,1-1 0,1-1 90,0-1-90,1 0 90,-1-1-90,4-2 90,-3 0-90,2-2 90,-4 0 0,-1 0 0,-1 0 0,-1-4 90,-1 3-90,0-4 0,-3 3 0,-1 0 90,-2-1-90,0 1 0,-2 0 0,-1 0 0,-1 1 90,-2 1-90,-1 0 0,0 1 0,-1 2 0,0 0-90,-1 2 0,1 0 0,0 1-360,-5 3 0,4 0-899,-5 5 1349,8-4 0,-3 4 0,3-2 0</inkml:trace>
  <inkml:trace contextRef="#ctx0" brushRef="#br0" timeOffset="516200">10174 4814 8612,'-2'-8'630,"0"1"-360,1 4-91,-3 1-89,0 3-90,-1 2 90,0 3 0,1 0-90,0 2 0,0 0 90,1 1-90,-1 2 0,1-1 90,0 2-90,2 0 0,0 0 0,1 0 0,1 0 0,0-1 0,2 1 0,0-1-90,2-1 90,1-1-90,0-1 0,2 0 0,-1-3 0,2 0 1,-1-1-1,1-2 0,3 0-90,2-3 90,4-3 90,-4-1-90,1-4 90,-6 2 0,1-4 0,-5 3 0,-1-1 90,-1 0-90,0-6 90,-3 3-90,-2-4 0,-2 3 0,-3-1 0,-2-3 0,-4 2 90,-3-2-180,-2 2 0,-8 1-180,6 4-180,-5 3-449,9 5 359,0 2 540,0 1 0,-6 3 0,-1 0 0</inkml:trace>
  <inkml:trace contextRef="#ctx0" brushRef="#br0" timeOffset="523006">1481 11157 6903,'-1'-10'810,"1"3"-631,-1 0 91,0 3-90,-2-3-90,1 3 90,-2-2-90,1 3 90,-2 1-90,0 0 0,0 1 90,-1 1-180,-1 1 90,0 1 0,-2 2 0,0 2-90,-2 2 90,1 1-90,-1 3 89,-1 3-89,2 1 0,0 1 90,2 1-90,2-2 0,1 3 0,2-1 90,2 9-90,2-8-412,3 8 412,2-10 90,0 1-90,3-3 0,0 0-90,7 2 90,-3-5 0,3 2 0,-4-9-90,1-1 90,-2-3 0,2-1-90,0-3 90,1-2 0,-1-1 0,4-4 0,-2-1-90,4-7 90,-5 3 59,0-5-59,-5 4 0,-2-1 0,-2 0 0,1-9 0,-4 6-542,-1-8 542,-3 9 0,-4-3 0,0-1 0,-5 0 0,0 0 0,-3 3 0,-1 5 0,0 2 0,0 4 0,0 4 0,-1 2-90,0 4-180,-14 7 90,8 2-180,-9 7-539,12-1 88,3 3 811,4-1 0,0 6 0,2 1 0</inkml:trace>
  <inkml:trace contextRef="#ctx0" brushRef="#br1" timeOffset="523849">2911 11113 14665,'9'-4'1525,"-2"1"-930,0 0-510,-1 1-3362,1-1 2649,1 0 1662,2-1-998,0 1 338,1-1-417,1 0 53,5-1-33,-5 2-105,3-1 68,-5 4 3150,-2 0-3472,1 2-6,-2 1-330,-1 2-233,-1 1-145,-2 2 284,0 2 229,-3 1 406,-1 3 82,-1 2 224,-1 1 230,-3 4-316,0 2 947,-3 3-304,0-1-173,-1 0-156,1-1-86,2-2-286,0-3-170,3-2 2,0-2-50,2-2-121,0-1-30,3 0-136,-1-1 13,2 0 769,0-2-644,1 0 53,1-1-193,1-1-43,4 1 123,4-2 244,0-3 88,2-1 176,-3-3 126,2 0 119,1-2 220,1-1-22,1-1 21,4-2-393,5-3 32,-5 2-902,14-6-230,-18 6 1008,7-2 1,-7 2 0,-1 1 0</inkml:trace>
  <inkml:trace contextRef="#ctx0" brushRef="#br1" timeOffset="524317">3514 11148 13159,'-7'-7'-2083,"0"2"1610,2 4 910,0 0 62,-2 3 70,-4 1 87,-6 6-162,2-1-15,-6 11 609,10-6-257,-3 6-272,6-4-320,1 1-209,1-1-165,2 1-225,3-2-35,0 2-208,2-1 13,2 0-4,5 5-50,-1-7-135,5 4 54,-2-9 123,2 0 282,0-4 105,1 0 279,1-3 20,0-2 123,2-1 254,0-2 142,1-2-222,4-7 0,0-1 488,-1-2-919,0 0 1,-2 0 766,-8 2-272,-3 1-25,-2-1-240,-2 0-157,-2 0-429,-3-2-293,-2 0-156,-4-2-63,-2-1 107,-4-1 69,-3 2 12,-2 2 241,-12 1 301,-2 7 195,11 6 0,0 1 245,-12 6 42,3 5-738,12 1 955,3 0-268,5 2 0,-1 4 0,2 1 0</inkml:trace>
  <inkml:trace contextRef="#ctx0" brushRef="#br1" timeOffset="525391">5211 11085 17326,'-6'4'2858,"2"1"-1996,1 2-1476,0 3 159,-1 1 265,1 2-57,-1 2 100,-2 9 153,2-3-926,-2 5 84,3-7 465,-2 6-149,1-6 88,0 3 118,2-4-57,0-5 87,0 2 94,2-7 42,0-2-91,1-1 24,0-1-258,2-1-104,2-3 653,1-1 205,1-3 308,1-3 208,-1 1 190,2-2-111,1-2 213,-2 2 102,2-2-638,-3 3-237,-1 1-309,0 0-92,2-1 89,-1 1 57,3 0 6,0-1-52,-2 4-107,2-2-57,-3 3-84,0-1 33,1 1-217,-1 0 13,1 0 81,0-1-32,0 1 201,-1 0 25,0 0 51,-1-1 78,3 0 121,-3 0-146,2-1 195,-3 2 118,1-3 83,-1 0-146,1-2-77,-1 0-250,-1 0-14,0 1 23,-3 2-191,2 0 49,-1 0-162,1 0 239,-1 12-807,0-2 136,-2 12 300,-1-4 46,-1 2 268,0 2-272,0 21-110,1-14-1020,1 15 1651,1-19 22,1-2-833,0-1 313,0-1-99,1-3-445,-1 0 945,2 1 1,0-1-1,1 3 1</inkml:trace>
  <inkml:trace contextRef="#ctx0" brushRef="#br1" timeOffset="525856">5734 11100 10911,'-4'5'1227,"2"-3"-1162,-7 15-137,5-5 18,0 2-48,-1 2 111,0 1-80,1 0 108,1 1-260,0 1 26,1-1-53,2 1 21,1-2-102,1-1 38,2-1-103,1-2-40,1 1-22,1-3-103,5 2 244,-1-6 100,5 2 93,-3-7 189,0-2 90,2-2 114,0-1 181,2-2-422,1-3 490,2-1 56,0-4-36,1-1 157,-3-1-93,-1-2-105,-2-1 156,0-7-307,-6 6-249,-2-4 21,-7 6-129,-8-9-492,-11-4-262,-2 2 460,2 13 0,-1 3-902,-7 1 930,-8 2 262,12 7 219,-2 4-287,3 3 719,-2 3 118,5 2 54,3 1-710,3 0 135,3 1-142,2-1 0,0 7 0,2 0 1</inkml:trace>
  <inkml:trace contextRef="#ctx0" brushRef="#br1" timeOffset="527639">7506 11047 13309,'-12'-2'-396,"3"0"271,1 5 874,1 0-136,-1 2-272,-1 0 82,-1 2-164,-1 2 181,-1 1 133,-7 11-213,5-5-288,-4 9-215,7-7-68,3 0-153,-1 2-213,4-2 170,1 0-45,1-1 44,2 1 37,3 7-129,5 1-142,1 0-993,4-5 914,0-6 93,1-4 59,3 1 372,6-4-4,2-3 172,0-2 74,6-7 246,-7-5 68,1-1 282,-4-2 1123,-8 2-1170,-3 0-234,-1 0-61,-3-1-108,-1 0-208,-2 0 102,-2 1-498,-1-2-71,-3 1-41,-1-1 6,-8-2 61,1 3 24,-4-1 222,3 7 136,1 1 235,-2 3 5,0 1 227,0 2-55,-1 2-119,2 1-350,0 2 264,3-1-27,1 2 1,-1 2-1,1 2 1</inkml:trace>
  <inkml:trace contextRef="#ctx0" brushRef="#br0" timeOffset="528091">7954 11123 8072,'-1'-8'90,"-2"0"0,1 2 13,-1 1-13,-1 1 12,0 1 9,-1 1 186,-2 1-23,1 1 34,-3 2 40,-3 6 284,2-1-24,-3 6-135,5-1-6,1 2-214,1 1-15,2 1-163,1-1 21,2 10-429,2-6-90,4 13 79,1-14-307,4 3 232,-1-8 110,1-3 4,1-1-18,5-2 225,-3-3 169,3-1 3,-4-4 233,2-2-14,1-2 158,0-1-25,2-4 4,-1-2-193,8-9 94,-6-3-195,0 0-13,-6-7-510,-9 12 174,-1-6-66,-5 7-40,-2 0-108,-3-1-16,-3 1-321,-5-1 382,0 5 167,-2 4 126,1 4 111,-1 3 289,-5 5 124,-1 2-431,-3 5 667,1 2-155,1 4-194,4 2-528,2 0 289,0 10 1,9-3-1,-2 6 1</inkml:trace>
  <inkml:trace contextRef="#ctx0" brushRef="#br0" timeOffset="529022">10028 10929 8702,'-4'-8'450,"1"2"-360,-5 5-90,1 3 90,-4 0 0,0 1-90,-1 3 90,-1 0-90,-2 2 0,1 0 90,0 1-90,1 1 0,0 1 0,-1 3-167,1-1 167,1 1 0,3-1 90,1 4-90,4-6 0,1 5 0,4-6 0,3 1 90,2 0-90,3-1 0,7 6 0,0-4-1123,7 3 1123,-3-3 0,2-2 0,0 0 0,8 3-90,-6-3-636,6 4 726,-10-4-90,-2-2 90,-1 1-90,-3-1 0,-2 0 1356,-1 0-1356,-2 0 0,-2-1 1,-2 0 928,-1 0-929,-2 0 90,-3 0-90,0 0 90,-3 0 0,-2 0-90,-3 0 90,-2 1 0,-3 0 0,0 0-371,-5 0 371,2-1 0,-1 0 0,2-2 0,3-2 0,1 0 0,2-2 0,1 0 0,2-2 0,0 0-90,1-2 371,1 0-191,1-2-90,3 0 0,0-6 0,3 1 0,2-7 0,7-10 0,-2 4 90,6-11-1072,-5 9 982,0-2 0,0 1 0,-2 0 89,0 2-564,-3 1 565,-1 3-90,-2-4 90,-5 0-90,-1 2 90,-5 3-90,0 8 0,-3 2 0,-1 2 0,-8 3 90,4 3 842,-7 3-1022,7 3-90,-3 2 131,4 2-401,0 2-360,3 0 720,4 0 90,1 0 0,1 5 0,1 1 0</inkml:trace>
  <inkml:trace contextRef="#ctx0" brushRef="#br0" timeOffset="529497">10394 11046 8522,'1'-8'360,"-1"0"-90,-3 5-270,-2-1 90,-1 4 90,-6 3-90,4 1-90,-4 4 90,-1 7-90,3-1 89,-3 6-89,6-4 90,-1 8-90,4 2 0,1 0-179,6 2 89,1-12-90,3 4 0,1-8 0,0-1 0,1-2 0,1-1 90,0-2-90,2-2 0,-1-1-90,7-3 181,-4-1-1,6-2 0,-6-3 90,2 0 0,0-4 0,2-1 90,-1-3 0,-1 0 89,-3-1-89,-2-2 0,-3 1 0,-1-3 0,-3 2-142,-3-2 52,-3 1 180,-2-3 0,-4 0 0,-3-2 0,-2 4 0,-12-6-90,2 10 0,-8-1 0,6 10 0,-11 6-1143,8 4 963,-9 5-810,1 11 1,11-4 899,6-1 0,1 1 0,-2 6 0,-4 6 0</inkml:trace>
  <inkml:trace contextRef="#ctx0" brushRef="#br1" timeOffset="532089">12419 11043 17954,'1'-8'-1490,"0"1"1291,0 2 68,2 9-1148,-2-1 336,2 9 671,-2 3 204,-2 0-435,2 5 308,-2-3 51,0 1-74,0 1 831,0 0-248,0 1-88,1-2-173,-1 0-97,1-1-47,0-1-359,0 4-740,1-2 439,1-3 550,2-3 0,2-5 1,3 1-1</inkml:trace>
  <inkml:trace contextRef="#ctx0" brushRef="#br1" timeOffset="532556">12672 11039 14472,'-4'-1'-328,"1"1"1069,-3 9 26,2 0-682,-1 7 1,0-1-126,0 5-34,2-4 144,0 0 19,0 2-333,3-1-303,0-1 97,1 1 59,1 0-45,1 0-100,3 1-1,-1-4-10,3 0-199,-1-2 269,2 0 97,1-2 69,0-2 271,0-2 151,1-2 301,0-2 250,0-1 71,1-2 148,-1 0 2,2-2 7,-1-2-401,0 0-136,-1-3-113,0 1-188,-2-3-47,-1 1-255,0-3-57,0-6-211,-4 4 147,0-7-10,-3 6-166,-2-1 72,-2-1-71,-4-6 104,-4 0-142,-1 2-155,-2 4 514,3 10 182,-1 2 192,-1 3 246,0 2 188,0 3-20,-2 2 25,-5 6 104,5-1-546,-2 5-48,8-4-39,3 1 0,0 3 0,1 1 1</inkml:trace>
  <inkml:trace contextRef="#ctx0" brushRef="#br1" timeOffset="533030">13281 11060 12093,'-6'-9'-1144,"0"2"1075,-2 0 196,1 5 261,-1-2-11,-4 6 117,4-1-144,-6 3-123,5 2 455,-2 2-63,0 2-157,-7 14-207,6-6-559,-3 9 217,8-9 1,2 1-191,1-1 28,1 7-116,2-7 134,1 6-142,2-10 56,4 6-207,0-6 20,8 7 139,-4-13 143,5 1 186,-3-5 63,0-3-3,14-4 278,2-7 147,3-3 147,-4-4-102,-9 2-623,-2-1 647,-1-2-178,-3 0 196,-3 0-502,-2-1-159,-2 0-77,-3-10-99,-5-5-71,-3 0-1080,-5 1 911,-1 13-80,-2 1 170,-4 4 187,0 4 215,-1 4-3,1 3 383,-2 3 138,-3 4 719,-1 2-443,-2 3-43,2 4-1026,3 1 73,2 1 262,4 1 189,2 0 1,1 4-1,2-1 1</inkml:trace>
  <inkml:trace contextRef="#ctx0" brushRef="#br1" timeOffset="533814">14646 11031 9986,'5'-8'1565,"-2"1"-1360,-1 11-577,-1-1 228,-1 9 190,-1-1-55,0 2 94,0 9-119,0-2-1,-1 8-92,1-7 82,1 10-272,-1-2-675,1 1 524,0-6-508,1-10 588,0-2 365,0-1 0,4 1 0,-1 1 1</inkml:trace>
  <inkml:trace contextRef="#ctx0" brushRef="#br1" timeOffset="534264">14980 10960 12363,'1'-7'6,"3"-1"281,-2 5 153,5-2 102,-3 3-173,2 0-59,-2 2-288,4 0 125,-2 0 90,4 2-242,-3 0-157,3 5-348,0 2-226,2 8-11,-5-3-78,-4 9 328,-4-7-211,-3 6 390,-2-1 134,-2 0-352,-3 3 632,-1-2 255,0 0-39,0-1-81,-1 0-123,2-3-345,0-2-12,3-2 54,0-1-26,2-2-32,1-1 357,2 0-487,0-2 699,2 2-396,2-2 66,3 1-157,0-4 10,3 1 9,-1-3 16,1 0 12,2-2 22,-1 0 37,2-1-5,0 0-22,1 0-95,0 0-93,0-1-368,1-1 175,-1 0 466,2-1 1,2 0 0,2-1-1</inkml:trace>
  <inkml:trace contextRef="#ctx0" brushRef="#br0" timeOffset="534731">15407 11048 7982,'-2'-7'630,"0"0"-450,0 2 270,0 1-180,-1-1-91,0 3 181,0-1-180,-4 2 0,1 2 0,-9 4 0,5 2-90,-5 3 0,2 4-90,1 2-503,-1 4 593,2 1 0,1 2-90,1 1 90,2-2-180,0 5 0,4-7 0,-1 2-269,4-2 179,3-5 0,1 3-90,2-8-180,5 1 90,3-4 180,2-2 1,1-5 89,-3-3 0,2-1 319,2-3-319,1-2-666,2-4 756,0-1 90,-2-2 0,-3-2 0,-1-1 0,-3-1 0,-1-2-400,-3 1 400,-3 1-90,-2 1 89,-3 1 1,-2 1 0,-2 0 152,-2 1-152,-10-5 0,1 7 652,-7 0-727,4 9 100,-1 3-252,-1 3-10,-2 2-355,0 4-358,-1 2 545,2 2 325,5 1 0,-3 3 1,1 0-1</inkml:trace>
  <inkml:trace contextRef="#ctx0" brushRef="#br1" timeOffset="535898">17176 11099 8684,'0'-6'-198,"0"-2"336,0 3-66,0-3 191,0 4-92,1-4 11,-1 3 84,1-1-199,-1 2-57,2 7-34,0-1-1,0 8 12,-1-2 98,-1 7-92,0-1 5,0 5 90,0-3-98,-1 0 36,2 1 0,-1 0-198,2 8-185,0-1-7,1 1-800,0-4 886,0-8 273,0-1 0,4 3 0,0-1 1</inkml:trace>
  <inkml:trace contextRef="#ctx0" brushRef="#br0" timeOffset="536356">17606 10992 8522,'3'-7'354,"0"0"-193,-1 2 55,1 1 350,-2-1-466,-5 7 32,0 1-16,-5 7-51,1 1 40,-1 5-98,-2 1 0,-1 4 85,1 1-87,0 2-1497,1-1 1557,1 2-84,2-2-365,1-1 460,1-2-249,2-2 66,0 0 91,2-2-93,0-1 1,2 0-2,1-2-3,1 0-92,5 3 76,-1-5-87,4 2 1469,-2-8-1375,-1 0 424,2-2-417,-1-3 286,1 1-276,0-3 15,0 0 90,0-2-90,-1-1 90,-1-1 0,-1 1 0,-1-2 90,-1 0-90,-2-1 0,0 1 0,-2-1 90,-2 0-90,0 0 90,-6-3-90,0 4 90,-3-2-90,0 5 0,0 1 0,-1 2 90,-5 3-90,4 1-90,-4 2-90,6 0-180,1 1-449,2 1 719,1 0 90,2-1 0,0 3 0,1 2 0</inkml:trace>
  <inkml:trace contextRef="#ctx0" brushRef="#br0" timeOffset="536815">18002 11112 8522,'0'-10'270,"0"1"-90,-1 1 90,0 2-90,0 1 0,-1 0 89,-1 1-89,0 0-90,-1 1 90,-1 2-90,-1 0 90,-1 3-90,-2 1 0,-1 3 0,0 2 0,-2 3 0,2 1 0,-4 9 0,5-5-418,-1 7 418,5-6-90,2 0 0,2-1 0,2 1-90,2-1 0,1 0 1,2-1-91,1-1 0,2-1 0,0-3 0,1 0-180,8-1 180,-4-3 0,6-2 0,-5-3 1,0-2 89,1-1 147,8-5-147,1-5 90,6-9 90,-10 3 0,-1-10 0,-12 5 0,-2-2-437,-6 1 437,-2 8 0,-4-2-44,0 2 44,-3 1-90,-4 1 90,-2 3 90,-9-1-180,5 6 0,-4 2 90,8 4-180,-1 3-90,1 2-899,-3 5 179,5-2 900,-3 8 0,9-2 0,0 3 0</inkml:trace>
  <inkml:trace contextRef="#ctx0" brushRef="#br0" timeOffset="537356">19901 10860 9242,'-5'7'449,"1"0"-359,3 4 0,0 2 90,0 0-90,-2 5 0,0 3 0,-2 4-2940,0 3 2940,0 0 0,0 1-134,0 7 44,1-9 90,1 5-441,1-12 351,1-2 0,1-1-90,1-2-90,1 0 1853,1-2-1942,0-1-287,5 1-343,-2-3 1026,4 0 0,3-5 0,2 0 0</inkml:trace>
  <inkml:trace contextRef="#ctx0" brushRef="#br0" timeOffset="538007">20329 10958 9152,'-1'-7'90,"0"1"90,-2 0-90,1 2 0,-3 0-1,2 2 1,-2 0 0,0 0-90,0 1 90,-2 1 0,-3 1 0,0 1-90,-2 2 90,3 1-90,-1 0 0,1 2 90,1 0-90,0 1 0,1 1 0,1 0 90,1 0-90,1 1 0,1 1 0,1-2 0,1 1 0,2-1 0,4 7 0,0-3-180,9 9 90,-4-8-860,7 5 860,-4-6 0,2 0 0,0 0 0,-1-1 90,0 0-90,-1-1 90,-1-1-90,-1-1 90,-1 0-90,-1-1 951,-2 0-951,0 0 90,-2-1 0,-1 0 0,-2 0-90,-2-1 90,-2 0 0,-2 0 0,-1-1-90,-1 1 90,-8 1 0,2-2 90,-11 3-90,9-5 90,-5 2 0,8-4-90,0 1 90,1-1 0,-2-2-1,3 0-89,0-1 0,3-1 90,2 0-90,1-1 0,1-1 0,1-1 90,2-2-90,1 0 0,1-3 0,1-1 0,1-3 0,3-3 90,3-14-1169,0 7 1079,2-10 0,-6 13 90,-1 1-90,-2 2 90,-1 2 0,-2 0-90,-1 2 90,-2 1-90,-1 0 90,-3 1-90,-1 1 90,-1 2 0,-5-2-90,3 5 1079,-3-1-1079,4 6-180,-3 3 0,4 0-180,-3 2-269,4 1-451,2 1 451,1 1 629,1 0 0,3 4 0,-1 1 0</inkml:trace>
  <inkml:trace contextRef="#ctx0" brushRef="#br0" timeOffset="538473">20639 11053 9422,'-1'-8'899,"-2"-3"-629,1 6 0,-5-1-180,2 6 90,-8 5-90,5 1-90,-4 6 90,4 0-1,-3 5 1,2 0 0,-5 18-90,7-13-750,-1 11 750,6-17 0,3 0 0,0-1 0,5 5 0,0-5-90,4 3 90,-1-9-90,3 0 90,0-3-90,1 0 90,0-2-90,1-2 931,0-1-841,1-1-90,0-3 90,1-1-90,3-3 90,1-1-497,1-5 497,-2 0 0,-1-3 0,-3-3 90,-3-1-90,-3 0 0,-2-10 90,-6-1-290,-1 1 200,-6 0 0,-2 12 90,-3-3-90,-3 5 0,-1 2 0,-1 3 90,1 4-150,1 3 60,-1 3 479,0 1-1469,-7 6 91,-4 7-663,4 1 572,2 2 990,11-5 0,0 4 0,0 0 0</inkml:trace>
  <inkml:trace contextRef="#ctx0" brushRef="#br0" timeOffset="538676">21339 11220 12750,'0'-8'-1619,"-1"3"0,-6 4-360,0 2 1979,2 0 0,-5-1 0,-1-1 0</inkml:trace>
  <inkml:trace contextRef="#ctx0" brushRef="#br1" timeOffset="542647">15061 3135 11039,'-9'1'1002,"1"-1"-461,2 0 55,1 1 53,-1-1-6,0 0 5,2 1-419,-1 0 142,1 1-158,-1-1 6,2 1 57,-2-2-313,9 4-442,1-2 145,11 0 86,4-2 6,8-1 43,12-1-1440,-18 0 1,1 1 1456,2-2 1,2 1 75,-1 0 1,1-1 221,1 0 0,-1 0-287,1 1 0,-1-1 194,0 1 1,0 0-18,0-1 1,-1 1-553,-1 0 0,0 1 546,0-1 0,-1 1-1,-2-1 1,-1 1-629,19-1 621,-6 0-1,-5 0 2182,-4 2-2185,-5-2 191,-4 1-92,1 1-5,-6-1 541,2 1-703,-6-1 1633,-1 0-1539,-2 0 1182,2-1-1272,-3 0 7,2 1-450,-2-1-1708,1 0 2228,0 1 0,-2 0 1,1 1-1</inkml:trace>
  <inkml:trace contextRef="#ctx0" brushRef="#br1" timeOffset="545939">6144 11539 14938,'3'-8'2276,"-2"0"-1810,0 3-475,-1-1 83,0 1-23,1-1 91,-1 2 439,1-2 2695,0 14-3183,0 1-558,0 9 27,-1-1 102,0-2 223,0 6 0,0 2-64,0 8-580,0-4 0,0 0-2309,-2 8 3270,1-11 0,-1 2-80,0 0 1,0 0 91,0-1 0,0-1-41,0-2 0,1-2 17,-1 3 23,0-1-30,0-3-83,0-1-158,0-4 37,1-1-189,-1-3 42,1 0-641,0-2 863,0-2 1,0-1 0,-1-1 0</inkml:trace>
  <inkml:trace contextRef="#ctx0" brushRef="#br1" timeOffset="546523">6076 11426 16620,'-2'-7'-2937,"-3"6"3084,1 2 2220,-2 7-429,2 0-1152,-1 0-171,-1 5-215,-1-1 390,-1 4 707,-1 2-442,-1 2-1125,-3 3-288,0 1 386,0 0 72,-1 0-122,0 1 85,1-1 103,-1-2-10,-1 3-123,4-5 37,1-3-227,5-5-155,6-8-1600,5-5 1332,2-4 777,4-5 251,0-3-51,2-1 69,2-5-170,2 0 330,2-5 1551,1-1-1284,3-3-715,-3 3-430,-1 1 95,-2 3-10,-1 0 158,-1 2-34,3-1 146,-6 6 50,1 0 4,-6 7 70,-1 1-110,-1 1-30,0 2-307,0 1-148,1 1-895,-2 2-331,2 2-521,-2 1-722,2 7 162,-2-2 259,3 6 295,-3-4 378,0 3 730,0 0 434,1 2 457,1 0 733,-1 0-190,1 0-389,-1-1-61,1-1-376,0-1-117,0-1 407,-1-2 1,3 3 0,1-1 0</inkml:trace>
  <inkml:trace contextRef="#ctx0" brushRef="#br0" timeOffset="547205">6091 12554 6723,'-3'-10'90,"0"1"90,0-2-90,1 4 0,-1-2 90,1 4-90,0-1 0,0 1 90,0 1-90,-1 0 89,1 1 1,-1 0-90,-2 4-90,0 1 90,-2 6-90,2 1 90,-1 4-90,1 1 90,-6 16-455,2-5 365,-3 12 0,3-9 90,1 0-90,2-8 0,1 0 0,-4 10-856,-2 7 856,5-16 90,-2 3-180,3-5 90,0 0 0,1-6-90,3-6 334,0-1-424,1-2 1067,4-6-977,2-5 90,1-4 0,2-2-90,-3 2 90,7-7-90,1 2 90,1-2-204,0 4 204,-4 6 0,-1 2-90,1 1 90,-1 1-90,0 0 0,0 2 0,0 0 0,1 1 0,-1 0 115,0 1-925,7-2 900,-7 2 0,10-3 0,-7 0 0</inkml:trace>
  <inkml:trace contextRef="#ctx0" brushRef="#br0" timeOffset="547414">6225 12671 6813,'-2'-9'-90,"0"2"90,0 0 0,0 2 90,0 0-90,0 0 180,0 2-180,0 9 0,1 1 0,1 10 0,1-1 90,1 18-90,0-5-436,-1-8 1,0 0 435,1 8 0,0 1 0,-1-4-559,1-1 559,0-3-90,0-4-729,1 6 639,0-9 180,0 3 0,-1-5 0,0 0 0</inkml:trace>
  <inkml:trace contextRef="#ctx0" brushRef="#br0" timeOffset="547831">6330 12554 6993,'-1'-6'540,"-1"1"-360,-2 2-180,0 5 90,-1 1-1,1 3-89,0 0 90,-2 8 0,1-3-90,-1 6 90,2-4 0,-1 6-90,2 2 90,0 0-90,3-3 0,4 3 90,0-9-90,5 6-90,-2-11 90,2-1-90,1-1 0,1 0 90,1-1-90,0 0 0,1-1 0,-1 1 1,-1 0-1,-1 0 90,-1 1 0,0 2 0,-3 0 90,0 2 89,-4-2 91,-3 6-180,-2-1 90,-4 5 0,-8 10-90,2-7-45,1-2 0,0 1 45,-2-1-371,-2 4 101,7-11-90,3-3-630,0 0 811,1-3 89,1 0 0,1-2 0,0-1 0</inkml:trace>
  <inkml:trace contextRef="#ctx0" brushRef="#br0" timeOffset="548014">6314 12694 8522,'-2'-11'270,"0"1"-180,-1 0-90,2 1 90,1 0 0,1-1 0,4-9-90,2 0 0,5-9-1054,3 1 1054,3 0-180,4-2-1669,2 1 1039,1 2 720,1 1 90,-2 3 0,2 0 0,-2 2 0</inkml:trace>
  <inkml:trace contextRef="#ctx0" brushRef="#br0" timeOffset="550683">1297 3368 7803,'-8'1'809,"1"1"-359,2-2 539,0 2-989,23-9 90,-3 2-1111,20-7 1111,-7 4-90,5-2 0,4-1 45,-16 5 0,0 0-451,1-1 0,1 1 406,1 0 0,0 0-1212,1-1 1,0 1 1211,5-2 0,0 0 45,-2 1 0,1 1-736,2-2 0,1 1 691,-3 1 0,0 0 0,4-1 0,-1 1 0,-2 0 0,0 0 0,6-2 0,-1 1 0,-5 1 0,-1 0 45,3-1 0,0 1-45,-4 1 0,0 0 0,11-2 0,0 0 0,-10 2 0,0 1 0,7-2 0,-1 0 0,-12 2 0,-1 1 2,16-4-2,-3 1 0,-8 0 90,-4 2 605,-1 0-515,-7 0 2068,1 1-2068,-7 2 2117,-2 0-2117,0 0 936,-1 0-1026,-1 0 359,0 1-359,0-2 90,-1 1-180,1 0-270,-1-1-720,1 1 451,1 1-2738,-2 0 3264,0 4 0,-3 0 0,0 1 1</inkml:trace>
  <inkml:trace contextRef="#ctx0" brushRef="#br0" timeOffset="554824">5451 10861 11131,'3'-8'539,"-1"1"-449,-1 1-90,-1 0 90,0 1-90,0-2 0,-1 1 90,-1-5-90,1 2 90,0-3 0,-1 3 0,2-1-90,-3-4 90,1-2-90,-1-2 0,0-2 90,0 0-90,1 3 0,-1 0 0,2 3 90,-1 2-90,0-3 0,1 2 0,-1-1 0,1 5 0,0 1 0,0 3 0,1 13 0,0-4 0,0 12 0,1-2 0,0 2 0,0 2 0,-1 0 0,0-5 0,0 2 0,0 7 0,1-6 0,-1 5 90,1-6-90,-1-3 0,1 1 0,-1-2 0,0 0 0,1-1 0,-1-1 0,0-1 0,1 0 0,-1-2 0,0 0 0,0-2 0,1 2 90,0-17-90,-1 6-90,1-14 90,-1 7 0,0 1 0,-1-3 0,1 0 0,0 0 0,0 1-90,0 0 90,0-7 0,0 7 0,0-7-90,-1 13 90,2-3-90,-3 27 90,2-11 0,-1 20 0,0-15 0,0 5-90,0 2 90,0 0-270,0 2-270,-1-6 181,0 0-271,1-4-809,0-3 1439,1 1 0,-1-2 0,0 1 0</inkml:trace>
  <inkml:trace contextRef="#ctx0" brushRef="#br0" timeOffset="556089">7660 10566 9691,'-1'-8'3276,"0"0"-2774,2 19-412,0-8-3367,-1 17 2393,1-11 884,-1 0 949,0 3-949,0 3 90,0 4-90,1 4 0,-1-4 0,0-2 0,0-6 0,1 0 3276,-1-1-3160,0 3-116,0-4-90,1 2 90,-1-5 0,0-1 0,0 2 0,0-3-90,1 3 90,1-16 0,-2 4 0,3-17 0,-3 0 0,0 0-90,0-3-471,0 5 561,0 0 0,-1 1-246,2 0 336,-2 2-90,1 0 0,0 1 0,0 2 0,-1 1 0,0 3-90,1 0 637,0 2-547,-1 2 260,1 1-260,-2 11 0,1-1 0,-2 10 0,2-1 0,-2 8 0,2-3 0,-1 6 0,1-8 0,-1 7-90,2-7 0,-1 5 0,1-10-359,0 5 179,-1-6-180,1 3-180,-1-7-2647,1-1 3107,0 1 0,0-4 0,0 0 0</inkml:trace>
  <inkml:trace contextRef="#ctx0" brushRef="#br0" timeOffset="572514">9758 12536 7443,'-1'-6'809,"0"-1"-629,1 2 180,-1 0 90,0 0-450,-4 8 90,1 4 0,-2 5-90,2 4 0,0 8 90,1 0-90,1 12-1181,0-5 1271,1 1-90,1-2-693,0-2 693,0-4 0,4 13 90,-1-13-90,2 10 0,-1-16 0,1-1 0,0-3 0,0-1 90,0-2-90,3 0 0,0-1 1091,1-3-1001,2-4 692,-4-5-782,3-1 0,-3-2 0,1-1 0,-1-1 0,0-2 0,0 0 0,0-1 90,3-4-180,-2-1 90,1 1 0,-3 3 0,-1 4 0,-1 2-90,1 2 90,1 3 0,0 4 0,1 2 0,0 1 0,-1 0-90,1 0 1,2 0-1,0 0 0,1-1 0,1-1 0,-1-1 90,2-1-180,5-2 90,-3-2 0,12-6 90,-11 1-90,8-8-435,-6 2 435,-1-4 14,1-3 76,3-11 0,-5 6-988,3-10 988,-8 10 90,-2-2-90,-2 1 0,-2 1 90,-5-11 0,-5 1-235,-3-4 145,-3 9 0,2 11 0,1 5 11,0 2-11,0 3 953,1 1-953,1 2-90,0 3-90,1 1-214,-2 5 214,3 1 223,0 3 1,3 4 0,0 2 0</inkml:trace>
  <inkml:trace contextRef="#ctx0" brushRef="#br0" timeOffset="573231">10442 12817 8522,'4'-7'1529,"-1"9"-1439,-3 1 0,0 9 0,-2-2-90,0 2 90,-2 3 0,-1 5-90,-2 2-700,-1 4 700,-1 2-815,0 0 815,-2 1 90,-1 0-90,1-1 0,-1 0 90,2-2-2921,0-4 2831,3-3 0,2-4 90,0-3-90,1 2 478,2-5-388,0 0 656,5-3-746,4-6 3276,3-3-3160,1-3-116,-1-1 0,-3 2 0,3-2 0,3 0 0,-1 0 0,0 1 0,-3 2 0,0 2 0,1 0 0,1 1 0,-1-1 0,3 2 0,-2 0 0,3-1 0,0 1 0,0 0 0,0 0-90,6-1-180,0 1 90,-1-1 0,-2 0-180,-6-1 0,0-1-179,0 0-541,0-2 541,0 0 539,-1-1 0,4-4 0,0-1 0</inkml:trace>
  <inkml:trace contextRef="#ctx0" brushRef="#br0" timeOffset="574865">11138 12455 8702,'-3'-7'1979,"0"1"-1889,4 2 0,2 2 0,3-2-90,3 3 90,3-3-90,-1 1 90,4-2-90,-2 1 0,0 0 90,0 0-90,-1 1-90,1 0 0,-2 0-180,1 2 90,-2-1-540,3 1 271,-4 1-721,3 0 451,-6 1 719,-1 0 0,-1 2 0,-1 0 0</inkml:trace>
  <inkml:trace contextRef="#ctx0" brushRef="#br0" timeOffset="575107">11215 12590 8792,'-2'6'1079,"1"1"-809,3-4-90,3 0-90,1-3 0,3-1 0,-2-1 0,4 0 0,-1-1-270,9-2-90,-5 1-180,6-2-809,-6 2 180,0 1 1079,-3 2 0,5-1 0,0 0 0</inkml:trace>
  <inkml:trace contextRef="#ctx0" brushRef="#br1" timeOffset="579298">12250 12082 25247,'-5'-7'-3277,"1"1"0,-2 4 529,1 1 4001,-1 2 451,0 1-353,1 1-792,0 1-841,0 1 1691,0 2-345,-1 1-1213,0 4-777,-1 1-533,1 3-315,-2 3 433,2 4 164,-2 3 148,1 2 647,4-8 0,-1 1-499,0 11 520,2-8 1,1 1-477,1 1 76,2 5-77,2-10-71,0-1-16,1-1 14,1-2 228,5 5 433,-1-7 246,7 5 403,-6-11 441,5 0 522,0-6 674,-3-2 388,11-4 281,-8-2-70,4-3-390,-6 0-557,-1-1-426,3-3-615,-3 0-576,0-2-465,-3 1-640,0 0-219,-2-1-66,-1 0 214,-2-1-42,-1 1-78,-1 0 15,-3-1-136,-2-8-116,-2 5-298,-4-10 272,0 10 354,-8-13 203,-4 3 561,-1 1 170,-3 4 575,8 10 522,-2 1 358,1 2 199,2 2-151,0 1-17,2 2-249,-1 0 150,2 3-71,0 0-185,0 2 162,1 2 56,-1 0 161,2 1 5,0 3-214,1-1-390,0 2-420,2 2-376,1 0-520,0 1-379,3 1-550,0 1-299,2-1-178,1 2 149,1 1-19,2 2 110,1-1 99,2 0 25,2 0 475,1 0 301,1-2 556,4 0 221,1-1 497,1-2 271,8 1 458,-6-4 476,6 0-228,-8-5-538,8-2-325,-4-1 1,11-6 0,-5-1 0</inkml:trace>
  <inkml:trace contextRef="#ctx0" brushRef="#br0" timeOffset="579992">12714 12259 7443,'2'5'360,"0"-2"-360,-1 17 0,-1-6-3277,1 2 2392,-1 3 885,0 6 264,0 3-264,0 5 90,0-1-809,-1 0 719,1-1 0,0-3 0,-1 1-90,0 6 0,0-6-180,1 2-938,-1-6 1208,1-8 0,0 9 0,1-8 0</inkml:trace>
  <inkml:trace contextRef="#ctx0" brushRef="#br0" timeOffset="580615">12728 12388 7713,'-7'-8'359,"2"2"-179,2 2 0,0 1 180,1-1-360,2-1 90,1 1 0,6-2-90,-1 2 90,4 0-90,0 0 0,1 1 0,1-2 90,0 2-90,1-1 0,0 1 90,8-1-90,-9 2 0,10 3 0,-14 1 0,2 3 0,-4 2 0,-3 0 90,-1 2-90,-1 2 0,-3 1 0,-2 4 0,-3 2 0,-3 3 0,-9 10 0,4-7 90,-5 5-180,7-11 90,-2 1 0,6-7 0,-3 4 0,7-8 0,1-1 0,9-4 0,0-4-90,6-2 90,-2-2 0,2-2 0,0 0 0,0 0 0,1-2 0,0 1 0,-1 0 0,0 1 0,-2 1-90,-1 2 90,-1 0 0,-1 2 0,-1 1 0,0 2 0,-1 1 0,0 1 0,-1 3 0,0 1 0,1 3 0,-1 1 0,1 1 90,0 3-90,1-1 0,1 2-90,0-1 90,1 0 90,1-1-180,0 0 90,1-1 0,1-1 0,1-1-90,-1-3 90,0-1-90,0-2-180,5-1 180,-4-2-90,4-2-90,-5-1-3007,3-2 2173,-1-1 1041,6-4 1,0-3 0,7-4 0</inkml:trace>
  <inkml:trace contextRef="#ctx0" brushRef="#br0" timeOffset="580956">13239 12363 8072,'-1'-6'720,"-1"0"-270,2 1-1,-1-1-269,2 1-90,1 0 0,3 2 0,1 0 90,5 0-90,5-1-90,2 1-191,2-2 191,-2 1 90,0 1-90,1 0-180,0 1 1,-2-1-91,-1 1-90,-1 1-899,-2 0 449,0-1 810,-2 2 0,3-1 0,0 0 0</inkml:trace>
  <inkml:trace contextRef="#ctx0" brushRef="#br1" timeOffset="582391">14056 12024 23873,'-2'-8'-3277,"-1"0"0,-1 2 0,0 2 269,-2-1 3635,0 4 706,-1 1 11,-3 3-653,2 0 2194,-4 4-146,1 1-749,-7 9-503,-2 9-1160,8-7 1,-1 1-521,-3 12-221,8-11 1,1-1-1335,3 3-108,-1 7 43,5-9 19,1 0 123,3 2 107,1-3 86,4 3-61,1-3 634,3-1 433,0-3 240,2-4 560,-2-1 278,2-4 527,-1 0 335,1-3 358,6-2 95,-4-1-86,5-3 29,-6-2 28,3-3 45,1-2-500,1-2-282,0-1-338,-2-1-476,-2 0-212,0-2-423,-3 1-419,-1-2-360,-2 1 56,-4 0-213,0-1-72,-3 0-89,-2-1-193,-2 1 36,-1-2-170,-3-2 52,-3-2-126,-9-11 409,2 8 310,-7-5 409,5 11 451,-1 3 317,0 1 401,2 3 260,-1 3 419,2 3 135,0 1 104,0 2 23,0 1-38,0 2 157,-2 2 38,2 2 236,-2 2-144,2 1-352,0 2-408,2 1-423,0 0-311,3 2-722,1 0-190,2 0-672,0 5-346,4 3-111,1-1-45,3 0-125,3-5-266,2 0 506,2-1 336,2 0 606,0-2 397,3 0 620,3-1 292,0-1 556,2-1 485,0-3 99,0-2-179,1-2 42,1 0-251,4-3-63,1-1-710,3-1-185,12-4 1,-5-1 0,-13 3 0,-1 0 0</inkml:trace>
  <inkml:trace contextRef="#ctx0" brushRef="#br0" timeOffset="584539">11810 12961 7892,'-6'-7'540,"1"1"-540,7 4 180,6 0-90,15 0 0,3 1-478,14-3 478,1 1-1097,-16 0 0,0 1 1007,3-1 0,1 0-1076,5 0 1,2-1 1120,2 0 0,1 0-643,-9 1 0,0-1 0,0 1 628,2 0 0,0 0 0,0-1-30,1 1 0,0-1 0,1 0-341,1 1 0,-1 0 1,1-1 340,1 0 0,0 1 0,-1-1-85,2 0 0,-1 1 0,1-1 85,1 0 0,-1 0 0,1 0 128,0 0 1,0 1 0,0-1-129,0 0 0,-1 1 0,3-1 22,-2 0 1,3 1-1,-1-1 1,-1 1-23,1-1 0,-1 1 0,1-1 0,-4 1 0,2-1 0,0 1 0,-3 0 0,-2 0 0,-2 0 0,-1 0 301,0 1 0,-1-1 1,0 0-302,9 0 0,0-1 0,-4 1 0,0 0-66,-5 1 1,-2 0 110,0 0 0,-2 0-45,-3 0 0,-1 1 1201,16-3-1201,-9 2 1793,2 0-1703,-12 0 737,1 1-737,-10 0 1730,0 0-1820,-2 1 968,1-1-968,-1 1 705,3-1-974,-4 2 228,2 0-948,-3 0-1,-1 3 990,-2 0 0,0-1 0,0 0 0</inkml:trace>
  <inkml:trace contextRef="#ctx0" brushRef="#br0" timeOffset="586591">12467 13354 8252,'-4'-7'-270,"1"0"270,1 2 0,-1 1 0,-1-1 0,1 2 0,-1-1 90,0 2-90,1-1 0,-1 0 90,0 1 0,-4 0-90,2 2 0,-3 1 0,3 1 0,-2 1 90,0 2-90,-2 1 0,-1 2 0,0 3 0,-2 2 0,-4 13 90,4-5-2637,-3 10 2547,7-8 0,2 1 0,3-1 0,3 13 90,5 4-1143,3 1 1053,3-4 0,1-14-397,2-2 397,1-2 0,0-3 1971,0-3-1971,0-3 0,0-2 0,1-2 0,-1-2 0,1-2 1289,0-1-1289,7-6 0,-4 1 90,7-6-90,-6 0 0,10-12-572,-8 4 572,7-9 0,-12 6-667,-2-1 667,-1 0 0,-2-2 0,-1 2 0,-3-3-476,-1 2 476,-3-1 0,-1 2 0,-2 1 0,-2 0 0,-3-3 0,-1 0 0,-3-2 0,-2 2 0,-3 3 0,0 2 90,-4 2-180,-9-1 90,7 7 0,-7 0-268,9 6 268,1 3 0,0 1 0,0 2 0,-1 1 0,1 2 0,0 1 951,2 2-951,1 1 0,1 1 0,1 0 0,2 1 0,3 0 0,1 0 891,2 6-891,5 2 0,1-1 0,6 1 573,2-3-573,11 6 0,-2-4-435,7 3 435,-5-9 0,-2-1-53,3 0 53,-3-3-90,10 1 90,-7-4-741,4 0 651,-6-3-516,-2-2 426,2 0-89,3-3-361,0 0 90,2-2 540,-2-1 0,5-2 0,-1 0 0</inkml:trace>
  <inkml:trace contextRef="#ctx0" brushRef="#br0" timeOffset="587005">13054 13539 7713,'-7'-7'449,"1"0"-359,4 2 90,-1 2 90,0-1-270,-1 6 90,2 0-90,0 7 0,2 2 90,0 4-90,-1 3 90,0 6-90,1-4 0,-1 2 45,-1 3 0,1 1-906,-1 0 0,1-1 861,-1 0 0,0-2 0,0 9-504,0-3 504,0-3 0,1-4 0,0-2 0,0-3-90,1-2-25,0-2-65,0-2-179,-1-3-451,2-2 1209,-1-1 0,1-3 1,-1-1-1</inkml:trace>
  <inkml:trace contextRef="#ctx0" brushRef="#br0" timeOffset="587539">12979 13639 7892,'0'-9'-179,"1"1"179,0 4 0,1-1 90,3 0-90,-1-1 0,3 0 89,0 0-89,2-2 0,2 1 90,1-1-90,1 1 90,2-1-90,-1 2 0,0 0 90,3 1-90,-5 3 0,3 0 0,-6 3 0,-1 2 90,0 0-90,-3 3 0,-1 1 0,-1 2 0,-3 1 0,0 3 90,-4 1-90,-6 11 0,0-4 0,-6 8 0,4-11-438,0-1 528,1-3-183,-2 2 93,3-4 0,-4 3 0,8-7 0,-1-1 0,3-3 434,2-1-434,8-4 97,-2 0-97,9-4 0,-5 1 0,1-1 0,0 1 0,-1 2 0,3-1 0,-4 3-90,1 1 90,-3 2 0,0 0 0,1 3 0,3 5 0,-2 0 0,6 12 0,-3 1 0,3 4 45,-5-9 0,0 0-467,3 7 512,3 5-90,-2-6 0,-2-7 0,3 2 0,-4-8 0,0-2 90,0-3-180,-1-1 0,1-3-90,0-1-179,0-2-389,5-4 748,-3 0 0,9-7 0,-4-1 0</inkml:trace>
  <inkml:trace contextRef="#ctx0" brushRef="#br0" timeOffset="587814">13489 13543 7803,'-8'-2'539,"1"-1"-89,3 2-450,7-4 90,-1 2-90,7-3 90,-2 3-90,3-1 90,1 0-90,1 0 90,0 0-180,7-2-270,1 0 0,1 0-989,3 0 1349,-11 3 0,8-3 0,-6 2 0</inkml:trace>
  <inkml:trace contextRef="#ctx0" brushRef="#br0" timeOffset="588551">14001 13270 7982,'-2'-8'90,"-1"-1"0,1 2 0,-1 1 0,1 1 0,-2 0 0,0 2 0,-1 0 0,-4 0 0,1 2 0,-3 1 0,-4 5-90,2 2 90,-11 11-90,8-1-679,-4 8 769,6-3-90,2 2 0,0 1 90,0 14-90,4-8-821,0 9 821,6-14 90,3 0-90,1-2-569,4 3 569,0-4 90,4 0-90,-1-5 0,4 1 0,4 0 0,-1-5-461,9 0 461,-9-9 380,4-1-380,-5-5-2286,1-1 2286,0-3 130,3-2-130,1-3 0,0-3 0,0-1-90,-1-2 90,-2-2 0,-1-1 0,-2-1 0,0-2 0,-3-2-90,1-10 90,-4-1 0,-2-1 0,-5 0-353,-3 10 353,-2-4 0,-2 2-32,-6-8 32,2 9 0,-5-5 2450,3 14-2450,-1 4 0,2 2 344,-1 2-344,0 2 963,0 1-963,0 3-90,-1 1 196,0 1-106,-7 3 0,5 2 0,-12 6 0,12 0 0,-5 3 0,8-1 0,1 1 0,1 0 0,2 2 0,0 0 0,1 2 0,1 0 508,2 0-508,0 7 50,3-5-50,3 11 0,7-5 0,9 6 0,0-10-90,10 0-842,-7-11 842,5 0 0,-4-5 0,-1-1 0,0-2 0,4-2-798,1-1 708,3-2 0,1-1 0,-2-1-449,1-1 179,-1 0 450,-1-1 0,2-1 0,1-1 0</inkml:trace>
  <inkml:trace contextRef="#ctx0" brushRef="#br0" timeOffset="589123">14500 13656 7982,'-3'-7'990,"1"2"-630,0-1-1,0 1-89,-1 2-270,0 4 90,-1 3 0,0 4 0,-2 7 0,0-1 0,-1 7-90,0-4-425,0 4 425,0 0 90,1 2-90,-2 7 90,3-9-949,-1 5 859,2-9 90,1-1-90,1-1 0,0-2 0,0 2 90,2-5 379,-1 2-469,3-4 0,0-4 0,1 1 905,2-5-905,-1 1 0,2-3 0,0 0 0,0-1 0,1-1 0,0-1 0,1 1 0,1-1-90,0 0 90,1 0 0,1 0-90,0 1 0,2-1 0,-1 2 0,1-1-90,-1 1 90,1 0-180,0 1 1,1 0-181,0 0-540,0 1 361,0 0 629,-1 0 0,7 1 0,0 0 0</inkml:trace>
  <inkml:trace contextRef="#ctx0" brushRef="#br0" timeOffset="590780">14863 12542 8792,'1'-9'180,"0"2"-180,2 4 0,1 0 0,1 1 90,0 0-90,10-2 0,-4 2 0,8-2 0,-6 2 0,1 0 0,0 0-90,1 1-360,4-1-449,-6 2 809,4 0 90,-8 0 0,3 2 0,0 0 0</inkml:trace>
  <inkml:trace contextRef="#ctx0" brushRef="#br0" timeOffset="591013">14996 12755 8072,'2'6'450,"1"-2"-360,3-2 0,0-3 90,3-1-90,7-2 0,-2-2-90,7 0 0,-1-2 0,1 1-814,3-1 275,-3 1-271,-1 0 249,-3 3 561,-2 1 0,3 0 0,0 0 0</inkml:trace>
  <inkml:trace contextRef="#ctx0" brushRef="#br0" timeOffset="596516">14844 12524 7443,'-6'-7'270,"3"1"-270,6 0 90,1 0-90,3-2 0,1 0 0,0-1 0,3 0 0,-3 2 0,6-3 0,-3 2 89,8-6-89,-1 5 0,-1 0 0,0 2 0,-6 4 0,1 0 0,-1 1 0,0 2 0,-1 0 0,0 2 0,-1 1 0,0 2 0,0 1 0,0 1 0,0 1 0,-2 2 0,1-1 0,-1 2 0,0-1 0,-1 0-89,1 0 89,-1 0 0,0-1 89,-1 0-178,0-2 178,0 0-89,-1-1-89,0 0 89,1-2 0,-1 0 89,0 0-89,1-2 0,0-1 0,1-2 0,1 0 0,2-3 0,-1 1 0,3-3 0,-1 0 90,2-2-90,2-3 0,1-2-1148,3-1 1148,0-1-208,7-6-242,0-2-89,-3 3 179,-4 3 360,-9 8 0,3-3 0,-1 0 0</inkml:trace>
  <inkml:trace contextRef="#ctx0" brushRef="#br1" timeOffset="597282">16083 12174 20487,'-6'9'-1123,"2"0"464,2 1-951,0 2 570,1 5 255,-2 6 290,1 4 145,-1 6-832,0 3 752,2-15 1,-1 1 51,1 0 1,0 1 295,-1 2 1,0 1 50,1-1 1,-1 1 30,1 0 0,-1 0-37,1-1 0,0 1 36,-1 6 0,1 0-43,0-8 0,0 0 17,0 4 0,-1 0 88,1 7-98,-1-2 38,0-6 51,2-2-104,-1 0-13,2-9-53,-1 2-225,2-8-218,0-2 391,3-1 0,-3-4 0,2-1 1</inkml:trace>
  <inkml:trace contextRef="#ctx0" brushRef="#br1" timeOffset="597705">16325 12608 20937,'1'-9'-3277,"-1"3"656,3 1 3586,3 1 1191,0 1-627,3-1-215,0 0-567,2 1-46,8-3 1069,-1 3-255,9-4-717,-3 3-1021,4-1-195,2 2-215,-1 0 140,2 0 135,0 1-63,-1 1 17,-2-1-159,-4 2 9,-2 0-349,-2 2 114,-3-1 675,-1 1 1,3 1-1,1 0 1</inkml:trace>
  <inkml:trace contextRef="#ctx0" brushRef="#br0" timeOffset="604988">17405 12248 7263,'-1'-7'180,"1"-1"90,-2 3-180,0-2 89,0 4-89,-1-3 0,0 3 0,-1-1 0,0 2 24,0-1 329,-1 1 372,0 1 243,-1 0 532,0 0 560,0 1-3898,-1 1 4401,1 0 91,-2 2-66,1 1-381,-5 6-932,4-2-601,-4 7-688,4-2-746,-3 19-522,4-7-349,-1 15-272,5-10 788,1-9 0,2 1 165,0 2 1,2 0 34,-1-1 0,0 0-636,4 18 365,0-14 71,0-4 99,2 2-76,1-5 80,0-2 375,1-2 98,-1-5 422,1-1 168,1-2 495,7-2 602,-3-2 418,5-3 546,-3-3 246,0-2 45,5-4-13,0 0-159,3-5-641,0 0-539,-1-2-360,-1-2-540,-2 0-532,-1-4-400,-2 1-361,3-13-297,-7 7 62,2-8-42,-9 13-212,-2 0 0,-2 2 4,-2-1-83,-3-7-36,-3 3 4,-3-6 83,-2 9 203,-1 2 581,-2 1 391,0 3 250,-1 3 485,0 2 543,1 3 387,-2 1 284,1 2 48,1 1-2,-1 1-119,1 1 5,0 1-103,1 2-51,-1 0-140,1 1-55,0 2 43,0 0-270,2 2-393,-3 5-442,5-3-331,0 3-518,4-2-468,2 1-433,2 0-449,0 0 0,2 0-96,1 1 195,2-1-132,1 1 384,2 0 670,1-1 477,2 0 520,1-1 253,1-1 623,1-1 169,2-1 463,1-1-239,9 0 83,-4-4-789,6 1 1,0-5 0,1 0 0</inkml:trace>
  <inkml:trace contextRef="#ctx0" brushRef="#br1" timeOffset="605571">17961 12360 24689,'4'-7'-3277,"3"0"2248,1 5 3010,1 0-885,0 0-384,4 1-377,3-2-458,6 1-221,-5 0 1230,1 0-716,-7 1 1,7 1 0,0 0 0</inkml:trace>
  <inkml:trace contextRef="#ctx0" brushRef="#br1" timeOffset="606939">18594 12161 23629,'-9'-5'-3277,"1"3"2523,2 1 1323,1 2 563,-1 0-296,3 0-310,-2 1-178,0 0-202,2 0 517,-3 1-222,3 0-778,-2 1-255,1 0-539,0 0 148,-4 10-422,1 3-73,-2 3 200,2 8-301,3-12 332,0 9-245,3-10 110,0 1 38,2 0 348,0-1 4,2 1-170,2 0 380,1-1 213,1 0 268,2-2 388,1-1 325,1 0 268,1-3 503,0-1 217,1-2 255,0-2 11,0-1-47,1 0 43,0-2-65,1-1-70,-1-2-63,3 0-26,-2-2-227,2 0-130,0-2-454,-1 0-83,0 0-319,2-3-234,1-2-328,-1 0-207,-1-1-174,-3 0-214,-1-2-36,-1-1-83,5-10-126,-4-1-55,-1-6-165,-5 6-23,-6 3-314,-1 5-14,-3 0 8,-1 1-49,-1-1 310,-4-2 518,-1 1 394,-5 0 414,-1 0 552,-1 3 357,-1-1 252,1 4 394,1 1-100,1 3-113,1 2-118,0 1-18,-1 0-69,1 2 99,-1 2 24,1 0-55,-1 2 215,2 1-112,-1 2 204,1 1-291,-1 2-341,1 2-365,1 2-476,1 1-303,1 1-409,3 2-426,0 0-452,3 0-191,1 0 42,2 1-27,1 0 69,2 1 18,2 0 73,1 0 535,3 2 278,8 7 576,-3-7 377,5 3 358,-4-11 655,10 4 340,-4-6 447,8 1-73,-8-6 165,-1-2-254,2-1-33,-1 0-1167,4-3 0,5-1 0,5-1 0</inkml:trace>
  <inkml:trace contextRef="#ctx0" brushRef="#br1" timeOffset="607459">19187 12233 23870,'0'0'0</inkml:trace>
  <inkml:trace contextRef="#ctx0" brushRef="#br1" timeOffset="607515">19187 12233 23691,'-6'13'-1639,"-1"0"1</inkml:trace>
  <inkml:trace contextRef="#ctx0" brushRef="#br1" timeOffset="607565">19170 12271 23601,'-17'38'-1639,"2"-3"1</inkml:trace>
  <inkml:trace contextRef="#ctx0" brushRef="#br1" timeOffset="607618">19128 12364 12509,'-14'25'0</inkml:trace>
  <inkml:trace contextRef="#ctx0" brushRef="#br1" timeOffset="607674">19103 12408 23421,'-15'26'-1639,"0"-1"1</inkml:trace>
  <inkml:trace contextRef="#ctx0" brushRef="#br1" timeOffset="607727">19064 12477 23331,'-11'21'-1093,"1"1"1,-7 12 0</inkml:trace>
  <inkml:trace contextRef="#ctx0" brushRef="#br1" timeOffset="608639">19101 12544 24050,'-8'-2'359,"1"1"-228,1 0 638,2 1-751,12-2 717,-3 1-115,12-1-316,-7 1-144,3 0 512,6 0-122,-1-2-164,4 2-62,-5-1-585,8-1-138,0 0 123,0 0-6,-6 1-596,-7 1 655,-3 0 175,-1 1 0,3 0 0,-1 0 0</inkml:trace>
  <inkml:trace contextRef="#ctx0" brushRef="#br1" timeOffset="609632">17398 13120 25490,'-8'-4'-3277,"1"0"1795,3 2 306,0-1 740,0 1 142,0-1 462,0 1-415,3-2-2128,3 0 2012,2 0 514,4 1 1179,2 0-47,3-1 222,6 0-231,6 0 282,10-2 1302,5 0-2081,-16 2 1,0 1-192,2-1 1,0 0-467,2 1 1,1-1-31,4 0 0,3-1-62,-1 1 0,3 0 0,1-1-27,-6 1 1,0 0 0,1 1 0,0-1-29,0 0 1,-1 0-1,1 0 1,1 0 23,-2 1 1,2-1 0,0 1-1,-1-1 1,-3 1-31,4 0 1,-4-1 0,2 1 9,-2 0 1,2 0 0,0-1 0,-3 1-1,-1 0 0,-1 0 1,0 1 3,13-3 1,0 0 51,-4 2 1,-1-1-40,-1 0 1,-1 0 4,-5 1 0,0-1 0,-1 1 6,3 0 1,0 0-9,6-1 0,-1 1-4,-15 1 0,-1 0 2,3 0 1,-2 0 63,8-1-84,2-1 45,-17 3-126,-2 0 122,-2 0 39,-1 0-8,-1 0-54,-2 1 61,0-1 3,-1 0 16,-1 0-413,2 1-1083,-1 0 1292,-1 1 0,-1 0 1,-1 0-1</inkml:trace>
  <inkml:trace contextRef="#ctx0" brushRef="#br1" timeOffset="610521">18014 13452 25669,'-4'-7'-3277,"2"-3"0,3 4 0,2-3 407,6 0 4001,2-1-153,2 0-157,1 1-1121,-3 4 2197,-1 0 704,2 0-576,0 2-244,0-1-683,0 2 28,-1 1-292,0 0-384,-1 2-447,0 0-213,0 2-251,0 0-379,-1 2-349,0 1-391,1 7-407,-2 4-238,-1 0 49,-4 10-56,-4-8 394,-2 9 475,-3-4 442,-6 14 693,4-18 0,-1 1 316,1-1 1,-1 0 551,-8 16 214,5-11 246,1-4-228,1-2-185,2-3-241,0 0-220,2-3-167,1 0-69,0-3-66,1 4-241,2-4-136,0 1-209,2-5-344,2 0 67,2 0 497,1-2 650,2 1 224,3-2 644,1 0 265,2-1 370,2 0 498,0-1 70,4-1-318,0 0-602,7-1-172,0-1-835,-4 1 1,-1-1 308,10 0-282,7-1-88,-16 2-326,6-1-17,-8 0-90,5 0-519,-12 1 240,0 0 443,-3 1 0,3-2 0,0-1 1</inkml:trace>
  <inkml:trace contextRef="#ctx0" brushRef="#br1" timeOffset="611063">18686 13540 25310,'-3'-7'-3277,"0"0"0,1 3 0,-1-1 0,0 2 2762,0-1 804,-2 1 223,1 0-1589,-2 1 2836,1 0-28,-2 1 414,0 1-254,1 3 131,-2 0-465,1 2-701,-1 3-433,1 1-713,0 4-390,1 1-808,0 3-184,2 10-472,1-7 92,2 15 316,2-15 93,3 6 90,1-8 374,1-1 378,1-2 328,7 5 556,3-2 452,1-3 256,2-4 705,-6-7 453,2-1 221,0-2-64,9-2 231,-2-3-187,8-3-312,4-8-1254,-17 4 0,0 0 52,16-12-606,-4-3-333,-12 4-592,-1-1-325,-3-2-511,2-13-160,-8 0 18,-2-1 221,-7 3-342,-5 12 28,-3-3 492,-3 4 405,-3 2 442,-3 4 720,-4 2 653,-2 3 366,-2 3 674,0 4 256,-11 3-144,7 4-145,-10 3-114,10 3-1231,0 0 1,-5 5-1,-1 0 1</inkml:trace>
  <inkml:trace contextRef="#ctx0" brushRef="#br1" timeOffset="614505">19106 13184 25220,'-5'3'-1093,"2"-3"1,5 9 0</inkml:trace>
  <inkml:trace contextRef="#ctx0" brushRef="#br0" timeOffset="623413">20379 12487 8432,'-7'-4'2069,"2"0"-900,1 2-1079,9 1 0,0 0-90,7 2 90,-1-1-90,1 0 90,9 0-180,-4 0 0,5-1-270,1 1 1,-6-1-1,4 0-90,-8 1-989,-1 0 90,-1 1 1349,-3 0 0,3 3 0,-1-1 0</inkml:trace>
  <inkml:trace contextRef="#ctx0" brushRef="#br0" timeOffset="623688">20340 12835 9602,'2'8'-90,"0"-2"90,1-3 90,3-2-90,0-2 89,3 1-89,0-2 90,3 0-90,2-2 0,5-1 90,1-1-90,4-1-588,0-1 408,1-1-270,0 1-539,-2 0 449,-2 2 540,-2 1 0,3-2 0,2 0 0</inkml:trace>
  <inkml:trace contextRef="#ctx0" brushRef="#br0" timeOffset="625975">21434 11914 8612,'-2'-8'900,"0"1"-631,-1 4 1,-1 0-90,0 1-90,-1 0 0,-2 2 0,2 1-90,-3 2 90,1 1-90,-1 2 90,-1 3-90,-1 2 0,-2 5 0,1 2 90,-2 4-90,1 1 0,1 1 90,-2 12-1109,4-7 1019,-2 9 90,5-4-90,2-8 0,0 4-401,3-11 401,0-2-123,2-1 123,0-1-90,1 0-89,0-2-91,4 4 90,0-5 961,3 1-961,-2-6 439,2-1-439,0-1 233,1-2-233,0 0 0,0-2 90,1-1-90,1-2 0,5 0 90,-4-2 0,3-1 0,-5-1 90,-1-1 0,-1 0 0,-1-1 90,-1-1 0,-1-1 0,-1-5 90,-3-2 0,-2 0-180,-3 1 90,-2 4 0,-1 0 0,-3 1-90,0 1 90,-3 1 0,1 1-90,-1 2 90,-1 1-90,2 0 0,0 2 0,0 0-90,2 1 0,0 1-180,1 1 0,0 1-630,2 0 900,-2 3 0,0 0 0,-2 1 0</inkml:trace>
  <inkml:trace contextRef="#ctx0" brushRef="#br0" timeOffset="626488">21651 12019 8702,'-1'-6'720,"-4"-1"-361,-1 3-179,-3 0-90,2 4 90,-6 7-90,5 0 0,-4 5 0,2 3 0,-1 1 0,0 3-90,1 3 90,2-1 0,0 1 0,-2 12 0,4-1-90,0 2-674,4-6 764,2-10-90,2 0-36,-1-4 36,2 2 0,1-4 0,0 0-90,2-3-89,4 3 89,1-4 0,3 0 0,-1-5-90,0-3 180,0-1 581,2-2-671,0-1 90,0-3-90,0-2 90,1-3-90,0-2 90,-2-3-90,2-10 128,-7 6-38,2-14 0,-9 12 0,-2-5-590,-3 8 590,-3-3 90,-2 2 0,-2-1-90,0 4-83,0 2 173,0 3-90,1 2 0,-1 1 90,1 2-90,0 3-180,-1 1 580,2 1-760,0 2-1615,-5 3 1975,6 0 0,-6 5 0,6-1 0</inkml:trace>
  <inkml:trace contextRef="#ctx0" brushRef="#br0" timeOffset="626766">21886 12139 9781,'6'-3'630,"-1"0"-450,-1 1-90,2 0 0,-1 1 0,3-1-90,-1 0 90,0 0-90,1 0-90,1 1 0,0-1-720,5-1-539,-3 2 1349,9-3 0,-3 2 0,5-1 0</inkml:trace>
  <inkml:trace contextRef="#ctx0" brushRef="#br0" timeOffset="627163">22311 11890 9781,'-2'-11'720,"0"0"-360,1 4 90,0 0-91,0 2-179,-1 0 270,0 0-450,-3 8 90,1-1 0,-3 8-90,2 1 90,-1 2-90,-1 3-288,0 4 288,-1 1 0,0 4 90,-2 0-180,0 0 0,-3 10-180,0-3 90,1 0-179,2-4-91,4-10 180,-1 0 0,4-6 0,0-4 0,2-1-269,0-2 647,2 1-648,-1-3-629,4 1 989,1-3 180,0-1 0,5-2 0,-2 0 0</inkml:trace>
  <inkml:trace contextRef="#ctx0" brushRef="#br0" timeOffset="627496">22374 12126 7982,'1'-6'-269,"0"-2"269,-1 4 90,0-2-1,-3 10-89,1-1 0,-3 10 90,2-2 0,0 2-90,0 0 90,0 2-90,1 1 180,-1 2-180,1-2 90,-1 1 0,1-1 0,0 5 0,0-6-90,0 5 90,1-9-90,0-1 0,1-1-90,-1-1-90,1-1-899,0-1 1079,0-1 0,3-3 0,1-1 0</inkml:trace>
  <inkml:trace contextRef="#ctx0" brushRef="#br0" timeOffset="628429">22190 12190 9242,'4'-1'1799,"-4"-1"-1709,18 4-90,-9-2 90,4 0-90,-4-1 90,6 0-90,-5 0 0,4 1 0,-5-1 89,-1 0-89,-1 0 0,0 0 0,-1 1 0,0-1 0,-1 1 0,1-1-89,-1 0-631,1 0 720,-3-1 0,0 1 0,-2 0 0</inkml:trace>
  <inkml:trace contextRef="#ctx0" brushRef="#br0" timeOffset="629114">22531 11914 9152,'3'-7'1259,"0"1"-1259,-7 15 0,2-5 90,-5 13-90,3-8 0,0 1 90,0 0-90,1 1 0,0 0 0,0-1 90,1 0-90,0-1 0,0 1 0,1-2 0,0 4 0,2-4-90,2 4 90,0-6 0,2 1-90,1-3 90,0 0 0,2 0 0,-1-1 0,1 0 0,-1 0-90,1-1 90,0 1 0,0 0 0,4 1 0,-3 1 0,2 0 0,-5 0-90,1 1 90,-1 0 0,0 5 0,-2-2 0,0 3 0,-2-3 0,-2 1 0,0 0 90,-3 5-90,1-4 90,-4 5-90,1-4 90,-1-1-90,-2 1 90,0-2-90,-1 0 90,0-1 0,-5 3-90,3-5 90,-2 3-90,5-6 0,-3 3-180,4-5-90,-1 1-629,2-2-271,0-2 1170,1 0 0,1-4 0,1-1 0</inkml:trace>
  <inkml:trace contextRef="#ctx0" brushRef="#br0" timeOffset="629373">22544 11949 9332,'-3'-10'449,"0"2"-179,-1 0 0,1 1 90,1 1-90,0 1 90,0 1 269,0 0-359,0-1 180,1 1-90,0-3-181,1 2 1,1 0-90,1 0 0,1 2 0,2-1 0,1 1-90,0-1-90,2 1-90,2-2-90,0 2-179,1-2-1,1 1-90,2-2-359,0 1-630,2-1-270,0 1 1799,-2 0 0,4-2 0,1 0 0</inkml:trace>
  <inkml:trace contextRef="#ctx0" brushRef="#br0" timeOffset="630396">21316 12621 9602,'9'-2'89,"0"1"-89,-1-1 90,1 1 0,3 0 0,0-1-90,4 0 90,2 0 0,6-2-45,-3 2 0,2 0-1661,18-2 1616,-13 1 0,0 1 45,-4 1 0,-1 0-45,1 0 0,0-1 0,0 1 0,0 0 45,1 0 0,-1 0-45,1 0 0,0-1 45,0 1 0,0-1-45,0 0 0,-1 0 45,2 0 0,-1-1-45,1 1 0,-1-1 0,1 0 0,-1 0 0,0 0 0,1-1-993,-1 1 0,0-1 993,-1 0 0,1 0 0,-1 0 0,-1 0 0,1 0 0,0-1 0,-2 1 0,0 0-165,18-3 165,-15 3 0,-1-1 0,10-1-582,5-2 582,-17 3 0,-5 1 1141,-2 1-1141,-3 0 0,0 0 0,-1 1 2079,-1 0-2079,-1 0 362,-1 1-362,0 0 857,-1 0-1307,4 0-629,0 1 1079,1 0 0,-3 0 0,-1 0 0</inkml:trace>
  <inkml:trace contextRef="#ctx0" brushRef="#br0" timeOffset="632324">21461 12927 8972,'-1'-7'989,"-2"5"-899,-4 3 90,-3 7-90,-1 3 0,-1 1-90,0 4 90,0-2-90,1 4 90,-7 12-779,5-5 779,-3 8-90,4 1 90,4-9-90,0 7 0,5-14 0,2 0 90,0-1-90,1 0 0,2-1 0,2 0 90,0-1-90,2-1 0,2 0 89,0-4-89,1 0 0,0-3 0,2-2 0,0 0 0,1-1 690,-1-2-690,1-1 0,-1-1 0,6-4 0,-4 1-90,6-6 90,-10 2 0,2-5 0,-7 3 0,-1 0 0,-1-1 0,-1 0 0,-2-1 90,0 0-90,-3 1 0,-1-1 0,-1 1 90,-1 0-90,-1 2 0,-2 0 0,0 2 0,1 1 0,-2 1 0,1 2 90,0 1-90,-1 1-90,0 1-90,-3 1-90,3 0-90,-2 1 0,5 0-989,2-1 270,1 1 1079,1 0 0,2-2 0,1 1 0</inkml:trace>
  <inkml:trace contextRef="#ctx0" brushRef="#br0" timeOffset="632821">21721 13023 9871,'1'-6'630,"-1"-1"-180,-1 1-1,0 0-179,-2 1 90,0 2-180,-4 3 0,2 1-90,-3 3 90,1 0-90,-1 3 0,0 2 0,0 2 0,0 2 0,0 2-1,-1 5 1,2 0-90,-1 1 90,3 0 0,0 6-638,2-6 548,0 6-317,3-10 407,1 0-90,1-1-32,1 0 32,0-2-90,2-2 0,1 0 615,0-2-615,2-1 247,0-1-247,1-2 36,0-2-126,0-2 90,1 0-90,4-4 90,3-4 0,-1-1 90,-1-5-90,-7 3 0,2-12 90,-3 5-480,0-10 480,-4 7 0,-2-1-90,-1 0 90,-6-11 0,-1 7-90,-4-5 90,2 10 0,0 4 0,-1 2 0,1 3 0,0 0 0,0 3 0,0 1 0,0 2-270,-3 2-270,0 2 91,2 1 119,0 3-929,5-1 180,1 1 1079,2 0 0,1 2 0,1-1 0</inkml:trace>
  <inkml:trace contextRef="#ctx0" brushRef="#br0" timeOffset="633088">21914 13091 10501,'8'-4'630,"0"2"-450,-3 0-91,0 2 91,0-1-90,1 0 0,2 0 0,0-1 0,1 1 0,1 0-90,1 0 0,0 0-180,0 1 0,1-1-719,5 0-630,-3 0 1529,8-2 0,-5-1 0,5-1 0</inkml:trace>
  <inkml:trace contextRef="#ctx0" brushRef="#br0" timeOffset="633696">22323 12859 10591,'2'-7'720,"0"1"-91,0 1-629,-5 20 0,1-6 90,-4 16-90,1-10 0,-3 3 90,-2 2-1190,-3 4 1100,1 0 0,-1-1 0,1-1-226,1-2 226,1-2-77,2-3-13,2 0 90,-1-2-89,2-1-91,-1 2 90,1-4 0,1 2 0,2-6 0,1 0 598,-1-2-868,3 1 716,0-1-536,3-1 89,0-2-89,2-1 90,1-2 0,-2 0 0,2-1 0,-3 1 90,0-1-89,0 1-1,0-1 90,1 1-90,-1-2 90,2 2-90,-3 0 90,2-1-180,-2 2-180,1-2 360,-2 0 0,-1 2 0,0-1 0</inkml:trace>
  <inkml:trace contextRef="#ctx0" brushRef="#br0" timeOffset="634563">22326 12887 8702,'-4'-1'1439,"2"1"-1349,-6 10-90,4-1 90,-1 2 0,0 1-90,-2 3 90,0 0-90,-1 2 90,0 2-90,-5 11 90,1-6-807,-2 7 717,4-12 0,2-3 90,1-1-90,-4 3 0,4-6 90,-1 3-90,4-8 0,-1 0 0,3-1 807,-2 0-807,2-1 0,0 0 0,-1-1 0,1 0 0,4-2 90,4-2-180,1-1 180,2-2-180,-4 1 90,1 1-90,-1-1 90,1 1 0,0-1-90,1 1 90,-1-2 0,1 2 0,-1-1-90,1 1 90,-1-1 0,1 1 0,-1-1 0,1 0-90,-1 1 90,1 0 0,3-1 0,-3 0 0,3 0 0,-4 0 0,3-2 0,-3 2 0,2-2 0,-2 2 0,0-2 0,1 0 0,-1-1 0,1-3 0,-4 4 0,1-1 90,-1 1 0,-1 0 0,0 0 0,-2 9-90,0-1 0,-2 8 0,1-4 0,-1 3 90,0 8-90,0-3 90,0 8-90,0 2 90,1-5-90,-1 6 90,2-9-90,-1 0 0,0-1 89,1 0-89,0 0 0,0-1 90,1-2-90,0-2-90,-1 0-269,2 1-1,-1-3-270,0 0-719,0-4 1349,0-2 0,2-1 0,1 0 0</inkml:trace>
  <inkml:trace contextRef="#ctx0" brushRef="#br0" timeOffset="635038">22606 13044 9871,'-3'-6'990,"0"1"-810,-2 8 0,0 0-1,-1 6-89,2-2 90,-1 2-90,-1 1 0,1 3 0,-1 2 0,1 0 0,-1 2-269,1 1 269,0-1-1,1 2-89,2-2 90,0 0 0,1 5 0,3 0-90,0-1 0,1-3 0,1-8-90,0-1 0,1-1 270,1-2-270,1 0 0,1-2 0,0-1 0,2-2 0,-2 0 0,7-4 0,-5 0 0,6-4 90,-5-1-90,2-5 0,-2-1 90,2-4-533,-2-1 444,-2-3 89,0-1 0,-3-1-90,-2 0 90,-1 1 0,-3-3-848,-1-2 848,-2-3 0,-4 2 90,-2 1 0,-3 2-261,-2 3 171,-1 3 90,1 3 0,-1 4-90,1 3 9,0 4-9,1 2-270,-5 3-90,4 1 378,-2 1-828,5 2 321,1 0-591,1 0 1154,2 0 1,-2 2 0,0 0 0</inkml:trace>
  <inkml:trace contextRef="#ctx0" brushRef="#br0" timeOffset="635505">22808 12436 9602,'-1'-6'449,"0"-2"181,0 5-270,0-4-90,1 1-1,1 1-179,0-1 0,1 3 0,1 0 0,3-1 0,-1 2-90,4-2 90,-3 1-90,2 0 90,1 1-180,0-1 0,1 1-180,-1-1-90,1 1-89,-1 0-361,0 1-539,1-1 90,-2 1 1259,-1 1 0,-1 0 0,-1 1 0</inkml:trace>
  <inkml:trace contextRef="#ctx0" brushRef="#br0" timeOffset="635730">22837 12521 10051,'-1'6'1080,"0"-2"-990,7-1 0,-1-3-1,1 0-178,1 0-181,11-2-270,-6 0-270,9 0-449,-9 0 360,1 0 899,-1-1 0,3 0 0,1-2 0</inkml:trace>
  <inkml:trace contextRef="#ctx0" brushRef="#br0" timeOffset="641514">23251 12472 12660,'4'6'450,"0"-1"-361,3-4 1,1-1 0,4 0 0,3 2-90,5-2-819,6 2 819,4-2 90,5 0-1327,2 0 1327,0 1-90,1-1 0,0 0 89,0 0-178,0-1-1138,0 1 1047,-1-2 90,-1 1-904,-1-1 724,-1 0 0,-1-1 0,-1 2-90,-4-2 231,2 1-681,-6 0-989,0 0 1799,-12 1 0,-4-1 0,-5 1 0</inkml:trace>
  <inkml:trace contextRef="#ctx0" brushRef="#br0" timeOffset="642129">23416 12882 10321,'7'-5'630,"2"1"-450,-5 2-90,3-1 89,-2 1 1,2-1-90,3 0 0,0 0 0,2-1-90,-2 2 90,-1 1 0,2-1-90,-1 2 90,1 0-90,-1 0 90,5 2-90,-4 0 90,3 2-90,-7 0 0,0 1 90,-2 1-90,-2 2 0,-2 0 0,-1 3 0,-3 2 90,-1 2-90,-2 1 0,-3 4 0,-1 0 0,-1 3 0,-1-1-601,0 0 691,-1-1-90,3-1 0,0-3 0,2-2 0,1-2 0,1-1 0,1-1 0,-1 3 0,4-4 0,-2 3 0,4-6 601,0 1-601,2 0 0,3 2 0,1-2 0,4 2 0,-1-4-90,2 0 0,1 0 0,0-1 0,2 0-90,-1-2-90,3 1 0,-2-1-89,0 0-91,-1 0-180,-3-1-629,2 0 0,-3-1 1259,0 0 0,2-1 0,1 0 0</inkml:trace>
  <inkml:trace contextRef="#ctx0" brushRef="#br0" timeOffset="642605">23877 13018 9781,'-2'-8'270,"1"1"-180,-1 1 360,1 2 0,-1-2-1,1 2 181,-1-1-540,-4 4 0,2 3 90,-4 3-90,-1 7 0,1-1 0,-2 5 0,4-2 0,-2 9-90,2-5-195,0 4 195,3-6 90,1-1-90,2 0 0,0-2 0,3 0-90,0-1-90,3-1 0,2 0 285,1-2-375,2-1 90,0-1-90,3-2 90,0-1 0,1-2 1,1-2 89,0-2 0,3-2-90,0-2 180,0-2-90,-2 0-180,12-17 180,-11 1 90,6-8-749,-15 7 839,-6 6-90,-2 1 90,-2-2 0,-4 0 90,-8-12-180,0 9-1343,-6-6 1433,4 15 0,-1 3-90,2 4 90,-8 3-360,6 4 261,-8 2-530,4 3-811,0 2 91,-1 2 1259,3 0 0,-2 3 0,-1-1 0</inkml:trace>
  <inkml:trace contextRef="#ctx0" brushRef="#br0" timeOffset="644888">23995 11859 8522,'-4'7'90,"1"-1"-90,-1-2 0,1 0 0,-1 1 90,-1 0-90,-1 1 0,-1 1 90,-2 4-90,1-2 0,-2 3 0,4-3 0,1 0 90,-1-1-90,2-1 0,-1 1 0,0-1 0,2-1 0,0 1 90,0-2-90,2 1 0,0-1 0,3 4 0,1-3 90,3 3-90,1-6 0,1 1 0,1 0 0,2-1 0,1 0 90,1 0-90,1 0 0,0-1 0,1 0 90,-1 0-90,0 1 0,-1-1 0,1 0 0,-3 1 0,4 1 0,-6-1 90,2 2-90,-6-1 0,0 3 90,-5 1-90,-1 1 90,-4 0-90,-2-2 0,-1 1 90,-3 0-90,-1 1 0,-3 0-294,-3 0 384,1 0-90,-1-1 0,1 0 0,2-1-180,0-1 0,1 0-90,1 0-1259,-1 0 1529,3-3 0,-4 2 0,3-2 0</inkml:trace>
  <inkml:trace contextRef="#ctx0" brushRef="#br0" timeOffset="645163">24018 11923 8792,'-1'-10'180,"1"2"0,0 2-90,1 0 0,1 1 0,1-1 0,0 2 0,1 0-1,1-1-89,1 1 90,3-1-90,1 0 90,1 0-90,3 0 0,0 0-180,2-1-89,0 1-181,0-1-540,1 0 541,-1 2 449,-1 0 0,5-1 0,0-1 0</inkml:trace>
  <inkml:trace contextRef="#ctx0" brushRef="#br0" timeOffset="646254">23600 11839 9062,'5'-6'270,"-1"0"-180,1 6-90,-2 2 90,2 3 0,-3 0-90,0 3 89,0 0-89,-1 1 90,1 3-90,-1 1 90,0 2 0,-1 1-90,0 1 0,-1 2 90,0 0-375,0 1 285,0-1 90,1-1-90,-1-1-114,0-1 24,1 1-180,0-2-180,1 0-629,0-1 449,1-1 630,-1-1 0,3 3 0,0 3 0</inkml:trace>
  <inkml:trace contextRef="#ctx0" brushRef="#br0" timeOffset="647146">23431 12162 8972,'-8'3'1799,"18"-6"-1709,0 0 0,20-5 0,-5 3 90,8-3-1819,-4 2 1,0 0 1181,-4 1 0,0-1 457,9-1 0,0-1 0,-7 2 0,-2 0 0,4-2 0,1-1-90,0 1 1,2-1-643,1-2 1,1 0 641,-1-1 0,1 0-45,-1 0 0,-1 0-179,-2 1 0,-1-1 134,-1 1 0,0-1-650,-4 3 0,1-1 830,7-3 0,1-1 0,-3 2 0,1 0 0,7-3 0,0 1 0</inkml:trace>
  <inkml:trace contextRef="#ctx0" brushRef="#br0" timeOffset="648221">23401 13077 9152,'-1'8'1169,"1"-1"-989,3-4 360,4 0-360,-1-2 269,9-1-359,-3 0 90,7 0 0,-1-2-727,5 0 637,5-2 0,8-2 0,3-1-45,-18 2 0,2 1 0,-1-1 0,0 0-866,0-1 1,1 0 820,10-3 0,0-1-45,-7 2 0,0 0-847,8-3 1,0 0 801,-11 2 0,1 1-135,9-5 1,-1 0 89,-8 4 0,0-1-45,6-2 0,-1 0-703,2-2 434,-4 0-24,-7 3-876,-5 2 1248,-4 0 101,-4 3 0,-4-1 0,-1 1 0</inkml:trace>
  <inkml:trace contextRef="#ctx0" brushRef="#br0" timeOffset="649313">23864 11235 9242,'0'-10'270,"1"1"-180,0 3-1,1 1 1,1 1 0,0 1 0,4-2 0,0 2-90,3-1 90,1 2-90,0-1 0,2 1 90,1 0-90,1 0 0,7 2 90,1 0-90,0 2 0,-4 0 0,-2 5 0,-7-1 0,2 3 0,-11 2 0,-3-2 0,-3 7 0,-4-1-396,-3 2 396,-3 2-636,0-1 636,-1 0 0,2-3 0,1-1 0,0 0 0,4-3 0,-1 1-90,6-3 460,2-1-370,1-1-90,5 4 90,2-2 662,4 3-662,2-3-90,3 1 90,3 0 0,2 2-698,-1-1 698,-2-2-90,-2 0 83,-2-1 7,-1 0 0,-3-1 0,-1 0 0,-3 2 0,-3-1 698,-3 2-698,-4 1 0,-7 4 0,-3 2 0,-8 2 0,-2 0 0,0-4 0,-1 1-173,-6 3-457,3-2 1,1-1-180,6-2 171,-4 3 638,15-8 0,-1 2 0,1 0 0</inkml:trace>
  <inkml:trace contextRef="#ctx0" brushRef="#br0" timeOffset="650979">24197 13402 8612,'3'-9'1259,"0"1"-539,-1 3 0,-1 0-631,-4 11 1,-4 8-90,-2 4 0,-2 7 90,2-5-90,-2 4 0,-1 1 0,1 1-897,-1 1 897,0-1 0,1 1 0,0-1 0,0-1-210,1-3 210,1-2 0,-1 2 0,4-8 0,-1 3 0,3-9 0,0 1 0,1-3 0,1 1 956,0-3-956,0 1 331,4-1-421,1-3 90,4-1-90,0-2 90,0-1 0,-1 0-90,2-1 0,-1 0 1,2-1-1,-2 2-180,3-2 180,-3 2 0,2-2-90,-3 3 0,1 0 90,-1 0-90,1 0 0,0 0 0,-1 0 1,1 0-1,0 1 0,0-1 0,0 1 0,-1-1 0,0 0 90,0 0 0,0-1-90,-1 0 90,1-1 0,0 0 0,-1-1 0,1-1 0,0 0 90,-1-1 0,1 0 0,0-2 90,1-2 0,-1 2 0,0-1 0,-3 4 0,0 1 0,0 0 0,0 1 180,-1 1 360,0-1-450,-2 12 179,-4 5-269,-2 7-615,-3 4 615,1-3 180,-4 14-180,2-8-856,-2 7 856,3-11 0,3-3-1,-1 0-89,3-4 0,0-1-89,1-3-1,1-1 462,0-1-732,0-2 650,1-1-2359,2-1 2069,1-1 0,1-2 0,1 0 0</inkml:trace>
  <inkml:trace contextRef="#ctx0" brushRef="#br1" timeOffset="663574">4984 9799 18256,'-10'-3'-638,"2"4"1590,-1 8 1474,1 1-1107,-1 4-391,2 0-483,-1 4-113,1 1 322,0 5 355,2-2-1294,0 0-314,2 7-5,2-6-149,2 5 52,2-8-173,2 2 105,2-3-79,1 1-111,1-3-28,1-3-139,4 0-19,-2-4-42,3-2 498,2-5 502,-5-3 433,4-2 159,1-6 680,-4 0 279,4-4 301,-7 1 824,0 0-1030,-3-1-648,0 0-285,-2 0-197,-1-1-638,-2 0-317,-3-1-196,0 0-82,-3-1-171,-6-11 118,1 7-769,-7-9 727,5 12 98,-1 1-20,0 3 71,-3 0 103,3 6 301,-1-2 167,6 7 318,0-1 84,1 3 1030,1 1-472,0 0 251,1 2 239,1 1-309,0 0-1778,2 4 944,1-2 0,5 6 1,0-2-1</inkml:trace>
  <inkml:trace contextRef="#ctx0" brushRef="#br1" timeOffset="663830">5299 9942 14443,'-4'-6'-1519,"0"0"1239,1 3-704,1-1 1151,2 0 1,0 2-1,2 0 1</inkml:trace>
  <inkml:trace contextRef="#ctx0" brushRef="#br1" timeOffset="664312">5381 9727 13845,'-4'-8'-1282,"0"2"1000,2 2 621,0 0-277,0-1 39,3-3 706,1 2 13,7-4 198,-3 5 308,4-2-98,-1 1-153,2 0 69,1-1-191,2 0-613,1 0-250,0 0-494,1 0 144,6-1-56,-7 3 142,4 0-162,-9 4-79,-1 1-79,-1 1-148,-1 2-160,-2 1-425,-1 3 299,-1 5 373,-1 1 227,-2 5 144,-2-2 343,-1 2-3167,-2 5 3753,-1 1 337,0 3-754,-1 0 192,0 0-132,2 0-110,-2-3-2228,3-2 2015,0-3-79,0 4-59,2-7-50,0 7 49,2-11 1681,2 8-2032,-1-11 232,4 4-712,-1-8 2991,1-1-4151,-2-2 1982,1-1 1,3-1 0,0 0 0</inkml:trace>
  <inkml:trace contextRef="#ctx0" brushRef="#br1" timeOffset="664837">5811 9610 13935,'0'-8'363,"-1"2"-50,0 0-138,0 2 252,0-2-571,-4 9 788,2-2-339,-3 7 363,3-2-155,0 2-144,0 0 160,1 1-56,-2 0 83,1 0-672,0 1 77,1 0-332,2 0 85,-1-1 18,2 0-109,0 0-109,2-2-375,5 7 15,-1-7 42,4 5-153,-3-8 212,5 2 334,-3-2 3,3 1 158,-3-2 205,-1 0 108,1 2 72,-1-2 75,0 3-270,-1-1-205,3 6-247,-2 1 271,-1 3-72,-4-2 285,-4-3 86,-1 1 185,-1 1 87,-6 8 261,-2-2 229,-2 4-112,0-6 23,1-2-206,0-1-41,-1-1-40,2-3-187,0 1-190,1-3-309,2-1-470,0-2 115,2-1 547,0-2 1,3 0-1,0-1 1</inkml:trace>
  <inkml:trace contextRef="#ctx0" brushRef="#br1" timeOffset="665062">5836 9595 12347,'-2'-5'-127,"0"-1"69,0 0 283,3-3 361,3-1 18,3-1-39,4-1-108,2 0-457,2-2 719,4-3-191,4-4-251,2-1-1006,-6 5 1,1 0 651,7-8-2,-9 8 1,-2 1 0,4-9 0,-2-1-1</inkml:trace>
  <inkml:trace contextRef="#ctx0" brushRef="#br0" timeOffset="666521">6151 9705 8702,'-1'-9'450,"-2"0"0,2 5-271,-2-2 1,2 2 180,-1-2 0,0 2 0,1-1-90,-1 0-181,4 0 1,0 2 0,2 0-90,1 2 90,1 2-90,1-1 0,2 2 90,1 0-90,2 1 90,2 0-90,0 2 0,2 0 0,-1 1 90,2-1-180,0 2 0,-1-2 0,0 2-90,-2-2-89,-1 1-91,0-2 0,-2 0-360,-1 0-1528,3 0 2248,-5-2 0,2 0 0,-4-2 0</inkml:trace>
  <inkml:trace contextRef="#ctx0" brushRef="#br0" timeOffset="666754">6346 9527 9422,'-5'-9'-90,"-1"2"180,2 1-90,0 2 90,0 1 0,1 0-1,-2 2 1,-2 3 0,1 1 0,-2 3 0,3 2 0,-6 10 0,1 4 0,-3 5-904,3 0 814,4-5 90,0 1-90,3-1 0,-1 1-90,2-1-467,0-2 287,0 0-179,0 0-721,1-1 442,0-1 728,1-3 0,1 3 0,1 1 0</inkml:trace>
  <inkml:trace contextRef="#ctx0" brushRef="#br0" timeOffset="667112">6423 9207 9152,'-3'-7'539,"1"-1"-269,0 4 810,0-1-990,7 23-90,-2-6 90,5 20 0,-1 5-1719,0-7 1674,-2-8 0,0 0-45,2 11 90,1-2 49,0-1-139,-3-9 0,1 0-90,4 10-871,2 7 691,-4-16-360,1 3-1169,1-4 720,-1-2 1079,-1-6 0,-1-5 0,1-1 0</inkml:trace>
  <inkml:trace contextRef="#ctx0" brushRef="#br0" timeOffset="667755">6601 9194 9691,'1'-10'270,"0"2"0,0 2 90,-1 0 180,1 1-360,0 12-180,0 5 89,0 9-487,0 1 488,-1-3-90,0 3-74,1 0 74,-1 0 0,1 1 90,-1-1-90,1 0 0,0 0 0,0 4-90,1-8-89,0 8 89,1-13-90,-1 1 0,0-8 0,0-1-360,1-2 752,2-4-482,1-3 261,2-5-81,-2-1 0,-1 0 90,-1 2-90,0-1 0,-1 1 90,1 0-90,-1 0 90,0 1-90,2-1 0,-2 2 90,2-1 0,-1 3 0,0 1-90,1-1 90,0 2-90,0-1 0,0 0 0,1 1 0,0 0-90,-1 0 90,1 0-90,-1 1 0,1-2 1,-1 1-1,-1-1 90,1 0-90,-1 0 90,0-1 0,0 0 90,0-3 0,-3 2 0,2-3 90,-2 3 0,0-1 0,0 1 90,-1 0 90,1-2 269,-2 2-359,1 14-90,0-3-90,0 15 90,2-6 0,-1 3-90,1 0 90,1 1-465,1 3 465,1-1-90,0 1 90,1-3-90,-1-1-90,1-2 90,0 0-540,1-1-269,2 2 719,-2-7 90,0 2 0,1-7 0,-1 0 0</inkml:trace>
  <inkml:trace contextRef="#ctx0" brushRef="#br0" timeOffset="667988">6893 9261 8972,'-5'-6'-293,"3"-1"1,1 5 0,2-2 0</inkml:trace>
  <inkml:trace contextRef="#ctx0" brushRef="#br0" timeOffset="668399">6981 8913 8882,'1'-7'989,"0"-1"-899,1 11 0,0-1 90,4 12-90,0 5 0,0 2-90,1 6-992,-2-3 1082,2 3-90,-1 2 90,0 0-90,0 0 0,1 0 90,-1-1-90,1-1 0,0 0 0,-1-2-90,0-4 169,0-3-259,-2-2-539,2 2-450,-1-6 269,0 1 900,-2-7 0,3-1 0,0 0 0</inkml:trace>
  <inkml:trace contextRef="#ctx0" brushRef="#br0" timeOffset="669024">7188 8783 9691,'2'-6'1170,"-1"13"-1080,0-1 0,-1 12 0,0-6 0,-1 3-847,-1 12 757,1-5 90,-1 10-90,1-10 90,0 5-90,0-1 90,1 0-90,0-2 0,1 5 0,-1-8 0,1 5-10,0-11 10,0-3 0,1-1-90,-1-1 90,1-2-90,0-2 633,0-2-812,0-1 402,4-4-223,-1-2 0,2-3 0,-1 0 90,-1-1-90,0-1 0,0 0 90,0-2-90,2-2 90,-2 3-90,3-3 0,-4 5-90,2 0 90,-1 0-180,4-2 91,0 1 89,1 0-90,-2 1 90,1 3 0,-1-2 0,1 1 0,-1 0 90,-1 0-90,0-1 0,0 1 0,0-1 90,1-3-90,-1-3 90,0 1 0,-2 0 0,-4 3 90,0-3 0,0 3 180,-1-2-180,0 2 719,0 3-719,-1 14 90,1-1-90,-1 14 0,2-6 0,0 3-90,0 2-509,1 4 599,1 0-90,2 3 90,1 6-180,0-9-639,0 3 369,0-10-270,0-1-539,-1-2 449,0-2 861,-1-1 0,3 1 1,0 1-1</inkml:trace>
  <inkml:trace contextRef="#ctx0" brushRef="#br0" timeOffset="671546">7474 9960 9062,'-3'-6'629,"-2"0"-449,0 5-90,-1 0-90,1 2 90,-1 1-90,1 1 90,0 1-90,-1 0 90,1 3-90,-1-1 0,-1 9 90,2-3-90,-1 15 0,5-8-535,0 7 535,3-2 0,1 1 90,2-1-90,1-1 0,1-1 0,2-3-90,1 1 90,0-4-89,1-3-1,0-3 90,0-1-90,1-3 0,4-2 0,-4-3 0,12-5 90,-10-1-388,8-7 388,-7 2 0,-1-4 0,-2 1 0,-2-1 90,-1 0 0,-2-2 515,-1 1-335,-2-14-180,-3 9 0,-6-19 0,-3 17-1604,-4-5 1604,-1 8-90,0 4 90,-1 2-90,1 4 266,1 2-176,0 3-90,1 1-90,-3 3 1655,4 2-1835,-2 2-629,5 3-1080,2 1 1979,1 2 0,4 3 0,2 0 0</inkml:trace>
  <inkml:trace contextRef="#ctx0" brushRef="#br0" timeOffset="671821">7794 10010 9332,'-6'-6'539,"1"1"-449,2 2-90,0 0 0,2 1 0,0 0 0</inkml:trace>
  <inkml:trace contextRef="#ctx0" brushRef="#br0" timeOffset="672291">7877 9816 8972,'-1'-10'899,"0"1"-809,2 3 180,0 2-180,2-3 0,0 4-90,2-3 90,0 2 0,1-1 0,0 1-90,1-1 90,2 1 0,3-1-90,-3 2 0,7 1 90,-5 4-90,1 3 0,-3 2 0,-5 2-90,-1 2 90,-1 0 0,-1 3 0,-1 2 0,-1 2-541,-1 3 451,-2 2 90,1 0 0,-2 0 0,1-3 0,1-1 0,0-3 0,0 0 0,1-2 0,0-1 0,1-1 0,1-3 0,2 3 0,0-4 0,2 2 541,1-5-541,2-1 0,0-1 0,3-1 0,-2-1 0,7-3 0,-2-1 0,10-5 0,-7 2-90,4-4 0,-5 1-180,-3 1-90,1 0-1259,1-4 810,-2 3 809,1-2 0,-2 0 0,-1 0 0</inkml:trace>
  <inkml:trace contextRef="#ctx0" brushRef="#br0" timeOffset="672746">8262 9679 9332,'-1'-8'629,"-1"1"-449,0 1 180,0 2-90,0-4-90,-1 5 0,-1-1-90,-1 7 0,2 0-90,-1 4 89,3-1-89,0 1 90,0 0 0,1 6-90,1 0 90,1 1-90,1-1 0,1-4 0,1-1 0,0 1 0,1-1-90,2 0 0,4 2 90,-1-2-90,2 1 1,-2-3 89,0 0-90,0 0 0,-1-1 0,0 1 90,-1 0-90,1 3 0,-4-2 90,1 2-90,-4-1 90,-2-1 90,-1 1-90,-3 5 90,-7 4 0,0 0-90,-5 0 90,1-3-90,0-3-268,0 3 358,0-4-90,3-1 0,-1-1-90,2-2-180,0-1 0,3-1-2788,-2-2 3058,2-1 0,1-2 0,3-2 0</inkml:trace>
  <inkml:trace contextRef="#ctx0" brushRef="#br0" timeOffset="672979">8197 9678 9691,'-5'-6'540,"1"1"-180,0 0 90,1 2-91,-1 0 1,2-1-270,2-1 0,1 0 90,4 0-90,1-1 0,2 0 0,2-3-90,1 1 90,5-4-610,0 0 340,3-3 0,1 2-180,-2-2-359,0 2-90,-3 1-2070,4 0 2879,-5 4 0,7-3 0,-5 4 0</inkml:trace>
  <inkml:trace contextRef="#ctx0" brushRef="#br0" timeOffset="673274">8666 9612 11850,'-2'-7'900,"1"2"-810,12 3 0,-3 3 0,5 1 0,-2 1-90,2 1 89,2 1-89,1 0-440,3 3 530,1 0-180,0 2 0,-1-1-90,0 0 0,-2 0-90,1-1-179,-4-1-91,-2-1-1259,-2-1 1799,1 1 0,-1-1 0,2 1 0</inkml:trace>
  <inkml:trace contextRef="#ctx0" brushRef="#br0" timeOffset="673488">8849 9555 10681,'-5'-7'-90,"0"1"90,1 0 90,1 2 0,0 1 0,-1 1 0,-3 6 0,1 0 0,-2 6-90,1 1-3277,0 3 3252,-1 4-394,-1 3 419,-1 2 90,1 2-90,0 0-90,-1 1-180,1-1 0,1-2-306,0-1-2033,0 2 2609,3-6 0,-1 7 0,3-6 0</inkml:trace>
  <inkml:trace contextRef="#ctx0" brushRef="#br0" timeOffset="674048">9083 9255 9602,'3'-6'809,"2"5"-809,-1 3 90,1 5-90,-3 1 0,2 2 90,-1 2 0,2 3 0,0 2-254,1 4 254,1 2 0,-1 3-90,1 0 90,-1 1-696,1-4 606,-2 0 0,0-3-135,0-2 135,0-1 230,0-1-230,-2-1-180,1-1-90,0-1-90,-1-2 517,-1-1-1416,0-2 338,1-1 921,-2-2 0,2-1 0,-1 0 0</inkml:trace>
  <inkml:trace contextRef="#ctx0" brushRef="#br0" timeOffset="674712">9302 9211 10231,'2'3'1709,"-1"-2"-1619,1 13 0,-2-3 0,0 2 0,-2 13 0,1-5 0,-1 17-90,0-14-485,1 7 485,-1-10 90,1-1-90,0-1 90,1-3-90,-1-1 0,1-2 0,0-1 0,0-1 0,0 1 575,1-3-665,0 2 0,0-6 0,5-7 90,-2 0 0,1-6 0,-2 3 0,0-2 0,1 1-90,1-1 90,1-1 0,-1 1 0,2-1-90,0 1 0,0 1 90,1-1-90,0 1 0,1 0 0,-1 1 0,6-2-90,0 0 90,1 1 0,-3 1 0,-4 1 1,0 1-1,-1 0 90,-1 0-90,0 0 90,-1-1-90,-1 0 90,-1 0-90,0-1 90,-1 0 0,-1 0 90,0 0 0,-1-2 0,-1 0-90,1 0 179,-2 1-179,1 20 0,1-5 0,0 17 0,2-10 0,0 2 0,1 2 0,-1-1 90,2 10-90,0-8-520,1 7 520,-1-10 0,0-2 0,0-2-89,0-1-1,0-2-450,2 0-719,-1-4-720,1 0 2109,-1-7 0,0-6 0,1-2 0</inkml:trace>
  <inkml:trace contextRef="#ctx0" brushRef="#br0" timeOffset="674929">9608 9247 10231,'5'-3'270,"1"0"0,-4 2 0,-1 0 0</inkml:trace>
  <inkml:trace contextRef="#ctx0" brushRef="#br0" timeOffset="675446">9854 9021 9961,'-2'-10'450,"0"0"-270,1 2 0,-1 1 0,0 2 90,1-1 269,-3-1 361,1 0-900,1 11 90,1-1-90,2 13 90,-1-3 0,1 11-90,-1-2-893,-1 12 893,1-5 0,-2 3 90,0-2-90,1-3 0,1 7 0,1-9 0,0 7-90,0-7-89,1-3 179,-1-1-90,0-6 90,0-6-90,0-2 0,-1-2-1799,2 0 1889,-6-3 0,4 3 0,-3-2 0</inkml:trace>
  <inkml:trace contextRef="#ctx0" brushRef="#br0" timeOffset="676155">9979 8936 9422,'2'-7'449,"1"1"-269,-1 0 0,-1 1 180,1 2 0,-1-2 0,1 2-1,0-2-269,0 8 0,-1 0 0,0 5 0,-2-1 0,1 1 0,-3 11 0,0 5 0,-1 3-90,-2 5 90,1-6-423,0 2 333,-2 0-636,3-2 636,-2-4 0,1-2 0,2-3-90,-2-2 0,2 3 0,1-5 0,0 1 90,1-5 222,0-3-312,1-1 387,0 0-387,5-6 90,0-1-90,2-4 90,-3 1-89,-1 1 89,0 0 0,0 1-90,0-1 90,1 1 0,0 0 0,0 0-90,1 0 0,0 0 0,1 0 0,-1 1-90,3-2 0,0 1 90,1-1 0,-1 1 0,-1 1 0,0-2 0,0 1 0,0-1-90,4-2 90,-3 1 1,4-6 89,-5 5-90,1-4 90,-4 3 90,0-1-90,-1 0 0,-1 0 89,1 1 1,-1 0 0,0 0 0,-1 1 0,1 1-90,0 0 270,-1 1-180,2 10 0,-1 8-90,0 7-509,-3 5 509,1-3 0,0-2 0,0 1 90,0 12-606,1-10 1,0-1 515,1 8-180,2-1-90,-1-4-269,1-3-631,0-3 181,0-5 989,1-1 0,0 2 0,1 0 0</inkml:trace>
  <inkml:trace contextRef="#ctx0" brushRef="#br0" timeOffset="677438">7615 8776 9422,'-1'-5'1978,"0"3"-1888,11-5-90,-3 4-179,5-3-1,-2 3-90,2-3 0,-3 2-180,0 1-89,0-1-631,-1 0 271,-1 1 899,0 1 0,-1 0 0,0 0 0</inkml:trace>
  <inkml:trace contextRef="#ctx0" brushRef="#br0" timeOffset="677655">7661 8886 8342,'5'6'-360,"-1"-1"360,1-5-90,1-2-89,0 1-1,2-3-360,1 0 90,1-1 450,0 0 0,14-9 0,2-3 0</inkml:trace>
  <inkml:trace contextRef="#ctx0" brushRef="#br0" timeOffset="678389">8057 8299 7713,'-1'-9'2338,"0"1"-2248,2 21-90,0-5 90,3 17 0,3 4-90,-1-4-158,3 11 158,0 3 0,-2-11 0,2 9 0,-3-15-90,1-2-90,-2-2-450,1 3 0,-1-5-719,2 5 1349,-3-10 0,4 5 0,-2-4 0</inkml:trace>
  <inkml:trace contextRef="#ctx0" brushRef="#br0" timeOffset="678889">8303 8249 9062,'-6'-1'629,"2"1"-539,-2 7 0,4 0 0,0 2 0,0 1-90,1 2 180,1 8-90,0 5-90,2 1 0,0 0 90,2-6 0,2 7-90,2-1 0,1 0 90,-1-6-90,-1-8 0,0-1 0,0-2 0,0-2 0,0-2 0,1-2 0,0-1 0,0-1 0,0-2 0,0-1 0,1-2 0,0-2 0,0-2 0,0-1 0,-1-2 0,0-1 90,1-8 0,-2 3 0,-1-5 90,-5-3-180,-1 5 90,-4-12-1033,-2 8 943,-3-3 89,-1 2 1,-2 1-90,-1 2-401,-1 2 401,-1 4 0,2 3 90,1 4-90,1 2 0,2 3 0,0 2-90,1 3 888,1 2-977,-1 2 365,3 2-2075,-1 7 1889,2 5 0,1 8 0,2 2 0</inkml:trace>
  <inkml:trace contextRef="#ctx0" brushRef="#br0" timeOffset="679146">8664 8366 10411,'0'-9'1259,"0"0"-719,0 4-540,-1-2 0,1 3 0,-4 3 0,-1 3 0</inkml:trace>
  <inkml:trace contextRef="#ctx0" brushRef="#br0" timeOffset="679846">8816 8044 10141,'2'-8'0,"-2"0"90,1 2 180,-1 0 90,-1-1 90,1 2-271,-2-1 91,1 1-180,-3 13 0,1 0-90,-1 11 90,2-3-90,1 3 90,2 16-90,1-6-1210,3 12 1210,0-11 90,2-2-235,0 0 235,7 8-90,-3-10-812,4 5 812,-4-13 0,-1-4-90,-1 0 90,0-4-90,0 0 1082,1-3-1082,-1 0 150,0-2-150,0-2 935,-2-1-935,0-2 90,0-1-90,0-1 0,1-2 90,-1 0-89,-1-2 89,-1-1 0,0 0 0,-2-2 0,0 1 0,-1-1 89,-3-1-89,1 1 90,-4-2-90,0 1 90,-2-1-90,-1 2 90,-5-2 0,-4 2-90,0 3 0,1 2 0,5 4 0,0 1-90,0 0 0,1 2-179,1 1-1,0 0-270,1 1-899,2 0-90,0 0 1529,1 0 0,0 2 0,0 0 0</inkml:trace>
  <inkml:trace contextRef="#ctx0" brushRef="#br0" timeOffset="680162">9075 7928 10141,'-1'-10'270,"1"2"-90,0 1 180,0 1-90,0 0 449,0 1-629,2 8-90,0 0 90,2 10-90,-1-1 90,2 6-90,0 3 90,6 19 0,-3-9-750,-3-10 0,1-1 660,2 10 0,1 1 0,0 0 0,-1-2-899,0-1 719,0-3-550,0-3 460,-2-2-415,0-3-35,-1-4 391,-1-1-1020,1-2 1564,0-1 0,0 2 0,1 1 0</inkml:trace>
  <inkml:trace contextRef="#ctx0" brushRef="#br0" timeOffset="680837">10569 8991 10231,'0'-4'900,"1"0"-720,16-5-1,3 0-179,1 0-530,1 0 350,-6 2 0,0 1-50,-3 0-309,0 0-811,-2 1 1,-2 1 1349,-1 0 0,1 0 0,0 0 0</inkml:trace>
  <inkml:trace contextRef="#ctx0" brushRef="#br0" timeOffset="681054">10644 9092 9602,'2'5'539,"3"-2"-449,1-3-90,2-2 90,0 1-90,0-2-3277,1 0 2982,0-1 25,2 1-1349,5-4 900,-3 2 719,4-2 0,-2 1 0,1 0 0</inkml:trace>
  <inkml:trace contextRef="#ctx0" brushRef="#br0" timeOffset="683722">11224 8755 9691,'-3'-6'900,"0"0"-810,6 1 86,0 0 69,1 2-189,7-5 72,-2 1-101,6-2 118,-5 3-89,1 1-5,0-1 47,0 1-99,1 0-11,-2 2 0,0 0-2,-1 1 0,-1 1-2,1 0-88,-2 2 84,0 0-2,0 1-99,-3 2 84,0 1-95,-2 0 103,-1 2 13,-1 1-83,-2 2 102,0 1 6,-2 0 13,-1 3 10,-1-1 10,-1 2-99,-3 5 79,3-5-5,-2 4-7,5-7-94,-1 3 82,2-5-2,2 4-8,1-7-6,2 1-10,1-2-9,6 3-6,-2-2 6,11 3 10,-7-3-89,5 2 99,-5-2-88,2 1 99,-2-1-82,-1 1 5,-1 0 83,-1 0-101,-3 1 96,1 0-3,-3 1-77,-1-1 93,-3 2-80,0 0 98,-3 0 7,-2 2 11,-2 0 0,-10 10 2,-4-1-94,0 2 86,2-7-6,8-6-5,2-3-186,1 0-96,1-2-273,2-2-458,1 0 985,1-2 0,2-1 1,1 0-1</inkml:trace>
  <inkml:trace contextRef="#ctx0" brushRef="#br1" timeOffset="683954">11591 8969 9691,'2'-10'984,"-1"2"-626,-1 3-716,1 0 361,1 1 0,-1 1 0,0 2 0</inkml:trace>
  <inkml:trace contextRef="#ctx0" brushRef="#br0" timeOffset="684447">11889 8543 9781,'-2'-8'360,"-1"0"-180,2 4 0,-2-2 0,2 1-90,-3 2 0,-1 3-90,0 3 90,-1 3-90,3 0 0,-1 1 0,0 1 90,1 0-90,1 2 0,-1 0 0,2 0 0,0 1 90,1-1-90,0 1 0,2 1 0,1-1 0,1 0 0,2 0 0,1-2-90,1 1 0,2 0 0,1-1 0,0 1 0,1-2 0,1 1 0,-1-1 0,1 1 0,0-2 0,-1 1 90,-1-2-90,0 1 0,-2 0 0,-1 0 90,-2 0-90,-1 0 90,-1 3 0,-2-2 0,-3 3 0,-4 3 0,-2-3 0,-14 16 0,-5-5-1186,-2 2 1276,-2-3-90,11-11-268,3 0 89,2-2-181,2-2-360,2 0-179,2-2 719,0 0 180,3-2 0,0-1 0,1 1 0</inkml:trace>
  <inkml:trace contextRef="#ctx0" brushRef="#br0" timeOffset="684679">11788 8581 9062,'-4'-10'540,"2"2"-451,4 0 1,2 0 0,2 0 180,8-7-270,0 3 90,7-7 0,7-4-180,-5 6-90,8-6-269,-9 8-987,0 1 536,-3 1 782,-1 2 0,1-2 0,0 0 0</inkml:trace>
  <inkml:trace contextRef="#ctx0" brushRef="#br0" timeOffset="685154">12164 8351 10951,'9'-8'180,"1"2"-90,2 0-90,1 2 90,2-1-1,8-1-89,-6 1 0,4 1 90,-2 1-90,-5 2 0,7 1 0,-11 2 0,3 0-90,-7 2 90,0 0 0,-4 1 0,0 1 0,-2 1 0,-3 2 0,-5 7 0,-5 6 0,-1 1 0,-2 5 0,8-8 0,1-3 0,5-2 0,2-6 0,2-1 0,3 0 0,1 0 0,3-1 0,3 1 0,8 1 0,-3-1 0,12 3 0,-13-4-89,3 2 89,-7 1 0,-5-1 0,-3 9 0,-7-4-460,-7 7 460,-3-1-1044,-6 4 1044,-4 1 90,-2 0-90,2-1 0,0-3-360,-2 4-90,7-9-1079,0 3 0,10-10 1529,3-2 0,2-2 0,2-1 0</inkml:trace>
  <inkml:trace contextRef="#ctx0" brushRef="#br0" timeOffset="685354">12914 8460 11400,'3'-7'990,"-1"0"-630,-1 1 89,0 2-89,0-1-450,1 0 90,-1 0 0,0 2 0,0 2 0</inkml:trace>
  <inkml:trace contextRef="#ctx0" brushRef="#br3" timeOffset="692004">5059 10663 9062,'-7'-3'-360,"1"0"810,2 2 269,-1-1-269,-1 2 180,1 0-630,11-2 0,-3 1 0,12-4 90,-4-1-90,3-3 0,4-3 90,4-3-90,4-2-1758,3-4 1758,4-1 45,-16 10 0,0 0-45,1-1 0,0 0 0,1-1 0,0 1 0,0-2 0,1 0 0,-1 0 0,2 0-872,1-2 1,1 0 871,-2 2 0,0-1 45,1 0 0,1-1-1161,7-4 0,-1 0 1116,-7 4 0,2 1 0,1-2 0,2-2 0,-1 3-389,-2 1 0,-1 0 434,7-4 0,1-1-404,1 1 0,-1 1 359,-7 3 0,0 1 0,2-2 0,3-1 0,-4 2-6,-1 2 0,-1-1 6,6-3 0,-1 0 0,-9 6 0,0 0 445,-1 0 1,1 0-446,-1 1 0,-1 0 0,18-11 90,-2 1-90,-4 4 0,2-2 0,-5 3 0,2 0 361,-3 1-361,-1 0 1726,1 1-1726,-2 0 0,0 1 0,-1 0 0,0 0 0,-2 1 0,-1 0 0,9-5 0,-9 5 0,9-6 0,-9 7 0,1-1 0,1-1 0,0 1 0,0 0 90,-1 0-90,1 0 0,-1-1 0,0 1 0,0 0 1574,0 0-1574,10-5 0,-7 3 0,8-4 0,-1 1 711,-6 4-711,6-3 0,-9 4 0,0 1 0,0-1 0,0 1 0,1-1 0,1 0 0,0 1 0,1-2 0,1 1 45,-7 3 0,2-1-45,2 0 0,0-1-156,-1 1 1,0-1 155,1 1 0,-2 1 0,8-4 0,-1 0 309,0 1-309,-8 3 0,1 0 0,1 0 0,-1 0 0,1 0 0,0 0 0,3-1 0,0 0-809,3-1 809,10-5 0,-12 6 0,0-1 0,0 0 0,-1-1 0,2 1 0,2-1 90,-1-1-90,5 1 0,-3-1 0,4-2 0,-4 3 0,1-3 0,1 2 0,-2 1 0,2-1 0,-12 5 0,0 0 0,11-5 0,-5 3 0,0-1 0,6-2 0,-11 5 0,-1-1 90,10-2-90,2-2 90,-2 0 0,5-1-90,-2 1 90,3-1-90,0 0-624,0 0 624,0 0 90,0 0-90,-2 1 90,2-2-90,-1 1 90,3-1-90,0 0 89,-1 0-89,-2 3 0,-3 0 90,1 0 698,-3-1-743,-7 4 0,0 0-45,10-4-426,-11 5 1,-1 0 515,9-4 0,-2 1 19,0 0-19,-1 0-90,-2 1 90,-1 0-90,-2 1 90,-4 2 1002,-4 2-1002,-2 0 228,-3 3-318,1-2 929,-3 2-929,1-1 0,-5 2 0,0 1 0</inkml:trace>
  <inkml:trace contextRef="#ctx0" brushRef="#br3" timeOffset="693037">7674 10513 10591,'-10'3'-360,"0"-2"360,4 1 90,1-1 0,0 0 270,-1 1 0,0-1-91,-1 0 1,1 1 450,1-2-630,8-3 0,0 1 180,16-8-180,0 1-1052,12-4 1052,1 0-1602,6-2 1557,-17 7 0,1 0 0,5-2 0,1-1 0,3-1 0,1 0-1257,6-3 1,1 0 1241,-12 4 0,1 0 0,0 0-591,2 0 1,1 0 0,0-1 590,1 0 0,1 0 0,0-1-164,0 1 1,1 0 0,1 0 155,-5 2 1,0 0-1,0 0 1,0 0-213,6-3 1,0 1-1,1 0 212,-7 3 1,0-1-1,1 1 1,0-1-1,7-2 1,2-1-1,0 0 1,-2 1-23,-7 3 0,-2 0 0,1 0 0,0-1 0,8-2 0,2-1 0,0 0 0,-4 1 226,0 0 0,-3 2 0,1-2-226,0 1 0,1-1 0,0 0 0,0-1 22,0 1 1,0 0-1,-1 1 1,0-1-140,0 0 0,0 0 1,-1 1-1,0-1 117,6-1 0,-2-1 0,-3 2 0,-2 1 0,-2 0 211,6-2 0,-1 0-211,-13 5 0,-1 1 0,5-4 0,-1 2 0,-3 1 420,2-2-330,-10 4 1543,1-1-1633,-8 3 1680,1-1-1680,-1 1 3230,0 0-3140,-2 1 400,-1 1-760,1-1 90,-1 1-180,2 0-809,-2 1-1710,1-1 2879,-1 0 0,0 0 0,-3 1 0</inkml:trace>
  <inkml:trace contextRef="#ctx0" brushRef="#br4" timeOffset="705137">4832 8296 9427,'5'-5'2635,"0"0"-1666,-3 10-1531,-1-2 381,0 9 139,-1-4 152,0 4-94,-1 1 425,1 5-746,-1 1-4,1 3 584,-2 4-1292,0 0 1164,-1 11-123,1-9-1,0 4-10,0-11 4,1-3-12,0 0 27,0-2-127,-1-1-73,2-1-35,0-1-1,0-3-184,0 0 532,0-1-616,0-2 452,1 0 0,0 0 1,0-2-1</inkml:trace>
  <inkml:trace contextRef="#ctx0" brushRef="#br4" timeOffset="705679">5007 8315 11477,'-2'5'2639,"1"-3"-2267,-3 14-86,1-5-175,1 2-105,-1 10-612,1-4 562,0 7 263,2-6-357,-1 0-40,2 1-18,-1 0-3081,2-1 2868,0 0 219,1-1-101,0 0 89,8 13-126,1-6-19,2 3 91,-2-13-41,-4-8 5,1-1 398,0-2-340,5 0 3510,-4-3-2989,4-1-107,-4-2 141,0-1 77,6-4 316,-5 1-95,4-4 90,-5 0-39,-4 1-61,1-2-225,-3-2-183,0-1-113,-2-3-200,-2-1-155,-5-13-251,-2 5-74,-4-9-2685,-1 10 1863,-1 0 847,-3 3-429,1 1 498,0 4-137,1 2 234,2 3 64,0 3 176,0 1 193,1 4 94,-1 1 3150,1 2-2768,1 1 621,1 2-894,-2 3 307,4-1 314,-2 3-652,6-2 1,0 4 0,0 2-1</inkml:trace>
  <inkml:trace contextRef="#ctx0" brushRef="#br4" timeOffset="705945">5381 8460 12167,'2'-6'204,"0"1"0,-1 2 1,0 2-1</inkml:trace>
  <inkml:trace contextRef="#ctx0" brushRef="#br3" timeOffset="706346">5624 8171 7713,'0'-7'809,"-1"0"-539,0 2 90,1-1 179,-1-1-539,-2 10 90,1 0-90,-2 9 0,3 0 90,-1 1-90,1 4 0,-1 2 90,2 2-90,-1 17 90,1-7-1601,0-2 1,1 1 1510,0 6-45,-1-14 0,1 0-767,1 15 632,-1-12 0,1 5-510,-1-12 331,1-3-541,-1 0 630,0-2 924,0-2 1,1 5 0,0 1-1</inkml:trace>
  <inkml:trace contextRef="#ctx0" brushRef="#br3" timeOffset="707137">5636 8149 8072,'-4'-1'180,"1"0"-180,-1 7 90,2 1-90,0 0 90,0 2-90,0 1 90,1 2-90,-1 3 90,1 0-90,0 3 0,1 2 0,-1 1 90,2 1-90,0 2 0,1 1-1113,0 5 1113,0-5 0,0-2 0,1 0-583,2 6 583,-1-8 90,2 5-284,-2-10 194,0-1 0,1-2 0,3 3 1010,-2-5-1010,2 2-90,-1-7 735,-1 0-735,4-1 325,-2-2-325,2-1 90,-3-2 0,1-1-90,-1-1 90,2-1 0,-1-1 0,0-1 0,0-3 90,-2 1-90,1-2 0,-2-2 90,-1 0 0,-1-1 0,-2-1 0,-2-6 0,-1 3 90,-3-6-90,-2 6 90,-8-8-180,1 7-957,-6-4 1047,4 10 0,-6 2-90,-1 6 0,-1 1-416,1 5 326,8 0-90,1 2-90,0 1-989,0 3 1999,3-2-740,-1 2 0,5 0 0,-1 1 0</inkml:trace>
  <inkml:trace contextRef="#ctx0" brushRef="#br3" timeOffset="707746">5809 8195 8432,'-1'-10'450,"1"2"-360,0 2 270,5-3-270,-2 3 90,4-4-91,-2 5 1,1 0-90,1-2 90,1 1 0,1 0 0,0 0-90,0 1 90,1-1-90,1 2 90,-1 0-90,-1 0 90,0 2-90,0 0 0,2 1 90,0 1-90,0 1 0,-3 3 0,-4 0 90,0 1-90,-3 2 0,0 1 0,-2 2 0,-1 2 90,-2 0-90,0 1 0,-1 0 0,-1 6 14,0 0 0,2-1-1,1 1-13,4-10 26,1 2-5,1-4-12,3 1-6,1-1-14,7 2 159,-2-2-64,7 2-192,-4-3 212,1 1 8,0-1 7,2 3-9,-1-1-1,0 2-180,2 4 44,-4 1-158,-1 1 60,-7 0 56,-4-4 73,-6 7 16,-6 2 153,-4 3 324,-13 5 138,4-9-734,-7 3 877,6-6-87,0-4-200,1 0-640,1-3 171,3-2-1946,1 0 1514,5-4 379,0 1 1,6-2 0,0-1 0</inkml:trace>
  <inkml:trace contextRef="#ctx0" brushRef="#br3" timeOffset="709313">8029 10519 8612,'-5'-6'450,"2"1"-270,0 2-90,2-2-90,2-1 0,1 2 90,5-2-90,-2 4 0,6-4 90,-3 2-90,3 0 0,-2 1 0,0 0 0,1 1 0,-1 0 90,3 0-90,-1 2 0,0 0 0,-3 2 0,-4 1 0,0 4-90,-3 3 90,-2 2 0,-2 2 0,-2-3 0,0 3 0,-1-1 0,-1 1 0,0-1 0,0 1 0,1-2 0,0 0 0,1-1 0,1-2 0,1 0 0,1-1 0,1-1 0,1 3 0,1-3 0,2 1 0,1-3 0,2 0 0,0-1 0,1-1 0,0 0 0,0-1 0,-1 1 0,1 0 0,-3-1 0,-1 1 0,-1-1 0,-1 3 0,-2-1 90,-1 3-90,-2-1 0,-5 5 0,0-3 0,-4 4 0,2-3 0,-5 5 0,-1-1 0,1 0-90,4-3-90,4-5-90,2 0-90,1-1-539,1 0 899,1-2 0,1 0 0,1-2 0</inkml:trace>
  <inkml:trace contextRef="#ctx0" brushRef="#br3" timeOffset="709554">8319 10597 9242,'0'-9'2069,"0"1"-3419,-1 2 1350,3 3 0,-1 0 0,1 2 0</inkml:trace>
  <inkml:trace contextRef="#ctx0" brushRef="#br3" timeOffset="710004">8510 10437 10141,'2'-7'990,"-7"9"-990,3-1 0,-5 8 90,3 0-90,1-2 0,0 4 90,1-4-90,0 1 0,1-1 0,1 1 0,2-1-90,-1 1 90,2-1-90,0 1 90,2-1-90,0 0 90,2 0-90,-1-1 0,1 0-90,7 3 90,-5-3 0,5 3 90,-6-4-90,-2 0 0,0 0 90,0-1-90,-2 0 90,0 1-90,-1 0 90,-1 0 0,-2 0-90,-1 1 90,-3 1 0,-1 0 0,-2-1 0,-1 2-90,-3-1 90,1 1 0,-8 2-90,2-1 0,1 0-179,2-3-91,6-3-720,1-1 1080,2-1 0,2 0 0,1-1 0</inkml:trace>
  <inkml:trace contextRef="#ctx0" brushRef="#br3" timeOffset="710245">8516 10414 8702,'1'-9'180,"4"0"-180,2 3 90,1 0-90,7-4 0,-5 5-180,3-4 0,-2 4-360,1-1-179,0 0 179,0-1 540,1 1 0,6-4 0,1 0 0</inkml:trace>
  <inkml:trace contextRef="#ctx0" brushRef="#br3" timeOffset="710738">8769 10317 8432,'-10'0'990,"7"-4"-900,4 1 0,6-3-90,0 3 89,1-1-89,2 1 90,0 0-90,1 0 0,0 0 90,0 1-90,1 0 0,-2 1 0,4 0 90,0 2-90,-1 0-90,-3 1 90,-5 1 0,-1 0 0,-1 1 0,-2 2 0,0 0 0,-4 4 0,-2 3 0,-3 3 0,2-3 0,0-1-90,3-4 90,1 0 0,1-1 0,1 0 0,1 0 0,0-1 0,2 0-90,5 3 90,1-1 0,3 1 0,3 0-89,-3-1 89,4 2 0,-5-4 0,2 4 0,-3-3 0,1 2 0,-5-3 0,-2 1 0,-2-1 0,-2 1 0,-2 1 89,-2 1-89,-2-1 90,-8 7-90,3-5 0,-13 10 0,12-10-179,-4 2-1,8-5-180,1-3-630,1 1 451,1-1 539,1-1 0,2-2 0,1 0 0</inkml:trace>
  <inkml:trace contextRef="#ctx0" brushRef="#br3" timeOffset="710937">9204 10499 11131,'5'-7'67,"1"2"0,-5 3 1,0 0-1</inkml:trace>
  <inkml:trace contextRef="#ctx0" brushRef="#br3" timeOffset="714537">16494 3087 6903,'-7'-2'630,"-1"-1"-450,4 2-1,-2-1 91,2 1 180,-3 1-270,2-1 180,0-1 0,0 1-1,0 0 1,0-1 270,0 1-540,15 0-90,-2 0 90,17 1 0,-1-1-90,11-1-780,-2 0 1,4 0 809,-8 0 0,1 0 0,1-1-827,1 1 1,2-1 0,0 0 796,0 1 0,0-1 0,0 0 30,7 0 0,0 0 0,-1 1-30,-9-1 0,0 0 0,0 0 0,9 0 0,2 0 0,-2 0 0,-11 0 0,-2 0 0,0 0 45,15-1 0,-2 0-45,-3 0 0,0 0 0,-5 1 0,1-1 0,0 1 0,-2 0 0,0 0 0,0 1 0,-1-1 0,0 0 0,-1 0 45,9 0 0,-3 1-128,-8 0 1,-3 0 262,7-1-90,2 1 90,-18 0 0,-3 2 0,-2-2-90,-2 1 1248,-1-1-1158,0 0 2771,-2 0-2771,3-1 182,-4 1-362,2-1-269,-2 1-1620,0 1 1889,1 0 0,-2 1 0,0 1 0</inkml:trace>
  <inkml:trace contextRef="#ctx0" brushRef="#br4" timeOffset="726171">18390 7839 11361,'-7'4'470,"1"-2"-232,2 1 51,1-1-144,-2 0-89,1 1 16,-1-1 264,0 1 151,1 0-181,-1 1 132,-3 2-161,2 0-49,-3 2 21,3-1-106,-1 2-236,1 3-107,-1 1 21,0 3-156,1 1 3,0 1 9,1 1-22,0 0 72,1 10 68,2 0-80,1 2 26,2-4-406,2-10 449,1 1-103,0-3-88,2-1-26,0 0-51,1-3 68,2 1 10,-1-3 139,2 0-3,1-3 196,-1-2 199,7-1 16,0-2 188,1-1 88,-2-3 81,-5-1 355,0-1-359,-1 0-46,-2 0-29,0-2-105,-1 0-42,-1-4-22,-2-1-268,-2-1-110,-4 2-282,-2 2-72,-2 1-87,-3 0-1,0 1 217,-2 1 56,-1 1 153,-1 2 207,0 0 89,0 3 187,-1 0-27,0 2-5,0 0-223,1 2-86,-1 1-390,4 1 265,-1-1 211,3 1 1,-3 2-1,0 1 1</inkml:trace>
  <inkml:trace contextRef="#ctx0" brushRef="#br3" timeOffset="726755">18624 7910 7533,'4'-5'104,"-1"-1"-68,-1 3-13,1 0-10,-1 0-4,0 0 0,1 0-2,0 0 27,1 0-26,1 0 1,-1 1-4,1 0-2,2 0-4,-1 1-93,3 1 87,-3 0-8,0 2-1,1 1-9,-3 1-2,1 1-1,-2 0 3,-1 1 4,-2-1 8,1 2 6,-2 0 4,1 1 9,-2 0 7,0 1 1,0 0 2,-1 1-2,1-2-4,-1 4-2,1-3-5,-1 2 1,2-3-6,0-1 0,1 1-3,2 3-5,0-3 89,2 3-93,-1-3-2,2 0-1,-1 0 3,0-1 0,-1 1 3,1 0 4,0 4 95,-2-4-85,-1 4 94,-1-3 170,-3 4-180,-2-2 180,-8 10-181,3-8 2,-7 6-6,-6 2 0,5-5-450,-5 4 368,11-10-90,1-2 0,3 0-180,0-1-540,1-1 271,2 0 539,1-1 0,1-1 0,1-1 0</inkml:trace>
  <inkml:trace contextRef="#ctx0" brushRef="#br3" timeOffset="727003">18896 8082 8432,'-1'-9'630,"1"1"-270,1 3 89,-1 0-179,1-1-450,-1 2 180,1-1 0,0 2 0,-1 1 0</inkml:trace>
  <inkml:trace contextRef="#ctx0" brushRef="#br3" timeOffset="727721">19199 7852 8702,'2'-7'270,"0"-1"90,0 0 89,-1 1-269,1-1 90,-1 4 0,1-2 270,-1 2-540,-4 12 90,1-1 0,-7 20-90,3-10 0,-4 11-757,1 5 757,0-3-45,2-5 0,0 0-45,-1 3 0,-2 6 0,5-17-90,1-1 90,1-3-90,0-1 90,0-1-89,1-2 89,1-1 756,0 0-936,0-3 91,2 0-1,1-2 180,2-1-90,1-3 0,1-2 90,-1 0-90,3-4 0,-1 1 90,5-5-90,-5 5 90,1-3 0,-2 4-90,0 0 90,1 0 0,-1 1 0,0 1 0,-1 0-90,1 2 90,0-2 0,0 2 0,0 0-90,3 0 0,0 0 90,-1 0 0,0 1 0,-3-1-90,0 2 90,3-2 0,-2 1 90,2-1 0,-3-1-90,-1-1 180,-1 1-90,1-1 180,-2 1-90,1-2 90,-1 1-181,-1 11-89,-1-3 0,-2 13 0,1-6 90,-1 5-90,1 1-501,-1 3 501,0 1 0,0 4 0,0-2 0,0 3 0,0-5 0,1 0 0,0-4 0,0 1-289,0 2 199,1-7-90,-1 3-90,2-8-180,-1-2-449,2-1 899,0-2 0,2-2 0,0-1 0</inkml:trace>
  <inkml:trace contextRef="#ctx0" brushRef="#br3" timeOffset="728281">19496 7904 8522,'4'-6'630,"-1"1"-450,0 1 0,0 1-1,0-1-89,2 0-90,-1 1 180,4-2-180,-3 3 0,2-2 90,-1 2 0,0 1-90,0-1 0,-1 1 90,1 1-90,0 0 0,-1 0 0,1 0 0,0 1 0,-1 1 0,0 0 0,-1 1 0,0 1 0,0 1-90,-2 1 90,0 0 0,-1 2-90,-2 0 90,0 1-90,-2 2 90,-2 2 0,-2 4-90,-4 7 90,1-4 0,-2 3-90,5-10 90,1 0 0,1-1 0,1-1-90,1-1 90,0-2 0,2 0-89,3 1 89,2-1-90,1-1 90,1-1 0,0-4 0,4 1 0,-2 0 0,2 2-90,-3-1 90,0 0 0,-1 2 0,-1 0 0,-1 1 0,-2 0 0,-1 3 0,-2-1 0,-2 2-90,0 1 90,-3 1 0,-2 4 0,-2 1 0,-9 8-90,6-8-90,-5 4 0,6-11-270,1 0-359,0 0 809,-4 0 0,1 0 0,-4 0 0</inkml:trace>
  <inkml:trace contextRef="#ctx0" brushRef="#br3" timeOffset="728587">19855 8117 9332,'3'-5'719,"2"-1"-629,-2 3 90,2 0-90,-1 2-90,1-1 90,1 0 0,1 1 0,1-1-90,0 1 90,1 0-180,1 0-360,3 0 0,-2 0-809,2 1 270,-5-1 989,0 1 0,4-1 0,1 0 0</inkml:trace>
  <inkml:trace contextRef="#ctx0" brushRef="#br3" timeOffset="729079">20382 7856 9512,'2'-7'449,"-1"0"-179,-1 2-90,-2-1 0,0 2-90,-4 3 0,1 2-90,-3 3 90,-4 8 0,-6 11 0,-1 1-736,-2 7 646,7-5 90,-1 4-90,2-1 0,0 1 90,3-2-90,0 8 0,4-11 0,1 4-3268,4-12 3268,2-3-90,0 0 0,3-1 0,0-1 0,1-2 432,4 1-432,-1-5 3366,3 1-3340,-2-5 64,0 0-90,0-2 90,0-1-90,3-3 0,-2 0 90,2-1 0,-5-1-90,0 0 90,-2-1 0,0-3 0,-2 2 0,-2-2 0,-1 4 0,-3-1-90,0 0 90,-2 1 0,-1 0 0,-1 1 0,-5 2-180,-3 3 1,1 1-631,-4 5-179,8-2 719,-2 3 270,4-2 0,0 2 0,0 0 0</inkml:trace>
  <inkml:trace contextRef="#ctx0" brushRef="#br3" timeOffset="729528">20676 7931 8792,'-2'-7'360,"-1"0"-270,0 1 180,-3 0-91,2 2 1,-7 0-90,3 4 0,-3 2 90,-5 6-180,1 3 180,-10 13-180,9-3-645,-3 8 645,8-7 90,3 3-90,0 0 90,3 0-90,1-2 0,3-2-196,0-2 106,3 0 0,1-1 0,2-1-90,1-2-90,6 3 90,-2-6-89,4 1-91,3-7 180,-4-3 810,7-2-810,-5-4 90,3-3-498,1-3 498,2-3 90,-1-2 291,-1-4-201,5-11-90,-9 4-685,3-9 775,-10 8 90,-4 0-90,-2 2 90,-3 2 90,-9-11-180,0 9 85,-6-7 5,-8 10-90,5 10 0,-8-1-90,8 11-180,-1 3-180,-2 3-270,1 3-359,-2 3 629,1 3 360,2 1 0,-2 8 0,1 1 0</inkml:trace>
  <inkml:trace contextRef="#ctx0" brushRef="#br3" timeOffset="730090">18184 8830 8522,'-6'-4'450,"0"0"-180,3 1-90,0 0 0,4-2-1,2 0-89,6 0 90,8-1 0,5 0-1575,13-2 1440,-14 3 0,1 1-961,4 0 0,1-1 1006,6 0 0,1 0-45,4-1 0,0 1-15,-8 1 0,1 0 0,0 0 30,2 0 0,0 1 0,1-1-765,2 0 1,1 1-1,0-1 735,2 0 0,0 1 0,1 0-30,1-1 0,0 1 0,0 1-346,-9-1 0,1 1 0,-1 0 0,1 0 368,4 0 1,0 0-1,0-1 1,0 1-84,-3 1 0,0-1 0,0 0 0,2 0 79,3 0 0,3 0 0,2 0 0,-2 0 0,-2 1-84,-3-1 0,-3 1 1,1-1-1,3 1 66,-1 0 0,3-1 0,2 1 0,-1-1 0,-1 1 0,-4 0 22,-1 0 1,-3 0 0,-1 0-1,2 0-22,8 0 0,1 0 0,-1 0 0,-2 0 277,-4 0 1,-3 0 0,1 1-278,4-1 0,1 0 0,-3 0-79,4 0 1,-2 0 123,3 0 0,-4 0-45,1-1 1172,-10 1-1082,-7 0 2004,-6 0-2094,-2-1 679,-4 0-1308,-2 0 2746,-10-2-4186,-4 3 1393,-5-1 676,1 2 0,-4 0 0,0-1 0</inkml:trace>
  <inkml:trace contextRef="#ctx0" brushRef="#br3" timeOffset="730603">19251 9118 9871,'10'-7'180,"0"0"-90,-1 2 0,1 0 90,10-3-90,-3 3-962,10-4 962,-5 3 0,1 1 142,-1 0-142,3 3 0,-1 2-289,-1 1 199,-4 2 90,-8 1-90,-2 2 708,-1 2-708,-3 1 89,-2 2-89,-3 1 0,-2 4 0,-4 3 0,-10 18 0,0-6-624,5-9 1,-1-1 623,-6 7 0,0-1 0,1-3 0,1-2 0,2-3 0,2-2 91,4-3-91,1-3 0,1 3 0,3-5 0,1 2 0,4-6 1260,2 0-1260,2-1 208,2-1-208,3-1 90,1-1-90,3-1 0,16-2 0,-6-1-1948,12-2 1948,-11 1 0,1-1-646,-4 1 556,0-1 0,-3 1-540,6-1 181,-8 1-811,6-1 181,-11 2 1079,2 0 0,3-3 0,1 1 0</inkml:trace>
  <inkml:trace contextRef="#ctx0" brushRef="#br3" timeOffset="731071">19960 9108 9961,'0'-7'360,"-1"0"90,1 1 179,-2-2-449,-1 2 0,-1-1 0,0 4 90,-3 3-180,1 2 0,-3 2 0,1 2-90,-1 3 90,-1 3 0,-3 11 0,3-2-939,-2 8 938,6-8-89,1 0-89,2-2 89,1-1-90,1-1-41,3-1 41,0-1 0,3-1 1,1-2-1,2-1-90,2-3 935,2 0-755,1-4-90,2-1 0,2-3 0,3-3 90,3-3-89,2-3-569,0-1 568,0-4 90,-2-1 0,0-2 0,-3-3 0,-1-1 0,-3 0 0,-3-3 90,-3 3-90,-4-1-255,-2 4 255,-3 0 0,-3 0 90,-2-1-90,-12-7 0,1 7-737,-11-4 737,4 11 622,-8 4-802,8 3-89,-5 4-32,10 3-508,1 1-541,1 2 181,1 1 1169,2 1 0,-1 1 0,-1 2 0</inkml:trace>
  <inkml:trace contextRef="#ctx0" brushRef="#br3" timeOffset="736513">21260 8454 11041,'-5'-5'629,"0"0"-269,2 3-360,4-4 180,3 2-90,3-2 0,13 0-90,-8 2 0,9-1 90,-5 1-180,-3 1-90,2 0 0,-6 2-180,-1 0 1,0 0-181,-2 1-2698,-1 0 3238,-1 1 0,-2 0 0,-1 1 0</inkml:trace>
  <inkml:trace contextRef="#ctx0" brushRef="#br3" timeOffset="736714">21304 8583 9961,'-3'6'720,"0"1"-540,4-2-90,1 0 0,2-2 0,2-2 0,-1 0 0,8-1-90,4-1-810,9-1-629,-1-1-90,0 0 1529,-6-1 0,7-3 0,1-1 0</inkml:trace>
  <inkml:trace contextRef="#ctx0" brushRef="#br3" timeOffset="737337">21951 7979 9871,'-3'-7'360,"-1"-1"0,2 5 0,-1-2-90,1 0-1,0 0-89,1-1-90,2 1-90,1 1 90,2 0 0,0 1-90,1 0 90,2 1-90,1-1 90,1 0-90,1 2 90,3-1-90,1 1 90,4 2-90,-6 1 0,0 4 0,-6 3-90,-1 0 180,-5 2-180,-1-2 90,-3 4 90,-5 6-180,0 0-372,-4 4 552,3-6-180,1-1 90,2-3 90,0 0-90,1-2 0,0 3 0,3-2 0,0 1-90,3-3 90,3 3 0,1-3 372,2 4-372,1-5 0,0 0 0,0 0-90,1-1 90,-2-1 0,0 1 0,1 3 0,-3-2 0,1 2 0,-5-3 90,-4 5-90,-2 0 0,-4 2 0,0-2 0,-2-1 90,-1 1-180,-6 4-180,6-4 0,-3 1-179,8-6-271,1-2-719,3 0 1439,-1 0 0,3-3 0,0 0 0</inkml:trace>
  <inkml:trace contextRef="#ctx0" brushRef="#br3" timeOffset="737570">22271 8182 10231,'1'-9'1169,"0"0"-539,0 4-90,-1-1-450,0 1-2069,1-1 1979,-1 1 0,1 3 0,-1 0 0</inkml:trace>
  <inkml:trace contextRef="#ctx0" brushRef="#br3" timeOffset="738220">22594 7821 10681,'0'-9'450,"-1"0"-181,0 3 91,0 1 90,1-1-360,-4 7-90,1 0 90,-4 9-90,-2 7 90,0 1-90,-3 8 0,1-3 90,0 3-463,-1 2 328,5-9 0,-1 1-45,0 1 0,0 0 0,1-1 0,-1-1-90,-4 13 0,6-15 0,1-2-89,1-2 89,0-1-90,1-2 0,1 0 90,1-3-90,1-1-179,-1 0 89,3-2 373,1-2-193,3-1 90,-1-3-90,4-2 90,0-2 0,0-1 0,3-2 90,-4 3 0,1-1-90,1 1 90,-3 0 0,3 0 0,-4 2 0,0 0 0,0 1 0,1-1 0,-1 0 0,1 0-90,0 1 90,0 0-90,0 0 90,1 0 0,-1-1-90,0 1 90,-1-1 0,0-1 0,0 0 0,-2 0 90,2-2-90,-2 1 180,1-2 0,-3 3 450,1 0-630,-6 12 90,1-3 0,-4 12 0,2-5 0,1 2-90,-1 0 90,1 3-90,-1 1 0,1-1 90,0 2-90,1-2 90,0 1-90,0-1 0,2-2 0,-1-1-90,1-1-90,1-2-180,0-1-1079,3 1 1439,-1-3 0,1-1 0,0-2 0</inkml:trace>
  <inkml:trace contextRef="#ctx0" brushRef="#br3" timeOffset="738713">22794 7908 9062,'-1'-7'989,"1"1"-629,-1 0-180,1 0 0,1 1-90,1 1 0,0 0 90,1 1-90,1-1 0,0 1-1,1-1-89,2 0 90,1 1 0,1 0-90,0 0 90,2 0-90,1 1 90,0 0-90,0 1 0,2 0 0,-4 2 0,1-1-90,-5 3 90,-2-1 0,-1 2 0,-2 0 0,-1 1 0,-2 1 0,-1 3 0,-3-1 0,-2 3 0,0-1 0,-2 3 0,-2 2-90,3-2 90,-1 1 0,5-4 0,1-1 0,1-1 0,1 0-90,1 0 90,1-2-90,2 2 90,1-2-89,2 1 89,0 0-90,5 5 0,-3-4 90,4 3-90,-5-4 90,-1 0 0,0 0 0,-1 1 0,-2 5 0,-3-3 0,-1 5 90,-3-5-90,-3 2 0,-4 2 0,-7 7-90,-3 0-180,0-2-666,4-4-413,5-6 1349,-1 2 0,1-2 0,-3 2 0</inkml:trace>
  <inkml:trace contextRef="#ctx0" brushRef="#br3" timeOffset="739045">22091 8553 10951,'-12'-1'719,"1"1"-449,4-1 0,0 0 180,2 0-90,0 0-1,1-1-269,5-1 90,3-1-90,7-2 0,7 0 0,9-3-797,9-2 752,-15 6 0,1 0 0,1-1 0,1 0-45,1 1 0,1-1-962,1 1 1,0-1 961,1 1 0,0 0-45,1-1 0,-1 1-45,1 0 0,0-1 0,0 1 1,0 0-91,0 0 0,0 0-45,0-1 0,0 1 0,0 1 0,-1 0-90,-2 0 1,1 0-91,-2 0 0,-1 1-450,-3 1 1,0 0-1035,14-1 1711,-9 1 1,2 0 0,-2 1 0</inkml:trace>
  <inkml:trace contextRef="#ctx0" brushRef="#br3" timeOffset="739570">22289 8737 10681,'-8'1'90,"0"1"180,1-1-90,1 0 719,0 0-719,16-3-180,4 0 90,10-2-600,-1 1 510,-4 1 0,1 1-256,-1 0 256,1 0 0,-3 1 90,1 0-90,-4 0 0,-1 2 0,-1-1 0,-4 2 578,-1 2-668,-3 6 458,-5-1-458,-6 9 90,-4-1-2299,-7 7 2299,-3 0 0,-2 4-1219,0-1 1219,0 1 0,-1 2-90,4-5-560,0 0 650,5-5-90,2-2 90,3-3 0,2-2 1630,2 1-1630,3-4 1304,1 0-1394,4-4 1054,2-1-964,3 0-90,2-1 90,2-1 0,9 0 0,-4-2 0,6-1-90,-6 0 90,0-1 0,0 0 0,0-1 0,0 1 0,0-1 0,-1 1-180,0 0 90,0-1-179,-1 2-1,-1-2-90,0 1-180,-1 0-809,0 0 180,0 0 1169,1 0 0,4-1 0,1 0 0</inkml:trace>
  <inkml:trace contextRef="#ctx0" brushRef="#br3" timeOffset="739981">22797 8821 10321,'-4'-9'720,"1"1"-361,0 4-89,0 0 270,-3 0-270,1 1 0,-3 0 0,1 3-91,-1 1 1,-1 2 0,0 2-90,-1 1 90,0 2-90,-1 3 0,0 1 0,1 5 0,0 1 90,0 11-90,4-1-90,2-1 0,5-5 0,2-6-90,2-1 90,1-1-90,2-1 0,0-3 0,2-2 90,0-2-90,2-2 0,0-2 0,2-1 0,1-2 0,1-2 90,3-2-90,1-4 90,1-1-90,-1-4-878,5-11 878,-8 4 90,3-9 0,-12 8-433,-3 1 433,-2 1-90,-4 0 90,-2 2 0,-4-2 0,-1 2 0,-6-1-90,1 5 90,-3 2-238,0 5 238,0 1-180,0 4-90,0 0-90,1 3-269,1 2-1890,-5 3 810,5-1 1709,-1 1 0,5 2 0,1 0 0</inkml:trace>
  <inkml:trace contextRef="#ctx0" brushRef="#br3" timeOffset="745172">23256 8170 7982,'1'-7'450,"1"-1"-270,-1 4 0,1-1-90,1 2 90,0 0-180,2 3 0,-1 2 90,2 1-90,-1 1 90,1 1-90,1 2 0,0 2 90,3 2 0,1 5-90,2 0 0,1 4 0,0-2-452,0 2 452,1-2 0,-1 0 0,1 0-90,-2-2-449,3 2-451,-5-6 388,2 1 602,-6-5 0,2 1 0,0 1 0</inkml:trace>
  <inkml:trace contextRef="#ctx0" brushRef="#br3" timeOffset="745371">23521 8264 8882,'2'-10'450,"-1"0"-270,-1 1 359,1 1-179,-1 1 0,-2 1 0,-13 11-180,0 2-1064,-11 9 974,4 0 0,-3 2 0,-1 2-270,-1 2-180,-2 0-2214,1 2 1224,-2 0 1,1-1 1349,-3 0 0,9-8 0,-2 0 0,-2 1 0,1-1 0</inkml:trace>
  <inkml:trace contextRef="#ctx0" brushRef="#br3" timeOffset="747221">3236 3241 9602,'-4'-6'1169,"-1"0"-1169,9 2 90,5-1 0,8 0-90,8-2 90,4 0-90,9-1-1639,-16 3 1,2 0 1600,1 0 1,1 0 37,2 0 0,1 0 0,3-1 0,1 0 45,2-1 0,1 1-840,3-1 1,1 0 794,1 0 0,-1 1 0,-12 2 0,0-1 0,0 1 30,0 0 0,0 0 0,0 0-30,0 0 0,1 0 0,-1 0 0,1 0 0,-1 0 0,0 0 0,14-1 0,-2 0 0,-2 1 0,-1-1-231,-3 1 1,0 0 230,-3 1 0,-1 0 45,-1 0 0,0-1-411,-2 2 0,-1-1 366,-1 0 0,0 1 0,16-2 0,-7 1 1444,-8 1-1444,-6 1 90,-6 1-90,-2-1 2434,-4 0-2434,0 2 766,-2-1-1306,1 1 141,-3 1-1040,1-1 1439,-1 0 0,-1 0 0,-2-1 0</inkml:trace>
  <inkml:trace contextRef="#ctx0" brushRef="#br3" timeOffset="748962">23699 7866 8522,'3'-9'360,"0"1"-180,1 5-90,0-1 0,1 0 0,1 0 0,1 0 0,1-1-90,1 1 90,0-1-1,2 1-89,2-1 90,0 1-90,0 0 90,7 1-90,-5 1 0,3 0 90,-5 3-90,-1 0 0,-1 1 0,0 1 0,0 1 90,-2 3-90,1 5 0,-4 6 0,-2 1 90,-9 13-90,-3-8-984,-5 10 984,-2-4 0,-1-4 0,-3 2 0,-4 5 90,5-9-90,-3 4 0,9-11-139,2-3 229,2-1-90,0-2 0,1 1 0,1-1 0,2-1 979,4-1-979,5-5 54,2 0-54,3-1 0,-1-2 0,1 0 90,2-1-270,7-2-90,-2 1 1,4 0-91,-6-1-1349,8-1 1709,-6 1 0,11-3 0,-6 0 0</inkml:trace>
  <inkml:trace contextRef="#ctx0" brushRef="#br3" timeOffset="749453">24126 7934 8972,'-1'-8'180,"0"0"0,0 2 179,1 0-89,-1-1-90,1 1 270,1-1-360,-1 1 90,1 0 0,1 0-90,0 1 0,0 1 89,1 0-3456,1 0 3342,0 0-65,1 1 90,1 1 0,1 0 0,1 1-90,1 0 90,6 2 3186,-4 0-3070,4 1-206,-5 1 0,2 5 90,-3-1-90,0 4 0,-6-1 0,-2 0-90,-2 2 90,-7 14 0,-2-4 0,-7 10-1026,3-7 1026,-2-1 0,0 0 0,-1-3-705,2 0 705,1-2-117,3-4 27,1-1 90,3-3 0,1-1 90,2-1 844,0-1-934,2-1 773,0-1-863,4 1 231,2-2-141,3 1 0,5-2 0,-1-1 0,5-1 0,-3-2 0,2 0 0,1 0 0,-1 0-90,0-1-90,1 0-90,-2 0-629,5 0-630,-6 0 90,3-2 1439,-7 2 0,3-1 0,0 1 0</inkml:trace>
  <inkml:trace contextRef="#ctx0" brushRef="#br3" timeOffset="749670">24436 8060 10051,'-1'-9'540,"-1"3"-270,0 0-90,1 2-90,-1-1-90,1-1 0,1 3 0,0 1 0</inkml:trace>
  <inkml:trace contextRef="#ctx0" brushRef="#br3" timeOffset="750203">24599 7845 9512,'-1'-10'179,"2"1"-89,1 2 0,0 2 0,1-2-90,0 2 90,0 0-90,1 1 90,5-2-90,-3 1 90,5 0-90,-3 2 0,0 1 90,1 0-90,1 2 0,-2-1 0,2 2 0,0 0 0,-1 1 0,0 0-90,-1 2 90,-1-1 0,-2 1-90,-2 1 90,-1 1-90,-5 5 90,-1-1-90,-4 4 90,-1-3-351,-2 2 351,-2 2-90,-6 7 0,5-4 90,-2 2-90,8-9 0,1-1 0,2 0 0,-1 3 0,3-4 90,0 3-90,4-6 90,1 1 262,2 0-352,1-1 90,0 1 0,2-1-90,5 4 90,-3-2 0,3 2 0,-4-2-90,0 3 90,-2-1 0,0 2 0,-3-2 0,-3 0 0,-2 3-90,-7 6 90,-1-2-475,-6 5 475,0-5 0,0-1 0,-1-2 0,2-2 0,1-2 0,1 0 0,2-2 0,0 0-180,0 0-89,2-3-541,0 2 928,5-5 1,0 2 0,1-2 0</inkml:trace>
  <inkml:trace contextRef="#ctx0" brushRef="#br3" timeOffset="750621">24911 7941 8432,'2'-11'540,"0"0"-180,0 3-1,-1 1 1,-1 0 0,1 1 90,-2 0-180,1 1 89,-2-1-89,1 1 0,-1 0 180,0 1-270,-1 1-90,-1 1 90,-2 2-90,0 3 89,-2 3-89,0 3 0,-3 5 0,1 4 0,-2 5-878,2 2 788,2 1 0,0 2 0,1-2-90,2 9 0,2-9-90,2 5 90,3-11-269,5 7-1,4-2 180,2-1 90,0-7-270,8-4 270,-7-8 90,7 0-90,-10-6 878,-1-1-698,0-1-90,-1-2 90,-2-1 0,1-4 0,-4 1 0,-1-4 0,-7 0 0,-2 2-90,-3-1 90,-2 3-180,-2 2-90,-1 2-180,-1 1-359,0 2-900,-1 3-180,0 2 1705,-1 2 0,-5 5 0,-1 1 0</inkml:trace>
  <inkml:trace contextRef="#ctx0" brushRef="#br3" timeOffset="751629">22174 9700 9961,'4'-3'1170,"-2"2"-1080,12-5-90,-3 3-3277,1 0 2482,3 0 795,0 1 643,2 0-913,-2 0-180,1 1-359,-1 0-451,-2 1 361,-1 0 899,-3 0 0,1 2 0,-2 0 0</inkml:trace>
  <inkml:trace contextRef="#ctx0" brushRef="#br3" timeOffset="751836">22248 9850 10411,'-1'-4'2159,"2"2"-2069,19-3-270,-5 3-180,10-1-539,-5 2-720,5 0 1619,8-2 0,0 2 0,6-2 0</inkml:trace>
  <inkml:trace contextRef="#ctx0" brushRef="#br4" timeOffset="766412">7679 11803 18985,'-3'-6'-3277,"-1"1"0,2 0 6553,-2 0-3679,4-1 1407,0 0-258,5 0 1076,2 1-860,2-2 2032,1 0 2,4-1-306,-1 0 220,2 0-1571,0 1-1339,-1 1 0,6-3 0,-6 4 0,3-2 0,-7 4 0,-1 1 0,-1 1-521,-1 1-432,0 2-483,0 5-839,-2-1-1002,0 4 0,-4-3 0,-1 3 1345,-1 2 1032,-2 2 603,-1 2 537,-2 2 924,-1 2 432,0-1-57,-4 7-574,4-7-190,-2 2-249,5-8-297,1-1 3047,1-1-6553,1-1 2233,3 2 48,0-3-351,3 0-403,4-1 508,-1-3 401,9 4 338,-2-2 210,5 2 237,-5-1 314,-2-1 114,-5-1 127,-3 1-839,0 0-499,-3 1 66,0 0 295,-2 1 302,-2 2 503,-2 1 222,-1 2 568,-4 3 399,-1 1 497,-4 3-200,1-3-242,-1 1 1705,2-5-979,0 0-1898,3-3-395,1-1-223,1-3-979,3-1 48,0-2 1146,1-1 1,2-1 0,0-2 0</inkml:trace>
  <inkml:trace contextRef="#ctx0" brushRef="#br4" timeOffset="766678">8064 11848 12768,'0'-7'-1395,"1"1"967,0 1-612,0 1 1186,2 0 1,-2 2 0,0 1-1</inkml:trace>
  <inkml:trace contextRef="#ctx0" brushRef="#br4" timeOffset="767412">8395 11534 20265,'-2'-7'-3277,"0"1"0,-1 2 0,0 0 2339,0 1 650,-1 0 407,0 1 596,0 1-1302,-4 0 2202,0 4 657,-4 3 589,2 1-284,-2 2-81,4 0-630,1 0-635,0 1-453,1 0-567,0 1-865,2-1-250,0 1-362,2-1-35,1 0 63,2 4 3762,3 2-4227,2-1-77,2-1-137,1-5 430,2 1 425,1-1 246,9 3 389,-3-1 391,9 2 448,-7-3 183,-1-1-233,0 0 191,-2 1-170,-1-1-200,-1 0-375,-3-1 130,-1 1-315,-2-1-41,-1 0-217,0 1-44,-2 5-53,-2-4 595,-2 3-76,-2-3 470,-4 5 283,0-3 14,-3 4 297,0-4 272,-2 0 216,-2-1 95,0 0-255,-1 0-278,0-2 235,-4 4 37,3-5 28,-2 1-199,7-4 5,0-2-218,1-1-250,1-1-306,1-1-869,2-2-625,-1-5-1103,3 0 436,0-7 196,3-1 266,1-6 313,7-18-1561,1 1 2522,-4 13 1,0-1 393,0 6 0,-1 0 179,6-20 560,-2 5-296,-1 1-228,-3 5-726,-2 3 307,0 3-153,-3 4-283,-2 2-139,-1 2-351,-4-3-94,0 5-159,-4-1 145,1 6 585,-2 3 298,-5 2 854,3 1-137,-9 5 497,9 0 180,-3 3 1226,6-2-1775,3 1 1,-3 2 0,1 1 0</inkml:trace>
  <inkml:trace contextRef="#ctx0" brushRef="#br4" timeOffset="767994">8691 11397 10086,'-2'-7'-127,"1"1"84,0-2 32,1 4 166,-1-4-141,2 2 111,1-5-76,1 4-256,2-3 257,-1 5-90,0 0 130,5-1 0,-2 1-90,2 0 0,-2 3 0,0 0 0,-1 1 90,0 0-90,1 0 0,0 2 0,-1 0 0,0 2 0,2 2 0,0 4 0,-2 1 0,-1 2 0,-3 0 0,-2 7 0,0-2 0,-2 6 0,-1 2 0,0-7 0,0 6 0,0-10 0,2-1 0,0-1 0,2-2 0,-1 0 0,2-1-90,1 0 90,1-2 0,2 0-90,0-2 90,3 0-90,0-2 90,8 2-90,-3-3 90,4 1-180,0 0 180,-5 0-90,8 3 1,-12-2 89,3 3-90,-7-1 90,-1 2 0,-2 2-90,-3 1 90,-1 3 0,-2 1 0,-8 16-90,2-7-1068,-6 11 1354,4-12-325,0 0 337,0-1 81,2-4 7,1-1-829,0 1 1064,4-7-364,-1 1 1,4-5 0,0-2 0</inkml:trace>
  <inkml:trace contextRef="#ctx0" brushRef="#br4" timeOffset="768203">9303 11542 22619,'4'-8'-802,"0"0"678,-1 2 228,-1 2 432,0 0-271,0 0-137,-2-1-350,2 0 90,-1 1 1,0 1 0,-1 1 0</inkml:trace>
  <inkml:trace contextRef="#ctx0" brushRef="#br3" timeOffset="770745">8557 11032 7083,'-6'-3'1439,"-1"1"-525,4-1-896,4 0 181,2 0-92,5 0 44,3-1-109,2 0 50,6-2-2,14-7-756,-5 2 644,10-4-1055,-10 4 878,-1-1 14,2 1-177,7-4 90,-11 5-358,4-1 270,-13 5-449,-4 1 629,-1 1 311,-1 1 1,0-1 0,1 0 0</inkml:trace>
  <inkml:trace contextRef="#ctx0" brushRef="#br3" timeOffset="771037">8731 10828 8162,'-5'-5'90,"0"0"-90,2 3 0,0 5 0,1-1 0,0 7 0,2-1 0,1 1 0,0 3 0,0 2 0,2 2 0,0 2-258,1 4 168,2 1 0,0 3-90,1 0-540,0-1 271,0-2 449,-1-3 0,5 16 0,1 2 0</inkml:trace>
  <inkml:trace contextRef="#ctx0" brushRef="#br3" timeOffset="771694">8483 12437 8162,'-1'-10'720,"0"0"-630,1 5 0,1-1 0,1 1 0,0 2 0,1-1-90,1 1 90,3-1-90,0-1 90,3 0 0,1 0-90,1 1 0,2-1 89,8-1-178,-4 0-271,12-2-990,-8 1 1350,4 0 0,-4 1 0,-2 0 0</inkml:trace>
  <inkml:trace contextRef="#ctx0" brushRef="#br3" timeOffset="771937">8582 12232 8522,'-7'-4'-180,"2"5"180,3 2 0,1 4 0,3 5 0,-1-1 0,3 13 90,-1-6-513,1 8 423,-1-6 0,1 4-180,1 2-315,-1-5 1,0 1 44,2 9 188,3 8 0,-3-10 0,1-2 0</inkml:trace>
  <inkml:trace contextRef="#ctx0" brushRef="#br3" timeOffset="2.01136E6">2291 2223 7533,'3'-7'1799,"-4"0"-1529,-1 2-91,-2 2-89,-1 0 0,0 1 0,1 1 90,-2 0 0,-4-2-90,1 2 90,-5 0-90,2 0 0,-4 0 0,-1-1 0,-3 0 0,-5 0-2243,-2 0 2243,-5 1-90,0 1-761,-3 1 851,-3 3-90,-3 0 45,19-1 0,-1 1-45,0-1 0,0 1 0,0 0 0,0 0 0,-1 1 0,1 0-529,1 1 1,-1 0 528,0 0 0,1 1 0,0 0 0,1 0 45,0 1 0,0 0-1039,1 0 1,1 0 993,-1 1 0,2 0 0,-17 9 592,1 2-592,3 0 0,1 1 0,3 2 0,2 1 0,3 1 0,4 0 0,3 0 0,2 2 0,3 1 398,3 2-398,4-8 0,1 2 0,2 13-509,1-10 0,1 0 509,5 13 0,-2-18 0,1 0 477,0 0 0,1 0-522,2 0 0,0-1 45,0 0 0,2-1-45,1 1 0,0-2 0,1 0 0,0-1 45,3-1 0,0 0-45,1 0 0,0-2 45,3 1 0,0-2-45,2 0 0,0-1 45,1-1 0,1 0-45,1-1 0,0-1 45,2-1 0,0-1-362,1-1 1,0-1 361,2-1 0,0-1 0,-1-1 0,1-1-268,0-2 0,1 0 268,-1-2 0,2-2 0,0-1-30,3-3 0,0-1 0,1 0 30,-1 0 0,0 0 0,1-3 0,-3 0 0,0-2 0,0 0 0,-3 0 104,6-4 1,-2-1-135,-4 2 0,0 0 0,-3 0 30,-2-1 0,-1 0-21,-2 0 0,-1 0 21,-3 1 0,0-1-45,4-10 0,-1-2 45,-6 7 0,-1-1 19,4-8 0,-3-1-19,-6 8 0,-2 1 0,-2-2 0,0 1 0,-2-1 0,-2-1 0,-1 2 0,-1-1 45,-2-1 0,-2 1-45,-1-1 0,-1 1 45,-3-2 0,-1 1-45,-2-1 0,-2 1 44,-1-1 1,-2 1 0,-2 2 0,-1 1 11,0 1 1,-2 1-27,1 4 0,-2 1 0,0 1 15,-4-1 0,0 1-16,-9-4 0,-1 3-29,7 8 0,-1 2 45,2 1 0,-2 1-45,-5 2 0,-4 2-255,5 3 0,-3 3 0,1 1 255,6 0 0,2 0 0,-2 1-151,2 1 0,-1 1 0,0 0 0,2 1 121,0 1 0,2 1 1,1 1-1,-1 0 0,1 1 0,1 0-60,0-1 0,1 1 0,0 1-270,-9 7 1,2 1 134,2-1 0,1 0-495,5-1 1,2 0 234,3-1 1,1 1 484,4-3 0,2 0 0,1 1 0,1 0 0,-6 19 0</inkml:trace>
  <inkml:trace contextRef="#ctx0" brushRef="#br3" timeOffset="2.01266E6">15646 1983 9512,'-10'-10'-360,"1"2"270,3 3 90,-1 0-90,-8-2 90,4 2 0,-9-2 0,6 4 90,-13-1 0,-4 2-45,7 3 0,0 0-45,-15 3 45,17 0 0,1 0-1343,-11 7 1298,-1 2 89,-2 5-89,1 4 0,17-10 0,0 2 45,1 0 0,-1 2-45,1 0 0,1 2 0,-1 0 0,2 1-1436,0 2 0,0 0 1436,1 2 0,1 0 0,1 1 0,0 0-209,1 1 0,1 1 209,1 0 0,1 0 0,1 0 0,1 1 45,0 0 0,2 0-45,1-1 0,1 0-439,0 0 1,2 0 438,1-1 0,1 0-165,1 0 0,1-1 210,1 0 0,1-1-45,2 0 0,1 0 0,0-1 0,2-1 0,2 0 0,0-1 0,2 0 0,1-1 0,1-1 0,0 0 0,2-2 0,0-1 0,0-1 0,1 0 0,1-2 0,0-1 0,0-1 0,1-1 45,10 1 0,1-1-45,-9-4 0,1 0 0,6 0 0,-1-1 0,10-4 1046,0-2-1046,0-3 0,-9-2 0,0-1 0,-8 1 0,0 0 45,7-4 0,-1-1-45,-8 2 0,-2-1 0,0-1 0,0 0 45,-2-1 0,2-2-45,1-4 0,1-5 0,-1 0 30,-2-1 0,-1-1 0,0-2-388,0 0 1,0-3 0,0 1 0,-3 0 357,0-1 0,-3 0 0,-1 0 30,-2 1 0,-2 0 0,-1 2-176,0-4 0,-3 0 176,-2 0 0,-2-3 0,-1-1 0,-3-2 0,-1 0 0,-2-1 0,1 0 0,0 1 0,-5-1-8,-2 5 1,-3-1-1,-2 1 1,1 4-233,0 5 1,0 2 0,-1 1 209,-7-6 0,-2-1 0,0 3-189,-5 1 1,-1 4 188,0 1 0,-2 2 0,0 2 0,-1 2 45,3 3 0,1 2 51,-1 2 0,0 2-141,0 3 0,-1 3-90,-1 1 1,1 3-136,-4 2 0,1 2-405,1 2 1,0 1 144,0 2 0,0 2 530,2-1 0,-2 3 0,7-3 0,-2 1 0,-1 0 0,0 0 0,0 1 0,0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5:30:13.042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  <inkml:brush xml:id="br2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758 323 7443,'1'6'90,"0"2"-90,-1 0 0,1 3 90,0 11-90,0-3-776,0 9 776,0-5-641,0 3 641,-1 3 45,0-7 0,1 0-45,-1 11 0,0 6 0,0-15 0,0-4 0,0-2-90,1-1-359,0 2-361,0-1 810,0-3 0,0-4 0,-1-5 0</inkml:trace>
  <inkml:trace contextRef="#ctx0" brushRef="#br0" timeOffset="391">721 342 7713,'-4'-8'1079,"2"0"-989,5 4 0,1 0 90,2 1 0,1 1-180,4-1 90,-2 1-90,4 0 90,-4 1-90,1-1 90,1 2-90,0 0 89,0 1-89,1 0 0,-1 2 0,1 0 90,-2 2-90,0 0 0,-1 1 0,-1 2 0,-1-1 0,-2 2 0,-2-1 0,-3 6 90,-2-3-90,-3 4-90,-3-2 180,-5 1-90,-2 2 0,-3 0-869,-1 1 869,-1-3 0,3-2-120,2-2 120,3-3 0,2-1-90,3-2-90,1 0-338,2-1 1,19-12 0,5-3 0</inkml:trace>
  <inkml:trace contextRef="#ctx0" brushRef="#br0" timeOffset="675">1161 547 10231,'-6'-7'1619,"0"7"-1529,5 2-90,0 6 180,1 4-180,0-1 0,1 4 0,0-4-90,-1 1-90,0 1-90,0-2-89,0 1-91,0 0-180,-1-1-719,0-1 90,0-1 1259,0 0 0,-1 2 0,-1 0 0</inkml:trace>
  <inkml:trace contextRef="#ctx0" brushRef="#br0" timeOffset="902">1105 385 9961,'-3'-11'360,"1"1"-180,-1 2 0,1 1 270,0-2-181,0 4 1,0-2 0,1 2-1979,-1 0 360,1 12 1349,0-2 0,-1 11 0,-1-4 0</inkml:trace>
  <inkml:trace contextRef="#ctx0" brushRef="#br0" timeOffset="1191">1205 516 10411,'6'-4'630,"0"1"-540,-1 3 0,1 1-90,1 2 0,0 1 90,2 3-90,2 1 89,3 3-524,2 2 435,2 3 90,-1 1-798,2 0 708,-1 1 0,1 0 0,-1 0-180,-2-1-441,0-1 262,-4-2-91,-2-3-90,-1-3-240,-3-1-210,0-2 1167,-2 0 1,-1-2 0,0 0 0</inkml:trace>
  <inkml:trace contextRef="#ctx0" brushRef="#br0" timeOffset="1393">1456 550 9332,'-5'-10'90,"0"1"90,1 3-91,0 1 1,1 1 180,0 1-180,0 0 0,-2 4 0,1 1-90,-2 4 90,2 2-90,-1 1 90,0 3-90,0 2 90,0 2-90,0 1 0,0 5-90,-1 0-90,-1 4-180,1-3-714,-1-2-96,1-2 361,1-2 809,-1 1 0,-1 3 0,1 2 0</inkml:trace>
  <inkml:trace contextRef="#ctx0" brushRef="#br0" timeOffset="2116">1587 622 10231,'-2'-10'1439,"2"3"-1259,3 3-90,1 1 0,1 0 0,1 1 0,4-2 0,2 0-180,0-2 90,0 2-90,-4 0 90,-1-1-90,0 1 90,-1-2-90,-1 2 0,1-5 90,-2 3 0,1-3-90,-4 3 90,-1-1-90,0 0 90,-2 0 0,-1 1-90,-1 0 90,-1 2 0,-1 0 0,0 1-90,0 1 90,-1 2 0,0 2-90,0 1 90,-1 4 0,0 1 0,1 4-89,-1 1 89,2 3 0,1 0 0,1 2 0,1 1-90,2 10-488,1-8 578,3 8 0,1-10 0,9 10-90,-2-9 90,6 5 0,-4-13-123,-1-2 123,2-4 0,-1-1-90,1-4 90,0-1 0,2-3 0,3-4 0,13-9-90,-4-1-788,-5 0 1,-1-1 877,7-8 0,-12 8 0,-1 0-551,6-13 551,-3-2-340,-3 1 340,-7 9 0,-1 0-90,1-13-422,-5 13 0,0 0 512,-2-11-90,-3 1 1031,0-1-941,-3 2 0,-1 4-90,0 5 90,1 5 952,0 4-952,0 3 387,0 3-387,2 4 1416,-3 6-1416,1 9-90,-1 4 90,2 7 0,1 5 0,0 4-2807,1 6 2807,1 3 0,0-18 0,0 0-598,0 0 1,1 1 597,-1 1 0,2 0-892,-2 1 1,1-1 891,1-2 0,-1 0 0,1-1 0,0 0-439,1 17 439,2-3 0,-1-2-90,1-6 1493,1-5-1583,-1-5 620,4 0-890,-2-7 2251,4-1-2431,-3-7 630,2-3 0,6-5 0,3-1 0</inkml:trace>
  <inkml:trace contextRef="#ctx0" brushRef="#br0" timeOffset="4218">3678 353 8972,'4'-7'450,"-1"1"-270,-1 1 179,-1 2 541,2-4-450,-2 2 179,1-1-539,-5 17 0,-6 19 0,-1 4-90,1-6 0,0 1-322,1-6 1,0-1 321,-2 6 0,0-1 0,3-7 0,0-1-90,-5 13 90,6-17-90,0-1 90,1-3-90,0 0 90,-1 0 0,2-4-90,0 1 553,1-5-553,3-9 0,2-5 90,2-5 0,3-3-560,0 0 470,1-3 90,2-5 0,-1 0 0,-2 6 0,0-1-90,4-12-569,-4 12 0,-1 0 659,3-9-966,0 1 966,-1 2-433,0 5 433,-1 3 0,-2 5 203,0 3-203,-1 3 1158,1 2-1158,-1 2 1111,3 5-1201,1 8 558,0 4-378,4 22-180,-5-6-502,-2-7 1,-1 0 591,2 12 0,-2 1 0,1 0 0,-1 0 0,0-1 0,1-3-623,3 9 533,-3-13-26,2 3-64,-3-15 1,0-2-1,0-2-180,0-3 1242,-1-1-2950,1-3 2246,0-2 1,0-3 0,0-1-1</inkml:trace>
  <inkml:trace contextRef="#ctx0" brushRef="#br0" timeOffset="4440">3636 514 8702,'3'2'630,"-2"-1"-540,12-1-90,-5-1 90,8-3-180,-4 2-90,5-2-270,-4 1-450,-1 0 541,0 0 359,-1 1 0,3-2 0,1 1 0</inkml:trace>
  <inkml:trace contextRef="#ctx0" brushRef="#br0" timeOffset="4934">3951 502 9781,'-2'2'1080,"1"-1"-1080,2 13 90,0-5 0,-1 2-180,2 9 0,-1-1 0,1 4 90,-1-7-90,0-6 90,-1 3-180,1-3 90,0-1 90,2-12 0,-1-1 0,2-10 0,0 3 0,0-1-90,0-3 90,0 0 0,3-9 0,2-3 0,0 3-90,3-2 90,-2 13 0,3 0 0,-4 8 0,0 3-90,-1 6 90,0 2 0,1 3 0,-2 1 0,-2 1 0,1 1 0,-1 1 0,0 1 0,0 1 0,0 0 0,0 0 0,2 2-90,-1-3-270,1 3 1,-3-7-181,1-3-360,-1-5 900,3-1 0,2-3 0,3-1 0</inkml:trace>
  <inkml:trace contextRef="#ctx0" brushRef="#br0" timeOffset="6052">4399 403 9062,'-5'-5'540,"-1"0"-361,2 3 1,-1 0 0,0 1 180,-5 1-90,-1 2-90,-1 1 0,-3 5-90,5 0 0,-3 3-1,4-1 1,1 1 0,1-1-90,1 1 0,2 0 0,1 1-180,0-1 91,2-1-91,0-1-180,3 2 90,1-2 90,2 0 0,1-4 0,1-2 0,0-1-89,5-2 179,-3-1-90,5-1 90,-4-2 90,0-1-90,0 0 180,3-4-90,-4 1 180,3-5-90,-6 6 90,0-3-180,-2 4 359,0-2-269,-2 19-90,-1 8 90,-1 16-490,-2 5 400,1-19 0,-1 0-757,1 1 0,0 1 757,0 2 0,0 0-754,-1 0 1,1 0 798,0 0 0,-1-1-45,1 0 0,-1 0-498,0-2 1,0-1 497,-1 19 0,-1-5 0,0-3 90,0-4 4,-1-5-94,2-5 1076,-1-3-986,-2 1-90,1-5 1546,-5 2-1546,4-9 1459,-4-1-1459,3-4 241,-1-2-241,-1-2 90,-4-4-90,1-2 0,-4-4 0,4 1 0,-1-2 0,4 2 0,0-1 0,2 0 0,1 0 0,2 0 0,2-7 0,2 6 0,3-6 0,8-7 0,0 6 0,1 2 0,1 1 0,4-4-1153,7-7 1153,-4 8 0,1 1 0,2-3 0,-3 3 0,2-5 0,-1 3 0,0-5 0,-1 2 0,-1-4 0,-2 2-399,1-4 399,-8 10 0,0-1 0,-1 0 0,-1-1-498,-1 1 0,0 0 588,1-15-449,-6 17 449,-1 3 878,-1 4-878,0 1 369,-1 2-459,0 2 1289,0 1-1289,0 1 783,0 3-783,-4 7 37,1 3 53,-4 18-90,3-2-590,-1 11 635,3-9 0,0 0-45,-2 13 0,1-4 0,1 1 0,-1 4-402,3-12 0,-1-1 402,1 8 0,2-3 0,-1-2-515,2-5 515,0-2-90,2-2-41,1-1-49,1-2 90,0-3 513,2-2-513,0-2 808,1-1-808,0-3 579,1-1-579,0-3 0,0-1 51,6-6 39,3-4 0,0-2-575,1-4 575,-6 2 0,3-8-90,-5 5 90,0-4 90,-6 7-90,-1 1 90,-1 0-90,-3 2 0,1 1 90,-3 1-90,0 2 0,-1 0 575,-2 1-575,0 3 0,-2 2 0,-1 3 0,-3 5 0,-3 5 0,0 6 0,2-1 90,5 0-90,4-4 0,2 4 0,1-2 0,3 4 0,1-4 0,2 0 0,7 5 0,-3-6 0,5 3 0,-2-7 0,0-2 0,1-1-90,1-1 0,1-2-90,-1-2-90,1-1-90,2-2-730,0 0 101,4-3 449,0 0 336,3-3 0,2-2 0,0-2 0</inkml:trace>
  <inkml:trace contextRef="#ctx0" brushRef="#br0" timeOffset="6265">5225 556 9691,'8'0'360,"-1"1"-809,-2 0-1620,-2 1 2069,0 0 0,-1 0 0,-2 0 0</inkml:trace>
  <inkml:trace contextRef="#ctx0" brushRef="#br0" timeOffset="7882">5983 268 9152,'-5'-6'1619,"0"1"-1259,2 1 539,1 1-449,-2-1 449,2 1-809,-3 6 0,3 2 0,-1 7 0,3 2 0,-1 2-90,1 3 90,0 2-90,0 2 0,0 1-580,1 0 490,-1 0 0,0 0-89,0-1 89,0 0-180,-1 6 180,1-8 0,-1 2-56,0-9 56,0-3 0,0-1 0,0-2 0,0-2 1,-1-2 575,0-9-576,1-3 149,-1-13-149,2-11 90,0 5 0,0-6-741,-1 9 741,0 1 0,1 0-90,-1 2 90,1 2 0,0 2-89,1-3-1,-1 7 0,2-3 90,0 7 0,0 1-90,1 3 830,0 1-830,1 2 0,4 2 90,-3 3 0,7 3 0,-6-1 0,2 2-90,-2-2 90,-2-1 90,1-1-180,0 1 180,2-1-90,-2 0 0,2-1 0,-1-3 0,0-1 0,0-1 0,1-1 0,1-1 0,0-2 0,0 0 0,1-1 0,0-1 0,0 0 0,-1-1 0,2 0 0,-2 2 0,0-1 0,-1 1-90,0 2 90,-1 0 0,0 2 0,-1 1 0,0 2 0,0 1 0,-1 4-90,0 1 90,1 5 0,-2 3 0,0 5 0,0 5-448,-2 4 448,0 5 0,1 2 0,-1 0 0,0 0 0,0-10 0,1-1-1092,0 12 1092,3 5-529,-2-17 439,1-6 0,-1-2 0,1-4-180,-1 0 0,1-3 375,0-2-555,0-2 263,0-2-893,1-1 1236,-1-2 0,5-4 0,0-2 0</inkml:trace>
  <inkml:trace contextRef="#ctx0" brushRef="#br0" timeOffset="8377">6507 394 10411,'-7'-8'989,"2"1"-809,-1 5 0,1 0 0,0 1 0,0 0 0,0 0-90,-2 1 0,1 1 0,-1 1 0,-2 2 0,1 2 0,-1 1 0,0 2-90,1 1-90,-2 7 0,3-4-180,-2 10 180,6-9-270,0 4 90,5-3 90,0-4 0,3 2 1,0-6-1,1-1 0,1-2 0,1 0 90,-1-2-180,4-2 180,2-2 0,0-2 90,-2-2 0,-4 1 90,2-5-90,-3 2 90,1-3 0,-4 2 90,0-3-90,0-1 0,-1 2-90,0 0 0,-2 6 90,1-1 0,3 12-90,-1 3 0,3 7-90,0 3 0,-1-6 90,2 4-180,-2-6 90,1 1 0,-1-3 0,2 1-90,-1-3-90,2 0-539,2 0-271,-1-3 1080,6-1 0,-2-2 0,5-1 0</inkml:trace>
  <inkml:trace contextRef="#ctx0" brushRef="#br0" timeOffset="9057">6774 457 8972,'-1'-7'1619,"0"0"-1259,0 1-90,-1 1 89,-1 1-89,0 1 0,1 0 0,-2 0-90,1 1 180,-1 0-180,-3 1-91,1 2 1,-2 2 0,0 1 90,1 1-90,0 0-90,1 2 90,0 0-90,1 2 0,0-2-90,2 2-90,1-1 0,0 0 1,1 0-1,2 0-90,0-1 0,1 0 0,1-1 90,1 0-90,1-1 90,1-1-89,0-3 89,0 1 0,2-2 90,-1-2-90,1 0 90,0-1 0,0-1 0,-1-1 90,2-3 90,0-2 0,0 0 90,-1-3-90,-3 5-90,0-1 90,-3 3 0,0 1-90,0 1 180,1 1-180,-1 8 0,0 2 0,-2 10 0,0 7 90,0 5-1584,-1 11 1494,2-5 0,-1 1-1153,1-5 1,0 0 1182,0-4 0,0 2 0,0-2-30,0 4 0,0-1-704,1 0 1,-1-1 748,1 1 0,-1 0-45,0-2 0,0 0 45,0-1 0,0 0-45,-1-4 0,0 0 0,0-2 0,-1 0 0,0 14 45,0-12 0,0-2-45,-1 8 860,0 1-860,-2-19 2110,0-8-2110,-9-7 2235,4-3-2235,-14-12 0,9 4 90,-8-7 0,-3-1 0,5 5 0,-4-3 0,10 8 0,2 3 0,1-1 0,2 3 0,-1-2 0,3 3 0,0-1 0,2 2 0,1-1 0,1 1 0,2-5-90,2 2 90,2-4-90,3 2 0,2 0-90,5-4-663,0-1 483,5-3-90,0 0-179,1-2-181,3 0-809,2-3-1416,0-1 2945,2 0 0,-1-3 0,1 1 0</inkml:trace>
  <inkml:trace contextRef="#ctx0" brushRef="#br0" timeOffset="9283">7088 569 11850,'5'2'-780,"-3"2"1,-3 4 0</inkml:trace>
  <inkml:trace contextRef="#ctx0" brushRef="#br0" timeOffset="12724">8521 308 9781,'3'-6'90,"1"0"270,-2 3 0,-2-3 719,2 1-989,-6 7-90,2 1 90,-5 13-90,4-3 90,-3 7-90,3-4 0,-1 11 0,2-8-352,0 7 352,1-10-90,2 0 0,0-1 0,1-2 0,0-1 0,0-1 0,2-1 0,-1-2-90,4 2 180,-1-4 83,4 1-173,-3-6 0,3-1 90,-2-2-90,0-1 90,-1-1-90,1 0 90,0-3 0,-1 1-90,0-1 90,-1 1-90,2-4 90,-3 4 0,2-2 0,-4 4-90,0 0 90,-1 1-90,3 2 90,-2 2 0,2 1-90,-2 1 90,1 1 0,2 5 0,-1-3-90,3 4 90,-2-4 0,0-1-90,2 0 90,3 2 0,-2-3-90,4 1 90,-3-4 0,-1-1 0,0-1 0,1-1 0,0-1 0,0-1 0,1-1 0,0-1 90,0-2 0,-1-1 90,2-4-90,-4 1 0,1-2 0,-6 2 0,-1 1 0,-2-2 0,-1-1 0,-2-1-90,-1-1 90,-2-1-90,-2-1 90,-2 2-90,-1-1 0,0 5 0,0 1 0,0 2-180,0 1-360,-2 1 180,4 3-179,-1 1-631,4 4 541,1 0 629,1 2 0,-2 3 0,1 2 0</inkml:trace>
  <inkml:trace contextRef="#ctx0" brushRef="#br0" timeOffset="13165">9054 442 9602,'2'-7'1349,"1"2"-360,-2-1-899,-7 18-90,2-4 90,-6 14 0,3-7-90,-2 2-661,0 3 661,-2 3 90,0 2-90,-1-1 0,0 1-55,0-1 55,2-3 0,0-2-90,3-3 90,1-2 0,0-2-89,1-2 89,2-1-90,0-2 0,1-2 0,0 0 0,1 0 549,5-3-459,1-2 346,2-3-346,0 0 0,-1-1-90,-1 1 90,2-1 0,0 1-90,5-2 90,-3 2 0,3-1 0,-3 2-90,1 1-90,0-1 91,0 1-91,0 0 0,0 0-90,1 1 0,-1-1-90,0 1-179,1-1-631,-1 0 361,0-1 809,-1 1 0,5-2 0,0 0 0</inkml:trace>
  <inkml:trace contextRef="#ctx0" brushRef="#br0" timeOffset="14240">11404 257 10051,'-3'5'1529,"2"-2"-1439,-10 11 0,5-4-90,1 0 90,-1 2-90,1-1 90,1 1-90,1 1 0,-1 0-180,3 6-90,2 0 1,4 5-181,6-6 270,1-6 0,2-5 0,-2-4 0,1-2 0,1-1 90,1-1-89,0-3 89,0-1 0,1-1 0,-1-1 0,3-4 180,-5 2-90,2-2 90,-8 3 0,0 1 0,-2 0-90,0 1 89,-2 1 1,0 1 90,0 1-270,2 6-90,-1 2 1,2 4-91,-2 0 90,1-1 0,1 0 0,0 0 0,2 1 0,1-1 0,1 0 90,1-1 0,0-1 0,1-1 1,0-2 89,1-1 0,5 0 89,-4-2 91,3-1-90,-5-2 90,-2-1 0,1-1 90,-1-1-90,-1-1 90,-1-1-90,-2-1 89,0 0-89,-2-1 0,-2 0 0,-1 1-90,-1-3 0,-2 1 90,-1 0-90,-2-1 0,-1 1 0,-6-4 0,-1 2-180,0 1-90,0 5 0,4 5-180,1 2-359,-1 1-361,2 1 271,-1 2 809,2 0 0,-1 4 0,-1 1 0</inkml:trace>
  <inkml:trace contextRef="#ctx0" brushRef="#br0" timeOffset="14549">12044 427 10231,'-1'-9'1529,"0"16"-1439,0-2-90,-1 15 90,1-7 0,0 2-90,-1 2 0,0 2 0,-1 6-90,-3 13 0,1-5-1346,-1 6 1166,2-16 0,0-5-330,0 3-750,1-7 1,0 2 1349,1-7 0,0-3 0,1 0 0</inkml:trace>
  <inkml:trace contextRef="#ctx0" brushRef="#br0" timeOffset="15073">11986 504 9242,'7'-5'180,"0"1"-90,-2 2 179,3-1-179,0 1 90,2-2-90,0 1 90,5-2 0,4 1 0,8-1-180,-9 1 0,1 3 90,-12 1-90,-1 2 0,0 0 90,-2 1-90,-1 1 0,-3 4 0,-2-1 0,-2 3 0,-3-1 0,0 2 0,-3-1 0,-1 1-90,-4 3 90,3-5 0,-2 4 0,6-7 0,1 1 0,1-2 0,1-1 0,2 0 0,-1-1 0,10-4 0,-3 0 0,10-4 0,-7 2 0,2 0 0,-2 1-90,-1 1 90,1 2 0,-1 1 0,2 1 0,-3 2 0,0 1 0,0 1 0,0 3 0,0 1 0,-1 2 0,2 1 0,0 1 0,1 1 0,0 0-314,4 1 314,-1-1 0,3-1 0,0-3 0,0-2 0,2-2 0,0-1 0,2-2-90,0-2 0,-1 0-90,2-3-179,0 0-592,4-2-129,2-2 1080,13-5 0,-5-2 0,7-5 0</inkml:trace>
  <inkml:trace contextRef="#ctx0" brushRef="#br0" timeOffset="17624">13966 255 8792,'2'-7'720,"1"1"-630,0 10-90,-1-1 0,0 8 89,0-2-89,-1 2 0,0 1 0,0 2 90,1 1-90,-2 1 0,1 8 0,1-6 0,-1 5 0,0-8 0,0 0 0,0-2 0,0 0 0,0-2 0,-1-2 0,2 2 90,-2-3-90,4-12 0,-2 1-90,2-14 90,-3 5 0,0-1 0,-1-1 90,1-2-90,-1 0 0,0-1 0,0 0 0,0 0 0,0 0 0,0 2 0,1 2-90,-1 1 90,0 1 0,1 2 0,-1 1 0,1 1 0,0 1-90,1 2 1,1 1-1,2 3 90,0 1-180,2 5 90,-3-2 90,1 2-90,-2-2-90,2 1 180,-1-2-90,1 1 0,-1-1 90,1-2-90,0 0 90,0-2-90,2-1 90,0 0 0,1-2 0,1 0-90,-1-3 90,2 1 0,-1-1 0,2-1 0,-1 0-90,0 0 90,-1 0 0,-1 0 0,1 0 0,-1 2 0,-1 1 0,-2 0 0,3 0-90,-3 4 90,3 1 90,-2 8-90,-2 3 0,-1 5 0,-2 0 0,0 3 0,-1 1 0,0 2 0,-1-1-592,1 1 592,-1-1-373,1 7 283,1-7 90,0 4-180,2-5-90,1 0-90,0-3-179,0-3 179,0-8 360,0-1 0,3-1 0,1 0 0</inkml:trace>
  <inkml:trace contextRef="#ctx0" brushRef="#br0" timeOffset="18282">14492 352 8522,'2'-7'1799,"-1"11"-1709,0 0 0,-2 10-90,1-5 90,-1 0-90,1 3 90,-1-1-90,1 2-90,-1 4-90,2 1 90,0 0 0,0-3 0,0-7 0,1 0 0,-1-2-90,3 2 90,1-3 1,3 0 89,-1-4-90,0-2 90,-1-1-90,1-1 90,-1-2 0,1 0 0,-1-1 0,0 0 0,-1 0 90,0 0-90,-1 0 0,0 1 90,-1 0-90,0 2 0,0-1 0,1 2 0,0 3 89,0 0-178,-1 3 89,0 0-90,0 1 90,1 1-90,1 0 0,1 0-90,4 2 90,2-1 0,0 0 90,-1-3-90,-3-2 90,0-1 0,-1-2 0,1 0 90,-1-1 0,0-2 0,1 0 0,-2-1 0,0-2 0,0-1 0,0-2 179,-1-5-179,-1 2 0,-1-4 0,-3 5 0,0-2 0,0 1 0,-3-1 0,1 0-90,-3 1 90,2 0-90,-2 2 0,1 0 0,0 2-90,0 0 0,-1 4-90,1 0 0,0 2-539,0 1-361,-2 3 451,1 1 629,-1 2 0,0 3 0,0 1 0</inkml:trace>
  <inkml:trace contextRef="#ctx0" brushRef="#br0" timeOffset="18743">14962 261 8972,'1'-7'1079,"0"1"-269,-1-1-720,-4 12-90,1-1 90,-6 17-90,3-6-520,-1 6 520,-1 0 0,1 0 84,-8 15-84,6-11 89,-7 13-89,6-13-438,0-2 438,3-3 0,4-10 0,-1 3 671,2-5-671,0 0 7,4-3-7,1-2 556,1-1-556,2-2 0,0 0 0,2-1 0,1-1 0,5-2 0,-1 0 0,3-1 0,-4 2 0,-1-1-179,0 2-91,-1-1 0,0 1-180,-1 0-180,0-1-1528,4 2 2158,-3 0 0,7 1 0,-2-1 0</inkml:trace>
  <inkml:trace contextRef="#ctx0" brushRef="#br0" timeOffset="19865">16829 253 9332,'0'-7'719,"0"0"-89,1 2 449,-1-1-1079,0 22 90,0-7-90,0 19 90,-1-11-90,0 2-90,0 9 0,0-8-511,1 7 511,0-10-90,1 0 90,0-1-90,-1-1 90,1-2 0,-1-1 1,1-3-1,-1 0 0,0-1 0,1-3-90,-1 0 180,2-15 511,-1 4-511,0-13 90,-2-1-90,1 0 0,0-6 0,0 3-1003,-1-3 1003,0 0 0,0-1 0,0-14 90,1 15-90,-1-10-439,1 18 439,-1 3 0,1 2 0,0 3-90,1 2 90,0 2 1041,4 7-1041,-2 2 491,4 5-491,-3 2 0,0 2 0,1 1 0,3 7-90,3 2 0,-1-2 90,1-2-90,-4-8 90,0-1 0,0-2-90,-1-2 90,1-1 0,-1-1 0,1-1-90,0-2 90,1-2 90,0-1-90,0-2-90,1-1 90,0-1 0,5-5 0,-5 2 0,4-3 0,2-3 0,-7 7-90,5-4 90,-8 9 0,-1 1 0,1 1 0,-1 1 0,2 2-90,-2 2 90,1 2 0,-3 2 0,1 2 0,0 3 0,0 2 0,-1 2 0,1 1 0,-2 3 0,2 0 0,-1 0 0,1 1 0,2 8 0,-1-7 0,1 5 90,-1-10-90,0-1-90,1-2 0,-1-2-539,4 6 179,-2-7-539,1 2 989,0-7 0,1-2 0,3 0 0</inkml:trace>
  <inkml:trace contextRef="#ctx0" brushRef="#br0" timeOffset="20515">17369 405 9242,'-5'-6'1889,"0"1"-1799,1 6 0,1 1-1,-1 5-89,2-1 90,0 2 0,-1 1-90,2 2 90,-1 0-90,1 1 0,0 0 0,0 0-90,1 0 0,1 0 0,0-1-179,2 4 179,-1-5-90,1 3-90,2-5 180,-1-2-90,2 0 90,-1-3 0,0-2 0,1-1 0,0 0 0,1-1 0,0-1 90,0-1 0,-1-1-90,1 0 90,0-1 90,-1 0-90,0 0 90,0 0 0,-1 1-90,0-1 0,-2 2 90,0 1-90,2 5-90,-1-1 90,1 4-180,-2 0 1,4 2-91,3 1 180,1 1 0,1-2 0,-2-3 0,0 0 90,-1-3-90,1 1 90,0-2 0,-1-1 0,0 0 0,0-2 90,-1 0 90,3-4-90,-3 2 0,1-5 0,-4 3 0,-1-1 0,1-1-1,-3 0 1,0-1 0,-1 0 0,-1-1-90,0 0 90,-2-1-90,0-1 90,0 1-90,-2-2 0,1 2 0,1 0-90,-1 2 0,0 0-90,-1 1 1,0 1-91,0 2-90,0 1-630,0 1 541,-1 0 449,0 1 0,-1 2 0,1-1 0</inkml:trace>
  <inkml:trace contextRef="#ctx0" brushRef="#br0" timeOffset="21323">17804 194 8432,'3'4'1170,"-2"-2"-1170,1 12 0,-2-5 89,0 3-89,1 2 0,-1 2 90,0 2-90,0 3 90,0-1-1036,0 2 946,0 0 90,0 0-90,0 0 0,0 0-28,1-2 28,0-1 0,0-3 0,-1-2-90,1-1 0,-1-3-360,1 3 879,0-5-429,0 3 0,3-8 0,0 0 0</inkml:trace>
  <inkml:trace contextRef="#ctx0" brushRef="#br0" timeOffset="21882">17836 235 8702,'-2'-8'989,"2"0"-899,3 4 0,1 1 0,2 1 0,-2 1 0,3 0-90,0 1 90,0-1-90,1 1 90,1 1-90,0-1 90,2 2-90,0 0 0,-1 1 90,0 1-90,0 0 0,-3 2 0,0 0 0,-2 1-90,-1 1 90,-3 1-90,-3 6-90,-4 4 180,-2-1 0,-4 2-90,3-7 90,-1 0-90,0-1 90,1-1 0,2-2-90,0-1 90,1-1 90,0-1-180,2-1 90,0 0 0,0-2 0,1 0 0,8-1 0,0-3-90,5 1 90,-3-3 0,-2 3 0,2 0 0,-1 2 0,1 3 0,-2 0 0,0 1 0,0 1 0,-1 2 0,1 1 0,-1 1 0,1 1 0,2 7 0,-1-4 0,1 6 0,0-5 0,0-1 0,1-1 0,6 5 0,-4-5 0,4 1 0,-2-6 0,0-3-90,1 0-89,0-2-91,1-1-270,0-1-359,2-1 629,0-2 270,2-1 0,6-3 0,1-1 0</inkml:trace>
  <inkml:trace contextRef="#ctx0" brushRef="#br0" timeOffset="22083">18524 522 11850,'7'1'-787,"0"1"0,-5-1 0,0 0 0</inkml:trace>
  <inkml:trace contextRef="#ctx0" brushRef="#br0" timeOffset="27157">1150 1394 8612,'-2'-10'-540,"1"2"450,-1 3 0,1 1 1,0 0 89,-2 6 0,2 0 89,1 6-89,2-4 90,1-1-90,1-2 90,1 0-90,1-2 0,-1 0 90,2 0-90,-2-2 0,1 1 0,0-1 90,0-1-90,0 0 0,-1 1 90,1-1-90,-1 0 0,0 0 90,0-1 0,0 1-90,-2-1 90,1 1-90,-1 0 0,-1-1-3277,1 1 3342,-1 0-65,-1 0 90,1 0-90,-1-1 0,1 2 0,0 7 90,-1 1 3186,2 10-3160,-3-2-116,1 4 0,0 2 0,0 3 90,1 15-90,1-7 0,-2-9 0,1 1 0,1 8 0,1 10-1222,-1-9 1222,1 4 0,-2-14-684,2 4 414,-1-8-991,1 7 722,-2-12 539,1 1 0,0-4 0,0 2 0</inkml:trace>
  <inkml:trace contextRef="#ctx0" brushRef="#br0" timeOffset="27415">1211 1831 7713,'-7'5'629,"2"0"-539,5 0 90,1-2 0,3 1-90,-1-3 90,3 0-90,0 0 0,3-1 90,2-2-90,3 0 0,3-2-90,6 0-234,2-1-36,9-4-1731,1 1 1102,4-3 539,-1 1 360,-3 0 0,3-1 0,-2-1 0</inkml:trace>
  <inkml:trace contextRef="#ctx0" brushRef="#br0" timeOffset="28499">3888 1268 8702,'6'-4'810,"1"1"-271,-5 0 271,1 0 179,0 0-899,-2 6 0,0 1-90,-3 6 90,-1-1 0,-1 1-90,-2 3 90,0 2 0,-1 1-90,-2 3 90,-4 9-90,0 1 90,1-1-90,0-1 0,6-13 0,0 3 0,3-7-90,0-1 90,1 2-90,0-4 0,2 1 90,2-3 0,2-3-90,3-2 90,0-2 0,2-2 0,1-2-90,-2 3 90,7-5-90,-5 4 90,3-3-90,-4 3 90,1 0-90,-1 0 0,2 0 90,-1 0-90,2 1 0,-1-1 0,-1 1 0,0 0 1,0 0-1,-1 0 0,4-2 0,-3 1 0,2-1 0,-2-1 90,-2 2-90,2-3 90,-3 2 0,-2-1 0,1 0 90,-2 0 0,1 0-90,-2 1 90,1 1 90,-2 0-90,1-1 89,-2 1-179,-2 13 0,0-3 90,-4 14-90,0 8 0,1-1-1128,-1 11 1218,2-7-90,0 0 0,0 0 0,1 6 0,0-10-230,3 11-130,0-15 90,2 1-449,1-5-1080,1-8 1799,2-2 0,3-7 0,1-4 0</inkml:trace>
  <inkml:trace contextRef="#ctx0" brushRef="#br0" timeOffset="28917">4405 1299 10051,'-1'7'360,"0"-1"-180,-2 1-90,0 0 0,-1 1-90,-1 1 90,-1 0 0,-2 3-90,0 0 90,0 1 0,0 1-90,0-1 90,-2 5-90,4-4 90,0 2-90,3-6 0,2-1 89,2-1-89,2 0 0,3 0 0,3 0 90,3 0-90,1 0 0,10 3 0,-4-1 0,8 2 0,-8-2 0,4 2 0,-4-1 0,-1 1 0,-6-2 90,-7-2-90,-1-1 0,-2 1 0,-2 0 0,-2 2 0,-3 0 0,-2 0 90,-2 1-180,-5 1-372,-2 1 462,-4 1 0,-1-1-250,0 0 250,2-3-90,3-1-179,2-2-541,-1-2-629,5-1-90,-1-2 1663,5-1 1,1-3-1,1 1 1</inkml:trace>
  <inkml:trace contextRef="#ctx0" brushRef="#br0" timeOffset="29123">4417 1404 10321,'1'-7'0,"0"1"90,0 1 90,1 1-90,0 0 90,0 0-90,0 0 90,1-1-90,2 0 0,0 1-1,3-2 1,2 0 0,3-2 0,5-1 90,15-7-360,-2 2-842,-1 1 0,2-1-552,-3 1 0,0 1 1150,1 0 1,-1-1 0,0 1 0,-2 0 0,11-5 0</inkml:trace>
  <inkml:trace contextRef="#ctx0" brushRef="#br0" timeOffset="30973">6093 1291 9422,'0'-9'269,"0"1"1,0 1 0,0 1 0,-1 1 180,0 0-360,1 15-90,1 4 90,0 18-90,1-5-675,-1 2 675,1-7 90,-1 0-90,0 0 0,1 0-427,-1 0 337,0-1 0,1-2-90,-1-1-189,0-2 9,0-1-90,0-2-809,0-2 907,1 0 352,0-3 0,1 2 0,0 0 0</inkml:trace>
  <inkml:trace contextRef="#ctx0" brushRef="#br0" timeOffset="31632">6251 1325 9062,'3'-8'-270,"-1"2"450,0-1 360,0 2-450,0 9-90,-2 0 89,0 9 1,-1-4 0,-3 8-90,1-2 90,-2 6-90,1-5 90,-1 0-90,1 0 0,-4 7 90,2-7-90,-1 5 0,2-8 0,1-2 0,0-1-90,0 0 90,1-3 0,1 0-90,0-1 90,0-1-90,0-1-269,1 1 359,5-7-90,0 0 90,3-4 0,-2 2 0,-1 1-90,0-1 90,0 2 0,1 0 0,-1-1 0,0 1 0,1 0 0,0 0 0,0 1 0,3-2 0,0 1 0,0 0 0,0 1 0,-3 1 0,3-1 0,-2-1 0,2 0 0,-4 0 0,3-2 0,-2 1 0,2-1 0,-3 1 0,0-1 0,-1 0-90,1 0 90,-1 0 0,0-1 0,0 1 0,-1-1 0,1-1 0,0 2 0,0-1 90,0 12-90,-2-1 0,1 10 0,-2-4 0,0 17 0,0-9-688,0 12 688,0-15 90,0 0-90,1-1-90,0 6 0,1-6-90,-1 3 0,1-9-90,0 0-90,-1-2 239,1-1-419,-1-2 540,1-1 0,1 0 0,-1-1 0</inkml:trace>
  <inkml:trace contextRef="#ctx0" brushRef="#br0" timeOffset="31857">6478 1531 8702,'1'-7'584,"1"1"1,-2 4 0,0 0 0</inkml:trace>
  <inkml:trace contextRef="#ctx0" brushRef="#br0" timeOffset="32159">6620 1412 9152,'-2'-6'270,"0"-2"-90,0 4 179,1-1 1,-1 1 180,1-1-450,-3 6 0,2 2-90,-2 6 90,2 3-90,1 1 90,-1 4 0,-1 10-90,1-4 0,-1 7-713,2-7 533,0 0 0,0-1-89,0-1-91,0-1-197,0-2 18,1-1-541,0-2 361,0-2 719,1-1 0,0 3 0,2 1 0</inkml:trace>
  <inkml:trace contextRef="#ctx0" brushRef="#br0" timeOffset="32809">6682 1519 9152,'2'-6'1079,"0"0"-1079,-1 15 0,-1-4 90,-1 11-90,0-6 90,-2 1-90,1 1-90,-2 1 0,0 0 0,0 2 0,0-2 0,-1 1-90,1-2 90,0 0-89,0-2 89,1-1-90,0-1 90,1 0-90,0-2 90,0 0-180,1-1 90,1-1 90,4-3 90,1-1 0,2-4-90,1-1 90,-3 1 0,4-2 0,-5 2 0,2 0 0,-1 2 0,-1 0 0,1 1-90,2 0 90,-1 0 0,2 1 0,-1 0 0,0 0 90,1 1-90,-1-1-90,6 0 90,-4-1 0,4 1 90,-4-1-90,4-2 0,-3-1 90,2-1-90,-5 1 90,0 0 0,-2-1 90,1 0-90,-2-1 0,0 0 0,-1 0 0,-1 0 0,1 0 0,-1-1 0,0 1 0,0 0 0,0 1 89,-1 0 1,0 1-90,2 9-90,-1-1 90,0 9-90,-2 0 0,-1 0 0,1 2 0,-1 1 90,0 1-90,0 0 0,1 1 0,0 6-90,1-6 0,0 4-90,0-9 1,0-1-91,1-2-1170,1 2 1440,0-3 0,1 0 0,-1-4 0</inkml:trace>
  <inkml:trace contextRef="#ctx0" brushRef="#br0" timeOffset="35665">8530 1197 8522,'-4'-6'1080,"0"0"-361,2 2 360,0 1-719,-1 1-90,-2 0-90,-2 3-90,1 0 0,-2 2 0,0 2 90,-7 7-90,1 1-90,-6 6 90,4-2 0,2 2-773,-1 1 773,5 0-90,-1 7 0,6-7-351,2 5 261,5-8 0,1-1 0,3 0-90,2-1 90,5 1-90,2-2-9,4 0 99,0-3 0,0-4 0,-1-2 0,1-1 0,-2-3 1,0-1 89,-1-2-90,0-1 0,7-4 0,-6-1 428,3-4-338,-8 3 0,-2-2 361,-2-1-451,-1-6 90,-3 2 0,0-4 0,-6 4 107,-1-2-107,-3-3 0,-3 0 90,-2-2-90,-4 0 0,-1 2-1023,-10-5 1023,6 8-214,-5-1 124,10 9 90,2 4 0,1 2-90,2 1-180,0 4 999,1 0-1179,1 4-424,0 0-385,2 2 1259,1 1 0,1 7 0,1 0 0</inkml:trace>
  <inkml:trace contextRef="#ctx0" brushRef="#br0" timeOffset="35933">8841 1327 10591,'8'-1'-90,"-1"1"-2878,-3 1 2968,-1 2 0,-2-1 0,-1 0 0</inkml:trace>
  <inkml:trace contextRef="#ctx0" brushRef="#br0" timeOffset="36390">9041 1172 9242,'-5'-7'539,"0"-1"-269,2 4 0,0-1 0,1 1-180,3-1 0,1 2-90,4-1 90,0 1 0,2 1-90,1 0 90,1-1-90,1 1 90,1 0-90,0 1 0,-1 0 0,0 1 90,-1-1-90,0 1 0,-2 0 0,-1 1 0,0 1 0,-1-1 0,-1 2 0,0 0 0,-1 1 0,-2 0 0,0 0 0,-1 2 0,-1 1 0,-1 2 0,0 2 0,-1-1 0,-1 3 0,-1 1 0,0 1 0,-1 2 0,-1 0 90,1 0-90,0 0 0,-1 0 0,1 0-240,1 0 240,-1 1 0,2-3 0,-1 1 0,2-3 0,-1 0-90,1 0 0,1-4-89,0 2-91,0-3-90,1 0-90,0 0-570,1-2-59,0 1 1079,1-2 0,3 2 0,1 0 0</inkml:trace>
  <inkml:trace contextRef="#ctx0" brushRef="#br0" timeOffset="36857">9373 1208 9691,'0'-9'1080,"0"1"-630,-1 2-271,-2 3-89,-1 4-90,-1 2 90,-1 3-90,1 0 0,0 0 90,0 1-90,-1 1 0,2 0 90,-1-1-90,2 2 0,-1-2 0,2 1 90,0 0-90,0-1 0,3 1 90,0 0-90,1 0 0,3 0 90,1 1-90,3 0 0,1 0-90,1 1 90,1-2-90,1 2 90,0-1 0,4 3-90,-3-1 90,2 1 0,-5-3 0,-2-1-90,-1 1 90,-1-2 0,-2 1 0,-1 0 0,-2-1 0,-2 4 0,-2-2 0,-3 2 0,-1-3 0,-3 1 0,-2 0 0,-8 3-90,-3 1 0,-1-1-179,1-1-91,8-6 0,1 1-270,3-3-629,0 0 180,2-1 1079,1-1 0,0-1 0,1 0 0</inkml:trace>
  <inkml:trace contextRef="#ctx0" brushRef="#br0" timeOffset="37082">9380 1273 10141,'-1'-10'1619,"0"0"-1439,1 6 0,2-1-90,1 1 90,2 0-90,4 0 0,2-2-90,3 0-90,3 0-90,4-2-180,4 0-1728,7-3 379,4-1-360,3-2 2069,-19 6 0,2 0 0,8-3 0,3 0 0,1-2 0,0 1 0</inkml:trace>
  <inkml:trace contextRef="#ctx0" brushRef="#br0" timeOffset="37901">11586 1323 10231,'-8'-3'90,"1"-1"90,3 2 0,-1-1 0,2 1 180,-2-1-181,0 0 1,0 1 0,0-1 0,0 1 0,1 0-90,-1 1 90,-1 0-90,0 1 0,-1 1 0,-3 2 0,0 2-90,-2 1 90,-3 4 0,-1 3-727,0 3 727,1 2-90,1 2 90,2 2-138,1 7 48,4 2 0,4-1-365,5-4 275,3-4 0,4-3 0,1 0-90,12 3 1,-6-10 89,6 2 0,-8-9 0,0-2 90,0-2-90,1-2 0,1-1 90,0-3-90,5-6 0,-4 2 705,3-5-615,-9 3 0,-1-1 0,-2-2 0,-2 0 0,-1-1 49,-3 0-49,-2 0 0,-1-2-105,-3-3 105,-2 0 0,-3-2 0,-4 0 0,1 6 0,-2-1-90,5 10 0,-4 2-90,4 2-180,-3 3 0,6 2-269,-1 2-721,2 1 582,0 1 768,3 1 0,1 4 0,0 0 0</inkml:trace>
  <inkml:trace contextRef="#ctx0" brushRef="#br0" timeOffset="38158">11891 1469 10591,'0'-10'1529,"0"1"-1529,-2 4 0,2 0 0,0-1 0</inkml:trace>
  <inkml:trace contextRef="#ctx0" brushRef="#br0" timeOffset="38606">12049 1228 9871,'-3'-8'900,"0"1"-630,2 1-180,3 1 0,0 0 0,2 1-90,1 1 89,1 0 1,1 1-90,6-1 90,-3 1-90,4 0 90,-4 2-90,4 2 0,-4 1 90,3 4-90,-7 0-90,0 2 90,-2 2-90,-1 1 90,-3 2-90,-2 1-89,-5 4 89,0 2 0,-5 3 0,1-1-891,-2 0 891,1-1 90,1-2-90,1-1 0,2-2 90,2-2-180,-2 6 180,3-6-90,1 6 90,5-11 0,0 3-90,7-5 90,-2-1 0,5 0 891,-2-4-891,2 0 0,0-3 0,2 0 0,1-1 90,3-1-90,-1-1-90,3-1 0,1-1-180,0-2-89,-1 1-1710,5-5 1930,-7 4 0,7-7 1,-6 3-1</inkml:trace>
  <inkml:trace contextRef="#ctx0" brushRef="#br0" timeOffset="39033">12532 1232 9602,'-1'-8'809,"0"2"-539,-1-1 0,0 3 269,1-1-179,-2 1 270,-1-1-450,-4 4-90,2 2 90,-4 7-90,5 0-90,-3 4 0,3-3-90,0 8 0,1-4 0,2 4 0,1-6-90,1 0 90,2 1-270,3 4 180,0-3-180,7 8 181,-4-10 89,3 3-90,-3-4 90,-1-1-90,0 1-90,4 6 270,-6-6-90,0 5 90,-5-6 0,-2 0-90,-2 0 90,-2 0 0,-2 2 0,-2 0-90,-2 0 90,-1-1 0,-3 2 0,1-2-270,-6 4-89,5-6-271,-1 2-360,7-5 541,0-1 449,2-1 0,-3 0 0,-1-1 0</inkml:trace>
  <inkml:trace contextRef="#ctx0" brushRef="#br0" timeOffset="39249">12441 1170 9242,'-1'-7'1079,"-1"1"-899,3 1-90,3 0 0,1 2 0,4 1-90,2 0 0,1 0-90,4-1-270,1 0-715,2 0-94,-1-1 359,1 0 810,-1-1 0,4-3 0,1-1 0</inkml:trace>
  <inkml:trace contextRef="#ctx0" brushRef="#br0" timeOffset="44933">14209 1108 8342,'0'-9'720,"0"2"-720,4 20 0,-2-5 0,4 16 90,-4-10-90,1 3 0,-1 0 0,1 3 0,-1 0 0,1 1 90,1 9-90,-2-7-606,2 7 337,-2-12-1,0-1-630,1-2 900,2 5 0,1-2 0,1 5 0</inkml:trace>
  <inkml:trace contextRef="#ctx0" brushRef="#br0" timeOffset="45365">14512 1188 8432,'0'-9'90,"0"0"0,-1 3 270,0 0-90,0 0-180,0 1 180,-1 0-91,-2 2-89,-1 6-90,0 1 90,0 4 0,1 1-90,0 2 0,-1 3 90,1 0-90,0 3 90,1-1-90,2 1 0,0-1 0,2 1 90,1-1-90,1 1-90,2-1 0,1-1 0,2-2-90,0-2 0,1-1 91,1-3-91,1-1 90,0-2 0,1-1-90,-1-2 90,2-2 0,-1 0 90,1-3-90,1-2 90,-2-1 0,1-3 0,-1-1 90,-1-4 0,-1-1 0,-1-2 0,-4 2 0,-2-1 0,-2 1-90,-2-2 90,0 1-283,-3-2 283,-1 3 0,-2 1-123,-1 3 123,-1 0 0,-4 3-90,1 2 0,0 3-90,3 5 102,1 2-462,0 2-506,1 1 956,0 6 0,2 3 0,-1 5 0</inkml:trace>
  <inkml:trace contextRef="#ctx0" brushRef="#br0" timeOffset="45607">14939 1245 9512,'1'-8'179,"1"1"-179,0 4 0,-1 1 0,0 1 0</inkml:trace>
  <inkml:trace contextRef="#ctx0" brushRef="#br0" timeOffset="46056">15239 1049 9062,'1'-8'809,"-1"-1"-269,0 4-90,-2-2-360,-1 3 270,-1 1-271,-4 4 1,2 2 0,-5 3 90,1 2-180,-1 3 90,-3 3 90,-5 13-180,4-3-979,-3 11 979,7-9 0,2 1 0,2-2-574,2-2 394,2-1 0,2-4-90,1 1 1,1-1-181,5 8 180,0-4-373,5 3 373,-1-9 90,1-3 879,0-4-879,0-2 518,-1-2-518,0-2 0,5-3 90,-5-1 530,3-3-350,-6 0 0,0-2-90,-1-1 90,-2-1 0,-1 0-90,0 0 180,-4-7-90,-1 4 0,-3-4 0,-2 5 0,-6-2 0,-4 3-90,0 2 0,0 3-90,5 5-90,2 0-180,0 1-180,1 1-359,2 1 899,0 1 0,2 0 0,0 1 0</inkml:trace>
  <inkml:trace contextRef="#ctx0" brushRef="#br0" timeOffset="46348">15415 1112 8522,'4'-7'540,"0"0"-360,-1 2 90,-1 0 269,0 2-179,0-1 270,1 0-540,-1 8 0,-1 0 0,-1 8-1,-1 1 1,0 3 0,-3 17 0,2-4-90,-2 12-1022,2-10 1022,0-10 0,1 1-90,0 0 0,0 1 0,0-1 0,1-2-620,0 18 440,1-17-179,1 0-181,0-3-767,2 0 497,0-3 900,2-2 0,4 1 0,1 1 0</inkml:trace>
  <inkml:trace contextRef="#ctx0" brushRef="#br0" timeOffset="48573">17307 1069 9242,'-6'-4'629,"-2"-1"-449,4 1 0,0-1-90,4 0 0,1 1-90,4 0 90,1 0-90,4 0 90,1 0-90,4 0 90,1 1-90,3 0 0,0 1 90,10 1-90,-1 3 0,0-1-216,-6 3 216,-9-1-90,2 3 90,-6-1 0,1 2 0,-7-1 0,-2 0 0,-2 1 216,-2 0-216,-3 2 0,-1 1 0,-2 0 0,-2 1 0,-5 2 0,4-3-90,-2 1 90,5-3 0,-2 2 0,4-3 0,-1 3 0,4-4 0,2 4 0,1-1 0,2 3 0,2-3 0,1 0 0,1 1 0,1 1 0,-1 0 0,0-1 0,0 2 0,-1-1 0,-1 0 0,-2 0 0,-1 0 0,-5 8 0,0-4-308,-5 5 308,-2-5 0,-2 0 0,-3 0 0,-1 1 0,1-4 0,0 0 0,3-2 0,2-2-180,1 0 0,1-1-539,1 1 719,3-2 0,5 1 0,4-2 0</inkml:trace>
  <inkml:trace contextRef="#ctx0" brushRef="#br0" timeOffset="48801">17771 1273 9691,'0'-8'1979,"0"0"-1439,0 2-540,-1 0 0,1 3 0,-1 1 0</inkml:trace>
  <inkml:trace contextRef="#ctx0" brushRef="#br0" timeOffset="49256">18085 1108 10771,'0'-8'540,"1"0"-181,-2 2-179,0 1 90,0 0-180,-4 5-90,1 0 90,-3 4-90,4 1 90,-1 0-90,1 1 0,0 1 90,-1 1-90,2 1-90,0-1 90,0 0 0,2 1-90,0-2 0,1 2 0,0 0-90,0 0 0,2 0 0,-1 0 0,1 0 1,0 0-1,1 0 0,-1-1 0,1 0-90,1 4 90,0-3 90,0 3 0,-1-2 0,-1-1 0,-1 0 0,0 0 90,-1 1-90,-1-1 1,-1 1 89,-2 0-90,-4 5 90,0-3 0,-7 7 0,4-7 0,-3 0 0,2-2 0,-1-2 0,0 1-90,-4 2-90,5-3-180,-2 1-270,5-5-89,1 0 719,2-2 0,0 0 0,1-2 0</inkml:trace>
  <inkml:trace contextRef="#ctx0" brushRef="#br0" timeOffset="49483">18104 1055 8612,'-5'-7'630,"0"1"-360,1 1-1,0 2 811,0-2-361,1 1-539,4-3-90,2 3 0,7-1-90,3 2-90,3-1-629,19-1-181,-7 0-47,-7 2 1,0 0-403,11-2 1349,0-1 0,5-2 0,1-1 0</inkml:trace>
  <inkml:trace contextRef="#ctx0" brushRef="#br0" timeOffset="50174">18339 1114 9602,'11'-7'0,"-1"1"0,1 4 0,0 1 0,2-1 0,2 1 0,-1 1 0,2 0-90,-2 1 90,0 0-90,-2 1 0,0 0 0,-2 1 0,-2 2 0,-2-1 0,-2 2 0,-1 1 0,-4 0 90,-2 3-90,-3 0 0,-3 2 90,-4 3-620,-3-1 620,-3 2 0,0-2-90,2-1 90,2-1 0,2-2-89,2-1-84,2 0 173,2 0 0,1-1 0,2 0 0,2-1 0,1 0 520,1-1-520,2 1 182,1 0-182,2 1 0,0-1 0,2 2 0,0-1 0,0 0 0,0 0 0,-2 0 0,1-1 0,0 4 0,-2-3 0,-1 2 0,-2-3 0,-2 1 0,-3 1 90,-1 0-90,-3 0 90,-2 0 0,-1 0 0,-2 1 0,1-1 0,-1 0 0,2 0-90,0-2 90,2 0-450,-1 0-180,3-2 540,1 1 0,4-4 0,1 0 0</inkml:trace>
  <inkml:trace contextRef="#ctx0" brushRef="#br0" timeOffset="50342">18721 1412 10141,'7'-6'1709,"-1"0"-1709,-3 3-450,3 2-809,-2 1-90,2 1 1349,-1-1 0,-3 1 0,0-1 0</inkml:trace>
  <inkml:trace contextRef="#ctx0" brushRef="#br0" timeOffset="52157">1246 2422 7892,'-7'-3'900,"-1"0"-630,4 1 90,0 1-1,1-2-269,3-2 0,1 1-90,5-1 0,3 0 90,1 1-90,3-1 90,3-1-90,1 1 90,1 0-90,0 1 0,0 1-222,0 2 222,0 1 90,-2 3-90,1 2 0,1 4 0,-3 3 0,1 6 0,-6 3 90,-2 3-90,-5 3-90,-4 2 180,-3 3-1075,-5 3 985,-2 0-1082,-3 4 1082,-3-1 0,7-19 0,0 1 45,-1 0 0,0-1-90,-1 1 0,0-1 90,0 0 0,0-1-45,-1 0 0,0-1 0,-11 16 0,2-5-535,2-2 535,4-5-2456,3-4 2456,4-2 0,1-3 540,4-4-540,1 0 749,5-1-749,2-4 599,4 1-599,3-5 0,7-2 90,4-3-90,0 0 0,1-1 0,4-1 0,1-2 734,0 1 1,0 0-690,0 0 0,-1 0-45,7-2-921,-1 1 831,-5 1-533,-3 3 353,-4 0-90,-3 3-102,-3 0-617,-2 1 1964,-2 1-885,-1 0 0,2 2 0,0 0 0</inkml:trace>
  <inkml:trace contextRef="#ctx0" brushRef="#br0" timeOffset="53657">3692 2331 8702,'-2'-9'90,"0"1"90,0 4 180,1-1 89,-1 0-89,0-1-90,0 1 0,-1 1-90,-3 5-180,1 2 90,-3 4 0,-1 6 0,-2 3-1148,-2 6 1148,0 3-90,0 2 90,1 1-90,2 2 0,1-2 90,2 2-90,2-4-553,1-1 643,3-2-90,2-3 0,1 0-90,4 0-90,7 4 90,-1-6 0,5 1-327,-3-10 328,1-1-1,0-3 0,0-2 0,0-1 0,-1-2 90,1 0-90,-1-2 967,-1-2-877,3-3 509,-4 1-509,0-3 281,-6 2-281,-3 0 0,-1-1 0,-3-3 0,-6-1 0,-2-1 0,-4 1 0,0 5 0,-1 0 0,0 2 0,-1 2 0,0 2-90,0 1-90,0 2-89,1 1-181,2 2-630,1 0 541,2 1 539,2 0 0,1 3 0,1 1 0</inkml:trace>
  <inkml:trace contextRef="#ctx0" brushRef="#br0" timeOffset="54190">3954 2402 8702,'-4'-8'90,"1"1"0,0 1 90,2 1 0,-1 0-90,2-3 0,0 3 0,1-4-90,1 3 90,1 0-90,1 0 89,3-1-89,0 0 0,2 0 90,1 1-90,3 0 0,-3 2 90,3 2-90,-5 1 0,-1 3 90,-1 1-90,0 2 0,-3 2 0,0 2 0,-3 1 0,-1 2 0,-2 2 0,-1 2 90,-3 5-603,-2 0 513,-1 4 0,-1-1 0,-1 0 0,1-1 0,1-2 90,1-3-90,2-4 0,1-2 0,2-2 0,1-1 0,1-1-90,1-1 90,1-1-90,3-1 603,0 1-603,1-2 90,2 1-90,4 2 0,-2-2 90,3 3-89,-4-3 89,0 1-90,-1 2 90,-1-1 0,0 2-90,-3 5 90,-1-2 0,-2 4-90,-2-4 90,-6 8 0,1-4-483,-6 7 483,1-7 0,-5 5 0,1-3 0,2-3-359,2-2 89,8-8 270,-1 1 0,4-4 0</inkml:trace>
  <inkml:trace contextRef="#ctx0" brushRef="#br0" timeOffset="54432">4235 2555 9062,'2'-7'2069,"0"1"-1350,-3-1-179,1 2-540,-2-1 0,1 3 0,0 1 0</inkml:trace>
  <inkml:trace contextRef="#ctx0" brushRef="#br0" timeOffset="55093">4477 2272 10141,'0'-10'720,"0"2"-181,0 2 1,0 0-450,-3 9-90,0 0 90,-2 9 0,1 0 0,-3 14-90,1-2 0,-3 12 90,0-3-932,2-10 1,-1 1 841,-4 13-45,4-14 0,0-1-485,-2 5 440,2-3-90,0-3-180,2 1 180,2-8 90,0 2-90,2-8 1,1-1 1571,0-2-1572,2 1 641,1-3-461,3-3-90,0-1 0,1-4 90,-1 1-90,0-2 90,2-2-90,-2 2 90,2-2-90,-2 3 90,-1-1 0,1 2-90,0-1 90,0 1 0,1 0-90,5-1 90,-1 0-180,7-3 180,-4 4-89,3-2 89,-4 1-180,5-2 180,-5 1 0,4-3-90,-7 3 90,0-1 0,-2 0 0,0 0 0,-2 0 0,0 0 0,-2-1 0,0 1 90,0 0 0,-2 1 0,-1 0 89,0-3-179,-2 3 90,-1-2-90,-2 7 90,-1 7-90,0 3 0,0 5 0,1 0 0,0 3 90,1 2-655,-1 3 565,1 1 0,1 1 0,0-1 0,1 3 0,1-2 90,0 3-90,1-3-90,-1-3-237,2-4 148,0 0-631,2 1-539,1-2 1349,-1-3 0,5-3 0,0-4 0</inkml:trace>
  <inkml:trace contextRef="#ctx0" brushRef="#br0" timeOffset="55609">4739 2357 8792,'-3'-6'630,"-2"0"-91,3 3-269,-2-1 180,2 1 90,-1 0-181,0-1-179,6-2 0,4 0-90,3-1 0,4 1-90,-3 2 90,1 2-90,-1-2 90,4 4-90,-5 0 0,2 1 0,-6 2 90,0 1-90,-1 1 0,-1 1 0,-3 2 0,0 1 0,-3 2 0,-5 10 0,-2-1 0,-3 6 0,2-7 0,0-3 0,1-1 0,0-1 0,2-2 0,0 0 0,1-2 0,1-1 0,1 2 0,3-3 0,0 1 0,4-3 0,1 0 0,3-1 0,2 1-90,2 0 90,1-1-180,9 6 180,6 5-90,5 6 0,-6-2-444,-6-1 534,-9-6-90,-3-1 90,-3 0 0,-3-1 0,-2 0 90,-2 0-90,-4 1 0,-3 0 0,-4 2 90,-2-1-124,-4 2 34,0-1 90,-2 0-90,3-2-270,-5 0-89,8-5-451,-2 0-719,10-4-90,0-1 1619,3-1 0,2-1 0,1 0 0</inkml:trace>
  <inkml:trace contextRef="#ctx0" brushRef="#br0" timeOffset="57298">6058 2034 9152,'-4'-7'395,"0"1"-202,1 3 183,0 0-203,0 0-179,6-2 192,-1 2-97,5 0 15,-1 1-23,0 0 6,2 0 78,0-1-72,2 1-12,1-1-83,0 1-20,1-1 1,0 1 14,0 1-13,0 0 4,-1 2-14,0 0 7,0 2-20,-1 1-5,-1 4-20,-2 1-12,-1 9 34,-4 0-725,-4 11 762,-4-4 18,-4 5 21,-2 1-1399,-2 1 1437,-3 1 19,0-3-24,-2 0-12,2-5-566,-7 8 545,9-12-6,-6 8-4,13-16-9,-1 0-3,4-5 582,2-2-593,1-1 1410,2 0-1464,4-1 667,1 0-692,4-2 41,-2-2 34,3-1-11,2 0 2,1-1-68,2 0 40,1-1 37,1-1 74,1 1-123,1-1-362,-1 0 335,5-1-86,-3 1-79,1-2 66,-3 2-92,-2 0-801,-1 0 355,0-1 743,-3 1 1,5-2 0,1-1 0</inkml:trace>
  <inkml:trace contextRef="#ctx0" brushRef="#br0" timeOffset="57765">6423 2091 8972,'2'-9'180,"1"1"-90,-1 3 90,1 0 0,-1 1-91,1-1 91,0 1-90,1 1 90,3-2-90,2 0 0,1 1-90,0 1 90,0 2 0,-1 1-90,1 2 0,1 1 90,0 1-90,-1 3 90,0 2-90,-1 3 0,-1 1 90,-4 3-90,0 0 90,-6 14-90,-2-4 0,-4 11-968,-2-10 968,-2-1 0,0-1 0,-1-2-409,2-2 409,1-3 90,1-3-107,2-2 17,1 0 87,0-3 3,2-1 1002,1-1-1008,1-1 443,1-2-461,2 0-3,1-1 44,1-1-179,2-1 19,2 0 20,5-1 14,4-2 17,7-1 11,-3 0-326,2-1 300,-5-1-178,7-1-382,1-1 166,-1 0-192,-4 0-637,-7 2 355,-2 0 885,1 0 0,2-2 0,1 0 0</inkml:trace>
  <inkml:trace contextRef="#ctx0" brushRef="#br0" timeOffset="57998">6824 2245 9781,'0'-10'2159,"1"2"-2159,-2 2 0,1 4 0,0-1 0</inkml:trace>
  <inkml:trace contextRef="#ctx0" brushRef="#br0" timeOffset="58531">6946 2116 10231,'-8'-5'270,"1"1"-90,1 1 0,2-1 0,0 1 0,1 0 89,0 0-179,2-3 0,1 1-90,3-1 90,2 1 0,3-1-90,0 1 90,3-2-90,-3 3 90,1 1-90,0 0 0,-1 1 0,1 1 0,0 2 0,-2 0 0,0 1-90,0 1 0,-1 3 90,-1 1-180,-1 2-90,-5 11 91,-5 3 179,-2 3-180,-6 4 180,5-15-90,-1 5 0,4-8 90,0-2-90,2 0 90,1-2 0,1 0-90,1-1 90,1-1 0,4 2-90,0-1 90,3 0 0,0-2-90,0-1 0,1 0 90,1 0 0,-1 0-90,1 0 0,0 0 0,3 5 0,-4-3 90,2 4 0,-5-2 0,-3 0-90,0 0 90,-3 2-90,-4 6 90,0-2 0,-5 4 0,-2-2 0,1-3-90,-16 13-89,6-9-271,-6 7-90,13-14-359,4-2 899,5-5 0,1 0 0,1-2 0</inkml:trace>
  <inkml:trace contextRef="#ctx0" brushRef="#br0" timeOffset="58965">7355 2045 9512,'-3'-8'1259,"-1"3"-1079,-4 7 0,-1 3 89,-6 8-179,2 1-1231,-5 6 1321,5 0-180,0 2 348,2 0-168,-3 13-90,6-9-663,0 8 663,7-11-90,1-2-171,1 5 171,3-3 0,1 3-90,2-5 671,7 3-761,5-1 90,1-4 0,2-5 35,-6-7-125,6-4 90,-5-1 90,3-4 0,-1-3 90,-6 0 0,1-2 794,-4-3-794,-5 2 487,0-6-397,-9 0-90,-2 0 0,-6 0 0,-1 6-90,-2 0 90,-2 3-90,-2 1-295,-1 2 295,1 2-360,-6 3-179,8 0-271,-3 3-809,9-2-180,3 2 1799,2-1 0,1 2 0,0 1 0</inkml:trace>
  <inkml:trace contextRef="#ctx0" brushRef="#br0" timeOffset="61065">8516 2092 9512,'-8'-3'-180,"0"1"180,2 1 0,-1 2 0,1-1 0,0 1 0,1 1 90,-1 1-90,-3 3 0,-1 4 0,0 1 0,0 1 0,5-1 90,-2 1-90,1 0 0,0 3 0,1-2 90,0 3-90,2-1 0,1 1 0,0 0 89,3 5-89,0-4 0,2 4 90,4-1-90,-1-6 0,7 9 90,-4-12-90,3 2 0,-3-5 0,0-2 0,1-2 0,-1 0 90,5-2-90,-4-1 0,5-2 0,-6-1 0,2-1 0,0-2 0,5-4 90,-3 0-90,3-4 180,-2-4-90,-3 3 270,4-13-270,-9 11 90,1-6-90,-5 7 0,-1-1 0,-1-2 0,-2 0 89,-4-10-179,-1 5 90,-3-6-90,-6 1 90,4 10-90,-5-3 0,6 12 0,1 1 90,0 2-90,-1 2 0,1 2-90,0 2 0,1 2-90,-1 2 1,1 1-541,-3 7 180,3-1-809,0 4 270,4-3 1079,2 1 0,0 5 0,1 1 0</inkml:trace>
  <inkml:trace contextRef="#ctx0" brushRef="#br0" timeOffset="61357">8883 2302 10321,'-2'-6'-1169,"-1"0"1169,0 7 0,0 1 0,0 5 0</inkml:trace>
  <inkml:trace contextRef="#ctx0" brushRef="#br0" timeOffset="62065">9242 2030 10231,'3'-7'90,"-1"0"0,-2 1 180,1 1-180,-1-1 0,-1 1 0,-1 0 0,0 1 0,-2 1 0,-1 0-90,-1 2 90,-2 0-1,-5 2-89,2 1 0,-5 2 90,-3 6-90,5-2 0,-4 6 90,3 3-90,5-4 0,-4 10 90,9-5-90,0 1 0,5-2 0,2-5 90,6 6-90,7 3 0,3 0-952,4-1 862,-2-6 0,9 6 0,-6-6 90,5 3-90,-11-6-90,6 2 90,-8-2 0,5 2 0,-9-4-90,1 3 90,-3 0 90,-2 0-90,-5 1 1043,-4-6-1043,-2 3 90,-1-4-90,-1 0 90,-3 0 0,-7 2 0,2-2 0,-6 2-90,6-5 180,-2 1-90,2-2 0,1-1 90,1-1 0,1 1-90,2-3 90,2 2-90,0-3 0,1 1 90,2-3-90,2-4 90,2-1-90,3-5 0,1 1 90,5-5-90,0-2 0,3-4-3277,0-1 3252,1 1 25,-1-1-417,-1 2 507,-2 0 0,-1 3 0,-3 4 0,-2 0 0,0 3 0,-2 0-1,-2 1 1,-4-4-90,-1 5 90,-9-5-90,3 9 90,-7 1-90,4 4 0,-1 5-90,0-2-269,-7 6-1,5-2 0,-3 4-270,8-2 1073,0 4-443,6-3 0,-1 7 0,3-3 0</inkml:trace>
  <inkml:trace contextRef="#ctx0" brushRef="#br0" timeOffset="62641">9565 2025 10141,'-4'-7'630,"2"1"-180,-1 2-1,1 0 1,-1 0 90,1-1-360,1-1 0,2 1-90,1 0-1,3 0 1,6 1 0,0 0 0,4 1-90,-2 1 90,1 0-90,0 0 90,0 1-90,1 0 0,-1 1 90,0 1-90,-2 0 0,0 2 0,-2 0 0,-1 0 0,0 4 0,-3 0 0,-1 2 0,-5 1 0,-1-1 0,-3 1 0,-2 1 0,-2 2 0,-1 0 0,0-1 0,-2 0 0,2-2 0,-1 2 0,1-2 0,1 0-90,1-1 90,1-1 0,1 0 0,1-2 0,1 0 0,1 0 0,1-1 0,1 1 0,5 3 0,0-1 0,5 3 0,-4-7 0,2 3-90,-3-3 90,0 2 0,0-1 0,-1 0 0,-1 1 0,-2 0 0,0 0 0,-2 0-90,-2 1 90,-1 1 0,-3-1 0,-1 2 0,-1 0 0,-8 3 0,4-1 0,-3 1-90,5-5-269,-1 2 89,3-3-180,-1 0-90,4-2 540,2-2 0,2 0 0,0-1 0</inkml:trace>
  <inkml:trace contextRef="#ctx0" brushRef="#br0" timeOffset="62848">9911 2204 11221,'7'-1'1619,"0"1"-1619,-3 0 0,-2 1 0,1-2 0</inkml:trace>
  <inkml:trace contextRef="#ctx0" brushRef="#br0" timeOffset="69791">11592 2097 9781,'-6'-3'-179,"-1"-1"179,3 3 89,-1-1-89,-1 2 90,-1-1-90,1 2 0,-1 1 0,1 1 0,-1 3 0,-1 2 90,-1 2-90,0 2 0,-1 5 0,2-1 0,-1 4 0,2-2 0,2 1 0,2 1 0,1-1-342,1 1 432,2 0-90,2-2 0,3 4 0,2-1 0,6 5 0,-3-8 0,5 1 0,3-5 0,-5-6 0,6 0 0,-6-5 0,0-2 0,1-2 0,1-2 0,1-2 0,-1-1 0,2-4 0,5-6 90,1-8 90,0-6-90,-9 4 89,-8 2-89,-5 6 90,-6-12 0,-6-6 253,-2 2-388,0 13 0,-1 2-45,-4 2 0,-6-3 90,0 11-90,7 3 0,-6 3-90,0 8-90,6 1-180,-4 6 0,9-2-180,2 2-719,3 1 360,2 1 899,3-2 0,1 8 0,1 1 0</inkml:trace>
  <inkml:trace contextRef="#ctx0" brushRef="#br0" timeOffset="70040">11966 2270 10411,'-2'-9'720,"0"3"-451,0 1-2697,-3 3 2428,3 4 0,-1 1 0,1 3 0</inkml:trace>
  <inkml:trace contextRef="#ctx0" brushRef="#br0" timeOffset="70381">12240 2018 10141,'-3'-8'180,"0"0"90,0 1-90,1 2 90,-1-1-180,3 18-90,-1-3 90,2 25-90,0-14-950,0 11 950,0-5 90,0 13-90,0-8-180,0 7 0,1-16 0,0-1-90,0-1-364,1 0 5,1-2-541,0 0 359,0-4 811,2 0 0,2-1 0,1 1 0</inkml:trace>
  <inkml:trace contextRef="#ctx0" brushRef="#br0" timeOffset="70781">12396 1999 9152,'-6'-9'270,"1"2"-90,3 3-1,-1 1 91,1-1-270,4 0 90,1 2-90,6-1 90,0 2-90,3 0 0,3-1 90,3 1-651,5-1 561,3 0 90,3 0-90,1-1-723,-2 1 723,-4 2 0,-3-1-192,-3 1 192,-3 1 0,-1 0-89,-3 2 596,-2-1-507,-3 3 749,-2 0-749,-5 8 0,-5 2 0,-14 20 0,7-17 0,0 2-653,-2 1 1,1 0 652,0-2 0,1-1 90,-4 10-1044,1 0 954,2-1 0,1 1-498,3-6 498,3-2-221,2-1 221,3-2-90,0-1 1071,2 0-1161,2-2-90,1-1 918,1-1-1727,2-2 1080,2-1-1,0-2 0,7-1 0,1 0 0</inkml:trace>
  <inkml:trace contextRef="#ctx0" brushRef="#br1" timeOffset="72881">14385 1999 11503,'-2'-6'-941,"0"-2"923,1 3 153,0-2-45,-1 1 94,1-2 118,1 3-66,-1-2 17,1 1 175,0-2 228,-1 3-573,2 13 43,-1 0 43,2 13-130,-2 6 74,1-6-698,0 10 612,-1-10-99,1 0-440,-1 0 300,1-3-168,0 1 29,1-3-1106,0 0 328,1-2 1092,0-1 1,3 3 0,0 0 0</inkml:trace>
  <inkml:trace contextRef="#ctx0" brushRef="#br0" timeOffset="73481">14672 1984 9422,'0'-9'0,"0"2"90,-1 0 0,0 2-1,1-1 1,-3 1 0,1 1 90,-4-1-90,-2 3-90,0 0 90,-3 4-90,4 1 90,-1 2-90,-3 4 90,1 3-90,0 1 0,2 2 0,4-6 90,1 1-90,2 1 0,1-1 0,1 2 0,1 1 0,2-1-90,3 2 90,3 1-339,2 0 249,4 1 0,2 0 0,0-1-90,2-1-90,8 4 180,-6-5-558,3 3 468,-10-6 91,-2 0-1,-3-2 0,-2 0 235,-1-1-235,-2 1 0,-2-2 0,-1 2 662,-1-2-662,-3 1 90,-1 0 0,-7 3-90,-5 1 90,-1 0 0,-11 0 90,10-5-90,-5 1 90,7-4 0,1 0 0,1-2 0,-1 0 0,5-2-90,-1-1 90,5-2-90,2-1 90,1-1-90,3-1 0,0-3 0,3-3 90,6-15-90,0 5-1240,4-11 1330,-4 8-90,3-12 0,-5 9 90,2-8 0,-6 15-90,-1 5 90,-1 1 0,-2-2-90,-2 5 90,-2-3-90,-4 5 0,-8 4-180,3 2 0,-5 5 1150,8 4-1510,2 1-359,0 0 719,1 2 180,3-1 0,0 5 0,0 1 0</inkml:trace>
  <inkml:trace contextRef="#ctx0" brushRef="#br0" timeOffset="73740">14992 2100 10411,'-9'0'-360,"2"0"-2158,4 2 2518,0 2 0,1 0 0,1 1 0</inkml:trace>
  <inkml:trace contextRef="#ctx0" brushRef="#br0" timeOffset="74183">15229 1959 9871,'-1'-9'720,"-1"0"-540,0 3 0,0 0 0,-1 3-180,-2 1 90,1 2-90,-2 2 90,1 2-90,0 1 89,-1 1-89,0 1 90,1 1-90,1 0 0,0 1-90,1 0 90,0 1-89,2 1-1,1 0 0,1-1 0,1 0-90,3 1-90,4 4 90,0-3 0,5 4 0,-3-5 90,1-1-90,0-1 90,-1-1 1,-1 1-1,0-1-90,1 4 0,-2 0 90,0-1 90,-4 1 0,-3-4 0,-3 0 0,-1 1 0,-7 6 90,1-3-90,-12 9 90,5-8-424,-6 3 334,5-5 0,1-1 0,0-2-90,1 0-450,-2 3-359,4-5 719,0 1 180,6-3 0,1-3 0,1 1 0</inkml:trace>
  <inkml:trace contextRef="#ctx0" brushRef="#br0" timeOffset="74439">15236 1947 8882,'-4'-6'809,"4"-1"-719,3 3-90,5-2 90,0 2 0,3 0-90,1-2 90,3 1-90,1-1-90,4-2-449,10-3-1,-8 3-450,7-2 990,-4 2 0,-1-1 0,7-2 0</inkml:trace>
  <inkml:trace contextRef="#ctx0" brushRef="#br0" timeOffset="74881">15639 1910 10591,'-8'-4'1619,"-1"3"-1529,4 3 90,-1 3-90,0 3 0,-1 3 0,-3 5-90,-1 4 90,0 3 0,-5 15-937,4-9 847,5-9 0,0 0-180,-1 7 90,2-3-90,2-2-184,1-4 184,3-1-89,0-2 89,3-1-90,1 0 0,2-2 90,1-1 830,3-1-830,2-1 201,1-2-201,0-2-90,6-2 180,-4-2 90,5-3 0,-6 0 90,0-2 0,-1-2 90,2-4 180,-1-2-180,-3-1-90,-5 0 90,-5 5-90,-1-2 0,-3 1 0,-3 0-1,-5 1 1,-2 1-90,-4 2-248,-2 2 248,-2 3-450,-8 2-90,8 2-989,-5 1 0,12 0 1507,2 1 1,-2 3 0,1 0 0</inkml:trace>
  <inkml:trace contextRef="#ctx0" brushRef="#br1" timeOffset="78207">17529 1858 11887,'-8'-1'-460,"1"0"420,2 0 60,-1 0 28,2-1-62,-1 0 42,9-1 136,0 0 75,8-1-50,9 0-13,9-2-73,3 0 87,2-1-30,-9 4-540,-3 0 396,-2 1-142,-3 1 69,0-1 15,-3 2 89,0 0-101,-1 1-12,0 1-13,0 3-48,-4 1 575,-2 2-700,-4-1-10,-4 1 51,-2 2 34,-9 8 44,0-1 36,-8 6 55,0-3-870,-2-1 1032,-1-1 14,0 0-38,1-2-18,1-1-35,3-3-6,-1 2-14,5-3 76,3 0-106,5-2-31,5-4-57,2 2-42,3-2 921,2 0-908,2 0 21,3 0 22,1-1 10,1 0 37,1 0 51,-2 0 36,-1-1 6,0 2-31,-3-2-101,0 3 55,-1-2-10,-3 2-27,-2 0 70,-2 1-41,-2 0 24,-3 2 41,-2 1 14,-5 2 32,-3 2 16,-3 0-629,-1 0 682,-1-2-38,1-1-29,1 0-26,2-3-202,3 0-101,1-1-187,2-1-1627,1 0 2052,3-1 1,2-2 0,3-2 0</inkml:trace>
  <inkml:trace contextRef="#ctx0" brushRef="#br0" timeOffset="78448">18074 2032 9332,'-5'-6'719,"2"0"-359,-1 3-180,1 0-180,-1 0 0,2 1 0,1 1 0</inkml:trace>
  <inkml:trace contextRef="#ctx0" brushRef="#br0" timeOffset="79073">18425 1875 9422,'-7'-7'449,"-3"0"-269,4 3 0,-2-2-90,1 3 90,0 0-90,0 0 90,-1 0-90,-1 1 0,1 1 0,0 0 0,-5 3 0,2 1-90,-3 1 90,4 1-90,0 1 89,1 2 1,1 1-90,1 0 90,0 7-90,2-4 0,2 3 0,3-4 0,2 1-3277,1 1 3162,4 1 25,3 2-320,2 1 320,5 0 0,0 0 0,2 0-90,0-2 90,0 0 0,-2-2 0,-2 0 90,-2-2-180,0 3 90,-3-2 0,-1 1 90,-4-3-89,-3-1 89,-1 1-90,-3 3 3323,-1-2-3233,-4 3 479,-1-4-569,-2 1 90,-3-1 0,-2 1 0,-3 0-483,-2 1 483,-1-3 0,3 0 0,0-3 0,4-1 0,1-1 0,1-2 0,3 0 0,-2-1 0,3-3 0,4-7 483,3 0-573,12-17 90,0 7-90,5-11 90,-1 6 0,0-4-236,0 1 191,-5 7 0,0-1-730,3-9 775,1-8 0,-7 14-55,-3-4 55,-4 3 0,-1 2 0,-4 5 0,-2 8 216,-1 1-216,-3 2 788,-1 2-788,-1 3 0,-2 1-90,-2 1-359,-6 6 89,5 0-630,-4 4 631,10-2 359,2 1 0,0 2 0,0 2 0</inkml:trace>
  <inkml:trace contextRef="#ctx0" brushRef="#br0" timeOffset="79548">18784 1933 9422,'-1'-8'1169,"0"1"-989,-3 3 0,0 0 180,0 3-271,-5 1 91,1 1-90,-5 1 0,2 3 180,-12 12-270,6-3-803,-9 10 893,11-3-90,0 1-28,2 2 118,1 11 0,5-10-600,1 5 510,6-12 90,1 0-215,3-1 35,1-1 90,1-1-90,3-2 90,2-1-90,1-3 0,3-1 911,2-2-911,0-2 0,1-2-107,2-3 107,-1-1 90,3-3 415,11-8-415,-7 0 0,6-6-693,-13 3 693,-1-2 0,-5-1-212,-1 1 212,-4 1 0,-3 0 90,-3-1-90,-2-5 0,-4 1 0,-3-3 90,-5 1-90,-12-4 0,2 9 0,-1 6 0,-1 2-788,-8 2 788,11 5 0,-1 2-135,0 3 0,1 1-942,-11 3 717,-5 4-359,16 0-153,6 1-567,3 0 1506,5-1 0,1 5 1,1 0-1</inkml:trace>
  <inkml:trace contextRef="#ctx0" brushRef="#br0" timeOffset="79757">19319 2051 14009,'1'-8'-820,"2"5"1,-9 4 0,0 3 0</inkml:trace>
  <inkml:trace contextRef="#ctx0" brushRef="#br0" timeOffset="83973">1676 8423 7083,'-4'-7'540,"1"0"-360,1 2-1,-1 0-89,1 0 90,1-1 90,-1 1 0,0 0 450,1 0-451,-2-2 181,2 1-90,-2-3 0,1 4 0,0 0-1,0 2-269,4 18 0,-1-3-45,2 10 0,1 2-45,-2 7-800,1-8 1,-1 1 889,0 12-90,0-6 0,0 0 0,-1-5 0,-1 1-904,2 8 1,-1 1 948,-1-9 0,0-1-45,0 1 0,1 0-319,-2 0 1,1 0 318,-1 10 0,0 2-457,0-11 1,0 1 456,-1 8 0,1 0 0,0-12 0,-1 0 0,1 6 0,-1 0 0,1-7 0,-1 0 0,0 3 0,0 0 0,0 8 362,-1-2-542,2-4 1145,-1-4-1145,1-5-180,1-3 497,0-3-496,1-2 1298,0-1-2288,0-2 1016,1-2 333,-1-2 0,0-2 0,0-2 0</inkml:trace>
  <inkml:trace contextRef="#ctx0" brushRef="#br0" timeOffset="86749">1621 8218 9332,'1'-9'270,"0"1"809,-2 2-989,2 2 0,2 1-90,3 2 90,3 0-90,0 1 0,2-1 90,3 0-3367,2-1 3162,6 0 160,-1 0 0,1 0-656,-1 0 0,0 0 611,8-1 0,1 1 0,-5-1 0,0 1 45,2 0 0,0-1-741,1 0 1,1 0 695,5 0 0,1-2-688,2 1 1,1-2 687,-10 3 0,1-1 0,2 0 22,1 0 1,3-1-1,1 1 1,-2-1-23,3 0 0,-1 1 0,1-1 0,-1 1 0,3-1 0,-1 1 0,-2-1-95,1 1 1,-2 0 0,3-1 94,-6 1 0,2 0 0,1 0 0,-1 0 0,-1 0-72,1 0 0,-1 0 0,0 0 1,1 0 71,1 0 0,1 0 0,1 0 0,0 0 0,-2 0 0,2 0 0,-1 0 0,-1 0 0,1 0-6,1 0 0,0 0 1,1 1-1,-1-1 6,0 0 0,0 0 0,0 1 0,1-1 0,3 0 0,0 0 0,0 0 0,0 0 0,-3 0 0,-1 1 0,1-1 0,0 1-55,0-1 0,0 1 0,0-1 1,1 1 76,2-1 1,0 1-1,1 0 1,-1-1-23,-2 1 0,-1 0 0,0 0 0,1 0 0,-5 1 0,0-1 0,1 1 0,0-1 0,0 1 0,-1-1 0,0 1 0,1-1 0,-1 1 0,0-1 0,0 1 0,0-1 0,0 1 0,1 0 0,1 0 0,1 0 0,3-1 0,0 1 0,1 0 0,-1 0 0,-2 0 18,2 0 0,-2 0 0,0 0 0,0 0 0,2 0-18,-1 0 0,1 0 0,2 1 0,-1-1 0,-1 0 0,-1 0 0,-1 1 0,-2-1 0,-1 0 0,0 1 0,1-1 0,-1 1 0,-1-1 0,1 1 0,1-1 0,3 1 11,-3-1 0,2 0 0,3 0 1,1 0-1,0 0 0,-1 0 0,-1 1 1,-2-1-12,-1 0 0,-2 1 0,-1-1 0,0 1 0,2-1 0,1 1 0,1-1 0,2 0 0,1 0 0,2 0 0,-2 0 0,0 1 0,-3-1 0,-3 0 0,9 1 0,-4-1 0,-2 1 0,1 0 18,-5-1 0,1 1 0,0 0 0,0 0 0,-1 0-18,2 0 0,-1 0 0,0 0 0,1 0 0,-3 0 0,2-1 0,0 1 0,-1 0 0,0 0 0,2-1 0,-2 1 0,0 0 0,2-1 18,-3 1 0,2-1 0,-1 1 0,0-1 0,0 1-18,1-1 0,-1 0 0,1 1 0,0-1 0,-2 0 0,0 1 0,0-1 0,2 0 0,-1 0 0,5 1 0,1-1 0,0 0 0,-1 0 0,0 0 0,2-1 0,0 1 0,-1-1 0,3 1 14,-10 0 1,3 0 0,0 0 0,0 0 0,-1 0 0,-3 0-15,5 0 0,-3-1 0,-1 1 0,1 0 0,3-1 0,0 1 0,1-1 0,-1 0 0,0 1 0,1-1 0,-1 0 0,-1 0 22,-3 0 1,-1 0 0,1 1-1,2-1-22,3-1 0,3 0 0,1 0 0,-1 0 0,-1 1 0,0-1 0,-2 0 0,1 0 0,0 0 0,-3 0 0,1 0 0,0 1 0,1-1 0,-1 0 18,1 0 0,1-1 0,0 1 0,-1 0 0,-2 0-18,-2 0 0,-3 0 0,1 1 0,1-1 0,-1 1 0,3-1 0,-1 0 0,0 0 0,-2 0 0,6 0 0,-3 1 0,3-1 0,0-1 0,2 1 0,0 0 0,-3-1 0,3 1 0,-2 0 0,1 0 0,-2-1 0,1 1 0,0 0 0,-3-1 0,-1 1 0,-2 1 0,0-1 176,0 1 1,0-1-1,0 1-176,0 0 0,-1 0 0,0 0 30,0 0 0,0 0 0,1 0-60,-1 1 0,0-1 0,0 1 30,0-1 0,0 0 0,0 0 30,0 1 0,0 0 0,1-1-30,-1 1 0,0-1 0,0 0 0,1 0 0,-1 1 0,0 0-177,0-1 1,0 1 0,0 0 176,0 0 0,0 0 0,0 0 28,0 0 1,0 0 0,0 1-29,0-1 0,0 0 0,0 0 0,0 0 0,0 1 0,0-1 0,-1 0 0,1 0 0,0 0 0,1 0 0,-1 1 0,0-1 0,0 1 0,0-1 0,0 1 142,0-1 0,-1 1 0,2-1-165,0 1 1,2-1-1,0 1 1,-2-1 22,3 1 0,-2 0 0,1-1 0,-1 1 0,1-1 0,0 1 0,-2-1 30,0 1 0,-2 0 0,0 0 151,1 0 0,1 0 0,-1 0-181,1 0 0,0 0 0,-1 0 58,2 0 1,-1 0 0,0 1-59,1-1 0,0 0 0,-1 0-187,1 0 0,0-1 1,0 1 186,1 0 0,-1 1 0,1-1 0,-1-1 0,1 1 0,-1 0 0,2 0 0,-1 0 0,0 0-4,1-1 0,0 1 0,-1-1 4,1 1 0,1 0 0,-1-1-85,1 1 1,0 0 0,0-1 84,0 1 0,0 0 0,0-1 0,0 1 0,0 0 0,0-1 0,0 1 0,-1-1 0,3 1 0,1-1 0,2 1 0,1-1 0,-2 0 0,-8 0 0,-2 1 0,0-1 0,4 0-83,0 0 0,3 0 1,1 1-1,1-1 1,-1 0-1,-4 0 83,1 0 0,-3 0 0,-1 0 0,3 0 0,-1 0 0,2-1 0,1 1 0,-1 0 0,-2 0 0,9 0 0,-2 0 0,0 0 0,1-1 0,0 1 0,0-1 149,-1 1 0,0 0 0,3-1-167,-9 1 0,2-1 0,0 1 0,1-1 0,-3 1 18,0 0 0,-1 0 0,0 0 0,1 0 0,0 0 0,1-1 0,1 0 0,-1 1 0,-2-1 0,9 1 0,-4 0 0,1 0 0,0-1 0,1 0 0,-1 0 0,0 0 0,0 1 0,0-1 0,-1 0 0,0 1 0,2-1-135,0 1 1,2-1 0,0 0 0,-2 1 134,2-1 0,-2 1 0,2-1 0,-3 1 0,3-1 0,-2 0 0,-2 1 0,0 0 0,-3-1 0,0 1 0,1-1 0,-1 1 0,1-1 0,-1 1 0,0 0 0,1 0 30,-2 0 0,1 0 0,0 0-30,-1 0 0,0 0 0,0 1 0,-1-1 0,0 0 0,0 0 0,0 1 0,0-1 0,0 1 30,-1-1 0,-1 1 0,1 0-30,-1-1 0,1 1 0,-1 0 0,0 0 0,-1 1 0,1-1 0,-1 0 0,0 0 0,-1 1 30,1-1 0,-1 1 0,0-1 61,11 1 1,-2 0-92,0-1 0,0 1 0,-5-1 0,0 1 0,0-1 0,0 1 45,-1-1 0,0 1 101,-1-1 0,0 1-146,-2 0 0,0 0 489,-2-1 1,1 1-490,4 0 0,-1 0 0,-8 0 0,-1-1 0,3 1 0,-1 1 90,9-2 0,-13 0 1718,7 1-1718,-16 0 1912,3 1-2002,-6-1 2361,-1 0-2271,0 0 628,-1-1-628,-1 1 119,0 0-119,1 0-1,-1 0 1,1 0 0,-2-1 90,2 1-90,0-1 0,-1 1-90,0 0 0,0 0 0,0 1 0,-2 1 0,0 2 0,-1 1 0,2 1 0,0 6 0,0-2 0,0 6 0,0-2 0,-1 2 0,0 1-336,-1 2 336,0 2-745,0 4 745,0 0 0,-1 6 90,-1-2-90,0-5 0,-1 1 0,0 13 0,0-13 0,-1 1 0,-1 5 0,-1-1 0,1-7 0,0 1 0,-1 2 0,-1 3 0,0-1-1131,-2 7 1,0-2 1130,0 1 0,0-1 0,0-1 0,-1-1 0,3-9 0,0-1 0,-2 10 0,-1 1-707,3-9 0,-1 0 707,-1 7 0,0-2-232,-3 7 232,2-1 0,-1 1 0,1-2 0,0 2 0,2-5 0,1-3 0,0-2 0,1 4 0,1-9 427,-1 6-337,2-12-90,1 0 1860,-1-2-1860,1 3 1946,0-5-1946,1 3 755,-1-6-755,1 0 0,-1-1 0,1 1 0,-1-2 0,1 2 0,-1-3 0,0 2 90,0-1-90,1 1 0,-1-1 0,-1-1 0,-3-1 0,-1-1 0,-8 0 0,4-1 0,-13 2 0,6-2 0,-9 1 0,-13 0-889,7-1 889,8 0 0,0 0 0,-17 0 0,9 0 0,-4 0 0,9 0 0,-2 0 0,0 0-962,0-1 0,0 1 1,-1 0 961,0-1 0,0 2 0,0-1 0,-8-1 0,1 1-1071,-3-1 0,-1 1 1071,10-1 0,0 0 0,0 1-478,-1-1 1,-1 0 0,0 0 477,0 0 0,-1 0 0,-1 1-228,1-1 0,-1 0 0,-1 1 228,0-1 0,0 1 0,0 0-24,0-1 1,-1 1 0,0 0 23,0 0 0,0-1 0,-3 2 0,8-2 0,-1 2 0,-1-1 0,-1 0 0,0 0 0,-1 1 0,-1-1 0,-1 1 0,1-1 0,-1 1 0,1-1 0,0 1 0,-1-1 0,1 1 0,0-1 0,1 1 0,0-1 0,1 1 0,0 0 0,2-1 135,-9 1 0,2 0 1,-2 1-118,6-2 0,-1 1 0,-2 0 0,1-1 0,1 1-18,0 0 0,1 0 0,1 0 0,-4 0 0,6-1 0,-2 1 0,-2 0 0,1 0 0,0 0 0,3 0 0,-3 0 0,2-1 0,0 1 0,-1-1 0,1 1 0,0 0 0,-1 1 0,0-1 0,1 0 0,-6 0 0,1 0 0,0 0 0,-1 0 0,5 0 0,-1-1 0,1 1 0,-1 0 0,0 0 0,1 0 0,1 1 0,-1-1 0,0 0 0,0 0-82,1 0 1,0 0 0,0-1 0,-1 1 0,-2 0 81,3 0 0,-2 0 0,0 0 0,-2-1 0,1 1 0,1 0 0,2 0 18,-6 0 0,2 0 0,1 0 0,-1 0 0,-2 0-18,2-1 0,-1 1 0,-1 0 0,0-1 0,1 1 0,2 0 0,1 0 0,1-1 0,2 1 0,0 0 0,0-1 22,-7 1 1,2 0-1,-1 0 1,0 0-23,0 0 0,0 0 0,-1 0 0,1 0 18,5 0 0,-1 0 0,1 0 0,0 0 0,1-1-18,-2 1 0,2 0 0,-1 0 0,-3 0 15,2 0 0,-3 0 0,-2 0 0,0 0 0,1 0 0,2 0-15,2 0 0,2 0 0,0 0 0,0 0 0,-1 0 15,-1 0 0,-1 0 0,-1 0 0,1 0 0,0-1 0,3 1-15,-6 0 0,3 1 0,0-1 0,-3 0 15,6-1 0,-1 1 0,-1-1 0,-1 0 0,-1 1 0,1-1-15,-2 1 0,-1 0 0,0-1 0,0 1 0,0 0 0,0 0 15,0-1 0,0 1 0,0-1 0,0 1 0,1-1 0,-1 0-15,3 1 0,-1-1 0,0 1 0,2-1 0,0 1 0,1-1 0,-6 1 0,2 0 0,0 0 0,0 0 0,-1-1 0,0 1 0,-1-1 0,0 1 0,6-1 0,-1 1 0,0 0 0,0 0 0,0 0 0,0 0 0,0 0 0,0-1 0,0 1 0,1-1 45,-4 1 0,1 1 0,-1-1 0,-2 0-45,4 1 0,-3-1 0,-1 0 0,1 1 0,0-1 0,3 0 0,-3 0 0,3 0 0,-1 0 0,-2 1 26,3-1 0,-3 0 1,-2 0-1,1 0 1,2 0-1,2 0-26,0 1 0,3-1 0,0 1 0,0-1 22,-4 1 1,0-1-1,0 1 1,0 0-23,5-1 0,0 1 0,0 0 0,1-1 0,-1 1 0,1 1 0,0-1 0,-3 0 18,-1 0 0,-2 0 0,-1 1 0,1-1 0,2 0-18,-1 0 0,2 1 0,-1-1 0,0 0 0,0 0 0,-2 1 0,0-1 0,1 0 0,2 1 7,-8-1 0,3 1 0,0-1-7,-1 0 0,1 1 0,-1-1 0,1 0 0,-1 1 0,1-1 0,0 0 0,0 0 0,0 0 0,0 0 0,0 0 0,1 0 0,0-1 0,0 1 0,0 0 142,1 0 1,1 0 0,-1-1-143,1 1 0,0-1 0,1 0 0,1 0 0,0 1 0,0-1 0,2 0 0,-1 0 0,1-1 183,1 0 0,1 0 1,-1 1-154,-8-1 0,-2 1 0,2-1 56,10 0 1,1 0-1,-1-1-86,-6 1 0,-1 0 0,3 0 0,1-1 0,0 1-38,3-2 0,-1 1 0,0 0 38,0-1 0,0 0 0,-1 1 329,-7-1 0,-2 0 0,3 0-359,7 0 0,2 0 0,0 0 30,-13-1 0,3 2-113,11-1 0,0 0 113,1 1 0,-1 1 0,1-1 0,-2 0 0,-10 1 0,-1 0 0,10 0 0,0-1 0,-9 2 0,0-1 240,12 0 1,2 0-241,-1 0 0,1 0 0,2 0 0,0 0 0,-1 0 0,0 0 0,-17 0 0,17 0 0,-1 0 0,2-1 0,1 1 0,-1 0 0,0-1 204,-1 1 1,-2-1-205,-8 1 0,-2-1 0,-5 2 0,-2-1 0,1 0 0,-1-1-30,7 1 0,-1 0 0,1 0 30,4 0 0,0 0 0,1 0-151,-1 0 1,0 0 0,1 0 150,-1 0 0,2 0 0,0 0 0,-2 0 0,0 0 0,0 1 0,0-1 0,-1 0 0,1 0 0,0 0 0,0 1 0,-1-1 0,1 0 0,0 0 0,-2 1-197,3-1 1,-1 0 0,0-1 196,-5 2 0,0-1 0,6 0 0,-1 0 0,-2 0-94,3 0 1,-2 1-1,0 0 1,0 0 93,-9 0 0,0 0 0,-2 0-18,9 1 0,-2-1 0,-1 1 0,0 0 0,3-1 18,1 1 0,2-1 0,0 0 0,0 0-270,-8 2 1,0-1 0,2 1 269,-3 0 0,2 0 0,-1 1 0,0-1-72,3 1 1,1-1 71,1 0 0,-1 1 226,3-1 0,-1 0 0,1 1-226,-6 0 0,-1 0 0,10 0 0,-3-1 0,0 1 0,1 0-93,-7 0 0,2 1 0,1-1 93,2 0 0,1 0 0,0 0 0,-1 0 0,0 0 0,2-1 171,-3 2 0,1-1-171,2 0 0,0 1 0,-5 1 0,1 0 0,4-2 0,2 1 0,-3 1 0,1-1 96,3 0 0,-1-1-96,2 1 0,-1-1 0,1 1 0,-1 0 0,-9 1 0,-1 0 0,11-1 0,-1 0 0,-8 1 0,1 0 0,10-3 0,2 1-19,0-1 0,-1 0 19,2 0 0,-1 0 0,1 0 0,-1 1 0,-8 0 0,0 0 0,9 0 0,0-1 0,-6 0 0,0 1 0,-5 2 0,0-1 1660,1-1-1660,10-2 0,-1 1 0,-17 0 413,18-1 0,1-1-413,-11 1 0,11-2 1700,-1 0-1700,1-1 0,1 1 1144,0-1-1144,2 1 0,0-2 0,-1 1 0,1 0 0,-2 0 0,0 1 0,-1-1 0,2 1 0,-11 1 0,-2 0 0,1 1 0,-7 2 0,10-2 698,-1 0-698,5 0 0,8-2 0,2 2 0,-1-2 272,1 1-272,-4-1 0,6 1 0,-3-1 588,6-1-588,1 1-90,-3 0-179,3-1-271,-4 0-1889,7 0 540,7-4-539,1 1 2428,7-2 0,2-2 0,1 0 0</inkml:trace>
  <inkml:trace contextRef="#ctx0" brushRef="#br0" timeOffset="87406">4070 7931 10141,'-7'2'-539,"1"0"898,1 0-89,3 2-90,0 5-90,1 0 90,0 5-90,0 0 90,0 5-90,1 6-1087,-1 1 1,0 1 1041,1-3 0,0 0 0,-1 11 0,0 0 0,2-7 0,-1-1 0,0 2 0,1 0 0,0 0 0,0 0-45,0 0 0,1-1 45,-1 1 0,1-1 0,-1 0 0,1 0-45,0-1 0,0 0 44,0 0 1,1-1-45,-2-1 0,1 0-685,1 5 1,0-1 729,-1-6 0,1-2-232,0 4 0,1-1 7,1 4 0,0-5-180,1-5-809,3 0-180,-1-7-1,3-1 1350,-2-7 0,6-4 0,3-2 0</inkml:trace>
  <inkml:trace contextRef="#ctx0" brushRef="#br0" timeOffset="87817">5847 7734 9871,'-3'-7'1350,"1"1"-541,-1 2-719,2 11 0,0-2 0,2 12-90,1-2 90,1 7-90,1 5-706,1 10 751,-2-5 0,1 2-1159,-2-7 0,0 2 1159,1 9 0,0 0-45,-2-9 0,1-1 0,-1 2 0,1 0 0,-1 1 0,0 0 45,1 0 0,-1 0-45,0 2 0,0-1 0,0-1 0,1 0-223,-1-2 1,0 2-1,1-2 223,0 4 0,0-1 0,1 10 0,-1-1 0,0-15 0,1-1-90,0 8 1,1-1-496,1-3 0,0-1 405,-1-1 0,2-1-1459,1-3 1,1-3-849,1-2 2487,3 0 0,0-9 0,2-1 0</inkml:trace>
  <inkml:trace contextRef="#ctx0" brushRef="#br0" timeOffset="88239">7040 7801 10951,'3'-7'180,"-1"1"0,0 1-1,-1 1 91,1 0 90,0 0-270,3 18 0,-2 5 0,3 15-45,-3-9 0,-1 2-1710,1 12 1665,-1-10 0,0 0 0,-1-7 0,0 0 45,0 3 0,0-1-45,0 2 0,0 0 0,0 1 0,0 0 44,0 1 1,0 0-45,0 1 0,0 0-859,0-1 0,0 1 859,0 0 0,0-1 45,0 1 0,0-1-45,0 1 0,0-1-178,0-1 1,1 2 222,0 11 0,1 0-591,-1-9 0,1-1 546,0 8 0,1 0-55,-2-12 1,1-2 9,1 0 0,-1-1 0,0-1 0,1 1-132,1 3 0,-1 0-362,4 13 3,-4-17 1,0-1-1084,2 4 711,0-3 908,1-5 0,2 0 0,1 0 0</inkml:trace>
  <inkml:trace contextRef="#ctx0" brushRef="#br0" timeOffset="88656">8311 7816 10681,'-3'-7'0,"0"1"0,1 2 0,-1 0 90,1 9-90,1-1 90,0 8 0,3-1-90,-1 2 90,2 3 0,1 6-90,0 4-1090,0 6 1180,-1 7-982,-1-17 0,-1 0 937,1 2 0,-1 1 0,0 1 0,0 0-45,0 0 0,0 1-561,-1 0 0,1 0 606,-1 0 0,0 0-45,1 0 0,-1 1 0,0 0 0,1 0 45,-1 12 0,0 1-45,1-11 0,-1 1 45,1 9 0,-1-1-1065,2-12 1,0 0 974,-1-1 0,1 1-45,0-2 1,1 2-510,0 5 0,1 0 194,-1-8 0,0-1 218,2 5 1,-1-2-984,3 7 1170,0-5 0,-1 3 0,1-3 0</inkml:trace>
  <inkml:trace contextRef="#ctx0" brushRef="#br1" timeOffset="89909">2938 7573 10182,'3'-6'-79,"0"8"-417,-2 2 367,1 8 134,-1-1 11,0 2 93,0 2-97,0 2-24,0 1 60,1 0 51,0 1-63,-1-1-683,1-1 346,1 0 326,-1-1 1,3 4 0,0 1 0</inkml:trace>
  <inkml:trace contextRef="#ctx0" brushRef="#br0" timeOffset="90533">4834 7365 8162,'1'-8'900,"-1"1"-810,2 1 0,-1 2 90,3-2-180,0 2 180,6-3-180,-3 1 89,4 1 1,-2 0-90,1 1 0,0 0 90,6 1-90,-4 2 90,3 0-90,-6 2 0,1 2 0,-1 1 90,-1 3-180,0 5 90,-4 0-90,0 4 90,-5-2-90,-1 1 90,-3 5-90,-2 2 90,-1 4-832,-1-1 832,1 1-89,1-4-265,1-2 354,2-4 0,0-1 0,3-3-90,0 0 90,2-2 714,1-1-714,2-1 382,3-2-382,2-1 0,2 0 0,17 0-90,1-4 0,6 0-180,-7-3-601,-5-2 502,-1 0-358,0-1-34,-2 1 782,-3-1 1,4 0 0,0 0 0</inkml:trace>
  <inkml:trace contextRef="#ctx0" brushRef="#br0" timeOffset="91157">6454 7281 8072,'2'-10'180,"0"3"-90,1 1 0,1 2 0,1-1 0,1-1 0,1 0-90,0 0 90,3 1-90,-2-1 90,2 0-90,-1 1 90,-1 1 0,5-1-90,-4 1 0,5 0 90,-7 3 0,1 0-90,-5 3 0,-1 2 0,-3 1 90,-1 2-90,-2 0 0,-1 1 0,0 0 0,-1 2 0,0-1 0,0 5 0,1-4 90,0 2-180,3-4 90,1 1 90,1-2-90,4 4 0,1-4-90,3 4 90,-1-4 0,2 0-90,0 0 90,1-1-90,0 1 90,1 0-90,4 4 90,-4-2 0,2 3-90,-6-3 90,-1 1-90,-2 0 90,-2 1 0,-2-1-90,-4 8 90,0-4 0,-5 5-90,-1-4 90,-2 1-316,-1 0 136,1-1-90,2-4-540,1 0 361,0-2 449,3-2 0,-1 2 0,2-1 0</inkml:trace>
  <inkml:trace contextRef="#ctx0" brushRef="#br0" timeOffset="91865">7473 7201 8252,'4'-6'540,"0"0"-270,-1 2-90,-1 1 269,1-1-179,-1 1 180,0-1 0,2 0-360,-3 7 0,0-1-90,-1 6 90,-1-1 0,-1 1-90,1 3 90,-1 0-90,-1 2 0,0 1 89,0 1-89,-1 2 0,0 0 0,0 0 0,0-2 0,1 0-89,0-2-91,0 1 90,0-2-90,0-1 90,0-2-90,1-2 0,0 0 90,1-1-90,0-1-90,0 1 1,2-2 269,5-4-90,-2-1 90,3-3-90,0-1 90,-1 1-90,1-2 90,-1 2 0,-1 0 0,1 0-90,3-2 90,-2 1-90,6-2 90,-5 3-90,3 0-90,-3 0 90,-1 1 0,1 0 0,0 0 0,0 0 0,3-1 0,-3 1-90,4-4 90,-3 1 90,-1 0-90,-1-1 90,-3 3 0,-1-2 0,-1 1 0,0 0 0,1 0 0,-2 0 90,2 0-90,-2 1 0,3 7 0,-4 1 0,1 9 0,-2-1 0,-3 12 90,2-5-647,-2 10 557,2-7-154,2 0 64,-1 1-90,2-1-630,0-1 270,1 0 181,0-3 359,2-2 0,2 3 0,1 1 0</inkml:trace>
  <inkml:trace contextRef="#ctx0" brushRef="#br0" timeOffset="92540">10069 7614 7713,'1'-9'1889,"-1"1"-1800,3 17 1,0-3 0,1 14 90,-1 0-1575,0 6 1574,1 8-134,-3-13 0,0 0 45,0 2 0,0 1-45,1 3 0,-1 1-887,0 1 1,-1 2 930,1 0 1,0 1-45,0 2 0,-1 0-1070,1 1 1,-1 0 1069,1 5 0,-1 1-45,0-4 0,0 0-742,0 4 0,0-1 787,0-4 0,0-1-45,0 0 0,1-1-105,-1 0 1,1-1 104,0-1 0,0 0 45,1-1 0,0-1-45,0-1 0,1-1 105,0 0 1,0-2-106,0-1 0,1-1-135,0-3 0,0-1-228,4 16-87,0-7-269,-1-6 851,-1-4-1302,0-5 1445,-1-4 1,1-2-1,1-1 1</inkml:trace>
  <inkml:trace contextRef="#ctx0" brushRef="#br0" timeOffset="93139">9261 7307 9332,'5'-6'270,"-1"0"-181,-1 3 181,0 0-90,0-1 180,0 1 0,1 0 449,-2 0-629,-9 7-90,-1 2 0,-7 4-90,4 0 90,3-1-90,1-1 0,0-1 0,3 1 90,0-1-180,2 0 90,1 1-180,4 1 90,1-2-90,4 3-179,6-3 269,0-2-90,6 0 90,-3-1-90,1-2 90,0-1-90,0 1-90,6 0 180,-8 0-90,3 1 90,-9-1 0,-2 1 0,-2 1 1,-1 0-1,-3 0 0,-2 2 90,-2 0-90,-3 1 90,-1 1 0,-4 1 0,-4 1-426,-2 2 462,-3 1 0,0 0-89,0-3-362,-3 4-539,6-6 718,-2 2 244,9-4 0,-5-2 0,1 0 1</inkml:trace>
  <inkml:trace contextRef="#ctx0" brushRef="#br0" timeOffset="93373">9286 7322 8612,'0'-10'270,"0"3"-54,3 0-88,1 3-5,6-4-5,-1 2-7,14-7-96,-5 5-914,9-5 752,-4 3-1273,15-6 1338,-5 3-312,-11 4 1,0 0 0,4-2 0,-1 0 0,3-1 0,-1 1 0</inkml:trace>
  <inkml:trace contextRef="#ctx0" brushRef="#br0" timeOffset="93956">11886 7403 9062,'9'-4'809,"-2"1"-539,-2 2-180,0 3 0,0 1 90,1 4-90,-2 1 0,0 6 180,2 21-180,-3-3-1538,0 7 1,0 3 1492,-2-14 0,-1 0-15,1-1 0,0 2 0,0-1-1172,0 5 0,-1-1 1187,1 1 0,1 1 0,-1 4 0,0 1-544,1-5 0,-1 1 0,0-1 529,1-5 0,-1-1 0,0 0-384,1 8 0,0 1 0,0-3 399,1 1 0,-1-1-91,2-2 1,-1 2 0,1-2-45,-1 1 0,1-1 126,1 10 1,1-3-217,-2-13 1,0-3 341,5 18-1601,-1-6 0,0-6 1439,-2-6 0,2-1 0,-1-4 0</inkml:trace>
  <inkml:trace contextRef="#ctx0" brushRef="#br1" timeOffset="94501">11181 6717 13521,'-7'-1'-142,"2"1"877,-2 8-212,1 1-370,-1 3-4,-6 14-141,2-4-1348,-5 12 1472,5-9 34,1 1-196,1 2-227,2-1 58,2-1-206,3-2 171,1-3 57,3-1-244,1 0 68,3 1-51,1-2 0,9 8-76,-5-10-44,7 2 154,-7-10 163,6-2 227,-4-3 120,9-4 305,-10-2 161,4-3 1153,-7-1-730,0 0-41,-2-2-691,-3-6-178,-3 4-347,-3-5-146,-4 3-325,-2 1-87,-6-2 6,-3 3 419,-4 0-536,1 5 942,-1 2-67,1 3-29,1 1 39,-3 5-736,4 0 853,-4 8 0,6 3 0,-1 5 1</inkml:trace>
  <inkml:trace contextRef="#ctx0" brushRef="#br1" timeOffset="95132">13463 7403 15767,'5'-11'344,"-1"0"-206,0 2-11,0 1 73,0 0-2,-1 0-28,0 0 12,0 0 6,1 0-21,-2 1-23,1 0 41,-1 2-152,1-1 53,-2 2 231,1 0-167,4 6-453,-2 1-332,2 8-79,-1 3 81,0 6-998,0 6 1167,2 10-658,-4-16 1,1 1 893,-1 4 0,1-1 162,0 2 0,-1 0 191,1 2 0,-1 0 107,1 0 1,0 1-988,-1 2 0,1-1 808,0 1 0,-1 1-6,1 4 0,1 0 26,-2-2 0,1-1-55,0 3 1,0-1-7,0-3 1,-1 0-440,1-2 0,0 2 297,-1-5 1,1 1 0,-1 0-250,3 13 1,0 0-5,0-3 1,-1-1-409,0-6 0,0-3-809,0 0 1604,1-4 1,-1-1 0,1 0 0</inkml:trace>
  <inkml:trace contextRef="#ctx0" brushRef="#br0" timeOffset="95714">12379 6493 9602,'7'-4'-90,"1"-1"180,-2 3-90,1-1 0,1 1 0,1-1 89,2 0-89,3 0 0,0 1 0,4-1-479,3-1 569,1 0-325,1 1 235,13-2 90,-12 2-618,9 0 438,-15 1 90,-2 2 90,-3-1-90,-1 2 442,-2-1-442,-2 2 233,-2 1-233,-1 3 567,-3-1-567,-6 9 0,-2-3 211,-6 8-621,-1-1 643,-1 4-2,-1 1-1,0 2 267,1 1-13,1 2-31,1 1-237,3 0-42,2 0-36,2-3 173,2-2-588,3 7-263,3-9-595,1 5 615,3-10 417,2 1 0,6 1 0,3 2 0</inkml:trace>
  <inkml:trace contextRef="#ctx0" brushRef="#br1" timeOffset="96374">15456 7279 15966,'3'-9'-291,"0"1"216,-1 1 203,0 1-1,0-1 295,0 0-273,2 0 97,-2 2-217,1 2 473,1 3-446,0 2-186,1 4-331,0 2-263,0 4 175,1 6-118,0 5 61,1 7-235,0 6-798,-3-5 1,0 2 1292,-1-5 1,-1 0 462,1 11 1,0 0-717,-2-10 0,0 0 762,0 1 1,0 1 14,0-1 0,0 3-78,-1-3 0,0 2 1,0-1 8,0 6 0,0 0-609,-1-6 1,1 1-1,-1-1 484,1 2 1,0-2-60,-1 0 1,1 0-62,0-1 0,1-1-128,-1 0 1,1-1-524,-1-1 0,1-1 378,0-3 0,1 0 85,-1-2 0,0 0-748,3 13 1252,0-5 1,0 1 0,0-2 0</inkml:trace>
  <inkml:trace contextRef="#ctx0" brushRef="#br1" timeOffset="97150">14551 6576 9409,'0'-10'824,"-1"1"-375,0 5-337,-2-1-134,1 2-42,-3 0 380,2 1 126,-5 2 269,3 1 120,-3 1-13,1 1 402,0 1 240,0 1 501,0 0-446,1 1-275,0 2-458,1 0 77,1 1-436,0 1-400,3 0-489,2 1-712,2 2-92,2 0-142,3 3-412,3 2 118,3 1 226,2 0 186,1-1 467,1-1 297,1-1 281,0 1 140,0-1 259,1 0-944,-2-2 1103,-1 0-144,-3-2-319,-3 2-79,-4-4 321,-2 2-295,-5-4 525,-1 0 297,-3 0 1356,-5 2-485,-2-2 283,-11 4 175,4-5-345,-5 0 55,5-4-819,2 0-216,0-2-437,2-1-566,-3 0-421,5-2-9,-1 0 24,7-2-245,2 0-315,1-1-128,2-6 844,2 0 102,3-7 364,2 0-162,2-3 539,1-4 457,1-2 351,0 0 208,-1-1-765,-2 1-142,-1 0-271,-3 2-285,-2 3-196,-2 2-251,-5-7-117,-5 1-274,-8-2-157,-2 9 323,-9 5 480,9 8-215,-4 2 586,8 5-118,2 2 1875,0 2-1231,3 0 1,-1 4-1,0 2 0</inkml:trace>
  <inkml:trace contextRef="#ctx0" brushRef="#br0" timeOffset="97791">16792 6314 8072,'-4'-7'-90,"-1"1"180,0 0-90,-3 0 90,0 0 0,-2 1-90,-2 0 90,-1 0 0,-9 1 0,5 1-90,-6 2 90,7 2-90,-2 2 90,1 1-90,-1 2 0,4 1 90,-5 6-90,4 5 90,2 0-90,5 9-90,8-11 0,1 5 0,4-6 0,0 0-90,3-1 90,0 0-90,1-2 90,0-2-89,5 1 89,-3-3 90,2-2-90,-4-3 0,2-2 180,1-4 90,2-2-91,-3-2 181,-1-4-180,-5 4 180,1-7-180,-2 6 0,-1-3 0,-1 5 90,0 1 0,-1 1-90,-1 12-90,-1 0 90,-2 10-90,-1 8 0,-2 9 0,-1 3 0,2-11 0,-1 0 0,-3 4-1382,-2 9 1424,-2-8 4,3-10 3,-2 3-24,0-9 160,3-5-85,-3 1-595,4-6 702,2-1-98,1-3 1,2-1 0,1 0-1</inkml:trace>
  <inkml:trace contextRef="#ctx0" brushRef="#br0" timeOffset="97989">17186 6454 10231,'7'2'-150,"-2"-2"1,-4 2-1</inkml:trace>
  <inkml:trace contextRef="#ctx0" brushRef="#br0" timeOffset="100810">2846 9854 7353,'-6'-3'809,"-2"0"-629,4-1 0,-1 1 90,2 0-180,0-1 90,1 1 0,0-2-180,4-1 90,2-1 0,7-3-90,-1 4 90,4-2-90,-2 3 0,0 1 90,1-1-90,0 2 0,0 1 0,-1 1 0,0 1 0,0 2 0,-2 1 0,3 6 89,-5 0-89,1 6 0,-6-3 0,-2 3 0,-2 3 0,-2 3 0,-2 2 15,-3 4 150,0-6 1,-1 1-36,-2 4 0,-1-1-698,0 0 0,0 0 833,0-1 1,1-2 272,-4 5-488,4-6 479,2-2-32,3-4-246,1-2 200,3-2-339,0-2-81,4-1 1396,0-2-1793,3 0 381,1-2-454,2-1 205,3-2-444,13-6 38,-3 0 720,1-2 1,1-1-1,10-6 1,-11 4-1,0 0 1</inkml:trace>
  <inkml:trace contextRef="#ctx0" brushRef="#br1" timeOffset="101248">3289 9874 15970,'-3'-8'-1911,"1"1"1298,-1 0 383,1 2 2,0 0 295,-1 1-189,1 0 15,-1 0-544,-1 1 506,0 0 74,-1 0 260,-3 5 720,0 0 36,0 5 602,1 1 33,-1 2-188,0 2 65,1 3-311,0 0-302,2 2-767,0-1-197,2 1-405,2 7-275,2-6 68,1 5-27,7-1-173,0-8-53,4 4-108,-2-10 267,2-1 81,0-4 587,1-2 29,2-2 212,1-2 397,3-3-297,1-1 759,0-4-59,0-1-97,-4-1-182,-3 0 107,-2 0-227,-4 0-274,-1-1-166,-3 0-188,-3-1-301,-2 1-126,-3-2-284,-2-1-162,-5-1-62,-3-2 22,-3 2-596,-2 2 881,-2 1 149,2 4 301,-5 1 78,8 5 124,-1 3 79,8 5-240,2 1 582,1 3-145,4 0 0,2 5 1,3 1-1</inkml:trace>
  <inkml:trace contextRef="#ctx0" brushRef="#br1" timeOffset="102006">5060 9460 15255,'-1'-8'-919,"-1"2"621,0 0-416,-1 4 477,-3 3 1020,0 2 242,-1 4-142,0 0-26,0 2 112,-2 3-42,1 1 185,-2 4-102,0 2-778,0 0-428,0 3-236,0 1 48,-5 13-1112,3-7 1236,-3 8-22,6-14-259,1-3 326,3-4 28,0-3 41,0 2-38,1-5 141,1 1 981,2-6-1153,3-2-464,3-3 489,1-3 430,2-2 222,-1-2 171,1 0-128,0-1 58,0-1 33,0 0 883,0-1-1065,-1 1-216,0 0-356,0 0-89,-1 1 112,-1 1-66,0 0-153,0 1-134,0 1 238,0 0-21,0 0 73,0 1 57,1 0-134,-1 0 45,1 1 276,4-1-123,-3 0-62,4-1 255,-3 1-63,0 0-11,0 1 59,0-1 61,0 0 27,-1 0 142,1 0 16,-3-1-85,2 0 89,-1-1-22,-2 1-36,1 0-48,-3 1 234,-1 0-445,-5 18-71,3-5-470,-5 16 155,4-9-596,0 2 217,1 2 137,1 10-320,0-7 177,1 7 36,1-11 216,0 0-245,0-2 141,2-1 76,0-3-218,0 0-811,2 1 1379,-2-5 1,5 2 0,-2-5 0</inkml:trace>
  <inkml:trace contextRef="#ctx0" brushRef="#br1" timeOffset="102441">5381 9526 15700,'-4'3'3276,"2"-1"-1282,-5 11-2067,4-3 167,-1 1-2,1 2-200,0 1 61,1 1 297,1 0-3527,0 0 2024,3 1 617,1 7 15,2-6-245,5 12-29,-2-13-190,4 3-15,-3-9-94,5-1 263,2-4 545,-1-1 3609,0-5-2917,-5-2 404,8-7 531,-6 1 103,6-4 331,-9 2-346,-1-1-318,-1 0-312,-2-8-538,-1 4-349,-3-6-449,-3 6-261,-5-8-219,-1 3-104,-13-11-23,-2 12-646,-2 1 1007,1 10 395,6 9 571,-7 4 278,6 1-89,-5 5 182,11 0 820,2 1-878,2 2 0,1 5 1,0 2-1</inkml:trace>
  <inkml:trace contextRef="#ctx0" brushRef="#br0" timeOffset="103065">6590 9367 8252,'0'-8'540,"0"0"-180,-1 4-270,-3 2-90,-1 3 90,-3 4 0,0 3 0,-3 6-90,0 3 90,-2 4-946,-1 2 946,1 1-90,0 3 0,3 0 90,0 2-90,3 1 90,0 0-90,3 1 90,1-2-90,1-3-90,4 6 90,2-7-90,8 8 0,-2-14 0,5 0 0,3-9 0,-4-5 0,4-1 90,-6-5-90,1-1 90,0-4 0,-1-1-90,1-2 90,-2-1 856,0-2-856,-1-5 90,-2-3-90,-2 0 0,-4 1 0,-4 6 90,-2 1-90,-1 0 90,-1 1-90,-2 3 0,-2 0 0,1 2 0,-2 2 0,0 2 90,-1 3-180,1 1 0,0 3-180,0 0 0,1 2-719,2 2 719,0-1 270,2 1 0,-1 5 0,1 0 0</inkml:trace>
  <inkml:trace contextRef="#ctx0" brushRef="#br1" timeOffset="103508">6888 9472 9556,'1'-8'1504,"-1"0"-729,1 3-260,-2-1-263,-1 2-459,-3 2 296,0 4 366,-4 4 361,1 3-374,-1 2-26,-2 4-11,1 1 27,-1 4 99,1 1-126,1 7-623,3 3-334,2 4 2,5-8-191,6 0 168,0-12-142,3 0 31,-2-7 66,1-2 187,1-2 67,0-2 272,5-2 192,-2-3 193,4-2 246,-5-1 99,6-9 121,-6 3-377,3-6 75,-6 3-218,-2-1-80,-1-1-137,-2-9-150,-3 5-162,-6-16-268,-3 14-62,-5-7 2,0 13 63,-1 3 24,-1 4 178,-1 4 195,0 2 146,0 3 191,2 2 126,0 2-535,-2 6 115,5-1 800,-3 5-515,9-5 0,0 5 0,2 1 1</inkml:trace>
  <inkml:trace contextRef="#ctx0" brushRef="#br0" timeOffset="104174">7774 9399 8342,'1'-8'180,"0"1"-90,0 0 0,0 2 270,0 0-90,-2-4-90,-1 4-90,-1-3 89,-1 5-179,0 0 180,-2 1-180,-1 0 90,-1 2 0,-1 1-90,-1 1 90,-1 2-90,-2 2 90,1 1-90,-1 2 90,-3 6 0,6-4-90,-5 10 90,9-3-90,1 4 90,4-4-180,5-1 90,2-5 0,3 1 0,11 7-90,1-1 0,5 2-999,-4-4 999,-6-5 0,-2-1 0,-2-1-90,4 4 90,-5-3 0,1 3 90,-7-4-180,-1 4 180,-2-4 910,-2 3-910,-3-3 0,-2 0-90,-2 1 90,-3 0 0,-9 5 0,2-3-678,-8 3 768,8-7 0,0-1-227,3-3 227,3-1-90,2-1 90,2-2 90,1 0-180,0-4 745,3 0-745,1-3 429,3-1-429,2-2 0,2-2 90,2-2-90,3-4 0,1-3 90,2-2-90,6-12-1172,-5 7 1172,3-9 90,-4 1-90,-6 11 0,0-6 0,-6 13-283,-3-6 283,-3 6 0,-2-5 0,0 9 0,-2 3 0,-1 1-90,0 3 1046,-2 2-1046,-4 2 229,3 2-319,-3 3-179,5 1-181,2 2-450,2 0 631,1 1 359,1 1 0,0 4 0,0 1 0</inkml:trace>
  <inkml:trace contextRef="#ctx0" brushRef="#br0" timeOffset="104631">8066 9442 9062,'5'-9'899,"-2"2"1,-2 2-810,-8 8 0,4 1 0,-8 8 0,5 1 0,-2 8-1,2-2-645,-1 5 466,5-5-89,-1 0-1,3-1-90,0 0 0,1-2 90,2 2 90,1-3-90,0 0 0,1-1 0,0-2 90,1-2-89,1-2 555,0-2-466,0-2 0,2-1-90,0-2 90,5-3 0,-2-2 90,3-2 0,-4-2 0,-1-1 90,1-2-90,-2-2 90,-1 0 0,-1-2 0,-3 1 0,0-4 0,-2 3 0,-2-3 0,-1 1 0,-7-12 0,0 7-793,-4-6 703,1 12 90,-1 4-90,-2 3 90,-9 3 0,-5 6-270,1 1-3097,2 6 2795,10 0-507,2 2 449,2 2 540,3 0 0,-1 5 0,0 0 0</inkml:trace>
  <inkml:trace contextRef="#ctx0" brushRef="#br0" timeOffset="105397">9031 9393 8702,'6'4'0,"0"0"0,-6 7 0,-1-1 0,1 2 0,-1 2 0,1 1 0,-1 5 0,0 0 0,-1 16 0,1-8-555,-1-4 0,1-1 555,0 3-90,0 7 0,2-11-180,0-1-540,2-1 810,1 2 0,3-2 0,1 4 0</inkml:trace>
  <inkml:trace contextRef="#ctx0" brushRef="#br0" timeOffset="105831">9339 9454 8162,'0'-6'450,"0"0"-180,0 0 270,0 1-450,-4 6 0,1 1 89,-5 10-179,3-2 90,-2 5 0,3-2-90,-1 1 90,0 1 0,0 8-90,1-5-214,1 5 214,2-8 90,1 5-90,0-5 0,2 2 90,1-7-90,0-1 0,1-1-90,3-1 394,-1-3-394,2 0 90,-1-3-90,1-2 90,0-1 0,5-5-90,-3 1 90,8-8 0,-9 3 0,2-3 0,-4 2 0,-2 1 0,-2-1 0,-1-1 0,-1 0 0,-2 0 0,-1 1 0,-2-2 0,-3 1 0,0 1 0,-2 1 0,-6 2 0,4 3 0,-5 2-90,-1 7-90,4 1-179,-3 3-451,6 0-89,2 1 719,1 0 180,2 1 0,-1 4 0,0 0 0</inkml:trace>
  <inkml:trace contextRef="#ctx0" brushRef="#br0" timeOffset="106265">9738 9528 8882,'-7'-7'630,"1"1"-361,1 2 91,-1 0-180,0 2 0,-1 1-90,0 2 270,-4 6-270,2-1 0,-3 4 0,4-1 0,0 2-1,1 2 1,-1 2 0,0 6 0,2-5 0,1 5-90,3-8 90,1 1-90,1-1 0,1-1 0,2 0-90,3 1 0,-1-4-90,4 0-89,4-5 179,-1-3-90,4-1 90,-3-3 0,1-2 0,0 0 0,3-6-90,6-6 90,-6 1 90,3-4-731,-10 6 731,-3-2 0,-2 1-90,-2-9 90,-5 5-90,-6-16 180,-1 15-90,-4-6-190,2 13 190,-1 2 90,-1 4-180,-6 2 0,4 4-90,-4 2-180,6 4-450,1 3 534,1 1-84,2 1 360,2 0 0,0 6 0,-1 1 0</inkml:trace>
  <inkml:trace contextRef="#ctx0" brushRef="#br0" timeOffset="106673">10791 9316 8702,'2'-9'360,"-1"0"-90,0 5 0,0-2 179,0 2-449,0 11 90,0-2-90,-1 14 90,0-3-90,-1 3-319,0 2 319,1 1 0,-1 1 90,1 0-90,0 4-934,0 2 844,0 0 0,0-2-449,0-4 179,1-4-90,1-1-769,0-2 589,1-3 630,0-1 0,4 2 0,0 0 0</inkml:trace>
  <inkml:trace contextRef="#ctx0" brushRef="#br0" timeOffset="107256">11031 9307 8702,'1'-9'270,"-1"0"-180,2 5-90,0 0 180,5-3-90,-2 2 0,3-1-90,-2 2 90,0 1 0,0 1-90,0-1 89,0 1-89,-1 0 0,1 1 90,0 2-90,1 0 0,-1 0 0,0 2 90,-1 0-90,1 1 0,-1 1 0,-1 5 0,0-2 0,-2 5 90,-4 5-90,-1-2 0,-11 19 0,2-12-1068,-6 11 1068,2-10 0,1-2-694,0 0 694,2-1-396,2-2 396,1-2-27,3-2 27,0-3 938,1 4-938,1-6 0,1 3 736,3-7-826,1 0 477,1 0-477,1-2 35,2-1-35,1 0-90,4-2 0,0 0 90,3-2-90,-1-1-90,1 0-90,1-1-989,6-3 1349,-4 2 0,9-5 0,-3 1 0</inkml:trace>
  <inkml:trace contextRef="#ctx0" brushRef="#br0" timeOffset="107706">11389 9305 8162,'-3'-10'450,"1"1"-180,-1 2-90,0 2 270,-3-1-271,2 3 1,-4 2-90,2 2 90,-2 2-90,0 2 0,-1 2 90,0 2-90,-1 3 0,2 1 0,-1 10 0,3 0-180,1 2-360,5 3 270,3-12-90,2 3 90,0-7-89,1-1 89,1-2 0,1-1 0,2-1 0,-1-3 0,1-1 90,1-2 0,-1 0 0,1-2 180,1-2-90,0-1 90,0-4 180,4-5-180,-5 1 90,3-5-90,-8 4 0,0-1 90,-3 0-90,-2 1 90,-1-2-91,-2 1 1,-2-1 90,-1 2-90,-2-2 0,-3 2 0,0 1-90,-1 2 90,1 3-90,0 2-90,-1 1-90,2 3-180,-1 2-449,1 2-540,-2 5 1349,3 0 0,-2 7 0,2-2 0</inkml:trace>
  <inkml:trace contextRef="#ctx0" brushRef="#br1" timeOffset="108133">12684 9148 12363,'-1'-11'-1230,"-1"2"881,0 0 187,1 1 224,0 2 96,0 0 251,0 1-280,-1-1-200,0 1 396,0 0-127,1 0 233,-1 2-463,-3 9 658,3 0-278,-3 12 37,4-5-74,-1 3 80,1 3-388,0 0 359,0 4 165,0 3-739,0 1 162,1 2-246,-1-3-73,2 5-537,0-2 258,1-1-804,0-5 254,1-10 1129,0-2 0,2 3 0,0-1 0</inkml:trace>
  <inkml:trace contextRef="#ctx0" brushRef="#br0" timeOffset="108765">12951 9095 9871,'-7'10'180,"-1"0"-90,4-1 0,-2 2-3367,0 2 2393,0 1 1046,-7 15-43,4-6 121,-6 10 12,8-10-108,-3 5 9,4-8 78,-2 3 6,4-9-165,-1 4 84,2-6-86,0 1-43,2-5 2957,1-2-3199,0-1 1263,2-1-1515,2-2 403,5-5 608,-2 0 12,3-4 71,-3 1-35,3-4-8,-2 2 99,3-3 163,-4 4-399,0 0-503,-1 1-95,3-2 115,-2 3 66,2-1 128,-2 2 4,-1 1 57,2 0-22,-1 0-48,1 0-45,0 1-101,1 0-20,-1-1-68,1 1-25,-1 0-40,1-1 55,3-1 88,-2 0 54,1-2 181,0-1-117,-3 2 32,5-5-17,-5 4-52,0-3-61,-3 4 165,0 1-233,-2 0 241,0 1-265,0 0-26,-2 7-681,0 0 92,-3 8 313,0-2-343,0 3 262,-1 2-290,0 8 292,0-5 86,-1 12 590,2-12-50,1 4-209,0-8-91,1-1-46,1-2-352,0 3 23,1-4-909,1 2 1328,0-6 1,3-1-1,-2-3 1</inkml:trace>
  <inkml:trace contextRef="#ctx0" brushRef="#br1" timeOffset="109182">13367 9149 10131,'-2'-6'493,"-1"1"-484,-5 9 900,1 1-385,-3 5-219,3-1-126,0 2-34,0 2-16,1 2 174,-2 4 280,1 0-468,-2 10-23,3-7-66,0 14-70,4-17-30,0 6-87,3-11-38,0-1-184,1-2-87,1-2-70,1 0 29,2-3 57,0-1 271,1-2 126,1-2 223,0-1 114,1-1 161,0-2 251,3-3 194,-2-1-149,2-4-129,-1 0-240,0-5-159,-1-2-137,2-10-187,-5 6-568,-1-5 206,-4 9 45,-2 0 35,-2-1-96,-5-5 63,-1 5-77,-3-2-10,0 9 199,-4 3 213,2 4-281,-7 5-27,8 2 18,-4 4 911,7 0-351,0 2 0,-2 4 0,1 2 0</inkml:trace>
  <inkml:trace contextRef="#ctx0" brushRef="#br1" timeOffset="109623">14272 9049 13451,'1'-6'-592,"0"0"344,0 16-257,0-3 317,0 21 84,-1-10 314,-1 9-104,-1-6-142,-1 17 253,1-12-101,1 12 149,1-14-44,1-2-118,0 3-531,4 6-743,-1-7 56,1 1 687,0-13 318,0 0 0,4 0 0,2 2 0</inkml:trace>
  <inkml:trace contextRef="#ctx0" brushRef="#br0" timeOffset="110065">14689 8996 8702,'1'-8'989,"1"1"-809,-6 8 0,2 1 0,-10 11 90,-1 8-180,-1 1-90,-2 6-766,5-5 856,-1 1 34,1 1-92,0 1 195,2 1-120,3-7 1,0 0 99,-1 9-96,0 7 83,4-16 62,3-2-154,3 5-123,0-8-128,3 6-8,0-9-47,0-2 33,3-1-31,-1-2 65,1-2 78,0-2 952,1-1-699,0-1-37,0-2 193,0-1-2,0-1-5,0-3-14,-2 0-87,0-3-30,-1 0-159,-2-2-6,-1 0-160,-2-1 5,-1 1-165,-3-2-72,0 1 97,-6-4-96,1 4 48,-4-1 103,2 7 107,0 2 200,0 2-93,-5 3 131,3 2-89,-3 3 3,5 0-1262,-2 5 1052,3-2 216,0 3 1,2 0 0,0 0 0</inkml:trace>
  <inkml:trace contextRef="#ctx0" brushRef="#br1" timeOffset="110514">14963 9186 14123,'2'-11'-737,"-1"3"469,-1 0 177,0 2-11,0 0 121,-1 0 40,0 1 41,-2 1-546,-2 3 767,-2 2 191,-5 8 45,-1 6-32,0 2 159,1 3 89,3-2-77,-1 11-133,3-6-520,1 5-401,4-12-17,1-1-95,2-1-289,0 0 0,2-2-1,1-1-97,3-1 171,0-2 89,3-1 357,0-2 509,1-2-93,1-2 338,1-1 89,3-2 310,4-3 52,1-3-206,3-3 230,7-8-241,-8 2-449,-5 0 1,-1 0-941,0-6 791,3-9-289,-12 11-283,-4-9-226,-4 5-233,-7-6-846,-5 7 696,-4 3 195,-5 2 324,-2 5 161,-4 2 384,0 5 318,-12 8 164,9 2 577,-7 7-1450,5 10 614,9-4-84,-1 6 1,10-3-1,3 1 1</inkml:trace>
  <inkml:trace contextRef="#ctx0" brushRef="#br0" timeOffset="110898">16591 8874 9242,'-2'-8'0,"0"2"180,1 1 0,-1-1 179,1 2-269,-2 8-90,1 1 0,-2 10 90,2-1-90,-1 4 0,1 1-3277,-1 1 3252,0 5-420,0 0 355,0 0 0,2 3 0,0-3 0,1 2-270,0-3-90,3 1-629,1-3 1079,4 8 0,2-4 0,4 4 0</inkml:trace>
  <inkml:trace contextRef="#ctx0" brushRef="#br0" timeOffset="111482">16989 9018 8972,'5'-10'360,"-1"0"-1,0 1 1,-2 3-90,1-3-180,-5 4 90,0 0-90,-4 3 0,-1 2 0,-8 4 0,1 0 0,-6 3-90,5 0 180,-4 5-90,1 3-90,2 1 0,5-1 89,6-5-89,3 1 0,0-1 90,3 1-90,2-1 0,1 0 0,2 1 0,2 0-90,1 0 1,7 5-1,-4-4 123,5 4-87,0-1 2,-4-4-2,6 9-2,-9-9 84,2 3-93,-6-5 80,-2 1-133,0-1 85,-3 4-75,-2 1 72,-2-1 2,-2 0 5,-2-5 5,0-1-82,-2 0 101,-2-1 2,0 0-16,-1-2 19,-1 0 0,1-2 0,0-1 0,-3 0 90,0-3-90,2 0 173,3-2-108,6 0-29,0-1 68,3-2-92,2-1 25,1-1 107,4-3-79,3-4-78,2-3 63,5-5 1,2-1-8,3-8-1284,-2 6 0,-1 0 1306,-1-2 62,0 0-463,-4 2 427,-2 1-99,-3 2-11,-2 3 81,-4 3-99,-2 2-11,-3 2 79,-3 0-101,-2 3 23,-3 0 107,-2 3-66,0 1 15,-2 3-66,0 2 24,0 3-154,-1 1-65,0 2-102,-3 4-902,3 0 62,1 3 1202,4-1 0,0 3 0,2 0 1</inkml:trace>
  <inkml:trace contextRef="#ctx0" brushRef="#br0" timeOffset="111931">17320 9084 9781,'2'-7'450,"-1"-1"-270,-1 3 450,-3-5-450,0 5-90,-5 1-1,1 5 91,-6 10-90,4-1 0,-3 6-90,3-1-150,2 1 150,0 1 90,-1 10-90,4-7-90,-1 7 0,5-11-180,3 8 90,1-8 1,3 4-1,-1-9 0,3-2 0,0-2 90,1-1-90,1-2 90,0-2 0,0-2 0,0-1 90,0-2 0,1-2 90,-1-2-90,-1-2 90,-1-2 90,0-2-90,-3-1 0,0-1 0,-3-1 0,-1 0 0,-2-2-377,-2-4 377,-2-2 0,-5-3-90,-1 1-708,-2 0 708,-2 1 0,0 2 90,0 2-90,-2-2 0,5 8 0,-2-1-90,6 10-270,-3-1-416,3 4-1203,-2 1 2189,6 5 1,0-2-1,3 2 1</inkml:trace>
  <inkml:trace contextRef="#ctx0" brushRef="#br0" timeOffset="112072">17944 9014 9602,'0'0'0</inkml:trace>
  <inkml:trace contextRef="#ctx0" brushRef="#br1" timeOffset="120464">14239 2741 20778,'-8'-7'-3277,"1"1"0,4 3 1959,-1-1 864,0 2 506,0-1 86,-2-1 100,1 1-1280,0 0 1561,0 0-64,2 1-193,-1 0 471,10 2 428,0 1-237,8 1-200,-1 0 221,15-1 58,0-1-454,-6 0 1,2 0 77,-2 0 1,1 0-236,3 0 0,0 0-346,2-1 1,1 1 143,1 0 1,2 1-33,0-1 0,1 0-58,5 1 1,0 1-85,2-1 0,0 0-15,-12-1 1,1 1-1,0 0-18,0 0 1,-1 0 0,0 0-7,11 0 0,-1 1-10,-1 0 1,0 0-20,-4 0 0,0-1 16,1 1 1,-1-1-4,-1 1 1,1 0 48,-1 0 1,0-1-55,-1 2 0,-1-1 4,0 0 1,-1 0-4,-1 0 1,0 0 12,6 0 0,0 0 15,-9 0 0,-2 0-14,11 0 1,-3 0-5,-3 0-26,2 0 134,-17 0-96,-2-2 119,-3 1-79,-1-1 81,-1 0-361,-2 1 244,0 1-2063,0 0 2552,-2 1 1,-1-1 0,0-1 0</inkml:trace>
  <inkml:trace contextRef="#ctx0" brushRef="#br1" timeOffset="127534">17244 1677 22249,'6'-1'1346,"1"-1"-780,1 1-783,2 0 137,3 0 11,4 1-1289,8-1 1463,6 0-1,-10 1 0,0 0-235,2 1 1,1-1-754,3 1 0,0 0 870,1 0 1,1-1 14,1 1 0,0 0-15,1 0 1,0 1-143,4-1 0,2 0-16,-2 0 1,1 0-1,0 0-747,-8 0 0,-1 0 1,1 0 738,7 0 0,2 0 0,-3 0-80,1 0 1,-2 0 46,0 0 1,1 0-650,-1 0 1,-1-1 619,-1 1 0,0-1-27,-2 0 0,-1 1 224,-3-1 1,-1 1 334,-2-1 0,-1 1-289,11 0 96,-5 0-14,-6-1 1773,-4 0-1864,-3 1 1831,-3-1-1752,-2 0 1912,-2 0-1958,-1-1 939,0 1-1031,-1 0-473,1 3-1034,0 2 646,-1 1 652,-1 0 1,0 1-1,0 0 1</inkml:trace>
  <inkml:trace contextRef="#ctx0" brushRef="#br1" timeOffset="129322">6253 10264 15814,'-5'-6'-3277,"1"0"712,3 1 3721,1-1 251,2 0 11,1 0-67,0 0-82,2 0 209,-1 0 1021,2 0 279,0 0-980,1 1-557,0-1-499,1 3-523,-2-1-293,1 2-598,-1 1-151,-1 0-444,1 2-658,-2 2-367,1 1-421,-2 2 534,0 2 580,0 2 275,-2 7 823,-2-2 239,0 5 819,-2-2 723,0-1 562,-1 2-395,-1 0-292,0 0-132,0-1-378,0 1 263,0-3-711,1 0-149,1-1-81,0-2-143,1-1-204,2-1-169,1 3 3011,2-4-3417,3 3-243,0-6-507,3 0 66,1-1 365,1 0 150,2-1 360,0 1 368,3-1 342,-1 0 243,2 1 505,-3 1-209,0-1-291,-3 1-308,-1 0-339,-1 5-63,-4-1 491,-4 11 524,-4-6 32,-5 7 884,-3-2-473,-4 1 812,-4 3-676,4-7 1,-2 0 1113,-10 11-1848,11-11 1,-1-2 845,-5 5-419,4-3-311,1-3-312,4-2 388,3-3-138,3-3-662,0 1 1,12-9 0,3 1 0</inkml:trace>
  <inkml:trace contextRef="#ctx0" brushRef="#br1" timeOffset="130039">6574 10268 15430,'-3'-7'-2320,"1"-1"1917,0 3 413,2-2 438,0 0-56,0 1 76,0 1-93,-1 0-694,-2 7 1678,2 1-291,-2 5-363,2-2-466,1 1-170,-1 0 24,1 1-185,1-1 315,0 2-1248,-1-2 261,1 1 291,-1-1 310,2 0-138,-1-1 11,3 5-23,-1-2-32,2 2-128,0-4-92,0 0-38,2 1-123,0-1 143,1 0 84,0 0 188,6 4 32,-4-4 186,5 3 180,-5-4-46,4 3 166,0 1-86,1 1-72,-4-1-150,-4-3-202,1 4 184,-4-2 15,2 2 101,-4-2 118,0-1 289,-2 1 39,0 0 257,-2 5 231,-2 0-215,-3 4-108,0-4 62,0-2-246,1-4-137,1-2-183,-1 0-58,1-1 43,1-2 1,-1 0 0,0-1-1</inkml:trace>
  <inkml:trace contextRef="#ctx0" brushRef="#br1" timeOffset="130314">6626 10255 13546,'-7'-4'-1174,"0"0"429,7-1 1261,2 1 139,3-3 342,0 3-231,2-1-119,0 0-89,2-2 363,2 0-15,1-1-528,2-1-1071,10-5 687,-8 3 1,14-5-1,-8 5 1</inkml:trace>
  <inkml:trace contextRef="#ctx0" brushRef="#br1" timeOffset="130932">6984 10227 13906,'-2'-6'-905,"1"-1"545,1 1 999,0 1-366,1-4 190,0 3-48,1-2-54,0 2 187,1 0 316,2-1 257,0 1-388,0-1 247,1 2-208,0 0 0,0 0-118,0 1-251,5 1-521,-4 3-346,4 3-422,-7 2-657,1 3 132,-4 1 290,-1 3 263,-1 0 252,-2 4 377,-1 1 293,-1 1 35,0 0 697,0 0-109,1 1-541,0-3-129,2 0-156,0-2-142,2-2 27,1 0 116,1-1-184,1-1-204,3-1-242,1-1 177,8 1 21,4-1 192,3 0-96,1-2-316,-5 0 638,0-2 229,0 1 125,0 0 280,-3 1-356,-3 0-175,-2 1-65,-3 1-203,-3 1 617,-2 0-277,-3 2 377,-3 2-7,-3 4 96,-4 2-237,-4 4 466,-1-1 377,-10 9-376,7-7-789,5-8 1,1 0-210,0 0-831,0 1 484,8-8 553,0-2 1,2 2 0,-1 0 0</inkml:trace>
  <inkml:trace contextRef="#ctx0" brushRef="#br1" timeOffset="131790">6459 10518 16777,'8'-2'3068,"-2"0"-3888,-2 0 1,-3 6 0,-1 2 0</inkml:trace>
  <inkml:trace contextRef="#ctx0" brushRef="#br1" timeOffset="132390">6346 11511 9644,'-9'-2'140,"2"1"17,2-1-206,6-3 158,2 1 165,4-3-98,2 2 17,0 0-85,4-2 120,3-1-13,2 0-39,3-2-26,-1 3-450,-1-1 227,-1 2 16,-1 1-73,0-1-92,-2 2-91,0 0-78,-3 2-466,0-1 289,-3 2 554,-1-1 1,-1 2-1,-1-1 1</inkml:trace>
  <inkml:trace contextRef="#ctx0" brushRef="#br1" timeOffset="132672">6475 11318 12645,'-1'-7'-341,"0"-1"919,0 4-374,0-2-171,-2 8 1223,1 1-423,0 7-593,0 7 2,2 10 25,0 5-1485,1 6 1503,1-3-140,0-10 0,0 1-949,2 14-283,-1-14 0,0-1 821,3 9-69,0-2-157,1-1-248,1-3 711,2-1-197,-1-4 1,4-1 0,0-1-1</inkml:trace>
  <inkml:trace contextRef="#ctx0" brushRef="#br1" timeOffset="134597">6851 11170 12937,'-1'-7'-610,"0"0"597,0 2 94,0-1 62,0 2 212,-1-1-371,1 13 265,2 5-334,1 10-687,2 3 754,0-2-79,1 5-1052,1 2 1166,-1 1-47,1 0-335,0 1 387,0 0-92,0-1 33,0-1 23,-1-2-108,0-2-73,-1-3 12,0-5-96,0-2-24,0-3-745,2 2 1000,-2-5 0,4 2 0,-1-6 0</inkml:trace>
  <inkml:trace contextRef="#ctx0" brushRef="#br1" timeOffset="135164">7117 11222 10197,'1'-8'613,"-1"0"-320,-1 2-209,0-1 17,0 3 14,-1-1-26,-1 2-142,-3 2 284,0 2 209,-1 2 199,1 1 85,0 1 144,-1 1 15,0 2 1,-1 0 63,1 3-409,0 2-568,1-1-303,1 2-190,4-4 0,0-2-163,2 2-48,1-1-31,3 0-6,0 1 274,3 0 34,1-1-8,3 1 155,1-1 95,4 2 183,1 0-1,2 0 84,1 1 46,10 6 84,-12-6 46,7 5-175,-13-5-108,-3-3-47,-1 4-55,-6-6 141,-1 1 74,-3 0 151,-2 4 105,-2-2 87,-4 4 170,-1-4 105,-4 1 95,-1 1-155,-2-2-133,2-1-150,-1-2-151,-3-1-123,5-2-327,-1-2-126,5-3-125,3-3-91,0 0-8,2-4-40,2-2 121,1-4 114,2-4 395,1-5-8,2-4 103,2-6-602,2-3 887,2-2-1433,-1 0 1417,-1 3-238,-2 3-111,-1 1 64,-2-4-166,0 10 72,-3-2-58,0 14-50,-2 2-148,0 2 72,-5 2 552,1 3-493,-2 1 1665,1 4-1233,0 3 254,0 1-171,1 1-25,0 1-427,2 1 890,1 0-673,1-1 1,1 5 0,1 0 0</inkml:trace>
  <inkml:trace contextRef="#ctx0" brushRef="#br0" timeOffset="135417">7389 11180 8972,'8'0'540,"-4"3"-1170,-3 1-719,-2 2 1349,-1 2 0,3-3 0,-1 3 0</inkml:trace>
  <inkml:trace contextRef="#ctx0" brushRef="#br0" timeOffset="135848">7695 11010 8702,'2'-8'90,"0"1"0,-1 0 90,0 1 180,-1 1-270,0-1 89,-1 2 91,-2-1-180,-1 2 180,1 1-180,-6 3-90,2 2 90,-2 4 0,1 1-90,0 3 90,1 1-90,-1 3 90,1 1-90,1 0 90,2 1-90,0-2 0,2 1 90,2 0-90,0 0 0,2 0 0,1 0 90,2 0-90,0 0 0,11 9 0,1-3-90,10 6 90,-1-5-90,-5-7-242,-4-3 332,-6-5 0,-2-1-90,-1 0 90,-2 0 0,-1 0 0,-2 0 0,-2 1 242,-6 8-242,-11 8 0,-2 1 0,-2-4 0,-1 0 0,-4 1-656,6-6 1,0-1 655,-4 1 0,3-3-90,2-2-360,1 0-2158,5-5 2608,1-3 0,9-10 0,3-4 0</inkml:trace>
  <inkml:trace contextRef="#ctx0" brushRef="#br0" timeOffset="136081">7640 11055 9242,'-4'-7'-180,"0"1"180,2 1 90,0 0 0,0 0 0,1-1 0,1-1-90,1 1 90,2 0-90,1 1 90,0-2-90,3 1 0,1-2 89,2 0-89,2 0-89,0-2-91,3 1-180,1-1-704,2-1 255,2 0 719,1-1 90,-2 1 0,2-2 0,0 0 0</inkml:trace>
  <inkml:trace contextRef="#ctx0" brushRef="#br1" timeOffset="136448">7931 10827 9153,'-2'9'433,"0"0"-254,-3 0 8,-2 6-3464,-2 4 3054,-2 6 539,0 3-110,-2 4-138,2-1 3,2 3 89,1-2-184,2 1-93,3-1-128,1-1 134,3-1-82,2-2 283,8 10-90,-1-11 89,6 3-89,3-12 0,-4-8-89,5-1 89,-6-7 0,0-1 0,0-3 0,-1-1 0,1-2 0,0-2 0,-2-1 2908,1-2-2908,1-10 90,-7 7 1134,0-7-1134,-9 9-90,-2 1 90,-3 0 0,-2 2 235,-2 2-235,-2 3 0,-3 2 0,-5 2-637,-3 5 457,-6 4-1057,0 4 877,1 1-90,4 1-1709,0 4 630,10-5 1439,0 4 0,10-5 0,0 1 0</inkml:trace>
  <inkml:trace contextRef="#ctx0" brushRef="#br0" timeOffset="137023">6609 12474 9781,'-7'-4'-90,"1"1"90,3-2 0,4 1 0,2-3 0,2 3 0,3-3 90,2 0-90,5-2 0,4-2 0,6-1 0,6-3 0,4 0-282,-14 6 0,1 0 102,8-3 0,2-2 0,-3 3-825,-8 3 0,-2 1 600,7-3 0,-1 1 315,3 0-612,-3 1 0,1-1 1,-1 1-1</inkml:trace>
  <inkml:trace contextRef="#ctx0" brushRef="#br0" timeOffset="137264">6821 12251 8342,'0'-7'360,"0"-1"-360,1 22 0,-1-5 90,-1 20-90,1-4-1392,0 5 1392,2 4-894,0 1 894,0 2-180,2-2-89,1 1-541,2 1 810,-1-15 0,2 1 0,-1-4 0,2 1 0,1 2 0,1 0 0</inkml:trace>
  <inkml:trace contextRef="#ctx0" brushRef="#br0" timeOffset="137508">7619 12284 9062,'-8'2'-1170,"2"0"811,6 1 359,1 0 0,3 0 0,-3-2 0</inkml:trace>
  <inkml:trace contextRef="#ctx0" brushRef="#br0" timeOffset="137680">8181 12484 8882,'-3'9'90,"1"-1"-720,1-3-179,1 0 809,-1 0 0,0 2 0,-1 0 0</inkml:trace>
  <inkml:trace contextRef="#ctx0" brushRef="#br0" timeOffset="137906">7616 13576 9062,'-10'-1'-1709,"1"0"1709,4 0 0,0 1 0,1 0 0</inkml:trace>
  <inkml:trace contextRef="#ctx0" brushRef="#br0" timeOffset="138091">7464 13875 8072,'-6'1'0,"2"-1"0</inkml:trace>
  <inkml:trace contextRef="#ctx0" brushRef="#br0" timeOffset="141331">20029 7641 8972,'2'-9'2428,"2"8"-2248,-2 1-180,3 9 90,-4-5 0,1 2-90,0-1 90,0 1 0,2 4 0,-1-2 0,1 4-90,3 2 0,-1-3 0,3 5 90,-3-4-90,1-1 0,-1 0 0,1-1 90,0 0-90,0-1 0,0 0 0,0-1 0,1-1 0,2 0 180,4-2-90,0-2 90,13-10 0,-8-2-1151,15-9 1061,-11 2 0,0-2-90,-1 2 0,1-2 45,8-6 0,0-2-1519,-4 4 1,-1-1 1473,1-1 0,1-1 44,1-2 1,0 0-45,2 0 0,0-1 30,-10 9 0,0-1 0,1 1-30,-1 1 0,0-1 0,2 0 0,0-1 0,2-1 0,0 0 0,-2 2 30,2-2 0,-2 2 0,3-2-30,3-3 0,4-2 0,-1 0 0,-2 3-30,-6 4 0,-2 2 0,1-1 0,6-4 0,1-1 0,-2 2-317,-2 2 1,-1 1 166,6-3 0,-1 0 45,-9 7 0,-1 1 0,3-2 0,0 1-674,9-6 359,-13 9-1709,7-4 630,-15 9 1529,2 1 0,-4 0 0,1 2 0</inkml:trace>
  <inkml:trace contextRef="#ctx0" brushRef="#br0" timeOffset="149634">21089 1679 7713,'-3'-6'809,"1"1"-629,0 1 0,-1 0 0,0 1-180,-1 5 90,1-1-90,0 6 90,2-2-90,0 4 0,-1 1 90,1 2 0,0 3 0,0 4 0,0 6-960,0 6 914,1-10 1,-1 1-695,1 2 0,-1 1 740,1 4 0,0 2-45,-1 1 0,0 2 0,1 6 0,0 1-857,-1-12 1,1 0 0,0 1 841,-1 3 0,1 1 0,0 0-553,0 0 1,0 0-1,-1 0 553,1 1 0,0 0 0,0 0-308,0 1 0,0 0 0,0-1 308,-1 2 0,1-1 0,0 1-186,0 0 1,0 0 0,0 0 185,0 0 0,0-1 0,0 1 0,0 0 0,0 0 0,0-1 0,0 0 0,1-1 0,-1 1 0,0-2 0,0 1 0,1-1 0,-1 0 0,0 0 0,1-1 0,-1-1 0,1 0 0,-1-1 0,0-2 0,0-1 0,1 1 15,-1 11 0,0-1-45,0-3 0,0 0 44,0-1 1,0 0 0,0 0 0,0-1-45,0 0 0,-1 0 435,1-1 0,0 0-435,0-2 0,-1 1 30,1-4 0,0 1 0,-1-1 464,1 4 1,-1-2-495,1 7 0,0 0 45,0-6 0,0-2-45,0 13 45,0-17 0,0-2-45,-1 4 0,1-4 1745,-1-5-1745,0-2 0,1-1 0,-1-3 2756,1-1-2756,-1-2 669,1 0-669,-1-2 1173,1 0-1083,-1-1 440,1 3-440,0-2 0,0 3 0,-1-4-1,1 0 1,-1-1 0,0-1-90,2 1 0,5-2 90,1-2-90,8 0 0,-1-3 0,24-1 0,0-2-1201,-9 2 0,1 0 1201,-2 0 0,0 0 0,6-1 0,1 0 0,3 0 0,1 0 29,-10 1 1,0 0 0,3 0-30,1-1 0,3 1 0,0 0 0,-1-1-866,3 1 1,-2-1 0,3 0 865,-3 1 0,3-1 0,0 1 0,-2-1-579,1 1 1,-1-1-1,0 1 579,1-1 0,0 1 0,0 0-387,0 0 0,1-1 0,0 1 417,-1 0 0,1 0 0,0 0-129,0 0 1,1 0-1,-1-1 99,0 1 0,1-1 0,0 0 25,-1 1 0,1-1 0,2 1-25,-8 0 0,2-1 0,2 0 0,-1 1 0,-2 0 0,0-1 0,-1 1 0,0 0 0,1 0 0,1 0 0,2 0 0,0-1 0,-1 1 0,-2 0 0,-1 0 0,-3 1 0,0-1 0,1 1 22,0-1 1,0 1-1,0-1 1,0 1-23,0 0 0,-1 0 0,1-1 0,-1 1 0,11 0 0,0 0 0,-1 0 108,-1 0 0,-1 0 0,0 1-108,-1 0 0,0 0 0,-2 0 0,-1 0 0,0 1 0,-2 0 47,-1 0 1,0 0 0,-1 1-48,9 0 0,-2 0-45,-3 0 0,-1 0 301,-8 0 1,-2 0-257,-2 1 0,-2-1 1491,12 0-1581,-7 1-270,-4-1-2917,-10 0 3075,-29-6 0,-3-1 1,-2 0-1,0 0 1</inkml:trace>
  <inkml:trace contextRef="#ctx0" brushRef="#br0" timeOffset="150939">21456 3357 9512,'1'-8'-450,"-1"2"360,1 0 90,0 0 0,0 0 90,0 0-90,-1 1 90,1 0 90,-1 0-90,1-1 90,0 1-91,0-2 91,0 3-90,0-2 0,0 1 0,2 12-90,0 9 0,2 11 90,-2 8-1403,0 0 1358,-2-14 0,0 1-45,1 1 0,-1 0 0,0 3 0,0 1 45,1 0 0,-1 1-45,0 0 0,0 1 0,-1 2 29,1 1 1,-1 1 0,0 0-947,0 0 1,1 0 0,-1 0 946,0-1 0,0 0 0,0-3-30,0 3 0,0 0 30,0-4 0,0 2 0,0-2-30,-1 4 0,1-1-637,0 9 1,0-1 636,1-15 0,-1-1-108,0 7 1,1 0 107,-1 11 0,1-16 0,-1-2 0,0 3 0,0-5 677,0-4-587,0 1 2168,0-6-5496,0 2 3732,3-19 1,-1-6-1,2-13 1</inkml:trace>
  <inkml:trace contextRef="#ctx0" brushRef="#br0" timeOffset="151706">21506 3263 8432,'-6'-8'540,"2"2"-180,2 1-360,3 1 90,3 1-90,3-1 90,3 3-90,0-1 0,2-1 90,4 1-90,0-2-291,3 1 291,0 0 90,3-1-90,0 0 0,0 0 0,-2 1 0,4 0 90,-7 1-168,2 0 78,-7 2 0,-2-1 0,-1 1 0,-2 1 0,0 0 288,-1 1-288,3 4 80,-4 0-80,2 5 0,-2 7 0,-2-1 0,0 14 90,-1-1-1535,-1 5 1445,0 4-730,0-17 1,0 0 774,-1 2 0,1 0-45,0 2 0,-1 1 45,1 0 0,-1 2 0,1 11 0,-1 1 0,1-9 0,0-1-974,0 11 1,0-1 973,0-12 0,1-2 0,-1 1 0,0 0 0,1-1 0,0 0 0,-1 0 0,1-1-1,0-1 1,0 0-247,0-3 1,0-1 291,3 19 0,0-5 820,0-2-910,1-2 766,-1-5-766,0-4 90,-1-4 2342,0-3-2432,-1-3 0,0-1 804,-1-1-804,0-2 0,0 0 0,0-2 343,0 0-1153,1-1-1888,0-1 2698,2-5 0,-1-2 0,1-2 0</inkml:trace>
  <inkml:trace contextRef="#ctx0" brushRef="#br0" timeOffset="153048">21876 4589 8972,'5'-1'1349,"-2"-1"-1169,-1-7-90,-1 1 90,0 1 0,-1-2 0,0-1-90,1-3 89,0-2-89,0-3-411,-1-3 411,0-8-933,0-3 888,0 11 0,-1-1 0,1 0 0,0-1 0,0-3 0,-1-1-45,1 0 0,0-1-979,0-1 0,-1 0 979,1-2 0,0-1-852,0-1 0,1 0 852,-1-1 0,1-1 0,0-3 0,0-2 0,0 0 0,1-1-481,-1 11 0,0-1 0,0 1 481,1-1 0,-1 0 0,0 0-307,1 0 1,-1-1 0,0 1 306,1-2 0,-1 1 0,1 0-114,-1-1 0,1 0 0,0 0 114,-1-1 0,1 1 0,0 0 13,0 0 1,0 0-1,1-2-36,-1 0 1,1-3 0,1 1-1,-2 1-7,1-1 0,0 1 0,1-2 7,-1 3 1,0-2 0,1 1-1,-1 2 119,0 1 0,-1 3 1,1 0-142,2-11 0,-1 1 311,-1 3 0,1 0-326,-1 8 0,1 0 0,-1 1 60,1-3 0,-2 0-45,2-6 0,0 2 45,-1-6 882,0 7-972,0 5 90,0 4 1840,-1 5-1930,-1 2 90,1 3 1753,-1 1-1753,0 1 1888,0 3-1888,0 0 109,0 1-109,0 2 378,0 0-378,-1 1-90,0 0 90,1-1 0,-1 2 0,0-2 0,1 2-90,-1-1 90,1 0 90,-1 1-90,0-1 0,-2 1 0,-1 2 0,-2 1 0,-2 3 0,0 0 0,0-1 0,2 2 0,-2-2 0,2 0 0,0 1 0,0-1 0,1 1 0,-1-1 0,0 1 0,15-6 0,-2 2 0,27-10 90,-11 5-1287,13-5 1107,-9 3 180,0-1-180,1 1-312,-9 2 1,1 1 401,10-4 0,7-3 0,-16 6 90,-2 1-90,-5 2 0,-3 0 0,1 1-90,-4 2 180,1-1-180,-2 2 1181,-2 0-1091,0 3 909,-3 1-909,-1 3 0,-2 1 0,0 3 0,-1 3 0,1 4-824,-1 7 824,0 6-1738,0 11 1738,1-19 0,0 1 0,-1 4 0,0 1-1212,1 1 1,0 0 1211,-1 2 0,0 1 45,0 6 0,-1 0-583,1 1 1,-1 1 567,1-10 0,-1 0 0,0 0-30,1 1 0,-1-1 0,1 1 30,0 0 0,-1 1 0,0-1-364,1 1 0,0 0 1,-1 0 333,1 1 0,0-1 0,0 1-136,0 0 1,-1 0 0,1-1 135,0 1 0,0-1 0,-1 1 138,1-1 0,0 1 0,0-1-138,0-1 0,0 1 0,0-1 0,0 0 0,1 0 0,0-1 45,-1 12 0,1-2-45,-1-1 0,2 0 30,-1-7 0,0 2 0,1-2 15,0 5 0,-1 0-45,1-6 0,0 2 0,1-3 0,-1 2 0,1-1 45,-1-1 0,1-1-253,0 0 1,0 0 252,0-2 0,0 1-45,0-2 0,0-1 469,0-1 1,-1-1-425,1-1 0,-1-1-45,2 17 45,-1-12 0,0 0-45,0 12 547,0-14 0,-1-2-547,2 4 0,-2-4 1421,1-1-1421,0-3 0,-1 0 90,1-2-90,-1-1 2727,0-2-2727,-1 0 782,1-2-692,0 0 1134,0 1-1224,0-3 0,-1 0 90,1-4-90,-1 0 0,1 1-1530,0-2-179,4-6-539,-2-2 2248,4-7 0,0-6 0,0-3 0</inkml:trace>
  <inkml:trace contextRef="#ctx0" brushRef="#br0" timeOffset="153797">22391 3323 9871,'-4'-7'540,"3"0"-450,3 4 90,8-1-90,4 0-90,4-1 90,20-5 0,-11 4-724,-6 1 0,-1 0 634,10-1 90,0 0-1009,0 0 919,-2 1-528,-2 2 618,-3 0-90,-4 1-61,-3 1 61,-2 1 0,-1 1 0,-1-1 1055,2 4-1055,0 3 0,-2 2 972,-2 5-972,-5 1 0,0 6-340,-1 4 340,-2 5 0,0 2-1125,-2 4 1125,0 1 0,0 3 0,-1-17 0,1 0-772,0 2 0,1 0 772,-1 2 0,1 0 0,-1 1 0,1-1 0,-1 1 0,1 0 45,0 0 0,0 1-45,0-1 0,1 0 0,-1 0 0,0 0 0,1 1 0,-1-1 0,0-1 0,0 1-1014,-1 8 0,1 0 1014,-1-11 0,0 1 0,1 12 0,-1 0-112,1-2 157,-1-14 0,1-2 577,0 1-622,-1-4 90,1-4 1155,0 2-1245,-1-5 2852,1 4-4471,0-9 1601,5-4 18,-1-5 0,2-7 0,-2-1 0</inkml:trace>
  <inkml:trace contextRef="#ctx0" brushRef="#br0" timeOffset="154939">22154 2238 9871,'5'-11'540,"0"0"-360,-1 2 0,1-1 0,1-2 0,1-1 89,0-1-89,2-3-554,-1-2 554,2-3-90,1 0 89,-2-2-89,2-2-1294,-1-2 1294,2-6 0,1-4-90,-6 17 0,1-2 45,-1 0 0,1-2 0,0 1 0,0-3-45,2-2 0,0-3 0,1 2-1330,1-6 0,0 0 1330,0 3 0,1-2 0,-1 2-384,3-4 1,-1 2 383,2 0 0,-1 1 0,1 0 0,-1 1-511,1 0 1,-1 2 510,-1 3 0,-1 0-45,0 2 0,0 1-27,-2 3 1,-1 1 71,0 1 0,0 1 1107,6-14-1197,-3 4 847,-2 8-937,-1-1 1745,-2 5-2015,0 1 181,-3 7-271,-2 3-1291,-1 3 1831,-1 7 0,0-4 0,0 6 0</inkml:trace>
  <inkml:trace contextRef="#ctx0" brushRef="#br0" timeOffset="217422">4409 8325 7803,'-9'-13'899,"4"6"-719,-1-3 0,4 5 0,0 1-90,1-2 0,1 1-90,2-1 90,0 0-90,1 1 90,3-3-90,-2 4 0,1-2 0,-1 2 0,1 1 0,-1 0 0,1 0 0,-1 0 89,1 1-89,-1 0 0,1 1 0,1 2 0,-1 1 0,-1 1 0,-2 1 0,-1 1 0,0 2 0,-1-1 0,-2 3 0,1-1 0,-2 2 0,0 0 0,-1 1 0,-1 0 0,0-1 0,1 0 0,0-2 0,0 0 0,0-1 0,2 0 0,-1-2 0,2 0 0,0-1 0,0 1-89,2 0 89,0 0-90,1-2 0,1 0 0,1-1 90,0 0-90,0 0 0,1 0 0,0 0 0,0 1 0,1 0 90,-1 0-90,-1 0 90,1 1-90,-1 1 90,-1 0-90,0 2 90,-2 0 0,0 1-90,-1 0 90,-1 2-90,-1 0 90,-1 2 0,-1 0-90,-1 0-90,-3 6 90,2-5-179,-3 4-1,4-7-270,0 0 90,1-2 450,0-1 0,1-2 0,0 0 0</inkml:trace>
  <inkml:trace contextRef="#ctx0" brushRef="#br0" timeOffset="217688">4664 8271 7713,'-8'-2'629,"1"0"-359,3 1-270,-1-1 0,2 2 0,1 0 0</inkml:trace>
  <inkml:trace contextRef="#ctx0" brushRef="#br0" timeOffset="218192">4746 8135 7803,'1'-7'809,"0"1"-179,-1 0-630,-4 20 0,3-10 90,-3 15-90,3-12 0,1-1 0,1 1 0,-1 0 0,1 0 0,1 0 90,0 0-90,4 3-90,-1-2 90,4 1 0,4-1 0,-1-2-90,4 1 90,-3-3-90,9 1 0,-5-1 90,6 0-90,-8-1 0,5 1 0,-7-1 90,3 1 0,-8 0 0,-2 1 0,-2 0 90,-2 1 0,-3 4 90,-4 4-180,-2-1 90,-4 3-90,1-4 0,-1 0 90,0-1-3367,-7 6 2892,7-7 115,-3 3-270,9-9-179,1-1 719,0-1 0,3 0 0,-1-2 0</inkml:trace>
  <inkml:trace contextRef="#ctx0" brushRef="#br0" timeOffset="218446">4796 8122 8252,'-4'-8'180,"1"1"-90,5 1-90,2 2 90,0-1-90,1 0 90,10-11 0,-4 6-180,6-7 90,-7 8-630,4-3-89,-4 4 179,3-3 540,-4 5 0,2-2 0,1 0 0</inkml:trace>
  <inkml:trace contextRef="#ctx0" brushRef="#br0" timeOffset="218916">5012 7973 8972,'-7'-5'1079,"4"-1"-1079,6 2 90,2-1-90,1 3 90,0 0-90,1 0 0,0 0 0,1 0 0,1 0 90,0 0-90,4 0-90,-4 1 90,5 1 0,-7 0 0,3 4 0,-6 0 0,1 2 0,-4 0 0,0 1 0,-2 2 0,0 0 0,-1 2 0,-1 0 0,0 1 0,0 1 0,0-1 0,0 0 0,0 4 0,1-6 0,1 7 0,3-7 0,1 0-90,1-2 90,1-4 0,4 1-90,-2-2 90,3 2 0,-4-2 0,0 2 0,-2-1 0,1 4-90,-5 0 90,-1 3 0,-2 3 0,-4 4 0,-7 16-225,5-15 1,0 1-591,-1-1 1,2 0-176,-7 14 720,8-15 227,2-4 0,0 3 0,1-1 0</inkml:trace>
  <inkml:trace contextRef="#ctx0" brushRef="#br1" timeOffset="229831">6125 8327 11586,'-8'-3'-659,"1"1"573,2 0 230,0 1-48,0 0 111,2-2-229,2-1 503,3-2 221,2 0 606,-1 2-193,0 0-26,0 1-134,1-1-20,0 1 102,-1-1-525,1 0-437,1 1-238,-1 0-98,1 0-48,0 0 91,2 0-132,-2 1-29,2 0-106,-1 3-244,-2 0-23,2 3-288,-3 0 253,1 2 204,-3 0 346,0 1 181,-3 6 249,1-2 324,-2 5 125,0-5 74,0 2-212,0-2-171,-1 5-286,2-5-100,-1 3-278,2-6 46,1-1-105,0 0 214,1 0-61,1 0-212,1-2-61,1 0-2,0 0-259,3 1 62,0-2 61,1 1 58,0-3 167,-2 1 216,1 0-80,-2 0 70,0 1 122,0 0-47,-1 4 355,-1-1 104,-2 7 52,-2-5 121,-1 4 91,-2-3 135,0 1 105,-2 0-31,-4 5-127,2-3-213,-1 2-222,3-6-311,1-2-312,0 0 422,1 1 0,1-3 0,1 1 0</inkml:trace>
  <inkml:trace contextRef="#ctx0" brushRef="#br0" timeOffset="230071">6374 8352 8162,'-1'-7'0,"1"2"0</inkml:trace>
  <inkml:trace contextRef="#ctx0" brushRef="#br0" timeOffset="230515">6531 8145 7982,'-1'-7'450,"-1"2"-270,0 0 0,-1 1-90,0 1 0,-2 3-90,1 3 90,0 2-90,1 2 0,0-1 0,0 2 90,0 1-90,-1 0 0,1 1 0,0-1 0,0 1 90,0 0-90,2-1 0,0-1 0,1 1-90,0-1 0,2 0 0,1-1-90,3 3 90,4 0 0,1 0-90,0-2 90,-3-2 0,-1-2 0,1 1 0,-2-1 0,1 1 0,-1 0 101,-1 1 13,-2-1-73,0 1 207,-1 1-78,-2 1 30,0 0 99,-2 2 29,-1 0-98,-2 3 96,-1-1-13,-4 8-20,-2-2-95,2-1-211,2-4-196,3-7-569,1 1 267,0-3 558,2 0 1,0-3 0,1 0 0</inkml:trace>
  <inkml:trace contextRef="#ctx0" brushRef="#br0" timeOffset="230732">6510 8164 7982,'-4'-5'90,"-1"-1"-90,4 2 90,2-2-90,2-1 0,3-1 0,1-1 0,9-9-90,-1 3-806,6-7 267,-5 6 179,0 1 450,-2 2 0,4-2 0,0 1 0</inkml:trace>
  <inkml:trace contextRef="#ctx0" brushRef="#br0" timeOffset="231464">6769 7916 8972,'-7'-5'630,"1"2"-541,1 6 1,1 0-90,1 0 90,0 1-90,0 1 90,1 0-90,-1 2 90,0-1-90,0 0 0,0 0 0,0-1 90,1 0-90,0 0 0,0-1 90,1 1-90,-1 0 0,1-1 90,-1 1 74,1-1 83,0 1-2,-1-2-152,5-8 91,-1 1 89,3-6-91,0 5 13,-1 1-172,2-3 9,-1 2-6,2-2-30,-2 3 4,0 0-25,0 0 19,0 1 166,0-1 54,1 2-60,-1-1 8,0 1-3,-1 1-50,1-1 17,1 3-129,-1 0-181,0 1-150,-3 0 14,0 2 135,-1 0 120,-1 2 66,-1 0-210,-3 6 128,1-2 3,-3 6 110,1-5 47,-1 1-134,0-1-25,1-1-109,1-1 218,0 0-18,1-2-3,-1 3-7,1-3-12,1 2-96,2-4 76,1 0-24,3-1-24,2 1-20,1-2 15,1 0 11,-1-1 104,3 2-185,2 2 99,0 1 18,-1 1 16,-3 0 26,-2 0-3,0 2-1,-1 0 2,-1 1 16,-1 1 12,-1 0 14,-2 1-72,-2 1 96,-5 13 2,-2-4-873,-4 9 867,1-8-4,0-1-2,-1-1-7,-3 3-97,4-7-281,-1 0-8,3-7-1561,1-1 1346,2-5 523,-1 1 0,0-7 0,-1-1 1</inkml:trace>
  <inkml:trace contextRef="#ctx0" brushRef="#br1" timeOffset="232388">4477 8399 10642,'5'-14'1163,"-1"1"-675,-1 1-238,0 2-46,0 0 42,0 1-114,-1 1 95,0 0 195,-1 1-269,0 1 59,0 1-153,0 0 237,-1-1-212,-2 2-422,-2 4 139,-2 3 416,-2 5 110,1 0 88,-2 4 116,-3 7-90,4-3-17,-3 10 198,7-11-155,2 2-445,5-8-385,3-1-272,4-3-225,5-2 286,7-4-1126,9-7 1624,8-5-894,-17 4 1,1-1 1093,3-3 1,1 0 5,2-1 1,-1-1 161,3-1 1,0-2 153,0 1 1,0-1-1303,-1-1 1,0 0 923,-1 1 1,0 0-125,-3 2 0,0 0-296,-2 1 1,-1 0 259,-3 3 0,0 1 171,15-11-311,-1 0-24,-10 7-4,-7 2 1568,-29 17-1446,-5 6 108,-19 10 1267,1 2-1230,17-11 1,-1 2 41,-16 9 1,0 1-43,8-5 1,0 1-7,3-4 1,0 2 0,1-1-10,-1 0 0,2 0 96,3-2 1,-1 0-56,2-1 1,-1 0-2,-3 3 1,1-1-2,-7 5-5,-2 1 840,17-12-853,5-3 400,8-7-403,8-4-103,11-10 134,7-5-792,-10 7 0,2 0 714,0-1 1,2 0 43,2-3 1,1 0-47,-2 2 1,0-1-45,2-1 0,-1 0 41,-2 2 1,0 1 46,-2 0 1,0 1-625,13-8 600,-6 3-87,-6 5 91,-5 2 28,-4 3 16,-5 2 1368,-18 11-1571,-2 2 137,-8 7 1,-3 3 16,7-5 1,1 0 18,-9 6 0,0 1 46,4-3 0,1 0-103,1-1 0,0 0 82,-5 3 1,1 1-98,4-4 0,0 0 114,-1 2 1,0-1-48,3-2 1,1-1-328,-16 12-187,6-5-550,7-4 739,6-4 326,5-5 1,4-3 0,2-3 0</inkml:trace>
  <inkml:trace contextRef="#ctx0" brushRef="#br0" timeOffset="233855">19024 1271 8342,'0'-11'360,"-2"18"-360,1-3 0,-1 18 0,3-6 0,-1-4 0,2 2 0,-1-8 90,0 0-90,0-1 90,0 0 0,1-2 0,1-1 90,2-1 0,1-1-90,3-1 89,7-4-89,3-3 0,9-6-2090,2-2 2090,4-4-45,-16 9 0,1-1 44,8-7 1,2 0-90,-8 5 0,2-2 30,4-4 0,4-2 0,-4 2 15,-2 2 0,-2 0-759,0 1 0,0-1 0,-1 1 714,-2 1 0,0 1-90,-1 0 0,0 0-45,-2 1 1,1-1-676,2 0 1,-2 0-1,7-5 717,-1 0 1,-14 9 0,-2 0-1</inkml:trace>
  <inkml:trace contextRef="#ctx0" brushRef="#br0" timeOffset="235847">15181 3051 8882,'3'-6'816,"0"0"-488,-1 3 405,0-1 127,3 5-598,-2 0-217,2 7-216,-4-1 489,2 3-152,-1 0 42,-1 2-148,1 2-417,-1 2 314,1 0 71,-1 0 326,1 2-164,1-1 64,0 1-128,1 0-67,2 6-22,-1-7 38,3 8-117,-1-9-197,4 0-4,-3-7-62,2-5 563,-1-6 570,3-2 119,3-5 304,19-14 86,-6 0-601,-6 7 0,-1 0-9,-5 2 0,0 0-877,1 0 0,0-1 669,7-6 0,1-2-277,1-2 1,1 0-145,-2 1 1,1-1-90,-5 5 0,1 1 0,-3 1-19,-1 2 0,-2 1 30,7-4 0,-1 1-117,4-3-51,0 2-623,-4 4 475,-1 1-351,-3 2 20,-2 3-596,-2 3 245,-3 1 1291,-1 2 0,4 0 1,-1 1-1</inkml:trace>
  <inkml:trace contextRef="#ctx0" brushRef="#br1" timeOffset="237337">6168 8946 16286,'1'-4'2439,"-1"2"-2834,11-2 832,-4 1-84,2-2-60,0 1-109,2 0-113,0 0 494,1-1-708,-1 0 555,1 0-489,-1 1-218,3 0-86,-4 0-312,2 0 113,-5 2 551,-1 0 1,2-1-1,1 0 1</inkml:trace>
  <inkml:trace contextRef="#ctx0" brushRef="#br1" timeOffset="237613">6277 8839 13802,'-7'4'2440,"1"2"-1017,7 0-1661,-1 2-209,0 1 60,2 7 89,-1-2 42,2 5 284,0-4-750,-1-1-250,2 1-182,1 6 1082,0-5 0,1 9 0,-1-6 0</inkml:trace>
  <inkml:trace contextRef="#ctx0" brushRef="#br1" timeOffset="237963">6424 8790 11177,'-6'-9'-1212,"1"2"737,6 13 878,0 1-353,3 7-19,0-3-51,-1 1 16,1-1-189,0 2 375,0 1 8,0-1-258,1 3-45,0-2 79,0 3-588,1 5 270,0-5 339,1 2 0,0-4 0,0 0 0</inkml:trace>
  <inkml:trace contextRef="#ctx0" brushRef="#br1" timeOffset="238590">6617 8707 11087,'-3'-6'-806,"1"0"512,-2 2-130,1 1 207,-2 0 198,1 0-30,-2 1 240,-2 3-93,0 2 485,1 2 7,0-1 275,3 0 52,1 0-62,0 0-153,1 0-150,0 0-338,1 1-237,1 1-379,1-1-66,2 1-287,0-1-84,1 0-12,5 1 121,-1-2 175,4 2 81,3-2 339,-3 0 28,5 1 208,-6-2 56,2 1 246,-2 0-212,1 0-11,-2 1-122,-1 0-160,-1 2-131,-1 0-62,-2 0 74,0 6 197,-3 2 197,-1-1 90,-3 1 244,-1-5 222,-1 1 194,-2 1 168,-1-1-132,-1 0-121,1-1-141,-2-1 10,2-2-189,-1-1-151,1-1-178,-1-2-254,2 0-103,1-2-146,0-2-396,1-1-243,-1-1-223,2-5 378,1 0 80,-1-5 199,3 2 211,0-1 175,0-1 291,1-1 209,-1-2 211,1-6-175,-1 4-199,1-8-32,-2 11-198,0-1-106,-3 2-139,0 5-100,-1-2-50,0 5-258,-1 1 10,1 3 102,-1-1 16,1 3 249,-1 0-18,1 0 499,0 2 0,2 1 0,0 0 0</inkml:trace>
  <inkml:trace contextRef="#ctx0" brushRef="#br1" timeOffset="238829">6815 8652 13283,'5'-1'348,"-1"0"0</inkml:trace>
  <inkml:trace contextRef="#ctx0" brushRef="#br1" timeOffset="239247">6959 8545 12855,'-5'-5'-2130,"-2"-1"1377,3 5 985,-4 1 385,3 1 189,0 3 64,2 2-289,1-2-169,-1 3 508,3-3-177,0 5-350,1 1-418,1 1-424,2 4-339,3-3-121,1 1 69,1-2-57,-1-3 92,1 0 156,0-1 109,0 1 48,-1-1 106,1 0 177,0 1-25,-1 0 154,0 0 103,-1 0-29,-1 0 63,0 2 93,-3-1-2,-1 6 237,-2-7-43,-4 9 89,0-6 12,-3 4-135,-4 3-46,3-7-389,-3 6-20,4-9 198,0 0 1,-3-1 0,-1 0 0</inkml:trace>
  <inkml:trace contextRef="#ctx0" brushRef="#br1" timeOffset="239480">6922 8588 9948,'-1'-11'-107,"0"3"121,2 2 211,1 1 102,1 0 19,2-1-143,0 0 327,1-2 105,2 0-8,2-1-134,-1 0-449,2-1 124,1-1-64,-1 1 0,4-5 1,1 0-1</inkml:trace>
  <inkml:trace contextRef="#ctx0" brushRef="#br0" timeOffset="239897">7235 8331 8252,'-8'3'270,"1"1"-180,4 1 0,-2 2 0,0 3 0,-2 3 0,0 6 0,-1 1-90,0 5 90,2-1-90,0 0 90,3-3-90,1 1 0,1-2 90,2 2-180,0-3 90,2 0 0,0-2-90,2 0 90,1-3-90,1-1 0,0-3 0,1-1 0,0-1 90,1-2-90,0-1 0,4-3 90,-3 0 0,3-2 0,-4-2-90,3-2 180,-2-4 0,-1 0 0,-4 0 0,-3 2 90,-3-5-90,-1 3-90,-2-3 90,-2 4 0,-1 2 0,-2-1-90,0 2 0,-2 2 0,0 1 90,0 1-180,-1 2-90,1 1-75,-1 1-269,2 1-358,1 1 361,1 0-299,2 0 1,-2 3 0,0-1 0</inkml:trace>
  <inkml:trace contextRef="#ctx0" brushRef="#br2" timeOffset="261637">16987 10244 24575,'0'0'0</inkml:trace>
  <inkml:trace contextRef="#ctx0" brushRef="#br0" timeOffset="274771">4361 8899 8252,'-4'-8'540,"1"2"-360,0 0-90,1 2 180,0-1 179,0 1 1,0 0 0,1-1 90,-2 1-540,7 14 0,-3-4 90,5 12-90,-3-8 0,3 7 0,-1-3-90,1 3 0,-1-4-90,-1-1 90,1 0-180,-1 0 0,1 0-360,1 3 91,-2-5-1080,3 6 1619,-2-8 0,2 3 0,-2-4 0</inkml:trace>
  <inkml:trace contextRef="#ctx0" brushRef="#br0" timeOffset="275212">4524 8875 9242,'-4'-7'809,"0"0"-269,2 3-540,-4 5 90,3 1 0,-1 4-90,2 1 90,1 0-90,1 2 0,0 0 90,0 2-90,1 0 0,1-1 0,0 0-90,1 0 0,0-1 0,1-1 0,0 1 0,0-2-90,2-1 90,-1-1 0,1-1-90,0-3 90,0 1 0,0-3 0,1 0 1,0-2-1,1-1 0,-1-1 90,1-1-90,-2 0 90,0-1 90,0-4 0,-3 2 0,1-2-1,-4 2 1,0 0 90,-3 0 0,0 0-90,-1 0 90,-2 1 0,-2 1-90,0 1 0,-1 1 90,0 1-90,-1 1-90,1 2 90,0 1 0,-1 0-90,2 0 0,0 2-450,-1 0-1799,2 1 2249,1 1 0,3-1 0,2-1 0</inkml:trace>
  <inkml:trace contextRef="#ctx0" brushRef="#br0" timeOffset="275505">4731 8737 9961,'-2'-5'0,"0"1"0</inkml:trace>
  <inkml:trace contextRef="#ctx0" brushRef="#br0" timeOffset="276112">4964 8515 9422,'-2'-8'989,"0"2"-719,0 2-180,-3 4 0,1 2-90,-1 4 90,1 1-90,0 1 90,1 3-90,-1 2 0,1 3 90,0 1-90,0 3 0,0 0 90,0 11-90,2-7 0,0 7 0,3-10 0,2 6-180,4 0 90,0-4 0,3-3 0,-3-10 0,0-1 0,1-3-90,0-2 90,0-2 0,1-1 0,0-2 0,1-1 0,0-2 0,5-4 0,-5 1 90,3-3 0,-6 3 0,-1 0 90,-2 0 90,-1-2 0,-2 2 0,-1-2 90,-4 4-180,-3-1 180,-3 2-180,-1 1 0,-2 2 0,1 3-1,0 1 1,-1 1 0,0 0-90,-2 3-359,2 0 89,1 1-180,4-3-1439,3-2 1889,1 0 0,2-1 0,0-1 0</inkml:trace>
  <inkml:trace contextRef="#ctx0" brushRef="#br0" timeOffset="276362">5104 8498 9602,'-1'-9'449,"0"1"1,1 2 0,-1-1 719,1 2-989,1 14-90,3 8 0,2 11-90,2 4-966,0-5 966,1 1 90,2 0-180,1 4 0,2-4-180,-3-7 0,0-1-180,5 7-269,6 6-810,-7-12-180,-1-4 1631,-2-3 0,3-1 0,-1-1 0</inkml:trace>
  <inkml:trace contextRef="#ctx0" brushRef="#br0" timeOffset="279347">7471 8215 9781,'0'-10'-269,"-1"1"269,1 0 90,0 4-90,-1-4 89,2 4 91,-1-1-180,1-1 90,0 3 0,0-3-90,0 3 0,1-1 90,0 1-90,0 0 90,2-2 0,0 1-90,2 0 0,-1 1 0,2 0 0,0 1 0,1 0 90,-2 2-90,0 0 0,0 1 0,0 1 0,0 1 0,-2 1 0,1 1 0,0 6 0,-2 2 0,0 3 0,-3-1 0,-1-3 0,-1 2 0,-1 4 0,1-3 0,-2 2 0,2-4 0,-1-1 0,1-1 0,0-1 0,1-1 0,0 0 0,0-2 0,1 0-90,1 0 90,0 0-90,0-1 0,0-1-90,2 0 90,-1 0-90,2 0-179,1 1 179,0 0 90,1 1-90,-2-2 90,0 1 0,-1 1 0,0 0 0,-1 4 0,-2-1 90,0 3 0,-4 2 0,1-1 90,-5 8-90,0-4 0,1 0 0,0-4-90,3-6-629,0 1 719,2-3 0,0-1 0,2-3 0</inkml:trace>
  <inkml:trace contextRef="#ctx0" brushRef="#br0" timeOffset="279554">7721 8325 8342,'-2'-9'540,"0"2"-1889,3 2 1349,1 1 0,-1 2 0,2 1 0</inkml:trace>
  <inkml:trace contextRef="#ctx0" brushRef="#br0" timeOffset="280154">7915 8092 8882,'-7'-7'540,"2"3"-360,-2-1-1,1 4-89,-1 1 0,1 2 0,-1 1 0,3 1-90,-1 0 90,1 2-90,-1-1 90,2 1-90,-2 3 90,1 3-90,0-1 90,2 1-90,3-5 0,0 1 0,2 0 0,2-1 0,1 1-90,2-2 0,1 1-90,7 1 90,-1-2 0,5 1-180,1 0 91,-3-2 89,2 1-90,-6-1 0,0 3 90,-4-2 0,1 3 90,-7-4 0,0 1 90,-3 0-90,-1 0 90,-1 2-90,-2 1 90,-3 3 90,-4 2-90,0 0 90,-3 1-1,1-2-89,0-2 90,1-1-90,1-1 0,1-3 0,2 0-90,0-2 0,1-1-180,1-1 90,1-5-90,2-1 90,1-5-89,3 0 89,1-3-90,2-3 90,1-5-90,5-13 90,-2 5 0,1-7 90,-5 13 0,-1 4 0,-1 2 90,-1 2-90,-1 1 90,-1 0-90,-2 3 90,0 0 0,-6 1 0,-3 2-90,-6 2 0,2 4 0,-2 3 0,5 2-90,-4 2-90,4-1-180,-2 1-539,7-2 629,1 1 270,1 0 0,2-1 0,-1 0 0</inkml:trace>
  <inkml:trace contextRef="#ctx0" brushRef="#br0" timeOffset="280555">8129 8024 9332,'-11'-3'449,"2"2"-269,2 3-90,2 1 0,-2 1 0,3 2 0,-1 1 0,1 3-90,0 1 90,1 3 0,1-1-90,1 3 90,0-1-90,2 1 0,-1 1 0,2-1 0,0-1-90,1 0 0,1-2-180,2 3 180,0-5 0,2 1-90,-2-6 90,0-3 0,0-1 1,1-2-1,0-1 90,-1-2 90,1-1-90,0-2 179,-1-1-89,0-1 90,-2-1 270,0-5-270,-2 2 0,-3-4 0,-2 4 0,-3-2-1,-6-5-89,1 5 0,-5-3 0,4 7 0,0 3 0,-1 1-180,2 3-90,1 1-269,0 2-721,1 1-89,2 0 90,1 1 1169,1 1 0,1 0 0,0 0 0</inkml:trace>
  <inkml:trace contextRef="#ctx0" brushRef="#br0" timeOffset="1.2551E6">14721 4543 7353,'12'-3'450,"0"1"-450,0 1 179,6 1-89,-5 0 0,7 1 0,-1 0-1430,5 0 1430,4 1-1,-1-1 1,1-1-45,-4 1 0,0 0-399,9 0 1,3 0 443,-8 0 0,1-1 0,-1 1-913,10-1 0,1 1 853,-5-1 0,2 0 0,-1-1-30,-5 1 0,-1 0 0,2 0-475,2 0 0,3-1 1,1 1-1,-3 0 505,4-1 0,-2 1 0,2 0-323,-1-1 0,2 1 1,-1 0-1,-1 0 293,1 0 0,-3 0 0,1 0-71,1 0 1,-1 0-1,1 0 71,1 0 0,-1 1 0,1-1-54,-1 0 0,1 0 1,0 0 53,0 1 0,0 0 0,0 0 30,-1 0 0,1-1 0,0 1-30,-1 0 0,0 0 0,0 1 0,-1-1 0,1 0 0,-1-1 30,-1 1 0,1 0 0,-1 0-16,0 0 1,-1 0 0,0 0 15,-1 0 0,0 1 0,2-1-8,-1 0 1,2 0-1,0 0 1,-1 0 7,1 0 0,-2 0 0,2 0-30,-3 0 0,1 0 0,1 0 0,-2 0 30,8 1 0,-1-1 0,-1 0-30,-10 0 0,-1 0 0,2 0 29,5 0 1,2 1 0,-3-1-30,0 0 0,-1 1 45,0-1 0,1 0-145,-2 0 1,0 1 99,0-1 0,-1 0 45,0 1 0,-1-1 402,0 0 1,0 0-448,-1 1 0,0 0 0,0-1 0,-1 0 597,-1 0 1,2-1-598,9 2 0,1-2 83,-10 1 0,0-1-83,8 1 0,1 0 45,0 0 0,-2-1-23,-7 0 0,-1 0-22,10 0 0,-1-1-315,-10 0 0,-1 0 360,-1 0 0,1 0-45,0-1 0,-1 1 0,1-1 0,-1 1 0,0 0 0,0-1 0,1 1 0,-1 0 0,0 0 0,0 0 0,-1 0 0,1 1 45,7-1 0,1 0-90,-9 0 0,-1 1 90,15-2 0,-2 1-45,4 0-103,-15 0 1,-1 0 102,8 1 1234,-4-1-1234,-3 0 1521,-4 0-1521,-2 0 0,-2 1 0,-1 0 0,0 0 90,5 0-90,-4 0 0,4-1 0,-8 1 1722,2 0-1722,-3 0 1410,2 1-1321,-3-2 662,-4 1-751,3-1 0,-4 0 90,2 1-90,-2-1 0,1 1 0,-1 0 0,-1-1 0,0 1 0,0 0 0,0-1 90,0 1-90,1 0 0,-1 0 0,1 0 0,-1-1 0,1 1 0,-1 0 0,1 0 0,-1-1 0,0 0 0,-1 1 0,-1 0 0,-1 0 0</inkml:trace>
  <inkml:trace contextRef="#ctx0" brushRef="#br0" timeOffset="1.25648E6">14745 4458 8882,'0'-6'90,"0"-1"90,-1 2-90,0-1 90,0 1 89,0-1-269,-1 15 0,1-3 90,0 12-90,-1-5 0,1 1 90,-1 3-90,0 1-241,-1 1 241,1-1 0,-1 0 0,1-2-90,1 1-180,-1-2-1169,0 5 1439,1-2 0,-1 4 0,0-2 0</inkml:trace>
  <inkml:trace contextRef="#ctx0" brushRef="#br0" timeOffset="1.25718E6">14661 4991 8972,'-2'-8'270,"1"0"-90,0 2 0,-1 1-1,1-1 181,-1-2-90,1 3-180,-2-4 180,2 5 0,-1-2-180,-2 10-90,1-1 90,-4 13 0,3-4-90,-2 7 0,2-3 0,-1 2 0,-2 3-90,1-2 0,0 1 0,0-4-90,2-2 0,0-1 0,0-1 0,1-2 0,0 0 90,0-2-90,1-2 90,0 0-179,1-2-181,-1 1 360,3-12 0,0 2 90,3-7 0,0 3-90,0 4 90,0-1 0,1 2-90,-1 1 90,2-1 0,0 1 0,1 0 0,1 1-180,5-1 180,-2 1-90,4 1 0,-4-1-90,5 1 180,-5 0-90,3-1 90,-5 1-90,-1-1 90,0 0 0,1-2 0,-2 1 90,0-2 0,-4 2 0,1-3 90,-1 0-90,-1 0 90,-1 1-180,0-1 180,0 1 180,0-2-360,-4 20 90,2-6-90,-3 25 0,2-15-413,1 8 413,0-6-90,1 8-90,0-6-90,0 3-89,1-8-623,0-2 892,1-1 90,-1-2 0,1 3 0,1 0 0</inkml:trace>
  <inkml:trace contextRef="#ctx0" brushRef="#br1" timeOffset="1.25759E6">14934 5112 8523,'-3'-6'293,"0"0"-232,0 3 380,-1 0-356,-4 3 23,2 1 89,-4 1-92,4 3-92,-1 1 106,0 1-2,0 2-3,1 1-93,0 1 72,0 0-5,2 1-95,2 0 81,0 1-92,2-1 2,1 0 88,1 0-91,2-1 0,2 0 87,1-2-89,2 0 7,0-2 94,6-1-81,-4-2 108,10-2 50,-9-3 128,5-3-60,-1-5 144,-4-1 5,6-12-45,-10 5-43,0-7-1016,-6-4 696,-3 3 29,-4-8-133,-2 10 8,-3 0-441,0 7 336,-2 0 45,0 5 49,1 4 73,0 2 159,0 3 639,1 3-765,0 3 139,0 2-1894,-1 7 1056,3-2 764,2 4 1,5 2 0,1 1 0</inkml:trace>
  <inkml:trace contextRef="#ctx0" brushRef="#br0" timeOffset="1.25843E6">19776 4474 9152,'4'-6'899,"0"-2"-719,-2 3 180,1 0 180,-2 0 179,1 0-629,-3 13 0,1-3-90,-2 13 90,0-1-90,0 2 90,-1 5-412,1 3 322,0 4-90,1-1-90,1 1-89,2-1-451,0 8 90,-1-10-1458,2 4 739,-2-13 1259,1-2 0,0 4 0,0 1 0</inkml:trace>
  <inkml:trace contextRef="#ctx0" brushRef="#br0" timeOffset="1.25893E6">19795 5020 9871,'-5'-6'360,"0"0"-90,3 3-90,-1 0-90,-6 7 0,4-1-90,-5 7 0,3 0 90,-7 11-90,-3 9-1137,0 2 1137,0 1 0,9-11 0,-1 2-131,3-4 131,1 1-90,2-3-90,3-3 1,0 0-1,2-2 90,2 0 0,2 0-90,2-2 90,1-2 0,1-1 0,1-1 0,1-1 0,5-2 0,-4-3 0,4-1 90,-7-1 0,1-1 1209,-1-2-1209,-1 0 149,-1-1-59,-1-2-90,-1 1 0,-2-2 90,-2 0-90,-1 0 0,-2 0 0,-5-5 0,0 2 89,-7-2-89,2 5 0,-2 2 0,1 1 0,0 2 0,0 1-179,2 1-1,0 2-270,1 1-540,1 0 631,1 1 359,2 0 0,2 0 0,0 1 0</inkml:trace>
  <inkml:trace contextRef="#ctx0" brushRef="#br0" timeOffset="1.25936E6">20116 5176 9152,'3'-9'539,"0"1"-179,-3 3-270,-2 0 180,0 2-180,-6 3 0,1 2 0,-4 3-90,2 1 90,-1 2-90,-1 2 90,1 2-90,1 1 90,1 2-90,0 0 90,2-1-90,1 0-90,3-2 90,1 1-180,3 3 180,2-4-90,3 3 0,5-3 90,-2-5-90,10 2 90,-7-6-90,11-3 90,-10-2 0,6-3 0,-6-1 0,4-8 90,-2-4-90,-2-1 0,-5-2 90,-6 6 0,-4-2-90,-4-3 180,-12-9-638,0 7 547,-9-5-1011,2 13 922,-1 3 0,2 3 90,-6 2-180,10 3-180,-3 3-90,9 2-360,3 1-449,1 1 685,3 0 484,3 0 0,1 0 0,1 0 0</inkml:trace>
  <inkml:trace contextRef="#ctx0" brushRef="#br0" timeOffset="1.25956E6">20559 5136 10321,'4'-6'1259,"1"1"-809,-3 2-90,0-1-3637,0 0 1697,-4 0 1580,-1 1 0,-11-1 0,-3 3 0</inkml:trace>
  <inkml:trace contextRef="#ctx0" brushRef="#br1" timeOffset="1.26038E6">15901 4402 12620,'2'4'-1054,"-2"-1"983,1 12 192,-2-3 92,-1 1 84,-1 10-130,0-6-242,-1 6-17,2-7 527,0 6-308,0-4-72,1 3-61,0-7-230,1-2-343,-1 4 71,0-4-608,0 2 461,0-6 663,0 0 1,-1 3 0,-1 0 0</inkml:trace>
  <inkml:trace contextRef="#ctx0" brushRef="#br1" timeOffset="1.26109E6">15848 4839 8883,'-5'-9'277,"2"3"-35,0 1 14,1 1-50,-1 0 77,0-1-103,0 2-85,-1 4 120,1 1 154,0 5-157,0 0 67,0 1-111,-2 2 9,0 1 98,-1 2-93,0 2-221,-3 3 54,1 0-30,-2 1 32,0 4-188,-1-1-1,-1 4-1,3-9 1,2-4 92,4-7 0,0 0-93,1-1-97,0-1-109,1 1 255,5-6 152,-2 1-156,6-6 220,-3 3-108,0-1 108,2-1-5,-2 1 24,2 0-90,-1 0 26,0 1 49,1 0-132,0 0 3,0 1-13,3-1-7,-3 0 8,2 0 4,-3 1 9,0 1 1,0-1 8,-1 1-9,0-1 14,0 1 4,0-1 107,0 0-83,-1 0 20,1 0 98,1-3 7,0 0 17,0-2-118,0 2 91,-3 1-29,1-1-91,-1 2 63,0-1 13,0 1 66,0 0-80,0 10-296,-2-3 29,0 11 49,-2-4 34,-1 13 81,1-4-714,-1 9 627,1-8-11,-1 0 228,1 0-27,0-3-41,0 0-126,0-3-83,0-2-1,1 0-96,0-3-88,0-1-552,0-2 1064,1-1 0,0-2 0,1 0 0</inkml:trace>
  <inkml:trace contextRef="#ctx0" brushRef="#br1" timeOffset="1.26151E6">16101 4933 8703,'4'-7'639,"-1"0"-189,-1 3-89,0-1 625,-1 1-899,-6 5 7,1 0 93,-7 8-85,5-2-96,-2 3 90,2-2-93,2-1 92,0 2-93,0-1-5,2 1 82,0 0-95,2-1 0,0 0-1,2 0-1,1 1-2,1 0 1,1 0-92,1 0 92,1 0 2,0 0 4,1-1-86,0 1 93,-1-2 2,0 0 4,-1-1-88,0 1 90,-1-1-2,-1 0-2,-2 0 3,0 0 4,-2 0-86,-1 1 94,-1-1 5,-2 1 5,-2 0 5,-1 1 2,-8 4 1,2-2-426,-8 4 418,6-4-95,-2 0 86,3-2-185,1-2-183,2 0-4,1 0-92,1-2-2071,-1 2 2520,4-4 0,0 1 0,2-2 0</inkml:trace>
  <inkml:trace contextRef="#ctx0" brushRef="#br0" timeOffset="1.26173E6">16205 4950 9691,'1'-7'630,"-1"-1"-180,-1 4-90,0-2-180,1 1-91,4-1 1,1 2-269,3 1-1,2-2-270,2-1-540,4 0-269,4-3 1259,12-5 0,0-1 0,-11 5 0,-1 1 0</inkml:trace>
  <inkml:trace contextRef="#ctx0" brushRef="#br1" timeOffset="1.27135E6">14759 4533 22903,'-7'-4'-3277,"1"0"489,2 3 2932,-1 0 349,0 0-93,-1 1 602,0-1-594,17 2-465,-6-1 1120,15-1 101,-8 1-521,2-1-74,10 1-80,-3-2-440,11 1-1061,-4 0 1143,5 0-83,2 0 70,1 0-74,0 0-137,0 0 84,1 0-41,-2 0 50,0-1 25,-2 0 56,-1 0-20,5-1 12,-10 1 45,8 0 35,-18 0-33,3 1 133,-4 0-129,-5 0 125,5 0-292,-8 0 1487,1 0-1430,-4 1 48,0-1 125,1 1-99,-1-1 46,2 0-30,-2 1-170,0 0 3,-1 1-915,2-2 711,-3 3 0,0 0 0,-1 1 0</inkml:trace>
  <inkml:trace contextRef="#ctx0" brushRef="#br1" timeOffset="1.27243E6">16014 4561 18490,'9'1'-688,"-1"1"469,3-3 642,-2 2-328,6-2 146,5 1-118,-3-1 53,13 1-1502,-3-1 1566,5 1 146,2 0-313,3 0-57,-15 0 0,0 0 14,1 0 1,2 0-17,1 0 1,3 0 0,1 0-823,5 0 0,0 1 0,3-1 781,-2 1 0,2 0 0,0 0 0,-1-1-8,-5 1 0,-1 0 1,0-1-1,2 1-558,7 1 1,3-1 0,0 1 0,-5-1 523,-3 0 0,-4 0 0,2 0-361,-1 0 1,2 1 0,-1-1-1,-2 0 314,0 1 1,-1-2 0,0 1 22,-1 1 0,1-1 0,1 0 72,-1 0 0,2 0 0,0 0 0,0 0-33,8 0 1,-1 0-1,1 0-64,1 0 1,0 0 0,-1 0 20,-6 0 1,-1 0 0,-2 0 451,4-1 1,-3 0-371,1 1 0,0 0-121,-1-1 0,0 1 313,-1-1 0,0 1-268,-1-1 0,0 0-116,-1 0 1,-1 1-4,-1-1 1,0 0 165,6 0 0,1 1-167,-11 0 0,1-1-2,4 1 0,0-1-68,6 1 95,-2 0 1594,-3 0-1555,-3 0-6,-3 0 442,-3 0-297,1 0 1819,-2 0-1727,0-1-89,-2 0 11,0 0 97,-2 0 5,4 0-88,-4 1 78,2-2 439,-6 2-673,-2-2 918,0 1-907,-1 0 677,-1 0-688,-1 0-3141,1 0 2986,-1 0 398,0-1-51,1 0 34,-2 1-53,4-1-29,-4 0 132,4 1 3136,-4 0-3326,0 0-354,1 1-480,-1-1 853,0 2 0,-1 0 0,0 0 0</inkml:trace>
  <inkml:trace contextRef="#ctx0" brushRef="#br0" timeOffset="1.28523E6">9616 3710 8522,'-3'0'1529,"4"-1"-1529,-12 6 0,9-2 0,-1 1 0,0-1 0,1 1 0,-1-1 0,1 2 0,-2-1 0,2 0 0,-2 1 0,2-1-90,-1 0 180,1 1-180,0-2 90,0 2 0,0-1 0,1 0 0,-1-1 0,0 1 0,0 3 0,-1 0 0,1 2 0,0-4 0,0 2 0,1-2 0,0 0 0,0 3 0,0-2 0,0 3 0,1-3 0,0-1-449,0 0 449,1-1 0,4-5 0,1-2 0</inkml:trace>
  <inkml:trace contextRef="#ctx0" brushRef="#br0" timeOffset="1.28663E6">9606 3728 8522,'1'-8'1080,"0"0"-1080,-6 10 0,2-1 0,-2 8 89,0 3-89,1-2 0,-2 6 0,2-3 0,0 1 90,1 1-90,0 1 0,0-1 0,1 1 0,-1 6 0,2-5-3277,-1 6 3162,2-10 115,1 1 0,-1-2 90,2 3-90,0-4 0,1 2 0,-1-5 0,1-2 3276,0 0-3160,0-2-116,0 0 0,1-1 0,0-1 0,3-2 0,-2 0 0,5-4 0,-4-1 0,1-4 0,-2 3 0,1-4 90,-2 3-180,-1 0 90,1 0 0,-2 3 0,1 1 0,1 4 0,0 4 0,0 2 0,0 1-90,-1-1 90,1 0 0,0 0 0,2 4 0,0-3 90,1 1-180,-1-2 180,-1-2-90,1 0 0,0-1 0,1 0 0,0-3 0,1 1 0,0-3-90,1 0 180,1-2-90,0-2 0,5-6 0,2-5 0,0-1-490,-2-4 580,-6 5-57,2-16 57,-5 0 0,0-3-925,-6 1 925,-1 12-90,-3-2-136,0 6 136,-2 1 0,-1 1 90,0 2-90,0 2 0,-1 3 0,0 0 434,0 3-524,1 1-37,-2 2-1762,1 3 1939,0 1-50,3 2 0,3 0 0,1-2 0</inkml:trace>
  <inkml:trace contextRef="#ctx0" brushRef="#br0" timeOffset="1.28718E6">10080 3769 10141,'12'0'360,"-2"0"-270,0-2 0,2-1 0,-1 1 0,3-1-90,-3 1 0,-1 0-90,0 1 0,0-1-540,3 1 91,-4-1-631,2 2 1170,-6-1 0,1 2 0,-1 0 0</inkml:trace>
  <inkml:trace contextRef="#ctx0" brushRef="#br0" timeOffset="1.28741E6">10139 3898 9242,'3'6'719,"0"-1"-629,1-2 180,0-3-180,4 1 0,-2-1 0,4-1-90,-1 0 90,3-2-90,0 1-180,4-2-899,7-1-810,0-1 1889,1 0 0,-1 1 0,-6 1 0</inkml:trace>
  <inkml:trace contextRef="#ctx0" brushRef="#br0" timeOffset="1.28968E6">10902 3301 8702,'-1'-7'450,"0"1"-360,-3 3-90,0 2 0,-1 2 90,0 0-90,0 1 0,2 2 0,-6 8 0,1 2 0,-2 5-390,2 1 480,4-2-90,-2 8 0,3-4 0,0 6 0,2-9-624,2 9 624,1-8-332,2 7 332,-1-9 0,4 4 0,3 2 0,-1-3 351,6 2-261,-3-10-90,4 2 0,-2-5 625,4-4-625,-2-4 0,0-2 370,14-9-280,-8-2-90,11-10-308,-14 5 398,-3-2-90,-6 0 0,2-7 0,-3-6-892,-2 1 892,-3 1 0,-4 8 0,-4-11 90,-1 8-90,-3-6-460,0 11 370,-2 2 356,0 1-266,-2 2 0,-1 1 0,-1 5 0,-7-1 0,-2 5 0,0 1 782,-6 6-782,-2 9 0,8-2 0,-3 6 0,19-7 0,2 0 522,1 2-522,1-1 0,3 1 0,0 0 0,3 1-90,0 0 180,4 0-180,5 6 90,-1-4 0,7 5 90,-5-7-180,9 4 180,-6-5-90,5 2-90,1-3 90,-6-4 0,13 2 0,-12-6-90,5 1 90,-7-2-180,0-1 90,1-1-90,-1-1 0,0 0-180,-1-1-449,0 1 719,-1-2 90,-1 0 0,4-2 0,0 0 0</inkml:trace>
  <inkml:trace contextRef="#ctx0" brushRef="#br0" timeOffset="1.29006E6">11381 3546 9242,'-5'-6'1079,"1"2"-1079,-1 6 90,2 2 0,-2 4-90,2 2 90,-1 2-90,1 1 0,-1 3 90,2-1-90,-2 4-479,2 0 479,-2 4 0,1 3 0,-1-1-90,0-2 0,1-5-231,0-3 141,1 0 0,1-2-90,-1-1-90,1-1-179,0-1 17,-1-1 162,1-2 420,0-1 1,-1 0 0,1-1 0</inkml:trace>
  <inkml:trace contextRef="#ctx0" brushRef="#br0" timeOffset="1.29065E6">11308 3618 9152,'3'-7'360,"0"1"-270,0 1-1,0 1 1,0 1 0,1-1 0,0 0-90,2 0 90,-1-1-90,2 2 90,1-1 0,8-1 0,-1 1-90,3 2 0,-6 1 0,-3 3 90,-2 0-90,1 1-90,-1 3 90,-2 0 0,-1 3-90,-4-2 90,-1 2 0,-2 1 0,-1 1 0,-2 1-90,-2 0 90,-2 0 0,1 0 0,-2 0 0,0-1 0,1 0-90,-2 0 90,1 0 0,1-2 0,3-3 0,4-2 0,9-5 0,-2 0 0,9-4 0,-5 1 0,1-1 0,0 0 0,0 0 0,1 1 0,-1-1-90,-1 2 90,0 0 0,-1 1 0,0 0 0,-1 2 0,-1 1 0,0 2 0,0 3 0,0 0 0,-2 3 0,0 2 0,0 8 0,-1-2 0,1 6 0,-1-7 0,1 0 0,0-2 0,1 0 0,-1-1 0,2 0 0,3 3 0,4-1 0,-1-3-90,1-3 0,-2-6 0,-1-1-89,2-1-91,0-2-90,1 0-630,-1-1 631,1-2 359,-1 0 0,4-4 0,1-1 0</inkml:trace>
  <inkml:trace contextRef="#ctx0" brushRef="#br0" timeOffset="1.29259E6">9922 4109 8882,'1'-9'1169,"0"0"-359,0 4-271,0-1 91,-1 1-540,-2 14-90,-3 3 90,-1 10-962,-2 6 962,1-3-90,-3 5 0,-1 0 90,0 1-90,-1-2 0,1 0 0,1-1 90,0-2-90,-1 5 0,2-10 0,1 2 0,4-11 90,-2 4-90,3-6 0,-2 4 0,2-8 0,1 0 0,1 0 0,1-1 0,1-1 872,1 0-872,3-3 0,-1-1 0,2-1 0,-1-1 0,2-1 0,0 1 0,1 0 0,-2 0 0,1 0 0,-1 0-90,4 0 0,1-1 0,1 0-90,1 1 90,-5 0-90,3 0 90,-4 1-90,1 0 0,0 0-269,3-1 269,-3 1-90,3-1 0,-4 1 0,1-1 0,-1 0 1,-1 0-91,1 0-630,0 0 451,0 0 539,-1-1 0,2-2 0,0-1 0</inkml:trace>
  <inkml:trace contextRef="#ctx0" brushRef="#br0" timeOffset="1.29491E6">15116 4822 8612,'-6'-3'360,"0"0"-270,0 0 90,1 1-90,-1-1 0,-1 1 90,1-1-91,-2 1 1,0-1 90,-1 0-90,0 1 0,-2-1 0,0 0 0,-2 0 0,0 0 0,-1 0 0,-7-2 0,-2 2 0,-8-2-90,8 3 0,0 1-246,6 0 246,-1 4 0,-1-2 0,-4 3 90,-1 0-90,-14 7-1139,8-1 1139,11-4 0,-1 2 0,-1 1 0,-1 2-221,-1 2 1,0 1 220,0 0 0,1 0 0,0 2 0,3 0-888,-4 7 978,2 5-90,6-2 0,0 5 0,5-1 0,3 2-196,4-8 1,1 2 195,2 3 0,2 1 0,-1 1 0,1-1-292,3 1 0,0-2 292,0-8 0,1 0 0,8 18-444,3-2 444,3-3 0,4-3 0,1-4 0,5-3 0,1-5 234,5-3-234,-1-5-90,1-3 90,-8-6 0,0-2-246,-6 0 1,1-1 245,8-2 0,0 0 0,-8-2 0,0 0 0,10-4 0,1-2 0,-9 3 0,1-1-50,7-4 0,-1 0 50,-10 2 0,-2 0 0,0 0 0,0-1 91,6-5 1,-1-3-137,0 0 0,0-2 45,3-7 0,-1-3-817,-3-3 1,-4 1 816,-4 5 0,-4-1 0,0-6 0,-5-1-301,-4 4 1,-2 1 300,-1 0 0,0 1 17,-3-2 0,-3 2-17,0 8 0,-1 2 93,-1-1 1,-1 0-94,-2 2 0,-1 0 0,-2 0 0,-1 2 467,-2 0 1,-2 2-468,-3-1 0,-3 2 0,0 1 0,-3 1-181,-3 0 0,-1 1 181,2 3 0,-3 1 0,2 2 0,-2 2 0,0 1-316,-6 1 0,-2 2 316,6 0 0,-1 0 0,1 2-60,6 1 0,2 1 0,-1 0 15,-13 1 0,1 1-720,1 3 0,2 0 585,4-2 0,1 2-450,4 0 0,1 1 144,4-1 0,2 1 486,2 0 0,1 1 0,-15 10 0,4 2 0</inkml:trace>
  <inkml:trace contextRef="#ctx0" brushRef="#br0" timeOffset="1.29597E6">11766 3540 9871,'13'1'270,"-2"0"-270,2-2 90,-2 0 0,12-1 0,-3 0-1165,7 1 1075,-6-2 90,0 2-90,1-1 0,-1 1 90,0 0-90,-2 0 230,5 1-230,-7-1 90,5 0-90,-10 0 205,1 0-205,-3 2 0,3-1 0,-2 0 0,1 0 0,-5 0 547,-1 0-727,-2 1 3,2-1-363,-2 0-989,1 1 1529,0 0 0,-2 0 0,0 1 0</inkml:trace>
  <inkml:trace contextRef="#ctx0" brushRef="#br0" timeOffset="1.29717E6">15697 5407 10591,'-7'-5'3148,"8"1"-2968,3 3 0,8 0-90,2 1 90,3-2 0,21-1-90,-6 1-935,-8 0 0,0 0 935,12 0 0,-1 0-90,1-1 89,1 0-89,-1 1 90,0 0-90,-1 0 90,1 0-90,-1 0-286,-1 0 376,6 1-90,-13 0 0,2 1-223,-8-1 223,-7 1 180,7 0 0,-9-1 1120,-1 1-1120,-3 0 687,-2 0-598,-2 1 394,1-1-3940,0 0 2457,-12-2 1,-1-2 0,-11-4 0</inkml:trace>
  <inkml:trace contextRef="#ctx0" brushRef="#br0" timeOffset="1.29833E6">12586 3323 10681,'-9'3'-360,"1"0"270,1 1 0,0-1 90,-2 3 90,1 0-90,-1 2 0,-1 1 0,-1 1 0,0 1 0,-1 5 90,0 0-90,2 4 0,-2 15 0,6-7 0,2-2 0,0 0 0,3 8-665,1-13 1,1 1 754,4 9-90,1 0-39,3-1 129,2-1-90,2-2-825,2-2 825,3-2 90,1-2-90,0-3 0,2-2-498,-1-2 498,-1-3 0,0-4 0,-3-2 90,0-4-90,-1 0 90,1-4-90,-1-1 270,12-9-181,-9 0 1,7-7 0,-10 1-1816,-4 0 1816,-1-4-677,-1-15 587,-4 7 45,-4 2 0,-1 0 45,-2-7-90,-1 12 0,-1 0 519,-5-12-474,0 11 0,-1 0-45,1 5 0,0 1-356,-2-4 1,-2 1 355,-8-7 90,2 8 2277,-4 0-2367,1 6 0,1 2 0,-7 0 0,9 6 0,-4 0 0,9 7 1002,1 1-1002,-1 3 0,0 2 0,0 2 0,2 2 0,2 1 0,2 1 0,3 1 0,1 7 0,3-6 0,1 7 90,2-6-90,1 2 0,1 1 0,2 0 0,0-2-185,2 0 185,0 0 0,1-2 0,1 0 0,1-1 0,1-1 0,1-1 0,1-1 0,0-1 0,1-1 0,1-3 0,1-1 0,1-1 0,1-2 0,0-1 0,4-2-89,0-1-1,2-2 0,-3 1 1173,3-3-1262,-2 0-36,0-2-505,6-5 91,-9 3-630,3-3 269,-10 5 990,-3 0 0,1-2 0,1-1 0</inkml:trace>
  <inkml:trace contextRef="#ctx0" brushRef="#br0" timeOffset="1.29907E6">10916 4324 9152,'-7'-7'360,"1"2"-270,2 1 179,1 2-89,-3-2 90,3 2 90,-1 0-90,0 1 269,-1-1-359,18 0-90,-2 2 0,21-1 0,-2-1-1853,11 0 1808,-18 0 0,1 1 0,3-1 0,2-1-1051,4 1 1,2-1 1050,2 0 0,1 1-15,-10-1 0,1 1 0,2 0-8,1 0 1,3 0 0,2 0-1,0-1-528,3 1 1,1 0-1,0-1 1,0 1 505,-7 0 0,0 0 0,0 0 0,0 0 0,-1 0-311,9 0 1,-1 0 0,0 0 0,1 1 310,-7-1 0,0 1 0,0-1 0,0 1 0,-2 0-112,1 0 0,-2 0 0,0 0 0,2 0 112,0 0 0,1 0 0,1 0 0,-2 0 0,-1 0-96,7 0 0,-3 0 0,0 0 96,0 0 0,0 0 0,-1 1 0,-1-1 0,0 0 0,-1 1 0,0-1 0,-2 1 0,1-1 40,-5 1 0,1-1 0,-2 1-40,13-1 0,-2 1 155,-5 0 0,-1-1-155,-1 1 0,-1 0 0,-2 0 0,-2 1 0,-2-1 0,-2 0 791,17 1-791,-9 0 0,0-1 0,-12 1 0,0-1 1604,-10 0-1604,-2 0 2096,-1-1-3715,-1-1 55,-5-2 1564,-1 0 0,-3-1 0,0 3 0</inkml:trace>
  <inkml:trace contextRef="#ctx0" brushRef="#br0" timeOffset="1.30004E6">11231 4653 10231,'-1'-9'0,"-1"0"90,-1 5 0,-2 1 0,1 1 0,-7 3 0,4 0 0,-5 4-90,4 0 0,-1 2 90,-1 2-90,-1 5 0,0 3 90,-6 15-90,6-5-1108,-3 9 1108,6-9 0,2 1 90,1-2-90,0 2-622,3-4 622,0 1 0,2-4 90,1-1-90,2-2-131,0-1 131,3 0 0,4 4 0,3-3 0,1-1 1107,0-6-1107,-3-6 686,1-2-686,1-3 158,1-1-158,1-3 0,4-2-820,0-3 820,5-3 0,-2-2 0,0-1 0,-1-3 0,-1 0 90,-2-2-90,0 0 0,-3-1 0,-2-1-143,-3-2 233,-3 3-90,-3-1 0,-3 2 0,-5-11 0,-7-3 0,-2-1-872,-6 4 872,3 12 0,-2 3-463,-2 2 373,1 4 90,-1 1 0,-1 3 0,0 1 0,-3 1 0,2 3-90,-3 2 90,0 2 0,-3 1 0,2 1 0,1 2 0,4 1 0,3 1 0,4 1 683,2 0-683,2 6 0,4-3 131,1 4-131,6-5 0,3 1 0,2 1 0,5 3 1003,2-1-1003,15 7 0,4 1 0,1-3-625,0-3 625,-10-9 0,-1-1-257,0-1 257,-2-3 0,0-1 0,1-3 0,4 0 0,1-1-90,3-2-751,11-3 571,-10-1 0,5-1-90,-14 1-180,-4 1-629,-1-1 270,-3 1 895,-1 0 0,2-2 0,-1 0 1</inkml:trace>
  <inkml:trace contextRef="#ctx0" brushRef="#br0" timeOffset="1.30038E6">11694 4981 10591,'0'-11'1079,"-2"2"-539,1 4-450,-2 8 0,2-1 0,-2 9-90,2 0 90,-1 2-90,0 4-346,1 3 346,-2 5-866,0 3 866,0 2 0,0-2-642,1-3 552,-1-3-2748,1-4 2658,0 0-113,0 4-67,0-7-89,0 3 445,1-9-2784,-1 1 2894,1-3 1,0-1 0,1-5 0</inkml:trace>
  <inkml:trace contextRef="#ctx0" brushRef="#br0" timeOffset="1.30112E6">11650 4963 9691,'3'-5'540,"1"-1"-450,0 3 0,0-1 0,0 1 0,1 0 0,1-1 0,1-1 0,0 1 0,1 1 0,1-1 0,0 0-90,1 1 90,-1 0-90,0 2 90,1-1-1,2 2-89,-2 1 90,4 3 0,-5 4-90,-2 2 0,-2 2 90,-5-1-90,-1 2 0,-6 12 0,-1-3-855,-4 9 855,0-8 90,-1-1-90,0-1-260,1-4 260,2-1 0,1-4 0,2-1 0,1-3 0,0 0 0,2-2 0,-1 0 0,2-1 832,4-5-832,1-2 283,4-5-283,-2 2 0,0 0 0,1 0 0,0 0 0,0 0 0,-1 1 0,0 2 0,2 1 0,-1 2 0,0 1 0,-1 3 0,0 0 0,2 7 0,1 3 0,1 0 0,0 2 0,-1-3 0,1 0 0,0-1 0,0 1-90,12 10 90,-9-10-90,9 6 0,-10-14-269,2-2 89,-2 0 0,2-3-540,2-4-449,-2 0 270,2-4 989,-3 0 0,3-6 0,1-2 0</inkml:trace>
  <inkml:trace contextRef="#ctx0" brushRef="#br0" timeOffset="1.3014E6">12111 4904 9961,'-6'-6'720,"0"0"-450,2 3 449,1 0-539,6-2 0,4 1-90,2-1 0,4 1 0,-2 1 90,8-2-180,-4 1-90,6-2 0,-6 2-180,-1 1-180,1 0-89,-3 0-1080,1 0 1619,1 0 0,2 0 0,2 0 0</inkml:trace>
  <inkml:trace contextRef="#ctx0" brushRef="#br0" timeOffset="1.30199E6">12713 4649 10591,'-6'-8'90,"0"0"0,0 3 90,1 0-90,-1 0 90,0 1 179,-3 0-179,1 1 90,-4 0-180,4 2 90,-3 2-90,3 2 0,-1 2 0,-1 3 0,-8 13 0,6-3-916,-5 12 916,7-6 0,1 3-90,2 0 0,2 2 90,1 9-90,3-10 0,2 10 90,2-12-90,3 2 0,1-1-90,6 4 90,-1-8-90,4 0-90,1-7 90,-4-7 90,5 0-90,-6-6 0,0-2 90,1-1-90,0-2 90,1-2-90,3-5 90,0-1 826,1-6-916,-1 0 90,-1-4 0,-2-1-846,-1-3 757,-3-2 89,-1-1 0,-2-2 0,-3 2-90,-3-14 90,-4 12 0,-3-10 0,-2 13 0,-3 1 90,-7-6-90,3 9 0,-7-4 0,5 11-586,-1 4 676,1 2-90,2 4 0,-6 1 0,6 3 0,-6 3 0,8 0 0,1 2 0,0 0 0,1 1 793,1 2-793,2-1 638,-2 7-728,4-4 90,0 4-180,4-5 0,2 0-269,2 3 179,1-3 0,2 1-90,1-3-90,1-2-809,2 0 90,1-1 1169,1-1 0,7 0 0,1-1 0</inkml:trace>
  <inkml:trace contextRef="#ctx0" brushRef="#br0" timeOffset="1.30261E6">12626 4590 9242,'-9'-1'0,"-1"0"0,6 1 90,-5 3-90,0 2 0,0 0 0,-1 2 0,3-1 90,-2 6-90,2-3 0,0 4 0,4-4 0,0 1 0,1-1 90,2 1-90,0-1 90,3 1-90,0 0 89,3 0-89,7 2 90,-1-4-90,6 3 90,-3-7-90,1 0 0,1-3 90,11-1-90,-3-2-889,9-1 979,-7 0-90,-1-3 0,-1 2 0,-1-2 0,-3 1-217,-3 1 217,-2-1 0,-3 2-270,2-2 959,-6 2-2129,5-1 1440,-8 2 0,0-1 0,-3 1 0</inkml:trace>
  <inkml:trace contextRef="#ctx0" brushRef="#br0" timeOffset="1.30331E6">13026 4799 10861,'-7'-5'1439,"-1"3"-1349,3 3 0,0 5 0,-1 7 0,-2 3 0,-3 7 0,0 2-90,0 1 90,0 1-45,4-7 0,-1 0-1068,-3 11 1023,-3 8 90,6-16-630,-2 4 540,5-9-55,-1 2-35,3-9 0,2-2 90,-1-1 866,1-1-956,1-2 507,1-1-507,3-1 65,2-3-65,3-3 90,-1-1-90,1-1 90,-3 0 0,0 0-90,1-1 90,-1 2-90,1-2 90,0 2 0,0-1 0,-1 1-90,4-2 90,-2 3 0,2-2 0,-3 3 0,0 0-90,1 0 90,0 0-90,4-1 90,-2 1-90,3-1 90,-3 0-90,-1 1-90,10-4 91,-4 1 89,4-1-90,-8 0 90,-4 1-90,1-3 90,0-1 0,-2 0 0,0-2-90,-3 5 180,0-4-90,-1 3 0,0 1 90,0 0 0,-1 2-90,1 11 0,-1-1 89,-1 18-89,-2-6-739,-1 10 739,0-1 0,0 2 0,-1 2 90,1-3-284,1-3 194,0-2-90,1-3-719,-1 12-1170,1-10 900,0 4 1079,1-14 0,0-5 0,1-1 0</inkml:trace>
  <inkml:trace contextRef="#ctx0" brushRef="#br0" timeOffset="1.30463E6">12974 4812 9242,'3'-6'-90,"1"0"180,-2 3 0,1-2-90,-1 3 180,1-2 89,0 1 1,0 0 0,1 0 90,-1 0 719,0 1-989,-7 8-90,2-3 0,-6 8 90,3-4-90,-2 5 90,1-2-90,-1 5 0,1-4 0,-2 6 90,0 2-90,-1-1 0,2-1 0,3-5 0,-2 2 0,3-2 0,-2 1 0,3-6-90,0 0 90,0 0 0,0-1-90,0 2 90,0-1 0,0 0 0,0 1-90,1-3 90,2 1-90,0-1 90,2-2 0,0 0 0,0-1 0,1 0-90,0-1 90,2 0 0,-1 0 0,0 0 0,0 0 0,1-1 0,1 1 0,0 0 0,5 0 0,-2-1 0,4 0 0,-2 1 0,8-1 0,-4 0 0,5 0 0,-5 0 0,-1 0 0,-1-1-90,-1 1 180,-1 0-90,0-1 0,2 1 0,-4-1 0,1 1 0,-4-1 0,-2 1-90,2 0-989,-3 0 1079,2-1 0,-4 0 0,-1 1 0</inkml:trace>
  <inkml:trace contextRef="#ctx0" brushRef="#br0" timeOffset="1.30633E6">13666 3958 10231,'-8'-6'1529,"7"0"-1439,3 4-90,6-2 90,0 2-90,6-1 90,-2 0-90,5 0 0,-5 0-90,-1 1 0,0 0-360,2 0 181,-3 0-1980,3 0 2249,-6 3 0,-2 1 0,-3 2 0</inkml:trace>
  <inkml:trace contextRef="#ctx0" brushRef="#br0" timeOffset="1.30655E6">13743 4050 9602,'1'9'0,"0"-2"269,1-2-179,0-1 90,0 0 90,3 0 0,3-1-180,2 0 0,4-2 0,-1-1-180,3-1-90,2 1-508,1-2 59,1 0-631,4-2 361,1 0 899,0 0 0,5-2 0,-2 1 0</inkml:trace>
  <inkml:trace contextRef="#ctx0" brushRef="#br0" timeOffset="1.30808E6">19841 5559 8972,'-13'0'180,"0"-1"-90,8 1 90,-2 0 0,1-1 179,1 1-179,-3-1 0,3 0 270,-2 0-180,0 0-90,2 0 89,-1 0 181,2 0-90,-1 0 270,0-1-181,-1 2 181,1-1 90,0 0-541,15 2-89,-4 0 0,24-1 0,-10 1-2305,12-1 2215,-3-1 90,6 2-90,0-2 89,3 0-1369,0-1 1280,-1 1 45,-9 0 0,-1 0-45,14 0 0,-15 1 0,0-1 0,7 0 0,0-1-834,-6-1 834,-2 1-119,-5 0 209,-5 0 1509,-2 0-1599,2-2 0,-4 2 1493,2-1-1493,-6 1 1241,-1 1-1241,-1-1 296,3 0-296,-2-1 90,0 1-180,-1 0-180,-1 0-989,0 1 1259,0-1 0,-8-3 0,-3 0 0</inkml:trace>
  <inkml:trace contextRef="#ctx0" brushRef="#br0" timeOffset="1.30934E6">14429 3514 10591,'3'-6'-360,"-1"0"450,0 2 360,-1-1 449,0 1-719,-8 6-180,3-1 90,-11 13-90,6-5 90,-3 7-90,2-2-189,1 0 189,0 4 0,1 0 0,1 1 90,1-1-90,2-1 0,1 0 0,1 0 90,2 6-90,2-5 0,1 5 0,0-7 0,1-2 0,2-1 0,-1-1 0,2-1 0,0-1 0,0-1 0,1-3-90,-1-1 90,0 0 90,1-1-90,0-1 279,-1-1-279,0-2 0,1 0 0,-1 0 0,1-2-90,-1-1 180,1 0-90,-1-2 0,0 1 90,-1-1-90,-1-1 0,-1 0 90,-1-1 0,2-3 0,-3-2 0,-1 0-90,-2 0 90,-1 4 0,-3-3-90,-1 3 90,-2-3-90,0 5 0,-1 0 90,0 2-90,-2-1 0,-2 2 0,1 1 0,0 0-90,1 2-270,-9 1-90,4 2 180,-3 0-90,7 1-89,6-1-1,0 0-270,3 0 720,0 1 0,7 3 0,3 3 0</inkml:trace>
  <inkml:trace contextRef="#ctx0" brushRef="#br0" timeOffset="1.30991E6">14734 3646 9602,'-3'-7'629,"-1"0"-539,1 3 270,0 0-90,-1 1-90,-1 1-90,-1 2 89,-2 2 91,-6 13-270,5-5 90,-5 15-90,9-12 90,-1 4-90,3-4 0,1 0 90,1-1-90,1-1 0,1 0 0,0 0 90,2-1-90,0-1 0,2 1 0,0-2 90,4 2-90,-1-3 0,6 1 0,-6-5 0,4 0 0,-3-4 0,1 0 0,1-2 0,0-1 90,0-2 0,-1-1-90,1-1 90,0-1 0,-1-1 0,-2-2 0,-1 1 90,1-8-90,-4 4 0,-1-4 89,-4-2-89,-1 4-90,-2-4 90,-1 5 0,-6-3 0,2 4-90,-5-3 0,3 7 90,-6 1-90,4 4 0,-3 1 0,5 3-180,0 2 90,1 2-90,0 0-89,1 1-1,-1 2-450,-2 3-269,1 2 269,1 0-1978,1 1 2698,6-5 0,1 3 0,1-3 0</inkml:trace>
  <inkml:trace contextRef="#ctx0" brushRef="#br0" timeOffset="1.31028E6">15009 3702 9781,'-10'-1'1799,"16"0"-1709,-2 1 0,13-1-90,-8 1 90,1-1-90,1 0 90,1 0-90,1-1 0,1 0 0,0 0 0,0 1-180,0-1 0,0 0-89,-1 0-91,-1 0-180,-1 0-899,-2 0 0,-1 0 1439,0 1 0,1-3 0,1 1 0</inkml:trace>
  <inkml:trace contextRef="#ctx0" brushRef="#br0" timeOffset="1.31113E6">15646 3451 9781,'1'-8'1530,"-5"10"-1530,1 0 89,-2 9-89,0-3 0,1 1 90,-2 0-90,0 1 0,-1 0 0,0 2 0,0-1 0,0 1 0,1-2-90,0 1 1,0-1 89,1 1-90,0-2-90,0-1 90,2-1-180,-2 2 180,3-2-270,-2 4 180,2-5 0,1 2 0,2-3 91,2 0-1,1-2 90,0-1-90,1-2 0,-1 1 90,2-1-90,2-1 0,2-1 90,-1 0 0,1-1 0,-4 1 90,2 0-90,-3 0 0,1 1 0,0-1 0,0 0 0,3-1 0,-2 1 0,2-1 0,-3 1 0,1 0 0,0-1 0,-1 1 0,0-1 90,0 1-90,0-1 0,-1 1 90,0 0 0,0 0 0,-1 1-90,1-1 179,-2 0-89,1 0 0,-1-1 0,0 0 180,0-1 90,0 1-360,-4 8 0,0-2 90,-3 7-90,0 0 0,0 1 0,0 2 90,-1 1-90,1 2 0,-1 0 0,2 2 0,0 2 90,0-2-90,1-2 0,1 0 0,0-2 0,0-1-90,1-2 0,0 3-270,-1-3-270,0 0 630,1-2 0,0-7 0,0 1 0</inkml:trace>
  <inkml:trace contextRef="#ctx0" brushRef="#br0" timeOffset="1.31159E6">15889 3549 9422,'4'-5'2518,"1"0"-2338,-5 9-90,-3 1 0,-2 5-90,-1-2 90,0 0 0,1 0-90,0 1 90,-1 2-90,2-1 0,-1 1 90,4-4-90,0 1 0,0-1 0,3 2-90,0-1 0,2 1 90,1-3-90,1 0 0,1 0-90,5 1 90,-3-3 0,4 3 90,-4-3-90,0 1 0,0-1 0,-1 1 0,3 1-90,-1 1 91,-1-1 89,-3 1-90,-3-2 0,-2 0 0,-5 5 90,-5 1-90,-2 2 90,-2-3-90,2-2 0,0-1 0,0-1-90,-1-1-90,1 1 90,0-1-180,2-1 1,0 1-721,1-3 361,1 1 719,1-1 0,1-2 0,0-1 0</inkml:trace>
  <inkml:trace contextRef="#ctx0" brushRef="#br0" timeOffset="1.31185E6">15861 3595 8972,'-3'-8'1439,"3"2"-1349,1 2 0,3 0 0,-1 2 90,2 0-90,3-1 0,-1 0-180,4-1 0,-3 1-180,0 0-90,1 0-90,-1 0-809,2 0 270,-2-1 989,1 1 0,4-3 0,1-1 0</inkml:trace>
  <inkml:trace contextRef="#ctx0" brushRef="#br0" timeOffset="1.31217E6">16135 3337 9781,'1'-9'990,"3"6"-900,-1 3 0,4 6 0,-1 2 0,0 3-90,2 2 90,1 4-90,1 3 0,0 3 90,0 4-1442,0 1 1442,-1 2-90,-2 0 89,-3 2-89,-1 1 0,-4-1 90,-2 2-90,-3-8 0,-2 1-90,-5 12-649,2-13 1,-1-1 378,-9 7-180,-3-4-1052,-2-2 153,-2-3 1439,1-4 0,-7 0 0,0-2 0</inkml:trace>
  <inkml:trace contextRef="#ctx0" brushRef="#br0" timeOffset="1.31278E6">14209 3411 9332,'-6'9'90,"0"0"-90,2-3 0,-1 3 90,-3 8-90,1-3 0,-1 9 45,2 0 0,1 1-45,0 7-840,0-2 1,1-1 929,2 6-90,0 2-1128,2 0 1128,1-1 90,2-2-90,3 0 0,1-1-754,3-3 665,3-2-1,3-3-90,2-3-90,2-4-270,3-2-359,2-4 719,2-3 180,1-2 0,8-4 0,2-1 0</inkml:trace>
  <inkml:trace contextRef="#ctx0" brushRef="#br0" timeOffset="1.31363E6">16713 3284 8612,'-1'-7'2429,"0"0"-1170,1 1-1169,-3 8 0,1 3 0,-3 9 0,-1 4-927,0 5 927,-4 8-1679,0 6 1634,3-16 0,0 0-45,0 1 0,-1 1 45,0 1 0,-1 0-45,1 0 0,-1 1 45,-1 0 0,1 0-45,0 1 0,-1 0 45,0-1 0,1 1-45,-1 0 0,1 0 0,0 0 0,0-1-273,0-1 1,0 1 272,-2 8 0,1-2 45,2-8 0,1-1-45,-2 5 0,0-1 0,0 4 89,1-5-349,2-3 260,1-5 0,1-2 608,0-2-518,0-2 1526,1-1-1616,1-2 811,-1-1-811,1-1 466,1 0-466,-1-1 0,0-1-180,1 0-179,-1 0 359,0-1 0,-2-3 0,-1-3 0</inkml:trace>
  <inkml:trace contextRef="#ctx0" brushRef="#br0" timeOffset="1.31593E6">16736 3641 9961,'-6'-3'-270,"-1"-1"270,4 3 0,-4-1 0,1 2 0,-1 1 0,0 2 0,1 0 90,-1 2-90,0 2 0,0 1 0,0 3 0,0 2 0,0 2-206,-2 3 206,0 2 90,0 4-90,2-2 0,-1 2 0,1 4 0,2-5 0,1 2 0,5-1 90,0-7-90,4 11 0,0-13 0,4 4 0,-1-8 0,1 0 0,1-3 0,1-1 206,0-1-206,1-2 0,-1-1 0,1-1 0,-1-1 0,1-1 0,-2 0 0,1-2 0,-2 0 0,0-1 0,0-1 0,-2-1 0,0 0 0,-2-2 0,-1 0 90,-1-1-90,-1 1 0,-1-1 0,-2-1 0,-1 1 0,-1 0 90,-1 0-90,-1 1 0,-2 0 0,-1 1 0,-1 0 0,-1 3 0,0-1 0,0 3-90,-1 1 0,0 0-180,0 1 91,1 0-181,0 1-180,0 1-359,2 0 719,1 0 180,1 0 0,-1 2 0,1 0 0</inkml:trace>
  <inkml:trace contextRef="#ctx0" brushRef="#br0" timeOffset="1.31643E6">16951 3799 8972,'-1'-10'1079,"-1"-1"-809,1 3 0,0 1 270,0 1-181,-1 1 1,0 2-90,-5 2-180,2 3 0,-3 5 0,2 1 0,0 2 0,0 2-90,1 0 90,0 3 0,2-1-90,0 0 90,2 0-90,0 1 0,2-1 90,1 1-180,3 4 0,1-4 0,2 3 0,0-6 0,-1-3-90,2-1 0,-1-1 90,1 0-90,0-3 90,-1 0-90,2-2 90,-2-1 0,1-1 1,0-2-1,3-3 0,-3 0 90,2-2 0,-5-1 90,0-1-90,-1-3 90,-1 1-1,-1-3 1,-2 0 0,-1-1 0,-1-1 0,-3-1-266,0 1 266,-4-5 0,-2 2 0,-6-5 0,3 8-517,-4 1 517,5 7-90,0 2 0,1 3-40,0 0 40,0 3 74,2 0-254,-1 3-90,2-1-180,0 1 436,2 1-1515,0 2-136,2-1 1665,1 0 0,1 0 0,1 0 0</inkml:trace>
  <inkml:trace contextRef="#ctx0" brushRef="#br0" timeOffset="1.31667E6">17399 3865 10861,'8'-4'1349,"0"1"-809,-4 1-91,0 1-269,0-1 180,-1 0-270,2-1 0,-2 0 0,2 0-90,-1 1-90,1 0-180,0 1-90,1 0-809,3 0-810,0 1-629,3 0 2608,-3 1 0,7-1 0,0 1 0</inkml:trace>
  <inkml:trace contextRef="#ctx0" brushRef="#br0" timeOffset="1.3174E6">17407 3858 11580,'10'1'360,"0"-1"-180,-1 0-90,2-1 0,2 1 0,3-1-90,2 1 90,2-1 0,5 0 0,15-2-550,-6 1 460,-13 1 0,0 0 89,5 1-89,-3-1 90,5 0-90,-8 1 0,2 0 0,-9 0 225,0 0-315,-5 0-2159,2 0 720,-13 2-90,0 0 1619,-6 2 0,-2-1 0,-2 0 0</inkml:trace>
  <inkml:trace contextRef="#ctx0" brushRef="#br0" timeOffset="1.3183E6">14681 5405 9871,'-9'2'540,"1"-1"0,4 1 179,0-1 361,0 1-990,9-2 269,0 1-269,15-4 90,-7 2-90,8-2 0,0 0 90,16-2-90,-6 1-1107,11 0 1107,-13 0-1,8 1 1,-10 1-90,5 0 0,-14 1 90,4 0 0,-3 1-90,-2 0 0,-4 0 90,-6 0-90,-2 1 0,0-1 928,-7 5-1828,2-2 900,-7 2 0,6-4 0,-1 1 0</inkml:trace>
  <inkml:trace contextRef="#ctx0" brushRef="#br0" timeOffset="1.31944E6">17984 3713 11131,'6'-5'719,"0"2"-269,-3 0 90,1 1-181,0-1-179,-2 6-180,-2 3 90,-2 5-90,-1 1 90,-1 0 0,-3 8-90,0-4-322,-2 7 322,2-7 0,-3 8-90,-1 0 0,0 0-222,2-4 222,4-8 0,0-1 0,1-2 315,1-1-315,0 0 1,0-2 89,1 0 49,0-1-229,1 0 90,3-4 90,3-1 0,1-2-90,1-2 90,-3 1 0,0 0 0,1 0 0,-1 0-90,2 0 90,1-1 0,2 0 0,-2 1 0,0 0 0,-2 3 0,4-1-90,-2 0 90,3 1 0,-3-1 0,0 1 0,0 0-90,4-2 90,-3 1 0,5-2 0,-7 1 0,3 0 0,-3-1 0,0 0 0,0-1 0,2-2 0,-2 1 0,0-2 90,-2 3-90,0-3 90,1 1-90,-1 1 0,1-1 90,-4 4-90,2 4 90,-3 1-90,-1 7 0,-1 0 0,-1 3 0,-1 8 0,1-2 0,-1 7 0,1-6 0,0 1 0,2 0-255,-1-1 255,1-2 0,-1 0 0,1-3-180,1 0-90,-1-3-90,1-1-90,0-2-269,0-1-721,1-2 257,0-1 1183,1-2 0,0 0 0,1-1 0</inkml:trace>
  <inkml:trace contextRef="#ctx0" brushRef="#br0" timeOffset="1.31988E6">18341 3860 10141,'0'-7'810,"0"-1"-450,-2 3-91,0 1-89,-3 2-90,1 3 0,-2 2 0,1 1 90,-3 7-90,2-2 0,-3 5-90,4-2 90,0 1-90,1 2 90,0 0-90,2 8 90,1-3-90,2 5 90,3-1-90,0-5 0,6 6 0,1-8 90,4 0-90,-1-8 0,-1-4 0,-3-4 0,-1-2 0,2-1 0,-1-2 0,1-3 0,-2-2 0,2-3 0,5-13 0,-5 3-1337,4-13 1337,-7 11 0,-2-4-451,-2 4 451,-2-1-73,-2 1 73,-5-12 0,-4 1-652,-1 0 652,-3 10 831,3 13-831,-1 3 542,-1 3-542,0 3-12,-1 2-167,-1 2-91,0 2 705,-2 2-885,1 1-1888,-4 4 629,6-2 1709,-3 3 0,5 0 0,0 1 0</inkml:trace>
  <inkml:trace contextRef="#ctx0" brushRef="#br0" timeOffset="1.32022E6">18663 3531 12480,'9'-5'630,"-1"1"-451,1 3-89,-1-1 0,2 0 90,6-1-90,-2 1-180,4-1-90,-4 1 0,-2 1-269,0-1-721,1 0-629,-3 1 1799,3 0 0,-9 0 0,0 1 0</inkml:trace>
  <inkml:trace contextRef="#ctx0" brushRef="#br0" timeOffset="1.32043E6">18753 3664 10501,'-3'6'1259,"1"-1"-1079,4-1 0,0-1 0,5-2 0,-1 0-90,1-1 90,1 0-180,2-1-90,0 0-90,1 0-180,1 0-360,1-1-989,0 0-449,-1-1 2158,0-1 0,2-2 0,1 0 0</inkml:trace>
  <inkml:trace contextRef="#ctx0" brushRef="#br0" timeOffset="1.32138E6">19310 3169 10681,'-1'-9'1349,"1"2"-1349,0 21 90,0-6-90,-1 17 90,0 2 0,-1 3-90,1 3-748,0-2 748,1-12-180,0 0 0,1-2-89,0 0-631,0 3-629,0-5-180,1 2 1709,-1-7 0,2 2 0,0 1 0</inkml:trace>
  <inkml:trace contextRef="#ctx0" brushRef="#br0" timeOffset="1.32184E6">19543 3233 10231,'5'-9'270,"-1"1"180,-2 4-90,1 0-1,-1 0 1,0 0 450,0 1-720,-6 7 0,2-1 0,-6 8-1,-1 4-89,2-4 90,-3 6-90,4-7 0,1 0 0,0 0 90,2-1-90,0 1 0,1-1 0,1 0 0,0 0 0,2 0-90,1 0 90,0-1 0,2 0-90,3 4 1,-1-4 89,4 4-90,-3-5 90,1 0-90,-1-1 90,1 0-90,-1 0 0,0 0 90,-1 1-90,-1-2 90,-1 2 0,0-1-90,-1-1 90,-2 1 0,0-1-90,-2 0 90,0 2 0,-2-2 0,-1 2 0,-1-1-90,-1 1 90,-2-1-90,0 0-90,-1-1-90,0 0-269,-4 0 89,3-2-180,-3-1-809,6-1 180,0-2 1259,1 0 0,-1-3 0,-1-2 0</inkml:trace>
  <inkml:trace contextRef="#ctx0" brushRef="#br0" timeOffset="1.32211E6">19534 3228 10231,'-3'-8'1439,"0"0"-809,2 3-450,1-1 0,1 1-90,1 0 90,1 2-90,2 0 0,0 0-1,2 0-89,1 0-89,1-2-91,1 2-90,1-2-90,1 1 0,1 1-90,1-1-359,1 1-720,0 0-90,-1 0 1619,1 1 0,5 0 0,2-1 0</inkml:trace>
  <inkml:trace contextRef="#ctx0" brushRef="#br0" timeOffset="1.32246E6">19991 3192 10591,'7'-7'1349,"-2"1"-899,-2 1 719,-1 1-1169,-14 26 90,4-6-975,-2 5 0,-2 2 885,-4 10 45,7-14 0,0 1-45,-2 1 0,1 0 45,-1 0 0,0 0-45,0 1 0,0 1 45,-1 0 0,1-1-45,-1 2 0,0 0 0,1-1 0,-1 1 45,-5 10 0,-1 0 0,6-8 0,-1-1-45,-4 7 0,2 0 0,5-12 0,1-1-90,-8 15 0,3-5-90,3-3-68,1-5-22,3-3-90,0-5-449,1 1 359,2-5-269,-1 1 552,3-5 167,0-2 0,1-1 0,0-1 0</inkml:trace>
  <inkml:trace contextRef="#ctx0" brushRef="#br0" timeOffset="1.32299E6">19907 3675 10591,'-4'-6'989,"3"-1"-989,1 3 90,2-1 0,2 2-90,0 0 90,1 1-90,1 0 0,1 1 90,-1-1-90,1 1 90,0 0-90,3 1 0,-3 0 0,2 1 0,-1 2-90,-2 0 90,1 2 0,-3 0-90,-2 3 90,-1 1-90,-2 2 0,-2 2 0,-2 4 90,-3 2-180,-10 14-303,-2 3 483,6-14 0,0-1-90,-6 10 90,2-6 0,9-12-90,0 3 90,2-6 0,1 3 0,3-7 0,1 0 0,2-1 394,1-1-394,1 0 0,2-2-90,1 0 180,2-2-180,5 0 180,-1-1-90,5-1-90,-3 0-90,0-1-90,1 0 0,0 0-270,0-1-719,-1 1 270,2-1 989,-1 0 0,6-2 0,1 1 0</inkml:trace>
  <inkml:trace contextRef="#ctx0" brushRef="#br0" timeOffset="1.32347E6">20283 3755 9871,'-2'-7'450,"0"1"-270,-1 1 90,2 0 180,-1 1-271,-1-2 91,1 2-90,-1-1 0,0 2 0,1 1 90,-2-1-180,-1 2 0,0 0 0,-3 2 0,1 2 0,-1 3 0,0 1 0,-2 3-90,1 2 89,0 2 1,0 3-90,0 2 90,0 3-90,3-1 90,-1 6-90,4-7-339,0 2 339,3-8 0,1 0 0,0-1-90,2-1 90,1 0-90,3 1 0,2-1 429,1-2-339,0-3 0,-3-5-89,0-1 89,0-1 0,0 0 0,1-2 0,0-1 0,0-3 0,-1 0 0,1-3 0,0-7 0,-2 3 0,1-5 0,-4 3 0,0-6 0,-3 4 0,0-5 0,-3 6 0,-2 0 0,-1 0 0,-2 2 0,-1 1-90,1 2 0,-2 3 0,1 0-180,-1 2 0,1 0-180,0 2-89,1 1-271,-1 0-629,2 0-90,-1 1 1529,2 0 0,-2-4 0,1 0 0</inkml:trace>
  <inkml:trace contextRef="#ctx0" brushRef="#br0" timeOffset="1.32395E6">20292 3284 10051,'-7'1'1889,"15"-1"-1889,-4 0 0,12-1-90,-7 1-90,-1-1-90,1 0 1,-1 0-181,0 0 0,-1 0-899,-2 0 1349,0 1 0,-2-1 0,-2 1 0</inkml:trace>
  <inkml:trace contextRef="#ctx0" brushRef="#br0" timeOffset="1.32418E6">20259 3426 9062,'-3'8'270,"3"-2"-180,3-2-90,1-1 90,1-1 0,-1-1-1,2 0-89,0 0 0,1-2-179,1 1-271,-1-1-540,2-1 451,-1 0 539,1-1 0,3-2 0,2-2 0</inkml:trace>
  <inkml:trace contextRef="#ctx0" brushRef="#br0" timeOffset="1.32489E6">20533 3038 8882,'0'-10'899,"0"2"-719,2 2 90,0 1 0,3-1-180,0 2 0,0 0 0,0 0 0,1 1-90,0 0 90,0 0 0,1 1-90,0-1 90,2 1-90,1 1 90,-1 0-90,-1 3 0,-3-1 90,-1 3-90,0-1 0,-2 2 0,-1 1 89,-1 1-89,-1 1 0,-2 3 0,-2 1 0,-1 0 0,-2 3 0,-1-2 0,0 0 0,0 0 0,0 0 0,1 0 0,0-2 0,1 0-89,0 3 89,2-2-90,1 0 90,3-2 0,2-5-90,1 1 90,2-2-90,0 0 90,1-1-90,1 1 0,0-1 0,0 0 0,1 0 0,-1 0 0,0 1 0,-1 0 0,0 1 0,-1 0 0,0 4 0,-1-2 0,-1 4 90,-3-3-90,0 1 90,-1 1-90,-1-1 90,-1 1-90,-1-1 90,-1 2 0,0-2 0,-1 1 0,0-1-89,-3 3 89,2-4 0,-1 2-90,3-4 0,1-1-90,0-1-90,0 0-1169,0-1 1439,1 0 0,1-1 0,1-2 0</inkml:trace>
  <inkml:trace contextRef="#ctx0" brushRef="#br0" timeOffset="1.32532E6">20810 3213 8702,'3'-6'900,"0"1"-361,-2 1-89,1 0 539,0 0-899,0 7 0,-2 0 0,0 8 0,-3 1-90,0 6 90,-4 6-898,1 4 898,-5 7-45,3-8 0,-2 1-45,2-6 0,-1 1 30,-1 2 0,-1 3 0,1-3 15,0-2 0,0 0-45,-3 7 0,-1 1 45,0-2 0,1-1-45,3-7 0,0 0 0,-2 4 0,0 0 45,2-4 0,1-2-45,-3 7-90,0 5-147,5-16 147,3-3-180,-1-1 90,0-2 0,1 0-809,1-1 1209,1-1 1,1-3 0,0-2 0</inkml:trace>
  <inkml:trace contextRef="#ctx0" brushRef="#br0" timeOffset="1.3261E6">20796 3662 9602,'-1'-9'1978,"0"0"-1438,0 4-450,-2 7-90,1 0 90,-2 7-90,1-2 90,0 1-90,0 3 90,-3 7 0,1-3-90,-3 7-454,3-5 454,-2 3 90,1-1-90,-1 0 0,1-4 0,2-1-90,0-2 0,1-1 0,0-2-90,1 3 0,-1-3 544,1 1-454,1-5-90,0 0-90,1 0 91,0 0 89,3-2 0,1-2 0,3-3 90,-2 0 0,3-1-90,-1 0 90,1 0 0,0-1 0,-2 2-90,1-1 90,-1 0 0,1 1 0,-1 0 0,0-1-90,3-1 90,-3 1 0,4-2 0,-4 2 0,0-2 0,0 1 0,0-1 0,0 0-90,-1 0 90,1-2 0,-2 1 90,1 0-90,0 0 0,-1-1 90,0 2 0,-1-1-90,0 1 0,-1 1 90,1 0 0,-1 1-90,0 0 90,1 5-90,-1 0 0,-1 7 90,-2 1-90,-2 3 0,0 4 90,-3 5-90,-4 17-1449,2-6 1449,2-10 0,1 0 90,-1 10-180,0 0-1019,1-1 749,0-1-90,1-5-899,1-3-90,0-4 1439,0-3 0,-1 3 0,0 0 0</inkml:trace>
  <inkml:trace contextRef="#ctx0" brushRef="#br0" timeOffset="1.32941E6">14636 5385 7803,'-9'0'899,"1"1"-629,2-2 90,0 2-1,0 0-89,0-1 180,0 1 0,0-1-90,1 1-1,-1 0 91,1 0 540,1-1-811,8 3-89,0-1 0,9 0 0,-1 0 0,3-1 0,4 0 0,6 1-1015,4-1 925,4 0 90,2-1-90,2 1-1656,1-1 1656,-16 0 0,0 0 45,0 0 0,0 0-45,2 0 0,0 0 44,-3 0 1,1 0-45,19 1-285,-6-1 330,-12 0 0,0 0-45,8 1 0,-9-1 0,-1 0 90,-3 1-90,3-1 176,-5 0-86,-6 1 881,3-1-881,-5 0 1954,-2 0-1864,-1 0 840,0 1-1020,-14-1 5,6 0-5,-12 1 0,8 0 90,-5 0-90,0 1 0,-5 0 0,3 0 0,-2 0 90,0-1-371,-2 2 281,-2-1 0,0-1 0,-1 1 0,-3 0 0,-1 0 0,-15 2 0,8-1 0,-8 1 0,11-1 89,2-1-803,1-1 714,3 1 0,-2 0 0,1-2 0,-9 2 0,3-2 0,1 0 0,0 1 0,13-1 0,-3 1 0,8-1 261,1-1-261,2 1 735,0 0-735,1-1 0,-1 1 0,0 0-90,1 0 90,10 2 0,1-2 0,11 3 0,-2-3 0,3 1 0,2 0 0,7-2 0,4 0-802,5-2 802,3 1-1725,4-1 1725,-19 2 0,0-1 0,1 1 0,1-1 0,-1 0 0,1 1 0,-1-1 0,-1-1 0,19 0 0,-2-1-1257,-5 2 1257,-2 0 79,5 0-79,-12 1 0,1-1 0,-14 1 0,-1 0 547,-2 1-547,-1-2 1564,-2 2-1564,-1-1 1666,-12 0-1666,0 0 18,-10 0 72,3 2-90,-3 1 0,-2-1 0,-3 1-800,-4-1 800,-1 2 0,-5-1 0,-2 1 0,11-1 0,0 1-994,-14 0 0,0 0 994,14-1 0,0 1 0,0-2 0,1 1 0,-1 0 0,0 1 0,-18 0-692,1 2 692,15-3 0,1 1 0,-11 1 0,-6 1 0,19-3-122,0 1 122,9-2 562,-2 0-562,8 0 1921,2 0-2011,8 1 1023,2-1-933,9 1 0,1-3 0,4 2 186,5-2-186,3 0 0,5 0-1496,0 0 1406,2 0 90,-11 0 0,2 1-487,1-1 1,0 0 441,-1 1 0,0-1 45,-2 0 0,-1 0-90,15 1 0,-12-2 90,3 2-90,-14-1 0,5 1 90,-4 0-90,2 0 1345,-5-1-1255,-13-1 1034,0 1-1034,-17-1 0,6 2 0,-9-1-318,3 1 318,-3 1 0,-4-1 0,-3 1-1272,-5 1 1272,-1-1 0,-1 1 0,-1 0 0,1-1 0,0 2 0,11-1 0,1 0 0,-9 1-682,-5 1 682,19-3 0,4 0 255,2 0-345,1 0 1300,12-2-1210,4 1 0,17-5 0,4 1-90,-2 0 0,3 0-777,-6 1 0,2 1 822,7-2 0,0 1-45,-7 1 0,-1 1-297,0-1 1,-2 1 206,22-2-426,-4 2 426,-13 0 0,1 1 45,-1-1 0,-1 1-287,-1 0 1,0 0 331,10 1 1626,-17 0-1626,-4-1 743,-2 2-833,-3-1 541,-2 0-451,-6 3 1085,-2-1-1265,-13 5 90,4-4-90,-8 2 140,5-2-319,-1 0-451,1 0-449,3-1 90,3-1 1259,1-1 0,3 0 0,1-1 0</inkml:trace>
  <inkml:trace contextRef="#ctx0" brushRef="#br0" timeOffset="1.33044E6">20634 4289 9602,'-10'0'-270,"1"0"270,1 0 0,2 0 0,0 0 90,0 0 0,-1 0 0,1 0 269,-1 0-269,1 0 90,0-1 270,0 2 0,0-2 899,1 2-1259,16-3 90,-4 2 0,29-2 0,2-1-783,2 1 693,-11 1 0,-1-1-1131,6 0 1086,-13 0 0,0 1 45,4-1-90,-3 1-196,-2-1 196,-2 1 180,3-1-90,-6 1 0,2 0 0,-8 1 610,2-2-700,-4 2 1248,2-1-1158,-2 1 341,-2-1-2770,1 2 360,-9 3-719,1-1 2698,-7 2 0,-3-2 0,-1-1 0</inkml:trace>
  <inkml:trace contextRef="#ctx0" brushRef="#br0" timeOffset="1.33188E6">6087 1875 10501,'-6'-3'206,"0"1"235,2 0-356,7-2 93,0 2-90,9-2 91,-1 2-90,5-2 91,6 0-7,5-2-83,10 0-1881,3-2 1881,-17 4 0,1 0-45,1 0 0,0 0-1,1 0 1,1 0 0,1 0 0,1 1 0,0-1 0,0 1 0,2 0 0,0 0-45,-1 1 0,3 0 60,-4 0 0,3 0 0,-1 1-30,1 0 0,1-1 0,-1 1-30,0 0 0,1 0 0,-1 0 30,-3 0 0,0 0 0,-3 1-887,3-1 0,-2 1 857,0 0 0,-2 0 45,-2 0 0,0-1-950,17 2 905,-6 0-396,-5-1 486,-5 1 791,-5 1-701,-5-2 1559,-2 1-1559,-2 0 1200,-1-1-1290,-1 1 904,-1-1-904,-1 0 981,1 1-891,-1-2-90,2 1 0,-3-1-3367,0 0 2457,-12 2 1,-5 1 0,-10 3 0</inkml:trace>
  <inkml:trace contextRef="#ctx0" brushRef="#br0" timeOffset="1.3347E6">8389 1691 7083,'-9'1'720,"0"-2"-361,3 2-269,-1-2 180,2 1-90,-3-1 90,3 1-90,-3 0 0,3-1 90,-2 1-91,0 0-89,2 0 180,-3-1-90,2 2-90,2-1 180,-3 1 360,3-1-181,0 2-269,7 1 0,1 1 90,10-1-90,-2-2 0,8 1 0,2-2-767,5 1 767,8-3-90,-5 1 0,2 0 0,-7 0 0,1-1-30,6 0 0,4 0 0,-1-1 0,1 0 0,1 0 0,-1-1-1086,0 1 0,0 0 0,1-1 1056,3 0 0,2 0 0,-4 1-268,-9 0 0,-1 0 0,1 1 298,11-1 0,2-1 0,-2 1-688,-10 1 1,-2 0 0,1 0 657,7 0 0,3-1 0,-4 1-30,-1 0 0,-3 1-437,1-1 0,0 0 437,-2 1 0,1 0 242,10-1 0,-1 0-242,-13 1 0,-1 1 45,7-1 0,-2 0-45,-1 1 586,2-1-406,-12 1 89,4 1-179,-13-1 1801,1 0-1711,-6 0 2362,0 0-2272,-1-1 2171,0 0-2351,-1 0-810,0-1-1079,0 2-1478,0 1 438,-3 4 2839,-2 1 0,-5 3 0,-2-1 0</inkml:trace>
  <inkml:trace contextRef="#ctx0" brushRef="#br1" timeOffset="1.3466E6">11411 1742 12324,'-2'-6'-1121,"-2"0"644,1 3 686,-1 0 23,0 2 95,-1 0-40,0 0 35,-1 0-361,0 2 786,0 0-81,1 0-130,1 0-117,0 1 22,1 1 15,0-2-146,4 3-822,0-3 427,4 3 1,-3-4-1,0 1 1</inkml:trace>
  <inkml:trace contextRef="#ctx0" brushRef="#br1" timeOffset="1.34777E6">14138 1644 13646,'3'0'1669,"-1"-1"-1477,13-1 3,0 0-14,6-1-140,5-1 78,5 0-1652,5 0 1614,-6 0 1,3 0-21,5 0 0,1-1-11,1 1 1,2-1-78,-4 2 0,3 0 1,-1 0-39,0 0 0,-1 0 0,0 0-908,1 0 1,1 1 0,-1 0 909,1 0 1,1-1-1,-4 1-282,1 1 0,-1-1 313,-2 0 1,2 1 0,-1-1-854,1 1 1,-1-1 825,-3 1 0,2-1 1,-3 1 47,0-1 0,-2 1-81,0 0 0,0 0 86,-1-1 1,-1 1 2,-1 0 1,0 0 2,-2-1 1,-1 0 468,-2 1 1,-1 0-372,17-2-224,-8 2 89,-4 0 420,-7 0-323,-3 0-177,1-1-181,-5 2 2110,0-2-2112,-5 2 1842,-1-1-1703,-1 0 1454,-2 0-1369,1 1 266,0-1-203,0 0 4,0 0-4,0-1 2,-1 1-278,1 0-357,-1 0 619,0-1 0,-1 2 0,-2-1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5:36:28.295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544 366 8522,'1'-21'2789,"-1"9"-2250,0-8-179,0 12 629,0 3-899,1 13-90,-1-2 90,0 16 0,0-4-867,1 7 777,-1 3 45,-1-3 0,0 1 45,-1 13-90,1-13 0,-1-1-1062,0 11 1062,0-2 90,0 0-90,0-4 0,0-4-90,1 2 0,0-5 0,0-1 90,0-6 0,1-7-89,-1 0 599,1-2-510,0-9 1059,0-6-1059,1-7 0,-1 1 0,1 1 0,0-8 0,1 4-90,0-7 90,1 6 0,1-5-90,1 7 90,-1-3-90,0 7 90,0 1-90,0 2 0,1 1-90,3-1 90,-1 3-90,4-1 0,-3 4 90,2 0-90,0 0-180,8-1 181,-4 2-1,7-2 0,1-1 0,-3 0 0,10-4 90,-14 2 0,4-2 0,-8 2 90,-1-1-90,-1-1 90,0-3 0,2-7 0,-3 3 0,0-7 0,-3 8 90,-2-1 0,-1 3 0,-1 0 0,0 2 0,0-3 0,0 4-90,0-2 0,-1 6 180,0 1-180,1 17 90,-1 0-90,-1 15-973,0 1 973,0 3 0,0-10 0,0 0 45,1 1 0,-1 1-45,0 1 0,0 1 0,1 0 0,0 0 0,-1 0 0,1 1 0,0 7 0,0 1-782,0-9 1,1 0 826,-1 6 0,1-1-45,1 3 0,0-5 0,-1-5-90,2-4-88,0-2-92,0-4 0,0-2-179,1-3-11,0-2-709,2-1 1595,-1-4 1,6-4 0,1-2 0</inkml:trace>
  <inkml:trace contextRef="#ctx0" brushRef="#br0" timeOffset="225">1072 684 10321,'1'-8'2159,"-1"16"-2069,-1-1 0,0 14 0,1-7 90,0 11-90,1-4-621,-1 8 441,0-8-90,-1-1-446,1-2 86,0-2-180,0-1-989,-1-2-180,1-1 1889,0-2 0,0 2 0,-1 0 0</inkml:trace>
  <inkml:trace contextRef="#ctx0" brushRef="#br0" timeOffset="461">1148 366 11311,'-4'-11'809,"1"1"-179,0 0-270,1 4 449,-1-1-629,1 2 360,0 1-2519,0-2 719,3 12-2017,-1-1 3129,2 7 1,-1-5-1,1-2 1</inkml:trace>
  <inkml:trace contextRef="#ctx0" brushRef="#br0" timeOffset="908">1360 567 12660,'1'-8'2248,"-1"2"-2068,-6 4 0,1 2-90,-1 1 90,-1 2-90,0 1 0,-2 1 0,0 1-90,-2 1 0,0 3 0,1 0-90,-1 1 90,2 1-90,0-2-90,-1 6 90,4-5-180,0 3 90,6 0 1,3-4-361,7 7 270,-1-7 90,6 3-293,0-2 293,1-1-43,3 2-47,7 7 180,-7-5-485,4 5 485,-11-7 0,-1 0 0,-2 0 90,-2-1-90,-2 1 90,-2-1 0,-3 2 280,-3 1-190,-9 9 0,-2-3-90,-1-4 0,-1 0-764,-6 3 764,-8 3 0,9-10-90,3-1 192,3-4-912,-1-2 90,6-4-2428,0-1 3148,7-6 0,3-6 0,2-4 0</inkml:trace>
  <inkml:trace contextRef="#ctx0" brushRef="#br0" timeOffset="1199">1519 412 10771,'-1'-13'450,"0"2"-181,1 2 91,-1 1 720,0 0-451,1 0-89,-1 0 269,1 1-629,1 8-90,1 4 0,1 11 0,0 6-1099,1 5 1099,0 6 0,0 3-90,0 5 45,-2-19 0,0 0 0,0 0 0,1 2-1559,-1 8 0,1 0 1514,-1-9 0,0-1-45,1 7 0,-1-2-523,1 3 299,-1-4-1,0-4-180,0-4-186,2 0 96,-1-3-179,0-2 227,1-3-1307,1-2 2673,0-1-874,1-4 0,0-1 0,0-1 0</inkml:trace>
  <inkml:trace contextRef="#ctx0" brushRef="#br0" timeOffset="1417">1571 664 11400,'-7'-6'630,"2"1"-540,6 0 90,1 1-90,4 1 0,1 0 0,0 1 0,3-2 0,10-2-270,-3 1-90,7-2-360,-6 2-1506,0 1-112,0 0 2248,-2 0 0,5 0 0,1 0 0</inkml:trace>
  <inkml:trace contextRef="#ctx0" brushRef="#br0" timeOffset="1778">1896 641 13289,'-10'0'1530,"-1"1"-1351,7 2 91,-2 4 90,-2 7-270,1 1 90,-2 6-794,3 1 704,1 1 0,1 3 0,1-1-180,3 8 0,1-9 0,2 7 0,1-13-90,2 0 90,1-2 0,2-4 0,0-2 0,7-1 0,-2-6 90,4-2-90,-4-5 0,13-11 1,-1-9-1028,2-2 1117,-7-5 0,-10 7-468,-4 0 468,-3 1 0,-2 2 313,-4 2-313,-2 0 0,-8-7 0,1 9 0,-6-3 0,4 12-90,0 4-90,-1 3 916,0 2-1995,-7 7-1,6 0-629,-4 4-539,9-1 2428,2 0 0,0 4 0,1 2 0</inkml:trace>
  <inkml:trace contextRef="#ctx0" brushRef="#br0" timeOffset="2800">2428 640 12300,'-8'-9'720,"1"2"-451,1 2 1,-1 0 180,-4-4-180,0 2 90,-6-2-180,6 5-1,-3 1 1,4 3-90,-1 1 0,-1 2 90,-6 7-90,3 3-585,-4 6 495,5 0-90,2 2-90,3 0 0,1 0-180,3 5 181,3-8-541,1 6 450,8 1-270,3-7 271,4 2-1,-1-11 0,-1-6 90,-2-2 0,2-3 585,1-2-585,0-1 0,1-3 90,-2-1 90,1-2 0,1-6 0,-4 3 90,1-4 0,-5 5 0,-1-2 0,-2 3 0,1-1-90,-2 5 90,-1 2 0,0 1-90,-2 12 0,2 2 90,-3 17-1481,0 2 1391,0 11 0,1-17 0,0 1 0,0 4 0,1 0 45,-1 1 0,0 0-45,1 2 0,0 0 0,-1 1 0,1 0 0,0-1 0,1 1 0,-1-2 45,1 5 0,-1 0-45,1-5 0,0 0 0,-1-1 0,1 0 0,1-2 0,-1 6 0,1 0 0,0-4 0,0-2 0,-1-1 0,0-3-659,2 9 659,-3-17 0,-1-2 0,0-5 0,-2-2 0,-3-5 1363,0-3-1363,-5-4 0,-2-4 867,-3-2-867,-2-3 0,-2 0 0,-10-8 0,7 5 0,4 4 0,1 0 0,0-1-351,-4-4 351,11 9 0,3 1 0,1 0 0,3 1 0,1-1 0,3-2 0,3-1 0,4-5-793,4-3 793,6-5 90,3-1-90,6-3 0,0 1-402,-11 14 0,-1-1 402,1 0 0,0 0 0,0 0 0,0-1-803,1-1 1,-1 1 757,0 0 0,0-1 45,5-10 0,1 0 0,-5 7 0,0 0 0,4-8 0,-1 1 0,-7 9 0,-1 0 0,10-16-276,-5 3 276,-1 4 90,-5 4-90,-4 4 0,-2 3 646,-2 1-646,-1 1 90,-2 1 924,-1 1-1014,-2 0 1920,-1 2-1830,-1 0 339,-1 2-429,-1 2 0,0 0 0,0 3-90,-2 0 0,0 3-180,-2 2 180,3 2 0,3 0-90,3 0-90,2 0 90,4 2 180,0-1-180,9 1 90,-3-4 1,13 1-1,-9-1 90,14 1-90,-14 0 90,8 3-90,-10-2 90,2 3 0,-5 0 0,-2 2-90,-1 1 90,-1 3 0,-3 1 0,0 13 0,-2-2 45,-1-2 0,-1 0-45,0 7 0,0-7 0,0-1 0,0 1 0,0 6 90,2-12-90,1 0 0,1-1 0,1-2 0,1 0-90,2-2-90,0-2-180,1-1-180,2-3-719,1-1 90,1-2 1169,3-2 0,21-7 0,5-3 0</inkml:trace>
  <inkml:trace contextRef="#ctx0" brushRef="#br0" timeOffset="3876">3049 673 10231,'-5'-8'720,"1"0"-181,-2 1-179,1 1-90,-2-1 0,1 2 0,-1 1 0,1 0-90,-1 2-1,0 1 1,-2 1 0,0 2-90,-2 2 90,0 1-90,-2 2 90,1 3-90,-6 11-748,5-3 748,-3 10-90,7-7-90,-1 7-90,6-2 90,1 0 0,4-5-90,2-9-179,5 3 179,0-4 90,3 0-90,-1-7 748,-1-1-658,1-2 0,1-3-90,0 0 180,2-3-180,4-6 180,-5 0-90,4-4 90,-8 3-90,0 0 90,-2-1 0,-2 1 0,0 0 0,-1-4 0,-1 4 0,1-5 0,-2 9 0,1-2 0,-1 5 0,4 7 0,-3 1 0,5 8 0,-3-1 0,0 1 0,1 1 0,0 1 0,0 1 0,1-1 0,0 0 0,0-2 0,0-1 0,1 0 0,0-2 0,0-1 0,-1-3 0,2-1 0,-1-1 0,1-2 0,0-2 0,2-1 0,1-2 0,0-3 0,1-1 0,-1-1 0,4-8 0,-6 4 0,3-6 0,-5 4 0,-2 1 90,0-2-90,0-4 0,-2 5 0,0-3 0,-1 9 0,-1 0 0,1 1 0,-1 3 0,0 0 0,-3 18 0,0-4 0,-1 16 0,0-6 0,1 1 0,-1 1 0,-1 8 0,0-7 0,1 4 0,0-9 0,2-3 0,0-1 0,-1-2 90,2-1-90,-1-2 0,0 0 90,0-3-90,2-14 0,3-5 0,1-13-1650,2 0 1650,0 2 0,2 0-741,0-1 741,0 2 0,-1 0 0,1 5-297,-1 2 207,-1 5 90,-1 4 0,-1 1 1450,1 3-1450,-1 1 760,-1 4-760,0 0 298,0 2-298,-1 2-90,2 4 0,-1 0 0,0 3 90,-2-3-90,-1 1 90,1 0 0,-1-1-90,1-1 90,-1-1 0,1-1 0,-1-1-90,0-1 90,5-5 0,-2-1 0,2-4 0,0-1 0,-1 0-90,7-9 90,-1 2-365,5-7 365,3-1 0,-4 7 0,6-3 0,-12 12-90,3 2 90,-5 5 0,-1 2 0,-1 3 0,1 3 0,-3 4 0,-1 3-89,-2 3-177,0 3 266,-1 5 0,0-1 0,0 2 0,2 6-3183,0-3 3183,0-2 90,1-6-90,0-8 0,2 1 332,1-4-512,0-1-180,0-5-360,1-3 2763,0-1-3212,1-2 1169,2-2 0,7-6 0,2-3 0</inkml:trace>
  <inkml:trace contextRef="#ctx0" brushRef="#br0" timeOffset="5261">4387 262 8972,'1'-8'1799,"-1"2"-1529,-3 1 0,-1 2-91,1 1-179,-3 1 0,1 2 90,0 1-90,0 0 0,1-1 0,0 1 0,0 0 0,-1 1 0,0 0 90,0 0-90,-1 1 0,-1 1 0,1-1 0,0 2 0,0 0 0,-1 1 0,1 0 0,0 0 0,0 2 0,1 0 0,0 1 0,1-1 0,0 2 0,2-1 0,-1 0 0,1-1 0,0 0 90,1-1-90,1 1 0,1-1 0,0 0 0,2 0 0,0 1 0,2-1-90,0-1 90,2 0 0,0 0 0,1-1 0,2-1-90,0 0 90,1-1-90,7 1 90,0-2-90,7 1 90,-7-4 0,5 0-89,-8-2 89,0 0 0,-3 1 0,-5-1 0,-2 0 0,0 0-90,-1 0 90,-8 0 0,-9 5 0,-1 1 0,-5 5 0,6-2 0,-8 8 0,-4 8-1206,1 2 1206,0 2-770,9-7 770,1 0 0,1 1-267,3-1 267,2-1 0,2-3 0,2-1 0,2-2 90,1 0-90,1-1-90,2 0 180,5 3-90,1-2 978,4 0-978,1-5-90,1-3-90,2-1 0,1-2 0,1-2 664,5-3-2193,10-3 1709,6-4 0,0-2 0,-3-3 0</inkml:trace>
  <inkml:trace contextRef="#ctx0" brushRef="#br0" timeOffset="14066">4811 480 8792,'-1'-9'450,"0"2"-180,-3 3-1,0 1 1,-1 2-90,-3 0 0,2 1 0,-2 1 0,2-1-90,0 1 90,-1-1 0,-1 1-90,0 1 179,-3 1-179,0 0 0,-1 0 0,2-1 0,1 1-90,0-1 90,1 2 0,-1-1-90,2 2 90,-1 0-90,1 1 0,0 0 90,-1 8 0,1 0-90,2 1 0,3 0 0,2-5 0,1 0 0,1 0 0,1 1-90,1-2 90,0 0-90,3 2 90,-2-3 0,2 1-90,-2-5 90,0 0 0,-1-2-90,1 0 90,0-1 0,1-1 0,-1-1 0,1-1 0,1-2 0,-2 1-90,2-3 90,0 0 0,-1-1 0,3-6 0,-3 4 0,2-5 0,-3 5-90,-1 1 180,2-3-180,-2 3 90,1-1 0,-3 4 90,1 0-180,-1 2 90,3 4 0,-2 2 0,1 7 0,0 3 0,0 9 0,0 1 0,0 2-1038,-1-3 1,1 2 1037,0 9 0,1 1 0,-3-7 0,1-1 0,0 2 0,0 1 45,0-1 0,-1 0-45,2 1 0,-1 0 0,0 0 0,0-1 0,0 0 0,0 0 0,-1-1 0,1-1 0,-1 0 0,1-1 0,0 5 0,0 0 0,-1-8 0,1-1-392,0 4-1,-1-1 393,2 3-181,-1-3 181,0-7 0,0-2 90,0 1-90,0-6 0,-1 1 90,-1-6 1830,4-10-1920,-2 0 0,3-10 90,-1-4-90,4-19 469,0-1-469,-3 13 0,0 0-549,-1 3 1,0 0 548,-1 0 0,1-1-717,1 0 1,-1 0 716,0-1 0,1 0 0,-1 1 0,1 0 0,-1 0 0,0 0 0,0-4 0,1 0 0,-2 6 0,0 1-558,0-2 0,0 1 468,1-3 216,-1 5-845,-2 1 1083,0 6-1803,0-1 1811,-2 8 0,0 1 1,0 0-1</inkml:trace>
  <inkml:trace contextRef="#ctx0" brushRef="#br0" timeOffset="14841">5105 550 9332,'-4'-7'0,"0"-1"180,2 4 89,0-1 91,0 0 90,-1 0-90,0 0-90,0 1-1,1 0-179,-3 5 0,3 2 0,-2 4 0,2 2 0,0 2 0,0 2-90,0 3 0,1 3 90,0 1-473,1 1 473,2 4-90,0-1-90,4 12 90,-1-12-90,2 6-90,1-8 90,-1-7 90,2 1-90,-3-7 473,1-2-473,1-2 90,1-2-90,-1-1 90,1-3 0,1-1-90,7-8 1,-3 0 89,5-7 0,0-8 0,-4 2-914,3-9 914,-8 9-90,-2-2-2999,-1 2 3089,0-3 0,-3 3 0,0 0 0,-1-3 0,-2 8-90,1-6 90,-2 14-360,0-2 360,0 5 0,0 4 0,-1 1 0</inkml:trace>
  <inkml:trace contextRef="#ctx0" brushRef="#br0" timeOffset="15636">5514 565 9691,'-2'-9'540,"0"2"-270,0 2-90,-1 2 90,0-2 179,-4 0-269,1 2 0,-2-2 0,2 4 90,-4 0-180,3 3 0,-3 2 90,-2 5-90,3 1 0,-2 6-472,2 2 472,2 0-90,0 4-90,1 1 90,2-1-90,1 2 0,2-3-90,0-2 90,1-1-90,2 0 0,0-2 0,1 1 0,1-3 90,0-3-90,0-2 91,1-2-91,3-3 90,-1-1 382,2-3-382,-3-2 0,0-3 0,0-1 90,0-2-90,-1 0 90,0-3 0,0 0-90,0 0 90,-2 0 0,0 0 0,-2 0 0,1 0 0,0 2 0,0-3 0,0 4 0,-1-1-90,1 5 90,2 7-90,-1 4 90,2 5-90,0 1 0,-1-3 90,1 1-90,4 4 0,0-1 90,2-1-90,-1-5 90,-2-4 0,-1-2-90,0 0 90,1-3 0,1-1 0,1-3 0,0-1 0,1-2 0,0-2-89,0-2 89,2-4-656,-1-2 656,3-5 0,-1-1 0,-1-2 0,1-6 0,-1-3 0,0-4-614,-7 19 0,-1 0 614,1 0 0,-2-1 0,1-6 0,-1 0 0,-1 6 0,-1 0 45,1-4 0,-2 1 45,0-8-90,0 4 90,-2 5-223,-1-2 133,2 9 90,-2 0 0,2 10 460,-5 17-460,2 4-90,-2 16 0,2 1 90,1 3-847,0-6 1,1 0 756,0-7 0,0 0 44,0 9 1,0 0-410,1 10 365,1-1-407,-1 0 407,2-13 0,-1 0 90,1 12-517,0-16 0,0-1 427,1 3 0,0-4 2011,2-3-2011,-1-3 0,1-2 712,0-3-712,0-2 528,0-3-618,1-2 1272,0-2-1452,0-1-546,6-7-264,-2 0 631,6-8 449,-4 1 0,4-10 0,-1 0 0</inkml:trace>
  <inkml:trace contextRef="#ctx0" brushRef="#br0" timeOffset="15876">5961 591 11850,'-4'11'360,"1"1"-270,2-3 0,1 3 0,-1 1-90,0 1 90,1 2 0,-1 0-90,1 1 0,-1 0-90,1 0-180,0-1 0,0-2-180,0-1-179,0-2-900,0-1-360,0-2 1889,0-1 0,0-2 0,1-1 0</inkml:trace>
  <inkml:trace contextRef="#ctx0" brushRef="#br0" timeOffset="16125">5992 334 11041,'-2'-9'539,"0"2"-269,1 0 450,-1 3-91,1-1 1,-1 1-90,0-1-90,1 0-1,-1 0-449,0 1 0,1 0 0</inkml:trace>
  <inkml:trace contextRef="#ctx0" brushRef="#br0" timeOffset="16566">6291 453 11850,'-2'-8'810,"0"2"-630,-2 2-90,1 0 90,-1 1-91,0 0 91,-1 0 0,0 1-90,-2 1 0,1 1-90,-2 2 180,-2 6-180,2-1 90,-6 9-90,7-5 0,-3 5-90,5-5 0,1 1 90,2-1-180,1 0 0,1 5 90,1-3-90,3 3 1,1-4 89,0-1 0,2 0 0,1 1 0,1-2 0,0 1 0,0-1 0,4 4 0,-4-4 0,6 8 90,-9-9-90,3 4 90,-6-5 0,-1 0 0,-2 0 90,-1 0 0,-2 0 0,-2 1 180,-7 5-180,-2-2-734,-7 4 734,1-3-252,-2-1 252,3-1-90,0-2 90,4 0-270,-1-1-179,6-3 359,-3 0 0,13-7 0,0-2 0</inkml:trace>
  <inkml:trace contextRef="#ctx0" brushRef="#br0" timeOffset="17276">6530 582 11131,'-1'-8'809,"0"1"-539,-2 3 90,0 0-90,-1 0 269,-2 0-269,0 0-90,-2 1 0,1 1 0,0 2 0,-2 0 0,-6 3 0,4 2-90,-6 3-1,6 0-89,0 2 90,2 3-90,0 0-90,1 2 1,1 1-1,3 0-90,0-1-270,2 6 270,2-5-360,4 8 91,4-6-1,4 0 270,-2-7-90,2-4 180,-6-6 0,3 0 0,-3-4 0,0 0 0,1-2 90,-1-1 0,1-1-90,-1-1 90,-1-1 0,0 0 0,0-1 90,-2 1-90,0 0 0,0-2 0,-1 3 0,1-1 0,-1 5 0,3 5 0,-2 1 0,2 6 0,-1 0 0,0 2 0,1 1 0,0 0 0,1 0 0,0 0 0,1 0 0,0-1 0,1-2-90,-1-2 90,5 0 0,-4-4 0,9-2-90,-7-4 180,4-4-180,-3-1 90,3-6 0,-1-1 0,6-15 0,-6 4-1252,2-9 1252,-5 7 0,-3-3 90,0-5-90,-1 1 0,-1-4-1430,0 0 1430,-2 2 0,1-1 0,-2 6-902,-1 3 902,1 6-180,-1 0 180,0 10 813,-1 0-813,-1 28 90,-4 23-90,3-14 0,0 0-126,-2 7 0,0 0 126,1-7 0,0 0 0,1 0 0,-1 0-2,1-2 0,0 0 2,-1 19 0,1-5 90,2-4-90,1-1 0,1-5 198,1-2-198,0-4 0,0-5-90,0-3-90,1-2-90,0-3 1513,0-2-3222,5-4 2127,-1-4-148,1-3 0,1-6 0,-1-4 0</inkml:trace>
  <inkml:trace contextRef="#ctx0" brushRef="#br0" timeOffset="17475">6726 509 11311,'5'-5'539,"0"1"-449,2 2 90,1-1-90,2 0 0,0 0-90,4 0 0,-1 0-270,1 0-180,1 0-179,0 1-2648,6-2 3241,-7 2 1,9 0 0,-6 2 0</inkml:trace>
  <inkml:trace contextRef="#ctx0" brushRef="#br0" timeOffset="17685">6958 496 12210,'-3'7'360,"1"1"-270,3-1 0,-1 2-90,0 1 90,0 1 0,0 2-90,0 2 90,0 2-377,0 1 287,1 2-90,0-1-89,0 1-631,3 4 90,-1-7-2557,2 3 3174,2-8 1,3-2-1,3 0 1</inkml:trace>
  <inkml:trace contextRef="#ctx0" brushRef="#br0" timeOffset="17925">7059 237 11041,'-1'-8'719,"-1"1"-449,2 1 450,-1 1-360,0 0 449,0 1-269,0-2-1170,0 2 0,-2 5-2428,1 3 450,-1 4 2608,2-2 0,0 0 0,0-1 0</inkml:trace>
  <inkml:trace contextRef="#ctx0" brushRef="#br0" timeOffset="18791">7256 388 12480,'-7'1'809,"-2"-1"-629,4 1 0,-2-1 90,-1 2-90,2 0-90,-3 1 0,3 1 0,-2 3 0,0 2 90,-3 9-90,-3 15-90,1-3 90,2 9-3119,6-13 2939,2-1 0,1-2-418,2-1 418,1-1 0,2 0-90,0-3-51,2-1 141,-1-2 0,1-3 0,1-2 2831,1-3-2831,0-1 547,0-3-547,0-1 210,1-2-120,-1-2-90,2-2 90,0-1 0,4-12 0,-6 5 0,3-10 0,-8 9 0,-1-1 90,0 1-90,-1-1 90,-1 0 0,0 1-90,-1 0 90,-3-1 0,2 4-90,-1-2 90,1 6-90,1 1 0,0 0 0,-1 0-90,1 2 90,5-1 0,-1 1 0,7 0 0,-3-1-90,4 0 90,0-1 0,2-1 0,-1 0 0,2-1 0,-1-1 0,0 0 0,-1 1 0,-2 1 0,-1 1 0,-1 0-90,2 0 90,-3 2 0,1 1 0,0 2 0,-3 3 0,1 1 0,-1 2 0,-1 1 0,1 3 0,-2 2 0,-1 10 0,0-5 0,-2 9 0,0-7 0,-1 2 0,-2 8 0,2-7-635,-1 6 635,1-11 0,1-1 0,-1-3 0,1 2 0,-1-4 0,0 1 90,2-6 635,-1 1-725,5-13 0,2-5 0,8-18 0,-2 3-1315,3-5 1315,-2 7 0,0 0-244,0 1 244,5-5 0,-6 10 0,3-2-90,-7 11 90,-1 3 0,0 2 0,-1 2 0,0 2 1366,0 3-1366,1 1 193,-2 4-193,1 3 0,-2 2 0,0 5 0,-2 11 0,1 5-888,-1 5 888,1-5 0,-1-8 0,0-4 0,1-3 0,0-3 0,0-1-90,3-2 0,0-2-269,1-2-181,3-1-450,0-4-808,3-1-451,2-3 2249,4-4 0,8-5 0,4-3 0</inkml:trace>
  <inkml:trace contextRef="#ctx0" brushRef="#br0" timeOffset="18968">8319 504 10051,'-6'6'-840,"-9"1"1,-4-4 0</inkml:trace>
  <inkml:trace contextRef="#ctx0" brushRef="#br0" timeOffset="21142">424 1305 6363,'-7'-1'630,"0"-2"-360,3 1 0,-1 1 0,1-1 359,0 1-449,10 0 0,1 0 0,14 1 90,6 1-729,14-3 594,-11 1 0,3 0-1205,5-1 1,3 1 1129,-11-1 0,2 1 0,2-1-465,3 1 0,2-1 0,2 1 0,1-1 476,-5 1 1,1 0 0,0 0 0,1 0 0,1 0-355,-5 0 0,1 0 1,0 0-1,0 0 1,1 0-1,-1 0 298,1 1 0,1 0 0,-1-1 0,1 1 0,-2 0 0,0 0-204,2 0 0,-1-1 0,0 1 1,-1 1-1,1-1 225,0 0 0,-1 1 0,1 0 0,0-1 0,0 1-79,0 0 0,1 0 0,-1-1 0,0 1 0,1 0 61,-1 0 0,1 0 0,0 0 0,0 0 0,0 1-44,0-1 0,1 1 0,-1-1 0,0 1 1,0-1 43,2 0 0,-1 0 0,1 0 0,0-1 0,-1 1 0,1 0 0,1 0 0,-1 0 0,0 0 0,0-1 12,-5 1 0,0-1 0,-1 0 0,1 1 0,0-1 0,0 0-16,0 0 1,0 0 0,1 0 0,-1 0 0,1 0 0,-1 0 0,1-1 0,0 1 0,0 0 0,0-1 0,0 1 0,0 0 0,0-1 0,1 0 0,-1 1 0,1-1 0,-1 0 0,1 0 0,-1 0 0,1 0 0,0 0 0,0-1 0,0 1 0,0 0 0,0 0 0,-1 0 0,1 0 0,0 0 0,0 0 0,-1-1 0,1 1 0,0-1 0,0 1 0,0-1 0,0 1 0,-1-1 0,1 1 0,-1-1 0,1 1 0,-1-1 0,1 0 0,-1 1 0,0-1 0,0 0 0,0 0 0,0 0 0,0 1 0,0-1 0,-1 0 0,1 0 0,-1 0 0,0 1 0,1-1 0,-1 0 3,6 0 0,0 0 0,-1 0 0,1 0 0,-1-1 0,0 1 0,0 0 0,0 0 0,-1-1 0,1 1 0,-2 0 0,1 0 0,-1 0 0,0 0 0,-1 0 4,6 0 1,-1-1-1,-1 0 1,0 1-1,-2 0 1,-1 0-1,1 0 1,1 1-5,-3-1 0,2 0 0,0 1 0,-1-1 0,-2 0 4,1 1 1,-2-1-1,-1 1 1,3 0-5,-2-1 0,2 1 0,0 0 0,-2 0 0,-1 0 184,5 0 1,-2 0-1,1 0-180,-3 1 1,3-1-1,-2 1 1,-1 0 7,-2 0 0,-2-1 0,1 1-30,7 0 0,1 0 0,-5 1 45,-3-1 0,-3 0 503,-4 0 0,-1 1-503,5-1 0,-2 0 45,6 1 0,3 0 90,-19-1 1862,2 0-1862,-6 1 962,1-1-962,-6 1 3096,0-1-3070,-1 0 347,0 0-463,-2-1 168,0 1-168,1-1-90,-1 1-719,1-1 719,0 0 0,-13-2 0,-2 0 0</inkml:trace>
  <inkml:trace contextRef="#ctx0" brushRef="#br0" timeOffset="24158">2129 2017 8972,'-9'-5'1529,"2"0"-899,2 2-1,0 2 181,0-1 269,1 1-899,7-3-90,1 2 0,11-3-90,0 3 90,3-2-523,4 0 523,1 2-90,1-2 0,2 2 0,-3 0-217,1-1 37,-3 2-540,4 0-269,-1 2 359,-2 0-2647,-2 2 3062,-11 0 0,3 2 0,-4 0 0</inkml:trace>
  <inkml:trace contextRef="#ctx0" brushRef="#br0" timeOffset="24433">2356 1998 10681,'-4'-8'450,"0"0"-181,2 4-269,-1 6 0,2 2 90,-2 9 0,1 18-90,0-6 0,0 1-1136,-1 2 0,1 2 1136,-1 5 0,1 0 0,-1-7 0,1 0 30,1 0 0,-1 1 0,1-1-30,-1 4 0,0 0 0,1 10 0,0-1 0,0-13 0,0-2-45,1-2 0,0-1-496,1-1 0,-1-1 271,2 15-180,0-5-549,0-6-440,2-3-136,-2-5 1575,1-3 0,1 4 0,0-2 0</inkml:trace>
  <inkml:trace contextRef="#ctx0" brushRef="#br0" timeOffset="24685">2118 2884 9062,'4'9'270,"2"-1"-90,1-5 179,9-1-179,-2-1 0,9 0 0,1-1-541,4-1 541,4-2-555,2-1 465,5-1-1408,1-2 1363,-19 4 0,1 0-90,0-1 0,0 0-45,0 1 0,0 0-135,0-1 0,0 0-495,0 0 1,0 0-1,-1 0 1,0 0 719,-1-1 0,1 1 0,0-2 0,-1 0 0,1 0 0,0 0 0</inkml:trace>
  <inkml:trace contextRef="#ctx0" brushRef="#br0" timeOffset="24966">3037 2445 10681,'-6'-6'630,"1"0"-451,2 3 91,0 0 0,1-1-90,0 0-90,4-3 90,8 0-90,2 0 0,13-2-180,0 3-90,1 1-180,-2 0-270,-9 3-1079,-1 0-449,-2 2 2158,-2 0 0,1 1 0,-2 0 0</inkml:trace>
  <inkml:trace contextRef="#ctx0" brushRef="#br0" timeOffset="25176">3087 2566 10051,'0'9'270,"0"-2"-90,2-3 0,1-2 0,1 0 0,1-1 0,3 1-1,2-2 1,14-1 0,0-2-1496,11-1 1046,-3 0-540,4-2-719,3-2 1529,-9 1 0,2-1 0,0-3 0,1 0 0,-5 1 0,0 0 0,0 1 0</inkml:trace>
  <inkml:trace contextRef="#ctx0" brushRef="#br0" timeOffset="25766">4092 1818 9781,'-6'-4'180,"5"-1"-90,3 1 0,5-1 0,-1 2 0,3-2-90,0 2 90,3-1 0,-1 0-90,3 1 90,2 0-360,17 0-90,-9 2-1242,13-1 522,-15 2 541,4 0 539,1-1 0,7-1 0,1 0 0</inkml:trace>
  <inkml:trace contextRef="#ctx0" brushRef="#br0" timeOffset="26376">4203 1734 690,'-9'-4'270,"0"-1"2351,1 1-2441,1 0 1409,2 0-1319,0 0 769,0 0-769,0 0 3006,-1 0-2530,2 0-476,0 0-91,0 1 91,1 0-180,1 9-90,1 1 90,3 11-912,0 4 822,4 11 45,-3-13 0,-1 2-1,1 4 1,0 1-45,0 6 0,-1 3-623,-1-7 1,1 3 0,-1 1 0,0 2 658,-1-3 0,1 1 0,-1 1 0,0 0 0,0 0-18,1 1 0,0-1 0,-1 1 0,1 1 0,-1 1-3,0 2 0,0 2 0,0 1 0,-1 0 0,1-2 0,-1-3-544,1 3 0,0-4 0,0 0 1,0 2 546,0 0 0,-1 3 0,0-1 0,1 0 0,-1-2-365,1-2 1,-1-3 0,1 0 0,0 0 346,0 1 0,0-1 0,-1 1 0,1-1-74,0-1 0,0 0 0,0 0 0,0 0 104,0 10 0,0-1 0,1 0-85,-1-1 1,0 0-1,1-1 85,-1-1 0,1-1 0,0 0-30,0-1 0,0-1 0,0 0 30,0-2 0,0-1 0,0 2 178,-1 4 1,1 2 0,0-2-179,0-9 0,0-2 0,-1 1-9,1 4 0,-1 0 1,0-2-22,0 0 0,0-2 45,0-3 0,0 0-45,-1-3 0,1 0 0,-1 16 0,0-8 1384,0-3-1384,0-7 0,1-3 90,-1-3 2096,1-2-2096,-1-2 1247,1-1-1157,0 0 1754,-1-2-1844,1-1 550,-1 0-550,0-2 0,0 1 0,0-1 0,-1 0-90,-1 2 90,1-2-90,-1 1 90,0-1-90,-1 0 89,-1 2-89,0-1 0,1 0 0,2-1 0,-1 0 90,1-1-90,0 3 0,2-2 0,1 1 0,2-1 0,2-2 0,2 0 0,3-1 0,4-1 0,7-3 0,5 0-225,1-2 1,4 0-1035,3 0 0,3-1 599,-5 1 0,3-1 1,-2 1-241,7-2 1,0 2-271,-2-1 1,-2 1 761,-11 1 0,-1 2 0,1 0 0,1 0 0,-1 0 0,0 0 0</inkml:trace>
  <inkml:trace contextRef="#ctx0" brushRef="#br0" timeOffset="28008">4824 2023 10141,'-3'-7'450,"0"1"-180,0 2 0,0 1-1,-2 2-179,-2 1 0,0 2 0,-2 1-90,0 1 90,-1 2 0,-1 2-90,0 1 90,-8 14 0,5-5-686,-3 9 596,9-7 90,3-2-267,3 0 177,3 1 0,3 2 90,3 0-90,4 1 0,2-1 0,6-4 0,0-2 0,2-4 89,8-2-89,2-5-743,2-4 743,-1-4 0,-7-3 0,-2-1 197,-4-1-197,-2-3 0,-3 1 0,-1-3 0,-3 0 201,-4 1-111,-2-3-90,-3-1 90,-4-4-661,-4-2 571,-5-3 90,-6-1-90,-3 1 90,-6 1-580,-3 2 490,0 6 0,-2 3 0,3 6 396,-1 2-396,-6 5-180,8 5 0,-3 5-637,12 5 457,3 4-90,4 2-2827,7 17 3158,8-10 1,1-6 0,3 1 0,10 6 0</inkml:trace>
  <inkml:trace contextRef="#ctx0" brushRef="#br0" timeOffset="28499">6412 1931 9781,'0'-8'180,"-1"1"-90,0-1 270,2 4 90,-2-4-90,1 3-91,-1-2 271,-1 3-450,-1 9 0,0 0-90,-1 11 90,2-1 0,-1 3-355,1 2 355,2 2-90,-1 3 90,1 4-90,1 2 0,0-1-90,1-3-634,0-4 454,1-1 1,-1-1-296,2-2 25,0-2-269,0-2-540,0-2 89,1-2 1260,1-3 0,4 2 0,2-2 0</inkml:trace>
  <inkml:trace contextRef="#ctx0" brushRef="#br0" timeOffset="28991">7164 1812 11400,'0'-7'720,"-1"3"-630,7 2 0,0 1 0,1 1 0,2 0-90,1 0 90,3 1-90,1 1 90,0 0-90,2 2 0,0 1 90,0 1-90,-1 2 0,0 0 0,-3 2 0,-2 2 0,-2 0 0,-3 1 0,-2 1 0,-4 3 0,-2 3 0,-10 14 0,1-6-713,2-9 1,-2 1 622,-6 6 90,-1 0-761,1-2 761,1-2 0,4-4 0,-1 2-90,4-5 90,-1 6 0,5-8 0,1 2 0,4-8 1301,2 0-1301,0 0 885,4 0-885,6 0 0,0-1 0,5-1 90,-2-2-90,3-2 0,1-1-359,2-1 269,1 0-269,13-4-1,-6 1-315,-4 0 1,0-1-766,2-1-757,10-3 2197,-14 3 0,6-4 0,1 0 0</inkml:trace>
  <inkml:trace contextRef="#ctx0" brushRef="#br0" timeOffset="29183">8108 2084 11041,'6'-2'2698,"0"-1"-4047,-2 2 1349,1 1 0,-3 0 0,1 2 0</inkml:trace>
  <inkml:trace contextRef="#ctx0" brushRef="#br0" timeOffset="31016">4736 2912 10681,'7'-11'270,"1"2"-180,3 1 0,2 2-90,1-1 90,1 0 0,1 1-90,-1 0 0,-1 1 89,0 1 1,4 2-90,0 2 0,-1 3 90,-1 9-90,-7 10 90,-6 18-90,-6-3-434,-2-13 1,-1-1 433,-5 7-1296,-5 7 1296,1-4 0,-3 3 0,0-2 0,1-3 0,0-3-601,5-5 601,0-2-64,4-5 64,1-3 686,4-4-686,-1-1 1390,3-2-1390,1 0 755,2-3-665,7-1-3,9-5-87,4-1 0,6-4-961,-1 0 1051,0-1-90,2-1 0,4-2 0,1 1 0,3-1-1588,2 0 1408,-1 2-180,-3-1-90,-2 2-1079,-5 1-180,0 0 1709,-5 3 0,3-2 0,-1 2 0</inkml:trace>
  <inkml:trace contextRef="#ctx0" brushRef="#br0" timeOffset="31633">6081 2873 10321,'-4'-6'270,"0"-1"0,5-1-180,0 1 0,4-3 0,0 4 0,2-1 0,1 0-1,1 0 1,8-4 0,-4 3-90,7-2 90,-7 4 0,7-1-90,-5 3 0,5-1 90,-2 4-90,-4 1 0,5 2 0,-9 1 0,2 2 90,-7 0-90,1 5 0,-4-2 0,-1 7 0,-4-5 0,-1 4 0,-3 1 0,1-4 0,-4 6 0,5-8 0,-1 1 0,3-4 0,-1-1 0,1-1 0,0 1 0,1 0 0,3 1 0,1 0 0,1 0 0,3-1 0,0 0 0,1 0 0,1 1 0,0 0 0,3 5 0,-4-2 0,3 3 0,-6-4 0,0 2 0,-2-1 0,-2 5 0,-2-3 0,-2 5 0,-2-5 0,-2 2 0,-2-1 0,0 0 0,-2-1 0,-1 0 0,1-1-90,-4 2 0,5-4-180,-1 1-89,4-3-271,3-3 630,0 0 0,3-2 0,1 0 0</inkml:trace>
  <inkml:trace contextRef="#ctx0" brushRef="#br0" timeOffset="32307">7307 2777 11041,'3'-7'809,"-1"-1"-539,0 4 0,-1-1 90,2 0-90,-2-1 539,2 0-629,-1 0 180,0 0 179,0 1-449,-4 13 90,-1-1-90,-8 26-90,2-7-908,2-6 1,0 1 997,-5 14-90,-1 3 89,1 0-44,5-14 0,-1 0-45,-3 12 0,5-14 0,1-2-436,-2 5 346,1-3 90,2-5-90,-1 2 90,1-5 0,0 0-90,2-5 90,0-3-180,2-1 1986,5-7-1896,-1-1 536,10-10-536,-3 0 1,8-5-1,-4 5 90,0 0-90,-3 6 0,5-2 0,-3 1 0,5 0 0,-4 1 0,0 1 0,-1 1 0,0 0 90,-2 0-180,11-7 90,-10 5 90,8-7 0,-13 6-90,0-2 90,-1 0 0,-1-1 0,-1-1 0,-1-1 0,-1 0 0,0 0 90,-1-5 0,0 1-90,-1 1 0,0 4 90,-1 6-90,0 0 0,-1 13 90,1 0-90,-2 14 0,-1 17 0,2-15 0,-1 1-778,-1 2 1,1 0 777,0-1 0,0-1 0,-1 10-359,-1 6-1,3-11-180,-2 3-543,3-13-896,-1-2 1979,0 2 0,0-1 0,-1 3 0</inkml:trace>
  <inkml:trace contextRef="#ctx0" brushRef="#br0" timeOffset="34100">5204 3655 10771,'4'-6'-90,"1"0"90,-3 2 180,0 1 0,1-2-90,-1 1 179,0-1-89,0 1 270,-1 0-360,-4 12 0,0-1-90,-6 16 0,0-3 90,-6 17-1489,2-7 1444,4-10 0,0-1-45,-4 8-772,1-1 772,-1 0 90,1-1-90,1-2 0,1-1 0,1-5 0,2-2 0,2-3 0,0-2 0,1-1 0,1-1 0,0-2 1276,1-1-1186,0 0 805,7-7-895,-1 0 0,5-4 0,-4 0 0,2 0 0,0 0 0,0-1 0,6-2 0,-4 2 0,10-5-90,-7 6 90,4-2 0,-4 3-90,0 1 0,1 0 90,-1 0-90,0 0 0,1 1 0,-1-1 0,0 1 90,-1-1-180,3 0 180,-3 0-90,2 0 90,-4 0 0,0-1-90,0 0 90,-1-2 0,-1 0 0,1 0 0,-2-1 0,-1 0 0,0 2 90,-1 0-90,-1 0 0,1 2 90,-1-1-90,0 1 0,-1 0 90,2 10-90,-3-1 0,0 10 0,-3 1 0,-1 6-1119,-1 4 1119,-2 4 0,2-6 0,0 1 90,-1 13-90,1-13 0,1 0 0,1 1 0,1-1 0,-1 12 0,2-9 0,0-1 0,3 1-90,2 3-201,1-13 21,0-3-180,3-2-180,2-3-809,0-3 180,3-1 1259,0-5 0,11-2 0,2-3 0</inkml:trace>
  <inkml:trace contextRef="#ctx0" brushRef="#br0" timeOffset="34576">6414 3811 10771,'1'-9'1079,"1"2"-359,-1 2-91,0 0 91,-1-2-180,-1 2-450,-6 6 180,-5 9-91,-3 8-179,-3 8-1064,3 1 1154,0 4 0,-1 4 0,4-2-90,3 0 90,2-2-90,3 0 89,2-1-89,2-4-89,2-3 89,3 1-90,2-3 0,2 0-180,6 1 90,5-7 90,0-2 0,1-9 0,-5-6 0,12-7 0,-7-1 90,7-6 580,-11 0-580,-4-1 0,-3 1 90,-5-7 0,-3 5-303,-4-6 213,-5 6 90,-4 2-90,-3 0 90,-4 3-90,-2 3 0,0 4 0,2 3 0,0 2 90,0 2-90,0 2-90,0 1-449,-3 7-1,7-3-90,-3 5-629,10-4 17,1-1-1277,4 0 2519,0-1 0,4 3 0,0 0 0</inkml:trace>
  <inkml:trace contextRef="#ctx0" brushRef="#br0" timeOffset="34999">7080 3783 12930,'1'-7'269,"4"0"-269,3 5 90,4 0-90,2-1 90,3 2-90,7-4 0,15-1-1093,-6 0 1093,-10 2 0,-1 1-45,1 1 0,-2 1 148,9 0-148,-8 0 0,-1 1-45,-1 1 90,2 2-90,-11 0 90,-3 2-90,-3 1 90,-3 2 0,-2 3 0,-3 3 0,-3 6-180,-3 3 180,-2 5 0,-3 2-320,0 2 365,3-8 0,1 0-45,-3 11-374,4-12 0,2 0 374,0-1 0,1-1 0,-2 11 0,2-8 0,1 0-90,1-2 614,0 4-794,3-12-90,1-2 206,1-2-655,2-1 129,1-4-939,1 0 1619,2-4 0,5-4 0,2-1 0</inkml:trace>
  <inkml:trace contextRef="#ctx0" brushRef="#br0" timeOffset="35966">7886 1685 9422,'6'-2'1079,"-3"0"-899,17-4-90,-2 0 90,3-2-90,3-1 0,2-1 0,1-1-3367,4-1 2427,-1 0 940,2 1 1052,6-3-1052,-12 5-90,4-2 90,-15 6-90,-4 2 791,-2 1-791,-1 1 90,-1 2-90,-1 4 90,0 4-90,-2 10 1862,0 7-1817,-4 6 0,-1 3-636,1-3 1,-2 2 620,0-1 0,0 1 0,0 1-954,-1-4 0,0 0 0,0 1 954,0 3 0,0 0 0,0 1-30,-1 0 0,1 2 0,-1 2-353,1-7 0,-1 2 1,1 1-1,-1 2 0,1 0 368,-1-1 0,1 2 0,-1 1 0,0 0 0,0 0 0,1-1-198,-1-3 1,1-1-1,0 0 1,0 0-1,-1 0 1,1 1 196,0 2 1,-1 1 0,1 0 0,-1 0 0,1-2 0,0-3-165,0 2 1,0-4-1,1 0 1,-1 0 171,1 1 1,0 0-1,0 0 1,0 0-23,0 0 0,0 0 0,-1-1 0,2 1 22,-1-1 1,0 0-1,0 0 1,1 1 73,-1-2 1,1 0 0,-1 0 0,1 0-97,-1 10 0,0-1 0,1 0 31,-1-1 1,2-1 0,-1 0-32,0-2 0,0 0 0,0-1 30,1 0 0,0-2 0,0 0-30,0-3 0,0-2 0,0 1 45,0 11 0,1-1 451,-1-5 0,1-2-451,0-1 0,0-1 0,0-3 0,0 0 45,0-4 0,0-2 0,1 16 270,-1-2 1040,0-9-1220,-1-3 90,0-8 1980,-2-9-2070,1 0 3017,-3-3-3017,1-1 859,-2-1-949,-3-1 180,-1-2-270,1 0 90,0-1 0,2 1 0,1-1-90,1 1 90,0-1-90,0 1 90,-2-2 0,0 0-90,0 0 0,1 1 89,2 0-89,-2 0 0,-3 0 0,-5 0 90,1 2-90,-3-1 90,1 3-90,-7 0-863,-5 2 773,-12 1-180,-2 0 90,17-2 0,-1 0-135,2 1 0,-1-1-809,-6 1 0,0-1-216,8 1 1,0-1 439,-4-1 1,1 0-1530,-4-2 2286,1-3 1,1-5-1,-1-2 1</inkml:trace>
  <inkml:trace contextRef="#ctx0" brushRef="#br0" timeOffset="43141">10073 192 8612,'2'-7'1619,"-3"1"-1259,-1 2 0,-4 2-180,0 1 0,0 0-91,-1 2 91,1 0-90,-1 0 90,-1 1-90,0 0 0,-1 1 0,0 0 0,0 2 0,0-2-90,0 3-3277,0 0 3342,1 0-65,-2 4 0,2-2 90,0 4-90,4-5 0,1 8 0,3-4 0,1 5 3276,3-5-3160,0 2-116,1 1 0,8 9 0,-4-5-709,8 7 709,-6-10-90,5 6 1,-4-7-1,3 4 90,-7-6-90,-1-1 0,-1-2 0,1 3 90,-3-4-90,0 5 708,-4-5-708,-1 2 90,-1-3 0,-1 0-90,-2 0 90,0 0 0,-2-2 0,-1 2 0,0-1-90,-1 1 0,-1-1-89,1-1-91,1 0-720,-2 0-1528,3-2 2518,0 0 0,6-2 0,-1-1 0</inkml:trace>
  <inkml:trace contextRef="#ctx0" brushRef="#br0" timeOffset="43466">10169 337 9781,'-1'-6'270,"0"-1"-180,0 1 360,0 2 180,0-2-181,1 0 181,0 1-540,-1 17 0,-1-3 0,-5 29-90,2-13 90,-2 11-1141,3-6 1141,1-1-90,-1 0 0,1 0 90,1-3-90,0-2-115,2-4 115,0-2-270,1 6-360,2-3-179,3 1-1,-1-8 499,2-5-1128,-2-6 1471,1-1 0,2-2 0,1-2 0</inkml:trace>
  <inkml:trace contextRef="#ctx0" brushRef="#br0" timeOffset="43682">10178 570 9512,'-6'-4'539,"4"-1"-449,4 2 0,4-2-3367,4 1 2483,-1 0 1473,10-6-1219,2-1-179,-1 0-459,1 0 728,-8 5 450,-1 1 0,3-4 0,1 0 0</inkml:trace>
  <inkml:trace contextRef="#ctx0" brushRef="#br0" timeOffset="44376">10354 514 9332,'1'8'899,"2"-1"-809,3-7 90,0 1-90,0-2 90,2-2-90,-2 1-90,2-1 90,-2 0 90,2-2-180,-3 0 0,2-2 90,-3 1-90,-1 0 90,-1 0-90,0-3 89,-2 1-89,0-1 0,-1 2 0,-1 1 0,-1 0 0,-3 0 0,1 2 0,-2 0 0,2 2 0,-1 0 0,0 3 0,0 0 0,-1 3 0,1 0 0,0 2 0,1 1 0,0 2-89,1 1 89,0 0 0,2 0 0,0 1 0,4 9 0,1-3 0,2 4-90,1-7 90,-1-6 0,3 2 0,-2-4 0,2 0 0,-1-3 0,-1-1 0,1-1 0,0-1 0,0-3 0,0 1 0,1-3 0,-1 0 0,0-2 0,0-1 0,-1-1 90,2-7-90,0-2 89,-2 1 1,-1 0 0,-3 7 0,1-3 0,0 3 0,0 0 0,-1 11-90,-1 3 0,-1 10 0,-2 1 0,1 3 0,-3 7 45,2-4 0,0 1-276,-2 14 231,1-12 0,0 0-1013,0 9 1013,-1-1 90,1-4-122,-1 5 32,1-5 0,0-4 0,1-6 0,0-8 117,1-1-207,1-2-586,-1-2 46,1-19 217,1 4-577,0-16 361,0 7 629,0 0 0,0-9 0,1-3 0</inkml:trace>
  <inkml:trace contextRef="#ctx0" brushRef="#br0" timeOffset="44649">10477 596 8702,'1'-14'90,"0"1"180,1-3 90,0 5-180,-1-1-1,1 5 181,-1 2-180,0-1 0,0 3 90,0-3 90,2 1-270,0 1 0,1-1-90,1 3 179,1 1-179,-1 0 90,2 0 0,-1 2-90,0-1 0,-1 1 90,0 0-90,-1 0 90,2 2-90,0 1 90,-1 0-90,-3 2 90,-3-1-90,-1 0 0,-2 0 90,0-1-90,-1 1 0,-2-1 0,0 1 90,0 0-90,-4-1-90,4 0-360,-2 0-1978,0 0 2428,3-2 0,0 0 0,4-1 0</inkml:trace>
  <inkml:trace contextRef="#ctx0" brushRef="#br0" timeOffset="44951">10750 514 11131,'-8'-2'2158,"1"0"-2158,13 0 90,-3 1-90,9-1 0,-3 0-90,-1 2-179,2-2-91,1 1-90,-1-2-1979,5 0 181,-4 0 2248,2-1 0,-1 0 0,0 1 0</inkml:trace>
  <inkml:trace contextRef="#ctx0" brushRef="#br0" timeOffset="45408">11026 409 11490,'2'-7'630,"1"0"-540,-1 2 0,0 1 0,1 0 0,0 1 0,1 0-90,0 1 90,1-1-90,0 0 90,1-1-90,0 1 90,0-1-90,0 0 90,-1 0-90,0-1 0,0-1 90,1 0-90,-1 0 0,-1-1 0,0 0 0,0-1 90,0 0-90,1-5 0,0-2 0,0-4 0,-1 4 0,0 1 0,-2 5 0,1 1 0,-2 11 0,-2 8 0,0 6 0,-3 3 0,1 2 0,-2 13 0,1-8-722,-1 9 632,4-15 0,-1-1-90,1-1-90,1-2-90,1-2-89,-1-1-181,0-3-989,1 0-180,-1-3 1957,0-1 0,0-1 0,0-1 0</inkml:trace>
  <inkml:trace contextRef="#ctx0" brushRef="#br0" timeOffset="45641">10966 600 10501,'-2'9'450,"2"-3"-360,4-3 0,1-3-90,2 1 90,1-2 0,3 1-90,2-1 0,2 0-90,2-2-180,1 0-270,0-2-2338,9-1 2878,-8 0 0,12-4 0,-8 1 0</inkml:trace>
  <inkml:trace contextRef="#ctx0" brushRef="#br0" timeOffset="45875">11559 464 13649,'-3'5'0,"-2"0"0</inkml:trace>
  <inkml:trace contextRef="#ctx0" brushRef="#br0" timeOffset="51866">10799 1152 9062,'-11'0'450,"2"0"-360,3 2-1,0 1 1,-1 0 0,-1 2-90,-1 1 90,-2 3 0,0 1-90,0 1 90,0 2-90,2 1 90,1 1-90,1 0 0,1 2 90,2-2-90,1 1 90,2 0-90,1-1 0,6 7 0,0-4 90,9 8-90,-3-13 0,4 2 0,4-5 0,-5-3 0,5-1 0,-6-4 0,1-2 0,0-1 0,0-2 0,0-1 0,1-2 0,-1-1 0,3-7 0,-1-3 0,-3-2 0,-3 0 0,-7 4 0,-2 1 0,-2-2 0,-2-1 0,-5-11 0,0 5-479,-5-4 479,2 9-105,-1 5 105,1 1 0,-2 1 0,1 4 90,-1 1-180,0 3 0,0 2 0,-1 2-90,1 2-539,-7 8-1260,2 5 1979,0 3 0,2 7 0,6-4 0</inkml:trace>
  <inkml:trace contextRef="#ctx0" brushRef="#br0" timeOffset="52666">10825 1918 9961,'-6'11'180,"1"1"-90,1-1 0,0 2-90,0 3 90,0 1 0,1 2-90,-1 1 90,1 5-1279,-1 2 1279,0 3-90,0 0 0,1-2 0,1-4-90,2-4-221,0-2-49,1-3-89,1 0-721,1-3 271,0-1 899,1-2 0,3 2 0,1 0 0</inkml:trace>
  <inkml:trace contextRef="#ctx0" brushRef="#br0" timeOffset="53416">10681 2951 9422,'4'-7'269,"-1"2"-179,0 0 0,1 2 0,0 0 90,4-3-90,-2 2 0,4-2-90,-2 2 90,5-1 0,-4 2-90,4-1 0,-5 3 0,-1 0 90,0 2-90,-1 1 0,-1 1 90,0 2-90,-2 2 0,-2 2 0,-1 1 0,-1 3 0,-2 1 0,-1 3 0,-2 0-550,-1 4 550,-2-1 0,-7 13 0,5-10 0,-3 4 0,7-12 0,2-3 0,0-1-90,1-1 180,2-2-180,-1 0 90,2-1 640,0 1-640,2-2 0,1 0 0,1-2 0,1-1 0,2 0 0,1-1 90,2 0-90,0 0 0,2-2 0,1 2 0,1 0 0,2-1 90,0 1-90,1-1-90,-1 0 0,1 1-90,-1-1-90,0 1-270,-1-1-629,-2 1 180,-1 0 989,-1 1 0,2-1 0,0 1 0</inkml:trace>
  <inkml:trace contextRef="#ctx0" brushRef="#br0" timeOffset="54241">10639 4085 9512,'-4'-9'719,"1"0"-539,4 3-90,0 1-3367,2 0 2482,-1 1 1745,2 1-860,0-1-90,2 0 90,0 0-90,2 0 90,0 0 3186,0 1-3070,1 0-116,5 0-90,-3 1 0,3 0 90,-4 2-90,0 1 0,0 0 0,1 3 0,-2-1 0,0 3 0,-4 0 0,-1-1-90,-3 3 90,0-1 0,-2 2-90,0 1 90,-2 1 0,0 0 0,-2 0-90,0 1 90,-3 4 0,2-3 0,-2 2 0,4-6-90,0 0 90,0-1 0,1-1 0,1 0 0,1-1 0,1 0 0,2-1 0,-1 0 0,3 0-90,0 0 90,2 0 0,1 1 0,0 0 0,2-1-90,0 1 0,0 1 90,1 0-90,-2 1 0,1 0 0,1 7 0,-3-4 90,1 5 0,-6-5 0,-2 0 0,-2 0 0,-2 2 0,-2 0 0,-4 3 0,-3-1-522,-3 2 612,0-1-90,0-1-90,1-2 0,2-2-90,2-2-270,0 0-270,1-2-269,1 0 629,2-2 360,1 0 0,2-1 0,1-1 0</inkml:trace>
  <inkml:trace contextRef="#ctx0" brushRef="#br0" timeOffset="55116">10668 5119 9152,'4'-5'719,"-1"0"-539,-1 1 360,0 2-270,0-2 90,1 1-270,1 4 89,-2 3-179,1 3 90,-4 3-90,0 0 90,-1 1-90,0 2 90,-5 9 0,1-5-90,-3 6 0,3-6 90,0 0-90,-1-1 0,-1 4 0,2-6 0,-1 3 90,2-8-90,2-1 0,0-1 0,0 0 0,2-3 0,-1 2 0,3-3 0,3-2 0,1-1 0,4-4 0,-3 1-90,1 1 90,-1 0-90,4 1 0,-2-1 90,3 2-90,-3-2 0,2 2 90,0-1-90,1 0 0,7-2 1,1 0-1,0-1 90,0 0-90,-8 1 90,3-3-90,-5 2 90,2-2 0,-4 1 0,-1-1 90,-1 0-90,-1-1 90,-1 1 0,0 0-1,-1-3 1,-1 3 0,1-2 0,-1 4 90,-1-2-180,-4 15 90,2-3-90,-3 13 0,3-4 0,1 3 90,-2 23-90,1-9-671,1-8 1,0 1 760,1 7-90,1-3-430,0-2 430,0-4-180,1-4-89,1-2-1081,0 1-89,1-6 90,0 1 1349,-1-7 0,1-1 0,-1-1 0</inkml:trace>
  <inkml:trace contextRef="#ctx0" brushRef="#br0" timeOffset="56333">10759 6022 9961,'4'-7'810,"0"2"269,-1 0-899,-8 8-180,-1 4 90,-5 4 0,-5 8-90,5-5 90,-3 5-90,6-5 90,0 1-90,2-2 0,-2 5 0,4-6 90,-1 7-90,6-8 0,1 1 0,1-3 0,6 1 0,-1-3 0,4 1 0,-2-3 0,0 0 0,1 1 0,-1-1 0,0 1 0,-2-1 0,0 1 0,-1-1 0,-2 6 0,-2 3 0,-3 7 0,-4-4 0,-3 1 0,-1-5 0,-4 4-949,-1-2 949,-4 3 0,1-1-90,-1-1-180,-3 2 1,4-5-91,-1 0-180,7-7-989,1-1-360,1-1 1889,2-2 0,0-1 0,1-2 0</inkml:trace>
  <inkml:trace contextRef="#ctx0" brushRef="#br0" timeOffset="56557">10738 6084 10591,'-3'-8'450,"0"1"-360,4 2 0,2 1 0,4 0-90,2 1 89,1 1-89,5-2 90,4-1-180,18-2 1,-6 0-272,-9 3 0,-1 0-268,10-1-1718,0 1 908,-4 0 1439,-1 3 0,2-1 0,1 1 0</inkml:trace>
  <inkml:trace contextRef="#ctx0" brushRef="#br0" timeOffset="57224">10840 7056 10141,'2'-7'720,"0"0"-181,-2 2-179,0 0-90,-3 2-180,-3 4 90,-1 2-90,-3 3 0,2 3-90,-1 1 90,-3 5-467,1 2 467,-2 4-90,1 2 90,0 3-881,1-2 881,1 3-90,0 0 90,1 2-90,1 0 0,1 3 90,2-1-90,1-2 0,2 5-180,5-2 0,3 1 90,2-9 0,2-6 0,-2-10 0,2-2 0,0-1 429,1-2-429,0-2 919,-1-1-919,1-1 0,4-3 0,-4 0 90,3-3 0,-8 2-90,0-2 90,-2 0 90,-1-4-90,-3 2 0,0-2 0,-3 5 90,-2-1-90,-1 2 90,-5-2-90,1 4 0,-3 0 0,3 2 0,0 2-90,-1 1-180,2 1-179,0 1-451,1 0-1888,-1 3 2788,3-1 0,-1 4 0,4-1 0</inkml:trace>
  <inkml:trace contextRef="#ctx0" brushRef="#br0" timeOffset="57707">10662 8227 9602,'-7'2'3148,"2"0"-3058,17-4-90,-5 1 90,15-4 0,-9 2 0,1 0-90,0-1 89,0 2-89,-1 0 0,-2 0 90,0 2-90,-1 0 0,-1 1 90,-1 1-90,-1 1 0,-3 2 0,0 2 90,-3 2-90,-1 2 0,-2 3 0,-2 6-695,-1 3 695,-2 5-319,0 2 364,2-7 0,0 2-45,-2 4 0,1 2-1142,0 5 1,0 1 1141,0-6 0,2 1 45,0 4 0,1-2-690,1-12 1,1-2 599,-1 7 0,1 0-584,1 8 449,1-2-270,1 1-322,0-6-128,0-1 566,0-5-1645,1-2 1979,-1-4 0,3 3 0,0-1 0</inkml:trace>
  <inkml:trace contextRef="#ctx0" brushRef="#br0" timeOffset="65141">12578 187 9152,'3'-7'899,"-1"1"-629,-3 0-90,-2 1-90,0 2 90,-1-1-90,0 2 0,-1 1 0,-1-1 0,0 2 0,-1 0 0,-2 3-90,-1-1 89,-3 4-89,-3 2 90,-2 3-3367,-10 12 3252,8-3 25,-5 9-572,11-6 572,1 1 0,2 2 90,2 11-90,5-10 90,2 7-90,4-10 0,2 0 0,2 3-180,2-6 1,1 0-91,2 4-588,7 9 499,-7-21-1,0-3 2413,1-3-4032,9-1 1979,-4-5 0,14-2 0,-3-4 0</inkml:trace>
  <inkml:trace contextRef="#ctx0" brushRef="#br0" timeOffset="66691">12852 399 9332,'-4'-8'629,"0"3"-359,0 1-90,-1 2-90,-3 2-90,2 1 90,-1 2 0,1 2-90,-1-1 90,1 3-90,-1 1 90,0 2 0,-4 6-90,4-3 0,-2 6 90,5-5-90,-1 1 0,2-1 90,0 1-90,2-2 0,1 0 0,1-2-90,1 1 90,3 2-90,0-4 90,2 1-90,0-4 90,0-3-90,1 0 90,-1-2 0,1-1-90,0-2 90,0-1 0,1-1-90,-1-1 90,0-1 0,-2-1 0,0-2 90,-1 0-90,0-3 0,-3 1 0,1-1 0,-2 0 0,-1 1 0,-1 0 0,-1 0 0,-1 0 0,-2-4 90,1 4-90,-2-1-90,2 2 90,1 4 0,-1-2 0,3 3 0,3 1 0,0 0 0,4 1 0,-1 1 0,1 0 0,2 0 0,1 0 0,1-1 0,6-2 0,-4 1 0,5-1 0,-2 1 0,-4 0 0,2 0 0,-6 2 0,1 1 0,-3-1 0,2 3 0,-1-1-90,0 3 90,-2 1 0,-2 0 0,-1 2 0,1 0 0,-1 1 0,-1 2 0,1 1 0,0 0 0,0 2 0,0-1 0,1 3 0,0-1 0,0 1 0,1 1 0,0-2 0,0 0 0,1 0 0,0-2 0,0 1 0,1-3 0,0-1 0,2-1 0,-2-2 0,3 0 0,-1-3 90,3 0-90,-3-3 0,1-2 0,0-1 0,1-1 0,-1-2 0,4-6 0,-4 3 90,2-6-90,-4 5 90,-1-1-90,0-1 0,-2 0 0,0-1 90,-1 2-90,0-2 0,-1 2 0,-1-1 90,0-2-90,0 4 0,0-3-90,1 6 90,-1-2 0,1 4 0,1 0 0,2 3 0,1 2 0,1 0 0,0 0 0,0 0 0,1-1 0,1-1 0,3-1 0,0-1 0,3 0 0,0-2 0,0 0 0,6-4 0,-5 3 0,1-1 0,-6 3 0,1 0 0,-3 1 0,1 0 0,-3 2 0,1 2 0,-3 5 0,0 2 0,-3 4 0,-2-2 0,0 1 0,0 2 0,-1 1-90,0 1 180,0 2-90,0 0-90,0 1 180,1 1-90,-2-1-325,1 2 325,-1-2 0,1 0 0,0 0 0,0-4 90,1 0-90,0-1-90,1-2 90,-1 2 0,1-4 0,0 1 235,0-4-235,5-6 0,-1-1 0,6-9 0,-5 2 0,4-4 0,-3 1 0,2-1 0,1-4 0,7-12 0,-3 8 0,6-11 0,-5 15-90,-1 1 90,-3 6 0,-3 5 0,3 3 0,-2 1 0,1 3 0,-2 3-90,2 6 90,-2 0-90,1 6 90,-3-2-90,0 1 90,0 1-90,0 1 0,1-1-435,0 1 525,1 2-90,1 0 0,4 6 90,-2-10-90,2 3 90,-3-10 0,0-2-90,3 0 90,-4-4 0,3-1 0,-3-3 0,0-2 0,1-2 0,0-3 0,3-5 525,0-3-525,1-4 0,-1-2-1071,1-4 1161,-1-5-90,1-4 0,-7 15 0,1 0 0,-1-1 0,0 0 45,0-1 0,-1 0-45,0 0 0,0-1 45,-1 1 0,0 0-879,0-1 1,0 1 923,2-18 0,0 3-90,-2 8 180,-1-2-180,-1 13 0,0-2 180,-2 12 696,-3 13-876,-3 14 90,-2 9 201,0 13-291,2-3 0,2-16 0,1 0 45,-1 0 0,1 0-45,1 2 0,-1-1 0,1 0 0,0 0 0,0 0 0,2-1 0,-1-1 0,1 0 90,2 17-786,2-2 606,2-2 0,2-3-90,1-3 0,0-5-179,1-5-1,-1-6 90,-1-3-179,2-3 782,-1-3-963,2-2 630,-1-4 0,6-4 0,1-4 0</inkml:trace>
  <inkml:trace contextRef="#ctx0" brushRef="#br0" timeOffset="66891">13968 374 8792,'-8'1'540,"2"2"-360,7 1 89,0 0-89,4 0 0,0-2 0,1-2-90,1 1 90,2-2 90,9-1-360,-2 0-90,7-2-972,-2-1-197,3-1 90,3-2 1259,0 0 0,5-2 0,-1-1 0</inkml:trace>
  <inkml:trace contextRef="#ctx0" brushRef="#br0" timeOffset="67057">14579 373 10771,'6'5'1979,"-1"-1"-1979,-3-1 0,-8 3 0,-1-1 0</inkml:trace>
  <inkml:trace contextRef="#ctx0" brushRef="#br0" timeOffset="68199">12751 1009 8702,'6'-6'540,"0"0"-270,-4 3 179,1 0-269,0-2 270,-2 2 359,2-1-719,-1 7 0,-1 0-90,1 8 180,-3 10-180,0-1-482,0 12 527,0-11 0,0 0 45,-1 14-90,0-5 0,1-1 90,-1 3-1182,0 7 912,1-17-90,0-3-180,0-1-89,-1-3-900,1-1 342,0-1 1097,0-2 0,-3 4 0,0 0 0</inkml:trace>
  <inkml:trace contextRef="#ctx0" brushRef="#br0" timeOffset="69649">12849 1706 9781,'2'-8'630,"0"0"-360,-2 3-270,0 19 0,1-6 90,-2 21-881,0-11 791,0 9-680,-1 1 770,0 5-366,0-10 1,1 3 275,0-1 0,0 1 0,0 0 0,0-1-678,1-3 0,-1-2 498,2 5-180,-1-4 343,1-2-2232,1 5 2249,0-8 0,0 7 0,1-7 0</inkml:trace>
  <inkml:trace contextRef="#ctx0" brushRef="#br0" timeOffset="71152">12665 2973 9602,'-9'-7'449,"1"0"-179,4 2 0,1 0-90,2-1-90,1 1 0,3 0 90,0 0-90,3 0 89,11-4-89,-4 3-90,10-5 90,-7 6-320,1-1 320,1 2-90,4-2 0,-1 3 90,10-2-90,-8 4 90,5 1-90,-6 4 0,-1 6-90,-4 2 90,-7 4-90,-9 1-350,-4 5 440,-7 6-1095,-5 7 1095,5-16 0,-1 0 0,0 1 0,-2-1-45,0 1 0,-1-1-1322,-1 0 0,0 0 1367,0 0 0,0-1-45,1 0 0,0 0-647,-12 14 692,5-4 0,4-4-90,5-4 280,3-4-190,4-2 539,3-1-539,3-4 2995,4-1-2995,2-4 1198,5-2-1198,3-1 0,3-2-90,6-3-475,2 0 475,5-3 0,0 0-180,-1 0-90,-1-1-1439,10-3 900,-13 4 899,4-3 0,-9 2 0,-2-1 0</inkml:trace>
  <inkml:trace contextRef="#ctx0" brushRef="#br0" timeOffset="72384">12824 4004 11490,'2'5'1080,"0"-2"-1080,-2 15 90,-1-2-90,0 6 90,-1 4-90,0 5 0,-1 2-1714,1-1 1714,0 1 0,0 1 0,1-3 90,0 1-90,1-4-280,0-1 280,0-2 90,1-3-360,2 8-90,-1-9 0,1 5-269,0-12-1080,0-1-450,0-3 2159,0-1 0,1 2 0,-1-1 0</inkml:trace>
  <inkml:trace contextRef="#ctx0" brushRef="#br0" timeOffset="74149">12641 5062 10321,'11'-7'-450,"-1"0"360,-3 4 90,1-2-3277,1 1 2213,1 0 1834,1 0-770,2 0 0,0 1-90,0 0 90,2 1 0,6 1 3276,3 3-3250,5 4-26,-6 2 0,0 8 0,-11 4-90,-2 3 90,-7 2 0,-5-1 90,-4 1-622,-5 6 532,1-8 0,-3 1-632,3-6 0,-1 0 632,-4 6 0,0-1 0,-8 9 90,0-2-90,2-3 0,2-3 0,3-4-598,3-2 598,3-2 0,2-3 0,3-1 448,3 1-358,2-4 1228,4 2-1228,11 0-90,-1-5 90,12 3 287,-1-6-332,-4-2 0,2 0-959,11-1 914,-10 0 0,-1 0 0,9 0 90,-3 0-90,6 0 0,-12 1-180,4-1-180,-10 2-90,-4-2-629,0 2 938,-7 0 141,-2 0 0,-2 1 0,-1 0 0</inkml:trace>
  <inkml:trace contextRef="#ctx0" brushRef="#br0" timeOffset="75690">12924 6100 9152,'5'-9'360,"-1"1"-270,-2 3 359,0 1-179,0-2 180,-1 2 90,1-1-1,-1 0-179,-2-2-180,-1 3 0,-3 2-90,-2 3 0,-3 4 0,-8 14 0,2-3-45,1 3 0,0 2-799,4-3 0,0 1 799,1 1 0,0 0-45,-4 18 90,7-12-90,4 6 0,2-8-331,4 3 331,1-9 0,4-2-122,0-2 122,3 0 0,1-3 90,2-2-90,2-2 0,2-2 0,2-3 0,5-2 746,1-3-746,3-2 0,0-3 0,-1-1 0,-3-2 0,0-2 0,-3-1 0,-3-2 0,-2-3 0,-3-1 90,-2-9-90,-6 7 0,-1-7 0,-8 6 0,-10-14-438,-3 6 438,-1 6 0,-4 1 0,-2 6 0,-1 3-214,1 0 0,0 1 214,-2 4 0,1 2 119,-8 4-119,9 3 0,-2 3-180,-1 2 0,1 1-417,-1 1 1,0 1 326,3 1 0,1 2-719,-6 5-285,3 0-705,4 1 1979,1-1 0,1 3 0,0 1 0</inkml:trace>
  <inkml:trace contextRef="#ctx0" brushRef="#br0" timeOffset="78510">12857 7088 10051,'4'-7'-449,"0"1"449,-1 11 89,-1-1-89,-1 8 0,-1-2 0,0 4 0,0 2 90,1 3-462,-2 5 372,2 4 0,-2 4 90,1 0-1337,-1 1 1247,1-2 0,-1-2-805,1 8 805,0-13 0,0 6-470,1-6 380,-1-6 188,0 4-908,0-6 924,0-6-384,0 3 494,1-7 1,-1 0 0,0-1-1</inkml:trace>
  <inkml:trace contextRef="#ctx0" brushRef="#br0" timeOffset="79249">12776 8438 8882,'1'-9'450,"0"2"-1,0-1-179,1 1 0,-1 1 360,0-1-360,1 1 359,-1 2-359,1-3 180,-1 3 90,0-1-1,0 1-449,2 7 90,-2 1-90,1 8-90,-2 0 90,0 3 0,0 4-446,0 6 356,-1 4-1102,1 4 1102,-2 2 90,1 0-90,-1 2 45,1-12 0,1 0-135,1 13-45,-1-14 1,1-1-226,1 6-90,0-4-180,1-4-2158,1 3 2788,1-5 0,1 1 0,0-5 0</inkml:trace>
  <inkml:trace contextRef="#ctx0" brushRef="#br0" timeOffset="83196">15313 236 8342,'2'5'2069,"0"0"-1979,-1 13 0,-1-1-90,0 7 90,0 5-90,0 4-1467,0 2 1557,0 1-90,0-1 0,0 1 90,1-2-90,-1-3 0,2-4 0,-1-3 0,1-3-244,0 5 64,0-8 0,1 2 0,-1-9-540,0-1-1168,0-3 1888,0-1 0,-1-4 0,0-2 0</inkml:trace>
  <inkml:trace contextRef="#ctx0" brushRef="#br0" timeOffset="83654">15224 389 8972,'-1'-7'-90,"0"1"270,0 0-180,2 1 90,0 0 0,1 1 0,1 0 0,1 0 0,2-1-90,2 1 90,2-2-1,2 0-89,2 1 90,2-1-312,2 1 312,0 0-90,0 1 90,9-1-90,-8 4-328,6-1 418,-10 3-90,1 2 0,-2 2 0,-1 1 215,-2 1-125,-1 5-90,-4 2 0,-2 2 90,-4-1 245,-4-3-335,0 1 0,-3 0 0,-1 0 0,-4 2 90,-2-1-90,-9 6 0,3-5-488,-3 2 488,6-7-90,3-2 0,2-3-90,2 0-90,1-2 0,1 0-1169,2-2 1439,1-2 0,6-7 0,1-2 0</inkml:trace>
  <inkml:trace contextRef="#ctx0" brushRef="#br0" timeOffset="85271">15706 306 8972,'1'-9'630,"-1"1"-181,0 3 91,0-1 269,0 0-809,1 16 90,0-1-90,2 11 0,-1-3 0,-1-3 0,1 2 90,0 2-90,-1 0-317,0 2 317,0 1 0,0 0 90,1 1-90,-1-1 0,0 0 0,1-3 0,-1 0 0,0-3 0,0 0 90,0-2-90,0-1 0,-1-2 0,1-1 0,-1-1 317,0 0-317,1-2 90,-1 0-90,1-1 0,-1-12 0,-1-4 0,1-8 0,-2-3-488,1 4 488,-1-3 0,0-3-90,-2-4 90,0-2 0,1 0 0,0 2 0,0 3-90,2 3 90,-1 3 0,1 2 0,0 3-89,0-3 89,1 6 0,-1-1-90,1 6 577,1 2-577,5 5 90,-1 1 0,3 4 0,-2-1 0,0 1-89,5 4 89,-3-3 0,3 3-90,-3-5 90,-1-1-90,2 0 0,2-1 0,4-3 90,-2-1 0,2-2 0,-4-1 0,1-1-90,0 0 90,-1-2 0,0 1 0,-2-2-90,0 0 90,-1 1 0,-1 0 0,-1 1 0,0 1 0,-1 1 0,-1 0-90,0 1 90,2 9-90,-1 7 90,1 6 0,-4 4 0,1 1 0,-1 2-968,2 4 968,-1 0 0,1-1 0,0 0 0,0-2-468,0-3 468,0-3 0,1 4-90,0-2 0,0-3 0,1-5 0,-3-7-90,1-2 830,0-1-920,0-3-653,0 0 384,2-3 539,-1-2 0,5-5 0,-1-2 0</inkml:trace>
  <inkml:trace contextRef="#ctx0" brushRef="#br0" timeOffset="85594">16290 241 9602,'-3'-7'2068,"0"1"-1978,4 18 0,0-4 90,2 16-90,-1-6 0,0 3 0,-1 2-771,0 4 681,0 2 90,-1 1 0,1-2 0,-3 12-90,0-14 45,1-5 0,-1 0-302,0 3 167,0-2-90,1-6-90,0-7-180,0-1 450,1-3 0,-1-2 0,1-1 0</inkml:trace>
  <inkml:trace contextRef="#ctx0" brushRef="#br0" timeOffset="85819">16314 285 9781,'-3'-6'90,"0"0"360,1 2-270,3-1-90,3 1 0,2 0 0,3 2 0,0-1 0,2 0 0,7-2-90,-4 1-90,5-1-90,-5 2-90,0-1-629,3-1-271,-4 1 271,0 0 899,-5 3 0,-2-1 0,-1 2 0</inkml:trace>
  <inkml:trace contextRef="#ctx0" brushRef="#br0" timeOffset="86028">16332 399 10411,'-4'7'2699,"9"-4"-2340,8-5-269,5-3 0,4-1-733,-4 2 463,4-1-270,-1 1-90,1 0-719,-2 0-360,-2 0-450,0 0 2069,-2 1 0,3-2 0,-2 1 0</inkml:trace>
  <inkml:trace contextRef="#ctx0" brushRef="#br0" timeOffset="90147">15242 965 9242,'7'-6'539,"-2"1"-89,-2 2 180,-1 0-1,1 0-539,0 8-90,-2-1 90,0 7-90,-1-1 0,-1 3 90,0 1-90,0 3 0,0 1 90,-1 3-90,1-1 0,0-1-247,0 1 247,0-1 0,-1 2 0,2-3 0,-2 0-90,1-2 0,-1-2-180,2 0 0,-1-2-180,1-2 90,0 0-269,0-2-1282,1 2 1911,0-3 0,2 0 0,-1-3 0</inkml:trace>
  <inkml:trace contextRef="#ctx0" brushRef="#br0" timeOffset="90479">15521 1010 9152,'1'-9'270,"0"1"-1,-2 2 91,0 2-270,-2-1-90,-1 7 90,0 0-90,-1 6 90,0 1-90,-1 3 90,-1 5-730,-2 3 730,-1 4-90,-1 3 0,-1 3 90,0 3-1091,-2 3 1091,1-3-90,0-1 0,3-3 0,-1-1 0,1 0 0,-2 7-90,4-10 0,-1 4-337,5-15 157,0-1-1259,0 2 629,2-5 1040,0 2 1,2-6 0,0-1 0</inkml:trace>
  <inkml:trace contextRef="#ctx0" brushRef="#br0" timeOffset="91078">15761 1159 9512,'1'-8'629,"-1"0"-449,-2 3 180,-1-2-270,-1 2 90,0 0 0,0 2 0,0 0-91,-1 0 181,-2 0-180,2 1 0,-4 1 0,4 1-90,-2 1 90,0 1 0,-1 2-90,0 2 90,-1 2-90,1 1 0,0 2 90,2 0-180,1 1 90,0 0-90,2 0 0,1 0-90,2-1 0,0 0 90,1-1-90,1 0 1,2-1-91,3 1 180,0-4 0,2 1-90,-3-5 180,1-1-90,2-2-90,3-2 90,-2-1 90,2-3-90,0-3 90,-3 2 0,1-4 0,-4 4 90,0-1-90,-2 1 90,0 0-90,0 1 0,-1 1 90,1-1-90,-2 2 0,2 0 90,-1 7-90,0 5 0,-2 5 0,1 13 0,-2 0-782,0 8 782,-1-3 0,0-3 0,-3 2 0,2-1 0,-2-1 0,2-2 0,-1-4-494,0-3 494,0-1 0,0-4 90,-1 0-90,-4 3 0,2-6 0,-3 2 0,2-6 740,-1-2-740,0 0 446,-7-2-716,-4-2-359,-8-3-91,4-1-270,1 0 631,8-1 359,1 1 0,-5-3 0,1-1 0</inkml:trace>
  <inkml:trace contextRef="#ctx0" brushRef="#br0" timeOffset="92211">15223 1877 8792,'2'-9'720,"0"3"-451,-1-1 91,0 2-180,1 0 270,-1-1-360,2 10 0,-1 1-90,2 8 90,-2 1-90,0 2 90,0 3-545,-1 2 545,0 1-90,0 11 90,-1-8-90,0-4 0,0 0-90,-1 3-90,1 5-180,-1-11 0,0-3-89,1-2-811,1-1 181,-1-2 1079,1-2 0,1 1 0,1 0 0</inkml:trace>
  <inkml:trace contextRef="#ctx0" brushRef="#br0" timeOffset="92503">15484 1858 10051,'4'-7'1529,"-4"13"-1439,-1-1 0,-4 13 0,1-3 0,-2 5-90,-1 4 90,-1 4-975,-2 5 975,-1 3-837,3-10 0,1 1 747,-4 12 0,5-14 0,-1-1 0,0 6-90,-1-1-839,3-4 659,0-3-324,1-4-36,1-3-809,1 0 399,0-3 1040,1-2 0,1 3 0,1 1 0</inkml:trace>
  <inkml:trace contextRef="#ctx0" brushRef="#br0" timeOffset="93064">15794 2024 10411,'3'-10'450,"0"2"179,-2 4-359,-1-3 180,-1 3-270,-1-3 0,-1 4-90,-1-1 90,1 3-90,-2 0 90,0 0-1,-4 2-89,0 1 0,-2 1 0,1 1-90,1 2 90,-1 2-90,-2 4-90,3-2 0,-4 8-90,8-7 90,0 3-89,3-6-1,3 0 0,0-2 0,3 1-270,3 0 270,0-2 0,4 1 0,-3-4 90,0-1-89,1-1-1,4-3 90,-2-1 0,3-2 0,-2-4 90,-3 2 90,4-6 0,-6 5 0,1-2-90,-3 3 90,-2 1 0,1 1 0,-2 0-1,2 0 1,-1 2 0,1 6-90,-1 2 0,-1 8 90,-1 9-90,0-3-574,0 10 574,-1-5 90,0 16-90,-1-11 0,0 10 0,-2-6 0,0-9 0,-1 5 0,-1-10-228,0-3 228,-1 0 0,-1-2 0,-1-1 90,-1-1-90,-1-2-90,-2-2 0,-2 0-90,1-1-90,-1-2-899,-5-2-180,5-1 740,-4-2 609,8-1 0,-4-3 0,-1-2 0</inkml:trace>
  <inkml:trace contextRef="#ctx0" brushRef="#br1" timeOffset="96728">15067 2731 18675,'4'-6'1752,"1"0"-642,-2 5-318,3-2-485,-2 2-575,2 0 320,-1 1-351,1 0 299,1 0-381,2 1-57,1-1-330,8 2 136,-3 0 311,7 1-68,-6 0 118,0 2 20,-1 0-111,-2 1-16,-1 1-169,-2 1-211,-2 1-171,-3 2 247,-2 0 260,-3 4 426,-4 3 429,-5 4-1039,-7 6 1549,-4 0-260,1-7 1,-2 1 198,6-6 1,-1 0-771,-5 4 1,0-1 1268,-5 3-332,2-1-258,5-4-205,4-3-196,3-2-372,4-2-119,2-1-195,5-2 710,1 0-1499,3-1-707,12 0 548,3-1-1603,11-1 2068,0-1 20,2-3-651,1 0 1213,0 0 331,-1-2 668,0 0-1142,-1-1 257,-5 1-1441,4-1 997,-11 2 566,1-1 1,-7 0-1,1-1 1</inkml:trace>
  <inkml:trace contextRef="#ctx0" brushRef="#br1" timeOffset="97011">15634 2769 13298,'3'-11'-199,"0"0"236,-2 2-20,0 0-19,0 3 146,0 0-34,-1-1-38,0 2-20,0-1-107,-4 10 349,-1 2 73,-4 14-229,-1 3-527,-4 9 512,2-3 1,-1 1-19,2-6 1,0 2-7,-1 4 0,-2 3 0,2-3-1198,1-1 0,0-1 1027,-3 10 1,0-1-108,5-11 1,0-1-587,1 0 1,0 0 554,1-1 0,-1-1-327,2-1 0,0 0-216,-4 15-546,2-3 445,3-8 807,3-4 1,1 0 0,1-2-1</inkml:trace>
  <inkml:trace contextRef="#ctx0" brushRef="#br1" timeOffset="97578">15972 2897 10186,'3'-9'206,"0"-1"-47,-3 3-111,0-2-23,-3 4-34,0-1 12,-1 2 25,-1 1-8,-1 0-86,-2 1 128,-6 0 178,1 3-16,-5 2 165,-10 8 76,-2 5-49,-2 2-828,7 2 834,11-7-54,3-1-283,3-1-64,1 3-94,3-4-88,2 2-183,5-2-69,1-3-110,3 1-11,0-3 135,1-2 152,2 0 824,0-3-731,2 0 182,0-2 84,1-1 190,-1-1-33,0-1 21,-1 0-24,-1-1-112,-1-1 54,-1 1-33,0-2-39,-2 2-135,3-5-196,-3 4-37,2-3-26,-4 5-29,1-1-93,-2 3 87,2 1 1,0 4-59,2 1 234,-1 5-53,0 4 23,0 6-759,0 4 781,0 6 99,-2 4-1061,1 1 1091,-2 2 227,0 2-30,-1 1-1183,0 0 1159,-2 0 5,-1-1-96,-1-2 127,-4-2 47,0-2 20,-4-3 61,-2-2-751,-2-2 844,-3-3-31,-2-2 41,-1-1-98,-2-3-146,-1-2-58,0-2 570,1-3-1505,-5 0 341,9-5 395,-2-1 1,2-4 0,0-2 0</inkml:trace>
  <inkml:trace contextRef="#ctx0" brushRef="#br1" timeOffset="98003">15330 3937 8926,'-3'-9'367,"1"1"-273,1 1 106,-1 2 161,1 0-47,0 0 124,0 0-325,-1 11 81,1-1 50,0 11 7,0-2 61,1 3-94,1 2-606,-1 4 608,0 4-41,1 2-258,1 0-236,0 9-104,-1-12-701,1 5 605,-1-14 486,1-1 1,2 1-1,0 1 1</inkml:trace>
  <inkml:trace contextRef="#ctx0" brushRef="#br1" timeOffset="98270">15664 3875 9792,'0'-11'-66,"0"2"224,0 2 11,0 1 94,0 0 3,0 1-180,-2 8-38,-1 2 64,-3 11 5,-1 4-90,-2 7 148,-1-1 0,0 1-868,2-5 0,0 0 824,-3 7 0,0 2 43,1 1 0,0-2-429,2-6 0,1 1 231,0 2 0,-1 3 0,1-3-719,1-3 0,1 0 659,-2 6 1,1-1-589,-2 7-1127,4-5 1195,-1-4 750,4-3 0,-1 1 1,3-1-1</inkml:trace>
  <inkml:trace contextRef="#ctx0" brushRef="#br1" timeOffset="98831">15899 4146 11304,'2'-7'410,"-1"0"-178,0 1-172,-2 1-160,-1-1 108,-1 1-109,0 1 39,-1 2-25,-2-1 195,-4 1 23,3 0-14,-6 1 217,4 1 32,-2 2 195,1 1 50,-2 2-76,1 0-79,1 2 70,0 1-85,1 2-114,0 0-108,2 0-185,1 0-181,1 4-75,3-4-202,1 2-206,3-3-375,3 2 89,3-1 39,1-1 163,2-4 132,-3-3 156,0-2 133,0 0 251,1-3 116,-1 0 97,0-1 190,0-2 13,-1-1-86,0 0 22,1-5-106,-2 4-15,1-4 13,-3 5-125,0-1-44,-1 1-40,1 1-24,-1 2-268,6 6 1,-5 4 34,6 10-48,-6 4-881,0 6 925,0 3 7,0 3 301,-2 1-84,1 3 45,-2-10 0,0 0 45,1 15-26,-1-15 0,-1-1 84,-1 6-90,0-3-2,-1-5-267,0-3 270,-2-2 5,0-3 3,-1-2 10,-1-2 8,-2-2 799,-1-2-955,-1-2 380,0-2-507,-1-2-106,0-3-747,0 0 432,0-3 644,1-1 1,-4-6 0,-1-2 0</inkml:trace>
  <inkml:trace contextRef="#ctx0" brushRef="#br1" timeOffset="99553">15135 5240 10917,'-4'-8'-393,"0"0"256,2 3 189,-1 0 526,1-1-418,0 0 50,4-3 88,1 3-118,5 0 531,0 2-12,3 0-84,2 1-130,1 1 52,2 1-177,1 0-32,0 2-538,1 3-125,2 2-37,-3 1 37,1 2-22,-4 1-103,-4 1 84,-1 5-25,-5-1 23,-4 5 76,-6-2 77,-4 3 155,-5 5-456,-1-2 555,-2 0-714,0-4 739,2 0-36,1-6-45,3 0 147,3-4-96,3-1 367,2-2-488,3 2 853,3-3-840,5 0-9,3-3-65,3-1-156,17-3 96,-5-1 371,13-1-349,-10 0-148,-1 1-914,-4-1 784,-2 0-574,-3 1 1052,2 0 1,0-1-1,3-1 1</inkml:trace>
  <inkml:trace contextRef="#ctx0" brushRef="#br0" timeOffset="99845">15784 4911 9422,'-1'-12'269,"-1"0"-89,1 4-90,0 1 90,0 1 270,0 1-270,-9 17-90,2 0-90,-9 21 90,4 0-1772,-2 5 1767,8-17 0,0-1-46,-2 2 1,1 1 44,0 0 1,0 0-46,-1 2 0,0 0 45,0 1 1,0 1-30,1-2 1,-1 3-1,1-2-18,-1 5 1,0-1-832,1-3 1,0 1-1,1-2 745,0 3 0,1-2-46,0 1 0,0 0-541,1-1 1,0 1 448,0-2 1,1 1-213,0-1 0,1-1-224,0-2 0,1-1-351,0 19 806,2-9 0,3 0 0,1-2 0</inkml:trace>
  <inkml:trace contextRef="#ctx0" brushRef="#br0" timeOffset="100436">16011 5305 9602,'-1'-10'179,"1"1"-89,-2 1 0,1 2 90,0 0-90,-1 1 180,1 0-90,-2-2 0,1 1-90,-2 0 101,1 1-95,-1 1 3,0 0 2,0 1 11,-1 0 1,0 1-74,0 1 93,0 0 6,-1 1-79,-4 1 101,2 1-86,-2 1-6,1 1 103,1-1-110,-1 2 7,1 0-18,-1 1 87,-5 6-97,3-3-6,-3 6-14,4-4-17,2 2-96,0 0-14,1 0 87,3 1-182,0-1-8,2-1 2,0 1-82,3 2 3,4 2 99,0-2-175,8-1 95,-4-8 178,4-2 0,-2-3-90,1-3 90,1 0 0,1-3 0,0-1 0,1-2 0,3-6 0,-5 1 90,2-4 0,-7 4 0,0-1 90,-2 1 90,1-3-180,-1 0 0,-1 3 90,-1 3 0,-2 19-90,-1 1 0,0 12-1157,-1 3 1157,0 3-259,-1-4 1,1 2 258,-2 1 0,1 1 0,-1 0 0,0-1-539,0 0 0,-1-2 539,-3 9 0,1-11 0,-1 0 0,-3 10 45,2-13 0,0-1-408,-5 4 363,0-4 0,0-3-90,0-4-270,-4-1 1,2-4 579,-2-1-1299,5-5 1187,1-2-108,1-1 0,-3-6 0,0-1 0</inkml:trace>
  <inkml:trace contextRef="#ctx0" brushRef="#br1" timeOffset="101237">15340 6166 12658,'-10'-7'-1131,"1"2"969,3 2 270,0 1 97,0 0 338,-1 0-173,0 0 144,-4 1-41,1 0 229,-2 1 35,1 2 82,0 1 214,-2 2-60,-1 1 88,0 4 80,0 2 20,0 4-471,1 2-51,3 1-230,1 7-585,6-6-223,4 13-433,3-14-422,3 6-160,1-10 78,2-1-149,1-2 159,2-1 425,0-3 386,2-2 334,-1-3 456,1-2 239,9-6 586,-3-1 357,6-7 82,-6-1-15,5-12-190,-8 5-276,2-9-271,-8-1-519,-5 7-461,-2-6-256,-5 10-264,-6-9-518,-4 0-93,-2 1-5,-1 9-120,3 12 540,0 3 515,-2 3 244,-4 6 644,4 2 341,-3 5 256,6 0-408,1 2-527,3 1-161,1-1 44,3 1 1,2 5 0,3 3 0</inkml:trace>
  <inkml:trace contextRef="#ctx0" brushRef="#br1" timeOffset="101519">15771 6026 14688,'0'-15'130,"0"1"-39,0 2-45,0 2 60,0 1 232,-1-2-118,0 2-33,-1 0-395,-2 9 484,0 5 512,-5 12-217,-1 4-401,0 2 0,-2 1 91,4-5 1,-1 2-911,-4 8 0,0 2 890,4-8 1,1 0 71,-1 2 1,0 1-212,0 0 1,0 0-310,1 0 1,1 1 103,-1-1 0,1 0-145,1 0 0,-1 0-43,1-1 1,0 0 6,0-1 0,1 0-650,-1 0 0,2-2 316,-4 19-1006,1-5-60,3-7 324,1-5 1328,1-4 1,1 1 0,-1 0 0</inkml:trace>
  <inkml:trace contextRef="#ctx0" brushRef="#br1" timeOffset="102071">16081 6227 11934,'-1'-9'-166,"-3"1"42,0 4-1,-1 1 393,0 0 78,-1 1-38,-1 1 81,-6 1 85,1 1 194,-5 2-7,2 1 216,-6 5-179,1 1-550,-2 3 604,6-1-232,4-1-65,2 1-252,2-1-204,0 5-219,4-2-237,2 0-125,4-3-273,2-4 19,5-1-350,4 0 293,6-4 404,-3-2 256,0-5 412,-5 0-3287,11-10 3830,-9 5 355,7-7-48,-10 6-297,-2 1-303,0 0-60,-2 0-313,0 0-53,0 0 3186,-1 3-3328,0-1-231,6 19-593,-7-1 103,5 14 58,-9 12 315,0-6-402,-1-9 0,0 1 527,-2 10 187,1-10 0,-1 1 197,-2 10 259,1-12 1,0-1 246,-3 6 51,-2-2-145,0-4 144,-6 3-180,4-8-35,-4 2-152,-4-4 106,5-5-462,-6 0-335,7-5 91,-1-1 366,-1 0 1,-6-3 0,-2 1-1</inkml:trace>
  <inkml:trace contextRef="#ctx0" brushRef="#br0" timeOffset="102480">15241 7138 8702,'-7'-6'450,"0"5"-360,5 3-90,-1 7 90,2 1 0,-1 3-90,0 3 90,-2 7-90,1 2-213,0 5 213,1-3-90,0 4 1,1-2-1219,1 3 858,2 0-449,-1 0 629,0-3 270,1-3 0,2 1 0,0-1 0</inkml:trace>
  <inkml:trace contextRef="#ctx0" brushRef="#br0" timeOffset="102770">15609 7119 9062,'1'-9'360,"-1"2"-180,1 1 89,0 1-179,-6 8-90,1 2 90,-6 13-90,0 1-948,-1 6 948,-2 4 0,-1 4 90,-1 4-90,7-18 0,1 1 45,-1 1 0,0 0-981,1 1 1,0 0 935,0 2 0,-1 0 45,2-1 0,-1 2-1394,-3 12 0,1 1 1214,2-11 0,0 1-45,-2 9 0,1-2-256,3-14 1,1 0-240,0 4 1,0-1 674,0 7 0,2-9 0,0 1 0,2 7 0</inkml:trace>
  <inkml:trace contextRef="#ctx0" brushRef="#br1" timeOffset="103370">15885 7398 9062,'1'-7'540,"0"1"-100,-1 1-262,-1-1 251,0 2-348,-2-3 76,0 4-2,-2-2-95,0 2 99,0 1-83,-2-1 2,1 1 16,-2 1 0,0 0 16,-1 1-78,-1 2 96,-1 0-9,-1 3-86,0 1-2,0 1 91,0 3 356,-4 8-127,6-5-28,-2 5-21,6-7-124,1 2 50,2-2-99,1 0-139,1 0-390,3-2-15,1 1-288,5 0 184,0-4-18,4 0 295,-2-4 61,1-2 324,0-2-175,8-4 400,-5 0-4,5-4 218,-1-3 141,-6 2-174,6-10-217,-10 9-62,2-5-97,-5 8-101,0-1-63,-1 2-27,-1 1-205,-1 1 191,1 1-86,-1 2 225,1 4-508,-1 3-104,1 5 243,-1 3-63,1 11 47,0 1-955,2 10 940,-3-3-66,1 0 456,-2 1 225,0 0-353,-2 0-25,-1 0-8,-1-2-2,0-4-608,-1-2 607,-1-4-170,-1-2 197,-2-2 150,0-1 19,-1-1 3,-1-2 28,0-2 24,-2-1-188,0-2-59,-1-1-213,1-1 198,-1-1-553,2-2 614,-1 1 1,-4-2-1,-1 0 1</inkml:trace>
  <inkml:trace contextRef="#ctx0" brushRef="#br1" timeOffset="103903">15188 8386 13837,'3'-10'1496,"0"1"-736,1-1-419,-2 3-19,1 0-114,-1 3 143,-1 0 227,2 1 276,1 3-843,-1 2-648,0 6 47,-2 2 302,0 6 40,-2 7-228,1-2 0,-1 3 243,0 3 0,-1 2-150,0-1 0,0 0 306,1 0 0,-1-2-600,-1 10 1112,1-1-803,-1 0-18,1-2-200,0-3-107,1-5-568,1-6 1175,2 1 0,3-5 1,1 2-1</inkml:trace>
  <inkml:trace contextRef="#ctx0" brushRef="#br0" timeOffset="104203">15541 8323 9152,'2'-7'270,"0"1"-90,-1 2 89,0 0-179,-4 9 0,-5 10 0,-3 7-476,1 2 0,0 3 431,-1 2 0,0 0-45,-1 2 0,1 1-1079,-1 1 0,1-2 1079,3-7 0,0 0 0,0 0 0,-1 0 45,0 2 0,1 0 16,-2 3 0,1 1 45,-1 1 1,0 0 43,1 0 0,-1 1-512,2-6 0,-1 2 0,1-1 267,-3 12 1,0-1 43,0-2 0,2-2-92,1-4 1,1-2-600,1-1 664,2 1 0,3-7 0,2 1 0</inkml:trace>
  <inkml:trace contextRef="#ctx0" brushRef="#br1" timeOffset="104820">15816 8604 10827,'-5'-6'-816,"0"0"539,1 4 294,0-1 1,-1 1 128,-1 1 5,0-1 19,-1 2-96,0 0 234,-1 1 41,-1 0-181,0 2 138,-3 2-14,2 0 22,-1 3-103,3 1-41,1-1 69,0 2-176,2-1-1,1 1-177,1 0-55,1 0-63,2 0-65,1 0-115,2-1 59,2-1-107,0 1 83,1-2-76,2-1 69,1-1 167,1-2-95,5-1 270,-1-2 71,3-2 90,-2-2 147,6-4 51,-4 0-171,4-3 111,-8 2 81,-1 0-42,-2 0-23,-1 1-50,-2 0-44,-1 2-40,0 0-25,-2 0 223,0 1-275,-1 0-122,0 2 214,0 0-147,2 3-85,-1 6-261,0 2 15,-1 5 101,-2 0 11,1 4-408,-1 3 409,0 6-1017,-1 2 1194,0 6 111,-2-1 1,-1 1 3,2-12 0,-1 1-779,-2 13 1,0 0 761,-1 2-5,-1 0-1035,0-4 1037,-1-1-5,0-2-4,-1-1-3,0-3 106,-4 1-76,3-9-252,-3 0 0,1-9 705,1-3-712,-2-1 1481,1-3-1507,-1-1 1398,0-1-1448,0-2 838,0-2-697,-1-2-13,2-1-95,0-3-180,2-2-631,2-1 640,2-1 393,3-1 0,3-9 0,1-2 0</inkml:trace>
  <inkml:trace contextRef="#ctx0" brushRef="#br0" timeOffset="105012">16418 8796 9871,'2'-6'-450,"2"5"0,-4 0 1,2 4-1</inkml:trace>
  <inkml:trace contextRef="#ctx0" brushRef="#br0" timeOffset="108132">17769 240 7533,'4'-5'719,"-1"0"-359,-1 1 0,0 0 90,-2-1-181,-2-1-89,-4 1 0,-4 3-180,-1 2 90,-1 3-90,1 2 90,-5 3-440,0 2 440,-3 4-90,0 2 0,2 1 90,0 2-90,-4 11 90,7-5-1722,-2 5 1632,8-10 0,1-1 0,3-2 0,0 6-90,4 0 0,1-1 0,2-2 90,1-9 202,1 1-292,2-2-90,1-2 1,2-3 1689,2-1-1780,1-2-180,3-3-450,5-3 900,12-8 0,1-1 0,-13 3 0,0 0 0</inkml:trace>
  <inkml:trace contextRef="#ctx0" brushRef="#br0" timeOffset="109312">17982 265 8882,'2'8'90,"-1"0"-90,0-2 0,-1-1 0,0 3 90,0-2-90,0 2 0,0-1 0,0 1 0,0 1 90,0 1-90,-1 2 0,1 0 0,0 2 0,1 1 0,-1 1 0,1 1 90,-1-1-90,1 2 0,0-1 0,-1 0 0,1 1 90,0-1-90,0 1 0,0-2 0,1 0-180,0 1 90,0-4-180,0 1 0,-1-5-629,1-2 809,-1-1 90,1-2 0,0 0 0,0-1 0</inkml:trace>
  <inkml:trace contextRef="#ctx0" brushRef="#br0" timeOffset="109801">17991 414 7982,'-4'-7'270,"1"0"-90,1 3 0,0-1 0,1 0-90,2 0-90,1 0 90,2 1-90,1 2 0,1 0 90,1-1-90,1 1 0,2-1 90,1 1-90,1 0 0,3 0 0,0 2 90,2 0-90,0 2 0,4 2-452,-1 0 452,3 5 0,-2 0 90,0 3-90,-2 2 0,3 9 0,-9-5 0,2 6 0,-10-7 90,-2-1-300,-3 3 210,-2-1 0,-3 5 90,-3-1-90,-11 12 0,4-10 0,-8 7-2217,6-13 2307,-2 0-90,0-3 54,2-1-54,1-3 0,2-2 72,-1-1-162,4-3-180,0 0-1349,6-3 2189,-1-3 1,5-2 0,-1-3 0</inkml:trace>
  <inkml:trace contextRef="#ctx0" brushRef="#br0" timeOffset="110153">18532 356 8432,'-1'-6'270,"0"-1"90,0 2 180,0-1 179,1 0-629,4 10 90,-3-1-90,3 16-90,-3-3 90,-1 8-576,-2-4 576,1 2-1,-1 16-89,1-12 0,-2 12 90,3-16-90,-1 1-179,1 5 89,0-6-383,0 1 203,0-9-269,0 1-1080,1-1 1736,-1-3 1,0-5 0,0-5 0</inkml:trace>
  <inkml:trace contextRef="#ctx0" brushRef="#br0" timeOffset="110412">18521 305 8522,'3'-6'180,"1"2"-90,1 3-90,0 0 0,2-1 0,1 0 90,1 0-90,3-1 0,0 1-90,2-1 0,0 0-180,0-1-90,-1 1-359,-1 1 179,-1 0 540,-3 1 0,-1-1 0,-1 1 0</inkml:trace>
  <inkml:trace contextRef="#ctx0" brushRef="#br0" timeOffset="110612">18549 472 7982,'-3'6'1350,"2"0"-1080,1 0 179,2-3-269,4 0-90,-1-2 90,4-1-90,2 0-90,1-1-90,6-3-270,2 1-359,5-3-451,-1 2-230,2-1 1400,-3 1 0,4-5 0,-1 1 0</inkml:trace>
  <inkml:trace contextRef="#ctx0" brushRef="#br0" timeOffset="122153">17884 913 8792,'3'-5'90,"-1"-2"90,1 3 0,-1 0 0,0 0-90,1 6-90,-1 0 90,1 7-90,-2 4 89,1-1-89,0 13 90,0-8-766,0 7 676,-1-6 90,0 2-90,0-2 0,0 1 90,0 0-180,0-2 90,-1 1-180,1-3 0,0-1-89,-1-2-181,1-1-133,1 3 583,0-4 0,4 4 0,0-4 0</inkml:trace>
  <inkml:trace contextRef="#ctx0" brushRef="#br0" timeOffset="122461">18269 890 8522,'3'-8'540,"0"2"-90,-2 2-360,-7 21-1,1-5-89,-7 20-1335,2-7 1335,-3 5-972,-1 3 1017,6-13 0,0-1-45,-1 1 0,1 1 45,-1 1 0,-1 0-45,1-1 0,-1 1 0,0 0 0,1 0 0,-1 0 0,1 0 45,-4 9 0,0 0-45,4-9 0,0 2-135,-5 11 0,1 0-135,0 0 90,6-14 0,1-1-899,0 0 539,3-3 540,1-4 0,1 3 0,-1-1 0</inkml:trace>
  <inkml:trace contextRef="#ctx0" brushRef="#br0" timeOffset="123044">18550 1124 8612,'-1'-8'450,"-1"1"-360,-2 4 90,0 0 0,-1 2-1,0-1-89,-1 1 90,0 0-90,-2 1 0,-1 0 0,0 1 0,-2 1 0,-1 1 0,-1 0-90,1 2 90,-1 1 0,1 0-90,1 1 90,1 2-90,0-1 0,3 2 90,0-1-90,2 1 0,0 4 0,3-3 0,1 3 0,3-6-90,4 5 0,0-6 90,4 4-90,-2-7 0,0 1 90,1-3 0,0 0-90,5-2 0,0-3 90,2-1 0,-2-2 0,-5 0 0,0-1 0,-1 1 0,3-4 0,-4 2 0,2-4 0,-4 5 90,0-1-90,-1 1 0,-1 1 90,0 0-90,0 1 0,-1 0 0,0 1 0,1 1 0,0 6 0,-2 1 0,1 7 90,-3 3-90,1 2 0,-3 7-936,0 4 936,-1 4 0,-1 1 0,0-1 0,-1 0 0,-1-1 0,-1-1 90,-1-1-90,-2-1 0,-1-2 0,-1-1 0,-1-3 90,-1-1-568,-1-2 478,2-3 0,-1-3-179,-2 0-91,4-4-137,-2-2-222,6-3-451,1-3 361,1-1 939,2-2 1,-1-6 0,0-1 0</inkml:trace>
  <inkml:trace contextRef="#ctx0" brushRef="#br0" timeOffset="123852">16286 1251 8522,'-6'8'-180,"1"-1"270,5-2 0,-1 1-90,3 1 90,0 3 0,4 1 0,1 3-603,4 4 693,3 4-90,4 5 0,2 5-1731,1 2 1641,-1 2 45,-10-17 0,-1 2-389,3 10 0,-1 1 389,-3-7 0,-1 0 0,2 9 0,-2-1-564,-3-7 0,-2-2 519,-1 1 0,0 1-352,-1 0 0,-2 0 397,1 0 0,-2 0 0,-2-1 0,0 1-45,-1-1 0,-1 0 44,-1 0 1,-1-1 0,0 0 0,-1 0-45,0-2 0,-1 1 45,-1-2 0,0 0-45,0-1 0,0-1 45,-1 0 0,0-1 147,1-1 1,-1 0-193,-11 13 15,9-13 0,0 0 155,-7 6-87,-2 1 759,10-13-2265,0-2 1756,6-5 0,0-4 0,4-3 0</inkml:trace>
  <inkml:trace contextRef="#ctx0" brushRef="#br1" timeOffset="124244">16676 1883 11899,'11'0'312,"-2"1"-191,-3 0-61,1 0 67,1 0 57,2 0-96,3 0 111,0-1-128,3 0 120,1 0-57,0-1 47,1-1 5,-1 0-119,-1 0-71,-1 1-122,-1-2 29,-3 2-133,1-2-1405,0-1 650,-3 0 1029,1 0 0,-3-2 0,-1 0 1</inkml:trace>
  <inkml:trace contextRef="#ctx0" brushRef="#br1" timeOffset="124452">16873 1690 10611,'-10'5'544,"2"1"-270,5 4-338,0 1 54,0 3-76,0 3 116,1 1 1,-2 6 81,1 4-1586,-2 3 1551,1 3 28,-1 2 11,-1 3-69,0-2-790,0 1 99,2-14 1,0-1 95,-1 9 552,-1 8 0,3-13 0,-1-1 0</inkml:trace>
  <inkml:trace contextRef="#ctx0" brushRef="#br0" timeOffset="125271">16304 2408 8612,'-9'-2'630,"1"1"446,3 0-965,12 6-31,-3-2 1,16 9-78,-8-4-185,6 8 207,-4 0 78,1 4-198,0 4 105,-2 2-25,0 7 11,-3 3-480,-5-15 1,-1 1 493,0 2 1,-1 0-748,-1 0 0,0 1 767,0 1 1,-1 0 51,-1 0 1,0 1-43,-2 11 1,-1 0-54,0-9 1,0-1 39,-1 9 0,-1-1-52,0-11 1,0-2-7,-1-1 1,0 0-5,0-1 1,-2 0 42,1-1 0,-1-1-88,-6 15-125,-1-4 295,-4 5-90,5-12 192,-2 3-102,7-13-180,1-4 968,1-2-1238,-2-1 1604,1-3-3313,-3-6 1724,4 0 345,1-5 0,3-2 0,0-1 0</inkml:trace>
  <inkml:trace contextRef="#ctx0" brushRef="#br0" timeOffset="125828">16245 3186 9062,'-1'3'540,"1"-2"-540,-6 13 0,2-3 89,-1 1-89,-1 3 0,-1 1-3277,-1 4 3295,1 0 24,-1 0-171,2-2 169,2-3-19,0-1 18,1-2-3,1 0 88,1-1 18,3 3-51,1-4 3185,2 2-3159,2-5 190,5 1-283,-1-3 43,7 0 110,-4-2-201,13-3 174,-3-1-1237,10-2 1033,-5 0 65,0-2-61,-2 0-129,7-1-108,-10 0-582,2-1 151,-11 3-781,1-1 1500,-6 2 0,3-2 0,-5 2 0</inkml:trace>
  <inkml:trace contextRef="#ctx0" brushRef="#br0" timeOffset="126219">16589 2880 8612,'-1'-7'810,"2"2"-630,4 2-91,1 1 91,-1 1-90,3 0 0,1-1 90,3 1-90,1-1-90,3-1 90,2 1 0,1 0 0,1-1 0,9 0-90,-7 0-621,6-1 441,-10 1-90,-3 0-90,-1 1-90,-3 0-629,-1 0 359,-2 1 720,-3 0 0,1 0 0,-1 0 0</inkml:trace>
  <inkml:trace contextRef="#ctx0" brushRef="#br0" timeOffset="126464">16766 2675 9062,'-2'-8'809,"1"1"-719,0 16 0,1-1 0,0 14-1614,0 4 1524,1 1 90,-2 11-90,1-4 90,-1 2-90,0 2-90,-1 0-180,1-11 1,-1 0-361,-1 13 279,2-16 1,-1 1 350,1 15 0,1-4 0,1-15 0,-1 0 0</inkml:trace>
  <inkml:trace contextRef="#ctx0" brushRef="#br0" timeOffset="127137">16205 3423 8432,'9'-1'450,"-1"0"-270,-2 5 0,0 1 0,2 1-90,2 3 89,5 3-662,3 2 663,3 4-90,-4-3 0,1 2 0,10 9-45,-9-7 0,0 1 45,7 9-1124,-3 3 1124,-2 2-90,-2 2 45,-11-17 0,0 1 0,-2-1 0,0 1 0,0 8 0,-2 1 0,-2 3 0,-1 0 0,-1 0 0,-1-1-836,-2 0 0,-1-1 836,-1-9 0,-1 0 0,-5 7 0,-1 1 0,2-9 0,-1 0-45,-3 5 0,-1 0-225,-8 5 270,8-13 0,0 0 45,-9 9-225,7-9 0,0 0-45,0-1-297,-2 1-152,9-8 115,2-2-655,0-1 1592,2-2 1,0-2-1,0 0 1</inkml:trace>
  <inkml:trace contextRef="#ctx0" brushRef="#br0" timeOffset="127603">16274 4174 9781,'3'-5'720,"-1"-1"-720,-5 14 90,1-2-90,-5 12 0,1-3 0,-2 5-801,-1 1 891,-2 5-90,0 0 0,-2 1 0,1 1 89,-1-1-89,0 0 0,1 0 0,0 0 0,2-2 0,1-4-403,3-2 403,2-4 0,2-2 0,1 2-90,5-2 90,1-2 768,3-3-858,1-5-90,8-1 180,-3-1 257,17-3-797,0-3 91,1 1-1237,-2-3 1056,-11 3 630,-2 0 0,5-1 0,0-1 0</inkml:trace>
  <inkml:trace contextRef="#ctx0" brushRef="#br0" timeOffset="127930">16651 4050 9871,'0'-9'720,"1"-2"-540,1 7 0,-1-1 180,1 3-181,3-3 1,1 2 90,7-2-90,-1 1-90,6 0 0,-1 0-586,5 0 496,0 1 90,3 0-1,1 1-178,-2 0-91,1 1-180,-3-1-540,3-1-719,-6 1 1619,6 0 0,-10 0 0,3 0 0</inkml:trace>
  <inkml:trace contextRef="#ctx0" brushRef="#br0" timeOffset="128156">16913 3799 10681,'-3'-7'90,"0"0"0,1 2 90,-1 1 90,0 1-181,-1 5-89,1 1 90,-1 8-90,1 2 90,-1 4 0,0 16-90,0-6 90,1 13-180,3-11-620,0-7 0,0 0 125,0 3 1,0 0-91,1-3 1,0 0-496,-1 19 1170,1-18 0,-1 5 0,-1 2 0</inkml:trace>
  <inkml:trace contextRef="#ctx0" brushRef="#br0" timeOffset="128770">16213 4536 9332,'7'0'270,"1"2"-181,0 4 181,10 10-180,-2 1-2304,7 11 2304,-3-2 90,0 6-897,1 1 762,-11-15 0,0 1 0,0 1 0,-1 0 0,1 0 0,-1 1 0,0 1 0,-1 0-45,0 1 0,-1-1 45,0 1 0,-1-1 0,-1 0 0,0 0-707,3 18 662,-4-2 90,-2-3-90,-2-1 90,-3-2 0,-2 0-90,-3-3 90,-1-1-90,-3-2 0,1-1 90,-3-2-90,-1-2 0,-1-1-208,-6 4-332,1-4 90,2-2-1079,3-6 90,7-6 1785,1-1 0,-2-1 0,-1 1 0</inkml:trace>
  <inkml:trace contextRef="#ctx0" brushRef="#br0" timeOffset="129254">16208 5339 9781,'3'-7'630,"0"0"-180,-2 3-180,1-1 449,0 1-629,-4 11-90,-2 5 0,-1 6 90,-3 6-90,2-5 90,-1 2-90,1 3 0,3-9 0,1 3 0,1-6 0,1-1 0,1 0 90,1 3-90,3-2 0,1 0 0,2-4 0,0-4 0,6-1 0,-3-2 0,6-1 0,-2-2 0,2 0 0,4-4-90,1 0 0,3-3-90,0 0-629,6-4-2397,2-1 1767,-4 1 1439,-5 1 0,-7 3 0,0-2 0</inkml:trace>
  <inkml:trace contextRef="#ctx0" brushRef="#br1" timeOffset="129585">16689 4960 10051,'-8'-6'89,"1"2"-121,3 1 533,1 1-379,7 2 195,0 0-141,9 0 7,-1 0-20,2 0 115,14 0 1,6-2-1067,2 1 847,-2-2-502,-12 1-325,-2 0 83,-1-1-1543,2 0 2188,-6 1 1,5-1 0,-7-1-1</inkml:trace>
  <inkml:trace contextRef="#ctx0" brushRef="#br0" timeOffset="129819">16880 4735 9602,'-3'-8'449,"1"1"-179,0 1 122,0 1-288,-1 8 56,1 0-119,-1 9 65,2 3 15,0 2-92,0 9-1031,0 2 1015,-1 7 93,1 0-136,0 3-71,1-10 0,0 0-326,0-8 0,0 2-534,0 13 1,0-1-418,0 4 1061,0-15 1,-1 0-1,-1 12 1,1-2 0</inkml:trace>
  <inkml:trace contextRef="#ctx0" brushRef="#br0" timeOffset="130444">16261 5537 9691,'3'-7'450,"0"2"-270,3 5-90,-1 1 0,5 4 90,-3-1-90,3 2 0,1 0 0,5 5 0,2 1-911,5 5 911,3 2 0,3 4 0,0 2-90,0 4-1123,0 1 1168,-16-14 0,1 1-45,-2 0 0,0 1 45,-1 1 0,0 0-224,1 10 1,-1 0 223,-3-8 0,-2 1-45,2 14 0,-2 1-1335,-4 3 1335,-3-12 0,-1 0 90,-4 12-90,2-18 0,-2-1 346,-6 17-346,1-12 0,-1 0 89,-8 9-186,6-12 0,0-1 7,-6 3 0,-1-2 368,1-3-548,1-2-90,2-4 1149,2-2-1508,2-2-215,2-3-325,2-1 1643,2-2 1,0-1 0,1-2 0</inkml:trace>
  <inkml:trace contextRef="#ctx0" brushRef="#br0" timeOffset="131037">16366 6257 9871,'-3'-7'1260,"1"2"-991,-1 1-89,1 6-180,-1 3 90,-2 9-90,1-1-3277,-1 5 3252,0-4-321,0 3 436,0 0-90,0 2 0,-1 3 0,0 0 90,0 4-90,0-3 0,1-1 0,0-2 0,1-3-104,0-1 104,0 0 90,1-3-90,-1 0 0,2-2 3169,-1-2-3169,0 0 510,1-1-510,0 2 163,0-3-163,1 0 0,0-2 0,2-2 0,2 0 0,4-3 0,0-2 0,3 0 0,0 0 0,2-1 0,1 0 0,1 0 0,1 0 0,2-1-90,1 0 90,1 0-270,12-3 0,-9 3-89,8-4-181,-13 5-899,-1-1-90,-2 1 1529,-1-1 0,4 1 0,1-1 0</inkml:trace>
  <inkml:trace contextRef="#ctx0" brushRef="#br0" timeOffset="131378">16816 6033 10141,'-4'-7'540,"1"1"0,1 1-450,3 1-1,0 1 1,5-1 0,-1 3 42,3-1-88,2 0 87,3-1 1,1 0-90,2-1 91,10-2-270,3-1-539,5-1 137,-8 1-2429,-2 0 2969,-12 4 0,5-2 0,-5 1 0</inkml:trace>
  <inkml:trace contextRef="#ctx0" brushRef="#br0" timeOffset="131611">17028 5846 10321,'-2'-8'540,"0"1"-180,0 2-360,-2 7 90,1 1-1,-2 16 1,0 2-90,1 2 0,0 1-907,0 1 1,-1 0 951,1 1 0,-1 0-90,1-2 0,0 0-1134,-1 10 909,1-1-269,1-1-901,1 0-89,0-3 1362,1-4 1,0 3 0,0 0 0</inkml:trace>
  <inkml:trace contextRef="#ctx0" brushRef="#br0" timeOffset="132211">16276 6578 9691,'0'-6'90,"0"0"360,-1 1-90,0-1-270,4 4 90,0 2-90,5 3 0,10 11 90,11 7-135,-13-8 0,1 1-798,3 2 0,-1 0 843,10 11-90,-13-12 0,-1 1 45,0-1 0,0 1 0,5 10 0,0 2-45,-5-7 0,-1 1-867,4 8 1,-1 1 866,-6-8 0,-1 0 45,-1 1 0,0 1-694,-1-1 0,-1 1 694,-1 0 0,0 0-45,-1 0 0,0-1 0,-2 2 0,-1-1 45,0-2 0,-1-1-45,0 3 0,-2-1 0,-1-2 0,0 1 45,-1 0 0,-1 0-284,0-1 0,-2 0 284,-4 7 0,-1-1 0,2-7 0,-1 0-105,-3 5 0,-1-1 60,-10 6 90,0-1 505,2-6-595,-1-2 796,4-5-886,-2 0 230,3-4-320,2-2 683,-1-1-1223,6-4-1230,-5-1 1950,7-4 0,-4-2 0,2-3 0</inkml:trace>
  <inkml:trace contextRef="#ctx0" brushRef="#br1" timeOffset="132780">16413 7461 10236,'-7'1'627,"1"0"-538,1 4 181,-2 6-180,-4 9-1,-3 4 1,4-5 0,0 2-45,1-1 0,0-1-1296,-3 7 0,1-1 1295,3-5 1,0 0-45,-5 14-1125,5-13 1125,3-3 90,0-2-90,1 3 90,1-5-90,2 2 0,1-7 0,4 1 2179,0-3-2179,3 0 1628,0-4-1628,1-1 0,2 0 0,0-2 0,8 0 0,2-1 0,0 0 0,-1-1 0,-6 2-180,4 1 0,-4-1-90,4 1 1,-6 0-1,0 0-180,1 0-180,-1 1-629,-1-1 180,0 1 1079,1 1 0,3 1 0,3 1 0</inkml:trace>
  <inkml:trace contextRef="#ctx0" brushRef="#br0" timeOffset="133144">16853 7271 10951,'4'-5'989,"3"2"-809,1 3-90,4 0 90,0-2 0,15-4-90,-3 1 0,13-4-311,-8 2 131,-9 2 0,1 0-540,18-4 180,-1 1-269,-11 1-810,-13 3 1529,0 0 0,-6 0 0,0 1 0</inkml:trace>
  <inkml:trace contextRef="#ctx0" brushRef="#br0" timeOffset="133378">17091 7063 10591,'-3'-10'360,"0"3"0,2 1-181,-1 1 271,0 1-450,-2 5 90,1 2 0,-1 7 0,0 4 0,-2 19 0,2-3-180,0-4 0,1 7 0,-1-3-1461,3-1 1,-1 0 1190,-1 11 0,0 1-1169,3-13 0,1-3 1219,-1 4 1,2 11 0,1-11 0</inkml:trace>
  <inkml:trace contextRef="#ctx0" brushRef="#br0" timeOffset="133994">16305 8091 9871,'-5'-9'0,"2"2"90,2 1-90,2-1 90,1 1 90,3-1-90,0 2 0,2 0 0,1 0 0,1 0 0,2 2 90,7 1-90,-3 2 0,9 5-596,-5 4 596,2 6 0,1 6-1229,-1 5 1140,0 7 94,-2 4-45,-10-17 0,0 0-44,-1 1 1,-1 1-609,0 1 0,-1 0 656,0 1 0,-1 0-44,-1 2 0,-1-1 45,0 2 0,-1 0-756,-2 0 0,0 0 712,-1 1 1,-1-1 43,-1 0 1,0 0-46,-2 0 1,0-1 44,0-1 0,-1 0-46,-1 0 1,0-2 0,-1 0 0,-1-1-69,1-1 0,-2 0 114,-3 4 0,0-2 533,-7 11-624,5-11 0,-1-2-305,-3 2 90,0-2-180,7-10 858,6-8-3118,1-2 2681,2-5 1,0-5 0,0-4-1</inkml:trace>
  <inkml:trace contextRef="#ctx0" brushRef="#br0" timeOffset="134436">16416 8712 9961,'1'-7'180,"1"0"-90,-1 1 90,0 2 270,0 0 719,0-1-1079,-6 8 0,1 1 0,-7 8 0,1 4 0,-7 16 0,2 0-900,5-10 1,-1 0 899,-4 14-90,2-2 90,0-1-335,3-3 290,3-9 0,0 0 45,-3 19-584,1-1 494,4-10 0,5-14 0,2 3 0,4-2-90,1 0 90,3-4 0,-1-5 0,7 1 0,-2-3-90,5 0 0,-4-3 0,1-1 0,0-1-180,0 0 0,2-1-89,0-1-181,0-1-270,1-1-539,-1 0 0,0-1 1349,3-1 0,1-3 0,4-1 0</inkml:trace>
  <inkml:trace contextRef="#ctx0" brushRef="#br0" timeOffset="134763">16901 8601 10411,'-6'-8'540,"0"1"-270,0 1-1,1 1 1,0 1 0,1 1 0,0 0 180,1 0-90,-1 1 179,1-2-449,5 1 0,2 0 0,7 1 0,-1 0 0,11 1 0,-2-1-422,7 1 332,-5 0 0,1 1-180,-1 0 0,0 0-91,-3 0 1,-1 0-179,-3 1-1,0-2-90,-3 2-269,-1-1-900,-1 0-180,-1 1 1889,-1-1 0,-2-1 0,0 1 0</inkml:trace>
  <inkml:trace contextRef="#ctx0" brushRef="#br0" timeOffset="134986">17025 8409 10591,'-5'-8'90,"0"1"90,1 1-90,2 1 90,-1 1 0,1 0 269,-1 1-269,1 7-90,0 1 0,0 9 0,1 1 0,0 3 0,-2 6 0,0 4-1088,-1 3 998,-1 2 90,0 1-90,2-10 0,0 1-180,-2 11-225,3-9 0,0-1-404,2-1-720,2 3-347,0-14 1876,2-3 0,3 1 0,2 0 0</inkml:trace>
  <inkml:trace contextRef="#ctx0" brushRef="#br0" timeOffset="142103">17870 1857 6633,'-4'8'2069,"9"-7"-2069,-2-3 0,5-4 0,-1 4 0,-3 0 0,2-1 0,-2 2 0,1-1 0,0 1 0,1 0 0,0-1 0,0 1 0,-1 0 0,1 1 0,-1 0 0,0 0 0,0 1 0,0 1 0,0 2 0,0 2 0,-1 2 0,-2 1 0,-2 0 0,-2 1 0,0 1 0,-2 2 0,0-1-90,-2 2 90,0 1 0,-1 1 0,0 0-90,-7 10 90,5-8-458,-3 6 458,5-12 0,1-1 0,0-1 0,0 2 0,0-2-90,0 3 90,2-5 0,1-2 458,2-1-458,2-1 0,2-1 0,1-2 0,3-1 0,-1 0 0,2-2 0,2 0 0,1 0 0,1-1 0,11-4 0,-6 3 0,8-3 0,-8 2 0,7-1-180,-3 0 0,1 1-89,-6 2-361,-6 0 180,-2 2 450,-1-1 0,2-1 0,0 0 0</inkml:trace>
  <inkml:trace contextRef="#ctx0" brushRef="#br0" timeOffset="142936">18337 1884 7623,'1'-8'180,"0"1"-91,0 1 1,0 1 90,1 0-90,-1 0 90,0 0 180,0 0-270,1 0 270,0 2 269,-1-3-539,-3 13 90,-7 11-180,-4 11-736,4-10 1,0 1 779,0-1 1,-1-1 0,1 1 0,-1 0-1482,0 2 0,0-1 1482,0 0 0,-1 1-45,1-1 0,0 0 10,0 0 1,0 1-11,-4 6 0,-1 1 45,5-8 0,0 1-425,-3 4 0,1-1 380,-2 6-1139,2-4 959,3-4-90,1-3 2035,4-4-2125,0-4-1099,4 1 919,0-5 767,3 0 0,1-5 0,0-1 0</inkml:trace>
  <inkml:trace contextRef="#ctx0" brushRef="#br0" timeOffset="143527">18542 2036 9242,'3'-8'989,"0"1"-719,-4 1 0,-1 2-90,-4-1-90,-2 3 0,0 2 0,-7 4 0,5 0-90,-5 4 89,3 0-89,0 3 90,-1 3-90,1 0 0,-3 7 0,6-6 0,-1 3-90,6-6 1,0-1-1,2-1-180,3 1 90,4-1 0,0 0 90,4-2-90,-2-5 90,1-2 0,1 0 0,1-2-90,4-4 180,-3 1 0,3-3-90,-4 2 180,2-5-90,-3 2 0,1-4 90,-5 4 0,1-3 0,-1 2 0,0-1-90,-3 4 0,1 1 180,-2 2-180,2 7 0,-3 1 0,1 10 0,-2-1 90,0 4-90,-1 5 0,-2 17-1011,0-7 1011,1-11 0,1 0 90,-3 8-90,1-1 90,0-5-459,0-3 459,0-2 90,-4 4-90,1-6 0,-3 4 89,-4-5-89,3-4-90,-4 0 90,4-5-180,1-1 881,-3-1-1151,3-3-1529,-5-1 450,8-2 1541,-2-2 1,3-5-1,-1-2 1</inkml:trace>
  <inkml:trace contextRef="#ctx0" brushRef="#br0" timeOffset="143736">18972 2204 11760,'7'-3'1170,"0"0"-721,-4 2-269,3 0-540,-2 1-179,2 0-2519,-2 1 3058,0 2 0,-2-2 0,-1 1 0</inkml:trace>
  <inkml:trace contextRef="#ctx0" brushRef="#br1" timeOffset="147728">17901 2680 11773,'-1'10'-680,"-2"6"964,-2-2 53,-2 6-157,0 1-62,-2 0-2411,0 5 2350,0-1 239,0 1 794,-4 10-829,3-12-80,-3 11 2,7-18 190,-1 1-44,4-7 11,-1-2 966,2-1-1120,-1-2 37,1 0-8,1-2 588,3-1-1708,3-5 1463,3-1-45,0-2 299,-2 1-161,0 1-41,-1 1-224,1 0-96,0-1 1119,0 1-1617,3 0 21,-1 0-329,0 0 97,2 0 106,-1 0 73,1 0 1,1 0-74,-1-1 230,0 0-123,4-1 208,0 0-36,0 0 158,0-2 98,-7 1 165,1-1 128,-3 1-250,-2 1-64,2 0 189,0-3-286,-3 3-122,2-2-157,-3 2-192,1 1 82,0 14-723,-3-2 344,0 15-122,-2-5-195,0 4 356,1 0-34,-2 6-604,2-2 572,-1 0 768,1-5 0,0-1-242,0 8 15,-1 10-104,3-18 16,-1-3 25,1-3-123,0-1-515,0 3-205,2-3 958,-1-1 1,4-4 0,1-4 0</inkml:trace>
  <inkml:trace contextRef="#ctx0" brushRef="#br0" timeOffset="148044">18366 2773 7713,'-4'10'179,"0"1"-89,1 0 90,-4 15 0,0-2-3457,-3 13 2483,0-3 928,2-10 1,1 2-277,-1 1 0,0 0 142,0 0 0,1-1-395,1-3 1,0 0 484,0 8-586,0-1 586,1 0 1592,1-3-1772,2-3 1466,0-4-1826,2 2 91,1-7-541,4 5 900,-1-11 0,5 2 0,0-4 0</inkml:trace>
  <inkml:trace contextRef="#ctx0" brushRef="#br0" timeOffset="148603">18677 2908 8252,'4'-9'270,"-1"1"-180,-1 1 90,0 1 0,0 1 180,-2 0-1,1-1-269,-2 1 180,0-1-90,-3 1-90,-1 2 90,-4 1-180,0 1 90,-3 2 0,2 2-90,-1 2 90,-2 2-90,0 0 0,0 3 90,-3 5-90,5-2 0,-1 3-90,5-4 90,3-1-90,1 0 90,2-2-90,1 1 0,1-1 90,2 1-180,4 1 180,-1-3-90,5 1 90,-3-5-90,1 0 90,1-2-90,0-1 90,0-2 0,1 0-90,-1-1 90,7-2-90,-4-2 90,4-1 0,-6 1 0,-1-1 0,1 0 0,-2-1 0,0 2 0,-2-1 0,0 1 90,-2 0-90,1 1 0,0-1-90,-3 3 180,3 4-90,-5 3 0,1 6 0,-4 1 0,0 4 0,-1 2 0,-2 7 0,1 1-993,-1 4 993,0 1 0,-1-1 90,0 0-90,-1-2 90,0 1-90,-3 2 90,0-1 0,-3 0-90,3-9 90,1-5-180,-2-5 0,3-3-90,-3 0-90,4-5 903,1-2-1802,-1-1 1169,-2-4 0,1-6 0,-3-4 0</inkml:trace>
  <inkml:trace contextRef="#ctx0" brushRef="#br0" timeOffset="148820">19146 3037 9871,'7'-3'900,"-1"1"-271,-2 1-269,0-1-180,1 1-809,-1 0-1710,1 2 2339,-2 3 0,-8 3 0,-2 2 0</inkml:trace>
  <inkml:trace contextRef="#ctx0" brushRef="#br0" timeOffset="151545">17880 3860 9512,'3'-10'-180,"0"0"180,-1 5 0,-1 0 90,2-3-90,-2 2 90,1-1-90,0 2 90,-1 0-90,1 0 89,0 0 1,0 0 0,0 0-90,-5 13 90,-3 4-90,-3 7 0,-1 1 0,-3 6-714,-4 9 714,9-19 0,3-1 0,0-1-90,0 5 90,3-7-3155,0 4 3065,4-7 90,1-1 0,1 0 387,1-2-387,2-1 0,2 1-89,1-2 3365,1 1-3250,7 0-26,-4-1 0,10 4-90,-12-4 90,3 3-90,-8-2 90,-1 0 0,-1 1 0,-2 4 0,-4 3-90,-1 0 90,-4 0 0,0-3 0,-2 1 0,-1-1 0,-1 1 0,0-1-90,-1-1 0,2-1-90,0-1-270,0-1-989,-1-1 1439,3-2 0,-1-2 0,3-1 0</inkml:trace>
  <inkml:trace contextRef="#ctx0" brushRef="#br0" timeOffset="151787">17905 3788 7803,'6'-5'179,"1"2"-179,3 1 90,4-2-90,4 0-552,2-2 462,0-1-809,12-3 449,-5 1 262,8-4 0,-6 4 0,2-1 0</inkml:trace>
  <inkml:trace contextRef="#ctx0" brushRef="#br0" timeOffset="152088">18418 3644 9422,'6'-7'1619,"-2"8"-1529,-5 5 0,-5 10 89,-3 5-1399,-2 2 1,0 3 1264,1-6 0,1 0-45,-5 11 0,1-1-1043,3-6 1,0-1 1087,0 0 0,1 1-45,0 1 0,-1 0-321,1 0 0,0 0 321,1 0 0,0-1 44,0 1 1,0-1-45,1-1 0,1 0-45,0-2 1,0 0-91,-1 4 0,1 0-45,-1 8-180,1 3 0,4-19-449,2-4 688,3-2-958,0-3 1814,3-2 1,4-1 0,3 0 0</inkml:trace>
  <inkml:trace contextRef="#ctx0" brushRef="#br0" timeOffset="152652">18714 3946 9691,'4'-10'90,"-1"1"90,-1 1-90,-1 2 90,0-1 90,-2 1-90,0-2 180,-3 1-270,0 0 0,-2 1 0,0 3-1,-1 0 1,0 3 0,-3 0-90,-1 1 90,-1 2 0,-9 5 0,5-1-90,-5 4 0,8-1 90,-3 6-90,5-4-90,-1 5 90,7-8-90,1 1 0,3-1 0,1 0 0,2 0 0,3 0 1,1-2-91,3 0-90,7 0 180,-3-4 0,4 0-90,1-5 90,-4 1 90,5-3-90,-7 0 90,-1-1 0,4-3 90,-3-1 0,-1-1 0,-3 1 0,-4 1 90,0 0 0,0-1 0,-1 2-90,-1 20-1,-3-3-89,-1 17 0,-1-8 0,-1 4 90,0 2-90,-3 16-443,2-10 443,-3 6 0,3-14 90,-2 4-90,1-8 90,-3 4-90,2-9 90,-1-1-90,1-3 0,-2 1 90,0-3-90,0 0 0,-1-1 90,0-2 263,0-1-443,1-2-90,0-1-359,-3-2 89,4-1-270,-3-2-1618,4-3 2338,3 1 0,0-10 0,3 1 0</inkml:trace>
  <inkml:trace contextRef="#ctx0" brushRef="#br0" timeOffset="152836">19060 4052 10591,'8'-6'809,"-2"2"-359,-2 2-90,-1-1-90,1 2-90,0-1-450,1 2-270,0 0-2158,0 2 1079,-3 3 1619,-3-1 0,-6 3 0,-2-2 0</inkml:trace>
  <inkml:trace contextRef="#ctx0" brushRef="#br1" timeOffset="158027">17818 4877 10808,'7'-4'712,"2"1"-617,-5 3-201,3-1 157,-2 0-74,6-1 102,0 0-91,10-2 148,-7 2-227,5-1 33,-6 1 72,-1 1-29,-2-1 9,-1 2-28,0-1 1,-2 3-52,0-1 69,-2 2-167,-1 1-61,-2 2 11,-1 2 57,-2 2 74,-1 5 128,-7 17-23,0-5-591,3-7 1,0 0 699,-4 10-369,3-7 0,0 3 346,-1 0 0,0 1-34,0 0 0,1 0-611,0-2 1,0-1 575,0 5-631,0 5 584,3-10-188,1 2 959,2-12-989,1-2-100,1-2-30,1-1 68,1-2 602,1-2 1,5-1-1,1 0 1</inkml:trace>
  <inkml:trace contextRef="#ctx0" brushRef="#br0" timeOffset="158394">18365 4800 8162,'2'-10'180,"0"1"-90,-1 4 180,0 1 90,0-1 0,0 1 89,0-2-449,-5 11 90,0 0 0,-8 22-90,3-6-183,-1 4 0,0 2 183,-4 12-725,5-12 1,-1 0 724,3-5 0,-1-1 0,1 1 0,0-1 45,0 0 0,0 0-257,-2 8 1,0 1 211,3-10 0,0 0 0,-1 6 0,0-1-642,1 2 462,1-2 0,1-3 125,2-4-215,0-1 1290,2-4-2099,0-2 1104,2-2-25,1-2 0,3-1 0,2 0 0</inkml:trace>
  <inkml:trace contextRef="#ctx0" brushRef="#br0" timeOffset="158878">18684 4966 8792,'4'-11'0,"0"2"90,-2 0 0,-2 3 90,1-1-90,-2 1 0,1 1 90,-2-1-90,0 1-1,-1 0 1,0 0 0,-3 1 0,0 0 0,-1 1 0,-2 1 0,-1 2-90,-2 1 90,0 1-90,-2 2 0,-1 1 90,0 3-90,1 1 90,0 1-90,3 2 0,0 0 0,3 0 0,1 0 90,3 0-90,3 4 0,6 2-118,3-1 118,4-1-90,0-6 90,2-1 0,1-2 0,1-1 0,2-2 0,-1-1 0,9-1 0,-7-2 0,4 0 0,-9-1 0,-1 0 90,-2 0-90,-2 0 90,0-1 0,-3 2 208,-1-1-118,0 1-180,-5 5 0,-1 0 0,-5 4 90,-2 0-90,-1 1 0,-1 3 90,-1 2-90,-7 11 0,4-4 0,2-4 0,1 0 0,-2 2 0,-2 4-305,7-11 305,0 1-90,0-2-90,1-1-90,1-2-90,1-1-89,0-1-811,1-1 91,0-1 1169,2-2 0,0-1 0,1-1 0</inkml:trace>
  <inkml:trace contextRef="#ctx0" brushRef="#br0" timeOffset="159095">19204 5079 11580,'3'6'-539,"0"-2"-181,-5 4-719,0-2 90,-1 1 1349,-1 0 0,-6 5 0,0 1 0</inkml:trace>
  <inkml:trace contextRef="#ctx0" brushRef="#br1" timeOffset="161044">17924 5910 21886,'-1'-9'-3277,"3"-2"2430,1 5 1580,3-1 299,1 2 53,1-1-104,2 1-151,8-5-143,3 0 950,2 1-753,-3 1-207,-6 4-483,-2 0-345,0 2-269,-2 1-360,3 1-289,-4 2-161,2 3-137,-5 1-228,-1 2-339,-3 4 362,-2 11 364,-3 0 193,-2 10 900,-1-9 0,-1 0 90,-4 15 104,1-4 1,-1 3 279,1-7 0,0 0-851,1-1 1,1-1 792,-1-2 0,2-2 33,-1 4-175,2-3-102,0 4-152,3-10-341,1 2 25,3-11 95,0-1-593,3-2 682,4 1 167,-2-4 0,9 1 0,-1-5 1</inkml:trace>
  <inkml:trace contextRef="#ctx0" brushRef="#br1" timeOffset="161364">18461 5864 18493,'0'-10'-1679,"1"1"1100,-1 2 311,-1 1 49,0 0 29,0 1 80,-1 0-52,1 1-465,-2-1-62,-3 8 1974,1 1 235,-7 19-613,3-1-1059,-4 13 892,2-1-1098,0 3 1265,-1 3-296,7-20 1,-1 0-987,1 1 0,-1 0-52,1 0 0,0 0 250,-1 1 1,1 0 65,0-1 1,0 1-73,-4 18 155,5-19 0,0 0-211,-2 15 20,2-10 1,1 0-153,-1 7-87,1 7-694,4-14-223,1-10 411,2 1 704,0-8 0,4 0 0,1 0 1</inkml:trace>
  <inkml:trace contextRef="#ctx0" brushRef="#br0" timeOffset="161936">18793 6098 8702,'-1'-6'180,"-1"0"-180,-1 1 180,0 0-90,-1 2 0,-1 0 0,0 1 0,0 0 90,-1 0-91,0 0 1,-1 1 90,-3 2-180,1-1 147,-3 2 7,2 1 273,1 2 342,-2 1-53,0 2 53,0 2-131,0 1 266,0 1-173,2 1-69,0 1-389,0 4-230,3-4-6,0 3-98,4-5-34,4 4-442,0-4 20,5 3-250,3-4 113,-1-3 252,6 1-77,-5-6 231,2-1 398,-1-2 136,2-1 294,-1-1 99,1-1 178,1-2-465,-1-2 16,-1-1-163,0-1-147,-1 1-171,-1-2 40,-1 0-203,-1 0-35,0-6 213,0 0-94,-1 0-34,-2 2-114,-2 7 94,-1 0 137,-1 2-184,1 12-114,-2 7 121,-2 23 38,-1-4 35,-1 8 32,1-9-1273,-1-9 1,0 0 1325,-2 11 123,1-11 0,0-2 205,-2 6-114,-1-1 87,0-3 16,0-4-68,-1-2 111,0-4 35,-6 4-31,3-5 34,-5 1 24,5-7-86,-5 0-125,5-2 2587,-4-1-2911,6-2-393,1-1-751,2-2 1191,-1-3 1,1-5 0,-1-3 0</inkml:trace>
  <inkml:trace contextRef="#ctx0" brushRef="#br0" timeOffset="162144">19300 6226 10321,'6'-3'1439,"0"-1"-899,-2 2-90,-1 0-270,1 0-3457,-1 0 2747,-8 6 0,-7 1 0,-9 6 0</inkml:trace>
  <inkml:trace contextRef="#ctx0" brushRef="#br1" timeOffset="163469">17998 7196 11605,'3'-7'-740,"-1"1"673,1-1-52,0-1 179,-2 1-100,2-2 99,-2 3-3,-1 0 32,1 0 140,-1 0-188,1-1 85,-2 1-99,1-1 7,-1 2-18,-1 1 78,-3-1 39,-1 2-105,-3 0 122,-1 4-36,2 2 58,-1 1 118,-1 2-87,-3 8 75,3-2-139,-2 7-1,5 3-158,4 2-78,6 12-75,3-9-46,7 3-1975,1-10 2021,3 0 35,2-1-958,11 5 1046,-5-6 78,-4-4 1,0-1 74,3 0 41,7 4 108,-13-8-21,-3 0 41,-3-1-35,-1-1-108,-2 0-2,-1-1 1704,-1 4-1938,-4-2 1155,-1 2-1082,-3-3 261,-5 6 183,-1-4 120,-4 4 85,0-3 124,-5 0-206,-2 1 423,-4 0-81,2-2-343,1-2-192,-4 0-172,8-2-80,-3-2-181,9-2-172,2-1-120,1-1-161,1-5-414,3 1 529,2-6-148,4 0 214,2-3 132,3-5 16,11-16-1514,-3 3 1783,-4 8 0,0 1 258,-4 3 1,1 1-2,0 0 0,0-1-116,-1 0 1,1-1-71,1-6 0,1 0-46,-4 7 0,0 0-38,1-4 0,-2 0-27,1-6-145,-4 4 20,-2 3-35,-2 3-372,-3 3 138,-2 2-297,-6-2-145,1 6 282,-6 1 309,2 8 551,-2 1 143,0 4-18,-13 8 376,10-1-1068,-10 11 594,17-7 0,-2 9 0,5-4 0</inkml:trace>
  <inkml:trace contextRef="#ctx0" brushRef="#br0" timeOffset="163772">18575 6995 8972,'4'-11'1342,"0"1"-824,-1 2-259,-1 0-81,-1 2-53,0 1-17,1 0 109,-1 1 348,0 0-345,-3 11 33,-2 1-64,-7 30-68,3-11 0,1 1-1309,-2 2 0,1 1 1315,-2 4 1,1 0-57,1-7 0,0-1 51,-1 4 0,0-1-131,1-2 1,0 2-415,1-2 0,-1 1 0,0 0 348,0 0 0,1 1-53,-1 1 1,0 2 0,1-3-16,1-6 0,1-1-588,-3 11 0,1-1 159,3-5 550,-1 3 1,4-12-1,0 0 1</inkml:trace>
  <inkml:trace contextRef="#ctx0" brushRef="#br0" timeOffset="164336">18929 7222 8972,'0'-9'270,"0"0"-180,-1 2 90,-1 0-1,0 1 91,-2-2 90,-5-1-270,0 0 90,-3 1-90,2 3 0,0 2 0,-2 1 0,-1 1 0,-1 5-90,-5 2 90,0 3 0,-2 3 0,2 3-90,-2 10 89,8-6-89,-1 6 90,9-4-90,4-5-90,1 3 90,4-6-89,1-2-1,1 0 0,2-2-180,6 1 90,3-5 90,0-1 0,0-5 0,-5-2 0,1-2 90,0-2-90,0-1 0,0-2 90,-1-4 0,0 1 0,-1-4-90,2-4 0,-4 5 90,8-16-90,-10 19 90,4-6 0,-8 16 90,6 14-90,-4-1 0,3 14 0,-5-6 90,0 7-90,-1 2-356,-2 4 446,-1 2-1247,-2 0 1247,-1 0-90,-3 1 0,-2 1 89,-2 1-89,-1-3 90,0-2 0,-2-5-242,0-2 332,-10 7-180,4-10 90,-7 4-90,6-10-388,2-3 298,1-2 90,2-3 112,2-2-472,2-2 1089,1-1-2914,0-3 2232,3-2 1,-3-7 0,5-2 0</inkml:trace>
  <inkml:trace contextRef="#ctx0" brushRef="#br0" timeOffset="164530">19430 7340 10321,'9'0'810,"-1"-1"-541,-2 1-179,-2 1 0,2 0-90,-3 1-719,1 0-900,-1 2-90,-1 0 1709,-1 2 0,-2 2 0,-1 1 0</inkml:trace>
  <inkml:trace contextRef="#ctx0" brushRef="#br1" timeOffset="165318">18395 8446 14378,'-1'-7'-1442,"0"1"1158,-1-1 197,-4-3-246,2 4-7,-4-4 264,2 6 131,-2 0-132,0 1 358,-7 1 41,2 1 85,-4 3 369,-5 5 110,3 2 29,-4 5-111,5 1-50,4 1-250,2-1-226,4 0-165,1 3-198,4-5-235,1 4-188,4-6-255,3-2-217,1 1-110,7-1 484,-1-4 25,11 0 459,-9-5 134,5-1 240,-4-3 213,0-2 265,-1-1 235,0-1-154,3-6-143,-5 3-216,2-3-186,-7 4-147,-1 1-64,-1 0-185,1-1-90,0 1-48,-2 2 10,3 7-89,-5 5-553,4 7 171,-4 2 293,1 4-155,-1 2 163,0 6-3,-1 3-286,0 4 607,-2-8 0,1 0-564,-2 14 838,0-14 0,0 0 109,-3 8-73,-1-1-230,-1-3 184,-5 8 30,1-12-1,-2 4-4,3-14 71,-5 2 48,3-5-100,-5 1 137,5-5 34,-1-3 237,1-1-607,1-2 991,0-1-1302,1-1-27,0-2-1138,2-2-2,1-3 1297,2-1 0,-1-8 0,2-3 1</inkml:trace>
  <inkml:trace contextRef="#ctx0" brushRef="#br0" timeOffset="165674">18866 8230 9332,'2'-7'-90,"0"0"180,-1 1 0,-1 0 269,1 1-89,0 0 270,0 1-450,-4 12 0,-2 4 0,-4 15-45,0-1 0,0 2-45,2-5 0,-1 1-1354,-4 14 1,-1 0 1353,3-8 0,0 1 30,0 1 0,-1 1 0,1 0-1263,-2 5 0,0 0 1263,3-6 0,-1 0 0,1-2-30,0 2 0,0-2-369,1-3 0,0 1 369,1-1 0,0 0 0,1-2 0,0 1 45,0-1 0,0 0-90,1-2 0,1 0-90,-2 4 0,1 0-225,1-2 0,1-2 135,0-2 1,0 0-1135,0 8 280,3-17 1459,0-2 0,1-3 1,0-1-1</inkml:trace>
  <inkml:trace contextRef="#ctx0" brushRef="#br0" timeOffset="166227">19064 8719 9781,'-2'-8'270,"1"0"90,-3 2-270,1 0 90,-2 0 0,1 1 90,-4 0-90,0 2-91,-2-1 1,1 3 0,0 0 0,-2 3 0,0 0 0,-9 7 0,3 1-773,-5 5 683,5 1-431,-1 9 431,7-7 90,0 6-306,8-5 216,3-4-90,5 7 0,5-6 0,1-1 0,3-5 0,-4-6 623,1-2-533,0-3 460,2 0-550,0-3 248,0-1-248,1-2 90,2-4-90,0-2 0,-1-1 90,0-3-90,-1 1 90,-2-1 0,3-6 0,-7 7 0,2-3 0,-5 10 0,-1 0 0,0 3-90,0 1 180,-2 2-90,2 4 0,-2 4 0,1 5 0,-2 4 90,-1 8-1017,-1 5 1017,-3 6 0,-1 5-90,-1 2 45,3-19 0,-1 2 0,-2 7 0,0 1-45,0-3 0,-1 1 45,0-1 0,0 1 0,-1 0 0,-1-2-45,-2 3 90,-3 4-90,4-15 90,1-4-90,0-3 90,-1-2-90,-1-1 0,-1-2 0,1-2-180,0-2 0,1 0-270,0-3-782,-4-3-117,3-1 1349,-2-4 0,3-6 0,-1-2 0</inkml:trace>
  <inkml:trace contextRef="#ctx0" brushRef="#br0" timeOffset="166419">19532 8792 11131,'7'-2'899,"-1"0"-629,-1 1 270,-1 0-360,1 0-1440,-2 4-539,-2 2-629,-2 1 2428,-5 3 0,-9 3 0,-4 2 0</inkml:trace>
  <inkml:trace contextRef="#ctx0" brushRef="#br0" timeOffset="177586">4886 6727 9602,'-13'-10'1079,"5"4"-899,-4-3 270,5 4-271,2 1 91,-1-2-90,2 3 0,1-1-90,-1 0 90,2-2-90,1 0 90,2-1-90,2 0 0,3-1 90,6-4-90,1 1-1,16-4-89,-8 7-415,8 1 415,-8 5 0,2 5 0,1 2-93,1 4 3,8 14 45,-17-5 0,-1 3-516,0-1 0,-1 1 561,-3 3 0,-2 1-89,-2 12 44,-6-7 0,-3 2 45,-2 4 0,-3 2 0,0 1 0,-1-1-1185,-3 1 1,-1-3 1184,3-10 0,-2-1 0,0 0 0,-2 1 0,0-1-45,-6 11 0,-1 0 45,6-11 0,0 0 0,1-1 0,-8 11 0,3-4-406,1 0 316,-1 1 146,12-18-56,5 0 776,4-7-776,5-2-90,8-7 90,8-5 1237,9-7-1327,-1-1 0,1-1 45,-8 3 0,0 0-15,0 1 0,1-2 0,-1 1-75,1-2 0,0 1-180,8-6 1,0 0-676,-1 0 1,-2 1 9,-3 1 0,-3 2 980,-4 3 0,-2 1 0,2-3 0,-3 3 0</inkml:trace>
  <inkml:trace contextRef="#ctx0" brushRef="#br1" timeOffset="178863">5294 6023 12845,'2'-9'2459,"0"2"-1454,-2 1-584,0 1-293,0-2 94,0 2 7,-1-1-198,3 15 144,0-3-609,1 11 169,0-7-95,-2-3 326,0 0-78,0 0 49,0 0-2,1 0 128,-1 0 14,0 4-30,1-1 105,0 0-383,-1 1 195,0-3-50,0 0-42,0-1 28,0-3-10,-1 3-7,1-2-60,0 2 214,0-2-90,0 0 91,-1 1-23,1 3 21,-1-1 29,0 3-18,0-3 86,0 0-66,0 1 90,0-1-107,-1 6 62,0-3-58,0 2 23,0 1 18,0-5-34,-1 3 28,1-5 70,0 0-101,0 0-1,0-1 11,0-1-23,-1-10-320,2 1 156,0-10 5,0 4 70,2-2 52,0-9-39,0 3-3246,2-9 3213,-1 2 250,1-2-750,1-5 681,1 0-47,0 0-24,2 0 40,1 2 18,1 2 33,7-6 317,-4 12-112,4-2 122,-6 13-24,2 4-252,4 8-468,-1 3-188,8 20-219,-11-3 1909,6 12-2060,-8-5 48,0 1 109,-1 2 300,-1 0 436,-2 0 212,0-1 186,0 0-181,-1-2 919,3 5-1081,-4-8-4,2 0-259,-2-10 61,0-3-142,0-2-119,0-2 899,0-2-1085,1-1-263,0-2-27,1-2 585,0-1-961,2-3 1340,8-6 0,1-3 1,6-6-1</inkml:trace>
  <inkml:trace contextRef="#ctx0" brushRef="#br0" timeOffset="179218">6108 6262 10411,'3'2'900,"-1"-1"-811,13-8-89,-3 2 0,2-1 0,1 0-179,-1 0-541,7-3-719,-6 3-90,5-2 1529,-7 3 0,2 0 0,-1 1 0</inkml:trace>
  <inkml:trace contextRef="#ctx0" brushRef="#br0" timeOffset="179460">6245 6557 10141,'0'6'540,"1"-1"-360,1-2-90,4-3 0,1-2 0,2-1 0,2-2-90,0-2-450,15-7 90,-6 2-1217,8-5 408,-8 6 359,-1 0 810,-3 2 0,3-3 0,0 1 0</inkml:trace>
  <inkml:trace contextRef="#ctx0" brushRef="#br0" timeOffset="180136">7041 5867 9422,'-4'-8'269,"1"2"-89,1-1 0,2 1 0,1 0 0,0-2-90,1 3 90,0-1-90,1 1 17,1-2 92,1 1 1,5-5-180,0 4 89,3-1-2,-2 4-92,-1 2 88,1 1-31,4 7 0,3 15-38,-8-2 1,-2 2-112,-1 0 1,-2 2 67,-3 15 0,-3 1-1116,-2-14 1,0 1 1116,-2 10 1,-1 0 0,0-11 1,-2 1 51,-2 10 0,-3 3-895,2-9 1,-1 1-1,1-1 850,-3 7 0,0-1 0,-1 2 0,2-5-284,3-9 374,4-4-180,1-4 180,3-4-38,2-2-52,3-3 1483,3-3-1483,2-2 0,6-3 0,4-5 0,8-5 0,5-4 1722,5-3-1722,-18 8 0,0-1-45,1 1 0,0-1-45,-1-1 0,1 0 0,-2 1 0,1-1-180,16-11-135,-12 7 0,-2 1-314,9-9 89,-12 10 1,-1 0-451,0-2 1198,-2 2 1,-2-4 0,-1 0 0</inkml:trace>
  <inkml:trace contextRef="#ctx0" brushRef="#br0" timeOffset="180685">7311 5386 9512,'-8'-9'269,"1"1"-89,2 2 0,0 0-90,1 1 270,0 0-180,0-1 90,2 2-180,0-4 0,2 3 0,3-1-1,2 0-89,5-2 90,2 0 0,4-2-90,4 0-553,3 0 553,0 0 90,0 1-90,-2 1 0,0 3 89,-5 1-89,-2 1 0,-2 2 0,-2 1 90,0 2-90,-1 3 0,-3 0 0,-2 3 644,-4 1-554,-1 0-90,-3 3 0,-5 8 0,0-5 0,-2 6 0,2-8 0,1 0 0,1-1 0,1-1 0,2-2 0,1 0 0,3 1 0,1-2 0,3 1 0,1-4-180,7 2 0,3 1 90,2-1 0,-1 0 90,-6-1-90,0 0 1,-3 0-1,1 2 90,-4 1 0,-1 0-90,-2 1 90,-2 2 0,-1 1 0,-9 12 90,0-3-1307,-5 8 1217,1-8-859,-6 9 859,6-11 0,-5 9-89,10-16-91,1 1-720,3-5 900,3-1 0,2 0 0,3-2 0</inkml:trace>
  <inkml:trace contextRef="#ctx0" brushRef="#br0" timeOffset="181544">7893 5718 10231,'-6'-4'1439,"2"-2"-1349,6-1 0,1 1 0,2-1 0,1 1 0,2-1-90,1-1 90,3-1 0,3-2-90,3 0 0,0 0-180,0 2-576,-1 1 396,-1 2-135,0-1-314,-2 2-540,0-1-1,-3 2 1350,-2 1 0,-3 1 0,0 1 0</inkml:trace>
  <inkml:trace contextRef="#ctx0" brushRef="#br0" timeOffset="181763">7984 5833 9871,'4'5'270,"2"-3"-180,0-2 0,3-3-90,1 0 90,6-3-90,1-2-90,7-2-180,-1-1-1287,3-1 387,-2 0 451,2-2 719,-2 1 0,2-2 0,0 0 0</inkml:trace>
  <inkml:trace contextRef="#ctx0" brushRef="#br0" timeOffset="183038">8614 5184 9152,'2'-7'90,"1"0"-3367,-2 2 1163,0 1 3793,0-2-1589,-3 1 949,0 1-949,-3 0 0,1 2 0,-2 1 3186,-1 1-3070,-1 1-116,-2 2-90,0 2 90,-3 1-90,1 2 0,-1 1 90,1-1-90,-2 5 0,4-2 0,0 4 90,5-3-90,1-1 0,2 1 0,1 0 90,3 0-90,2 0 0,3 0 0,5 0 0,3 2-476,4 0 476,1-2 0,3-1 0,0-1 0,0 0 0,-2-2 0,-1 0 0,-2-1 0,6 2 0,-7-1-287,5 4 377,-9-4-90,2 5 0,-5-4 0,-1 4 0,-5-5 548,-2 1-548,-1 0 0,-3 1 0,-1 1 305,-2 1-305,-2 1 0,-5 2 0,0-2 0,-5 2 0,1-3 0,0-2 0,-3 1-324,4-3 414,-2 1-90,4-3 0,1-1 0,4-4 90,1 0-90,2-1 0,0-2 0,2-3 0,2 0 414,1-4-414,3-10 0,6-14 44,-3 10 1,1-1-1220,-1 2 1,0 0 1174,0-1 0,0 1 90,2-11-284,-1 1 283,-2 9 1,-2 1 90,1-10-188,-1-6 98,-8 8 0,-1 6 0,-10-7 0,3 14-90,-6 1 90,4 9-90,-2 4 0,0 2-90,0 3 1765,-4 3-1855,0 3 0,0 3-179,1 2-91,5 0-360,2 1-1631,4 5 2441,4-5 0,4 7 0,4-3 0</inkml:trace>
  <inkml:trace contextRef="#ctx0" brushRef="#br0" timeOffset="183260">9084 5332 10951,'-1'-8'1079,"2"0"-989,-2 2-90,1 0 0,0 2 0,1 1 0</inkml:trace>
  <inkml:trace contextRef="#ctx0" brushRef="#br0" timeOffset="184044">7013 6931 9691,'-3'-7'360,"3"-1"-270,2 3 90,0-2 0,2 1-90,1-1 90,2-2 0,2-1-90,6-5 90,5-3-1,8-6-391,-8 10 0,2-1 302,2-2 0,3 0-1611,3-2 0,4-1 1566,-8 5 0,3-1 0,1-1 0,-2 2-15,3-2 0,-1 1 0,2-1-546,2-1 0,2-1 0,1 0 0,-1 1 546,2 0 0,-2 0 0,2 0-368,-7 3 0,1-1 0,0 0 1,0 0 359,0 1 1,0 0-1,0 0 1,0 0-239,0-1 1,1 1 0,-1-1 0,1 1 237,-1 0 1,1 0-1,-1 0 1,0 1 75,-3 0 1,0 1 0,0-1 0,0 1-99,2-2 0,0 1 0,0-1 0,-1 2 30,4-3 0,-2 0 0,1 1 0,3-2 0,0 1 0,-1-1-30,-3 3 0,-2 0 0,0 0 30,0 1 0,-1 0 0,1-1 124,-1 2 0,0-2 0,1 1 1,-2 1-155,0-1 0,-1 2 0,0-1 0,5-1 0,0-1 0,-3 2 45,-3 1 0,-2 1 134,11-4 1,-8 2 1049,-2 1-1049,-10 5 0,-1-2 1856,-8 5-1946,-2 0 3136,-2 0-3226,-2-2 0,1 3 0,-2-1 0</inkml:trace>
  <inkml:trace contextRef="#ctx0" brushRef="#br1" timeOffset="186560">5778 8460 12236,'0'-9'29,"0"1"37,-1 2 43,1 0 81,-1-3 68,1 3 51,-1-4-214,1 4 159,0-2-167,0 2-1,0-1 24,0 1 0,4 6-151,-2 1-147,5 7-5,-2 3 57,1 2 97,3 7-733,-1 1 662,1 6-886,-1 0 1070,0 1 23,-1-1 29,0 1-67,2 12 7,-2-9-4,0 6-12,-2-15-383,-1 2 366,-1-8 84,0 3-84,-1-7 581,-1-3-594,0 0 933,0-2-834,-1-1 348,0-1-572,0-1 109,-5-11-183,2 1-9,-2-11 33,3 5-1,-1-4 5,1-15 81,0 10 0,1-1-135,0 1 0,0-2 195,2-7 0,0 0 81,1-4-90,1-7 68,1 17-6,1 1 209,3 2 34,2 1 23,1 3 29,0 4-81,0 4 39,1 2-150,7 4-114,7 8-333,-1 3 94,-7 4 0,-2 2-200,3 6-880,3 10 804,-9-9 178,-1 2-25,-1 0 588,-1-2-257,-3-2 100,0-1 49,-1-2-114,-1-1 59,0-2-40,0-2-11,-2 0-15,1-1 3,-1-2 783,1 0-941,-1-2-112,1-1-2,0-1-111,0-2-356,3-2-283,1-2-352,0-2 283,1-2 1049,-3 1 1,3-5 0,0-1-1</inkml:trace>
  <inkml:trace contextRef="#ctx0" brushRef="#br1" timeOffset="186846">6420 8408 10200,'-7'-3'933,"1"-1"-632,4 0-169,4-1 54,1-1 79,4 0-111,1-1-17,0 0 3,4-1 277,3-1-93,3-2-489,2-1 402,1-1-109,-1 2-194,1 0-355,-1 0-1794,5-1 300,-9 3 1842,5 0 0,-5 3 0,1-1 0</inkml:trace>
  <inkml:trace contextRef="#ctx0" brushRef="#br0" timeOffset="187318">6989 8071 11041,'-4'-10'1079,"0"1"-719,2 4-180,0 1-90,4-2 0,-1 2 0,4-2-90,0 1 90,1-1 0,1 0-90,1-2 0,1 0 89,1-2-89,-1 0 90,1-2-90,0-1 0,1-3 0,1-2-954,-1-4 954,1-1 0,-3-1 0,2-15 0,-5 8 0,1-9 0,-5 14 0,-1 2 0,-1 2 90,0 0-90,-2-5 0,1 3 0,-1 2-90,0 7 90,2 8 0,1 12 0,1 4 0,1 15-1589,1 3 1589,1 8 0,0 6 0,-1-20 0,0 3 0,1 11 0,1 0 0,-1-8 0,0 1-402,2 7 0,-1-1 402,0-10 0,-1-1-45,1-1 0,-1-1-135,6 18-90,-4-15 1,0 0-181,-1-3 0,-1-1-1022,6 19-57,-2-12-90,-5-12 1949,-1-4 0,-2 4 0,0-1 1</inkml:trace>
  <inkml:trace contextRef="#ctx0" brushRef="#br0" timeOffset="187536">7145 8408 10951,'0'8'719,"0"-1"-269,1-3-270,3-2 90,1-3-180,4-2 90,2-4 0,5-3-1055,6-4 1055,7-5-180,4-4-90,-14 10 0,-1-1-135,2 1 1,0-1-226,2-3 0,1 0-450,1 0 1,1 0-740,1-2 1,0 0 1384,1 0 0,-1 0 0,7-6 0,0-1 0,-11 9 0,0-1 0,1 0 0</inkml:trace>
  <inkml:trace contextRef="#ctx0" brushRef="#br0" timeOffset="189727">20398 193 9691,'-9'-2'270,"1"1"-180,-1 2-90,1 1 90,-1 0 0,0-1-90,-2 2 90,0 0-90,0 1 0,-1 1 90,2-1-90,-1 1 0,1 1 90,0 0-90,3 0 0,-1 1 0,2 2 90,2 2-90,2 1 0,5-1 0,2-3 0,8 7 0,-1-4-366,8 4 366,-4-2 0,3-1 0,0 0 0,1 0 0,1-1 0,2 2 0,-1-1 0,0 0-227,4 3 137,-7-5 0,2 4 0,-9-7-180,2 3 180,-6-3 0,2 1 455,-6-3-455,-1-1 49,-2 0-49,-4 4 90,-2-3 0,-3 3 0,0-5 0,-7 3 180,-4-3-91,1 1 1,-1-2 90,8-2 180,-4-2-270,4 0 0,-1-2 0,5 0 90,0-5-90,2 1 0,2-4 0,4-6 0,3 1-90,2-8 90,8-7-90,-2 6-924,5-7 1014,-5 10-90,0 1 0,-3 2 90,1-2-90,-5 8 0,0-2 0,-4 6 0,-2 0 90,-3 1-90,-1 0 923,-7-2-923,3 4 0,-6-1-90,4 4 1,-1 1-91,1 2 0,0 1-180,1 0-180,0 1-809,3 1 180,0 0 1169,2 2 0,2-1 0,0 2 0</inkml:trace>
  <inkml:trace contextRef="#ctx0" brushRef="#br0" timeOffset="190027">20749 273 11041,'10'0'270,"1"0"-181,-3-1-89,2 0 90,2-1 0,1 0-90,0 0-180,8-1-89,-6 1-181,4-1-180,-6 0-1888,4 0 2518,-5 0 0,7-1 0,-4 1 0</inkml:trace>
  <inkml:trace contextRef="#ctx0" brushRef="#br0" timeOffset="190495">21144 277 10951,'2'-6'449,"2"0"-359,0 3-90,1 1 90,-1-1-90,1 1 90,0-1 0,1-1 0,2-1-90,0 0 0,-1-1 90,-2 1-90,0 0 0,0 0 0,-1-1 0,1 0 0,-1-2 90,0 1-90,-1 0 0,1-2 0,-2 2 0,1 0-90,-1 2 90,0 0-90,-1 2 90,1 8 0,-1 6-90,-1 6 90,-1 4 0,-2 1 0,0 14 0,-1-14 0,1 0-251,0 0 1,0-1 250,-4 18 0,3-15-90,0-4 90,1-1-272,0-4 92,0 1-89,1-3-1,0-2-180,0-2-90,0-2-222,1 0 762,0-2 0,1 0 0,0 0 0</inkml:trace>
  <inkml:trace contextRef="#ctx0" brushRef="#br0" timeOffset="190719">21102 576 9512,'5'5'449,"1"0"-359,-1-5 0,2 0 0,0 0 0,2-1-90,1 0 0,3-1-90,2-1-270,1-1-269,2 0-451,3-2-445,1 0 1525,2-3 0,2-2 0,0-2 0</inkml:trace>
  <inkml:trace contextRef="#ctx0" brushRef="#br0" timeOffset="191011">21507 107 9871,'2'-7'810,"0"2"-630,2 2-180,3 5 90,0 4 0,2 3-90,2 6 90,8 13 0,-5-2-45,-3-1 0,0 2 44,-3 10-994,-4-12 1,-1 1 948,-2-4 1,-2 1-45,-2 0 0,0 1 0,-1 1 0,-2 1-45,-4 10 1,-3 2-16,1-12 0,-1 1 0,0-1-75,-6 11 0,-1-1-1063,-1-2 0,-1-4 838,6-11 0,1-2-270,0-1 1,0-1-1138,-15 12 1767,-1-4 0,9-9 0,-1 0 0,-3-1 0,1 0 0</inkml:trace>
  <inkml:trace contextRef="#ctx0" brushRef="#br0" timeOffset="191452">20156 173 9781,'5'-7'1170,"0"1"539,-3 3-1619,-12 14 0,1 2 0,-13 16-2135,5 0 2135,-1 5-90,9-15 0,0 1 44,2 0 1,0 2 0,1 0 0,0 2-90,2 11 0,1 2-45,2-9 1,1 1-696,1 9 1,1-1 694,2-11 0,1-1 0,2 0 0,0-1-152,1 0 0,1-1 107,1 1 1,1-2-46,1-1 0,0 0-341,2-2 1,1 0 295,-1-1 1,2-1-552,1-2 1,0 0-80,1-2 1,1-1 854,1-1 0,1-1 0,10 0 0,3-1 0,2 0 0,0 1 0</inkml:trace>
  <inkml:trace contextRef="#ctx0" brushRef="#br0" timeOffset="191894">21920 410 10951,'1'-6'899,"1"1"-539,-1 1 90,1 0-90,0 1-270,2 1-1,1 2 1,2 3-90,0 2 90,1 1 0,1 2-90,2 2 0,2 3 0,2 0-449,5 8 179,-4-6-457,0 3 187,-7-8-180,0 0-899,-3-3-270,-1 1 1889,-2-2 0,-1-1 0,-1 0 0</inkml:trace>
  <inkml:trace contextRef="#ctx0" brushRef="#br0" timeOffset="192093">22099 390 10771,'-1'-8'180,"0"1"90,0 2-1,0 0-89,-1 2-90,-4 3 0,-2 4 0,-5 9-712,-3 2 712,-4 8-45,4-5 0,-1 1-45,-8 12-821,8-10 1,1-1 640,-4 10-315,8-11 0,1-1-1124,-5 12-270,0 1 1889,8-11 0,1 1 0,1-1 0</inkml:trace>
  <inkml:trace contextRef="#ctx0" brushRef="#br0" timeOffset="192736">22669 149 10591,'1'-10'720,"-1"1"-541,-2 3-89,-3 4 0,-1 2 0,-4 3 0,-1 3-90,-4 3-820,-3 5 820,-4 5 90,-1 4-90,-1 4 90,0 3-90,2 1 0,2 2 90,2 3-90,4-4 0,2 1 90,5-4-90,2 9 0,3-11 0,3 4 0,3-11-436,3 1 436,2-2-90,9 3-90,4-5 180,-1-4-90,0-7 90,-6-4-90,-1-2 90,0-1-90,0-2 90,5-6 777,-2-2-777,0-2 0,-7 1 479,-4 3-569,-2 1 90,-1 0 0,0 0 0,-1 1 0,0 0 0,-1 1-90,0 1 0,0 0-449,-1-1-2738,1 1 3264,0 0 0,0 3 0,0 0 1</inkml:trace>
  <inkml:trace contextRef="#ctx0" brushRef="#br0" timeOffset="193435">22874 244 9422,'0'-7'2518,"0"0"-2428,2 16 0,-2-2-90,3 14 90,-4-3 0,0 2 0,-1 19-90,0-18 0,1 0 45,-1 0 0,1 1-674,-2 15 719,3-15-90,0-1 0,1-2-179,0-2-271,0 3-450,1-2-719,-1-3-270,1-4 1889,-2-7 0,1-2 0,-1 0 0</inkml:trace>
  <inkml:trace contextRef="#ctx0" brushRef="#br0" timeOffset="193777">22904 266 10501,'0'-6'-90,"1"0"270,0 2-90,0-1 90,1 1-180,0 0 0,1 2 90,2-1 0,0 1-90,4 1 90,0 0-90,4 1 0,3 0 90,1 2-90,17 4 0,-9 1-436,11 4 346,-3 6-1157,-9-2 1157,4 6-558,-13-2 558,-3 1 0,-5 7 90,-5-6 0,-6 10-90,-5-10 90,-7 6 90,-2-5-1030,-5 4 1030,-2-5 0,5-7 0,-1 0 0,-12 6-227,7-6 1,0-1 181,5-3 0,1-1-45,-16 6-90,8-4 806,14-5-1795,1-2 1233,3-2 0,1-3 0,4-3 0</inkml:trace>
  <inkml:trace contextRef="#ctx0" brushRef="#br0" timeOffset="194102">23291 201 11131,'8'-5'1349,"-2"0"-1169,-1 7-90,-2 0 0,2 5 0,-3 0 0,1 2 0,-1 3-1,-1 3 1,-1 10 0,0-3-90,-1 7 90,0-6-862,0 9 772,0-8 90,0 6-566,1-11 386,0-2-90,0-2-629,1 3 179,0-7-1169,1 3-719,-1-6 2724,1-2 1,0-2-1,1 0 1</inkml:trace>
  <inkml:trace contextRef="#ctx0" brushRef="#br0" timeOffset="194343">23328 259 11940,'-6'-6'900,"5"0"-810,3 3 0,4 0 0,1 2-90,2 0 89,2 1 1,1-1-90,2-1-449,7 0-1,-4 0-180,6-1-1169,-9 2-629,0-2 2428,-2 1 0,3-1 0,0-1 0</inkml:trace>
  <inkml:trace contextRef="#ctx0" brushRef="#br0" timeOffset="194536">23395 427 11221,'-5'5'989,"1"1"-809,7-2 0,0-2 0,4 1 90,6-3-180,-1-1-1,5 1-268,0-2-181,1 2-450,2-3-2467,8 0 3017,-7 0 0,11-4 0,-9 0 0</inkml:trace>
  <inkml:trace contextRef="#ctx0" brushRef="#br0" timeOffset="202844">20719 999 9781,'7'-4'-179,"0"0"89,-1 3 90,0 1 0,1-1 0,2 0 90,0 0-90,3-1 0,1 2 0,2-2 0,0 2 0,1-1 0,-1 0 89,1 0-89,-2 0 0,-1 0 0,-2 1 0,-1 0 0,-1 0 0,0 0 0,-2 1 90,2 1-90,-7 8 0,1 0 0,-12 13 90,-1-5-90,-4 9 0,1-4-1016,-1 1 1016,0 4 0,1 0 0,-1 2 0,1-3 0,1-1 0,2-1-428,1-3 428,2-3-180,0 3 0,3-6-90,1 2-90,2-8-629,3-1 629,0-2 360,3-1 0,4 1 0,2-1 0</inkml:trace>
  <inkml:trace contextRef="#ctx0" brushRef="#br0" timeOffset="203143">21284 1007 8972,'-5'-5'1169,"1"3"-899,-4 7 90,-8 10 0,-6 9-180,0 3-1115,8-10 1,1 0 1114,-6 12-90,-2 3 0,1 3 0,1-1 0,0 3-1,8-12 1,0 1-90,-4 13 0,6-15 0,0 1-90,3-3 1,1-2-91,-3 10-180,3-9 0,1 0-180,1-2-1067,1 2 78,3-10 1529,1-1 0,4 2 0,1 0 0</inkml:trace>
  <inkml:trace contextRef="#ctx0" brushRef="#br0" timeOffset="203678">21421 1313 10141,'4'-13'90,"1"2"90,-2 2 0,-1 2 90,-1-1 0,0 1-90,-1 1 89,-1-1-89,-1 1 0,0 0 0,-1 1 0,-1 0-90,-1 0 0,-1 1 90,-2 0-90,0 2-90,-1 1 90,-1 1 0,0 1 0,-2 3-90,-1 2 90,0 2-90,0 1 0,1 1 0,1 1 0,1 1-90,2-1 0,1 0 90,2-1-90,2 1 0,2-2-180,2 4 180,2-3 0,3 2-180,6-1 90,-1-4 90,4 1 0,-3-5 0,-1-1 90,1-1-90,0-2 0,-1 0 90,1-1-89,4-4-1,-5 2 90,2-4 0,-6 2 0,-1-1 0,-1 1-90,0-1 90,0 0 0,-2 1 90,1-1-90,-1 2 0,-1 0-90,0 2 90,0 0 0,-1 12 0,-1-1 0,-1 12 0,-2-4 0,-1 2-595,-1 4 595,-1 3 0,-1 3 0,-2 0 0,1 0-618,-2-1 618,1-2 90,-3 4-90,1-8-202,-3 4 202,2-11 90,-9 7-90,6-8-90,-7 3-90,8-9-359,-5 2 89,5-4-899,-3 1 1349,2-6 0,2-1 0,-3-2 0</inkml:trace>
  <inkml:trace contextRef="#ctx0" brushRef="#br0" timeOffset="204854">20650 1943 9152,'-4'-8'629,"1"1"-89,1 1 0,1 1 179,0 0 361,0 0-990,-2 7 0,2 0 0,-2 9-90,3-2 90,0 3 0,-1 2-90,1 1 0,0 4 89,-1 1-89,1 1-316,-1 2 226,1-1-270,-3 9 0,2-10 0,-1 6-89,1-12-181,0-1-989,0-2-90,2-1 1709,-1-2 0,2 2 0,1-1 0</inkml:trace>
  <inkml:trace contextRef="#ctx0" brushRef="#br0" timeOffset="205493">20851 1964 9961,'2'-7'-180,"1"1"360,-1 3-90,-1 7-90,0 0 90,-3 10 0,0-5-90,-2 11 90,0-6-90,-1 6 0,1-5 0,0 0 0,-1 0 90,-1 6-90,0-6 0,0 4-90,1-8 90,2-1-90,-1-2 0,2 0 0,-1-1 0,1-2-359,-1 1-1,2 0 360,5-8 90,-2 1-90,6-6 0,-4 3 90,2-2-90,-1 2 90,2-1 0,-1 1-90,2 0 90,-2 1 0,3 0 0,-3 0 0,1 1 0,1 0 0,0 0 0,-1 0 0,1 1 0,-1 0 0,0-1-90,1 1 90,-1-2 0,-1 1 90,0 0-90,0-1 90,-1-1 0,0 0 0,-1 0 0,1 0 0,-2-2 90,1 2-90,-1-2 0,0 1 179,1-2 91,-1 1-270,1 0 0,-2 2 0,0 13 0,-3-2-90,0 12 0,-1-6 0,-1 2 90,1 3-90,0 1 0,0 1 0,1 1 90,-1 5-90,1-1 0,0 7-90,1-10-180,0 7 90,1-14-449,0 4-541,0-9 451,1-1 719,0-5 0,0 0 0,1-1 0</inkml:trace>
  <inkml:trace contextRef="#ctx0" brushRef="#br0" timeOffset="205830">21228 1947 9512,'3'-7'1259,"0"9"-1079,-2 1 90,-1 8-91,-2 0 91,-1 4-90,-2 6 0,-3 4 0,-3 8-886,-1 1 886,-1 4-1569,-1-1 1434,7-17 0,0 0 45,0 0 0,0-1-45,0 1 0,0 1-45,0-2 0,0 1 90,-6 19-1028,2-5 1028,1-3-654,1-4 474,3-3 319,0-4-409,3-4 1153,1-3-1333,0-3 1176,1-1-1266,1-2 717,1-2-3544,0-1 3345,2-2 0,4-3 0,2-3 0</inkml:trace>
  <inkml:trace contextRef="#ctx0" brushRef="#br0" timeOffset="206377">21472 2142 10501,'3'-9'360,"0"1"90,-2 4-91,-1-2 181,-4 0-360,1 1-90,-4 1 0,1 3 0,-2 2 0,0 0 0,-2 1 0,-1 2 0,-6 7-90,4-1 90,-4 5-90,7-3-90,1 1 90,1-1-90,2 0 0,1 0 0,2-1 0,1 0-90,2-1 90,1-2 0,2 1-90,1-2 0,1-1 0,2 0 90,0-2-90,1-1 90,0-2-179,5-1 89,2-4 90,0-1 0,6-9 0,-10 5 90,5-6-90,-5 3 90,0-1 0,-1 1-90,-2 1 90,0 1 0,-1 1 0,0 1 0,-2 2 0,0 1 0,-1 2 0,-1 1 0,3 3 90,-1 5-90,0 2 90,-2 13 0,-3-3-884,-1 12 884,-1-3-995,-2 3 995,-1 2 0,-1-2 0,-1 0 90,-1 0-45,1-10 0,0 0-45,-5 9 90,-5 7-90,3-15-1,0-1 91,0-4-198,0-2 108,2-3 0,-1-1 0,0-1-90,1-3-450,-3 1 90,4-4 529,-3-1-1068,6-2 625,0-1-1165,1-2 1444,1-3 1,-1-6 0,0-2 0</inkml:trace>
  <inkml:trace contextRef="#ctx0" brushRef="#br0" timeOffset="206579">21856 2323 11760,'6'-1'1619,"2"0"-1169,-4 0-90,2 1-270,0-1-90,0 2-360,0-1-1349,-3 1-1568,2 1 2927,-3 1 0,1-1 0,-3 0 0</inkml:trace>
  <inkml:trace contextRef="#ctx0" brushRef="#br0" timeOffset="207746">20555 2911 10861,'1'-7'539,"1"0"-449,1 2 0,0 2 0,1-2 0,1 2 90,0-1-90,2 0 0,1-1-90,2 1 90,0-1 0,1 1-90,0 1 90,0 0-90,-1 1 90,1 1-90,-1 1 90,4 1 0,-5 2-90,3 2 0,-6 1 0,-1 2 0,-3 1 0,0 5 0,-3 0 0,-2 3 0,-4 4 0,-2 1 0,-3 3-90,-7 11-1870,-2-1 1960,1-1 0,4-7 0,7-13 0,3-2 0,0-1-90,1-2 90,3-1 0,0 0 0,1-1 0,2-1 1960,3 2-1960,3-1 0,3-1 0,1-1-90,-1-3 90,2 0 0,0-2-90,2 0-180,9-1 0,-5 0-793,6-1 703,-5 1-2096,6-2 1016,-5 0 1440,4-1 0,-2-2 0,-1 0 0</inkml:trace>
  <inkml:trace contextRef="#ctx0" brushRef="#br0" timeOffset="208355">21018 2976 9961,'1'-7'90,"0"0"0,0 1 90,-1 1 90,1-1 180,-1 1-180,0-2-91,0 1 271,-1-1-270,-1 1 0,0 2-90,-1 0 180,0 2-180,-3 0 0,0 2 90,-5 2-90,3 2-90,-3 2 0,3 0 89,1 2-89,0-1 0,2 1 0,-1 5-179,5 2 179,1 1-90,3 0 90,3-3-180,5 5 90,0-3 0,6 4-513,-4-4 513,1 0-160,0-1 161,-2-1-1,0-2 0,-2 1-3140,0-2 3140,-1 0 0,-2-1 0,-1 0 335,0 3-335,-3-3 175,-1 4-85,-6-2 3276,0-1-3250,-3 0-26,-1-4-89,-6 2 89,1-2 0,-4 0 0,4-3 0,0-2 0,2 1 0,0-2 0,1 0 0,0-1 89,2 0-89,0-2 0,2-1 0,0-3 0,5-5 0,2-3 0,9-11 0,8-9-1027,-4 10 0,1-1 1027,-3 6 0,0-1-1356,4-5 0,-1 1 1356,-1 1 0,2-4-178,-8 12 178,-3 3 90,-2 2-90,-1 0 1329,-3 1-1329,-1 1 3276,-6-2-3270,0 5 327,-5-2-423,1 5-89,-7 1-91,4 1-90,-4 2 0,6 2-359,1 1-451,2 0 361,0 0 809,4 0 0,0 0 0,2-1 0</inkml:trace>
  <inkml:trace contextRef="#ctx0" brushRef="#br0" timeOffset="208643">21468 2803 9512,'6'-8'539,"-2"2"-179,-1 2 719,-1 1-989,-14 21 0,3-4 0,-11 22-90,5-6-2708,1 4 2708,6-15 0,0 1-45,0 0 0,0 1-404,1 0 1,-1 0 358,0 0 0,1 1-527,-3 7 1,1 2 211,1-3 1,0 0-811,-1 5 1,1-1 1073,3-11 1,1-1 0,-1 16-1,4-12 1</inkml:trace>
  <inkml:trace contextRef="#ctx0" brushRef="#br0" timeOffset="209227">21792 2979 10051,'0'-10'540,"0"2"-360,-1 1 0,-1 2 90,1 0-91,-1 1 91,0 0-90,-1-1 0,-1 2 0,0-1-90,-1 1 90,-1-1 0,-5 2-90,1 0 0,-2 2 0,1 2 0,-1 1 0,-1 2-90,1 1 89,-1 2-89,1 0 0,1 1 0,1 2-179,-1 5 89,4-4 0,0 2-90,5-5-90,3 5 0,0-5 90,4 3-90,1-5 0,1 0 91,3-1-91,1-2 90,1 0 0,0-2 0,-1 0 90,1-2-180,5-2 180,-4-2 0,4 0 90,-7-1-90,4-2 180,-5-1-90,2-1 90,-4 1 0,-1 0 0,-1 0 90,-1 1-90,1 1 0,-2 0 90,1 0 0,0 2-90,1 4-90,-3 3 90,1 7-90,-1 2 0,0 13 90,-1-4-90,0 13 0,-1-5-279,0-6 1,-1 2 278,0 0 0,-1 0 45,0 0 0,0 0 0,-2 4 0,-2-3-45,-2 1 90,-4 7 90,-6-8-90,3-8-90,-8 4 89,7-12 1,-2-1-90,1-2 90,0-2-180,-4-1-539,0-3 179,2 0-1169,4-3-90,6-1 1870,2-1 1,-2-4 0,1-1 0</inkml:trace>
  <inkml:trace contextRef="#ctx0" brushRef="#br0" timeOffset="210260">20525 3848 10231,'-6'-5'450,"2"0"90,1 1-450,5-2-1,-1 2 181,7-3-270,4 1 90,1-1-90,5 1 90,-3 1-90,9 0 90,-4 2-532,6 0 442,-8 2 0,0 3-12,-2 0 12,0 1 0,-2 1 0,-3-1 0,0 3 0,-3 0 439,-2 1-439,-2 1 195,-3 1-195,-5 5 0,0-2 0,-5 4 0,-4 2 0,2-5 0,-2 2 0,3-5 0,2-2 0,2 0 0,0-1 0,1-2 0,1 0 0,0-1 0,1 0 0,1 0 0,2 2 0,0-2 0,3 2 0,0-2-90,1-1 90,1 2-90,4 1 0,-2-1 0,2 1-90,-2 2 90,-2-2 0,1 4 90,-4-3-89,-1 2 89,-4-1 0,0 0 0,-3 3-90,-2 0 180,-2 1-90,0 0 0,-2 0 0,1-1 0,1 0 0,0-2 0,1 0-90,2 0-180,0-2-540,0 1 810,3-4 0,1 0 0,2-3 0</inkml:trace>
  <inkml:trace contextRef="#ctx0" brushRef="#br0" timeOffset="210685">21016 3793 10411,'0'-7'1709,"-1"0"-1169,0 2-450,-5 6 0,1 1-90,-3 6 90,0-1 0,0 3-90,-1 0 90,-1 3-90,1 0 0,0 0 0,2 0 0,0 0-90,1 4 0,2-4 0,1 3-90,3-5 0,2-1 0,2 0-270,6 4-179,4 2 449,3 0-90,0-2 0,-4-5 90,-2 0 0,0-1 90,-2 0 0,-1-1 0,-2 0 180,-1-1 0,-4 4 90,-1-3-90,-3 3 90,-3-2 0,-2 0 0,-3 1-90,-2 0 90,-2 0-90,1-1 0,-1-1-1,2-1 1,1 1-90,2-2-179,1-1-181,1-1-180,2-1-2338,1-1 2878,0-2 0,3-2 0,-1-1 0</inkml:trace>
  <inkml:trace contextRef="#ctx0" brushRef="#br0" timeOffset="210910">21020 3807 10411,'0'-7'900,"1"0"-541,0 2-179,0 1-90,2-1 90,1 1 0,5-2-90,-1 1 0,5-1 0,-1 1-90,2 0-90,2-1-90,4 0-1277,1-1 557,4-1-719,0 1 1619,11-4 0,-5 2 0,7-3 0</inkml:trace>
  <inkml:trace contextRef="#ctx0" brushRef="#br0" timeOffset="211176">21489 3641 12660,'-3'12'270,"-7"12"-180,1-3 0,-6 10-90,4-3 44,2-6 1,0 1-1554,-4 16 1509,5-13 0,-1 1-90,-3 13 0,1-1-180,1-3 45,3-12 0,1 1-225,1-1 1,0 0 44,0-1 0,1 0-1124,-2 14 285,4-18 1244,1-3 0,2 1 0,0 0 0</inkml:trace>
  <inkml:trace contextRef="#ctx0" brushRef="#br0" timeOffset="211727">21755 3912 10951,'2'-8'629,"-1"1"-449,1 1 90,-2 1 270,1 0-270,-1-2 269,-1-1-359,-1 0 90,-1 1-180,0 2 90,0 0 0,-3 1-90,0 0 0,-1 1 0,-3 0 0,1 2 0,-3 2 0,0 1-1,-2 2-89,2 1 90,-2 2-90,1 1-90,0 2 1,1 0-1,3 1 0,1 0-90,2 0 0,2 0-90,0-1 0,3 1 0,2-2 0,1 0 1,2-1-1,1-1 0,2-2 0,0 0-180,6-1 180,-2-1 91,2-2 89,-3-2-180,3-2 90,0-3 90,0 1 270,-1-3-90,-5 4 0,0-2 90,-3 3-90,0-1 89,-1 2 91,1-1-270,0 7 90,-1-2-90,-1 7 90,-2 5 0,-2-1 0,-1 6 0,-1 5-90,-1-5 90,-1 7-633,-1-6 633,1-1 0,-2 1-90,-1 0 90,1-2 0,-2-1 0,-5 3-90,4-7 0,-5 4-214,5-7 34,0-2-90,0-1-89,1-2-361,1-1-899,2-1 266,-1-2 1353,3-2 0,-6-6 0,-1-2 0</inkml:trace>
  <inkml:trace contextRef="#ctx0" brushRef="#br0" timeOffset="211935">22101 3985 12390,'5'-4'1619,"1"0"-1709,-4 2-2159,2 3 360,0 2 1889,-1 1 0,-1 0 0,0-1 0</inkml:trace>
  <inkml:trace contextRef="#ctx0" brushRef="#br0" timeOffset="213478">20623 4771 10591,'7'-5'360,"-1"0"-360,-5 11 0,-2-1 90,-5 17 0,-1-3-90,0 0 0,0 1 0,-3 11-811,3-11 0,0 0 811,-4 10 0,1 0 309,-1 0-399,0-3 90,2-1-568,2-4 478,0-2-90,2-4 1,-1 1-91,3-3 1422,1-1-1332,2-4 90,3-7 0,4-4 638,0-1-548,2-5 0,-3 2 0,0-1 0,1 0 0,-1 0 0,3-4 0,0 1 0,0-1 0,-1 1 0,-2 4 0,1 1 0,0 0 0,0 0 0,2 0 0,-1 1 0,1 0 0,1 0 0,5-1 90,3-2-90,0 1-90,-1-1 180,-6 3-90,-2-1 90,0-1 0,-2 2 0,-1-2 90,-1 2-90,-1-1 0,0 1 90,-1 1 0,-1-1 270,0 0-450,-4 11 89,1-1-89,-4 12 0,1-1 90,-3 15 0,2-5-90,2-3 0,0 2-1659,1 11 1749,0 1-90,3-8 0,1-12 0,1 5-90,0-8 0,0 4 0,0-10-180,0-1-90,1-2-1439,1-1 1799,-1-3 0,7-3 0,-1-3 0</inkml:trace>
  <inkml:trace contextRef="#ctx0" brushRef="#br0" timeOffset="214018">21034 4923 9781,'2'-8'180,"-1"0"0,0 2 180,-1 0-180,-1-1 0,-1 2 90,-1-2-90,0 3-1,-1 0 1,-1 0 180,-4 0-270,0 1 90,-3 1 0,-4 3-90,3 1 0,-5 3 0,6 0-90,-2 2 90,2 2 0,0 1-90,1 1 90,1 2-90,2 0-90,0 7 90,5-5-90,1 4-90,3-6 90,2 0-90,2-1-180,5 3 180,0-5 0,2 1 90,-2-6-90,-1-2 91,0-2-91,4-2 90,-3-2 0,2-1 90,-3-1-90,-2-1 180,1-1-90,-2-1 0,2-5 0,-2 4 90,1-4-90,-3 5 90,-1 1-90,0 0 90,1 0-90,-1 2 0,2 1 0,-1 6 0,1 2 0,0 6 90,-2 1-90,0 3 0,-2 4-587,0 2 587,-1 7-272,-1 2 317,-1-6 0,0 1-45,-3 12-815,2-13 1,0-1 814,-4 9 0,1-2 0,-2-2 90,-2 3-90,1-8 145,-2 0-145,2-10 90,0-2 139,0-1-229,0-2 1708,0-1-1708,0-2 0,1-2-90,0 0 316,0-1-406,0-1-180,1-1-1619,-2-4 1979,1-3 0,0-6 0,2-2 0</inkml:trace>
  <inkml:trace contextRef="#ctx0" brushRef="#br0" timeOffset="214337">21334 4829 9781,'4'-10'90,"0"1"0,-1 2 0,-1 0 90,1 1 90,-1 1-180,0 0 450,0 2-450,-5 10 0,-1 4-90,-6 15-1321,-2 4 1411,-2 5-45,7-15 0,-1 1-779,0 1 0,0 0 779,-1 1 0,1 0-45,0 1 0,0-1 45,0 0 0,0 1-45,1-1 0,0 0 45,0 0 0,0-1-45,0 0 0,0 0 0,2-1 0,-1 0 90,-4 17-1124,2-3 944,2-4-90,1-4-540,1-3 181,1 0-901,1-7 91,1 0 1605,2-9 0,1 2 1,3-1-1</inkml:trace>
  <inkml:trace contextRef="#ctx0" brushRef="#br0" timeOffset="214877">21561 5136 10051,'4'-9'180,"-1"0"0,-1 1 90,-2 1 0,1 1 0,-1 0 89,-1 0-89,1 0 0,-1 1-90,-1-1 90,0 1-90,-1 0 0,0 1 0,-1 0-91,-1 1 181,-2-1-90,-3 3-90,-1 1 0,-1 4 0,3 2-90,-1 1 0,0 2 0,-4 7-90,5-4 0,-2 5 0,6-7-90,2 1 0,0 0 1,3-2-91,-1 1 90,2-2-270,3 3 270,-1-3-90,5 1 90,-2-5 90,1-1-89,-1-3 89,0-1 90,1-1-90,0-1 0,1-2 0,-1-1 0,2-3 90,-1 0 0,1-2 0,0-1 90,0 0 180,1-3-180,-3 5-1,1-1 91,-2 3 0,-2 3-90,4 9 0,-4 2-90,2 11 90,-5 0-90,-2 21 90,-2-7-732,1-7 0,0 0 642,-3 9 90,0 0-90,-1 0 0,-1-1 0,-2-2-83,0-1 83,-8 7 90,4-10-1226,-6 6 1136,6-15 0,0-3-90,0-4-270,-7 1 0,4-6 0,-5 2 737,9-5-3345,-5-1 2968,4-1 0,-6-3 0,4-1 0</inkml:trace>
  <inkml:trace contextRef="#ctx0" brushRef="#br0" timeOffset="215851">20538 6075 9961,'4'-7'0,"0"-1"180,-1 3 90,0-1 90,-1 2 359,0 1-719,-4 8 90,-1 1 0,-4 10 0,-1 1-90,-2 4-465,-1 4 465,-1 1 45,2-5 0,1 1-1419,-7 13 1419,5-11 0,0-1-135,-5 11 0,5-13 0,1-1-90,-4 10 0,-2 2-337,9-13 338,0-5-1,2-2 0,2-3 547,0-2-817,1-1 1665,3-3-1305,3-4 504,3-1-504,-1-5 90,2-1-90,-2 0 90,1-2-89,1 0 89,-1 1-90,1-2 90,0 1 0,1 0 0,-1 1-90,1 1 90,0 1 0,0-1 0,2 2 0,-1-1-90,7-1 90,-4 2 0,5-1 0,-5 3 0,6-2 0,1 1 0,-2 0 0,-2 0 0,-7 1 0,-1 0 0,-2 0 90,0 0-90,-1 0 90,0 0-90,-1-1 90,-1 0-1,0 1 1,0 0 0,-1 0 0,0 1 0,1-1 0,0 2 0,-1 3-90,0 2 0,-2 4 0,-1 2 0,0 0 90,-1 4-90,1 1 0,-1 2 0,0 2-283,0 0 283,1 2 0,0-1 90,1 8-90,0-8 0,1 11 0,0-15 0,0 4 0,1-9-90,0-1-180,0-2 0,0-1-360,1-1-359,1-2 643,-1-1 346,2-1 0,2-2 0,2 0 0</inkml:trace>
  <inkml:trace contextRef="#ctx0" brushRef="#br0" timeOffset="216409">21000 6191 9242,'1'-8'809,"-1"0"-539,0 1 0,-1 3 0,-1-3 90,0 3-91,0 0 1,-1 0-90,1 0 270,-4-2-180,0 1 0,-6 0-180,3 2 89,-7 3-89,6 3 0,-4 2 0,4 1-90,1 1 90,1 1-90,1 0-90,2 1 90,1-1-90,2 1 0,0 0-89,2 0-91,4 2-90,2 0 180,4 2 90,0-5 0,0-3 0,-3-2-90,4-3 180,-3-1-90,2-2 0,0-3 90,-2 0 0,0-2-90,-2 1 90,1 0 0,4-9 0,-5 6 0,5-4 0,-7 7 0,0 1 0,1 0 0,-1 2-90,2 0 180,-1 7-90,0 1 0,0 4 0,-2 2 0,-1 2 0,-1 5 0,0 2-591,-2 1 681,-1 6-180,-4 14 90,1-8 45,0-10 0,0-1-45,-3 6 0,-4 10 0,-3-3 0,1-3 90,-4-2-90,7-15 0,-2 1-60,3-8 60,1-1-90,1-1-449,-3-2 89,2-1-270,-1-1-1120,1-4 1840,3-1 0,-4-7 0,3 0 0</inkml:trace>
  <inkml:trace contextRef="#ctx0" brushRef="#br0" timeOffset="216719">21257 6013 9512,'7'-10'359,"-1"2"91,-2 1 0,-2 3-90,2-2 89,-2 2-359,2 7 0,-3 1 0,1 8 180,-4 10-180,-1 2-441,-1 11 441,-1-7 0,-1 1-90,2-7 0,0 0 60,-2 5 0,-2 3 0,2-3-15,-1-2 0,1-1-1003,-3 9 0,1-2 1003,2-9 0,0-2-45,-4 17 90,0-3-135,4-12 0,1-1-135,-3 8-1096,-1 5 1006,5-16-410,1-1-129,1-5-233,1 2 1042,1-7 0,2-2 0,1-2 0</inkml:trace>
  <inkml:trace contextRef="#ctx0" brushRef="#br0" timeOffset="217279">21631 6232 10231,'0'-8'900,"-1"-2"-631,-1 5 1,-1-1 0,-1 0 0,1 2 0,-1 1-90,0-1 0,-1 1 0,0 0-1,-1 1-89,0 0 0,-2 1 90,0 1-90,-2 1 0,0 2-90,0 0 90,0 2 0,-1 2-90,1 0 90,1 2-90,0 0-90,2 2 0,1-1 0,1 1 0,2-2-180,1 1 90,2-2-89,1 0-1,1-1 0,1 1-90,2-2 90,0 0 0,1-1 91,1-1-1,0-3 0,1 1 0,0-2-90,6-4 90,4-4 180,0-2 90,3-5-90,-5 2 90,-1-2-218,-1 1 308,-3 2 0,-2 0 90,-1 1-91,-1 1 1,-1 2 0,-1 2 0,-1 0 360,0 2-232,-2 6-218,-2 3 0,-4 15 0,-2 0-807,-3 10 717,1-3 90,1 2-90,-1 0 45,2-7 0,1 0-45,-3 11-446,3-11 0,-1-1 446,0 7 0,-1-1 0,0-1-410,0-4 410,0-2-202,0-4 292,0-2-90,-2-1 0,1-1 580,-2-3-580,-1-1-180,-8 1-90,4-2 1,-8-1-811,-3-2 360,6-3 720,-14 0 0,7-3 0,-7-1 0</inkml:trace>
  <inkml:trace contextRef="#ctx0" brushRef="#br0" timeOffset="220218">20559 7170 10321,'3'-6'-90,"0"-1"270,-1 3 270,-1 0-450,-5 5 0,1 1 90,-6 5-90,3 0 0,-1 1 0,-2 2 90,0 1-90,0 0 0,1 0 0,0-1 0,1 5 0,1-4 0,1 3 90,4-4-90,4 3 0,0-3 0,3 2 0,0-4 0,2 0 0,1-1 0,0 1 0,0-2 0,0 1 0,0 0 0,0 0 0,-2-1 0,0 1-90,-1-1 90,-2 1 0,-1-1 0,0 3 0,-3-1 0,-5 8 0,-1-4 0,-5 8 0,-1-5-778,-3 2 778,-1-1 0,0 0 0,-1 1 0,2-3-187,0-1 7,3-1 0,1-3-180,1 0-180,1-1-1708,-1 1 2248,3-4 0,0 1 0,3-3 0</inkml:trace>
  <inkml:trace contextRef="#ctx0" brushRef="#br0" timeOffset="220451">20480 7264 9332,'-1'-9'629,"0"1"-359,1 1-180,2 1 0,-1 3 0,3-1 0,-1 1 0,3 0 0,2-1-90,2 0 90,2-1-90,2 1 0,1-3-90,2 2-630,12-4-1079,6 2 1080,0-2 409,2 3 0,-7 2 0,2-1 0</inkml:trace>
  <inkml:trace contextRef="#ctx0" brushRef="#br0" timeOffset="220851">20956 7190 9602,'0'-8'2428,"0"1"-1978,-4 0-270,-1 6 0,0 2 0,-3 5-90,-3 5 89,-3 6-1685,-6 6 1596,0 5 0,-3 6-45,11-16 0,1 0 0,1 2 0,-1-1 0,1 2 0,0-1 0,1 0 0,1 1 0,-3 13 0,2 0-135,-1 7 90,4-12 0,2-2-509,4-5 329,3-3 180,1-3-180,3-1 90,2-3 0,2-3-90,1-3 90,1-2 0,1-3 1,3-3-1,-1-1 0,4-5 90,-2-2 1429,1-1-1519,0-7 90,-7 5 90,-1-4-90,-6 6 496,-2 1-496,-2 0 0,-2 2 90,-1 0-90,-2 2 0,-3-1 0,-2 3 0,-2 0 0,1 3 0,-1 0-180,-1 2 0,0 1-180,0 2 0,1-1-899,-4 4-180,4-2 1439,-5 5 0,6-2 0,-4 1 0</inkml:trace>
  <inkml:trace contextRef="#ctx0" brushRef="#br0" timeOffset="221162">21339 7147 10141,'5'-11'450,"-1"1"-180,-2 1 0,0 2-1,0 1 271,-1 1 0,-1-1-180,0 1-270,-5 7 0,0 3 89,-7 11-89,1 3 0,-4 8-90,-1 5-1634,-1 5 1679,8-17 0,1 1 0,-1 2 0,0 0-45,-1 0 0,1 1-860,0 1 1,-1 1 859,1 0 0,0 0 45,-1 0 0,1 0-640,0 0 1,0-1 594,0 1 0,-1-1-45,2-2 0,0 1 0,-1-2 1,1 1-226,-1 4 0,0 0-90,-4 11-200,6-12 1,-1-2-1780,2 1 2339,0 0 0,4-10 0,2-6 0</inkml:trace>
  <inkml:trace contextRef="#ctx0" brushRef="#br0" timeOffset="221714">21426 7485 10501,'3'-8'90,"0"1"90,-1 0 0,-1 1 90,-1 1-1,-1-1-89,1 1 360,-3-2-360,1 1 180,-3-4 0,-1 4-271,0-1 1,-1 3 0,0 1 0,1 2 0,-1 0 0,0 1 0,0 1-90,0 2 90,-1 1 0,0 2-90,0 1 0,0 2 90,1 0-180,1 6 0,1-4 0,2 5 0,2-5-90,2-1 0,1 1 1,1 0-1,2-1 0,0-1 0,1-2 0,0-1 90,0-1-90,0-2 90,0-1 0,1 0 0,-1-2 0,0-1 0,0 0 90,0-2-180,2-3 180,-2 0-90,2 0 90,-4 0 0,0 0 0,0 0 0,0-1-89,0 0 89,0 2 0,2 5 0,-3 3 0,2 6 0,-3 2-90,-2 3 90,0 14 0,-5 13-702,3-20 1,-1 0 746,-1 2 0,0 0-45,-4 8-13,0-2 13,-2 0 179,-6 10-1059,3-12 969,-5 7-89,4-15 90,1-2-90,-1-3 90,-5 1-90,4-6 986,-5 1-1166,6-4-90,0-2-256,1-1-1003,2-1 1529,-2-3 0,-1-3 0,-4-3 0</inkml:trace>
  <inkml:trace contextRef="#ctx0" brushRef="#br0" timeOffset="223527">20794 8401 9512,'0'-8'-270,"-4"4"180,0 4 90,-4 5 0,1 2 0,-2 4-90,-9 12 90,4-2-1160,-7 10 1160,4-3 0,2-2 0,-2 5 0,0-1 0,1 0 0,1 0 0,4-4 89,2 0-286,2-2 197,3-2 0,1 3 0,4-8 0,2 6 90,2-10-90,5 3 0,-1-6 0,4 0-90,3-4 90,-4-4 0,11-3 0,-9-3 180,11-5-180,-12 1 90,3-3 1225,-7 3-1045,1-5-180,-3 3 312,-1-4-222,-4 0-90,-2 4 0,-3-3 0,-1 4 0,-2 1 0,-5-2-90,1 4 90,-3-1-90,4 5-90,1 0 0,-1 1-180,2 2 0,-1 0-180,1 1-1708,-1 1 2158,2 0 0,1 1 0,2 0 0</inkml:trace>
  <inkml:trace contextRef="#ctx0" brushRef="#br0" timeOffset="224060">20957 8532 9422,'0'-9'180,"0"1"-91,0 3 1,1 0 0,0-1 0,0 1 90,1-1-90,0 0 0,1 1-90,1-1 90,0 0 0,1 1 0,4-4-90,-1 4 90,6-3 0,-4 3-90,2 1 90,-2 2-90,-1 1 0,0 0 0,-1 2 90,0 0-90,-2 2 0,0 1 0,-1 0 0,-1 3 90,-2 1-90,0 1 0,-2 1 0,-2 2 0,-5 9 0,-1-1 0,-4 6 0,1-4-528,-1-1 528,1-4 0,2 0-24,1-4 24,2-2 0,-1 0 0,3-2 0,-1 0 0,3-1 526,0-1-616,1-1 116,1 0-116,1-2 90,0 1-90,3 0 0,1 1 0,0-1 90,2 3-90,-1-3 0,0 4 90,0 1-90,-2 1 90,-2 1 0,-3-1 0,-8 11 90,0-2-838,-6 8 748,0-7 90,0-2-90,-1-1-420,1-3 510,1-1-90,1-3 0,3-2 0,1 0-90,1-2 0,0 0-89,3-2 620,-1-1-441,2 0 0,1-3 0,1 1 0</inkml:trace>
  <inkml:trace contextRef="#ctx0" brushRef="#br0" timeOffset="224360">21444 8313 9332,'5'-12'449,"-1"1"-179,-1 2 0,0 1 0,-1 2 0,0 2 719,-1-1-809,-5 11-90,0 2 0,-8 12-1182,2 4 1182,-3 7-45,2-3 0,1 2 0,1-7 0,0 1-986,-3 10 0,0-1 986,3-9 0,0-1-1,0 2 1,1-1-45,-1 0 0,0 1-251,1-1 0,0 2 251,-4 8 0,1 1-45,3-10 0,-1 1-45,-1 6 0,0 0-180,2-6 1,2-3-212,-4 13-104,4-14 0,1 0-2383,1 4 2968,1-4 0,3-4 0,2-6 0</inkml:trace>
  <inkml:trace contextRef="#ctx0" brushRef="#br0" timeOffset="224943">21578 8709 10231,'0'-10'450,"-1"2"-180,-1 2-90,1 0 89,-1 2 1,-1-2-90,0 2 90,0-1-90,-1 0 0,0 1 90,-3-1-180,1 2 0,-2 0 0,1 2 0,1 2-1,-1 1 1,1 1 0,-1 2-90,1 0 90,0 1-90,1 1 0,0 1-90,1 0 90,0 1-90,1 0 0,1-1-89,2 1 89,-1-1-90,2 0 0,1 0-90,1-1-180,3 3 180,0-4-179,7 2-1,-1-5 360,1-1-90,0-2 0,-3-1 90,-1-1-90,5-2 90,-3 0 0,4-3 90,-5 2 0,-1-1 0,0-1 90,3-4 90,-1-2 0,0 2-90,-3 1-90,-3 4 90,-1 2 0,0 0 0,-1 1-90,1 4 90,-1 2-90,-1 4 0,-2 4 90,-1 3-90,-1 8-1090,0 3 1090,-2 6 0,0 2 90,-2 5-90,0-3 0,3-15 0,-1 2-1516,-1 3 1,1 1 1515,-1-4 0,1 0 0,-1 3 0,-1 0-455,-2 9 455,0-5 90,-1-3-90,0-5 90,0-3-61,0-4 61,-1-4 0,-5 0 0,2-5 0,-4-1-180,-6-4-90,5-4-1169,-20-6-1080,8-7 2423,-2-2 0,6-6 0,9 4 1</inkml:trace>
  <inkml:trace contextRef="#ctx0" brushRef="#br0" timeOffset="234560">24149 271 7173,'-6'-6'809,"-1"1"-359,3 2-90,-1 1-90,-1-2 90,2 2 89,-1 0-89,2-1 180,-1 1-180,1-1-270,6 1 0,-1 0-90,7 1 89,-1 1 1,3 1 0,9-1-90,-3 0 90,6 0-437,-5 0 347,1 0 0,1-1 90,6 1-90,-7-1-108,3 1 108,-8 0 0,-3 0-270,4 0-180,-2-1 91,-1 1-1187,-4 0 1546,-4 0 0,-2 1 0,0 0 0</inkml:trace>
  <inkml:trace contextRef="#ctx0" brushRef="#br0" timeOffset="234893">24255 311 11221,'1'10'269,"-1"2"-269,-2 2 90,-3 7-90,0 4 90,-3 5-3367,0 5 984,-1 1 2757,0 5-464,-1-1 90,3-2-90,-1-1 728,3-4-728,2-12 0,0 0-90,-1 8 0,0 4-180,3-15 90,-1-4-179,1-1 89,0-3 2634,1 0-2993,0-3 920,1 1 1,2-3 0,1 0 0</inkml:trace>
  <inkml:trace contextRef="#ctx0" brushRef="#br0" timeOffset="235710">24379 913 10411,'8'-1'180,"1"-1"-90,-6-1 0,1-1-90,0-1 90,1-1-90,-1 0 90,1-1-90,0-2 90,0 0-90,0-2 0,0 0 0,1-3 90,1-3-692,1-3 602,0-4 0,0-1 0,-1 2 0,-1-2 90,0-4-90,-1 5 0,0-1 0,-3 10-339,-1 3 339,0 2 0,-1-2 0,-1 5 0,0-2 0,-1 5 580,-2 2-490,-1 1 181,-1 4-271,1 0 0,1 2 0,2 2 0,2-2 0,1 3 0,3 0 0,0-2 0,3 2 0,1-3 0,5 4 0,-4-3 0,4 2 0,-6-3 0,1-1 0,-2 1 0,1 2 0,-2-2-90,0 2 180,-3-1-90,0 1 0,-2 0 0,-2 1 0,-1 5 0,-2 5 0,-1 0 0,1 1 0,0-5 0,1 0 0,0-1 0,1 1 0,1 0 0,0-1 0,2-1 0,0 0-90,1-1 0,2 0-90,0-1 0,0-1-180,2-1 0,0-1-2068,5 1 2428,-1-4 0,8 3 0,-2-3 0</inkml:trace>
  <inkml:trace contextRef="#ctx0" brushRef="#br0" timeOffset="235877">24776 859 9961,'2'-7'810,"-1"0"-270,0 2 89,1 0-89,-1 1 0,1-2-540,-1 2 0,0 2 0,-1 0 0</inkml:trace>
  <inkml:trace contextRef="#ctx0" brushRef="#br0" timeOffset="246646">24152 1233 9062,'5'-4'1529,"0"1"-180,-1-1-629,-1 1 629,2 0-1259,-4 6-90,-1 1 90,0 6-90,-3-1 0,1 2 90,-1 2-90,0 2 0,-1 1 0,1 2-186,0 1 186,0 1 0,0-1 0,0 10 0,1-6-716,-1 4 806,2-9-90,1-2 0,-1 0 0,1 4 0,0-4 0,0 5 0,1-9 256,-1 0-256,1-1 0,-1-4 90,1 1 646,-1-3-736,1 0 0,0-1 0,3-5 0,-3-2 0,4-7 0,-4-4 0,2-1 0,-1-3 0,-1 2 0,0-1 0,1-13 0,-1 5-772,0-8 772,-1 10 0,1 1 0,-2 1-143,2 1 143,-2 4 0,1 0 0,0 3 0,-1 1 0,1-1-90,0 2-90,0-1 90,3 13 760,-3 1-760,3 9 65,-2-4-155,1 1 0,-1-1-90,0 1-89,0 0-1,0 0-180,0-1-1798,0 4 269,0-4 2069,0 3 0,1-1 0,1-1 0</inkml:trace>
  <inkml:trace contextRef="#ctx0" brushRef="#br0" timeOffset="252309">23866 2140 8972,'0'-8'809,"1"1"-719,3 4-90,-1 0 90,1 1-90,0 0 0,1 1 0,-1 0 90,2-1-90,-1 1 0,4 0 0,-4 0 0,3 0 0,-3 0 90,0 1-180,1 0 180,-1 0-180,0-1 90,0 2 0,0-1 0,0 0 90,0 0-90,1-1 0,1 2 0,0-1 0,-1 2 0,-1 0 0,-1 0 0,1 2 0,-3-1 0,1 0 0,-2 1 0,0 0 0,-1 2 0,-2 0 0,-3 7 0,-1-1 0,-3 5-465,-1-1 465,-3 1 0,-1 3 0,-1 1 0,-1-2 0,0 1 0,1-2 0,0 1 0,1-1 0,-1-1 0,0 1-47,1-3 47,1-1 0,2-2 0,2-2 0,0-1 0,1-1 0,1 0 0,-1 1 0,2-3 463,-1 1-373,2-3-41,1 0-139,0-1 90,1 0 0,0 0 0,0 1 0,0-1 90,-1 1-180,2-1 90,3 0 0,5-1 0,1 1 0,2-3 0,0 0 0,0 0 0,2 0 0,0 0 0,2 0 0,2 0 0,0-1 0,1 1 0,2-1 0,1 0 0,1 1 0,10-1 0,3 0-960,-1 0 960,-2-1 0,-12 2-90,0-1 0,-2 1 90,-2-1-180,-1 1-90,3-1 0,-5 0 0,2 0 781,-6 0-1410,-1 1 899,-1 0 0,1 0 0,0 1 0</inkml:trace>
  <inkml:trace contextRef="#ctx0" brushRef="#br0" timeOffset="256801">23878 3148 8252,'-1'-11'450,"0"2"-360,0 3 90,0 1-90,0 0 90,0 0 0,0-1-90,2 2-90,2-1 0,0 4 0,4-1 0,-4 1 0,3 0 0,-1 0 0,1 0 0,0 0 0,0 1 0,2-1 0,0 1 0,1 0 0,1 0 0,0 0 0,1 0 90,1 0-90,-1 1-90,1-1 90,0 0 0,1 0 0,0 1 0,0 1 0,0 0-90,0 0 180,-1 0-180,-1 1 90,-1 0 0,-2 2 0,-1 0 0,-2 0 0,-3 2 0,-3 6 0,-4-2 90,-15 15-45,5-12 0,-1 0-904,-2 1 0,-1 0 904,-2 0 0,1 0-45,-13 7-533,11-9 1,1 0 532,-9 4-510,-3 3 600,17-11-90,5-1 90,3-1 1341,2-1-1431,3-1 1495,2 1-1495,3-2 726,3 1-726,8 2 0,1-3 0,7 2-572,-3-2 572,4 0 0,-1 0-90,1 0 90,-3 1-42,-4-1 42,-2 0 0,-3 1 0,-2 0 0,-2 1-90,-3 1 571,-2 0-481,-1 1-47,-2 0 47,-3 1 0,0 1-90,-3 1 90,-1 0 0,-1 0-90,-1-1 90,0 0 0,-7 3 0,3-4-89,-3 2 89,5-5 0,1 0 0,-1-1 0,0 0-90,0-1 0,0 0-90,1-1-180,0-2-630,1 1 631,0-1 359,0 0 0,-5 0 0,0 0 0</inkml:trace>
  <inkml:trace contextRef="#ctx0" brushRef="#br0" timeOffset="258022">23955 3915 8972,'2'-7'630,"0"0"-451,1 2 361,-1 2-90,0-1-90,1 1 89,-1-1 91,1 0-540,-3 8 90,0-1 0,-1 7 0,-2-1-90,-1 1 90,0 2-90,-1 2 90,-1 0-90,0 2 0,0 0 90,-1 0-90,0 1 0,0 0 0,-1-1 90,-1 5-90,1-6 0,-1 3 0,3-6 90,0-2-90,1 0 0,0-1 0,1 0 0,1-2 0,0 0 0,1-2 0,-1 0-90,0 2 90,0-2 0,0 0-180,2-1 180,1 2-90,1-3 0,2 1 90,1-3 0,1 0 0,1-2-90,-2 1 90,2-2 0,-1 1 0,1 0 0,0-1 0,-1 1 0,3 0 0,-3 0 0,3 0 0,-3 1 0,1 0-90,-1 1 90,1-1-90,1 1 90,1-1 0,1 0-90,1 1 90,1 0-90,5 1 90,-2-1 0,3 0-90,-4 0 90,-2 0-90,1 0 90,-2 0 0,0 0 0,0-1 0,-2 0 0,-1 0 0,0-1-90,-1 0 90,1 0 0,-2-1 0,0 0 0,0 0 0,-1-1 0,0-1 0,2-3 0,-2 1 0,1-3 0,-1 2 0,0-1 0,0-1 0,1 0 0,-1 0 0,1 0 0,-1 1 0,0 2 0,0-1 0,0 1 0,-1 2 90,0-1-90,-1 2 90,3 7 0,-4 1-90,1 7 90,-3 2 0,-6 21 0,2-6-361,-1-5 1,1-1 360,-3 11-1352,-2 5 1352,1-6-90,-1 3 90,2-3-90,0-2-743,1-1 743,0-1-389,1-5 389,1-3 282,2-4-821,-1 2 179,2-6 864,-1 2-2123,1-6 687,1-1 932,-1-1 0,1-1 0,0-1 0</inkml:trace>
  <inkml:trace contextRef="#ctx0" brushRef="#br0" timeOffset="263242">23880 5138 9871,'3'-8'-180,"-1"0"450,0 5-90,0-1 0,-1 0-180,-6 8 0,3-1 0,-7 8 90,4-5-90,-1 1 0,0 0 0,1-1 0,0 1 90,0 0-90,1 0 0,-1 0 0,1 0 0,1-1 0,0 0 0,1 2 0,3-1 0,0 1 0,2-2 0,1-2 0,2 0 0,0 0 0,2 0 0,0 0-90,1 1 90,0 0 0,1 0 0,0 2 0,-1-1 0,0 0 0,-1 1-90,-1 0 90,-2 0 0,-1 2 0,-2 3 0,-1-2 0,-3 4 0,-2-5-90,-1 2 90,-3-1 90,0 1-90,-3 0 0,-1 1 0,-3 0-517,0 1 517,-3-1 0,4-1-90,1-2 90,3-2-180,0-1-90,2-1-270,1-1-539,0-1 449,2-1 630,1 0 0,2-1 0,0-1 0</inkml:trace>
  <inkml:trace contextRef="#ctx0" brushRef="#br0" timeOffset="263492">23983 5119 9691,'-2'-6'540,"1"0"0,0 1 0,0-1-91,0 0 91,1 0-180,-1 1-180,3 0 0,0 1-90,2 0-1,0 2 181,7-3-180,-2 2-90,6-1 0,0 0-180,1 1 0,3 0-973,4 0 613,2-2-269,4 2-900,0-2-450,-3 3 2159,-2-1 0,3 2 0,0-1 0</inkml:trace>
  <inkml:trace contextRef="#ctx0" brushRef="#br0" timeOffset="264434">23832 6359 10411,'0'-7'-450,"-1"0"450,1 0 0,-1 2 180,1-2 0,0 0 90,0 1-90,-1-3-90,2 4 449,-1-5-359,0 3 90,1 0 0,-1 0 0,-1 1 0,1 0-90,-2 1-180,-2 8 90,0 0-90,-3 8 90,1-2-90,0 2 0,-3 8 0,3-5 0,-2 6-90,3 0 0,2-5-180,2 10 180,3-12-90,5 6-121,3-4 121,3 0-498,5 2 588,2-2 0,2-1 0,1 0 0,0-1 0,-1 0 0,-1-2 90,-4-1-90,-4-1 0,-2-1 90,-3 0-90,0 1 289,-3 0-109,-2 4 690,-7 4-600,-1-1-90,-9 4-658,0-6 658,-4 2 90,-3-2-91,0 0 1,-2-1-224,0 0 134,2-1 90,-5 3-270,7-5-90,-1 1-90,7-5-269,3-1-990,1-1-180,2-1 1799,1-1 0,2-1 0,1 0 0</inkml:trace>
  <inkml:trace contextRef="#ctx0" brushRef="#br0" timeOffset="264685">24089 6279 10321,'-3'-8'0,"-1"1"180,1 1-90,0 1 360,1 2-1,0-1-89,0 0 180,-1 0-180,2-1-270,2 1 0,2 1 0,6 1-90,1 0-90,6 0-90,-1 0-450,15-2 180,-3 1-1376,12-2 207,-8 1-270,0 0 1889,1 1 0,6-1 0,0 1 0</inkml:trace>
  <inkml:trace contextRef="#ctx0" brushRef="#br0" timeOffset="266893">24011 7368 9512,'0'-9'179,"-2"3"-89,-2 4 0,-2 2-90,0 2 0,0 2 90,-1 1-90,0 1 90,-7 7-90,0 0 90,-11 16-90,7-9-1042,-3 10 1132,4-8-90,3 2 0,-1 1 0,4-7 0,1 0 0,-4 11 90,-4 6-90,9-12-363,1-3 363,2-2 0,2-2-90,2 6 0,2-6 90,3 4-90,1-7 0,1-1 0,2-1 0,6 3 0,-3-6 0,6 3 1091,-5-7-1091,1 1 495,0-3-405,4 0-90,-3-2 90,3-2 0,-5 0 0,-1-2 90,-1 0 0,0-2 89,1-5-89,-1-3 0,-2 0 0,-3 0 0,-4 4 0,-2 0 0,-2 0-90,-3 0 90,-3 1-90,-2 1 90,-3 2-90,1 1 90,-9 4-180,6 2-363,-7 3 94,7 1-451,1 2-179,2 0 359,0 2 630,4 0 0,-3 5 0,2 1 0</inkml:trace>
  <inkml:trace contextRef="#ctx0" brushRef="#br0" timeOffset="267634">23695 8445 9062,'-4'-7'360,"2"1"-180,-1 1-1,1 1 361,0 0-90,0-1 90,0 1 89,0-1 1,0 0-540,3 0 0,1 1 0,2 0 90,6 1-90,0 1-90,6-1 89,0 0 1,6 0-90,3-1 45,-4 1 0,1 0-45,11-1-526,-11 1 0,-1 1 526,8-2 0,-4 1-119,-3 0 119,-5 1 0,-4 1 0,-2 0 0,-2 0 0,-2 1 0,-2 0 0,-1 2 1116,-5 4-1116,-4 2 0,-5 8 0,-7 4-1453,-2 4 1453,-5 6 0,1 1 0,6-5 0,0 0 0,4-6 0,0 2 30,-1 2 0,-1 3 0,1-3-30,2 0 0,0-1 0,-3 7 0,1 1-45,1-1 0,1 0 0,3-9 0,0 2-105,0 3 0,0 3 1,1-4-211,-2 11 180,3-9 0,2-3-420,2-5 60,1-3-179,2-2-2340,1 2 3059,1-5 0,3 5 0,1-5 0</inkml:trace>
  <inkml:trace contextRef="#ctx0" brushRef="#br0" timeOffset="267851">24256 8897 11760,'2'-6'337,"0"-1"1,-1 6-1,-1-1 1</inkml:trace>
  <inkml:trace contextRef="#ctx0" brushRef="#br0" timeOffset="271943">2841 10306 7623,'-1'-10'809,"0"1"-629,-1 1 0,1 2 0,-1 0-90,1 0 90,-1 1 0,-1 0-90,0 0 89,0 1 91,-3-3-90,1 3-88,-3-1 1,1 2 4,0 1 0,-1 2 3,-2 1 3,-1 2 2,-2 3-89,-3 3 91,-2 5-91,-4 7-1300,1 3 1277,-1 4 86,4 0-91,4 1-3,4-1-581,3-2 578,4-1-2,2-2 20,5 0 90,4 1-90,4 0 0,7-1 0,-2-10 0,0-1 0,14 5-499,-10-9 1,0-1 498,11-2 90,1-4-90,1-3-398,3-3 398,-10-2 0,0-2 0,-6 3 0,0-2-238,6-3 1,0 0 237,6-7 90,-4 0 381,-4 0-291,-2-5-180,-9 5 90,-2-4-1,-11 7 1,-13-13 0,-1 7-45,-14-2 0,-5 0-45,12 13 0,0 1 178,-14-7 0,-2 4-178,7 8 0,1 2-90,0 1 1,0 2-46,3-1 0,1 2-225,-13 4-90,20 1-269,6 2 790,4 13 1,9-3-1,5 11 1</inkml:trace>
  <inkml:trace contextRef="#ctx0" brushRef="#br0" timeOffset="272269">4024 10227 9691,'-1'-8'0,"1"-1"90,-1 2 360,0 1-270,1-1 90,-1 2 629,1-1-899,2 9 90,-1 1 0,4 10-90,-3 0 0,1 5 90,1 4-90,2 7 90,-1 0-90,2 3-3277,-1-1 3162,2 4 25,-1-2-1014,2 2 744,-1-5-675,0-1 136,1-2-361,0-2 76,1-4 1184,0-4 0,3-1 0,1-2 0</inkml:trace>
  <inkml:trace contextRef="#ctx0" brushRef="#br0" timeOffset="272801">4878 10160 9602,'-13'-5'89,"2"1"1,0 1-90,3 0 180,1 0-90,2 0 90,-1 1-90,1-2 180,0-1-180,1 0 0,0-2 180,2 3-270,3-3 90,2 0 0,3-1 0,2 1-1,3 0-89,6-1 90,5 1-1095,7-1 1005,5 0-1442,4 1 1487,-18 4 0,2 0-45,6 1 0,1 1 45,-7 1 0,0 0-45,5 1 0,-1 1 0,7 3 45,-12 0 0,0 2-45,7 6 0,3 9 26,-17-1-26,-9 17 0,-7-1-522,-3-13 0,-2 1 522,-1-4 0,-3 0 0,-1 0 0,-1 0 0,-3 2 0,-1 0 0,-1 0 0,0-1-303,-1 0 0,0-1 303,1-1 0,-1 0 0,-2 4 0,0-1 0,6-7 0,1 0 0,-3 4 0,1-1 756,2 1-756,3-3 56,4-4-56,4 3 0,4-6 1153,9 5-1153,17-8-90,3-1 210,-8-5 0,2-1-210,16-3 0,-16 0 0,-1 0-156,0 0 0,1-1-24,11-2 1,0 0 44,-9 1 0,0 0-898,9-2 0,0 0 493,-11 3 1,-1-1 89,1-1 0,-1 1 540,-1-1 0,2 1 0,5-3 0,2-1 0,1 0 0,1 0 0</inkml:trace>
  <inkml:trace contextRef="#ctx0" brushRef="#br0" timeOffset="272981">6232 10410 10861,'6'-4'-1709,"1"1"1709,-6 6 0,-5 3 0,-4 6 0</inkml:trace>
  <inkml:trace contextRef="#ctx0" brushRef="#br1" timeOffset="274259">2937 11542 23447,'0'-8'-3277,"0"0"0,0 2 1358,0-1 1775,1 2 170,0-1 114,1 1 265,0 0-807,2 0 1504,0-1 318,2-1-108,2 0 140,2-1 60,12-4 289,10-1-437,1-1-791,-10 7 0,1 2 166,10 1-415,0 2-229,-7 5-646,-11 4-708,0 3-576,-3 4-515,-2 3-276,-5 1 269,-4 2 1612,-4 1 1,-2 2-343,-4 11 790,0-7 1,0-1 336,-8 13 506,-1-2 690,-2-1 298,1-3 50,2-3-561,-4 4-365,9-12-79,-2 2-227,7-12-324,2-2-165,2 0-335,1-3-162,4 0-985,1-1 203,4-2 809,5-1 630,3-2 332,8-2 305,4-1 339,9-3 329,2-2-190,-18 3 1,1-1-66,-1 0 0,1 0 565,1 0 0,-1-1-876,1 1 0,0-1-484,-1 0 0,0 1-202,0-1 0,-1 0-20,0 0 0,-1 1-344,17-5-480,-13 3 0,-1 0 801,11-3 0,-11 3 0,1-1 0,10-3 0</inkml:trace>
  <inkml:trace contextRef="#ctx0" brushRef="#br1" timeOffset="274792">4283 11420 22495,'-6'-7'-3277,"0"0"0,5 2 0,1-2 3121,3 1 1311,3-1 309,2 2 197,3-1 1615,5-3 0,4 1-1001,3-2-567,2 2-1020,-1 0-1002,-1 2-663,-1 1-792,-3 1-646,4 2-78,-8 2 612,4 1 427,-10 1-102,0 1 794,-3 1-502,-2 2 350,-2 1 407,-2 2 114,-3 2-66,-2 2 53,-4 5-408,-2 3 735,-4 1 53,1 1 59,-1 0-35,1-1-59,3-2 22,3-2-7,2-3-5,3-2-2,1-1-3,2 0-90,2-1 89,2 0-88,2 0 842,4 0-787,1-1 0,2 0 13,11 3 95,-4-2-636,7 2 722,-9-4 273,3 1-94,-7-2 208,1 3-43,-8-3-141,-3 5-192,-3-2 309,-4 6-22,-6 0 394,-5 5-939,-6 3 1169,-2 1-1,-1-4 601,1-1 236,2-3 115,1-1-1704,-1 2 166,7-6-305,0 1 0,9-8 0,1-1 0</inkml:trace>
  <inkml:trace contextRef="#ctx0" brushRef="#br0" timeOffset="275417">5405 11268 8792,'-1'-10'360,"0"0"-90,0 2-90,0 1 89,0 0-89,0 0 360,-1-3-270,0 3 0,1-3-90,-1 4 179,0 1-179,1-1 180,-1 2-270,-3 3 0,1 5 0,-8 13 90,-1 13-180,0 0-1123,1 8 1123,5-9 45,3-7 0,1 1-45,-2 11-45,3-12 0,0 0-134,0 4-542,2-3 541,2-2 0,0-1-270,2 4 270,0-6 45,1 1 83,0-9-113,-1-2-183,4 0 1422,0-6-926,4-2 716,-3-6-438,0-3-187,-2 0-33,7-7 22,-2 0 89,5-6-105,-3 3-217,-1 0-621,1 1 234,-1 1 51,0 2-83,-1 1 90,-1 1-84,0 1 93,-1 1 1,-1 0 292,0 1-2,-2 1 2,0 1-58,-1 2 90,-1 0 0,0 1 318,-1 0-318,-2 2-90,2-2 90,-1 2 0,2 3 0,-2 2 0,0 5 0,-2 1 90,0 3-1,-1 2 91,0 13-180,0-3 90,0 8 0,0-7-910,1 3 910,0 0-90,1 1 90,0-2-90,1-3 108,0 7-188,0-8-262,2 4 59,-2-11-587,0-1 331,0-2 590,0 0 0,0 3 1,-1 0-1</inkml:trace>
  <inkml:trace contextRef="#ctx0" brushRef="#br0" timeOffset="276334">3567 12661 8972,'2'-9'270,"0"2"0,0 3 89,-1-1 721,0 1-1080,-4 9 90,-2 2 0,-4 13 0,0 2-1935,-3 8 1935,-1 2-90,-2 5-474,2-1 519,3-9 0,-1 0-45,2-2 0,0-1 45,-1 1 0,1 0-45,0-1 0,1-2 90,0 1-335,0 3 155,4-14 90,2-2 1576,0-1-1576,1-2 487,0-1-757,2-1 270,4-5-90,0-1-90,6-9 180,-3 2 231,2-4-321,-3 3 90,1 0 0,0 0-90,0 0 0,3-3 90,-3 2 0,3-1-90,1 1 90,-3 3-90,5-3 90,-4 5 0,0 0-90,1-1 90,1 2-90,0-1 0,2 1 0,6-3 90,-4 2-90,5-3 90,-8 2 0,-1 1-90,-1 0 90,-2 0-89,0-1 89,-2 0 0,-1-1 0,-1 1 0,0-1 0,-2 1 89,-1 0 1,0 1 0,0 0 0,-1 1 0,0-1 0,-2 23-90,0 5 0,-1 18 90,1-1-1659,2-5 1569,1 3 90,1-2-180,2 1 0,1 3-90,0-5-412,2 2 232,-3-15 0,1 0-629,4 10-416,2 5 1405,-3-13 0,3-2 0,1 0 0</inkml:trace>
  <inkml:trace contextRef="#ctx0" brushRef="#br0" timeOffset="276785">4476 12675 8882,'-9'-8'360,"2"1"-180,2 4 0,2 0 269,-1 0 1,0 0-180,0 1-90,-2 1-90,1 3 0,-2 4 0,-2 6 0,0 4-903,-4 8 903,1 2 0,0 5-1247,-1 3 1247,1 3-90,2-1 90,1 0-90,6-12 0,0 0 0,1 13-45,2-13 0,0-2-135,5 6-384,2-1 384,3-5 1,3-2-91,2-3 90,0-5 0,1-5 0,1-3 90,2-3-90,2-5 90,3-1-90,1-5 90,8-9 90,-9 2 90,3-6 90,-15 6-90,-3 1 90,-5 1-101,-3 0 101,-4 1-1,-3 0-89,-6-1 630,-4 2-630,-5 2 0,-4 2 0,1 5 0,1 1 0,-6 4 0,10 2-270,-3 2 0,11 1 997,3-1-1446,3 2-1332,5 0 1961,4-1 0,11 2 0,2-3 0</inkml:trace>
  <inkml:trace contextRef="#ctx0" brushRef="#br0" timeOffset="277153">5233 12635 9781,'-1'-9'270,"0"0"-90,0 2 0,0 1 270,1 1-180,-1-2-90,0 2 179,0-3-89,1 3 0,1-4-180,2 2 0,2-2-90,3 3 90,2-1 0,18-4-270,8-3-433,-16 8 0,1 0 433,19-4 90,-13 4 0,-1 2-90,-3 1-90,3 4 0,-5 3 180,-2 2 0,-7 4 0,-7 2 0,-3 2 0,-3 10-121,-4 6 211,-1 9-45,1-17 0,0 0 45,0 1 0,0 0-1533,-1 0 1,1-1 1487,-1 0 0,0 1 45,-1 8 0,0 0-167,2-2 1,0-1 76,0 0 0,1-1 0,2 14-180,3-18-89,1-2-181,1-3-450,0-3 1438,2-3-448,-1-3 0,4-1 0,0-1 0</inkml:trace>
  <inkml:trace contextRef="#ctx0" brushRef="#br0" timeOffset="277927">5805 9795 8522,'6'-9'-90,"-1"0"90,2 1 0,0 0 0,3 0-90,4-3 180,4-1-90,17-8-3277,-5 4 3219,-9 5 1,1 1 57,12-4-511,-2 1 511,0 2 0,-12 5 0,1 0 0,8-2-93,6 0 93,-16 6 90,-3 2-90,-2 2 0,-1 3 90,2 6-90,-3 6 0,1 10 90,-3 11-1125,-5-15 1,-2 2 1079,0 8 0,-1 2-45,-1 3 0,0 1 0,-1-7 0,1 0 0,-1 1 30,-1 2 0,1 0 0,-1 1-381,1 3 0,-1 0 0,0 0 354,0-8 1,0 1 0,0 0 0,0 0-224,0 1 0,0 1 0,0-1 0,0 1 220,0 1 0,0 0 0,0 0 0,1 1 22,-1-1 1,1 1-1,-1 0 1,1 0-23,0 1 0,0-1 0,0 0 0,0 1 22,0-1 1,0 0-1,0 1 1,1-1-9,-1 0 1,0-1 0,1 1 0,0 2 37,0 1 1,0 2-1,1 1 1,0 0-1,0-3-11,0 0 1,0-2 0,0 0 0,0 1 11,0 0 0,1 1 0,0 1 0,0-2 0,0-2 2,1 6 0,0-3 0,1 0-4,0 0 1,-1-1 0,2-1 27,-1 0 1,0-1-1,1-1 85,-1-1 0,1 0 0,0 1-123,0-2 1,0 1-1,1 0 1,0 1-56,-1-1 0,1-1 0,-1 1 0,1-1 1,-1-1 0,0-1 0,0 0 1,0 0 26,2 5 1,-1-1 0,-1-3-31,-1-3 0,0-1 190,-1 8 0,0 0-121,-2-10 0,0-1 384,-1 6 0,-1-2-281,-4 6 535,-2-3-374,-2-4 1423,-2-2-1357,-1-4 1361,-1-5-1319,0-2-76,0-4 36,1-2 1165,-1-2-1087,0-2 901,-7 1-1056,0-2-235,-1-1 848,1-1-876,-1 0-65,3-2-49,-5 1 203,7-1-281,-3 2 157,0-1-501,-3 1 456,-2 0 41,0 0-88,-5 2-63,4-2-200,0 0-262,2-1 580,-14-5 1,7-4-1,8 2 1,0 0-1</inkml:trace>
  <inkml:trace contextRef="#ctx0" brushRef="#br0" timeOffset="278579">1829 10277 9871,'3'-6'-539,"0"1"359,2 0 90,1 2 0,3-2 90,2 1 0,2 0 90,6-2-90,5 2 0,4-3-1301,3 1 1301,6-1 90,2-2-90,-8 4 0,2 0 0,-8 0 0,0 1 0,4 0 0,2 1 0,-3 0 45,-4 0 0,-1 0-814,9 1 1,-2 0 588,4 1-90,-3 1-629,-5 1 899,0 2 0,-9 3 0,2 2 0</inkml:trace>
  <inkml:trace contextRef="#ctx0" brushRef="#br0" timeOffset="279026">2096 10193 7982,'-5'6'270,"0"4"-180,4 9-3367,-1 10 2998,1-8 0,0 2 369,-1 8 0,1 2-45,-1 5 0,0 4 22,0-6 1,1 3-1,-1 3 1,0 1-337,1-8 1,1 1 0,-1 0 0,0 2 0,1-1 0,-1 1 283,1 0 0,-1 1 0,0 0 0,1 0 0,-1 0 0,1 1-91,-1-4 0,1 1 0,0 1 0,0-1 0,0 1 0,0-2 0,0-1 94,0 5 0,1-2 0,-1-1 0,0 1 0,1 2-160,-1-5 0,1 1 0,0 1 0,0 1 0,0-1 0,-1 0 0,1-2 160,0 7 0,1-2 0,-1-1 0,0 1 0,0 0-57,1-2 0,-1 0 0,0 1 1,1 0-1,0-2 0,-1-1 61,1 5 1,0-2 0,0-2-1,0 0 0,0-3 1,1-2 0,-1 1-1,0-1 0,1 0 1,-1-1 0,1 1-1,0-1 89,1 9 0,0-1 0,1 2-66,0-3 0,0 3 0,1 0 0,0-3-45,0 1 0,1-1 0,0 0 22,-1-4 1,0 2-1,1 0 1,0-1 7,2 6 0,1-2 0,-1-1 262,1 1 1,0 0-263,0 0 0,2 2 0,-2-5-30,-2-9 0,1-2 45,2 7 0,0-1-45,2 2 1294,1-5-1204,-4-6-90,-2-4 0,0-4 1404,-2-3-1314,-1-2 2672,0-1-2762,-1-2 1683,0 1-1683,1-2 311,-1 0-311,2-1 0,-1-3 89,8 1-89,-3-2 0,5-1 0,0-1 0,7-1 0,3-1-1344,7-2 1344,6-1 0,-18 4 0,1-1-45,14-3 0,1-1-90,-8 3 0,1-1-285,3 0 0,4-2 1,-3 1-1182,-2 0 0,0 1 1271,-3-1 0,1-1 1,-1 1 329,1 0 0,-1 0 0,-1-1 0,2-2 0,0 1 0,-1-1 0,1 1 0,-1 0 0</inkml:trace>
  <inkml:trace contextRef="#ctx0" brushRef="#br1" timeOffset="280309">2832 9162 13246,'-1'-9'-492,"-1"0"433,1 2-8,-2 0-4,1 1-33,-1 0-16,-1 1-22,-1 0-265,-1-1 46,-1 3 243,0 0 7,-2 2 330,0 2 116,-2 3 216,-3 6 294,-2 3 120,-1 7-1379,4 1 1,1 2 1040,-6 13-359,6-9 0,2 1 24,-2 12-189,4-2-204,3-3-1054,3-2 722,2-2 11,4-1-366,2-2 459,3-3-367,10 5 151,6-7-59,8-1 229,-4-13 26,7-11 216,-13-6 861,8-4-597,-11-3 165,-2-1 1183,-1-2-860,-4-2-176,-3-1 483,-3 0-799,-3-10-199,-5 5 238,-3-10-455,-4 7-122,-3 1 350,-5-1-181,2 13 0,0 0-1349,-11-8 1362,8 11 0,-1 2-70,-7 0-449,-1 4 580,2 4 316,2 3 1,0 5 70,0 1 115,0 4-313,5 1 99,2 2-6,5 1-393,3-2-257,3 2 533,2-2 0,6 5 0,1 1 0</inkml:trace>
  <inkml:trace contextRef="#ctx0" brushRef="#br0" timeOffset="280826">3326 8783 8612,'-3'-7'-360,"1"1"360,1 1 0,-1 1 0,0-1-90,-1 8 90,1 0 0,-1 11 0,0 5-926,-1 11 1015,-2 9-742,1-16 0,1 0 653,-1 3 0,1 1 0,-3 4 0,1 0 0,-1 3 0,0 1 0,-1 3 0,-1 1-854,1-3 0,-1 3 0,0-3 854,3-7 0,0-1 0,0 1-527,-2 5 1,0 1 0,1-2 526,0 1 0,1-1-349,0 7 1,-1-1 348,2-9 0,1 0-62,-1 5 1,1-2 61,0 7 1281,3-10-1371,2-4 1437,1-6-1617,2-5 1813,1-2-2083,0-4 953,1-3 1,5-3-1,2-1 1</inkml:trace>
  <inkml:trace contextRef="#ctx0" brushRef="#br1" timeOffset="281526">3601 9115 10398,'-2'-7'-174,"-1"1"80,1 0 121,0 1-68,-1 0 106,0 2-113,1 6 825,0 1-259,1 15-199,1-5-840,1 14 920,0-3-236,0-2 1,0 2 274,1 14-998,-1-13 0,-1-1 92,0 12 215,0-1 111,-2-1 261,0-2 117,0-4-667,0-4 500,0-5 0,0-3 641,1-3-653,-1-2 1623,0-2-1612,0-2-5,0 0 74,-2-2 879,0-3-641,-2-3-458,1-5-458,0-5 173,2-2 77,-1-4 8,0-6-17,1-5-111,0-5-1175,1-3 1551,0-1 210,1 10 0,0 0-282,-1-14 192,2 11 0,0 1 57,1-3-17,0 1 173,1 12 27,0 4 24,1 2 67,1 3 120,0 3 198,1 2 1121,1 3-1550,0 3-151,2 2-621,0 2-176,1 1-117,1 1-139,-1 0-268,0 1 34,0-1 384,1-1 404,-2 0 173,0-2 189,-1-1 109,0-1 114,3-2 311,-3-2 193,7-6 294,-4-1 136,5-5 46,-3-1-509,1-2 309,-1 0-135,3-5-279,-5 6-398,3-6-131,-6 10-198,1 1 12,-3 6 102,1 5-629,-1 2-542,0 7 188,-1 8 707,0 7-335,-1 8 331,-1-12 0,-1 0-843,0 2 0,1 0 797,-1 3 1,0-1 328,1 1 1,0 0-600,1 0 0,-1 1 782,2-1 0,0-1-157,0 1 1,2-1-57,-1 0 1,1-1-34,0 0 0,1-1-628,0-1 0,2-1 554,-1-1 0,1-1-971,12 16 546,2-5 181,1-7-1018,2-4 984,1-7 441,4-4 0,10-6 0,-19-2 0,0-1 0</inkml:trace>
  <inkml:trace contextRef="#ctx0" brushRef="#br0" timeOffset="282643">7649 10914 8342,'-8'-3'270,"0"1"-180,3-1 90,0 2-90,0-2 90,1 1 0,0 0-90,-1-1 90,2 1-91,5-1-89,3 0 90,9 0-90,6 0 0,6 0-335,2 1 0,3-1 335,-6 1 0,0 0-1060,13-1 0,0 1 1105,-3-1 0,-1 0-1180,3 1 0,2 0 1165,-11 0 0,1 1 0,0-1-592,1 1 0,1 0 0,-1 0 562,0 0 0,1 0 0,0 0 0,0 0 0,0 1 0,1-1-285,-1 1 0,0-1 0,0 0 285,0 1 0,0 0 0,-1-1 0,0 1 0,0-1 0,0 1 0,10-1 0,0 1-143,-3-1 1,0 1 52,-3-1 0,-2 1 254,-1 0 1,0 1-300,-2-1 0,-1 0 0,-3 0 0,-1 1 0,-3-1 0,0 1-225,11-1-539,-7 1 2047,-7-1-1148,-5 1 0,-5-1 0,-1 0 0</inkml:trace>
  <inkml:trace contextRef="#ctx0" brushRef="#br0" timeOffset="283017">8837 10586 8522,'-3'-6'270,"0"-1"-270,13 15 90,-4-3-614,13 14 524,-2-4-872,4 5 872,4 2-1165,3 2 1165,1 0 0,2 2 0,-1 0 0,1-1 0,0 1 0,-1-1-90,-2-1 0,-3-2-843,-2-1 843,-4-2 271,-4-2-270,-2 5 792,-8-1-793,-2 1 90,-11 0 677,-4-4-677,-5 2-69,-6 2 159,-3 0-1458,-6 1 1458,-1 0-90,-1 0 0,0-1 89,1 0-89,1 0-646,5-2 556,3-1-270,6-3-208,4-1 118,4-4 672,4-1 1,2-2 0,2-2-1</inkml:trace>
  <inkml:trace contextRef="#ctx0" brushRef="#br0" timeOffset="283793">10134 9446 8162,'-10'-6'180,"0"2"-90,0 1 90,1 2-90,-1 1 0,0 1 90,-3 1-180,3 0 90,-3 1-90,5 0 180,-2 3-90,3 2 90,-3 5-90,1 4-545,1 3 545,-2 4 0,5-4 0,0 1-90,-3 12 90,2-3 0,1 2-45,0-2 0,0 0-1152,-1 6 0,1 1 1152,0-6 0,1-2-45,0-3 0,1-1-53,-1 7 53,0 5 0,2-12 90,0 6-90,1-17 0,1 1 90,1-9 322,0 1-412,3-9 2294,-1 0-2204,1-13-90,-2 2 0,1-6 89,0-13-178,0 4 37,2-12 52,-1 10-661,1 0 661,0 2 0,-1 2 0,1 4 0,0 3 0,0 3 0,-1 2-90,1 2 90,0 2 0,1 0 314,3 0-314,-1 3 684,8-1-684,1 3 0,7 1 0,-3 1 0,7 0 0,-10 1 0,6-1 0,-6-1-307,-1 0 397,2-3-90,-1 0 0,0-2 0,-3 0 0,-2 0 0,-1-2 0,-2-1 0,-1-1 0,-1-1 0,2-6 0,-4 4 0,1-3 0,-4 8 0,0 2 0,0 0-90,-1 1 90,-3 11 0,0 1 0,-4 17 0,0 1 0,-1 7-216,2-5 0,0 3 216,0 0 0,0 1 0,0 1 0,0 1 0,0 5 0,1-1 0,-1 6 0,3-15 0,0 1 0,1 14 0,2-3-180,2-4 0,-1-9-180,0-12-89,1-2-721,0-3 361,1-2 809,0-3 0,4-3 0,2-1 0</inkml:trace>
  <inkml:trace contextRef="#ctx0" brushRef="#br0" timeOffset="284042">10556 9553 9152,'0'-10'-90,"0"1"90,0 3 270,0 1-180,-3 9 0,0-1 89,-4 12 1,2 0-90,-2 8-90,2-1 90,1-1-90,1-1 90,1 10 0,1-5-1057,0 13 967,0-12 90,0 1-180,1 6-270,1-3-539,1 5-91,1-11 990,1 0 0,0-9 0,0 2 0</inkml:trace>
  <inkml:trace contextRef="#ctx0" brushRef="#br0" timeOffset="284295">10521 9682 8882,'-4'-11'270,"1"1"-90,0 1-90,1 1 90,0 2-91,1 0 91,0 0 0,0 1-90,0-1 0,2 1 0,0-2-90,0 2 90,1 0 0,0 1-90,5-3 90,-1 1-90,5-1 90,-2 2-90,3 0 0,2 0 90,2-1-180,0 1 0,1 0-90,-1 1 0,-1 0-90,-2 1 0,0 0-179,-1 0-631,-2 1 451,-2 0 629,0 1 0,2 1 0,-1 1 0</inkml:trace>
  <inkml:trace contextRef="#ctx0" brushRef="#br0" timeOffset="284492">10594 9717 8702,'-6'8'270,"1"-2"-180,6-2-90,3-4 90,4 1-90,1-2-180,2 0 0,-3 0-360,4 0-269,-4 0 269,0 1 540,-1 0 0,0 0 0,-2 1 0</inkml:trace>
  <inkml:trace contextRef="#ctx0" brushRef="#br0" timeOffset="284676">10536 9923 7892,'-6'9'-89,"-1"0"-1,2-2 90,0-1 0,2 0-90,0-2 90,0 0 0,1 0 90,1 2 0,2-3 89,0 2 1,6-2 0,4 0-90,4-1-90,4-1-559,1-2 19,5-2-1095,5-1 1185,7-2 450,1-1 0,-9 1 0,2-1 0,1 0 0,0 0 0</inkml:trace>
  <inkml:trace contextRef="#ctx0" brushRef="#br0" timeOffset="285351">11256 9598 7982,'-7'-8'360,"0"1"-90,2 0 90,-1 1 90,0-2-270,1 2-1,0 0 91,2 3 0,-1 0-137,-1 3 47,-1 1 28,0 4-104,1 3 63,0 0-5,0 5-100,0 2 85,-4 21-51,3-7-920,1-7 0,1 0 752,-3 11 105,2 0-354,-1 0 306,2-10 1,1 1 42,-2 17-1070,0 0 993,2-13 2,2-13 91,0-2-90,0-3 1370,1-1-1178,-1-3 269,1-19-329,1 1 9,1-19 99,1 4 1138,3-5-1332,-1 4 0,2-1-1013,-3 7 1,1-1 1033,2-8 1,0-2-7,0 2 0,0 1-176,0 2 0,0 1 221,-1 1 0,0 1 51,2-10-13,-4 21 130,0 4 10,-2 3-116,0 11-218,-1 0 1825,0 8-1839,0-2 463,1 2-496,1 0-45,1 2-25,1-1-50,3 6 224,-1-7 45,1 4-61,-1-8 87,1-2 69,0-2 117,0-1 82,1-3 113,7-4 91,-3-1 17,5-3-37,-4-2-127,1-1-72,-1-1-96,1 0-66,-3 2-88,-1 2-86,-2 1-44,0 3 79,-1 0 82,-1 3-31,0 1-159,-1 3-37,0 2-121,-1 3-117,-1 3-64,0 3 70,1 15-80,2 12-453,-4-21 0,0 1 709,2 2 1,-1-2-14,3 8 71,1-1 123,1-2 50,2-1-468,1-2 415,0-2-151,1-3-58,-1-3 34,-1-5-1477,2-1 648,-3-3 1443,2-2 0,0-5 0,1-1 0</inkml:trace>
  <inkml:trace contextRef="#ctx0" brushRef="#br0" timeOffset="285592">11643 9598 9602,'-7'-2'-360,"1"2"450,2 3 0,1 0-90,4 5 0,0-2 90,3 2-90,3 5 90,-1-2-90,12 12 89,1 0-89,3 2-746,1-1 566,-7-11-90,-1 0-291,-1-3-339,-2-2 631,-1-1 269,-1-2 0,2-1 0,1 0 0</inkml:trace>
  <inkml:trace contextRef="#ctx0" brushRef="#br1" timeOffset="285792">11896 9634 9199,'-3'-10'-261,"0"1"234,1 2 55,-1 1-66,0 2 134,0 1 81,-5 5 42,0 1 74,-5 5-22,-1 3-36,-2 3-935,-1 5 912,-1 2-29,-1 5 4,-1 1-244,-1 3-1376,0 1 1436,0-1-55,2-2-246,6-10 0,1 0-293,-4 8-446,-2 5 821,9-13 182,3-4 0,-1 2 1,1-1-1</inkml:trace>
  <inkml:trace contextRef="#ctx0" brushRef="#br0" timeOffset="286109">11999 9621 8612,'-4'-7'720,"0"1"-630,5 1 0,2 2-90,3 1 90,1 4-90,0 2 0,0 1 89,4 6-89,-1-1 90,9 14-90,-7-8-509,5 8 509,-5-8-90,-2-2-90,0-1-90,-1-2-1169,2 3 1169,-4-5 270,3 0 0,-2-3 0,0-1 0</inkml:trace>
  <inkml:trace contextRef="#ctx0" brushRef="#br0" timeOffset="286269">12205 9691 8522,'-3'-12'0,"1"1"90,-2 1 0,1 1 0,-1 1-90,-2 1 90,0 2 0,-2 2 0,-3 2-90,-2 3 0,-5 5 90,-4 4-1359,-5 8 1359,-3 3-1006,14-8 0,0 1 781,-1 0 1,-1 2-721,-7 7 1,0 2 629,3-4 0,0 0-81,-3 4 0,-1 1 0,-2 1 0,-1 0 0,1 0 0,0 1 0</inkml:trace>
  <inkml:trace contextRef="#ctx0" brushRef="#br1" timeOffset="286943">10175 10600 16679,'-6'-5'-2579,"1"0"1709,1 1 627,0 1 185,0 0 96,0 0 447,-1-1-413,2 0-899,2-2 803,3 1 639,4 1 473,4 0 68,7-1-179,4 0-1005,9-1 1025,7 1-464,-16 2 1,0 0 7,4-1 1,1 0-308,2 0 1,0 0-1035,5-1 1,1 0 614,0 0 1,3-2 0,-1 2-693,-7 0 0,-1 1 0,1-1 716,6-1 0,1 0 0,-2 0-160,-1 1 1,-1-1-1170,6-1 1,0 0 1539,-11 1 1,-1 1 0,7-2 0,-1-1 0,6-2 0</inkml:trace>
  <inkml:trace contextRef="#ctx0" brushRef="#br0" timeOffset="287561">10484 10525 8702,'-8'-3'-90,"1"0"180,2 1-90,0 0 90,1 0 0,-1 0-90,0 0 90,0 0 0,0 2-90,-3 0 0,0 7 90,-5 14 0,3 5-45,3-6 0,1 2-954,2-1 1,-1 0 953,0 5 0,0 0-1132,0 6 0,-1 0 1087,1 4 0,0 1 30,2-10 0,-1 1 0,1 0 0,-1 2 0,1-1 0,0 1-670,0 2 0,0 0 0,0 0 640,0 2 0,0-1 0,0 2-419,0 1 1,-1 0 0,1 1 423,0 1 1,-1 0 0,0 1-138,1 0 0,-1 1 0,0-1 191,0 1 1,0-1-1,-1 3-60,2-9 0,-1 2 0,1 1 1,-1 1-1,1-1 18,-1 1 0,1 0 1,0 1-1,0 0 1,0 2 11,-1-1 0,1 1 0,0 1 0,0 0 1,-1 0-1,2 0-16,-1-1 1,1 0-1,-1 0 1,1 0 0,0-1-1,1-2 32,-1 1 1,0-2 0,1-1 0,-1 0 0,1 1-17,0 5 1,0 2 0,1-1 0,-1-1-1,1-4-34,0 3 0,0-5 0,0 3 0,0-3 1,0 2 0,1-1 0,-1-3 26,0-3 1,0-3 0,0 0-30,0 13 1,-1-1 440,0-4 1,1-1-437,-2-1 0,0 0 3,0-2 1,-1 0 120,1-2 1,-1 0-69,-1-3 1,0 0-43,1-3 0,0-2 103,-5 18 7,1-7 1572,-1-4-1385,-2 3 0,2-7-91,0 0-95,3-10 2179,1-3-2086,2-7 702,-2 3-868,1-5 2211,-1 0-1960,0 0 30,-1-3-282,11-2 77,1 1-11,15-5-27,0 3-14,7-3 0,3 0-72,-10 3 0,0-1-511,14-3 0,2 0 458,-2 0 0,-1 1-19,-7 1 1,2 0-153,2 0 0,3-1 0,0 1-299,-6 0 1,0 0-1,-1 1-572,0-1 1,1 1 0,-1-1 474,12-2 0,-3 0 619,-12 3 0,-1-1 0,7-3 0,1 0 0,0 0 0,0-1 0</inkml:trace>
  <inkml:trace contextRef="#ctx0" brushRef="#br0" timeOffset="290051">10871 10802 9332,'3'-10'0,"1"1"90,-2 1 0,1 1 89,-2 2 1,0 0 0,1 0 180,-1 1-270,1-2 180,-1 2 180,0-2-360,0 15-1,0-1-89,0 14-3277,-1 2 3309,1-3 1,0 3 12,1 5 0,0 2-445,0 9 1,2 2 264,-1-2 1,1-1-1,0-7 0,-1 0-405,1 0 0,0-2-1978,2 10 2518,1-2 0,0-8 0,-1-10 0</inkml:trace>
  <inkml:trace contextRef="#ctx0" brushRef="#br1" timeOffset="292318">12061 10733 14213,'-3'-8'-2133,"1"1"1517,3 1 598,1 1 141,0 1 217,0 0-75,1-1 109,3-2-422,-1 0 640,8-3 25,2-1-170,3 1 65,2 1-261,-4 3-40,2 1-106,0 1-37,-1 3 23,0-1-174,0 4-117,0 2-86,0 2-56,-2 2-204,4 11 14,-5 4-672,-1 3 612,-8 1 128,-6-5 184,-8 16 118,0-7-504,2-10 1,0-1 683,-6 8 242,-1-1 31,1-1-140,-5 7-115,6-11-201,-1 5-280,8-13 250,2-3 440,1-1-533,3-1 1321,8 2-1255,1-4 162,8 2-81,18-2 11,-5-5 73,2-1 0,2-1-974,-12-1 1,-1-1 994,9-1 1,1 0 21,-9 1 1,-1-1-438,1-1 1,-1 1 383,18-4-237,-3 0 45,-5 1-93,-5 1-543,-4 0 718,-5 2 177,-5 0 1,3-1 0,0 0 0</inkml:trace>
  <inkml:trace contextRef="#ctx0" brushRef="#br1" timeOffset="293645">13516 10586 8774,'-7'-6'400,"2"2"-94,2 0 18,0 0-2,1 0-78,-1-1 14,2-1-169,2-1-17,1 1 43,3-1 19,1 2-76,2-1 106,1 0 3,3 1-97,1-1 81,2 1-116,5-2-10,2 1-421,1 1 392,-2 0-7,-1 3-8,-2 0 2,-1 1-37,-1 1 127,-1 1-91,-1 1-4,-1 1-1,3 3-7,-6 0 492,2 2-588,-7-2 114,0 2-40,-3-1 13,-1 6 18,-3-4 12,-1 6 13,-1-4 10,-1 0 10,1 0 15,-2 1 9,1-1-11,1 0-15,0-1-11,1 1-99,1-2 83,2 0-15,1 1-28,2-2-1,2 1 0,1-1-89,4 2 93,0-1 4,3 0-87,4 1 101,-1 0 27,2-1 0,3 3-90,-7-4 90,4 2 0,-9-2 0,-2-1 0,-2 0 0,-3 6 90,-3-3-180,-4 5 226,-5 0-422,-3 1 479,-4 3 9,-1 0 5,1-1 3,1-2-179,3-2-456,-2 1-315,6-3-327,-1 2 1059,4-4 1,4-2-1,-1-1 1</inkml:trace>
  <inkml:trace contextRef="#ctx0" brushRef="#br0" timeOffset="293834">14566 10769 9961,'3'-11'900,"0"4"-630,-1 0-90,0 2-1,0 2-179,2-1-269,2 4-271,-1 0-989,3 1-90,-4 1 1619,2 0 0,2 2 0,0 1 0</inkml:trace>
  <inkml:trace contextRef="#ctx0" brushRef="#br1" timeOffset="295509">11107 11716 24786,'2'-8'-3277,"0"0"340,-1 4 2468,0-2 567,1 1-118,0-1 520,-1 1-721,-4 19-850,-1-1 1171,-4 18-4,0-3 65,-2 5-201,2-9 1,-1 2 224,-5 12-206,5-12 1,0-2 180,-1 7-148,-1 0-33,0-2 96,0-2-110,3-3-257,-2 1 128,4-9-204,0 4 72,3-11-58,2 1-309,2-5-483,2-3 789,3-2 1097,3-4 818,1-1-110,0-1-134,-2 1 164,0 0 96,0 0 532,4-2-537,1-1-1217,11-3-442,-8 3 84,5 0 281,-8 4-112,-1-1 205,1 0 5,0 0-109,-1 0-28,1 0-80,-1 0-133,0 0-53,-1 0-99,-1-1-149,0 0 15,-1 1-105,-1-1-124,0 0-162,-2-1-78,0 0-65,0-3-221,0-1 58,-2 0-273,0 2 112,-3 0-40,0 2-251,-4 10 1686,0 1-512,-4 13-1,2 2-188,0 4 211,-3 18 48,4-19 1,1 1 125,0-1 1,0 0 34,0 4 0,2-2-1626,0 1 509,1 5 248,1-5 30,1-8-41,0 3-197,-1-8-310,1-3 702,0-1 556,0-2 1,3 1 0,0 0 0</inkml:trace>
  <inkml:trace contextRef="#ctx0" brushRef="#br1" timeOffset="297384">10812 11866 23063,'-6'-5'-3277,"0"0"0,3 2 1422,0-1 1253,0 1 261,-1-3-231,1 2 265,-1-5-1902,4 1 1917,0-2 89,3 1 843,2 0 261,2 0 389,4-3 368,4 0 437,5-3 372,2 1-452,6-2 113,3 0-454,5-1-980,-9 6 0,1 0-138,-6 3 0,0 0-113,4-1 0,1 1-169,-2 3 0,-1 1 29,11-1-366,-7 4 0,1 1-213,0 1-335,6 4-215,-18-1-197,-4 1-388,-2 1-129,-2 2-144,-3 1-392,-1 0-168,-4 1 499,-2 2 497,-2 1 492,-3 2 571,-4 2 572,-9 10 520,0-5 772,-7 8 255,-4-3-50,7-7-439,-5 3-258,12-9-254,4-4-296,3 0-332,1-2-319,2 0-133,1 0-473,2-1-392,2 0-447,2 0-494,2 0-207,1 0 317,2 1 594,3-1 332,1 1 511,3-1 596,1 0 484,12 4 599,-4-2 280,5 4-306,-9-4-488,-3 1-413,-1-1-349,-1 5-613,-4-2-323,-1 3-372,-6-3-100,-2 1 373,-3 1 441,-2 2 449,-4 4 355,-3 1 527,-4 2 359,-3 3 381,-3-2 277,-2 1-250,-2-1-865,7-7 0,-1-1 448,-10 9-657,11-10 0,0 0 334,-6 3-195,4-3-135,2-1-229,3-3-150,3-2-399,4-1-732,2-3 1024,3 0 0,2-3 1,1-1-1</inkml:trace>
  <inkml:trace contextRef="#ctx0" brushRef="#br1" timeOffset="298226">12347 11651 27952,'3'-10'-3277,"-1"1"0,0 3 0,0-1 104,3-4 3277,-2 3-164,2-3 149,-3 4-1844,1 0 2230,-1 1-118,0-1 2,1 1 271,-1 1-410,0-1 121,-6 19-370,1-4 15,-8 18 66,2-5 99,-1 3-50,2-3 0,-1 1 3011,-5 14-3816,5-11 0,-1 1 358,-4 11-1519,1-3 2068,1-2-358,1-4 104,1-1-102,2-5 36,-1 3 220,3-9-100,-1 2-210,3-7 98,2-4-198,-1 2-124,3-6-304,5-5 2424,0-1 226,5-4-733,-4 1-145,1-1 85,1 0 2154,0 0-752,1 0-893,0-1-2438,1 2-151,5-2 958,-4 1 81,5 0 83,-6 2 338,2 0 94,-1 1-10,1 0 80,1 0-34,0 1 29,0-1 69,0 0-4007,0 0 3895,0 0 99,0-1-376,-1 1-82,1-1 68,-2 0-354,-1 0 10,-1 0-354,3-3-146,-2-1-242,0-1-131,-2-1-132,-3 2-272,-1 1 42,0-1-31,0 0-63,0 0 279,-1 2 392,0 0 57,-1 2 211,0-1 280,0 1 43,0 0 32,1 7-136,-1 0-1109,-1 15 300,-1-5 128,-2 11 179,0-5-63,0 6 90,0 0-124,-1 4 428,1-4 879,1 1-289,0-4-148,2-2-314,-1-1-39,2-2-194,-1-2-9,0-2-100,1-2-106,0-1-21,0-1-354,0-1-330,1-1 534,-1-2 895,1-1 0,-1-1 0,1 0 1</inkml:trace>
  <inkml:trace contextRef="#ctx0" brushRef="#br1" timeOffset="300061">13580 11655 23512,'2'-8'-3277,"0"2"743,0-1 1486,-1 3 984,1-2-253,-1 2 664,1-3-294,0 2-656,0-2 710,-1 2 193,0 0-186,-6 8 1046,0 5-313,-4 6-484,1 1 79,1-2-46,0 2-13,0-1-2,0 1 32,1 1-1417,-1 4 315,3-6 33,0 4 28,3-7-295,1-1-225,2 0-131,1-1-412,2 0 313,2 0 540,1-2 413,2 0 314,1 0 414,2-1 456,-1 0 118,5 3 494,-4-2-249,4 2-544,-4 1-492,-3-1-389,1 3-320,-5-3-379,0 4-340,-3-2-225,0 2 308,-3-2 492,-2 0 520,-1 1 349,-2 2 361,-1-2 385,0 1 447,0-1 252,-1-1-99,1-1-390,-1 1-393,-1-2 20,1 1-526,-1-1-45,0-1 92,1-1 1,-6 2 0,-1 0 0</inkml:trace>
  <inkml:trace contextRef="#ctx0" brushRef="#br1" timeOffset="300325">13684 11640 22979,'-2'-7'-3277,"1"-1"0,2-1 0,1 3 2619,3-4 1364,-1 5 363,3-1-30,1 0-1019,2-2 2394,7-1-87,1 0-734,6-3-421,2 0-467,1 0-561,-7 4 1,0-1-1,15-6 1,-13 6-1,0-1 1</inkml:trace>
  <inkml:trace contextRef="#ctx0" brushRef="#br0" timeOffset="302175">11231 12967 7892,'2'-8'1710,"-1"0"-1710,-5 12 89,1-3-89,-4 9 0,1-3 0,0 2 90,-2 2-90,0 0 0,-1 2 0,-1 0 90,-1 2-90,1 0 0,-1 0 0,2 0 0,3-3 90,0 1-90,2 0 0,1-1 0,3 0-90,1 0 90,2 0-90,4-1 90,2 0-90,6 1 1,2-1-1,15 4 0,2-4 90,-1-1-90,-3-4 0,-13-2 0,4 1 90,-6-1-90,0 2 90,-7-2-90,-2 2 90,-2 0 0,-1 1 0,-3 1 0,-2 2 90,-4 2 0,-2 3-90,-4 1 90,-3 3-90,-1 0 90,-12 10-331,14-14 1,0 0 150,-5 3 0,2-1-270,-9 9-539,6-7 539,10-9 360,2-2 0,-2 1 0,0 0 0</inkml:trace>
  <inkml:trace contextRef="#ctx0" brushRef="#br0" timeOffset="302444">11184 12987 8972,'-2'-9'180,"2"1"0,2-2-90,2 2 90,2-4-91,0 3 181,8-10-180,0 3 0,8-7 0,-5 10 0,0 0-90,13-9-287,-9 8 1,2 0 241,2-1 0,0 1-45,-5 3 0,0 0-90,6-2 1,0-1-451,10-4-1530,-1 1 1620,1 0 540,-4 2 0,2-1 0,-1 1 0</inkml:trace>
  <inkml:trace contextRef="#ctx0" brushRef="#br0" timeOffset="304201">12551 12761 8252,'3'-10'-270,"0"1"270,-1 4 90,-1-1 0,1 2 90,0-1 90,-1-1 0,0 2 0,-1-2 269,1 1-359,-3 1-90,-2 5-90,-2 2 90,-2 5-90,1 2 90,0 2-90,-2 6 90,-1 3-90,-5 17 0,4-6-218,4-12 0,0 3 218,1 0 0,2 0 0,-3 14 45,4-12 0,0-1-1134,2 10 1089,4-1-90,1-2 90,5-2 0,3-2 0,3-2-90,3-4 90,3-2 0,1-4 0,1-2 0,1-4 0,7-1-89,-7-5 89,12-6-731,-14-1 731,8-5 0,-9-1 433,0-1-344,-4-1-89,-3 0 90,-3 1 965,-4 0-965,-1 1 0,-3-2 0,-1 1 858,-3-1-858,-1 1 0,-4-2-90,-1 0 180,-14-7-90,3 7-90,-11-5 90,7 11-750,-1 2 750,-3 5-90,1 1 0,-3 4-90,0 3-180,-8 7-90,9-2-180,-2 5-719,15-6 0,4 0 1259,2-1 0,2 6 0,0 1 0</inkml:trace>
  <inkml:trace contextRef="#ctx0" brushRef="#br0" timeOffset="306261">13592 12732 8972,'0'-9'-270,"-1"1"270,2 2 0,1 1 90,0 0 0,0 0-90,1 0 90,1 0-90,0-2 90,2 1-90,1-2 90,2 0-90,3 1 0,1-1 90,1 0-90,2 1 0,8-2 0,-4 3 90,3 0-90,0 4 0,-6 2 90,3 0-90,-7 3 0,-2 2 0,-3 1 0,2 7 0,-4-2 0,0 15 0,-6-8 0,-1 8 0,-4 11 0,1-8-152,1-8 1,-1 1 151,0 1 0,0 0-1172,-3 12 1217,3-11 0,-1 0-45,-2 9 0,1 0 0,0 0 0,1-2-90,1-1-957,1 5 777,0-10-1366,2 7 1456,2-15 237,0 2 0,3-4 1,0 0-1</inkml:trace>
  <inkml:trace contextRef="#ctx0" brushRef="#br1" timeOffset="307251">14046 10221 19532,'0'-6'-2618,"0"-2"1819,1 4 784,-1-3-142,1 2 640,2-2 72,0 2 450,2 0-61,2 2 743,2-1-95,4-1-165,2 0-107,5 0-387,4-1-304,5-1-549,-8 3 0,1-1-485,13-2 151,-12 2 0,0 1-137,10-3 163,-2 2-84,0-1 225,-2 2-116,-2 0 146,-3 1-90,4 1-28,-8 1-152,4 2-128,-9 2-199,7 10-714,-6 1-370,4 11-274,-8 5 1300,-6-1 0,0 5 409,-3-1 0,-1 2 1,0 2 30,0 1 1,-1 1-1,0 1 142,0-5 0,-2 2 0,1 1 1,-1-1 83,-1-1 1,1 0 0,-1 0 0,0 0 180,0 3 1,-1 1-1,1 0 1,-1 1 59,1-6 0,0 2 1,-1 0-1,1 0 1,0 0 37,-1 0 1,1 1-1,-1-1 1,1 1-1,0-1-82,0 0 0,0 1 0,0-1 0,0 0 0,0 0-90,1 5 1,-1 0 0,1-1-1,0 0-38,1-1 1,-1 0-1,2-1 1,-1-1-19,1-3 1,0-2 0,0 1 0,1-1-66,0 1 0,1-1 0,0 0 1,0 0-9,1-1 0,0 1 1,0-2-1,1 1-87,1 10 1,2-1-1,0-1-22,0-1 0,1 0 0,0-1 6,0-2 1,1 0 0,1 0-45,-1-3 1,0 0-1,1 0 21,-1-2 1,1-1-1,0 0-29,0-2 1,0 0 0,0-1 42,0-1 1,0 0-1,0-1-114,5 11 1,1 0 155,-5-7 0,2 1 0,-2-2-32,2 3 1,0-1 96,-1-1 0,0 3 0,-1-5-29,-3-6 0,-1-1 109,2 6 1,-1 1 159,0 11 132,-3-10 199,-2 11 125,-4-19 278,-2 5 40,0-8 121,-2 1 77,-1 0 114,0-1-146,-2-2 24,1 1-162,0-3-25,0 1-311,-1-3 208,1 0-233,-1-1 13,-2 2-55,0 1-22,-1-2 138,1-1-81,3-4 198,-1-1-36,-1 0-12,-2 0-243,-1 0-271,-3 0-102,-1-1-254,-3 0-207,-3 1-316,-4-1-300,-4 0-25,-1 0-45,0 0 411,8-1 1,0-1-425,-10 2-799,-9-1-118,17-1 1847,4-1 0,-4-2 1,-2 0-1</inkml:trace>
  <inkml:trace contextRef="#ctx0" brushRef="#br1" timeOffset="308609">11513 12438 20643,'-10'-3'-3047,"0"0"2451,0 1 366,0 1 286,-3 0 68,-1 0 82,-3 2 30,-6 0-198,-17 3 746,1 1-469,13-1 0,0 1 70,4-1 0,0 1-24,0 1 0,-1 0-21,0 0 1,-1 0-31,0 2 1,0 0-24,1-1 1,-1 2 6,-9 4 1,0 2 84,-1 2 0,2 1-24,-1 0 1,1 1 33,4 1 0,2 1-160,10-3 0,1 0-190,1 1 1,0 3-118,1 3 0,0 2-182,1 2 1,0 2-119,0 4 0,1 1-98,1 3 0,0 0 53,4-11 0,1-1 0,0 2-93,0 0 1,1 0 0,1 0 43,0 1 0,0 1 1,0-1 108,2 0 0,0 1 0,0-1 25,1 0 1,0-1 0,1 1 15,2 8 0,1 0 1,0-1-98,2 3 1,0-2 104,1-5 1,1 1 0,1-4-186,0-1 1,1-3-43,2 1 0,2-1 12,-2-4 0,2 0-87,8 6 1,2-2 220,-4-7 0,0-1 133,6 4 0,2-3 189,-7-7 0,-1-3 249,2-1 0,-1-1 183,1-1 0,0-1 203,1-2 1,-1 0 159,-1-1 0,0-1 183,2-2 0,0 0-19,-1-2 0,0-1-5,1-1 0,1-1-69,-1-1 1,1-1-40,11-5 1,0-3-85,-6 3 0,-1 0-55,7-5 1,-1 0-39,-9 3 0,-1 1-40,-2 0 0,-1-1-66,0 1 0,0-1-119,-1 0 1,0-1-122,-1 0 1,0-1-145,-2 1 0,1-2-109,3-8 0,0-1-174,-6 7 0,-1-2-99,4-5 0,-1-2-172,-4-2 0,-2 1-168,-3 6 0,-1-1-40,2-7 1,-2-1-29,-4 8 1,0 1-53,-2-1 1,0-1 40,-1-1 0,0 0 39,-1-1 0,-1 0 4,-1 0 1,0-1 71,-2-4 0,0 1 74,-2-1 0,0 0 16,-2-3 1,-1 1 31,0 1 0,-2 0 47,0 2 1,-1 0-5,-1 1 1,-2 0 90,1 5 1,-3-2 0,-1 2 33,-2 0 1,-2 1 0,0 0 81,0 0 1,0 1-1,-1 1 119,0 4 1,0 1 0,1 4 124,-2 0 1,-1 3 260,2 3 1,-1 2 152,-1 1 0,0 2 186,0 2 0,0 1 241,0 2 1,0 1 66,0 2 0,2 0-17,0 2 0,2 2-233,1 0 0,2 0 821,-12 11-1150,7 0 0,7 3 0,3 1 1</inkml:trace>
  <inkml:trace contextRef="#ctx0" brushRef="#br1" timeOffset="309426">13659 11246 23297,'-12'-5'-3277,"0"-1"1261,0 2 2064,-3 0 34,0 1 204,-4 0 110,-1 2-18,-5 1-406,-1 3-2712,-4 2 4068,0 2-184,-3 3 228,1 4-620,7 1 1,1 3-159,6-4 0,0 3-348,-1 5 1,-1 4 0,1 2-168,4 1 0,1 1 0,1 3-227,1-1 0,0 2 1,1 1-1,1-1-105,-1 5 1,1 0 0,1 0-135,2-1 0,2 0 1,0-3-308,2 3 0,1-2-206,0-3 1,2 2 244,2 4 0,2 4 1,1-4-199,0-1 1,1 0 397,1-1 1,1 3 0,1-5-145,1-8 0,2-3-123,0-1 0,2 0 135,0-2 0,2-1 189,0-2 1,2-1 224,0-1 0,1-2 190,0-1 1,1-1 192,1-2 1,0-2 194,1-1 0,-1-2 237,0 0 1,0-3 300,2-1 0,0-1 136,-1-3 1,-1 0-54,3-1 0,0-3-20,3-1 1,-1-2-41,0-1 1,2-2-308,-1-1 0,1-2 0,-1 0 88,3-3 0,0-1-331,-5 3 0,1-1 1,-1-1-207,-2-2 0,-1-1 0,-1 0-75,4-4 1,-1 0-181,-4 2 1,0 0-1,-1 0-224,0-4 0,-1 1-162,-1-2 1,0 1-117,-3 0 0,-1 1-49,0-1 0,-2 0-20,-1 2 0,-2 0 44,-1-1 1,-1-1 53,-1 2 1,-2-2-92,-2-11 0,-3-2 106,-4 12 0,-1-1 0,-1 1-23,0-1 0,0 0 1,-2 1-32,-3 0 1,-2 2 0,-1 2-187,-3-2 1,-4 2 449,-1 5 0,-3 0 0,1 2 60,-5-3 0,-5 3 291,6 10 0,-6 1 0,-4 2 0,-1 0 0,2 2 1,5 0 227,-6 2 0,5 2 1,-5 2-54,7-1 0,-4 0 1,-1 1-1,0 1 1,2 1-1,5 1 375,-5 4 0,6 2 1,-1 1 73,1 1 0,-1 1 0,1 0 73,1 1 1,1 0 0,0 1-554,2 1 0,0-1 0,1 2 0,-4 3 0,1 2 0,-1 0 0,1 1 0,0-1 0,0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5:46:33.846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4956 983 8792,'-4'-9'1079,"0"-2"-719,1 5-180,-2-2 180,2 3-90,0 0 269,-1-2-269,0 3 0,-1-1-90,1 2 0,-1 2 0,0 1 0,-1 1 90,-9 10-181,2 2-527,-8 10 528,8-3 0,1 1 0,-8 13-45,8-9 0,0 0-1108,-1 8 1153,3 1 0,5-3-90,3 0 0,3-1-726,4-2 726,3-2 0,4-3 0,3-3-90,14 0 90,-6-10 0,-1-5 0,2-4 0,7-7 0,-10 1 0,1-3 0,14-9-45,-18 7 0,0-2 45,0 1 0,-1-1 45,8-9 0,-1 0-45,-7 4 0,0 0-653,5-6 1,-3 0 742,3-10-90,-7 2 450,-6 2-360,-12-9 0,-5 12 121,-9-9-211,-4 17 90,-3 5-90,-6 5 90,-5 7-90,-4 6 0,18 0 0,-1 1-171,1 1 0,1 1 36,0 2 0,1 1-45,1 0 0,1 1-360,-13 14-179,7 1-1260,7 0-810,4 0 2956,6 0 1,4 3 0,2 1 0</inkml:trace>
  <inkml:trace contextRef="#ctx0" brushRef="#br0" timeOffset="475">6405 945 11670,'0'-7'270,"-1"0"-90,0 0 180,0 2-90,-1-3-90,0 3 89,-2-1-89,1 2 0,-1 0 0,-1 0 0,0 2-90,-2 0 90,0 4-90,-4 1 90,-13 14-90,4-2-976,-7 11 976,9-4-90,1 4 90,3 1-90,2 4 0,5-2-90,5-7 0,2 1-45,4 0 0,1 0 45,1 1 0,2-1 0,2-1 0,2-3-90,10 5 45,-5-11 0,2-2-45,10 1 135,-9-5 0,1-3-44,9-3-1,1-4 90,1-5 0,1-4-1062,1-4 1242,-3-5-90,-2 0 0,-3-5-93,-5 2 137,-9 5 1,-2-1 45,1-10-458,-4 10 0,-3-2 413,-5-3 0,-3 0-45,-4-14-45,0 13 0,-1 1-294,-13-7 339,-5 4-90,-3 6 90,-1 5 0,-2 8-90,1 6-90,-5 7-90,2 6-89,-2 6-181,3 5-90,5 3-179,7 2 280,4 0-1270,8-3 1709,6 10 0,8 0 0,1-13 0,-1 1 0</inkml:trace>
  <inkml:trace contextRef="#ctx0" brushRef="#br0" timeOffset="909">7536 963 11490,'4'-10'720,"-1"1"-360,-1 1-90,0 0 359,-1 3-269,-2-2-90,0 2 180,-4-2-270,0 4 89,-2 1-179,0 3 90,-2 2-90,-2 3 90,-4 3-90,-1 4 0,-2 3 90,-5 12-180,7-5-1207,-4 9 1207,10-6-90,3-2-871,2 1 871,4-3-592,3 2 502,4 0 90,5 0-90,5-2 0,4-3-614,4-3 704,3-2 0,3-5-89,1-3 179,3-4-90,3-5 45,-9-3 0,0-2 0,-6 1 0,-1-2 45,8-2 0,-2-2 0,9-8-163,-4-2 253,-1-2-90,-8 1 96,-2 0-6,-7 1-38,-5-2 38,-3 0 0,-5 1 0,-6 1 0,-5 0-90,-6 0 134,-6 2-134,-4 5 0,-5 3 0,-1 7 0,-2 4-180,-1 5-90,-2 3-90,1 4 1072,4 3-1747,13-3 1,0 3-2243,-9 11 3038,3 1 0,8 3 0,9-9 1</inkml:trace>
  <inkml:trace contextRef="#ctx0" brushRef="#br0" timeOffset="1400">9146 857 11850,'-12'-6'630,"-4"-2"-360,1 3-90,0 1 0,2 1-1,3 2-89,-1 1 0,0 1 180,-2 1-180,-9 8-90,4 0 90,-8 7-917,7-1 917,2 1-90,1 2 90,1 2-90,1 2 0,2 0 90,2 2-90,1 0-538,3-1 448,1-2-90,3-2-268,3 0 268,1-2 90,4 3-90,1-3 0,4-1 90,0-3-90,2-4 90,2-1 0,0-3 0,1-3 3,0-2-3,1-2 180,4-3 0,2-2 328,1-3-328,-1-3 627,-2-1-357,4-10-181,-9 5 204,1-6-23,-8-2-270,-6 5 99,-2-10-9,-6 7 0,-13-13-1638,0 8 1503,4 11 0,-1 1 45,-10-3-774,-1 3 684,0 6 0,-1 3 0,1 4-90,-1 3-179,1 5-91,-1 2-870,-8 9 241,10-2-990,-4 5 1979,10 0 0,5-1 0,0 4 0</inkml:trace>
  <inkml:trace contextRef="#ctx0" brushRef="#br0" timeOffset="1901">9826 945 11580,'-9'-7'-359,"2"0"359,1 1 90,1 1 89,-1-2 271,0 0-270,1-1 270,-2 0-180,3 4-90,-2-2-1,2 4 1,-2 0 0,0 2-90,-2 0 90,-2 3-90,-2 2 0,-5 4-863,-1 3 863,-2 3 0,-2 4-306,-6 10 216,7-5 90,-3 7-952,11-8 952,4 0-90,3 0-292,3-2 292,5-2 631,2-2-721,5 2 0,3-3-56,5 0 56,3-4 90,2-3-90,1-3 990,4-1-990,-3-4 0,17-6-188,-11-1 278,-9 0 0,-1-1 90,9-4-90,-4-2 240,-6-10 0,0-9 0,-4 4-150,2-10-30,-9 1 0,-3-8 0,-6 9 30,-21 2-45,-3 5 0,-3 3-913,-3 9 868,11 8 0,-1 2-90,-5 4-90,-1 5-180,3 3-270,0 3-539,2 4-270,2 2-270,2 3 1652,1 5 1,4-1 0,-1 5 0</inkml:trace>
  <inkml:trace contextRef="#ctx0" brushRef="#br0" timeOffset="2750">10891 827 10771,'2'-5'540,"-1"0"-361,0 0 181,1 1 360,-1-2-630,1 10-90,-2 1 90,-1 9 0,0 3 0,-1 3-90,0 7 45,-1-4 0,1 0 45,-2 17-870,2-14 0,-1 0 870,0 11-90,0-3-140,0-1-40,1-4-90,0-4-179,2-5-901,2 3-179,1-8-270,3 3 1799,3-9 0,7-1 0,3-1 0</inkml:trace>
  <inkml:trace contextRef="#ctx0" brushRef="#br0" timeOffset="3266">11839 931 10681,'0'-9'1169,"2"0"-809,-2 5 90,2-1-270,2 0-90,-1 1 0,4 0 0,0 1-1,1 1 1,2-1 0,0 2-90,3-1 90,0 2-90,2-1 90,1 2-90,0 0 90,0 1-90,0 2 0,-1-1 90,3 6-90,-5-2 90,2 10-90,-13 3 90,-4 4-90,-9 3 0,-5-2-1102,-3 0 1102,-3 0 0,-1 1 0,1-2 0,1 0 0,2-2-291,4-5 291,4-2 0,3-3 0,2 0 0,3-3 0,3 1 0,3-2 1067,4 0-1067,3 0-90,13-1 90,0-2-647,9-1 647,-2-4 0,0-1-90,3-1-90,-1-1-135,-9 0 1,1 0-226,11-4-546,-13 3 0,0-1-623,7-4-1030,0 0 2739,-2 0 0,3-5 0,-1-1 0</inkml:trace>
  <inkml:trace contextRef="#ctx0" brushRef="#br0" timeOffset="3959">13633 762 10771,'2'-7'-90,"1"0"90,-1 2 0,1 0-3277,1 0 2482,0-1 1745,1 0-860,2 0 0,0 0 0,3-1 0,0 1-90,1-1 3276,1 2-3071,2 0-115,-1 1-90,3 2 90,7 1-90,-5 1 0,5 2 0,-9 1 90,-2 1-90,-2 2 0,-2 2 0,-2 1 0,-3 2 90,-2 2-90,-3 2 0,-5 3 0,-9 12 0,-5 2-930,0 0 930,1-5 0,8-12 0,1-2 0,3-2 0,-2 3 0,4-5 0,0 10 0,6-9 930,2 5-930,4-6 0,2-1 0,3 1 0,3 1 0,2 0-90,9 6 90,-5-4-449,3 3 449,-10-4 0,-4-1 0,-1 0 0,-4 0 0,-1 0 0,-6 4 0,-8 3 0,-4 3 0,-7 0-653,1-5 653,-1-2 0,-1-2 125,-2 3-304,7-5-181,-1 1 0,10-4-360,2-2 720,2-2 0,2 0 0</inkml:trace>
  <inkml:trace contextRef="#ctx0" brushRef="#br0" timeOffset="4586">14649 772 11131,'2'-7'1619,"0"0"-1080,-1 3 721,0-1-1080,-4 7-90,-4 8-1,-3 7 1,-3 9-90,0-1 0,-2 5-1192,1-2 1192,0 3 0,0-4-90,2 1 0,0-2-667,3-2 577,1-3-79,2-4 79,1-2 0,2-2 0,0-1-180,2 0 270,0-4 1106,1 1-1286,2-6 738,4-1-468,-1-3 6,4-2-96,-2-2 90,2-1-90,4-6 0,-1 2 90,3-3-90,0 0 90,-4 3-90,6-4 90,-2 4-90,0 0 90,0 2 0,-4 4-90,-1 1 90,0 0-90,0 0 0,0 0 90,0 1-90,-1 0 90,0 0-90,3-2 90,-4 1 0,2-2 0,-5 2 0,0-1-90,-1 0 180,-1-1-90,0 1 90,0-5-90,-1 4 0,-2 4 90,-2 4-90,-3 9 0,1 0 0,-1 3-404,-1 6 404,0 1 0,-3 18 0,2-10 0,0 11-90,3-15-180,2-2 0,1-4-270,1-3-269,1-2-451,1-1 181,2-2 1079,0-2 0,6 0 0,2 0 0</inkml:trace>
  <inkml:trace contextRef="#ctx0" brushRef="#br0" timeOffset="5175">16460 764 10051,'6'-6'2339,"-11"3"-2159,0 5-90,-11 4 0,-1 2 180,-10 11-180,3-1-46,5-2 1,1 1 45,-2 6-166,4 1 1,2 1 75,2 0-507,-1 13 507,12-21 0,3 1-226,4 1 226,1-1 0,6 1 0,2-3 0,3-3 0,2-3 0,0-3 0,2-3 90,-1-2-90,2-3 0,2-2-73,3-3 73,11-9 90,-10 2-1239,6-7 1149,-14 2 0,-3-2 90,-3-4-90,-4 0 0,-3-4 45,-7 8 0,-2-2-45,-3-11 143,-2 10 0,-1 1-143,-9-9 90,-7 3-847,-4 3 757,-5 5 0,1 5 0,-2 5-90,2 7-180,7 6 0,0 3-179,-12 7 134,12-3 0,2 3-854,-6 12-451,6 1-448,4 1 2068,8-2 0,3 6 0,3 0 0</inkml:trace>
  <inkml:trace contextRef="#ctx0" brushRef="#br0" timeOffset="5600">17024 880 11490,'0'-12'540,"0"1"-270,0 3-90,-1 1 270,1 1-270,-2-1 179,1 3-269,-6 1 180,-5 7-90,-11 12-180,0 1 90,-3 8-971,8-4 971,2 1-90,2 3 90,1 2-90,3 0 0,3 1-90,3 7 90,5-7-90,5 4-90,5-9 0,12 5-151,-2-11 241,-1-5 0,1-3 0,12-2 0,-9-6 0,0-2 90,10-3-247,-11-3 1,-1-2 246,10-13-1179,-1-3 1179,-7-3 0,-13 4 124,-2-2-124,-4 0 0,-4-4 0,-3 2 0,-6-1 0,-2 2 90,-5 3-27,-2 2-63,-15 0 0,8 9-474,-9 3 384,9 10-89,0 5-181,-2 2-810,-8 11-539,11-2-449,-2 5 2158,13-6 0,4 3 0,2 1 0</inkml:trace>
  <inkml:trace contextRef="#ctx0" brushRef="#br0" timeOffset="6092">17935 892 11670,'3'-8'450,"-1"1"0,-1 2 90,0-1-181,-4-1-179,0 2 0,-3 0 0,0 4-90,-2 1 90,-1 2-90,-4 2 0,0 1 0,-4 4-313,0 1 313,-2 3-90,2 2 90,0 3-90,1 0 90,2 3-90,2 0 90,2 3-90,2-1-90,4 7-734,3-6 734,4 6-76,3-7-104,11 9 180,-1-9-590,7 2 590,-4-11 0,3-2 0,-1-3 0,9-4 90,-7-3 4,8-3-4,-7-3 0,14-8-234,-10 1 234,-6 0 0,0-4 0,-7 0 0,-1-1-169,1 0 1,-2-1 168,-2-1 0,-2-1 0,0-10 45,-6 5 0,-1 0-45,-2-13 0,-2 11 0,-1 0 0,-7-11 0,-5 0 90,-2 3-90,-6 4 0,2 6 0,-2 5-381,1 6 381,1 4-90,0 5-90,2 3-180,-3 4-90,0 3-269,-2 4-2558,-7 10 2949,10-2 0,-4 9 1,9-5-1</inkml:trace>
  <inkml:trace contextRef="#ctx0" brushRef="#br0" timeOffset="6558">18887 876 11940,'5'-8'180,"-2"1"-90,0 1 360,-1 1-360,-3-1 90,-4 1-90,-2 0 0,-3 3-1,0 3 1,-4 2-90,-3 4 90,-4 1 0,-1 5-934,0 3 934,1 1-90,-2 5 45,10-5 0,1 0-45,-7 11 90,0 9-90,10-12 0,4 1 0,3-4 0,3 0 0,2-3 0,3 2 0,8 2-90,2-4-453,5-2 543,0-6 0,-1-4 90,2-3-90,10-4 90,-6-3 0,9-4-747,-10-1 747,0-2 89,-3-4-89,-1-1 314,-1-3-314,-4-2 0,-2-4 0,-3-2-45,-7 5 0,-2-1 45,-2-13-90,-3 10 0,-1 0 90,-8-12-796,3 18 1,-1 0 705,-2 1 0,-1 2 0,0 0 0,-2 1-90,-17-12-90,-2 6-90,2 6-653,-1 5 294,1 8-541,0 4-809,-3 6-1001,0 3 2980,-1 4 0,0 2 0,2 2 0</inkml:trace>
  <inkml:trace contextRef="#ctx0" brushRef="#br0" timeOffset="7871">22056 230 10681,'1'-8'540,"0"1"-91,0 2 271,1 1 0,-1 0-631,-2 27-89,0-10 90,-2 24-979,0-13 979,0 0-90,1 2 90,0 1-90,0-2-327,1 1 327,0-2-180,2-3-449,0 5-361,1-3-899,1-2 1889,1-4 0,4-9 0,1 1 0</inkml:trace>
  <inkml:trace contextRef="#ctx0" brushRef="#br0" timeOffset="8309">22458 242 11400,'1'-9'900,"2"2"-720,1 4 0,4 1 0,1 1 0,3 0-90,3 0-1,3 1 1,2-1 0,6 2-1184,0 0 1184,5 1 0,-2 1 0,1 1-90,-3 1 90,-2 0-90,0 3 90,-6-1 192,-2 1-192,-4 0-90,-4 2 0,-3 1 90,-5 8-90,-6 1-1245,-8 9 1245,-6-2 90,-6 1 240,-3 0-330,7-10 0,0 0 0,2-2 0,0 0 0,-2 4 0,0-2 0,-3 5 0,10-1 0,11-11 90,4 2-90,5-4 0,5-1 0,7 1 0,5-2 0,6 1-1164,7-1 1164,3-2 0,-17-2 0,0-1 45,-1 0 0,1-1-135,19 2 1,-3-2-181,0 0-90,-2-1-90,-1 0-90,-6-1 6,-2 0-1265,-5 0 58,-3-2 1741,-2 1 0,3-3 0,-2-1 0</inkml:trace>
  <inkml:trace contextRef="#ctx0" brushRef="#br0" timeOffset="8811">23716 364 11400,'-13'-10'360,"2"1"-270,-3-1 0,5 3 0,-1-1 90,4 3 0,-1-1-90,3 2 90,-1-1 0,3 2-90,4 0-90,2 0 90,5 3 0,10 0-90,-1 2 89,11 1-89,-5 1 90,15 2-573,-11 0 483,7 1 0,-12-2 0,-7-1-90,1 1 90,-10-1 0,0 0 0,-4 0 0,-2 1 483,-4 1-483,-3 0 0,-5 2 0,-6 1-683,-3 1 683,-2 3 0,0-2 0,4-2 0,2-1 0,4 0 0,-3 4 0,6-4-90,-1 5 90,6-4 0,2 0 684,1 0-684,3 1 0,2 1 0,2 2 0,1 0 0,1 1 0,1 0 0,0 1 0,-1-1-90,-1 1 90,-2-1 0,-3-1 0,-2 0 0,-3 1 0,-4 3-90,-5 0 90,-4 2 0,-3-3 0,-10 3-540,0 0-695,3-3 66,5-3-360,13-8-90,2-1 1619,3-1 0,1-1 0,2-2 0</inkml:trace>
  <inkml:trace contextRef="#ctx0" brushRef="#br0" timeOffset="8985">24355 735 14729,'-10'-2'-120,"1"-11"0,7 4 0</inkml:trace>
  <inkml:trace contextRef="#ctx0" brushRef="#br0" timeOffset="11012">21331 316 7982,'-7'-10'630,"-1"0"-450,3 5 0,-1 0 0,-1 0 0,0 0 0,-1-1-1,-1 1 91,-1-1-90,-1 1-90,0 0 90,-1 1 0,0 0 0,-1 1-90,0 0 90,-4 1-90,4 2 0,-3 0 0,6 3-1,-1 1-89,1 3 90,0 2 0,1 2-90,2 4-345,1 5 345,2 2 0,2 3 90,2 3-90,2 0 0,3 5 90,2 3-906,3 2 816,-4-18 0,-1 1-533,2-1 1,-1 0 532,6 20 0,-1-4 45,-4-12 0,-1 0-45,3 11 0,-4-13 0,-1 0-759,-1 4 849,-1-2-21,-3-3-69,0-3 649,-7 6-559,-10 4-90,0-4-15,-8-1 15,6-10 686,-2-1-686,1-2 0,3-3 0,2-1-180,4-3 111,1-2-381,2 0-1619,-1-3 2069,4-4 0,3-6 0,3-4 0</inkml:trace>
  <inkml:trace contextRef="#ctx0" brushRef="#br0" timeOffset="11250">21176 525 10411,'-7'-5'1079,"0"-1"-899,11 4 0,0 0-90,6 1 90,0 0-90,2-1 90,2 1-180,2 0-90,1-2-180,0 2-719,9-5-630,-5 3-622,4-2 2241,-9 1 0,5 1 0,0 0 0</inkml:trace>
  <inkml:trace contextRef="#ctx0" brushRef="#br0" timeOffset="11475">21453 507 10861,'-8'5'1169,"1"0"-1079,9-2 0,1 0-3367,5-1 2303,-1-1 1743,2-1-1039,1 0-180,1 0-89,-2-1-1080,-1 0-90,-1 0 2528,-1 1 0,-1 0 0,-1 1 0</inkml:trace>
  <inkml:trace contextRef="#ctx0" brushRef="#br0" timeOffset="11650">21432 626 10051,'4'7'540,"-1"-1"-450,1-4 90,0 1-90,0-1 90,2-1-90,1 2 0,6-1-270,-1 0-270,4 1-1619,4-2 990,-4 1 1079,6-2 0,-2 1 0,1-1 0</inkml:trace>
  <inkml:trace contextRef="#ctx0" brushRef="#br0" timeOffset="14534">22802 940 8252,'-4'-8'1799,"1"1"-450,2 2-269,0-1-271,1 1-719,1 15-90,-1-2 90,0 15 0,0-6-363,0 4 273,-2 6 90,1 3-90,-1 5-1125,1 1 1125,-1-1 90,2 0-90,-1 0 0,1-1-659,0 0 659,0-3 0,0-4 0,0-3 90,0-4-90,0-2-90,0-2-180,0 2 0,0-5 202,-1 1-292,0-7 521,0-2-2499,-2-1 2559,-1-3 0,-3-6 0,-2-3 1</inkml:trace>
  <inkml:trace contextRef="#ctx0" brushRef="#br0" timeOffset="15068">22785 1075 10051,'0'-11'-180,"1"1"180,-1 4 270,1 0 90,0-1 90,0-1-1,-1-1 181,1 0-90,-1 1 0,1 0-271,-2 4-269,-5 6 90,-1 5 0,-3 4-90,1 1 90,0-2-90,1 0 0,-2 2 90,0-1-90,1-1 0,1 1 0,-3 1 0,3-3 0,-2 2 0,4-5 0,2-1-90,0-1 0,1 0-90,0-2 90,9-14 90,2 1-90,6-9 90,-1 4 0,-3 5 0,1 0 0,-1 1 0,0 0-89,0 1 89,-1 2 0,-1 0 0,-1 2 0,0 1 0,0 1-90,-1 0 90,0 2 0,0 0 0,-1 2 0,0 1 0,1 2 0,2 3 0,-2 1 0,3 3 0,-3-1 0,0 0 0,0 0 0,0-1 0,1 1-180,0-1-90,7 8-540,0-5 91,3 4-900,-3-8 1619,3-3 0,3-2 0,6 0 0</inkml:trace>
  <inkml:trace contextRef="#ctx0" brushRef="#br0" timeOffset="15326">23425 1312 12300,'5'-6'-3277,"-1"1"2904,-11 3 1,-5-2-1,-10 1 1</inkml:trace>
  <inkml:trace contextRef="#ctx0" brushRef="#br1" timeOffset="17766">4857 2316 10411,'10'-3'395,"-1"1"-285,-3-2 9,2-1-9,1 0-11,3-1-4,1 0-4,3 0-77,-1-1-7,3 2 83,0-1-100,0 2 86,1 1-90,-2 1 0,0 2 88,-1 2-92,0 2 81,-2 4-94,-2 3-9,-2 6 95,-2 13-64,-7-5 0,-2 1-586,0-2 0,-1 1 594,-3 5 0,-2 0 5,1-8 0,-1 0 4,0-1 1,-1 0 50,0 0 0,-1-1-40,1 0 0,-1-1 18,-8 18-14,1-5-7,1-3-2,3-5-334,1-4 327,3-4-2,1-4 89,2-1-91,0-3-2,2-1 1223,1-2-1227,2 0 445,2-2-485,3-1 78,11-3 228,-4-1-74,9-2 8,-7 1 0,2-1-217,1 0 240,1 0 27,2 0 7,-1 0-230,0 0-12,-2 0-102,-1 1-83,-3 0-307,-1 0-81,-1 1-187,-1-1-893,-2 1 1593,1-3 0,-2 0 1,2-3-1</inkml:trace>
  <inkml:trace contextRef="#ctx0" brushRef="#br0" timeOffset="18300">4808 1690 9691,'7'-3'-269,"-1"1"269,-2 0 0,2 0 0,-1 1 180,3-1-91,-1 1 1,2 1-90,0 1 90,1 2 0,1 1-90,2 2 90,4 2-462,1 2 372,2 2 90,0 1-90,0 0 0,-1 1 127,-3-1-91,5 3-96,-6-4-88,1 2-59,-6-6-262,-2-1-555,-1-1 444,-3-1 687,0-1 1,-2-1-1,-1 0 1</inkml:trace>
  <inkml:trace contextRef="#ctx0" brushRef="#br1" timeOffset="18475">5073 1652 9826,'-2'-13'-139,"0"2"151,0 2 225,0 0 57,0 2-184,-4 9 298,0 5-9,-5 12-63,0 2-46,-1 5-1283,-3 4 1006,-2 2-611,-3 3 233,10-17 0,-1 0 232,0 0 1,-1 0 124,0 1 1,0 0-1,-7 10 1,-2 1-1,-1 2 1,0 0-1</inkml:trace>
  <inkml:trace contextRef="#ctx0" brushRef="#br1" timeOffset="20450">6334 1612 10071,'-1'-8'-172,"-1"0"549,1 2-247,0-1 171,1 2-8,-1-1-83,0 3 198,0-3-227,6 6 290,-1 0-121,10 9-244,-4 1-202,3 3 89,-2-1-135,2 1-26,-2 1-75,2 0-271,-2-1-91,-1-2 211,0 0-18,-1-1-137,-1-3-490,0 1 443,-1-2 617,-2-1 1,2 1 0,1 0 0</inkml:trace>
  <inkml:trace contextRef="#ctx0" brushRef="#br1" timeOffset="20634">6526 1586 12927,'-3'-10'-1145,"1"1"853,0 2 195,0 0 28,0 1-171,-1 2 128,1 0 5,-1 1-259,-4 3 493,2 2 34,-5 3 162,2 5-85,-3 4 168,-1 4-83,-1 4-878,0 2 679,1 2-304,0 0-676,1 1-75,0-2 904,-3 10 1,2-6-1,-2 8 1</inkml:trace>
  <inkml:trace contextRef="#ctx0" brushRef="#br0" timeOffset="21191">6394 2249 8612,'-7'-6'360,"2"0"-180,2 3 90,1-3 179,5-5-179,1 0 0,6-4-180,-1 5-90,1 1 90,0 2 0,0 1 0,2 1 0,1 0-90,1 2 0,0-1 90,-1 2 0,0 0-90,-1 2 0,-1 1 0,0 1 90,-2 0-90,1 2 0,-3 2 90,-1 1-90,-1 1 0,-3 1 0,0 1 0,-4 2 0,-7 11 0,0-3-677,-5 7 677,2-9-3168,1-2 3168,1-1-52,1-2 142,1 0-180,1-1 90,2-2 539,1 0-539,3-1 3276,2 0-3188,3 0-4,3 0-84,3 1 0,5 0 0,1 1 0,14 5 0,-8-5 0,10 8 0,-16-8 0,0 3 0,-7-4 0,-4 1 0,-2-1 0,-2 3 0,-4 0 0,-2 1 0,-14 12 0,3-7 0,-10 8-90,5-9-630,-8 7-870,6-6 420,-4 1 361,12-8 809,4-4 0,-2 1 0,2-2 0</inkml:trace>
  <inkml:trace contextRef="#ctx0" brushRef="#br0" timeOffset="21383">7119 2598 11580,'6'-4'1799,"0"0"-2158,-2 2 359,0 0 0,-13 7 0,-2 2 0</inkml:trace>
  <inkml:trace contextRef="#ctx0" brushRef="#br0" timeOffset="22992">22135 135 7353,'0'-6'539,"0"-2"-359,-1 3-90,0-1 90,-1 1-90,0 0 0,-1 0 90,1-1-90,-2 1 0,0-1 0,-2 2 180,-4-4-180,0 2-90,-3-1 90,1 3 90,-7 0-180,3 1 89,-7 1-89,5 4 90,-17 7-90,4 1-897,9-1 1,-1 2 896,-12 10 0,17-9 0,1 1 0,1 1 0,-1 2 45,-5 10 0,0 2-45,6-7 0,1 0 45,-4 9 0,1 0-45,8-9 0,1 1-197,-2 9 0,1 0 197,4-9 0,1 1 0,-1 12 0,2 0 45,6-10 0,2-1-45,-1-1 0,2 0 0,2-2 0,1-2 0,7 4 89,2-3-89,2-3 90,2-3-90,1-3 90,0-4 0,1-1-90,-2-5 90,3-2 0,0-3 0,3-2 0,12-10 0,-11 1-45,-9 3 0,0-1-45,5-9 90,1-4-1363,-1-4 1363,-2-1-90,-2-4-291,-8 9 0,-1-1 291,-3 5 0,0 0 45,0-5 0,-1 0-45,-1-12 45,-4 13 0,-2-1-45,0 5 0,-2 0 45,0-6 0,-1-1-45,-1 7 0,-2 1 0,0-1 0,-1 0 208,-1 2 1,-1 0-209,-1 0 0,-1 0 0,-1 2 0,-1 0 0,4 8 0</inkml:trace>
  <inkml:trace contextRef="#ctx0" brushRef="#br0" timeOffset="22992">21476-1 3547,'-28'19'0,"-3"3"0</inkml:trace>
  <inkml:trace contextRef="#ctx0" brushRef="#br0" timeOffset="26918">3730 1124 6903,'-6'-6'360,"-1"0"-90,-1 2-270,0 0 90,0 1 0,3 2 0,-1-1-1,0 1 1,0 0-90,0 1 90,0-1 0,0 2-90,-1 0 90,1 2-90,-3 1 90,0 4-90,0 1 90,-1 3 0,-7 17-90,5-5 45,1 2 0,1 1-45,-1 7-722,5-11 0,2 0 722,0 10 90,3-1-956,3-1 866,4-2 0,2-1 90,4-4-697,4-2 607,1-5 0,1-4-107,2-4 107,-3-5 0,5-5 90,0-3 809,5-4-809,-1-4 975,2-4-930,-9 2 0,0-2 45,9-8-400,-11 7 0,-1 0 310,1-7 90,-3-2-782,-3-2 692,-3-1 90,-2-2-90,-4 0 0,-4-1 0,-4 2 0,-6-2 0,-4 1 0,-3 4-45,3 12 0,-2 1 45,-11-1-45,9 7 0,-2 2 62,-2 5 1,1 4-108,-16 3-566,14 1 0,0 1 476,-8 10 454,2 4-123,6 2-502,13-5 0,1 1-555,-3 12 902,7-12 1,2 0-1,-1 16 1,1 0 0</inkml:trace>
  <inkml:trace contextRef="#ctx0" brushRef="#br0" timeOffset="27283">3701 1909 9781,'4'-7'450,"-1"1"-177,-1 2-2,-1 0-271,4 5 90,0 0-90,2 5 0,0 0 90,1 3-90,1 2 89,3 2-90,1 2 0,3 3 90,0 0-543,0-1 454,0-2-180,-2-2 0,-2-3-90,-1-1 1,-1-2-181,-1-1-90,-1-1-539,-2-1 1079,0-2 0,-3-2 0,1 0 1</inkml:trace>
  <inkml:trace contextRef="#ctx0" brushRef="#br1" timeOffset="27450">3922 1898 10183,'-5'-13'-342,"1"1"300,0 3 142,0 1-96,0 2 25,0 1 62,-1 1-56,-4 1 89,-4 9 135,-10 13 73,4 2-172,4 1 1,1 2 63,-2 5-835,6-8 0,1 1 583,-3 8-291,0 2-552,2-1-619,0 1 1463,3-3 0,-1 2 1,0 1-1</inkml:trace>
  <inkml:trace contextRef="#ctx0" brushRef="#br0" timeOffset="27977">3860 2803 8522,'2'-5'180,"0"0"0,-1 0 180,1 1-90,-1-1 179,1 0-449,1 6 90,0 0-90,0 7 90,-1-1-90,-1 3 0,1 1 0,0 5 90,0 2-511,0 3 421,0 1 90,-1 0-90,0 1 0,0 0 0,0 0 90,0-1-180,0-1 0,-1-3-450,2 5 181,-2-8-721,1 2 1080,0-5 0,0-4 0,0 1 0</inkml:trace>
  <inkml:trace contextRef="#ctx0" brushRef="#br0" timeOffset="29359">3202 837 8432,'2'-3'180,"0"1"-180,12-6 90,3 0-90,4 1 90,7-2-90,7 0-2453,6 0 2498,-18 5 0,1-1-45,1 1 0,1 0 0,1 1 0,0-1 0,1 1 0,0 0 45,1 0 0,-1 1-644,0 0 0,1-1 599,-1 2 0,0 0 0,-1 1 0,0 0 0,0 0 0,-1 1-368,-1 0 0,-1 1 368,-3-1 0,1 1 0,4 1 0,-1 1 0,9 2 0,4 2-248,-13 0 248,-10-2 1321,4 5-1321,-10-5 1791,1 3-1791,-6-3 1224,0 1-1224,-1 0 440,1 4-440,-1-2 90,1 9-90,0-6 39,0 6-39,0-3 0,0 2 0,1 5-457,-1 3 457,0 6 90,0 2-90,-3-6 0,1 1 45,-1-5 0,-1 2-1037,1 7 0,0 1 1037,-1-7 0,0 0-45,-1 0 0,1 0-103,0 0 1,0 0 147,0 9 0,1-1-45,-1-8 0,1-1-445,0 6 1,0 0 444,1 6 0,-1-11 0,1-1 28,0 9-28,0-10 0,0 0 0,0-3 2136,2 11-1957,-3-19 496,2 7-405,-4-13 1589,-2-3-1769,-3-4 6,0-2-6,-3-2 0,2 1-90,-2-1 90,-2 0-90,-2-1 0,-2 1 90,-2 1-90,-2 1 0,-3 1 90,-4 0-90,-3 2-1223,-5 0 1223,-1 1 0,-5 2 0,8-1 0,-1 0 0,6 0 0,-1 0 0,-8 1 0,-1 1-938,10-2 1,1 1 937,-1-1 0,0 1 0,0 0 0,-1 0 0,0 0 0,1 0-180,0 0 1,0 0 179,0 0 0,1-1 0,1 1 0,0 0-245,1-1 0,1 0 245,-18 3 112,4-2-112,6 1 0,4-1 1300,-3-1-1300,12-1 377,-2 0-340,9-2 631,1 2-629,2-2 994,-1 1-1033,2-1 579,0-1-579,3-1 40,1-2-77,2 0 1,2-7-3,1 1 3,1-5 36,1 1 0,-1-2-854,2-7 944,1-3-180,0-5 180,2-6-90,-3 11 0,0-4 0,0 0 0,0 2 0,-1 0 0,1-2-726,-1-2 0,2-3 1,-1 1-1,-1 2 726,0 0 0,0 2 0,0-1 0,0-8 0,1-1 0,-1-1-571,0 6 1,0 0-1,0-1 571,0-5 0,0-1 0,-1 1-30,0 9 0,0 1 0,0 1 30,1-11 0,-1 4-536,0 5 446,1-1 393,-2 19-483,-1 3 2019,0 4-2828,1 2 2822,2 8-3092,-1 5 1259,6 19 0,-2 1 0,1 11 0</inkml:trace>
  <inkml:trace contextRef="#ctx0" brushRef="#br1" timeOffset="36876">5164 3373 13523,'2'-8'935,"-1"0"-506,0 3-178,0 0 438,-1 0-78,1 0-605,0 14-185,0-2-72,0 14 91,1-4 64,-2 7 13,1 1-2866,-1 7 2992,-1 0-82,0 4-970,-1 1 1143,-1 0-917,1 1 966,-2-2-103,2-2-22,0-1-105,-1 6-99,2-14-110,-1 4-105,2-16 2194,-1 1-2050,1-4 1258,0 0-2185,0-2 1512,2-3-465,0 0 1,1-3 0,0 0 0</inkml:trace>
  <inkml:trace contextRef="#ctx0" brushRef="#br1" timeOffset="37950">6605 3338 9702,'2'-9'-185,"1"2"93,0 3 136,1 0-71,1 1 8,1-1 96,2 0-87,0 0-58,2 0 158,0 1-90,1-1 90,7 1-90,-5 1 0,6 0 0,-7 3 89,6 2-89,-5 2 0,4 4 0,-6 0 0,0 12 0,-5-3 90,-1 6-991,-6-1 901,-3 1 0,-2 3-24,-1-7 1,0 0 23,-6 10 0,1-6 0,0 0-244,-8 12 244,7-15 0,2 0 0,-6 7 0,4-3 89,7-13-89,2 1 0,3-5 0,2 0 865,1-1-865,2 1 90,9 3-90,-1-2 90,7 1-90,0-3 0,2 0 0,2-1 0,9-1-427,-5-1 427,7 1 347,-8-3-347,8-1 0,-10-1-1322,6 0 1142,-11-1 1,-2 0-91,-3 0-90,-1 0-207,-2 0 28,0-1 539,-3 1 0,4-3 0,0-1 0</inkml:trace>
  <inkml:trace contextRef="#ctx0" brushRef="#br0" timeOffset="38586">7719 3345 8972,'-5'-7'90,"1"2"-90,1 1 90,1 1 90,0-1 0,0-2-1,2 0-179,1 0 180,1 0-180,1 2 90,1-1 0,7-2 90,5-2-180,2 0-3277,4 1 3252,0 3-447,1-1 562,4 1-90,7 0 90,-8 3-90,4 1-90,-11 1 24,-3 2-24,-1 0 90,-2 2-90,-2 0 3216,-2 0-3216,-3 2 788,-2 1-698,-2 2-89,-6 9 89,-3-2 105,-5 8-195,-7 5 90,5-8 0,-4 4 0,8-11 0,1 1 0,2-4 0,2 2 0,3-5 0,2-2 0,3 1 0,1-1 0,3 0 0,2-1 0,2 1 0,2 0 0,1 0 0,13 5 0,-1 0 0,5 6 0,-11-5 0,-7 5 90,-11-5-90,-3 5 0,-7 0 0,-4 1 0,-3 3 90,-3-1-778,-1 0 688,1 0-90,0-1 1,3-2-181,2-3-1259,0 1 899,6-6 630,1 2 0,4-7 0,2-1 0</inkml:trace>
  <inkml:trace contextRef="#ctx0" brushRef="#br0" timeOffset="38776">8486 3563 11041,'-3'-8'180,"1"2"-3457,0 1 3174,-1 2 0,-7-2 0,-2 1 1</inkml:trace>
  <inkml:trace contextRef="#ctx0" brushRef="#br0" timeOffset="41166">6944 4607 8882,'6'6'270,"-1"-1"-180,-2-2 0,-1 2 0,1 1 0,0 1-90,0 2 179,0 5-89,-1 0-90,1 7-371,-2-3 461,0 4-90,0 0 0,-1 5 90,1 2-90,0 2 90,0 1-1187,1 0 1097,0 1 90,1-1-677,-1-8 0,1 0 182,1-1 0,0 0-180,1 3 1,-1-1 584,5 8 0,0-9 0,0-10 0</inkml:trace>
  <inkml:trace contextRef="#ctx0" brushRef="#br0" timeOffset="41825">8227 4537 8522,'-7'0'270,"0"-1"0,2 1 90,-1-1 89,-1 1-89,2-1 450,-1 0-720,15 0 0,-3 1-90,21 2 90,-9 1-90,11 2-729,-6 1 639,2 3 90,-1 0-90,-2 4 0,-2 1 0,-3 1 90,-4 1-90,-3 1 0,-5-2 0,-4 9 90,-5-2-90,-4 6 90,-4-3 0,-2-1 0,-1-1 0,-1-1 0,0-2 68,-1 4 22,4-8-171,1 1-9,6-8 180,1 0-90,2-1 0,2 0 0,2-2 565,3 0-565,2 0 87,3-1-87,4-1 0,3 0-500,6 0 411,2 0-843,4 0 662,1-2-270,8 0-89,-8 0-361,5-1 540,-12 0 450,0-2 0,6 0 0,1-2 0</inkml:trace>
  <inkml:trace contextRef="#ctx0" brushRef="#br0" timeOffset="42350">9159 4544 9781,'-7'-8'810,"3"2"-630,1 1-90,4 0 0,-1-1-90,4 1 90,-1 1 0,4 0 0,0 0-90,4-1 0,2 0 90,2 0-1,16-1-89,4 0-1022,2 1 1022,-4 2 0,-13 3-90,-2 1 90,-2 0-90,-2 2 0,-1-1 90,-3 2 0,-3 1-90,-2 0 1113,-3 2-1023,-4 1 0,-3 1 0,-7 4 0,-3 2-136,-4 1 136,0 0 90,-5 2-90,7-5 0,-4 6 0,11-9 0,-1 4 90,7-5-90,1 3 0,3-3 0,2 4 0,3-3 0,2 1 90,1 1-90,2 1 0,0 1 0,-2 1 225,0 0-225,-3 0 0,-2 1 0,-4 0 0,-11 15 0,-3-5 45,-2-3 0,-2 0-45,-9 6-664,9-12 0,0 0 664,-5 3-90,0-1-774,3-4 415,3-3-590,3-2-220,4-3 360,3-2 899,3-3 0,2-1 0,2 0 0</inkml:trace>
  <inkml:trace contextRef="#ctx0" brushRef="#br0" timeOffset="43094">8562 5449 8882,'6'10'270,"-1"0"-180,-4-1 0,1 2 90,-1 0-90,1 5 89,0 1-548,-1 5 459,1 4-1021,-1 3 1021,1 5 0,-1 1 0,0 1-45,0-8 0,1 0-633,-2-7 0,1 0 633,1 6 0,-1 1 0,1-2 0,0-1-63,2 13 8,-1-14 0,-1-1-259,3 7-181,0-4-809,0-4 269,1-4 990,1-2 0,3 1 0,2 0 0</inkml:trace>
  <inkml:trace contextRef="#ctx0" brushRef="#br0" timeOffset="43800">9323 5649 9332,'-6'-8'180,"1"0"-3457,7 2 983,1 1 3793,4-2-1319,8-2-90,-1 2 0,6-2 0,6 1-90,-6 4 90,7-2 514,-7 6-604,0-1 90,-1 4-90,0 0 0,0 3 90,-1 2-90,-2 1 0,0 3 0,-5 1 89,-1 12-89,-6-5 0,-3 13 90,-5-5-90,-2-5 0,-1 2 0,-2 0 0,0 0 0,0 0 0,-1-1 0,0-2 0,1-2 0,-2 2 90,-2 4-180,5-10 180,-1 2-90,5-8 0,2-1 3221,2-2-3131,1 0-90,7-1 90,9-2 0,2-1-685,10-4 595,-2-3-366,-5-1 0,2 0 51,2-2 0,-1 0-689,0-1 0,0 1 419,0-2 1,-2 0-316,6-2 707,1-2 1,-2-1 0,1 0 0</inkml:trace>
  <inkml:trace contextRef="#ctx0" brushRef="#br0" timeOffset="44341">10450 5588 9961,'-10'-7'360,"0"1"-180,1-1 0,2 2 180,-3-4-180,4 3-90,-2-2 89,4 4-179,3-1 90,0 0 0,3 0-90,7-2 90,1 2-90,5-3 90,-1 4-90,2-1 0,1 2 0,2 0 90,0 1-180,7 2 90,-7 0-90,12 3 90,-15 0-90,3 3 90,-9-2 0,-2 2-90,-3 0 90,-3 1 0,-1 3 0,-4 0 0,-2 2-90,-1 2 90,-5 2 0,1 0 0,0 0 0,0-2 0,1 0 0,-1 4 0,3-4 0,-1 3 0,5-7 0,2 5 0,4 0 0,2 1-90,5 0 90,5 1-89,-3-3 89,4 4-359,-6-6 359,-2 2 0,-3-1 0,-2 1 0,-4 1 0,-5 2 0,-5 2 45,-4-2 0,-3 0-1365,-9 8 1320,6-8 0,-2-1 45,1-2 0,1-1-45,-10 6-354,9-7 0,2-1 174,2-1-180,0 0-450,10-5 810,3-3 0,11-8 0,4-4 0</inkml:trace>
  <inkml:trace contextRef="#ctx0" brushRef="#br1" timeOffset="52251">17927 8040 19326,'3'-7'-950,"-1"1"978,1 3 1903,2 3-2212,-2 2-761,0 2-958,-1 0 636,0 2 147,-1 1 148,1 1 32,-1 3-821,0 1 936,0 9 742,-1-2 1217,0 5-235,-1-4-264,1-1-100,0 2 4,0 0-188,0 0-157,1-2-44,-1 1-115,1-3 91,0 1-171,0-1 11,0-1-74,1-2 8,0 1 82,-1-2-11,0-1-76,1-1-12,0-1-203,-1-1 44,1-1-211,0-1-326,0-1 79,0-1 592,0 0 1,1-2 0,0 0 0</inkml:trace>
  <inkml:trace contextRef="#ctx0" brushRef="#br1" timeOffset="52808">18378 8163 18498,'0'-6'-2636,"1"-2"1903,0 1 467,1-3 376,1 2 82,1 1 276,0 2 68,0 0-194,2 0 662,1 0 213,4-1 95,-2 1-207,5 0-288,3 0-347,-3 2-336,5-1-37,2 2-345,-4 2-215,4 1-131,-7 1-218,-2 2-21,4 4-163,-6-1-100,1 5-218,-6-3-92,-4 9 618,-3-4 283,-3 6 259,-3 0 6,-2-1 735,-2 4 323,-9 8 259,5-7-236,2-5 0,1-1 209,0 1-312,-2 3-59,8-9-481,1 2-176,2-2-267,2 0-224,3-3-692,3-4-248,2-1 414,2 0 667,3-2 121,1 0 154,3-1 516,11-2 153,-5 0-855,12-3 1762,-11 2-402,11-4-253,-10 3-475,6-3-349,-12 2-365,0 0 145,-2 0 287,-2-1 0,4-2 0,0-1 0</inkml:trace>
  <inkml:trace contextRef="#ctx0" brushRef="#br1" timeOffset="53359">19091 8080 11553,'-10'-9'-1255,"1"1"895,4 4 282,2 1-124,0-1 198,0 1 133,0-3-281,4-1 0,0-1 265,3 2 197,1 2 230,2 1 21,1-1-61,7 0 95,-2 1-58,5 0-219,-4 2-83,1 0-201,1 2-196,0-1-40,-1 2 76,0-1-33,-1 2-27,-1 1-6,-1-1 29,-2 3-64,-2-1 0,-1 1-102,-2 2-31,-1-1-43,-2 2 133,-1 0 74,-1 1 64,-1-1 111,0 1 133,-1 1 30,1-1 65,-1 4 44,1 0-115,0 0-63,1-1-87,2-6-112,3 6-79,3 0-48,0 1 7,5 2 92,-5-6 27,4 7 9,-3-3-37,-2 1 44,-3-1 169,-5-3 190,-1 0 91,-2 2 3,-5 3 65,-3 2 74,-13 11-1045,4-7 1251,-7 5-702,11-11 464,1-3-132,5-2-44,1-2-242,1-2-150,3 0 718,0-2-595,2-1 0,2-2 0,1-1 0</inkml:trace>
  <inkml:trace contextRef="#ctx0" brushRef="#br1" timeOffset="56510">18667 8843 22565,'3'-7'-3277,"-1"1"1921,2 8 577,-2 0-967,1 6 136,-2 0 1121,1 4 176,-1 2-820,1 14 251,0-3 126,1 12 523,-2-15 1,1 0 518,1 13 54,-1-12 1,0-1-252,1 6-54,-1 2 52,0-5-9,0 1-99,1 5-5,0-10-28,-1 5 63,0-10-125,-1-1-79,2-1-825,0 2 310,1-4 553,0 1 1,2-4-1,0 1 1</inkml:trace>
  <inkml:trace contextRef="#ctx0" brushRef="#br1" timeOffset="57167">19287 9028 18678,'0'-7'-3277,"-1"-1"2341,1 3 614,0-2 170,0 2-60,0-3 201,0 3 61,1-1-598,0 1 1005,1 0 106,0 0 65,1 0 148,1-1 276,1 1-53,2-1 178,0 0-164,2 1 80,1-1-174,0 1-86,1 0-280,0 0-80,5 2-410,-4 1-207,3 0-184,-6 3-266,0 1-308,0 1-197,-2 3-137,1 5-510,-3-1 89,-1 12 468,-7 2 554,-7 16-1204,-1-5 1841,2-14 0,0-1 278,-4 7-921,-2 2 1605,2-5-453,0 0 146,1-1-739,2-2 172,2-3 904,2-1-1130,1-3 1010,2-2-1036,1-1 498,2-2-871,2-1 243,2 0-762,8 1 544,-1-4 259,6 2 175,-1-5 310,2-1 172,2 0 250,1-1-132,0-1 749,5-1-467,1 0-1215,5-1 915,-1 1-248,-1-1-171,-2 0-391,5 0-849,-5-1 802,-2 1 383,-6 0 1,-5-1 0,2 0 0</inkml:trace>
  <inkml:trace contextRef="#ctx0" brushRef="#br1" timeOffset="57694">20169 8978 7970,'-5'-8'-114,"1"1"74,0 2 20,1 0 95,1 0 6,0 0 5,1 0-83,2-2 74,2 2 159,4-2-22,0 3 43,4-1-10,-1 2 68,3 1-113,0-1-3,2 2-26,1 0-127,0-1-73,3 2 38,-2 0-79,1 2 4,-2 0 17,-1 1-15,2 3-7,-2 2-38,-2 1-6,-5 2-47,-6-3 12,-2 3 60,-1-1 28,-1 2 120,-2 1-56,0 1 38,-3 6 13,2-2 54,-2 4-11,4-6-53,-1 6 142,2-6-50,1 6-31,2-9-61,1 2-33,1-1-34,4 6-48,0-5-12,2 4-188,-2-6 36,-1-1 19,0 2 97,-3-3 103,0 2 211,-4-4 156,-3 1 180,-2 2 119,-5 2-423,-3 1 444,-6 2-1251,-2-1 1234,-5 2-50,2-2-657,-2-1-661,-3 3 758,6-4 0,-1 1 1,7-5-1</inkml:trace>
  <inkml:trace contextRef="#ctx0" brushRef="#br0" timeOffset="61101">20081 913 7623,'-1'-5'-270,"-1"-1"270,0 1 0,0 1 0,-3 0-90,2 2 90,-2 0 0,-1 1 0,0 2 0,-3 2 0,2 1 0,-2 1 0,1 2 0,-1 3 0,0 2 0,1 2 90,0 2-90,2 1 0,0 2 0,2 0 0,1 2 0,1 12 0,3-5-1056,1 9 1146,3-8-90,2-2 0,2-2 0,5 2 0,-2-8-306,4 0 306,-4-8 0,0-4 0,1-1 0,-1-4 0,0-1 90,2-3 930,0-2-930,7-8 0,-5 1 0,3-6 0,-6-1-477,-3 1 477,-1-2 0,-3 0-1,-2 0-89,-1-2 90,-4-3-90,-2-3-388,-3-2 388,-3 1 0,-2 1 90,-4 3-90,-1 2-359,-2 2 449,-1 3-90,0 3 0,2 6-90,2 3 0,1 4-450,-4 5-89,5 1 179,-4 4 450,6-1 0,-2 5 0,0 2 0</inkml:trace>
  <inkml:trace contextRef="#ctx0" brushRef="#br0" timeOffset="62091">19831 750 7443,'-2'-11'-180,"0"0"180,-1 2 0,-1-2 0,1 3 0,-1-1 90,1 4-90,0 0 0,0 0 90,0 1-90,-3 4 0,2 3 0,-4 5 90,3 5-90,-3 22 0,3-5-1568,1 2 0,-1 2 1568,3-11 0,0 0 45,-1 7 0,1 2-427,-1 5 0,0-1 881,0-8 0,1 2-140,0 2 0,-1 4 0,1-3 129,0-2 0,0-1-36,0 9 1,-1-1-269,2-12 0,0 0 201,0 7 1,0-1-9,1-8 1,0 0-990,-1 5 0,1-2 330,1 4-41,-1-4 920,1-6-873,0-5 1743,1-1-1698,-1 0 600,2-2-793,0-3 1745,0-4-1809,1-6 2628,0 0-1453,1-3 421,6-4-163,-4 1-59,10-5 265,-7 6 252,17-4-75,-9 5-4605,12-1 3235,-5 3-320,3 1-737,5 0 893,3 1-486,0 1-82,1 0 118,1 1 75,0-1 74,-1 0 66,-1 1 68,-2 0-27,-1 0 372,-5-1-3,-3 1-374,-6 0 370,-3-1-2,0 0 25,-5-1 96,1 0-22,-5-1 2936,-3-1-2720,0 1 1311,-1-3-1362,-2 1 561,-1-4-921,-2-1-336,0 0-73,1 1-32,1 1 1,1-3-97,0 2 360,0-3 164,1 1 280,-1-2 229,1-3-100,1-2-52,-1-3-845,1-6 644,0-3-1356,1-7 1432,0-4-113,-2 18 0,0-1 15,1-2 1,-1 0-732,1-1 0,-1 0 720,1-1 1,-1-1 20,2-13 0,0-1-11,0 9 0,-1-1 12,0 5 0,0-2 0,-1 3 0,1-3 0,0 1 2,0 1 1,0 0 0,0 1 0,0 1 1,0 1 1,0 1-44,-1 3 0,0 1 48,3-14-704,-2 7 711,-1 6 294,1 3-291,-2 1 983,1 4-969,0 2 1569,-1 1-1556,0 2 903,0 0-916,0 2 79,0 2-54,-2 10-63,1-3 106,-2 9-70,0-7-4,0 1 182,-1-2 97,-3 3 168,0-2-3,-6 2 207,-1-2-101,-3 0-832,-8-1 578,-5-1-1576,-10 0 1337,17-1 1,-1-1-106,-2 1 0,-2 0-44,-1 0 1,-1 0-101,-1 0 1,-1 1-1202,-4 1 0,0-1 1177,3 1 0,-1 0-48,-1 1 1,1 0-245,4-1 1,1 1 295,1 1 1,1 0-59,2 0 1,1-1 0,1 1 0,0 0 0,1 0 0,0-1 0</inkml:trace>
  <inkml:trace contextRef="#ctx0" brushRef="#br0" timeOffset="98658">581 7802 8882,'3'-6'809,"2"2"-809,5 6 0,3 2 90,2-1-90,6 2 0,4-1 90,7 1-2843,6-1 2753,2 0 45,-20-2 0,1 0-45,1-1 0,0 0 0,-1 1 0,1-1-252,-1 0 1,1 0 251,-1 0 0,-1 0 0,20 1-2313,-2-1 2313,-1 0-90,0-1-66,-3 1 66,-1-2-90,-4 1 1053,-5-1-1053,-5 1-90,-4 0 887,-2-1-976,-3 0 2746,-1-1-2927,-2 1 574,-3-1 0,-1 2 1,-1-1-1</inkml:trace>
  <inkml:trace contextRef="#ctx0" brushRef="#br0" timeOffset="99076">1151 7695 8702,'-3'-6'810,"0"-2"-451,1 4 1,0-3 90,1 4-360,4 1 0,1 2-90,6 4 90,-1 2 0,6 3-90,1 1-430,3 4 519,1-1-89,1 2 0,1-1 90,0 1-1240,1 0 1150,0 0 0,-1-1-396,0-1 306,-2-1 90,3 2 0,-8-4 0,2 1 437,-8-5-437,-1-1 0,-1-1 0,-2 2 1156,-2 0-1156,-5 0 90,-4 1-90,-4 0 90,-19 14 0,1-1-1063,5-4 0,0 1 973,1-1 0,0 0 45,-1 1 0,0 0-45,0 1 0,1 0-240,-1 0 0,1-1 285,3-1 0,1 0-135,0 1 0,0-1-483,2-1 0,0 0 123,-12 13-449,7-3-361,4-3 181,7-5 1079,5-4 0,4 1 0,2-1 0</inkml:trace>
  <inkml:trace contextRef="#ctx0" brushRef="#br0" timeOffset="100366">1129 6976 9781,'-6'-7'450,"0"1"-360,1 2 90,0 1 0,-1 0-90,0 0 90,-1 0 0,-2 0-90,0 0 89,-1 0-89,0 1 0,0 0 0,-1 1 0,-1 1-90,0 2 90,-2 0 0,0 3-90,0 1-296,-4 4 296,1 3 0,-1 3 90,-3 8-90,8-5-308,-2 5 308,9-7 0,2-1 0,0 2 0,3-3 0,1 1 371,2-3-461,4 5 90,-1-5 0,4 2-90,0-7 503,0-3-413,2-1 0,1-3-90,1-2 90,3-3 0,2-4 0,1-3 0,3-3-1215,1-5 1215,1-4-90,0-3 90,-2-4 90,-2-4-90,-1-2 0,-11 16 0,0 0-45,-1-2 0,0 1 45,-2-2 0,0 0 45,0 0 0,-1 0-45,-1-1 0,-1-1-45,-1 1 0,-1-1 45,-1-12 0,-3-1 0,-1-1 0,-2-1-889,0 9 1,0-2 0,-1 3 888,-1-4 0,-1 2 0,-2 1 0,0 4-456,-2 0 456,1 6-41,5 12 41,3 11 802,1 7-802,1 10 0,0 9 1494,4 13-1494,-1-17 0,2 1-490,-1 3 1,2 2 489,0 1 0,0 1 0,0-1 0,0 3 0,0-4 0,1 3 0,-1-2-45,1 4 0,0 1 45,-1-7 0,0 2 0,1-1-650,-1-1 1,1-1 0,-1-1 649,1 3 0,1 1 0,-1-2 0,1 3 0,0-4-394,0-6 0,-1-2 349,1 5 0,1-2 455,1 1-590,0-5 405,3-3-945,-2-7 1811,3-1-1091,1-9 0,1-5 0,4-5 0</inkml:trace>
  <inkml:trace contextRef="#ctx0" brushRef="#br0" timeOffset="100841">1367 6964 9871,'-6'6'810,"6"-1"-720,5-4-90,4-2 90,0-2 0,-1 0-90,1-1 90,0 0-90,1-1 90,1 0-90,-1-1 90,0 0-90,0-2 0,-1 1 90,0-2-90,-2 0 0,1-7 89,-4 5-89,0-6 0,-4 6 0,-1-1 0,-1 1 0,-6-5 0,0 6 0,-3-3 0,-6 8 0,2 6-89,-16 14 89,12 2-531,4-2 0,2 1 531,-4 10 0,4 5 0,3-1-391,3 4 391,3 0 90,3 3-135,4-11 0,2 2-1172,3 0 1,1 0 1216,-1-1 0,2-2 0,3-1 0,2-3-1446,5 1 1446,4-3 276,-1-4-186,11-2-90,-10-6 0,7-1 0,-11-7-90,-1-1-539,12-9 179,-11 2-989,6-7 90,-11 2 1349,-4 0 0,2-10 0,-2 0 0</inkml:trace>
  <inkml:trace contextRef="#ctx0" brushRef="#br0" timeOffset="101241">1931 6954 9691,'7'-6'990,"-2"-1"179,-3 3-899,-2-3 180,-1 4-90,-4-1-180,-2 7-1,-2 1-89,-2 4 0,1 1 0,-2 5-468,-1 3 468,-1 3-664,0 2 664,2 1-90,1 1 90,0 15 90,4-4-180,4-12 0,2-1-651,2 7 741,6-5-90,6-4 0,2-5-90,5 1 238,7-6-238,-8-5-180,7-3 0,-8-2-90,4-4-90,0-2-36,2-2-324,-1-2-899,-4-1 1709,7-7 0,-7 0 0,5-7 0</inkml:trace>
  <inkml:trace contextRef="#ctx0" brushRef="#br0" timeOffset="102076">2272 6978 11311,'-2'-7'1709,"-1"2"-1530,-4 4 1,1 2 0,-1 3 90,-2 3-180,1 2 0,-3 4 0,0 2-402,1 2 402,-1 5 0,1 1-90,2 0 90,2-1-382,2-1 292,2-2 0,0 0-90,3-1 0,2-1-89,2 0 89,2-3-180,6 3 90,-2-7 0,10 1 0,-3-10 90,0-1 0,0-5 90,-6-2 300,-2-1-390,-2-2 90,2-9-90,-4-2 90,-2-2 3,-4 2-3,-4 6 0,-6-7 0,0 5 90,-9-7-90,6 12 0,-3-2 0,5 6 0,0 0 0,1 1 0,1 2 0,4 0 301,8-1-301,1 1 0,11-7 0,1 0 0,11-5 0,2-2-1127,7-3 1127,-18 10 0,0 1 0,1-1 0,0 0 0,0 0 0,0 1 0,0-1 0,0 1 0,0 0 0,-1 1-178,15-7 178,4-2 0,-15 7 0,2 1 0,-14 8 0,-2 2-90,-1 3 90,-3 4 0,0 1 1105,-2 4-1105,0 2 0,-1 5 0,-1 1 0,-1 7 0,0 1-973,0-4 0,0 0 1063,-1 13-135,2-12 0,-1-1 45,0 7-721,-1 1 721,1-4-510,0-1 420,0-5-20,0-3 110,0-4 1696,0-1-1696,1 1 839,0-4-839,-1-1 787,5-14-787,-1 0 0,2-11 0,-1 1 0,1-6 165,1-5-165,3-8 0,0-3-872,-4 17 0,1-1 872,-1 1 0,1-1 0,2-6 0,0 1 0,3-12 0,-3 15 0,0 2-654,2-3 654,1 5-121,0 3 31,-1 6 90,1 2 0,-1 6 1585,0 1-1585,1 5 776,1 2-776,1 6 0,6 13 0,-4-1 158,2 10-158,-6-9 0,-1 2-272,-2 1 227,-2-8 0,0 1-703,1 6 748,4 8-426,-5-17 516,1-3-90,-2-1-90,4 1 330,-4-5-420,2 1 733,-2-7-823,-1-2 293,1-2-562,1-2-1080,1-1-90,0-3 1709,1-1 0,2-9 0,2-1 0</inkml:trace>
  <inkml:trace contextRef="#ctx0" brushRef="#br0" timeOffset="102399">3195 6802 10681,'-2'-7'1349,"0"0"0,1 2-1259,5 19 0,-1-4 0,5 16 0,-2-6-735,1 3 645,0 2 90,1 2-90,0-1 90,1 1-90,1-1 90,1 0-90,-1-1 0,2-2 0,-2-4 0,4 1 0,-5-8 0,3-1 0,-5-8 0,0-1 0,0-4 0,0-2 735,1-4-735,1-5 0,1-6-792,2-6 792,-1-6-1201,0-4 1156,-6 15 0,1-1-45,-2-1 0,0 1 0,0-1 0,0 0-180,2-18-179,0 4-91,-2 7-2505,-1 0 886,-2 11 1504,1 1 1,-3 11 0,1 2 0</inkml:trace>
  <inkml:trace contextRef="#ctx0" brushRef="#br0" timeOffset="114741">1721 9360 10051,'-13'-1'-270,"1"0"270,5 0 90,-1 1-90,-1 1 90,-1 0 0,0 0 0,-1 0-90,0 2 90,-1 0 0,-2 2-90,0 0 90,-10 10 0,5-2-2357,-6 9 2267,8-1 90,0 1-962,0 6 872,2 0 0,-1 6 0,6-4 0,0 3 90,3-4-90,1 2 0,3-5 0,1 0-294,3-4 294,1-2 0,4 5 0,-1-9 90,3 3-90,0-10 0,0-3 1935,2-2-1935,7-5 0,0-5 626,6-5-626,-3-5 0,2-5 0,-1-5-1047,1-4 1047,-11 12 0,0 0 0,-1-1 0,0 0 45,-1-3 0,0 0-828,0-1 1,-1-1 782,-1-1 0,-1-1 0,1 0 0,-1-2 0,-1 0 0,-1 0-707,0-1 0,0 1 707,-2-1 0,1 0 0,-2-1 0,0 1 0,-1 1 0,0 0 0,-1 1 0,-1 0 0,-1 2 0,1 0 0,-1 3 0,0 1 0,-3-16 0,0 6-58,-2 0 58,3 11 913,-3 3-913,2 21 0,-1 9 0,2 8 0,1 5-103,2-4 1,0 0 102,-1 11 0,0 2 0,3-7 0,0 1 0,-1 1 0,0 1 0,1-1 0,0 1 0,0 0 0,0 0 0,1-1 0,0 1 370,0-2 0,0 2-370,1 10 0,1 1 0,-1-12 0,0 1-945,1 7 0,0 0 945,-1-16 0,1-1 0,3 17-536,1-6 536,1-4 895,1-5-985,0-5-180,0-5 0,0-4 576,1-4-756,0-2 2186,1-4-2455,0-2 719,1-3 0,5-7 0,2-3 0</inkml:trace>
  <inkml:trace contextRef="#ctx0" brushRef="#br0" timeOffset="114983">2009 9449 10591,'-3'11'450,"1"0"-360,1 2 0,0 1-3367,-1 4 2482,0 5 873,-1 14 12,0-4 0,1 7-90,1-14-90,1 6-180,0-10-179,1 5-181,-1-11-2069,1 3 2699,0-6 0,0 4 0,0-7 0</inkml:trace>
  <inkml:trace contextRef="#ctx0" brushRef="#br0" timeOffset="115224">2019 9028 10411,'-6'-9'540,"1"1"-91,-1 1-269,2 2 0,-2 0-90,2 3 180,1-1 0,-2 1 0,1 1-180,-1 1-360,1 3 0,1 2-629,2 0 89,1 2-719,0-2 1529,3 5 0,0-2 0,2 4 0</inkml:trace>
  <inkml:trace contextRef="#ctx0" brushRef="#br0" timeOffset="115574">2320 9096 10051,'-6'-16'0,"1"1"90,-1 2 90,2 1-90,-1 1 90,-1-5 0,2 5-90,-1-3 90,2 7-90,1-1-90,0 3 269,0 1-179,1 15-90,0 1 0,0 18 90,1 2-45,0 2 0,0 3-1438,-1-9 1,0 2 1392,1-3 0,0 3 0,-1-2 0,1 3 0,-1-1-859,1 0 0,0 1 859,1 0 0,-1 0 0,1-1 0,0 1 0,0 0 0,0 0 45,0-1 0,1-1-570,0 0 1,1-1 434,-1-1 0,0-1-45,1-3 0,0-1-224,2 17-58,2-7-1562,4 3 899,-2-12 1080,3 0 0,0-13 0,2-2 0</inkml:trace>
  <inkml:trace contextRef="#ctx0" brushRef="#br0" timeOffset="116307">2631 9506 9422,'2'-6'539,"-1"-2"1,-1 1-270,-1-1 0,0 3 0,-2 0-1,1 2 1,-1 0 0,-1 1-90,0 0 0,-2 1 0,0 2-90,-2 1 180,-8 6-180,3 0 89,-14 13-89,10-5 0,2 1 0,2 0-672,-1 3 582,-1 6 0,7 0-180,4-8 0,0 6-7,4-7-83,2-2 90,1 0-90,1-1 0,2-2 90,1 0 0,1-3 492,0-1-582,5-2 99,-3-3-99,8-3 90,-3-6 90,-1-2 0,-1-3 0,-4 1 90,-1-2-90,0-2 90,2-7 0,-2 5 0,1-4 0,-3 7 0,-2 2 0,0 1 0,0 2 0,0 1 0,0 1 0,0 2 0,1 2 0,1 2 0,0 3 0,2 3 0,-1 1 90,1 1-90,1 1-90,0 0 90,1 1 90,1 1-90,0-2 0,-1-1 0,0-2 0,0-1 0,-1-1 0,0-2 0,5-3 0,-3-1 0,4-4 0,-4-3 90,9-13-90,0-10-414,-6 4 1,0-2 413,-4 5 0,0-1-895,-1-4 0,0 0 895,-4 7 0,0 1 0,-1-1 0,0-1-1263,0-11 1,0-2 1262,-2 10 0,0-1 0,-1-9 0,0 1-416,-1 10 1,-1 2 415,0 2 0,0 0-5,-2-18 5,0 9 90,1 5 890,-1 7-980,2 5 2641,-1 4-2641,0 5 1589,-4 14-1589,1 8 90,-6 18-1120,4-1 1,-1 3 1074,2-3 0,0 1-45,1-6 0,0 1 0,0 0 45,0 6 0,1-2 0,1-1 0,0-1-352,0-1 1,1 1 351,1 0 0,1 0-45,-1-1 0,2 0-606,0 0 0,1 0 606,0-2 0,1 0 45,0-1 0,1-1-45,1-2 0,0-1-68,-1-2 1,1 0 156,6 13-89,-1-5 2350,1-8-2440,4-3 332,1-10-782,-1-4-899,1-11-90,-4-7 1836,0-4 1,1-13 0,0-3 0</inkml:trace>
  <inkml:trace contextRef="#ctx0" brushRef="#br0" timeOffset="116524">2952 9513 9781,'-1'7'1440,"3"-6"-1261,5-1 91,3-5-180,-2 0 90,1-1 0,3-2-90,3-2 0,12-7-630,6-2-1098,-2 1-71,-4 3-180,-12 9 1889,-3 1 0,1 1 0,1 2 0</inkml:trace>
  <inkml:trace contextRef="#ctx0" brushRef="#br0" timeOffset="116925">3334 9675 11670,'-1'9'2429,"3"-6"-2339,3-3 0,2-5 90,-2 1-90,1 0 0,0-1 0,4-3-90,-4 2 90,3-4-180,-5 3 0,1-4 0,-3 1-90,0-8 90,-4 6 0,0-3 90,-2 4-90,0 3 0,-1 0 90,-2 2-90,0 2 90,-1 3-90,-1 1 0,-6 9 90,0 2-90,-4 9 90,-1 14-292,6-5 247,6-9 0,1 1-787,0 10 832,3-3 0,2-1 0,3-3 0,1 1 0,8 7 0,-1-6 0,5 2 0,-3-13-180,5-2-234,-3-6 144,5-1-180,-4-6-179,3-4-1260,2-2-540,4-4 2294,-2-3 1,3-6 0,1-3 0</inkml:trace>
  <inkml:trace contextRef="#ctx0" brushRef="#br0" timeOffset="117393">3786 9476 11850,'-8'-8'450,"-1"1"-270,2 4 90,-1 1-90,-2-1 89,-1 1-89,-3 0 0,0 0-90,0 2 90,-1 0 0,0 1-440,-7 6 350,3 1-90,-4 6 90,4 3 0,3 2-822,1 4 822,3 3-90,2 0 90,2 4-180,2-1 0,3 0 1,2-3-91,4 1 0,1-2 0,3 1 0,3-3 0,1-3 0,3-2-90,0-6 180,1-1-129,-1-6 39,0-3 90,1-3-90,3-5 90,1-4 0,3-6-1016,0-6 1106,-1-4-90,1-7 45,-12 14 0,0 0 0,0-2 0,-1-1 45,0-3 0,0 0-45,-1-1 1,-1-1-655,1-2 0,-1 0 654,-1 0 0,0-1 45,-1 0 0,0-1 0,-1 0 0,0 0-45,-1 0 0,-2 0 90,1 0 0,-1 0-221,0 2 1,-2-1 220,0-5 0,-1 0-45,1 12 0,-1 0 45,0-3 0,0 3-45,-1 2 28,-1 8-28,1 7 887,-1 8-887,-2 12 0,-3 12 383,-1 13-338,5-15 0,0 2-45,0 2 0,0 0 0,1 3 0,1-1 0,0 2 0,0 0 0,1 0 0,1 1 0,1-1 0,0 0-352,1 0 0,1 0 352,0 0 0,2-1-45,0 0 0,1 0-165,0-4 0,1 1 0,1-1-825,5 11 1,1 0 224,-1-2 1,1-2 809,0-8 0,1-3 0,11 4 0,0-6 0</inkml:trace>
  <inkml:trace contextRef="#ctx0" brushRef="#br0" timeOffset="117574">4395 9569 12750,'-9'1'809,"3"1"-989,6 3-269,3-2-2610,1 1 721,7-5 2338,-3-1 0,11-8 0,-1-1 0</inkml:trace>
  <inkml:trace contextRef="#ctx0" brushRef="#br0" timeOffset="118991">24557 442 7892,'2'-7'900,"0"-2"-450,-2 5-1,0-4-89,-1 2 0,0 0-90,-1 2-180,-2 1 0,0 3 0,-3 2 0,-1 1 0,-2 4 0,-3 5-90,-2 2 90,-3 7-655,-1 3 655,1 5-90,-2 3 90,3 2-1402,3-2 1312,2 1 90,2-3-857,4 0 767,2-2 0,2-2 90,5 9-90,1-10 0,4 6 0,-1-13 0,2-3 0,0-2 0,3-2 0,1-3 0,1-1 0,0-4 0,1-2 0,2-2 0,2-3 534,3-4-534,9-12 0,-1-8-40,-16 12 1,-1 0 84,-1-2 0,-3 0-45,2-12 0,-2-3 0,-4-2 0,-2-6 0,-6 0 0,0 18 0,0 0 0,-3 2 0,-1-1 0,0 1 0,-1 0 0,-2 2 0,0 0 0,-13-15 0,-2 5-90,0 8-270,0 5-1889,-7 9 630,5 6 1619,-6 7 0,3 5 0,0 3 0</inkml:trace>
  <inkml:trace contextRef="#ctx0" brushRef="#br0" timeOffset="167996">21939 1532 6633,'-6'-3'1619,"-1"1"-899,2 2-720,16 1 90,-1 0 0,17 0 0,1 0-90,9 0-1111,-14 0 1,3 0 1155,5 1 0,4 0-774,2 1 0,4 0 0,-1-1 729,-6 1 0,-1-1 0,3 1 18,0-1 0,3 1 0,3 0 0,-2 0 0,-3 0-464,-4 0 1,-3 0-1,0-1 1,2 1 445,0-1 0,3 1 0,0 0 0,-1 0 0,-2-1-418,11 2 1,-3 0 0,0 0 439,-8-2 1,-1 1-1,0-1 1,1 1-64,0 0 1,-1 0 0,1 0 0,0 0 40,-1-1 0,0 0 0,1 1 0,2-1 18,1 1 0,1 0 0,2 0 0,0 0 0,0-1-18,0 1 0,1-1 0,-1 1 0,1-1 0,-1 1 0,0-1 0,0 1 0,1-1 0,-2 1 0,0-1 112,6 1 1,0-1 0,-2 0-1,-3 0-112,-1 0 0,-3 0 0,0-1 115,-1 1 0,1-1 1,-2 0-87,-3 0 1,-1-1 0,0 1-30,12 0 0,-2 0 0,-5 0 0,0-1 170,-5 0 1,1 1-1,-1-1-170,0 1 0,0 0 0,7-1 0,-2 0 0,0 1 90,-6-1 1406,-6-1-1406,-4 1 1482,2-1-1482,-6 0 2209,4 0-2299,-5 0 788,0-2-1058,-4 1-360,-3-1 772,0 1-1132,-2 0 990,1-1 0,-1-1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7749" y="188416"/>
            <a:ext cx="6171470" cy="1110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60838"/>
            <a:ext cx="6686550" cy="2224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customXml" Target="../ink/ink5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customXml" Target="../ink/ink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0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9.xml"/><Relationship Id="rId3" Type="http://schemas.openxmlformats.org/officeDocument/2006/relationships/image" Target="../media/image9.jpg"/><Relationship Id="rId7" Type="http://schemas.openxmlformats.org/officeDocument/2006/relationships/image" Target="../media/image15.png"/><Relationship Id="rId12" Type="http://schemas.openxmlformats.org/officeDocument/2006/relationships/image" Target="../media/image20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8.xml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11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3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hyperlink" Target="http://www.flickr.com/photos/diaphanus/136915456/" TargetMode="External"/><Relationship Id="rId7" Type="http://schemas.openxmlformats.org/officeDocument/2006/relationships/image" Target="../media/image27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22.jpg"/><Relationship Id="rId4" Type="http://schemas.openxmlformats.org/officeDocument/2006/relationships/hyperlink" Target="http://www.flickr.com/photos/swashford/428567562/" TargetMode="External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hyperlink" Target="http://www.flickr.com/photos/diaphanus/136915456/" TargetMode="External"/><Relationship Id="rId7" Type="http://schemas.openxmlformats.org/officeDocument/2006/relationships/image" Target="../media/image29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hyperlink" Target="http://www.flickr.com/photos/scpgt/328570837/" TargetMode="External"/><Relationship Id="rId4" Type="http://schemas.openxmlformats.org/officeDocument/2006/relationships/image" Target="../media/image23.jp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customXml" Target="../ink/ink19.xml"/><Relationship Id="rId4" Type="http://schemas.openxmlformats.org/officeDocument/2006/relationships/image" Target="../media/image3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customXml" Target="../ink/ink21.xml"/><Relationship Id="rId4" Type="http://schemas.openxmlformats.org/officeDocument/2006/relationships/image" Target="../media/image3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37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3.xml"/><Relationship Id="rId5" Type="http://schemas.openxmlformats.org/officeDocument/2006/relationships/image" Target="../media/image36.png"/><Relationship Id="rId4" Type="http://schemas.openxmlformats.org/officeDocument/2006/relationships/customXml" Target="../ink/ink2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3.jpg"/><Relationship Id="rId7" Type="http://schemas.openxmlformats.org/officeDocument/2006/relationships/image" Target="../media/image39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430.png"/><Relationship Id="rId5" Type="http://schemas.openxmlformats.org/officeDocument/2006/relationships/image" Target="../media/image36.jpg"/><Relationship Id="rId10" Type="http://schemas.openxmlformats.org/officeDocument/2006/relationships/customXml" Target="../ink/ink24.xml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customXml" Target="../ink/ink26.xml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customXml" Target="../ink/ink28.xml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customXml" Target="../ink/ink33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customXml" Target="../ink/ink36.xml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4.png"/><Relationship Id="rId2" Type="http://schemas.openxmlformats.org/officeDocument/2006/relationships/image" Target="../media/image9.jpg"/><Relationship Id="rId16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g"/><Relationship Id="rId11" Type="http://schemas.openxmlformats.org/officeDocument/2006/relationships/image" Target="../media/image61.png"/><Relationship Id="rId5" Type="http://schemas.openxmlformats.org/officeDocument/2006/relationships/image" Target="../media/image55.jpg"/><Relationship Id="rId15" Type="http://schemas.openxmlformats.org/officeDocument/2006/relationships/image" Target="../media/image630.png"/><Relationship Id="rId10" Type="http://schemas.openxmlformats.org/officeDocument/2006/relationships/image" Target="../media/image60.png"/><Relationship Id="rId19" Type="http://schemas.openxmlformats.org/officeDocument/2006/relationships/image" Target="../media/image6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customXml" Target="../ink/ink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customXml" Target="../ink/ink38.xml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customXml" Target="../ink/ink4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5" Type="http://schemas.openxmlformats.org/officeDocument/2006/relationships/customXml" Target="../ink/ink42.xml"/><Relationship Id="rId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3" Type="http://schemas.openxmlformats.org/officeDocument/2006/relationships/image" Target="../media/image67.jpg"/><Relationship Id="rId7" Type="http://schemas.openxmlformats.org/officeDocument/2006/relationships/image" Target="../media/image74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3.xml"/><Relationship Id="rId5" Type="http://schemas.openxmlformats.org/officeDocument/2006/relationships/image" Target="../media/image69.jpg"/><Relationship Id="rId4" Type="http://schemas.openxmlformats.org/officeDocument/2006/relationships/image" Target="../media/image68.jpg"/><Relationship Id="rId9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customXml" Target="../ink/ink45.xml"/><Relationship Id="rId7" Type="http://schemas.openxmlformats.org/officeDocument/2006/relationships/customXml" Target="../ink/ink47.xml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customXml" Target="../ink/ink46.xml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3" Type="http://schemas.openxmlformats.org/officeDocument/2006/relationships/image" Target="../media/image73.jpg"/><Relationship Id="rId7" Type="http://schemas.openxmlformats.org/officeDocument/2006/relationships/image" Target="../media/image84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9.xml"/><Relationship Id="rId11" Type="http://schemas.openxmlformats.org/officeDocument/2006/relationships/image" Target="../media/image86.png"/><Relationship Id="rId5" Type="http://schemas.openxmlformats.org/officeDocument/2006/relationships/image" Target="../media/image75.jpg"/><Relationship Id="rId10" Type="http://schemas.openxmlformats.org/officeDocument/2006/relationships/customXml" Target="../ink/ink51.xml"/><Relationship Id="rId4" Type="http://schemas.openxmlformats.org/officeDocument/2006/relationships/image" Target="../media/image74.jpg"/><Relationship Id="rId9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customXml" Target="../ink/ink52.xml"/><Relationship Id="rId7" Type="http://schemas.openxmlformats.org/officeDocument/2006/relationships/customXml" Target="../ink/ink54.xml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png"/><Relationship Id="rId5" Type="http://schemas.openxmlformats.org/officeDocument/2006/relationships/customXml" Target="../ink/ink53.xml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customXml" Target="../ink/ink55.xml"/><Relationship Id="rId7" Type="http://schemas.openxmlformats.org/officeDocument/2006/relationships/customXml" Target="../ink/ink57.xml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.png"/><Relationship Id="rId5" Type="http://schemas.openxmlformats.org/officeDocument/2006/relationships/customXml" Target="../ink/ink56.xml"/><Relationship Id="rId4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5" Type="http://schemas.openxmlformats.org/officeDocument/2006/relationships/customXml" Target="../ink/ink59.xml"/><Relationship Id="rId4" Type="http://schemas.openxmlformats.org/officeDocument/2006/relationships/image" Target="../media/image9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customXml" Target="../ink/ink60.xml"/><Relationship Id="rId7" Type="http://schemas.openxmlformats.org/officeDocument/2006/relationships/customXml" Target="../ink/ink62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.png"/><Relationship Id="rId5" Type="http://schemas.openxmlformats.org/officeDocument/2006/relationships/customXml" Target="../ink/ink61.xml"/><Relationship Id="rId10" Type="http://schemas.openxmlformats.org/officeDocument/2006/relationships/image" Target="../media/image98.png"/><Relationship Id="rId4" Type="http://schemas.openxmlformats.org/officeDocument/2006/relationships/image" Target="../media/image950.png"/><Relationship Id="rId9" Type="http://schemas.openxmlformats.org/officeDocument/2006/relationships/customXml" Target="../ink/ink6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7" Type="http://schemas.openxmlformats.org/officeDocument/2006/relationships/image" Target="../media/image10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65.xml"/><Relationship Id="rId5" Type="http://schemas.openxmlformats.org/officeDocument/2006/relationships/image" Target="../media/image99.png"/><Relationship Id="rId4" Type="http://schemas.openxmlformats.org/officeDocument/2006/relationships/customXml" Target="../ink/ink6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customXml" Target="../ink/ink66.xml"/><Relationship Id="rId7" Type="http://schemas.openxmlformats.org/officeDocument/2006/relationships/customXml" Target="../ink/ink68.xml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5" Type="http://schemas.openxmlformats.org/officeDocument/2006/relationships/customXml" Target="../ink/ink67.xml"/><Relationship Id="rId4" Type="http://schemas.openxmlformats.org/officeDocument/2006/relationships/image" Target="../media/image10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9.xml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4.png"/><Relationship Id="rId5" Type="http://schemas.openxmlformats.org/officeDocument/2006/relationships/customXml" Target="../ink/ink70.xml"/><Relationship Id="rId4" Type="http://schemas.openxmlformats.org/officeDocument/2006/relationships/image" Target="../media/image10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1.xml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1.png"/><Relationship Id="rId3" Type="http://schemas.openxmlformats.org/officeDocument/2006/relationships/image" Target="../media/image95.png"/><Relationship Id="rId21" Type="http://schemas.openxmlformats.org/officeDocument/2006/relationships/customXml" Target="../ink/ink74.xml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customXml" Target="../ink/ink72.xml"/><Relationship Id="rId2" Type="http://schemas.openxmlformats.org/officeDocument/2006/relationships/image" Target="../media/image84.jpg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24" Type="http://schemas.openxmlformats.org/officeDocument/2006/relationships/image" Target="../media/image124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23" Type="http://schemas.openxmlformats.org/officeDocument/2006/relationships/customXml" Target="../ink/ink75.xml"/><Relationship Id="rId10" Type="http://schemas.openxmlformats.org/officeDocument/2006/relationships/image" Target="../media/image112.png"/><Relationship Id="rId19" Type="http://schemas.openxmlformats.org/officeDocument/2006/relationships/customXml" Target="../ink/ink73.xml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customXml" Target="../ink/ink76.xml"/><Relationship Id="rId7" Type="http://schemas.openxmlformats.org/officeDocument/2006/relationships/customXml" Target="../ink/ink78.xml"/><Relationship Id="rId12" Type="http://schemas.openxmlformats.org/officeDocument/2006/relationships/image" Target="../media/image129.pn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.png"/><Relationship Id="rId11" Type="http://schemas.openxmlformats.org/officeDocument/2006/relationships/customXml" Target="../ink/ink80.xml"/><Relationship Id="rId5" Type="http://schemas.openxmlformats.org/officeDocument/2006/relationships/customXml" Target="../ink/ink77.xml"/><Relationship Id="rId10" Type="http://schemas.openxmlformats.org/officeDocument/2006/relationships/image" Target="../media/image128.png"/><Relationship Id="rId4" Type="http://schemas.openxmlformats.org/officeDocument/2006/relationships/image" Target="../media/image125.png"/><Relationship Id="rId9" Type="http://schemas.openxmlformats.org/officeDocument/2006/relationships/customXml" Target="../ink/ink7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customXml" Target="../ink/ink81.xml"/><Relationship Id="rId7" Type="http://schemas.openxmlformats.org/officeDocument/2006/relationships/customXml" Target="../ink/ink83.xml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1.png"/><Relationship Id="rId5" Type="http://schemas.openxmlformats.org/officeDocument/2006/relationships/customXml" Target="../ink/ink82.xml"/><Relationship Id="rId4" Type="http://schemas.openxmlformats.org/officeDocument/2006/relationships/image" Target="../media/image1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4.xml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png"/><Relationship Id="rId5" Type="http://schemas.openxmlformats.org/officeDocument/2006/relationships/customXml" Target="../ink/ink85.xml"/><Relationship Id="rId4" Type="http://schemas.openxmlformats.org/officeDocument/2006/relationships/image" Target="../media/image13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customXml" Target="../ink/ink86.xml"/><Relationship Id="rId7" Type="http://schemas.openxmlformats.org/officeDocument/2006/relationships/customXml" Target="../ink/ink88.xml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.png"/><Relationship Id="rId5" Type="http://schemas.openxmlformats.org/officeDocument/2006/relationships/customXml" Target="../ink/ink87.xml"/><Relationship Id="rId10" Type="http://schemas.openxmlformats.org/officeDocument/2006/relationships/image" Target="../media/image138.png"/><Relationship Id="rId4" Type="http://schemas.openxmlformats.org/officeDocument/2006/relationships/image" Target="../media/image135.png"/><Relationship Id="rId9" Type="http://schemas.openxmlformats.org/officeDocument/2006/relationships/customXml" Target="../ink/ink8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0.xml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customXml" Target="../ink/ink91.xml"/><Relationship Id="rId7" Type="http://schemas.openxmlformats.org/officeDocument/2006/relationships/customXml" Target="../ink/ink93.xml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2.png"/><Relationship Id="rId5" Type="http://schemas.openxmlformats.org/officeDocument/2006/relationships/customXml" Target="../ink/ink92.xml"/><Relationship Id="rId4" Type="http://schemas.openxmlformats.org/officeDocument/2006/relationships/image" Target="../media/image14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customXml" Target="../ink/ink94.xml"/><Relationship Id="rId7" Type="http://schemas.openxmlformats.org/officeDocument/2006/relationships/customXml" Target="../ink/ink96.xml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5.png"/><Relationship Id="rId5" Type="http://schemas.openxmlformats.org/officeDocument/2006/relationships/customXml" Target="../ink/ink95.xml"/><Relationship Id="rId10" Type="http://schemas.openxmlformats.org/officeDocument/2006/relationships/image" Target="../media/image147.png"/><Relationship Id="rId4" Type="http://schemas.openxmlformats.org/officeDocument/2006/relationships/image" Target="../media/image144.png"/><Relationship Id="rId9" Type="http://schemas.openxmlformats.org/officeDocument/2006/relationships/customXml" Target="../ink/ink9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customXml" Target="../ink/ink98.xml"/><Relationship Id="rId7" Type="http://schemas.openxmlformats.org/officeDocument/2006/relationships/customXml" Target="../ink/ink100.xml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9.png"/><Relationship Id="rId5" Type="http://schemas.openxmlformats.org/officeDocument/2006/relationships/customXml" Target="../ink/ink99.xml"/><Relationship Id="rId4" Type="http://schemas.openxmlformats.org/officeDocument/2006/relationships/image" Target="../media/image14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customXml" Target="../ink/ink101.xml"/><Relationship Id="rId7" Type="http://schemas.openxmlformats.org/officeDocument/2006/relationships/customXml" Target="../ink/ink103.xml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5" Type="http://schemas.openxmlformats.org/officeDocument/2006/relationships/customXml" Target="../ink/ink102.xml"/><Relationship Id="rId10" Type="http://schemas.openxmlformats.org/officeDocument/2006/relationships/image" Target="../media/image151.png"/><Relationship Id="rId4" Type="http://schemas.openxmlformats.org/officeDocument/2006/relationships/image" Target="../media/image152.png"/><Relationship Id="rId9" Type="http://schemas.openxmlformats.org/officeDocument/2006/relationships/customXml" Target="../ink/ink10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customXml" Target="../ink/ink105.xml"/><Relationship Id="rId7" Type="http://schemas.openxmlformats.org/officeDocument/2006/relationships/customXml" Target="../ink/ink107.xml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7.png"/><Relationship Id="rId5" Type="http://schemas.openxmlformats.org/officeDocument/2006/relationships/customXml" Target="../ink/ink106.xml"/><Relationship Id="rId10" Type="http://schemas.openxmlformats.org/officeDocument/2006/relationships/image" Target="../media/image155.png"/><Relationship Id="rId4" Type="http://schemas.openxmlformats.org/officeDocument/2006/relationships/image" Target="../media/image156.png"/><Relationship Id="rId9" Type="http://schemas.openxmlformats.org/officeDocument/2006/relationships/customXml" Target="../ink/ink108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customXml" Target="../ink/ink109.xml"/><Relationship Id="rId7" Type="http://schemas.openxmlformats.org/officeDocument/2006/relationships/customXml" Target="../ink/ink111.xml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png"/><Relationship Id="rId5" Type="http://schemas.openxmlformats.org/officeDocument/2006/relationships/customXml" Target="../ink/ink110.xml"/><Relationship Id="rId4" Type="http://schemas.openxmlformats.org/officeDocument/2006/relationships/image" Target="../media/image16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customXml" Target="../ink/ink112.xml"/><Relationship Id="rId7" Type="http://schemas.openxmlformats.org/officeDocument/2006/relationships/customXml" Target="../ink/ink114.xml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4.png"/><Relationship Id="rId5" Type="http://schemas.openxmlformats.org/officeDocument/2006/relationships/customXml" Target="../ink/ink113.xml"/><Relationship Id="rId10" Type="http://schemas.openxmlformats.org/officeDocument/2006/relationships/image" Target="../media/image162.png"/><Relationship Id="rId4" Type="http://schemas.openxmlformats.org/officeDocument/2006/relationships/image" Target="../media/image163.png"/><Relationship Id="rId9" Type="http://schemas.openxmlformats.org/officeDocument/2006/relationships/customXml" Target="../ink/ink1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6.xml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9.xml"/><Relationship Id="rId3" Type="http://schemas.openxmlformats.org/officeDocument/2006/relationships/image" Target="../media/image132.jpg"/><Relationship Id="rId7" Type="http://schemas.openxmlformats.org/officeDocument/2006/relationships/image" Target="../media/image170.png"/><Relationship Id="rId2" Type="http://schemas.openxmlformats.org/officeDocument/2006/relationships/hyperlink" Target="http://www.educative.io/answers/what-is-sift" TargetMode="Externa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18.xml"/><Relationship Id="rId11" Type="http://schemas.openxmlformats.org/officeDocument/2006/relationships/image" Target="../media/image166.png"/><Relationship Id="rId5" Type="http://schemas.openxmlformats.org/officeDocument/2006/relationships/image" Target="../media/image169.png"/><Relationship Id="rId10" Type="http://schemas.openxmlformats.org/officeDocument/2006/relationships/customXml" Target="../ink/ink120.xml"/><Relationship Id="rId4" Type="http://schemas.openxmlformats.org/officeDocument/2006/relationships/customXml" Target="../ink/ink117.xml"/><Relationship Id="rId9" Type="http://schemas.openxmlformats.org/officeDocument/2006/relationships/image" Target="../media/image17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bc.ca/~lowe/papers/ijcv04.pdf" TargetMode="External"/><Relationship Id="rId7" Type="http://schemas.openxmlformats.org/officeDocument/2006/relationships/image" Target="../media/image168.png"/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22.xml"/><Relationship Id="rId5" Type="http://schemas.openxmlformats.org/officeDocument/2006/relationships/image" Target="../media/image173.png"/><Relationship Id="rId4" Type="http://schemas.openxmlformats.org/officeDocument/2006/relationships/customXml" Target="../ink/ink12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nalyticsvidhya.com/blog/2019/10/detailed-guide-powerful-sift-technique-image-matching-python/" TargetMode="External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5.png"/><Relationship Id="rId4" Type="http://schemas.openxmlformats.org/officeDocument/2006/relationships/customXml" Target="../ink/ink12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4.xml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2.png"/><Relationship Id="rId5" Type="http://schemas.openxmlformats.org/officeDocument/2006/relationships/customXml" Target="../ink/ink125.xml"/><Relationship Id="rId4" Type="http://schemas.openxmlformats.org/officeDocument/2006/relationships/image" Target="../media/image17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customXml" Target="../ink/ink126.xml"/><Relationship Id="rId7" Type="http://schemas.openxmlformats.org/officeDocument/2006/relationships/customXml" Target="../ink/ink128.xml"/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0.png"/><Relationship Id="rId5" Type="http://schemas.openxmlformats.org/officeDocument/2006/relationships/customXml" Target="../ink/ink127.xml"/><Relationship Id="rId4" Type="http://schemas.openxmlformats.org/officeDocument/2006/relationships/image" Target="../media/image1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g"/><Relationship Id="rId7" Type="http://schemas.openxmlformats.org/officeDocument/2006/relationships/image" Target="../media/image184.pn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30.xml"/><Relationship Id="rId5" Type="http://schemas.openxmlformats.org/officeDocument/2006/relationships/image" Target="../media/image183.png"/><Relationship Id="rId4" Type="http://schemas.openxmlformats.org/officeDocument/2006/relationships/customXml" Target="../ink/ink12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customXml" Target="../ink/ink131.xml"/><Relationship Id="rId7" Type="http://schemas.openxmlformats.org/officeDocument/2006/relationships/customXml" Target="../ink/ink133.xml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7.png"/><Relationship Id="rId5" Type="http://schemas.openxmlformats.org/officeDocument/2006/relationships/customXml" Target="../ink/ink132.xml"/><Relationship Id="rId4" Type="http://schemas.openxmlformats.org/officeDocument/2006/relationships/image" Target="../media/image18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4.xml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customXml" Target="../ink/ink135.xml"/><Relationship Id="rId7" Type="http://schemas.openxmlformats.org/officeDocument/2006/relationships/customXml" Target="../ink/ink137.xml"/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4.png"/><Relationship Id="rId5" Type="http://schemas.openxmlformats.org/officeDocument/2006/relationships/customXml" Target="../ink/ink136.xml"/><Relationship Id="rId4" Type="http://schemas.openxmlformats.org/officeDocument/2006/relationships/image" Target="../media/image19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8.xml"/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0.png"/><Relationship Id="rId5" Type="http://schemas.openxmlformats.org/officeDocument/2006/relationships/customXml" Target="../ink/ink139.xml"/><Relationship Id="rId4" Type="http://schemas.openxmlformats.org/officeDocument/2006/relationships/image" Target="../media/image19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0.xml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1.xml"/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2.xml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3.xml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9.png"/><Relationship Id="rId5" Type="http://schemas.openxmlformats.org/officeDocument/2006/relationships/customXml" Target="../ink/ink144.xml"/><Relationship Id="rId4" Type="http://schemas.openxmlformats.org/officeDocument/2006/relationships/image" Target="../media/image20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5.xml"/><Relationship Id="rId2" Type="http://schemas.openxmlformats.org/officeDocument/2006/relationships/image" Target="../media/image15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customXml" Target="../ink/ink14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7.xml"/><Relationship Id="rId3" Type="http://schemas.openxmlformats.org/officeDocument/2006/relationships/image" Target="../media/image176.png"/><Relationship Id="rId7" Type="http://schemas.openxmlformats.org/officeDocument/2006/relationships/image" Target="../media/image191.png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Relationship Id="rId9" Type="http://schemas.openxmlformats.org/officeDocument/2006/relationships/image" Target="../media/image21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7" Type="http://schemas.openxmlformats.org/officeDocument/2006/relationships/image" Target="../media/image202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9.xml"/><Relationship Id="rId5" Type="http://schemas.openxmlformats.org/officeDocument/2006/relationships/image" Target="../media/image218.png"/><Relationship Id="rId4" Type="http://schemas.openxmlformats.org/officeDocument/2006/relationships/customXml" Target="../ink/ink14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4.png"/><Relationship Id="rId4" Type="http://schemas.openxmlformats.org/officeDocument/2006/relationships/customXml" Target="../ink/ink15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0.png"/><Relationship Id="rId5" Type="http://schemas.openxmlformats.org/officeDocument/2006/relationships/customXml" Target="../ink/ink151.xml"/><Relationship Id="rId4" Type="http://schemas.openxmlformats.org/officeDocument/2006/relationships/image" Target="../media/image19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206.png"/><Relationship Id="rId7" Type="http://schemas.openxmlformats.org/officeDocument/2006/relationships/customXml" Target="../ink/ink153.xml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2.png"/><Relationship Id="rId5" Type="http://schemas.openxmlformats.org/officeDocument/2006/relationships/customXml" Target="../ink/ink152.xml"/><Relationship Id="rId4" Type="http://schemas.openxmlformats.org/officeDocument/2006/relationships/image" Target="../media/image20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customXml" Target="../ink/ink1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customXml" Target="../ink/ink155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6.xml"/><Relationship Id="rId3" Type="http://schemas.openxmlformats.org/officeDocument/2006/relationships/image" Target="../media/image211.png"/><Relationship Id="rId7" Type="http://schemas.openxmlformats.org/officeDocument/2006/relationships/image" Target="../media/image216.png"/><Relationship Id="rId2" Type="http://schemas.openxmlformats.org/officeDocument/2006/relationships/image" Target="../media/image20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4.png"/><Relationship Id="rId11" Type="http://schemas.openxmlformats.org/officeDocument/2006/relationships/image" Target="../media/image219.png"/><Relationship Id="rId5" Type="http://schemas.openxmlformats.org/officeDocument/2006/relationships/image" Target="../media/image213.png"/><Relationship Id="rId10" Type="http://schemas.openxmlformats.org/officeDocument/2006/relationships/customXml" Target="../ink/ink157.xml"/><Relationship Id="rId4" Type="http://schemas.openxmlformats.org/officeDocument/2006/relationships/image" Target="../media/image212.png"/><Relationship Id="rId9" Type="http://schemas.openxmlformats.org/officeDocument/2006/relationships/image" Target="../media/image230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1.png"/><Relationship Id="rId7" Type="http://schemas.openxmlformats.org/officeDocument/2006/relationships/image" Target="../media/image214.png"/><Relationship Id="rId2" Type="http://schemas.openxmlformats.org/officeDocument/2006/relationships/image" Target="../media/image20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213.png"/><Relationship Id="rId4" Type="http://schemas.openxmlformats.org/officeDocument/2006/relationships/image" Target="../media/image21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3" Type="http://schemas.openxmlformats.org/officeDocument/2006/relationships/image" Target="../media/image221.png"/><Relationship Id="rId7" Type="http://schemas.openxmlformats.org/officeDocument/2006/relationships/image" Target="../media/image227.png"/><Relationship Id="rId2" Type="http://schemas.openxmlformats.org/officeDocument/2006/relationships/image" Target="../media/image20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5" Type="http://schemas.openxmlformats.org/officeDocument/2006/relationships/image" Target="../media/image225.png"/><Relationship Id="rId10" Type="http://schemas.openxmlformats.org/officeDocument/2006/relationships/image" Target="../media/image231.png"/><Relationship Id="rId4" Type="http://schemas.openxmlformats.org/officeDocument/2006/relationships/image" Target="../media/image224.png"/><Relationship Id="rId9" Type="http://schemas.openxmlformats.org/officeDocument/2006/relationships/customXml" Target="../ink/ink15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customXml" Target="../ink/ink1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2.png"/><Relationship Id="rId4" Type="http://schemas.openxmlformats.org/officeDocument/2006/relationships/customXml" Target="../ink/ink16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customXml" Target="../ink/ink16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2.xml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6.png"/><Relationship Id="rId5" Type="http://schemas.openxmlformats.org/officeDocument/2006/relationships/customXml" Target="../ink/ink163.xml"/><Relationship Id="rId4" Type="http://schemas.openxmlformats.org/officeDocument/2006/relationships/image" Target="../media/image23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customXml" Target="../ink/ink164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customXml" Target="../ink/ink16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9.png"/><Relationship Id="rId4" Type="http://schemas.openxmlformats.org/officeDocument/2006/relationships/customXml" Target="../ink/ink16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customXml" Target="../ink/ink167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customXml" Target="../ink/ink168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customXml" Target="../ink/ink169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customXml" Target="../ink/ink170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263155"/>
            <a:ext cx="134493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20"/>
              </a:lnSpc>
              <a:spcBef>
                <a:spcPts val="100"/>
              </a:spcBef>
            </a:pPr>
            <a:r>
              <a:rPr sz="23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Session</a:t>
            </a:r>
            <a:r>
              <a:rPr sz="2300" u="heavy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3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#7:</a:t>
            </a:r>
            <a:endParaRPr sz="2300" dirty="0">
              <a:latin typeface="Calibri"/>
              <a:cs typeface="Calibri"/>
            </a:endParaRPr>
          </a:p>
          <a:p>
            <a:pPr marL="12700">
              <a:lnSpc>
                <a:spcPts val="4320"/>
              </a:lnSpc>
            </a:pPr>
            <a:r>
              <a:rPr sz="3800" spc="-20" dirty="0">
                <a:latin typeface="Calibri"/>
                <a:cs typeface="Calibri"/>
              </a:rPr>
              <a:t>SIFT</a:t>
            </a:r>
            <a:endParaRPr sz="3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8736143" cy="20048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65825" y="3105098"/>
            <a:ext cx="3747135" cy="6104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900" dirty="0">
                <a:latin typeface="Calibri"/>
                <a:cs typeface="Calibri"/>
              </a:rPr>
              <a:t>Dhruba Adhikary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900" dirty="0" err="1">
                <a:latin typeface="Calibri"/>
                <a:cs typeface="Calibri"/>
              </a:rPr>
              <a:t>Dhruba.a@wilp</a:t>
            </a:r>
            <a:r>
              <a:rPr lang="en-US" sz="1900" err="1">
                <a:latin typeface="Calibri"/>
                <a:cs typeface="Calibri"/>
              </a:rPr>
              <a:t>.</a:t>
            </a:r>
            <a:r>
              <a:rPr lang="en-US" sz="1900">
                <a:latin typeface="Calibri"/>
                <a:cs typeface="Calibri"/>
              </a:rPr>
              <a:t>bits-pilani</a:t>
            </a:r>
            <a:r>
              <a:rPr lang="en-US" sz="1900" dirty="0" err="1">
                <a:latin typeface="Calibri"/>
                <a:cs typeface="Calibri"/>
              </a:rPr>
              <a:t>.</a:t>
            </a:r>
            <a:r>
              <a:rPr lang="en-US" sz="1900" err="1">
                <a:latin typeface="Calibri"/>
                <a:cs typeface="Calibri"/>
              </a:rPr>
              <a:t>ac</a:t>
            </a:r>
            <a:r>
              <a:rPr lang="en-US" sz="1900">
                <a:latin typeface="Calibri"/>
                <a:cs typeface="Calibri"/>
              </a:rPr>
              <a:t>.in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625" y="4715481"/>
            <a:ext cx="5502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Credits: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Slides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adopted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Shree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Nayar’s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lectures</a:t>
            </a:r>
            <a:endParaRPr sz="18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938AE8-D973-83EE-8D15-7B8ED58D391E}"/>
                  </a:ext>
                </a:extLst>
              </p14:cNvPr>
              <p14:cNvContentPartPr/>
              <p14:nvPr/>
            </p14:nvContentPartPr>
            <p14:xfrm>
              <a:off x="340200" y="642960"/>
              <a:ext cx="7060680" cy="3593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938AE8-D973-83EE-8D15-7B8ED58D39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000" y="626760"/>
                <a:ext cx="7093080" cy="36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432041E-85E6-FA30-530B-6FDB59CE8FD0}"/>
                  </a:ext>
                </a:extLst>
              </p14:cNvPr>
              <p14:cNvContentPartPr/>
              <p14:nvPr/>
            </p14:nvContentPartPr>
            <p14:xfrm>
              <a:off x="2008080" y="2586600"/>
              <a:ext cx="4680" cy="17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432041E-85E6-FA30-530B-6FDB59CE8F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1880" y="2570400"/>
                <a:ext cx="37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F6D62E-1755-867D-DFC4-F815EDD44F93}"/>
                  </a:ext>
                </a:extLst>
              </p14:cNvPr>
              <p14:cNvContentPartPr/>
              <p14:nvPr/>
            </p14:nvContentPartPr>
            <p14:xfrm>
              <a:off x="164160" y="32400"/>
              <a:ext cx="8787240" cy="4055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F6D62E-1755-867D-DFC4-F815EDD44F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960" y="16200"/>
                <a:ext cx="8819640" cy="408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388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Arial"/>
                <a:cs typeface="Arial"/>
              </a:rPr>
              <a:t>Motivation:</a:t>
            </a:r>
            <a:r>
              <a:rPr sz="2800" b="1" spc="-1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Automatic</a:t>
            </a:r>
            <a:r>
              <a:rPr sz="2800" b="1" spc="-15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panoramas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96092" y="807009"/>
            <a:ext cx="6351905" cy="4124325"/>
            <a:chOff x="1396092" y="807009"/>
            <a:chExt cx="6351905" cy="4124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6092" y="3166888"/>
              <a:ext cx="6351900" cy="17642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3881" y="807009"/>
              <a:ext cx="6083578" cy="22395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7709" y="2752629"/>
              <a:ext cx="774700" cy="6439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45427" y="2800348"/>
              <a:ext cx="571500" cy="441325"/>
            </a:xfrm>
            <a:custGeom>
              <a:avLst/>
              <a:gdLst/>
              <a:ahLst/>
              <a:cxnLst/>
              <a:rect l="l" t="t" r="r" b="b"/>
              <a:pathLst>
                <a:path w="571500" h="441325">
                  <a:moveTo>
                    <a:pt x="285749" y="440699"/>
                  </a:moveTo>
                  <a:lnTo>
                    <a:pt x="0" y="220349"/>
                  </a:lnTo>
                  <a:lnTo>
                    <a:pt x="142874" y="220349"/>
                  </a:lnTo>
                  <a:lnTo>
                    <a:pt x="142874" y="0"/>
                  </a:lnTo>
                  <a:lnTo>
                    <a:pt x="428624" y="0"/>
                  </a:lnTo>
                  <a:lnTo>
                    <a:pt x="428624" y="220349"/>
                  </a:lnTo>
                  <a:lnTo>
                    <a:pt x="571499" y="220349"/>
                  </a:lnTo>
                  <a:lnTo>
                    <a:pt x="285749" y="440699"/>
                  </a:lnTo>
                  <a:close/>
                </a:path>
              </a:pathLst>
            </a:custGeom>
            <a:solidFill>
              <a:srgbClr val="8CB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17720" y="4947054"/>
            <a:ext cx="654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latin typeface="Lucida Sans Unicode"/>
                <a:cs typeface="Lucida Sans Unicode"/>
              </a:rPr>
              <a:t>Credit:</a:t>
            </a:r>
            <a:r>
              <a:rPr sz="900" spc="-20" dirty="0">
                <a:latin typeface="Lucida Sans Unicode"/>
                <a:cs typeface="Lucida Sans Unicode"/>
              </a:rPr>
              <a:t> Matt</a:t>
            </a:r>
            <a:endParaRPr sz="9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7F54BD7-15E4-9E13-C6AB-D61C6AA9F9EC}"/>
                  </a:ext>
                </a:extLst>
              </p14:cNvPr>
              <p14:cNvContentPartPr/>
              <p14:nvPr/>
            </p14:nvContentPartPr>
            <p14:xfrm>
              <a:off x="1103040" y="927360"/>
              <a:ext cx="4070880" cy="3299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7F54BD7-15E4-9E13-C6AB-D61C6AA9F9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6840" y="911160"/>
                <a:ext cx="4103280" cy="33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7CC92B-C058-7A35-74E1-04FE911BBB6A}"/>
                  </a:ext>
                </a:extLst>
              </p14:cNvPr>
              <p14:cNvContentPartPr/>
              <p14:nvPr/>
            </p14:nvContentPartPr>
            <p14:xfrm>
              <a:off x="506520" y="662760"/>
              <a:ext cx="5204880" cy="1052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7CC92B-C058-7A35-74E1-04FE911BBB6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0320" y="646560"/>
                <a:ext cx="5237280" cy="109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175" y="394394"/>
            <a:ext cx="3737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Why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extract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features?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8977" y="1222121"/>
            <a:ext cx="4504055" cy="7454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555"/>
              </a:spcBef>
              <a:buClr>
                <a:srgbClr val="000000"/>
              </a:buClr>
              <a:buSzPct val="133333"/>
              <a:buFont typeface="Lucida Sans Unicode"/>
              <a:buChar char="•"/>
              <a:tabLst>
                <a:tab pos="2286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Motivation: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panorama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stitching</a:t>
            </a:r>
            <a:endParaRPr sz="1800">
              <a:latin typeface="Arial MT"/>
              <a:cs typeface="Arial MT"/>
            </a:endParaRPr>
          </a:p>
          <a:p>
            <a:pPr marL="308610">
              <a:lnSpc>
                <a:spcPct val="100000"/>
              </a:lnSpc>
              <a:spcBef>
                <a:spcPts val="530"/>
              </a:spcBef>
            </a:pP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have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two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images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combine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them?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7977" y="2179881"/>
            <a:ext cx="2757486" cy="1995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5477" y="2179881"/>
            <a:ext cx="2757486" cy="19954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CAFDDD8-C34D-BCA1-5152-D48271192EAD}"/>
                  </a:ext>
                </a:extLst>
              </p14:cNvPr>
              <p14:cNvContentPartPr/>
              <p14:nvPr/>
            </p14:nvContentPartPr>
            <p14:xfrm>
              <a:off x="3631680" y="2765160"/>
              <a:ext cx="2097360" cy="244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CAFDDD8-C34D-BCA1-5152-D48271192E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5480" y="2748960"/>
                <a:ext cx="21297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701BC2-5A0A-E533-FA4E-A6AAB7A388D9}"/>
                  </a:ext>
                </a:extLst>
              </p14:cNvPr>
              <p14:cNvContentPartPr/>
              <p14:nvPr/>
            </p14:nvContentPartPr>
            <p14:xfrm>
              <a:off x="2988720" y="1897920"/>
              <a:ext cx="4302720" cy="311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1701BC2-5A0A-E533-FA4E-A6AAB7A388D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7120" y="1881720"/>
                <a:ext cx="4340520" cy="315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5479" y="2182415"/>
            <a:ext cx="2756297" cy="19954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787979" y="2182416"/>
            <a:ext cx="3947160" cy="1998345"/>
            <a:chOff x="1787979" y="2182416"/>
            <a:chExt cx="3947160" cy="19983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979" y="2182416"/>
              <a:ext cx="2756297" cy="19978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97754" y="2987278"/>
              <a:ext cx="1085850" cy="0"/>
            </a:xfrm>
            <a:custGeom>
              <a:avLst/>
              <a:gdLst/>
              <a:ahLst/>
              <a:cxnLst/>
              <a:rect l="l" t="t" r="r" b="b"/>
              <a:pathLst>
                <a:path w="1085850">
                  <a:moveTo>
                    <a:pt x="0" y="0"/>
                  </a:moveTo>
                  <a:lnTo>
                    <a:pt x="108584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53790" y="2925792"/>
              <a:ext cx="158251" cy="122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9316" y="2925792"/>
              <a:ext cx="158250" cy="12297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04984" y="3075384"/>
              <a:ext cx="1085850" cy="0"/>
            </a:xfrm>
            <a:custGeom>
              <a:avLst/>
              <a:gdLst/>
              <a:ahLst/>
              <a:cxnLst/>
              <a:rect l="l" t="t" r="r" b="b"/>
              <a:pathLst>
                <a:path w="1085850">
                  <a:moveTo>
                    <a:pt x="0" y="0"/>
                  </a:moveTo>
                  <a:lnTo>
                    <a:pt x="108584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1021" y="3013898"/>
              <a:ext cx="158250" cy="1229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6547" y="3013898"/>
              <a:ext cx="158251" cy="12297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23984" y="4008834"/>
              <a:ext cx="1085850" cy="0"/>
            </a:xfrm>
            <a:custGeom>
              <a:avLst/>
              <a:gdLst/>
              <a:ahLst/>
              <a:cxnLst/>
              <a:rect l="l" t="t" r="r" b="b"/>
              <a:pathLst>
                <a:path w="1085850">
                  <a:moveTo>
                    <a:pt x="0" y="0"/>
                  </a:moveTo>
                  <a:lnTo>
                    <a:pt x="108584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0021" y="3947348"/>
              <a:ext cx="158250" cy="1229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5547" y="3947348"/>
              <a:ext cx="158251" cy="1229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46579" y="3462283"/>
              <a:ext cx="957580" cy="26670"/>
            </a:xfrm>
            <a:custGeom>
              <a:avLst/>
              <a:gdLst/>
              <a:ahLst/>
              <a:cxnLst/>
              <a:rect l="l" t="t" r="r" b="b"/>
              <a:pathLst>
                <a:path w="957579" h="26670">
                  <a:moveTo>
                    <a:pt x="0" y="26302"/>
                  </a:moveTo>
                  <a:lnTo>
                    <a:pt x="957392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2665" y="3427117"/>
              <a:ext cx="159498" cy="1229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88387" y="3400815"/>
              <a:ext cx="159498" cy="12293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914434" y="3342084"/>
              <a:ext cx="1085850" cy="0"/>
            </a:xfrm>
            <a:custGeom>
              <a:avLst/>
              <a:gdLst/>
              <a:ahLst/>
              <a:cxnLst/>
              <a:rect l="l" t="t" r="r" b="b"/>
              <a:pathLst>
                <a:path w="1085850">
                  <a:moveTo>
                    <a:pt x="0" y="0"/>
                  </a:moveTo>
                  <a:lnTo>
                    <a:pt x="108584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0471" y="3280598"/>
              <a:ext cx="158250" cy="12297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85997" y="3280598"/>
              <a:ext cx="158251" cy="1229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42710" y="3709017"/>
              <a:ext cx="868680" cy="55880"/>
            </a:xfrm>
            <a:custGeom>
              <a:avLst/>
              <a:gdLst/>
              <a:ahLst/>
              <a:cxnLst/>
              <a:rect l="l" t="t" r="r" b="b"/>
              <a:pathLst>
                <a:path w="868679" h="55879">
                  <a:moveTo>
                    <a:pt x="0" y="55519"/>
                  </a:moveTo>
                  <a:lnTo>
                    <a:pt x="868663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99011" y="3703146"/>
              <a:ext cx="160997" cy="1227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94076" y="3647627"/>
              <a:ext cx="160997" cy="122779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511175" y="394394"/>
            <a:ext cx="3737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Why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extract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features?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8977" y="1222121"/>
            <a:ext cx="4504055" cy="7454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555"/>
              </a:spcBef>
              <a:buClr>
                <a:srgbClr val="000000"/>
              </a:buClr>
              <a:buSzPct val="133333"/>
              <a:buFont typeface="Lucida Sans Unicode"/>
              <a:buChar char="•"/>
              <a:tabLst>
                <a:tab pos="2286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Motivation: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panorama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stitching</a:t>
            </a:r>
            <a:endParaRPr sz="1800">
              <a:latin typeface="Arial MT"/>
              <a:cs typeface="Arial MT"/>
            </a:endParaRPr>
          </a:p>
          <a:p>
            <a:pPr marL="308610">
              <a:lnSpc>
                <a:spcPct val="100000"/>
              </a:lnSpc>
              <a:spcBef>
                <a:spcPts val="530"/>
              </a:spcBef>
            </a:pP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have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two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images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combine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them?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15800" y="4272907"/>
            <a:ext cx="1943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Lucida Sans Unicode"/>
                <a:cs typeface="Lucida Sans Unicode"/>
              </a:rPr>
              <a:t>Step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90" dirty="0">
                <a:latin typeface="Lucida Sans Unicode"/>
                <a:cs typeface="Lucida Sans Unicode"/>
              </a:rPr>
              <a:t>1:</a:t>
            </a:r>
            <a:r>
              <a:rPr sz="1400" spc="-7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extract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features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10111" y="4326419"/>
            <a:ext cx="1889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Lucida Sans Unicode"/>
                <a:cs typeface="Lucida Sans Unicode"/>
              </a:rPr>
              <a:t>Step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90" dirty="0">
                <a:latin typeface="Lucida Sans Unicode"/>
                <a:cs typeface="Lucida Sans Unicode"/>
              </a:rPr>
              <a:t>2: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30" dirty="0">
                <a:latin typeface="Lucida Sans Unicode"/>
                <a:cs typeface="Lucida Sans Unicode"/>
              </a:rPr>
              <a:t>match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features</a:t>
            </a:r>
            <a:endParaRPr sz="14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3A99050-E184-5FF2-24E8-52388DFBF86A}"/>
                  </a:ext>
                </a:extLst>
              </p14:cNvPr>
              <p14:cNvContentPartPr/>
              <p14:nvPr/>
            </p14:nvContentPartPr>
            <p14:xfrm>
              <a:off x="2802600" y="2216160"/>
              <a:ext cx="3427560" cy="128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3A99050-E184-5FF2-24E8-52388DFBF86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86400" y="2199960"/>
                <a:ext cx="3459960" cy="13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452611E-C9AC-9173-31B1-2299C3FCF997}"/>
                  </a:ext>
                </a:extLst>
              </p14:cNvPr>
              <p14:cNvContentPartPr/>
              <p14:nvPr/>
            </p14:nvContentPartPr>
            <p14:xfrm>
              <a:off x="2694600" y="2754000"/>
              <a:ext cx="2378520" cy="1802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452611E-C9AC-9173-31B1-2299C3FCF9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78400" y="2737080"/>
                <a:ext cx="2416320" cy="183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175" y="394394"/>
            <a:ext cx="3737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Why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extract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features?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8977" y="1222121"/>
            <a:ext cx="4504055" cy="7454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555"/>
              </a:spcBef>
              <a:buClr>
                <a:srgbClr val="000000"/>
              </a:buClr>
              <a:buSzPct val="133333"/>
              <a:buFont typeface="Lucida Sans Unicode"/>
              <a:buChar char="•"/>
              <a:tabLst>
                <a:tab pos="2286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Motivation: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panorama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stitching</a:t>
            </a:r>
            <a:endParaRPr sz="1800">
              <a:latin typeface="Arial MT"/>
              <a:cs typeface="Arial MT"/>
            </a:endParaRPr>
          </a:p>
          <a:p>
            <a:pPr marL="308610">
              <a:lnSpc>
                <a:spcPct val="100000"/>
              </a:lnSpc>
              <a:spcBef>
                <a:spcPts val="530"/>
              </a:spcBef>
            </a:pP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have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two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images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combine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them?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2871" y="2049233"/>
            <a:ext cx="4268392" cy="21347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15797" y="4272898"/>
            <a:ext cx="1210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Lucida Sans Unicode"/>
                <a:cs typeface="Lucida Sans Unicode"/>
              </a:rPr>
              <a:t>Step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90" dirty="0">
                <a:latin typeface="Lucida Sans Unicode"/>
                <a:cs typeface="Lucida Sans Unicode"/>
              </a:rPr>
              <a:t>1: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35" dirty="0">
                <a:latin typeface="Lucida Sans Unicode"/>
                <a:cs typeface="Lucida Sans Unicode"/>
              </a:rPr>
              <a:t>extract </a:t>
            </a:r>
            <a:r>
              <a:rPr sz="1400" spc="-10" dirty="0">
                <a:latin typeface="Lucida Sans Unicode"/>
                <a:cs typeface="Lucida Sans Unicode"/>
              </a:rPr>
              <a:t>features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5110" y="4291883"/>
            <a:ext cx="1155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Lucida Sans Unicode"/>
                <a:cs typeface="Lucida Sans Unicode"/>
              </a:rPr>
              <a:t>Step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90" dirty="0">
                <a:latin typeface="Lucida Sans Unicode"/>
                <a:cs typeface="Lucida Sans Unicode"/>
              </a:rPr>
              <a:t>2: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25" dirty="0">
                <a:latin typeface="Lucida Sans Unicode"/>
                <a:cs typeface="Lucida Sans Unicode"/>
              </a:rPr>
              <a:t>match </a:t>
            </a:r>
            <a:r>
              <a:rPr sz="1400" spc="-10" dirty="0">
                <a:latin typeface="Lucida Sans Unicode"/>
                <a:cs typeface="Lucida Sans Unicode"/>
              </a:rPr>
              <a:t>features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6053" y="4259515"/>
            <a:ext cx="1028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Lucida Sans Unicode"/>
                <a:cs typeface="Lucida Sans Unicode"/>
              </a:rPr>
              <a:t>Step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90" dirty="0">
                <a:latin typeface="Lucida Sans Unicode"/>
                <a:cs typeface="Lucida Sans Unicode"/>
              </a:rPr>
              <a:t>3:</a:t>
            </a:r>
            <a:r>
              <a:rPr sz="1400" spc="-80" dirty="0">
                <a:latin typeface="Lucida Sans Unicode"/>
                <a:cs typeface="Lucida Sans Unicode"/>
              </a:rPr>
              <a:t> </a:t>
            </a:r>
            <a:r>
              <a:rPr sz="1400" spc="-50" dirty="0">
                <a:latin typeface="Lucida Sans Unicode"/>
                <a:cs typeface="Lucida Sans Unicode"/>
              </a:rPr>
              <a:t>align </a:t>
            </a:r>
            <a:r>
              <a:rPr sz="1400" spc="-10" dirty="0">
                <a:latin typeface="Lucida Sans Unicode"/>
                <a:cs typeface="Lucida Sans Unicode"/>
              </a:rPr>
              <a:t>images</a:t>
            </a:r>
            <a:endParaRPr sz="14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00DDAF2-AE83-D041-451B-84884D0AA3DC}"/>
                  </a:ext>
                </a:extLst>
              </p14:cNvPr>
              <p14:cNvContentPartPr/>
              <p14:nvPr/>
            </p14:nvContentPartPr>
            <p14:xfrm>
              <a:off x="1974600" y="2318400"/>
              <a:ext cx="5280480" cy="2480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00DDAF2-AE83-D041-451B-84884D0AA3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8400" y="2302200"/>
                <a:ext cx="5318280" cy="251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B235A23-3E90-7981-1914-566E4C790210}"/>
                  </a:ext>
                </a:extLst>
              </p14:cNvPr>
              <p14:cNvContentPartPr/>
              <p14:nvPr/>
            </p14:nvContentPartPr>
            <p14:xfrm>
              <a:off x="2741400" y="2244960"/>
              <a:ext cx="2690280" cy="2244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B235A23-3E90-7981-1914-566E4C7902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25200" y="2223360"/>
                <a:ext cx="2722680" cy="228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175" y="394394"/>
            <a:ext cx="43237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Application:</a:t>
            </a:r>
            <a:r>
              <a:rPr sz="2800" b="1" spc="-1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Visual</a:t>
            </a:r>
            <a:r>
              <a:rPr sz="2800" b="1" spc="-15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SLAM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865" y="1280033"/>
            <a:ext cx="4858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133333"/>
              <a:buChar char="•"/>
              <a:tabLst>
                <a:tab pos="21971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(aka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Simultaneous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Localization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Mapping)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2309" y="2035968"/>
            <a:ext cx="6415087" cy="24288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29EB46-B990-C42A-5C43-67BBF62386C0}"/>
                  </a:ext>
                </a:extLst>
              </p14:cNvPr>
              <p14:cNvContentPartPr/>
              <p14:nvPr/>
            </p14:nvContentPartPr>
            <p14:xfrm>
              <a:off x="1271880" y="788760"/>
              <a:ext cx="4366440" cy="921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29EB46-B990-C42A-5C43-67BBF62386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5680" y="772560"/>
                <a:ext cx="4398840" cy="9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DE6A1C-BE84-46CB-710D-B49333B744EC}"/>
                  </a:ext>
                </a:extLst>
              </p14:cNvPr>
              <p14:cNvContentPartPr/>
              <p14:nvPr/>
            </p14:nvContentPartPr>
            <p14:xfrm>
              <a:off x="4208400" y="748440"/>
              <a:ext cx="3825720" cy="527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DE6A1C-BE84-46CB-710D-B49333B744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92200" y="732240"/>
                <a:ext cx="3858120" cy="56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678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Image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matching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3465" y="1680832"/>
            <a:ext cx="2962274" cy="22217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35858" y="3969467"/>
            <a:ext cx="8839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Lucida Sans Unicode"/>
                <a:cs typeface="Lucida Sans Unicode"/>
              </a:rPr>
              <a:t>by</a:t>
            </a:r>
            <a:r>
              <a:rPr sz="1200" spc="-60" dirty="0">
                <a:latin typeface="Lucida Sans Unicode"/>
                <a:cs typeface="Lucida Sans Unicode"/>
              </a:rPr>
              <a:t> </a:t>
            </a:r>
            <a:r>
              <a:rPr sz="1200" u="heavy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Diva</a:t>
            </a:r>
            <a:r>
              <a:rPr sz="1200" u="heavy" spc="-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200" u="heavy" spc="-2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Sian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9664" y="4540967"/>
            <a:ext cx="973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Lucida Sans Unicode"/>
                <a:cs typeface="Lucida Sans Unicode"/>
              </a:rPr>
              <a:t>by</a:t>
            </a:r>
            <a:r>
              <a:rPr sz="1200" spc="-60" dirty="0">
                <a:latin typeface="Lucida Sans Unicode"/>
                <a:cs typeface="Lucida Sans Unicode"/>
              </a:rPr>
              <a:t> </a:t>
            </a:r>
            <a:r>
              <a:rPr sz="1200" u="heavy" spc="-2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swashford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1034" y="1159338"/>
            <a:ext cx="2507455" cy="33432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973A0C-43F6-EC15-3E8F-9ABF500AC70A}"/>
                  </a:ext>
                </a:extLst>
              </p14:cNvPr>
              <p14:cNvContentPartPr/>
              <p14:nvPr/>
            </p14:nvContentPartPr>
            <p14:xfrm>
              <a:off x="1937520" y="905040"/>
              <a:ext cx="4523760" cy="2814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973A0C-43F6-EC15-3E8F-9ABF500AC7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1320" y="888840"/>
                <a:ext cx="4556160" cy="28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C17189-616F-0125-EE3A-CCD5AE06FF7E}"/>
                  </a:ext>
                </a:extLst>
              </p14:cNvPr>
              <p14:cNvContentPartPr/>
              <p14:nvPr/>
            </p14:nvContentPartPr>
            <p14:xfrm>
              <a:off x="1601640" y="133920"/>
              <a:ext cx="7198200" cy="2312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C17189-616F-0125-EE3A-CCD5AE06FF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85440" y="117720"/>
                <a:ext cx="7230600" cy="234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678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Harder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case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489" y="1591015"/>
            <a:ext cx="2962274" cy="22217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37883" y="3879650"/>
            <a:ext cx="8839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Lucida Sans Unicode"/>
                <a:cs typeface="Lucida Sans Unicode"/>
              </a:rPr>
              <a:t>by</a:t>
            </a:r>
            <a:r>
              <a:rPr sz="1200" spc="-60" dirty="0">
                <a:latin typeface="Lucida Sans Unicode"/>
                <a:cs typeface="Lucida Sans Unicode"/>
              </a:rPr>
              <a:t> </a:t>
            </a:r>
            <a:r>
              <a:rPr sz="1200" u="heavy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Diva</a:t>
            </a:r>
            <a:r>
              <a:rPr sz="1200" u="heavy" spc="-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200" u="heavy" spc="-2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Sian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4452" y="1616019"/>
            <a:ext cx="3128962" cy="21967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18005" y="3879650"/>
            <a:ext cx="610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Lucida Sans Unicode"/>
                <a:cs typeface="Lucida Sans Unicode"/>
              </a:rPr>
              <a:t>by</a:t>
            </a:r>
            <a:r>
              <a:rPr sz="1200" spc="-60" dirty="0">
                <a:latin typeface="Lucida Sans Unicode"/>
                <a:cs typeface="Lucida Sans Unicode"/>
              </a:rPr>
              <a:t> </a:t>
            </a:r>
            <a:r>
              <a:rPr sz="1200" u="heavy" spc="-4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scgbt</a:t>
            </a:r>
            <a:endParaRPr sz="12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699534-919F-88CD-AAC1-3961368F6C1A}"/>
                  </a:ext>
                </a:extLst>
              </p14:cNvPr>
              <p14:cNvContentPartPr/>
              <p14:nvPr/>
            </p14:nvContentPartPr>
            <p14:xfrm>
              <a:off x="2784240" y="1322280"/>
              <a:ext cx="4969800" cy="3502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699534-919F-88CD-AAC1-3961368F6C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62640" y="1306080"/>
                <a:ext cx="5013000" cy="353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3B23603-5F04-77D1-6D04-72AD4B119C99}"/>
                  </a:ext>
                </a:extLst>
              </p14:cNvPr>
              <p14:cNvContentPartPr/>
              <p14:nvPr/>
            </p14:nvContentPartPr>
            <p14:xfrm>
              <a:off x="3249000" y="424440"/>
              <a:ext cx="4462200" cy="2482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3B23603-5F04-77D1-6D04-72AD4B119C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32800" y="408240"/>
                <a:ext cx="4494600" cy="251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1085850"/>
            <a:ext cx="6629400" cy="3314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Harder </a:t>
            </a:r>
            <a:r>
              <a:rPr spc="-10" dirty="0"/>
              <a:t>still?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6D9F57-400B-9F17-B74B-6112A9FF2FFC}"/>
                  </a:ext>
                </a:extLst>
              </p14:cNvPr>
              <p14:cNvContentPartPr/>
              <p14:nvPr/>
            </p14:nvContentPartPr>
            <p14:xfrm>
              <a:off x="2141640" y="3454560"/>
              <a:ext cx="4413240" cy="354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6D9F57-400B-9F17-B74B-6112A9FF2F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0040" y="3438360"/>
                <a:ext cx="44510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2BD591-FC95-8468-7C91-C8860D1F5A8A}"/>
                  </a:ext>
                </a:extLst>
              </p14:cNvPr>
              <p14:cNvContentPartPr/>
              <p14:nvPr/>
            </p14:nvContentPartPr>
            <p14:xfrm>
              <a:off x="1312920" y="1111320"/>
              <a:ext cx="1661400" cy="705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2BD591-FC95-8468-7C91-C8860D1F5A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6720" y="1095120"/>
                <a:ext cx="1693800" cy="73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1085850"/>
            <a:ext cx="6629400" cy="33147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56732" y="4442477"/>
            <a:ext cx="1857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034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Lucida Sans Unicode"/>
                <a:cs typeface="Lucida Sans Unicode"/>
              </a:rPr>
              <a:t>NASA</a:t>
            </a:r>
            <a:r>
              <a:rPr sz="1200" spc="-6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Mars</a:t>
            </a:r>
            <a:r>
              <a:rPr sz="1200" spc="-60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Rover</a:t>
            </a:r>
            <a:r>
              <a:rPr sz="1200" spc="-55" dirty="0">
                <a:latin typeface="Lucida Sans Unicode"/>
                <a:cs typeface="Lucida Sans Unicode"/>
              </a:rPr>
              <a:t> </a:t>
            </a:r>
            <a:r>
              <a:rPr sz="1200" spc="-10" dirty="0">
                <a:latin typeface="Lucida Sans Unicode"/>
                <a:cs typeface="Lucida Sans Unicode"/>
              </a:rPr>
              <a:t>images </a:t>
            </a:r>
            <a:r>
              <a:rPr sz="1200" spc="-30" dirty="0">
                <a:latin typeface="Lucida Sans Unicode"/>
                <a:cs typeface="Lucida Sans Unicode"/>
              </a:rPr>
              <a:t>with</a:t>
            </a:r>
            <a:r>
              <a:rPr sz="1200" spc="-70" dirty="0">
                <a:latin typeface="Lucida Sans Unicode"/>
                <a:cs typeface="Lucida Sans Unicode"/>
              </a:rPr>
              <a:t> </a:t>
            </a:r>
            <a:r>
              <a:rPr sz="1200" spc="-40" dirty="0">
                <a:latin typeface="Lucida Sans Unicode"/>
                <a:cs typeface="Lucida Sans Unicode"/>
              </a:rPr>
              <a:t>SIFT</a:t>
            </a:r>
            <a:r>
              <a:rPr sz="1200" spc="-70" dirty="0">
                <a:latin typeface="Lucida Sans Unicode"/>
                <a:cs typeface="Lucida Sans Unicode"/>
              </a:rPr>
              <a:t> </a:t>
            </a:r>
            <a:r>
              <a:rPr sz="1200" spc="-10" dirty="0">
                <a:latin typeface="Lucida Sans Unicode"/>
                <a:cs typeface="Lucida Sans Unicode"/>
              </a:rPr>
              <a:t>feature</a:t>
            </a:r>
            <a:r>
              <a:rPr sz="1200" spc="-65" dirty="0">
                <a:latin typeface="Lucida Sans Unicode"/>
                <a:cs typeface="Lucida Sans Unicode"/>
              </a:rPr>
              <a:t> </a:t>
            </a:r>
            <a:r>
              <a:rPr sz="1200" spc="-10" dirty="0">
                <a:latin typeface="Lucida Sans Unicode"/>
                <a:cs typeface="Lucida Sans Unicode"/>
              </a:rPr>
              <a:t>matches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Answer</a:t>
            </a:r>
            <a:r>
              <a:rPr spc="25" dirty="0"/>
              <a:t> </a:t>
            </a:r>
            <a:r>
              <a:rPr dirty="0"/>
              <a:t>below</a:t>
            </a:r>
            <a:r>
              <a:rPr spc="35" dirty="0"/>
              <a:t> </a:t>
            </a:r>
            <a:r>
              <a:rPr sz="1600" dirty="0"/>
              <a:t>(look</a:t>
            </a:r>
            <a:r>
              <a:rPr sz="1600" spc="15" dirty="0"/>
              <a:t> </a:t>
            </a:r>
            <a:r>
              <a:rPr sz="1600" dirty="0"/>
              <a:t>for</a:t>
            </a:r>
            <a:r>
              <a:rPr sz="1600" spc="20" dirty="0"/>
              <a:t> </a:t>
            </a:r>
            <a:r>
              <a:rPr sz="1600" dirty="0"/>
              <a:t>tiny</a:t>
            </a:r>
            <a:r>
              <a:rPr sz="1600" spc="15" dirty="0"/>
              <a:t> </a:t>
            </a:r>
            <a:r>
              <a:rPr sz="1600" dirty="0"/>
              <a:t>colored</a:t>
            </a:r>
            <a:r>
              <a:rPr sz="1600" spc="20" dirty="0"/>
              <a:t> </a:t>
            </a:r>
            <a:r>
              <a:rPr sz="1600" spc="-10" dirty="0"/>
              <a:t>squares…)</a:t>
            </a:r>
            <a:endParaRPr sz="16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CD7DF9-C242-8CFB-766B-8D3EB767304B}"/>
                  </a:ext>
                </a:extLst>
              </p14:cNvPr>
              <p14:cNvContentPartPr/>
              <p14:nvPr/>
            </p14:nvContentPartPr>
            <p14:xfrm>
              <a:off x="1042200" y="892440"/>
              <a:ext cx="6898320" cy="3790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CD7DF9-C242-8CFB-766B-8D3EB76730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6000" y="876240"/>
                <a:ext cx="6930720" cy="38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49BEF2-171C-124D-4916-0A4760E557C9}"/>
                  </a:ext>
                </a:extLst>
              </p14:cNvPr>
              <p14:cNvContentPartPr/>
              <p14:nvPr/>
            </p14:nvContentPartPr>
            <p14:xfrm>
              <a:off x="1325520" y="1102320"/>
              <a:ext cx="6321240" cy="3583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49BEF2-171C-124D-4916-0A4760E557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09320" y="1086120"/>
                <a:ext cx="6359040" cy="362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678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Feature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matching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for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object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9185" y="1387928"/>
            <a:ext cx="2134790" cy="28634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5235" y="1478415"/>
            <a:ext cx="3314700" cy="26527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891756-7AD0-851B-161E-1ED63FADC3FE}"/>
                  </a:ext>
                </a:extLst>
              </p14:cNvPr>
              <p14:cNvContentPartPr/>
              <p14:nvPr/>
            </p14:nvContentPartPr>
            <p14:xfrm>
              <a:off x="2213640" y="812880"/>
              <a:ext cx="4438080" cy="2912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891756-7AD0-851B-161E-1ED63FADC3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7440" y="796680"/>
                <a:ext cx="4470480" cy="29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618D5A-B37A-C752-F679-95B340ACA086}"/>
                  </a:ext>
                </a:extLst>
              </p14:cNvPr>
              <p14:cNvContentPartPr/>
              <p14:nvPr/>
            </p14:nvContentPartPr>
            <p14:xfrm>
              <a:off x="2410920" y="943200"/>
              <a:ext cx="4712760" cy="274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618D5A-B37A-C752-F679-95B340ACA0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4720" y="927000"/>
                <a:ext cx="4745160" cy="277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678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Feature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Matching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49185" y="1387928"/>
            <a:ext cx="6000750" cy="3689350"/>
            <a:chOff x="1649185" y="1387928"/>
            <a:chExt cx="6000750" cy="3689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9185" y="1387928"/>
              <a:ext cx="2134790" cy="28634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5235" y="1478415"/>
              <a:ext cx="3314700" cy="26527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9563" y="3719806"/>
              <a:ext cx="1332706" cy="13327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2472" y="3762716"/>
              <a:ext cx="1193006" cy="11930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42947" y="3753191"/>
              <a:ext cx="1212215" cy="1212215"/>
            </a:xfrm>
            <a:custGeom>
              <a:avLst/>
              <a:gdLst/>
              <a:ahLst/>
              <a:cxnLst/>
              <a:rect l="l" t="t" r="r" b="b"/>
              <a:pathLst>
                <a:path w="1212214" h="1212214">
                  <a:moveTo>
                    <a:pt x="0" y="0"/>
                  </a:moveTo>
                  <a:lnTo>
                    <a:pt x="1212056" y="0"/>
                  </a:lnTo>
                  <a:lnTo>
                    <a:pt x="1212056" y="1212055"/>
                  </a:lnTo>
                  <a:lnTo>
                    <a:pt x="0" y="121205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93435" y="3738346"/>
              <a:ext cx="1332706" cy="133865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6344" y="3781255"/>
              <a:ext cx="1193006" cy="11989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26819" y="3771730"/>
              <a:ext cx="1212215" cy="1218565"/>
            </a:xfrm>
            <a:custGeom>
              <a:avLst/>
              <a:gdLst/>
              <a:ahLst/>
              <a:cxnLst/>
              <a:rect l="l" t="t" r="r" b="b"/>
              <a:pathLst>
                <a:path w="1212214" h="1218564">
                  <a:moveTo>
                    <a:pt x="0" y="0"/>
                  </a:moveTo>
                  <a:lnTo>
                    <a:pt x="1212056" y="0"/>
                  </a:lnTo>
                  <a:lnTo>
                    <a:pt x="1212056" y="1218008"/>
                  </a:lnTo>
                  <a:lnTo>
                    <a:pt x="0" y="121800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54801" y="3387619"/>
              <a:ext cx="650250" cy="6271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94535" y="3427353"/>
              <a:ext cx="517525" cy="494030"/>
            </a:xfrm>
            <a:custGeom>
              <a:avLst/>
              <a:gdLst/>
              <a:ahLst/>
              <a:cxnLst/>
              <a:rect l="l" t="t" r="r" b="b"/>
              <a:pathLst>
                <a:path w="517525" h="494029">
                  <a:moveTo>
                    <a:pt x="154727" y="493805"/>
                  </a:moveTo>
                  <a:lnTo>
                    <a:pt x="236927" y="394880"/>
                  </a:lnTo>
                  <a:lnTo>
                    <a:pt x="0" y="197849"/>
                  </a:lnTo>
                  <a:lnTo>
                    <a:pt x="164399" y="0"/>
                  </a:lnTo>
                  <a:lnTo>
                    <a:pt x="401327" y="197030"/>
                  </a:lnTo>
                  <a:lnTo>
                    <a:pt x="483527" y="98105"/>
                  </a:lnTo>
                  <a:lnTo>
                    <a:pt x="516899" y="460424"/>
                  </a:lnTo>
                  <a:lnTo>
                    <a:pt x="154727" y="493805"/>
                  </a:lnTo>
                  <a:close/>
                </a:path>
              </a:pathLst>
            </a:custGeom>
            <a:solidFill>
              <a:srgbClr val="B7C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94535" y="3427353"/>
              <a:ext cx="517525" cy="494030"/>
            </a:xfrm>
            <a:custGeom>
              <a:avLst/>
              <a:gdLst/>
              <a:ahLst/>
              <a:cxnLst/>
              <a:rect l="l" t="t" r="r" b="b"/>
              <a:pathLst>
                <a:path w="517525" h="494029">
                  <a:moveTo>
                    <a:pt x="164399" y="0"/>
                  </a:moveTo>
                  <a:lnTo>
                    <a:pt x="401327" y="197030"/>
                  </a:lnTo>
                  <a:lnTo>
                    <a:pt x="483527" y="98105"/>
                  </a:lnTo>
                  <a:lnTo>
                    <a:pt x="516899" y="460424"/>
                  </a:lnTo>
                  <a:lnTo>
                    <a:pt x="154727" y="493805"/>
                  </a:lnTo>
                  <a:lnTo>
                    <a:pt x="236927" y="394880"/>
                  </a:lnTo>
                  <a:lnTo>
                    <a:pt x="0" y="197849"/>
                  </a:lnTo>
                  <a:lnTo>
                    <a:pt x="164399" y="0"/>
                  </a:lnTo>
                  <a:close/>
                </a:path>
              </a:pathLst>
            </a:custGeom>
            <a:ln w="31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16608" y="3391859"/>
              <a:ext cx="595772" cy="6161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856343" y="3431593"/>
              <a:ext cx="462915" cy="483234"/>
            </a:xfrm>
            <a:custGeom>
              <a:avLst/>
              <a:gdLst/>
              <a:ahLst/>
              <a:cxnLst/>
              <a:rect l="l" t="t" r="r" b="b"/>
              <a:pathLst>
                <a:path w="462914" h="483235">
                  <a:moveTo>
                    <a:pt x="40622" y="482774"/>
                  </a:moveTo>
                  <a:lnTo>
                    <a:pt x="0" y="121466"/>
                  </a:lnTo>
                  <a:lnTo>
                    <a:pt x="100499" y="201641"/>
                  </a:lnTo>
                  <a:lnTo>
                    <a:pt x="261422" y="0"/>
                  </a:lnTo>
                  <a:lnTo>
                    <a:pt x="462422" y="160349"/>
                  </a:lnTo>
                  <a:lnTo>
                    <a:pt x="301499" y="361991"/>
                  </a:lnTo>
                  <a:lnTo>
                    <a:pt x="401999" y="442166"/>
                  </a:lnTo>
                  <a:lnTo>
                    <a:pt x="40622" y="482774"/>
                  </a:lnTo>
                  <a:close/>
                </a:path>
              </a:pathLst>
            </a:custGeom>
            <a:solidFill>
              <a:srgbClr val="B7C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56343" y="3431593"/>
              <a:ext cx="462915" cy="483234"/>
            </a:xfrm>
            <a:custGeom>
              <a:avLst/>
              <a:gdLst/>
              <a:ahLst/>
              <a:cxnLst/>
              <a:rect l="l" t="t" r="r" b="b"/>
              <a:pathLst>
                <a:path w="462914" h="483235">
                  <a:moveTo>
                    <a:pt x="462422" y="160349"/>
                  </a:moveTo>
                  <a:lnTo>
                    <a:pt x="301499" y="361991"/>
                  </a:lnTo>
                  <a:lnTo>
                    <a:pt x="401999" y="442166"/>
                  </a:lnTo>
                  <a:lnTo>
                    <a:pt x="40622" y="482774"/>
                  </a:lnTo>
                  <a:lnTo>
                    <a:pt x="0" y="121466"/>
                  </a:lnTo>
                  <a:lnTo>
                    <a:pt x="100499" y="201641"/>
                  </a:lnTo>
                  <a:lnTo>
                    <a:pt x="261422" y="0"/>
                  </a:lnTo>
                  <a:lnTo>
                    <a:pt x="462422" y="160349"/>
                  </a:lnTo>
                  <a:close/>
                </a:path>
              </a:pathLst>
            </a:custGeom>
            <a:ln w="31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B8919D7-0D03-B251-E1DC-CFF544CFE9A7}"/>
                  </a:ext>
                </a:extLst>
              </p14:cNvPr>
              <p14:cNvContentPartPr/>
              <p14:nvPr/>
            </p14:nvContentPartPr>
            <p14:xfrm>
              <a:off x="4052880" y="4025520"/>
              <a:ext cx="1785960" cy="410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B8919D7-0D03-B251-E1DC-CFF544CFE9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31280" y="4003920"/>
                <a:ext cx="1823760" cy="44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678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Object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matching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924" y="1183414"/>
            <a:ext cx="6969349" cy="3427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C05BFA-90C0-1CFC-52CF-6ADF00EAAFB5}"/>
                  </a:ext>
                </a:extLst>
              </p14:cNvPr>
              <p14:cNvContentPartPr/>
              <p14:nvPr/>
            </p14:nvContentPartPr>
            <p14:xfrm>
              <a:off x="1414080" y="1864440"/>
              <a:ext cx="5562000" cy="1363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C05BFA-90C0-1CFC-52CF-6ADF00EAAF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2480" y="1842840"/>
                <a:ext cx="5599800" cy="14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C079CC-1BDF-C073-0026-69928E0128C3}"/>
                  </a:ext>
                </a:extLst>
              </p14:cNvPr>
              <p14:cNvContentPartPr/>
              <p14:nvPr/>
            </p14:nvContentPartPr>
            <p14:xfrm>
              <a:off x="1861200" y="2017440"/>
              <a:ext cx="4121280" cy="1633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C079CC-1BDF-C073-0026-69928E0128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9600" y="1995840"/>
                <a:ext cx="4164480" cy="167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875" y="268783"/>
            <a:ext cx="38969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Invariant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local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features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6925" y="823101"/>
            <a:ext cx="5269865" cy="9359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Find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features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invariant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transformations</a:t>
            </a:r>
            <a:endParaRPr sz="1800">
              <a:latin typeface="Arial MT"/>
              <a:cs typeface="Arial MT"/>
            </a:endParaRPr>
          </a:p>
          <a:p>
            <a:pPr marL="570865" indent="-234315">
              <a:lnSpc>
                <a:spcPct val="100000"/>
              </a:lnSpc>
              <a:spcBef>
                <a:spcPts val="305"/>
              </a:spcBef>
              <a:buClr>
                <a:srgbClr val="000000"/>
              </a:buClr>
              <a:buChar char="–"/>
              <a:tabLst>
                <a:tab pos="570865" algn="l"/>
              </a:tabLst>
            </a:pPr>
            <a:r>
              <a:rPr sz="1700" dirty="0">
                <a:solidFill>
                  <a:srgbClr val="595959"/>
                </a:solidFill>
                <a:latin typeface="Arial MT"/>
                <a:cs typeface="Arial MT"/>
              </a:rPr>
              <a:t>geometric</a:t>
            </a:r>
            <a:r>
              <a:rPr sz="1700" spc="-7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595959"/>
                </a:solidFill>
                <a:latin typeface="Arial MT"/>
                <a:cs typeface="Arial MT"/>
              </a:rPr>
              <a:t>invariance:</a:t>
            </a:r>
            <a:r>
              <a:rPr sz="1700" spc="3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Arial MT"/>
                <a:cs typeface="Arial MT"/>
              </a:rPr>
              <a:t>translation,</a:t>
            </a:r>
            <a:r>
              <a:rPr sz="170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595959"/>
                </a:solidFill>
                <a:latin typeface="Arial MT"/>
                <a:cs typeface="Arial MT"/>
              </a:rPr>
              <a:t>rotation,</a:t>
            </a:r>
            <a:r>
              <a:rPr sz="170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Arial MT"/>
                <a:cs typeface="Arial MT"/>
              </a:rPr>
              <a:t>scale</a:t>
            </a:r>
            <a:endParaRPr sz="1700">
              <a:latin typeface="Arial MT"/>
              <a:cs typeface="Arial MT"/>
            </a:endParaRPr>
          </a:p>
          <a:p>
            <a:pPr marL="570865" indent="-234315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Char char="–"/>
              <a:tabLst>
                <a:tab pos="570865" algn="l"/>
              </a:tabLst>
            </a:pPr>
            <a:r>
              <a:rPr sz="1700" dirty="0">
                <a:solidFill>
                  <a:srgbClr val="595959"/>
                </a:solidFill>
                <a:latin typeface="Arial MT"/>
                <a:cs typeface="Arial MT"/>
              </a:rPr>
              <a:t>photometric</a:t>
            </a:r>
            <a:r>
              <a:rPr sz="17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595959"/>
                </a:solidFill>
                <a:latin typeface="Arial MT"/>
                <a:cs typeface="Arial MT"/>
              </a:rPr>
              <a:t>invariance:</a:t>
            </a:r>
            <a:r>
              <a:rPr sz="1700" spc="3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Arial MT"/>
                <a:cs typeface="Arial MT"/>
              </a:rPr>
              <a:t>brightness,</a:t>
            </a:r>
            <a:r>
              <a:rPr sz="17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Arial MT"/>
                <a:cs typeface="Arial MT"/>
              </a:rPr>
              <a:t>exposure,</a:t>
            </a:r>
            <a:r>
              <a:rPr sz="17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595959"/>
                </a:solidFill>
                <a:latin typeface="Arial MT"/>
                <a:cs typeface="Arial MT"/>
              </a:rPr>
              <a:t>…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2000250"/>
            <a:ext cx="5669699" cy="2730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25871" y="4806988"/>
            <a:ext cx="16579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Lucida Sans Unicode"/>
                <a:cs typeface="Lucida Sans Unicode"/>
              </a:rPr>
              <a:t>Feature</a:t>
            </a:r>
            <a:r>
              <a:rPr sz="1400" spc="-100" dirty="0">
                <a:latin typeface="Lucida Sans Unicode"/>
                <a:cs typeface="Lucida Sans Unicode"/>
              </a:rPr>
              <a:t> </a:t>
            </a:r>
            <a:r>
              <a:rPr sz="1400" spc="-25" dirty="0">
                <a:latin typeface="Lucida Sans Unicode"/>
                <a:cs typeface="Lucida Sans Unicode"/>
              </a:rPr>
              <a:t>Descriptors</a:t>
            </a:r>
            <a:endParaRPr sz="14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82253FD-A750-1060-C39D-0B548DE04394}"/>
                  </a:ext>
                </a:extLst>
              </p14:cNvPr>
              <p14:cNvContentPartPr/>
              <p14:nvPr/>
            </p14:nvContentPartPr>
            <p14:xfrm>
              <a:off x="374040" y="188640"/>
              <a:ext cx="8124480" cy="3135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82253FD-A750-1060-C39D-0B548DE043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840" y="172440"/>
                <a:ext cx="8156880" cy="31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410332-E561-B6F2-5ABC-1DE7EDFE9CE3}"/>
                  </a:ext>
                </a:extLst>
              </p14:cNvPr>
              <p14:cNvContentPartPr/>
              <p14:nvPr/>
            </p14:nvContentPartPr>
            <p14:xfrm>
              <a:off x="6180480" y="349920"/>
              <a:ext cx="240840" cy="425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1410332-E561-B6F2-5ABC-1DE7EDFE9C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64280" y="333720"/>
                <a:ext cx="27324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6D4FFE-4F53-3823-A86A-1993984FB53C}"/>
                  </a:ext>
                </a:extLst>
              </p14:cNvPr>
              <p14:cNvContentPartPr/>
              <p14:nvPr/>
            </p14:nvContentPartPr>
            <p14:xfrm>
              <a:off x="445680" y="635040"/>
              <a:ext cx="5833440" cy="239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6D4FFE-4F53-3823-A86A-1993984FB5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9480" y="618840"/>
                <a:ext cx="5871240" cy="242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175" y="394394"/>
            <a:ext cx="4864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Arial"/>
                <a:cs typeface="Arial"/>
              </a:rPr>
              <a:t>Advantages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local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features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175" y="1104033"/>
            <a:ext cx="4643120" cy="320040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Locality</a:t>
            </a:r>
            <a:endParaRPr sz="1800">
              <a:latin typeface="Arial MT"/>
              <a:cs typeface="Arial MT"/>
            </a:endParaRPr>
          </a:p>
          <a:p>
            <a:pPr marL="571500" indent="-237490">
              <a:lnSpc>
                <a:spcPct val="100000"/>
              </a:lnSpc>
              <a:spcBef>
                <a:spcPts val="745"/>
              </a:spcBef>
              <a:buClr>
                <a:srgbClr val="000000"/>
              </a:buClr>
              <a:buSzPct val="150000"/>
              <a:buChar char="–"/>
              <a:tabLst>
                <a:tab pos="57150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features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local,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robust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occlusion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clutter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Quantity</a:t>
            </a:r>
            <a:endParaRPr sz="1800">
              <a:latin typeface="Arial MT"/>
              <a:cs typeface="Arial MT"/>
            </a:endParaRPr>
          </a:p>
          <a:p>
            <a:pPr marL="571500" indent="-237490">
              <a:lnSpc>
                <a:spcPct val="100000"/>
              </a:lnSpc>
              <a:spcBef>
                <a:spcPts val="740"/>
              </a:spcBef>
              <a:buClr>
                <a:srgbClr val="000000"/>
              </a:buClr>
              <a:buSzPct val="150000"/>
              <a:buChar char="–"/>
              <a:tabLst>
                <a:tab pos="57150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hundreds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thousands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single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image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Distinctiveness:</a:t>
            </a:r>
            <a:endParaRPr sz="1800">
              <a:latin typeface="Arial MT"/>
              <a:cs typeface="Arial MT"/>
            </a:endParaRPr>
          </a:p>
          <a:p>
            <a:pPr marL="571500" indent="-237490">
              <a:lnSpc>
                <a:spcPct val="100000"/>
              </a:lnSpc>
              <a:spcBef>
                <a:spcPts val="745"/>
              </a:spcBef>
              <a:buClr>
                <a:srgbClr val="000000"/>
              </a:buClr>
              <a:buSzPct val="150000"/>
              <a:buChar char="–"/>
              <a:tabLst>
                <a:tab pos="57150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differentiate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large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database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objects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Efficiency</a:t>
            </a:r>
            <a:endParaRPr sz="1800">
              <a:latin typeface="Arial MT"/>
              <a:cs typeface="Arial MT"/>
            </a:endParaRPr>
          </a:p>
          <a:p>
            <a:pPr marL="571500" indent="-237490">
              <a:lnSpc>
                <a:spcPct val="100000"/>
              </a:lnSpc>
              <a:spcBef>
                <a:spcPts val="745"/>
              </a:spcBef>
              <a:buClr>
                <a:srgbClr val="000000"/>
              </a:buClr>
              <a:buSzPct val="150000"/>
              <a:buChar char="–"/>
              <a:tabLst>
                <a:tab pos="571500" algn="l"/>
              </a:tabLst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real-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time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performance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achievable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A1CD4E-86B0-64F3-5E4D-75B893F665CD}"/>
                  </a:ext>
                </a:extLst>
              </p14:cNvPr>
              <p14:cNvContentPartPr/>
              <p14:nvPr/>
            </p14:nvContentPartPr>
            <p14:xfrm>
              <a:off x="515880" y="271080"/>
              <a:ext cx="8333640" cy="3560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A1CD4E-86B0-64F3-5E4D-75B893F665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680" y="254880"/>
                <a:ext cx="8366040" cy="359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67305F-08BB-A816-74AC-20943915C67D}"/>
                  </a:ext>
                </a:extLst>
              </p14:cNvPr>
              <p14:cNvContentPartPr/>
              <p14:nvPr/>
            </p14:nvContentPartPr>
            <p14:xfrm>
              <a:off x="1118520" y="1725120"/>
              <a:ext cx="4023000" cy="1477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67305F-08BB-A816-74AC-20943915C6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2320" y="1708920"/>
                <a:ext cx="4055400" cy="150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175" y="394394"/>
            <a:ext cx="3126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More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motivation…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8325" y="1144313"/>
            <a:ext cx="3585845" cy="268414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100" dirty="0">
                <a:solidFill>
                  <a:srgbClr val="595959"/>
                </a:solidFill>
                <a:latin typeface="Arial MT"/>
                <a:cs typeface="Arial MT"/>
              </a:rPr>
              <a:t>Feature</a:t>
            </a:r>
            <a:r>
              <a:rPr sz="21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595959"/>
                </a:solidFill>
                <a:latin typeface="Arial MT"/>
                <a:cs typeface="Arial MT"/>
              </a:rPr>
              <a:t>points</a:t>
            </a:r>
            <a:r>
              <a:rPr sz="21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21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595959"/>
                </a:solidFill>
                <a:latin typeface="Arial MT"/>
                <a:cs typeface="Arial MT"/>
              </a:rPr>
              <a:t>used</a:t>
            </a:r>
            <a:r>
              <a:rPr sz="21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595959"/>
                </a:solidFill>
                <a:latin typeface="Arial MT"/>
                <a:cs typeface="Arial MT"/>
              </a:rPr>
              <a:t>for:</a:t>
            </a:r>
            <a:endParaRPr sz="2100">
              <a:latin typeface="Arial MT"/>
              <a:cs typeface="Arial MT"/>
            </a:endParaRPr>
          </a:p>
          <a:p>
            <a:pPr marL="570230" indent="-227965">
              <a:lnSpc>
                <a:spcPct val="100000"/>
              </a:lnSpc>
              <a:spcBef>
                <a:spcPts val="409"/>
              </a:spcBef>
              <a:buClr>
                <a:srgbClr val="000000"/>
              </a:buClr>
              <a:buChar char="–"/>
              <a:tabLst>
                <a:tab pos="5702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Image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alignment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(e.g.,</a:t>
            </a:r>
            <a:r>
              <a:rPr sz="15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 MT"/>
                <a:cs typeface="Arial MT"/>
              </a:rPr>
              <a:t>mosaics)</a:t>
            </a:r>
            <a:endParaRPr sz="1500">
              <a:latin typeface="Arial MT"/>
              <a:cs typeface="Arial MT"/>
            </a:endParaRPr>
          </a:p>
          <a:p>
            <a:pPr marL="570230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Char char="–"/>
              <a:tabLst>
                <a:tab pos="5702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3D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reconstruction</a:t>
            </a:r>
            <a:endParaRPr sz="1800">
              <a:latin typeface="Arial MT"/>
              <a:cs typeface="Arial MT"/>
            </a:endParaRPr>
          </a:p>
          <a:p>
            <a:pPr marL="570230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Char char="–"/>
              <a:tabLst>
                <a:tab pos="5702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Motion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tracking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(e.g.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500" spc="-1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595959"/>
                </a:solidFill>
                <a:latin typeface="Arial MT"/>
                <a:cs typeface="Arial MT"/>
              </a:rPr>
              <a:t>AR)</a:t>
            </a:r>
            <a:endParaRPr sz="1500">
              <a:latin typeface="Arial MT"/>
              <a:cs typeface="Arial MT"/>
            </a:endParaRPr>
          </a:p>
          <a:p>
            <a:pPr marL="570230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Char char="–"/>
              <a:tabLst>
                <a:tab pos="5702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Object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recognition</a:t>
            </a:r>
            <a:endParaRPr sz="1800">
              <a:latin typeface="Arial MT"/>
              <a:cs typeface="Arial MT"/>
            </a:endParaRPr>
          </a:p>
          <a:p>
            <a:pPr marL="570230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Char char="–"/>
              <a:tabLst>
                <a:tab pos="5702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Image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retrieval</a:t>
            </a:r>
            <a:endParaRPr sz="1800">
              <a:latin typeface="Arial MT"/>
              <a:cs typeface="Arial MT"/>
            </a:endParaRPr>
          </a:p>
          <a:p>
            <a:pPr marL="570230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Char char="–"/>
              <a:tabLst>
                <a:tab pos="5702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Robot/car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navigation</a:t>
            </a:r>
            <a:endParaRPr sz="1800">
              <a:latin typeface="Arial MT"/>
              <a:cs typeface="Arial MT"/>
            </a:endParaRPr>
          </a:p>
          <a:p>
            <a:pPr marL="570230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Char char="–"/>
              <a:tabLst>
                <a:tab pos="5702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…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0" y="1581150"/>
            <a:ext cx="3428999" cy="19288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11704AD-7B53-D743-902A-199A8085A51F}"/>
                  </a:ext>
                </a:extLst>
              </p14:cNvPr>
              <p14:cNvContentPartPr/>
              <p14:nvPr/>
            </p14:nvContentPartPr>
            <p14:xfrm>
              <a:off x="1097280" y="1853640"/>
              <a:ext cx="2269080" cy="1765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11704AD-7B53-D743-902A-199A8085A5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1080" y="1837440"/>
                <a:ext cx="2301480" cy="179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891E24-527F-8316-085F-CFF18D3E360B}"/>
                  </a:ext>
                </a:extLst>
              </p14:cNvPr>
              <p14:cNvContentPartPr/>
              <p14:nvPr/>
            </p14:nvContentPartPr>
            <p14:xfrm>
              <a:off x="1064160" y="1861560"/>
              <a:ext cx="2179440" cy="1645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891E24-527F-8316-085F-CFF18D3E36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7960" y="1845360"/>
                <a:ext cx="2211840" cy="167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875" y="188416"/>
            <a:ext cx="5692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Local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features: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main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components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175" y="902553"/>
            <a:ext cx="3903979" cy="345186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585"/>
              </a:spcBef>
            </a:pPr>
            <a:r>
              <a:rPr sz="2100" spc="-120" dirty="0">
                <a:solidFill>
                  <a:srgbClr val="595959"/>
                </a:solidFill>
                <a:latin typeface="Arial Black"/>
                <a:cs typeface="Arial Black"/>
              </a:rPr>
              <a:t>Detection</a:t>
            </a:r>
            <a:r>
              <a:rPr sz="2100" spc="-120" dirty="0">
                <a:solidFill>
                  <a:srgbClr val="595959"/>
                </a:solidFill>
                <a:latin typeface="Lucida Sans Unicode"/>
                <a:cs typeface="Lucida Sans Unicode"/>
              </a:rPr>
              <a:t>:</a:t>
            </a:r>
            <a:r>
              <a:rPr sz="2100" spc="-114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45" dirty="0">
                <a:solidFill>
                  <a:srgbClr val="595959"/>
                </a:solidFill>
                <a:latin typeface="Lucida Sans Unicode"/>
                <a:cs typeface="Lucida Sans Unicode"/>
              </a:rPr>
              <a:t>Identify</a:t>
            </a:r>
            <a:r>
              <a:rPr sz="2100" spc="-110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20" dirty="0">
                <a:solidFill>
                  <a:srgbClr val="595959"/>
                </a:solidFill>
                <a:latin typeface="Lucida Sans Unicode"/>
                <a:cs typeface="Lucida Sans Unicode"/>
              </a:rPr>
              <a:t>the</a:t>
            </a:r>
            <a:r>
              <a:rPr sz="2100" spc="-110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25" dirty="0">
                <a:solidFill>
                  <a:srgbClr val="595959"/>
                </a:solidFill>
                <a:latin typeface="Lucida Sans Unicode"/>
                <a:cs typeface="Lucida Sans Unicode"/>
              </a:rPr>
              <a:t>interest </a:t>
            </a:r>
            <a:r>
              <a:rPr sz="2100" spc="-10" dirty="0">
                <a:solidFill>
                  <a:srgbClr val="595959"/>
                </a:solidFill>
                <a:latin typeface="Lucida Sans Unicode"/>
                <a:cs typeface="Lucida Sans Unicode"/>
              </a:rPr>
              <a:t>points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755"/>
              </a:spcBef>
            </a:pP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ts val="2270"/>
              </a:lnSpc>
            </a:pPr>
            <a:r>
              <a:rPr sz="2100" spc="-114" dirty="0">
                <a:solidFill>
                  <a:srgbClr val="595959"/>
                </a:solidFill>
                <a:latin typeface="Arial Black"/>
                <a:cs typeface="Arial Black"/>
              </a:rPr>
              <a:t>Description</a:t>
            </a:r>
            <a:r>
              <a:rPr sz="2100" spc="-114" dirty="0">
                <a:solidFill>
                  <a:srgbClr val="595959"/>
                </a:solidFill>
                <a:latin typeface="Lucida Sans Unicode"/>
                <a:cs typeface="Lucida Sans Unicode"/>
              </a:rPr>
              <a:t>: </a:t>
            </a:r>
            <a:r>
              <a:rPr sz="2100" spc="-55" dirty="0">
                <a:solidFill>
                  <a:srgbClr val="595959"/>
                </a:solidFill>
                <a:latin typeface="Lucida Sans Unicode"/>
                <a:cs typeface="Lucida Sans Unicode"/>
              </a:rPr>
              <a:t>Extract</a:t>
            </a:r>
            <a:r>
              <a:rPr sz="2100" spc="-110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Lucida Sans Unicode"/>
                <a:cs typeface="Lucida Sans Unicode"/>
              </a:rPr>
              <a:t>vector</a:t>
            </a:r>
            <a:endParaRPr sz="2100">
              <a:latin typeface="Lucida Sans Unicode"/>
              <a:cs typeface="Lucida Sans Unicode"/>
            </a:endParaRPr>
          </a:p>
          <a:p>
            <a:pPr marL="12700" marR="38735">
              <a:lnSpc>
                <a:spcPts val="2020"/>
              </a:lnSpc>
              <a:spcBef>
                <a:spcPts val="229"/>
              </a:spcBef>
            </a:pPr>
            <a:r>
              <a:rPr sz="2100" spc="-25" dirty="0">
                <a:solidFill>
                  <a:srgbClr val="595959"/>
                </a:solidFill>
                <a:latin typeface="Lucida Sans Unicode"/>
                <a:cs typeface="Lucida Sans Unicode"/>
              </a:rPr>
              <a:t>feature</a:t>
            </a:r>
            <a:r>
              <a:rPr sz="2100" spc="-110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50" dirty="0">
                <a:solidFill>
                  <a:srgbClr val="595959"/>
                </a:solidFill>
                <a:latin typeface="Lucida Sans Unicode"/>
                <a:cs typeface="Lucida Sans Unicode"/>
              </a:rPr>
              <a:t>descriptor</a:t>
            </a:r>
            <a:r>
              <a:rPr sz="2100" spc="-105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40" dirty="0">
                <a:solidFill>
                  <a:srgbClr val="595959"/>
                </a:solidFill>
                <a:latin typeface="Lucida Sans Unicode"/>
                <a:cs typeface="Lucida Sans Unicode"/>
              </a:rPr>
              <a:t>surrounding </a:t>
            </a:r>
            <a:r>
              <a:rPr sz="2100" spc="-25" dirty="0">
                <a:solidFill>
                  <a:srgbClr val="595959"/>
                </a:solidFill>
                <a:latin typeface="Lucida Sans Unicode"/>
                <a:cs typeface="Lucida Sans Unicode"/>
              </a:rPr>
              <a:t>each</a:t>
            </a:r>
            <a:r>
              <a:rPr sz="2100" spc="-125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45" dirty="0">
                <a:solidFill>
                  <a:srgbClr val="595959"/>
                </a:solidFill>
                <a:latin typeface="Lucida Sans Unicode"/>
                <a:cs typeface="Lucida Sans Unicode"/>
              </a:rPr>
              <a:t>interest</a:t>
            </a:r>
            <a:r>
              <a:rPr sz="2100" spc="-125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Lucida Sans Unicode"/>
                <a:cs typeface="Lucida Sans Unicode"/>
              </a:rPr>
              <a:t>point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100">
              <a:latin typeface="Lucida Sans Unicode"/>
              <a:cs typeface="Lucida Sans Unicode"/>
            </a:endParaRPr>
          </a:p>
          <a:p>
            <a:pPr marL="12700" marR="714375">
              <a:lnSpc>
                <a:spcPts val="2020"/>
              </a:lnSpc>
            </a:pPr>
            <a:r>
              <a:rPr sz="2100" spc="-114" dirty="0">
                <a:solidFill>
                  <a:srgbClr val="595959"/>
                </a:solidFill>
                <a:latin typeface="Arial Black"/>
                <a:cs typeface="Arial Black"/>
              </a:rPr>
              <a:t>Matching</a:t>
            </a:r>
            <a:r>
              <a:rPr sz="2100" spc="-114" dirty="0">
                <a:solidFill>
                  <a:srgbClr val="595959"/>
                </a:solidFill>
                <a:latin typeface="Lucida Sans Unicode"/>
                <a:cs typeface="Lucida Sans Unicode"/>
              </a:rPr>
              <a:t>:</a:t>
            </a:r>
            <a:r>
              <a:rPr sz="2100" spc="-80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Lucida Sans Unicode"/>
                <a:cs typeface="Lucida Sans Unicode"/>
              </a:rPr>
              <a:t>Determine </a:t>
            </a:r>
            <a:r>
              <a:rPr sz="2100" spc="-45" dirty="0">
                <a:solidFill>
                  <a:srgbClr val="595959"/>
                </a:solidFill>
                <a:latin typeface="Lucida Sans Unicode"/>
                <a:cs typeface="Lucida Sans Unicode"/>
              </a:rPr>
              <a:t>correspondence</a:t>
            </a:r>
            <a:r>
              <a:rPr sz="2100" spc="-50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Lucida Sans Unicode"/>
                <a:cs typeface="Lucida Sans Unicode"/>
              </a:rPr>
              <a:t>between </a:t>
            </a:r>
            <a:r>
              <a:rPr sz="2100" spc="-50" dirty="0">
                <a:solidFill>
                  <a:srgbClr val="595959"/>
                </a:solidFill>
                <a:latin typeface="Lucida Sans Unicode"/>
                <a:cs typeface="Lucida Sans Unicode"/>
              </a:rPr>
              <a:t>descriptors</a:t>
            </a:r>
            <a:r>
              <a:rPr sz="2100" spc="-110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55" dirty="0">
                <a:solidFill>
                  <a:srgbClr val="595959"/>
                </a:solidFill>
                <a:latin typeface="Lucida Sans Unicode"/>
                <a:cs typeface="Lucida Sans Unicode"/>
              </a:rPr>
              <a:t>in</a:t>
            </a:r>
            <a:r>
              <a:rPr sz="2100" spc="-105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30" dirty="0">
                <a:solidFill>
                  <a:srgbClr val="595959"/>
                </a:solidFill>
                <a:latin typeface="Lucida Sans Unicode"/>
                <a:cs typeface="Lucida Sans Unicode"/>
              </a:rPr>
              <a:t>two</a:t>
            </a:r>
            <a:r>
              <a:rPr sz="2100" spc="-105" dirty="0">
                <a:solidFill>
                  <a:srgbClr val="595959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Lucida Sans Unicode"/>
                <a:cs typeface="Lucida Sans Unicode"/>
              </a:rPr>
              <a:t>views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2100" y="800100"/>
            <a:ext cx="1828800" cy="132516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743450" y="2228850"/>
            <a:ext cx="3258185" cy="2919730"/>
            <a:chOff x="4743450" y="2228850"/>
            <a:chExt cx="3258185" cy="29197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2100" y="2228850"/>
              <a:ext cx="1828800" cy="13251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966656" y="2754814"/>
              <a:ext cx="366395" cy="375920"/>
            </a:xfrm>
            <a:custGeom>
              <a:avLst/>
              <a:gdLst/>
              <a:ahLst/>
              <a:cxnLst/>
              <a:rect l="l" t="t" r="r" b="b"/>
              <a:pathLst>
                <a:path w="366395" h="375919">
                  <a:moveTo>
                    <a:pt x="0" y="118359"/>
                  </a:moveTo>
                  <a:lnTo>
                    <a:pt x="238980" y="0"/>
                  </a:lnTo>
                  <a:lnTo>
                    <a:pt x="366255" y="257159"/>
                  </a:lnTo>
                  <a:lnTo>
                    <a:pt x="127274" y="375518"/>
                  </a:lnTo>
                  <a:lnTo>
                    <a:pt x="0" y="1183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763" y="2237091"/>
              <a:ext cx="1730081" cy="3914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93540" y="2550031"/>
              <a:ext cx="436880" cy="452120"/>
            </a:xfrm>
            <a:custGeom>
              <a:avLst/>
              <a:gdLst/>
              <a:ahLst/>
              <a:cxnLst/>
              <a:rect l="l" t="t" r="r" b="b"/>
              <a:pathLst>
                <a:path w="436879" h="452119">
                  <a:moveTo>
                    <a:pt x="436753" y="451722"/>
                  </a:moveTo>
                  <a:lnTo>
                    <a:pt x="389897" y="448103"/>
                  </a:lnTo>
                  <a:lnTo>
                    <a:pt x="343520" y="437601"/>
                  </a:lnTo>
                  <a:lnTo>
                    <a:pt x="298101" y="420745"/>
                  </a:lnTo>
                  <a:lnTo>
                    <a:pt x="254119" y="398063"/>
                  </a:lnTo>
                  <a:lnTo>
                    <a:pt x="212052" y="370087"/>
                  </a:lnTo>
                  <a:lnTo>
                    <a:pt x="172380" y="337344"/>
                  </a:lnTo>
                  <a:lnTo>
                    <a:pt x="135582" y="300366"/>
                  </a:lnTo>
                  <a:lnTo>
                    <a:pt x="106117" y="264951"/>
                  </a:lnTo>
                  <a:lnTo>
                    <a:pt x="79540" y="227053"/>
                  </a:lnTo>
                  <a:lnTo>
                    <a:pt x="56171" y="187026"/>
                  </a:lnTo>
                  <a:lnTo>
                    <a:pt x="36332" y="145226"/>
                  </a:lnTo>
                  <a:lnTo>
                    <a:pt x="20343" y="102007"/>
                  </a:lnTo>
                  <a:lnTo>
                    <a:pt x="8525" y="57724"/>
                  </a:lnTo>
                  <a:lnTo>
                    <a:pt x="1199" y="12731"/>
                  </a:lnTo>
                  <a:lnTo>
                    <a:pt x="107" y="1413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83268" y="2531328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0" y="29837"/>
                  </a:moveTo>
                  <a:lnTo>
                    <a:pt x="9518" y="0"/>
                  </a:lnTo>
                  <a:lnTo>
                    <a:pt x="21405" y="28975"/>
                  </a:lnTo>
                  <a:lnTo>
                    <a:pt x="10271" y="18703"/>
                  </a:lnTo>
                  <a:lnTo>
                    <a:pt x="0" y="298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83268" y="2531328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271" y="18703"/>
                  </a:moveTo>
                  <a:lnTo>
                    <a:pt x="21405" y="28975"/>
                  </a:lnTo>
                  <a:lnTo>
                    <a:pt x="9518" y="0"/>
                  </a:lnTo>
                  <a:lnTo>
                    <a:pt x="0" y="29837"/>
                  </a:lnTo>
                  <a:lnTo>
                    <a:pt x="10271" y="18703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2174" y="3600096"/>
              <a:ext cx="1819453" cy="40218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01377" y="2869810"/>
              <a:ext cx="157480" cy="2273935"/>
            </a:xfrm>
            <a:custGeom>
              <a:avLst/>
              <a:gdLst/>
              <a:ahLst/>
              <a:cxnLst/>
              <a:rect l="l" t="t" r="r" b="b"/>
              <a:pathLst>
                <a:path w="157479" h="2273935">
                  <a:moveTo>
                    <a:pt x="156854" y="0"/>
                  </a:moveTo>
                  <a:lnTo>
                    <a:pt x="156819" y="75829"/>
                  </a:lnTo>
                  <a:lnTo>
                    <a:pt x="156716" y="151435"/>
                  </a:lnTo>
                  <a:lnTo>
                    <a:pt x="156545" y="226781"/>
                  </a:lnTo>
                  <a:lnTo>
                    <a:pt x="156307" y="301834"/>
                  </a:lnTo>
                  <a:lnTo>
                    <a:pt x="156005" y="376556"/>
                  </a:lnTo>
                  <a:lnTo>
                    <a:pt x="155638" y="450913"/>
                  </a:lnTo>
                  <a:lnTo>
                    <a:pt x="155209" y="524869"/>
                  </a:lnTo>
                  <a:lnTo>
                    <a:pt x="154719" y="598389"/>
                  </a:lnTo>
                  <a:lnTo>
                    <a:pt x="154168" y="671437"/>
                  </a:lnTo>
                  <a:lnTo>
                    <a:pt x="153558" y="743979"/>
                  </a:lnTo>
                  <a:lnTo>
                    <a:pt x="152890" y="815978"/>
                  </a:lnTo>
                  <a:lnTo>
                    <a:pt x="152165" y="887400"/>
                  </a:lnTo>
                  <a:lnTo>
                    <a:pt x="151385" y="958208"/>
                  </a:lnTo>
                  <a:lnTo>
                    <a:pt x="150551" y="1028368"/>
                  </a:lnTo>
                  <a:lnTo>
                    <a:pt x="149663" y="1097844"/>
                  </a:lnTo>
                  <a:lnTo>
                    <a:pt x="148724" y="1166600"/>
                  </a:lnTo>
                  <a:lnTo>
                    <a:pt x="147734" y="1234602"/>
                  </a:lnTo>
                  <a:lnTo>
                    <a:pt x="146695" y="1301814"/>
                  </a:lnTo>
                  <a:lnTo>
                    <a:pt x="145607" y="1368200"/>
                  </a:lnTo>
                  <a:lnTo>
                    <a:pt x="144472" y="1433725"/>
                  </a:lnTo>
                  <a:lnTo>
                    <a:pt x="143292" y="1498354"/>
                  </a:lnTo>
                  <a:lnTo>
                    <a:pt x="142067" y="1562051"/>
                  </a:lnTo>
                  <a:lnTo>
                    <a:pt x="140798" y="1624781"/>
                  </a:lnTo>
                  <a:lnTo>
                    <a:pt x="139487" y="1686508"/>
                  </a:lnTo>
                  <a:lnTo>
                    <a:pt x="138136" y="1747197"/>
                  </a:lnTo>
                  <a:lnTo>
                    <a:pt x="136744" y="1806813"/>
                  </a:lnTo>
                  <a:lnTo>
                    <a:pt x="135314" y="1865321"/>
                  </a:lnTo>
                  <a:lnTo>
                    <a:pt x="133846" y="1922684"/>
                  </a:lnTo>
                  <a:lnTo>
                    <a:pt x="132343" y="1978867"/>
                  </a:lnTo>
                  <a:lnTo>
                    <a:pt x="130804" y="2033836"/>
                  </a:lnTo>
                  <a:lnTo>
                    <a:pt x="129232" y="2087554"/>
                  </a:lnTo>
                  <a:lnTo>
                    <a:pt x="127627" y="2139986"/>
                  </a:lnTo>
                  <a:lnTo>
                    <a:pt x="125990" y="2191097"/>
                  </a:lnTo>
                  <a:lnTo>
                    <a:pt x="124324" y="2240852"/>
                  </a:lnTo>
                  <a:lnTo>
                    <a:pt x="123172" y="2273689"/>
                  </a:lnTo>
                </a:path>
                <a:path w="157479" h="2273935">
                  <a:moveTo>
                    <a:pt x="22789" y="2273689"/>
                  </a:moveTo>
                  <a:lnTo>
                    <a:pt x="21417" y="2233009"/>
                  </a:lnTo>
                  <a:lnTo>
                    <a:pt x="19940" y="2186976"/>
                  </a:lnTo>
                  <a:lnTo>
                    <a:pt x="18503" y="2139982"/>
                  </a:lnTo>
                  <a:lnTo>
                    <a:pt x="17110" y="2092073"/>
                  </a:lnTo>
                  <a:lnTo>
                    <a:pt x="15761" y="2043295"/>
                  </a:lnTo>
                  <a:lnTo>
                    <a:pt x="14458" y="1993695"/>
                  </a:lnTo>
                  <a:lnTo>
                    <a:pt x="13201" y="1943319"/>
                  </a:lnTo>
                  <a:lnTo>
                    <a:pt x="11993" y="1892215"/>
                  </a:lnTo>
                  <a:lnTo>
                    <a:pt x="10834" y="1840428"/>
                  </a:lnTo>
                  <a:lnTo>
                    <a:pt x="9726" y="1788005"/>
                  </a:lnTo>
                  <a:lnTo>
                    <a:pt x="8670" y="1734994"/>
                  </a:lnTo>
                  <a:lnTo>
                    <a:pt x="7668" y="1681439"/>
                  </a:lnTo>
                  <a:lnTo>
                    <a:pt x="6721" y="1627388"/>
                  </a:lnTo>
                  <a:lnTo>
                    <a:pt x="5938" y="1579723"/>
                  </a:lnTo>
                  <a:lnTo>
                    <a:pt x="5200" y="1531745"/>
                  </a:lnTo>
                  <a:lnTo>
                    <a:pt x="4506" y="1483485"/>
                  </a:lnTo>
                  <a:lnTo>
                    <a:pt x="3858" y="1434975"/>
                  </a:lnTo>
                  <a:lnTo>
                    <a:pt x="3257" y="1386244"/>
                  </a:lnTo>
                  <a:lnTo>
                    <a:pt x="2703" y="1337326"/>
                  </a:lnTo>
                  <a:lnTo>
                    <a:pt x="2198" y="1288250"/>
                  </a:lnTo>
                  <a:lnTo>
                    <a:pt x="1742" y="1239049"/>
                  </a:lnTo>
                  <a:lnTo>
                    <a:pt x="1337" y="1189752"/>
                  </a:lnTo>
                  <a:lnTo>
                    <a:pt x="982" y="1140392"/>
                  </a:lnTo>
                  <a:lnTo>
                    <a:pt x="680" y="1090999"/>
                  </a:lnTo>
                  <a:lnTo>
                    <a:pt x="430" y="1041606"/>
                  </a:lnTo>
                  <a:lnTo>
                    <a:pt x="235" y="992242"/>
                  </a:lnTo>
                  <a:lnTo>
                    <a:pt x="94" y="942939"/>
                  </a:lnTo>
                  <a:lnTo>
                    <a:pt x="9" y="893729"/>
                  </a:lnTo>
                  <a:lnTo>
                    <a:pt x="0" y="877284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0672" y="3728376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0" y="29436"/>
                  </a:moveTo>
                  <a:lnTo>
                    <a:pt x="10694" y="0"/>
                  </a:lnTo>
                  <a:lnTo>
                    <a:pt x="21423" y="29423"/>
                  </a:lnTo>
                  <a:lnTo>
                    <a:pt x="10705" y="18718"/>
                  </a:lnTo>
                  <a:lnTo>
                    <a:pt x="0" y="2943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90672" y="3728376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705" y="18718"/>
                  </a:moveTo>
                  <a:lnTo>
                    <a:pt x="21423" y="29423"/>
                  </a:lnTo>
                  <a:lnTo>
                    <a:pt x="10694" y="0"/>
                  </a:lnTo>
                  <a:lnTo>
                    <a:pt x="0" y="29436"/>
                  </a:lnTo>
                  <a:lnTo>
                    <a:pt x="10705" y="18718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3450" y="4043404"/>
              <a:ext cx="1591055" cy="8715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1289" y="4046237"/>
              <a:ext cx="1599710" cy="86871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12232" y="4182738"/>
              <a:ext cx="1291590" cy="149225"/>
            </a:xfrm>
            <a:custGeom>
              <a:avLst/>
              <a:gdLst/>
              <a:ahLst/>
              <a:cxnLst/>
              <a:rect l="l" t="t" r="r" b="b"/>
              <a:pathLst>
                <a:path w="1291590" h="149225">
                  <a:moveTo>
                    <a:pt x="0" y="149099"/>
                  </a:moveTo>
                  <a:lnTo>
                    <a:pt x="1291334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2160" y="4281941"/>
              <a:ext cx="119968" cy="924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53670" y="4140213"/>
              <a:ext cx="119967" cy="924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2978" y="4457514"/>
              <a:ext cx="1404620" cy="1270"/>
            </a:xfrm>
            <a:custGeom>
              <a:avLst/>
              <a:gdLst/>
              <a:ahLst/>
              <a:cxnLst/>
              <a:rect l="l" t="t" r="r" b="b"/>
              <a:pathLst>
                <a:path w="1404620" h="1270">
                  <a:moveTo>
                    <a:pt x="0" y="0"/>
                  </a:moveTo>
                  <a:lnTo>
                    <a:pt x="1404341" y="987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42536" y="4411115"/>
              <a:ext cx="116887" cy="928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70875" y="4412057"/>
              <a:ext cx="116887" cy="928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298578" y="4686267"/>
              <a:ext cx="1404620" cy="1270"/>
            </a:xfrm>
            <a:custGeom>
              <a:avLst/>
              <a:gdLst/>
              <a:ahLst/>
              <a:cxnLst/>
              <a:rect l="l" t="t" r="r" b="b"/>
              <a:pathLst>
                <a:path w="1404620" h="1270">
                  <a:moveTo>
                    <a:pt x="0" y="0"/>
                  </a:moveTo>
                  <a:lnTo>
                    <a:pt x="1404341" y="988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8136" y="4639867"/>
              <a:ext cx="116887" cy="928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56475" y="4640809"/>
              <a:ext cx="116887" cy="9284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240870" y="4353509"/>
              <a:ext cx="1405890" cy="151130"/>
            </a:xfrm>
            <a:custGeom>
              <a:avLst/>
              <a:gdLst/>
              <a:ahLst/>
              <a:cxnLst/>
              <a:rect l="l" t="t" r="r" b="b"/>
              <a:pathLst>
                <a:path w="1405890" h="151129">
                  <a:moveTo>
                    <a:pt x="0" y="150685"/>
                  </a:moveTo>
                  <a:lnTo>
                    <a:pt x="1405457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70748" y="4454529"/>
              <a:ext cx="119787" cy="9247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96663" y="4310695"/>
              <a:ext cx="119787" cy="92478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6460807" y="2514192"/>
            <a:ext cx="345440" cy="356235"/>
          </a:xfrm>
          <a:custGeom>
            <a:avLst/>
            <a:gdLst/>
            <a:ahLst/>
            <a:cxnLst/>
            <a:rect l="l" t="t" r="r" b="b"/>
            <a:pathLst>
              <a:path w="345440" h="356235">
                <a:moveTo>
                  <a:pt x="0" y="0"/>
                </a:moveTo>
                <a:lnTo>
                  <a:pt x="345396" y="0"/>
                </a:lnTo>
                <a:lnTo>
                  <a:pt x="345396" y="356017"/>
                </a:lnTo>
                <a:lnTo>
                  <a:pt x="0" y="35601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540625" y="4940077"/>
            <a:ext cx="1314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latin typeface="Lucida Sans Unicode"/>
                <a:cs typeface="Lucida Sans Unicode"/>
              </a:rPr>
              <a:t>Credit:</a:t>
            </a:r>
            <a:r>
              <a:rPr sz="900" spc="-25" dirty="0">
                <a:latin typeface="Lucida Sans Unicode"/>
                <a:cs typeface="Lucida Sans Unicode"/>
              </a:rPr>
              <a:t> Kristen </a:t>
            </a:r>
            <a:r>
              <a:rPr sz="900" spc="-10" dirty="0">
                <a:latin typeface="Lucida Sans Unicode"/>
                <a:cs typeface="Lucida Sans Unicode"/>
              </a:rPr>
              <a:t>Grauman</a:t>
            </a:r>
            <a:endParaRPr sz="9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BF69A48-EE7D-2D1B-2D38-2DD9AF41C906}"/>
                  </a:ext>
                </a:extLst>
              </p14:cNvPr>
              <p14:cNvContentPartPr/>
              <p14:nvPr/>
            </p14:nvContentPartPr>
            <p14:xfrm>
              <a:off x="5161320" y="1205280"/>
              <a:ext cx="1722600" cy="3234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BF69A48-EE7D-2D1B-2D38-2DD9AF41C90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39720" y="1189080"/>
                <a:ext cx="1760400" cy="32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15F0A22-CE85-C2EE-B54A-AB70CE7D7C25}"/>
                  </a:ext>
                </a:extLst>
              </p14:cNvPr>
              <p14:cNvContentPartPr/>
              <p14:nvPr/>
            </p14:nvContentPartPr>
            <p14:xfrm>
              <a:off x="329040" y="992160"/>
              <a:ext cx="6428160" cy="3358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15F0A22-CE85-C2EE-B54A-AB70CE7D7C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2840" y="975960"/>
                <a:ext cx="6460560" cy="339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C9A5C4E-65C4-0829-E0C2-57AB397F4556}"/>
                  </a:ext>
                </a:extLst>
              </p14:cNvPr>
              <p14:cNvContentPartPr/>
              <p14:nvPr/>
            </p14:nvContentPartPr>
            <p14:xfrm>
              <a:off x="378720" y="507240"/>
              <a:ext cx="7389360" cy="3504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C9A5C4E-65C4-0829-E0C2-57AB397F455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2520" y="491040"/>
                <a:ext cx="7421760" cy="353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83984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SIFT</a:t>
            </a:r>
            <a:r>
              <a:rPr spc="-5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Key</a:t>
            </a:r>
            <a:r>
              <a:rPr spc="-10" dirty="0"/>
              <a:t> </a:t>
            </a:r>
            <a:r>
              <a:rPr dirty="0"/>
              <a:t>point</a:t>
            </a:r>
            <a:r>
              <a:rPr spc="-5" dirty="0"/>
              <a:t> </a:t>
            </a:r>
            <a:r>
              <a:rPr spc="-10" dirty="0"/>
              <a:t>Extraction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805688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Stands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scale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invariant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feature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transform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Patented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British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Columbia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Similar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used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primate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visual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system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(human,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ape,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monkey,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etc.)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Transforms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image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scale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invariant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coordinates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7850" y="2571750"/>
            <a:ext cx="2425800" cy="1579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25" y="4234588"/>
            <a:ext cx="9065895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011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David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Lowe,</a:t>
            </a:r>
            <a:r>
              <a:rPr sz="1400" spc="-25" dirty="0">
                <a:latin typeface="Arial MT"/>
                <a:cs typeface="Arial MT"/>
              </a:rPr>
              <a:t> UBC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D.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Lowe.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Distinctive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features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scale-</a:t>
            </a:r>
            <a:r>
              <a:rPr sz="1400" dirty="0">
                <a:latin typeface="Arial MT"/>
                <a:cs typeface="Arial MT"/>
              </a:rPr>
              <a:t>invariant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key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points.,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International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Journal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Computer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Vision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2004.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559E8FC-6AE9-E7AE-C827-293CE6921137}"/>
                  </a:ext>
                </a:extLst>
              </p14:cNvPr>
              <p14:cNvContentPartPr/>
              <p14:nvPr/>
            </p14:nvContentPartPr>
            <p14:xfrm>
              <a:off x="803160" y="568080"/>
              <a:ext cx="8019720" cy="3929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559E8FC-6AE9-E7AE-C827-293CE69211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6960" y="551880"/>
                <a:ext cx="8052120" cy="39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626CE25-920D-B47F-28DE-0670C89A208C}"/>
                  </a:ext>
                </a:extLst>
              </p14:cNvPr>
              <p14:cNvContentPartPr/>
              <p14:nvPr/>
            </p14:nvContentPartPr>
            <p14:xfrm>
              <a:off x="3695400" y="2384640"/>
              <a:ext cx="3355560" cy="2132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626CE25-920D-B47F-28DE-0670C89A20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79200" y="2368440"/>
                <a:ext cx="3387960" cy="216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7016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" dirty="0"/>
              <a:t>Goal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/>
              <a:t>Extracting</a:t>
            </a:r>
            <a:r>
              <a:rPr spc="-50" dirty="0"/>
              <a:t> </a:t>
            </a:r>
            <a:r>
              <a:rPr dirty="0"/>
              <a:t>distinctive</a:t>
            </a:r>
            <a:r>
              <a:rPr spc="-50" dirty="0"/>
              <a:t> </a:t>
            </a:r>
            <a:r>
              <a:rPr dirty="0"/>
              <a:t>invariant</a:t>
            </a:r>
            <a:r>
              <a:rPr spc="-50" dirty="0"/>
              <a:t> </a:t>
            </a:r>
            <a:r>
              <a:rPr spc="-10" dirty="0"/>
              <a:t>features</a:t>
            </a: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Correctly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matched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against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large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database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features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many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images</a:t>
            </a:r>
            <a:endParaRPr sz="14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/>
              <a:t>Invariance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dirty="0"/>
              <a:t>scale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rotation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Robustness</a:t>
            </a:r>
            <a:r>
              <a:rPr spc="-5" dirty="0"/>
              <a:t> </a:t>
            </a:r>
            <a:r>
              <a:rPr spc="-25" dirty="0"/>
              <a:t>to</a:t>
            </a: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Affine</a:t>
            </a:r>
            <a:r>
              <a:rPr sz="140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distortion,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Change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3D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viewpoint,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Addition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noise,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Change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illumination.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17D0E5-6E30-A56E-8A0D-008E9AF00903}"/>
                  </a:ext>
                </a:extLst>
              </p14:cNvPr>
              <p14:cNvContentPartPr/>
              <p14:nvPr/>
            </p14:nvContentPartPr>
            <p14:xfrm>
              <a:off x="784800" y="811800"/>
              <a:ext cx="7287120" cy="3165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17D0E5-6E30-A56E-8A0D-008E9AF009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600" y="795600"/>
                <a:ext cx="7319520" cy="31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FE066E-A818-CD6A-0C7C-219332EA6AB9}"/>
                  </a:ext>
                </a:extLst>
              </p14:cNvPr>
              <p14:cNvContentPartPr/>
              <p14:nvPr/>
            </p14:nvContentPartPr>
            <p14:xfrm>
              <a:off x="930240" y="1434600"/>
              <a:ext cx="5658840" cy="201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FE066E-A818-CD6A-0C7C-219332EA6A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4040" y="1418400"/>
                <a:ext cx="5691240" cy="204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910" y="421216"/>
            <a:ext cx="6243484" cy="42403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623C17-9C02-D2FC-5282-6768B2E7A246}"/>
                  </a:ext>
                </a:extLst>
              </p14:cNvPr>
              <p14:cNvContentPartPr/>
              <p14:nvPr/>
            </p14:nvContentPartPr>
            <p14:xfrm>
              <a:off x="1376640" y="1449360"/>
              <a:ext cx="5927760" cy="3181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623C17-9C02-D2FC-5282-6768B2E7A2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0440" y="1427760"/>
                <a:ext cx="5960160" cy="32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10EFD4-75DA-C8A5-D6E3-F34E35E5A5FD}"/>
                  </a:ext>
                </a:extLst>
              </p14:cNvPr>
              <p14:cNvContentPartPr/>
              <p14:nvPr/>
            </p14:nvContentPartPr>
            <p14:xfrm>
              <a:off x="1084680" y="573120"/>
              <a:ext cx="6051960" cy="4083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10EFD4-75DA-C8A5-D6E3-F34E35E5A5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8480" y="556920"/>
                <a:ext cx="6084360" cy="4115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Raw</a:t>
            </a:r>
            <a:r>
              <a:rPr spc="5" dirty="0"/>
              <a:t> </a:t>
            </a:r>
            <a:r>
              <a:rPr dirty="0"/>
              <a:t>image</a:t>
            </a:r>
            <a:r>
              <a:rPr spc="10" dirty="0"/>
              <a:t> </a:t>
            </a:r>
            <a:r>
              <a:rPr spc="-10" dirty="0"/>
              <a:t>matching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70125"/>
            <a:ext cx="5258598" cy="2287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2025" y="1060662"/>
            <a:ext cx="3349426" cy="145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2025" y="2698650"/>
            <a:ext cx="3349425" cy="15475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11100" y="3610326"/>
            <a:ext cx="2756226" cy="13475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D175B9-5C82-ABE4-BA6F-E022C6972D8E}"/>
                  </a:ext>
                </a:extLst>
              </p14:cNvPr>
              <p14:cNvContentPartPr/>
              <p14:nvPr/>
            </p14:nvContentPartPr>
            <p14:xfrm>
              <a:off x="1170360" y="1705680"/>
              <a:ext cx="7324920" cy="2019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D175B9-5C82-ABE4-BA6F-E022C6972D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4160" y="1689480"/>
                <a:ext cx="7357320" cy="20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77119D-0108-AEDA-2388-72B519FDBA26}"/>
                  </a:ext>
                </a:extLst>
              </p14:cNvPr>
              <p14:cNvContentPartPr/>
              <p14:nvPr/>
            </p14:nvContentPartPr>
            <p14:xfrm>
              <a:off x="571680" y="1212120"/>
              <a:ext cx="3753360" cy="1166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77119D-0108-AEDA-2388-72B519FDBA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5480" y="1195920"/>
                <a:ext cx="3785760" cy="119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2219" y="319822"/>
            <a:ext cx="6382228" cy="45958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D8E32A-BA7A-4883-9553-2C9B40208E2C}"/>
                  </a:ext>
                </a:extLst>
              </p14:cNvPr>
              <p14:cNvContentPartPr/>
              <p14:nvPr/>
            </p14:nvContentPartPr>
            <p14:xfrm>
              <a:off x="2457360" y="951120"/>
              <a:ext cx="4897800" cy="3936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D8E32A-BA7A-4883-9553-2C9B40208E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1160" y="934920"/>
                <a:ext cx="4935600" cy="39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EC4E985-D18A-EBA2-C9EB-F9BCDA060466}"/>
                  </a:ext>
                </a:extLst>
              </p14:cNvPr>
              <p14:cNvContentPartPr/>
              <p14:nvPr/>
            </p14:nvContentPartPr>
            <p14:xfrm>
              <a:off x="3299040" y="1528560"/>
              <a:ext cx="1792440" cy="2276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EC4E985-D18A-EBA2-C9EB-F9BCDA0604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2840" y="1512360"/>
                <a:ext cx="1824840" cy="23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6CCE86-19DB-ED10-78EA-9684282F1D07}"/>
                  </a:ext>
                </a:extLst>
              </p14:cNvPr>
              <p14:cNvContentPartPr/>
              <p14:nvPr/>
            </p14:nvContentPartPr>
            <p14:xfrm>
              <a:off x="734400" y="748440"/>
              <a:ext cx="6525360" cy="2645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6CCE86-19DB-ED10-78EA-9684282F1D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8200" y="732240"/>
                <a:ext cx="6557760" cy="267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193" y="152400"/>
            <a:ext cx="6595426" cy="48387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42F89A-1306-CCCD-E51D-5DDB53ECF8BD}"/>
                  </a:ext>
                </a:extLst>
              </p14:cNvPr>
              <p14:cNvContentPartPr/>
              <p14:nvPr/>
            </p14:nvContentPartPr>
            <p14:xfrm>
              <a:off x="905040" y="1143720"/>
              <a:ext cx="6555600" cy="395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42F89A-1306-CCCD-E51D-5DDB53ECF8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8840" y="1127520"/>
                <a:ext cx="6588000" cy="399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8" y="391253"/>
            <a:ext cx="6657065" cy="41375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6924" y="303825"/>
            <a:ext cx="805523" cy="6718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5875" y="1188900"/>
            <a:ext cx="805523" cy="681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5875" y="2132696"/>
            <a:ext cx="805524" cy="6880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11CA440-5F44-5C16-ABA4-1FB98465144A}"/>
                  </a:ext>
                </a:extLst>
              </p14:cNvPr>
              <p14:cNvContentPartPr/>
              <p14:nvPr/>
            </p14:nvContentPartPr>
            <p14:xfrm>
              <a:off x="1094040" y="541800"/>
              <a:ext cx="7114320" cy="2958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11CA440-5F44-5C16-ABA4-1FB9846514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7840" y="525600"/>
                <a:ext cx="7146720" cy="29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9A88D4-9D30-1318-167B-143608145138}"/>
                  </a:ext>
                </a:extLst>
              </p14:cNvPr>
              <p14:cNvContentPartPr/>
              <p14:nvPr/>
            </p14:nvContentPartPr>
            <p14:xfrm>
              <a:off x="1144440" y="1950120"/>
              <a:ext cx="264960" cy="1021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9A88D4-9D30-1318-167B-1436081451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8240" y="1933920"/>
                <a:ext cx="297360" cy="10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5070D86-F95A-B24E-3FEC-EA34BD53835B}"/>
                  </a:ext>
                </a:extLst>
              </p14:cNvPr>
              <p14:cNvContentPartPr/>
              <p14:nvPr/>
            </p14:nvContentPartPr>
            <p14:xfrm>
              <a:off x="920880" y="23400"/>
              <a:ext cx="7434000" cy="4964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5070D86-F95A-B24E-3FEC-EA34BD5383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4680" y="7200"/>
                <a:ext cx="7466400" cy="499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110" y="262038"/>
            <a:ext cx="6424800" cy="47290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50A3E2-EA06-F213-58FF-C8CF43EBDB65}"/>
                  </a:ext>
                </a:extLst>
              </p14:cNvPr>
              <p14:cNvContentPartPr/>
              <p14:nvPr/>
            </p14:nvContentPartPr>
            <p14:xfrm>
              <a:off x="898560" y="593640"/>
              <a:ext cx="7456680" cy="3762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50A3E2-EA06-F213-58FF-C8CF43EBDB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6960" y="577440"/>
                <a:ext cx="7494480" cy="37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CC2641-010B-4794-C36D-F83CAA5440AD}"/>
                  </a:ext>
                </a:extLst>
              </p14:cNvPr>
              <p14:cNvContentPartPr/>
              <p14:nvPr/>
            </p14:nvContentPartPr>
            <p14:xfrm>
              <a:off x="1663920" y="1925280"/>
              <a:ext cx="2331720" cy="1968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CC2641-010B-4794-C36D-F83CAA5440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7720" y="1909080"/>
                <a:ext cx="2364120" cy="20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235AEE-B996-6DE8-B74E-2B9C60EA5972}"/>
                  </a:ext>
                </a:extLst>
              </p14:cNvPr>
              <p14:cNvContentPartPr/>
              <p14:nvPr/>
            </p14:nvContentPartPr>
            <p14:xfrm>
              <a:off x="1495440" y="595800"/>
              <a:ext cx="4959360" cy="268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235AEE-B996-6DE8-B74E-2B9C60EA59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9240" y="579600"/>
                <a:ext cx="4991760" cy="271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99" y="482950"/>
            <a:ext cx="6357827" cy="45081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B2F9CB-3FC0-20E0-0EC1-C78A377EB8C6}"/>
                  </a:ext>
                </a:extLst>
              </p14:cNvPr>
              <p14:cNvContentPartPr/>
              <p14:nvPr/>
            </p14:nvContentPartPr>
            <p14:xfrm>
              <a:off x="313200" y="972000"/>
              <a:ext cx="8756640" cy="4078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B2F9CB-3FC0-20E0-0EC1-C78A377EB8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000" y="955800"/>
                <a:ext cx="8789040" cy="41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DD0867-763E-8BF3-7477-542584A1F651}"/>
                  </a:ext>
                </a:extLst>
              </p14:cNvPr>
              <p14:cNvContentPartPr/>
              <p14:nvPr/>
            </p14:nvContentPartPr>
            <p14:xfrm>
              <a:off x="4450320" y="3551400"/>
              <a:ext cx="2589840" cy="1410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DD0867-763E-8BF3-7477-542584A1F6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4120" y="3535200"/>
                <a:ext cx="2622240" cy="14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8276EB-874F-583E-8DAD-8F08EF796041}"/>
                  </a:ext>
                </a:extLst>
              </p14:cNvPr>
              <p14:cNvContentPartPr/>
              <p14:nvPr/>
            </p14:nvContentPartPr>
            <p14:xfrm>
              <a:off x="1034640" y="138960"/>
              <a:ext cx="7886160" cy="4131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8276EB-874F-583E-8DAD-8F08EF7960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8440" y="122760"/>
                <a:ext cx="7918560" cy="416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175" y="262038"/>
            <a:ext cx="6892589" cy="47290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E4DC91-A8CF-B5CC-16DA-1523FDA000DA}"/>
                  </a:ext>
                </a:extLst>
              </p14:cNvPr>
              <p14:cNvContentPartPr/>
              <p14:nvPr/>
            </p14:nvContentPartPr>
            <p14:xfrm>
              <a:off x="1128600" y="3895920"/>
              <a:ext cx="6757920" cy="1107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E4DC91-A8CF-B5CC-16DA-1523FDA000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2400" y="3879720"/>
                <a:ext cx="6790320" cy="11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D84374-950C-346E-1258-381E000ABDEA}"/>
                  </a:ext>
                </a:extLst>
              </p14:cNvPr>
              <p14:cNvContentPartPr/>
              <p14:nvPr/>
            </p14:nvContentPartPr>
            <p14:xfrm>
              <a:off x="4415760" y="3148920"/>
              <a:ext cx="1484280" cy="878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D84374-950C-346E-1258-381E000ABD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99560" y="3132720"/>
                <a:ext cx="1516680" cy="91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spc="-950" dirty="0"/>
              <a:t>σ</a:t>
            </a:r>
            <a:r>
              <a:rPr dirty="0"/>
              <a:t> </a:t>
            </a:r>
            <a:r>
              <a:rPr spc="-10" dirty="0"/>
              <a:t>normalised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9376" y="1130525"/>
            <a:ext cx="5596774" cy="380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32720A-3634-4622-289A-930DD2381BFA}"/>
                  </a:ext>
                </a:extLst>
              </p14:cNvPr>
              <p14:cNvContentPartPr/>
              <p14:nvPr/>
            </p14:nvContentPartPr>
            <p14:xfrm>
              <a:off x="1407960" y="703440"/>
              <a:ext cx="7188840" cy="3806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32720A-3634-4622-289A-930DD2381B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1760" y="687240"/>
                <a:ext cx="7221240" cy="38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BD758A-4807-BC5A-EDB9-22319826B993}"/>
                  </a:ext>
                </a:extLst>
              </p14:cNvPr>
              <p14:cNvContentPartPr/>
              <p14:nvPr/>
            </p14:nvContentPartPr>
            <p14:xfrm>
              <a:off x="5216040" y="4649400"/>
              <a:ext cx="86760" cy="4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BD758A-4807-BC5A-EDB9-22319826B9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06680" y="4640040"/>
                <a:ext cx="1054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4F5B65-1550-24CD-E335-079B68A19F4F}"/>
                  </a:ext>
                </a:extLst>
              </p14:cNvPr>
              <p14:cNvContentPartPr/>
              <p14:nvPr/>
            </p14:nvContentPartPr>
            <p14:xfrm>
              <a:off x="270360" y="1547640"/>
              <a:ext cx="6954120" cy="3349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4F5B65-1550-24CD-E335-079B68A19F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160" y="1526040"/>
                <a:ext cx="6986520" cy="33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7C54EB-543C-7AF4-4D0C-BE93C123BF9E}"/>
                  </a:ext>
                </a:extLst>
              </p14:cNvPr>
              <p14:cNvContentPartPr/>
              <p14:nvPr/>
            </p14:nvContentPartPr>
            <p14:xfrm>
              <a:off x="758160" y="138600"/>
              <a:ext cx="7043040" cy="485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7C54EB-543C-7AF4-4D0C-BE93C123BF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1960" y="122400"/>
                <a:ext cx="7075440" cy="488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8FC7D24-138B-157F-1819-26503CEDDF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19150"/>
            <a:ext cx="4114800" cy="3200400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F05158C7-4305-A061-AFEB-D6CE13E4D9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800" y="930863"/>
            <a:ext cx="4147851" cy="30886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340635-037F-7430-D0DC-8AF9CCEBDA54}"/>
                  </a:ext>
                </a:extLst>
              </p14:cNvPr>
              <p14:cNvContentPartPr/>
              <p14:nvPr/>
            </p14:nvContentPartPr>
            <p14:xfrm>
              <a:off x="352080" y="125280"/>
              <a:ext cx="8661960" cy="4968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340635-037F-7430-D0DC-8AF9CCEBDA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880" y="109080"/>
                <a:ext cx="8694360" cy="50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1CED52-652C-F3B2-A1B6-BDB2E6652524}"/>
                  </a:ext>
                </a:extLst>
              </p14:cNvPr>
              <p14:cNvContentPartPr/>
              <p14:nvPr/>
            </p14:nvContentPartPr>
            <p14:xfrm>
              <a:off x="561960" y="261360"/>
              <a:ext cx="8557200" cy="3961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1CED52-652C-F3B2-A1B6-BDB2E66525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5760" y="245160"/>
                <a:ext cx="8589600" cy="398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2389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Variation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Scale</a:t>
            </a:r>
            <a:r>
              <a:rPr spc="-15" dirty="0"/>
              <a:t> </a:t>
            </a:r>
            <a:r>
              <a:rPr spc="-1000" dirty="0"/>
              <a:t>σ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424" y="1133750"/>
            <a:ext cx="5062251" cy="35865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D9FF61-6AC8-2D63-FE8F-9CF39AB85CC9}"/>
                  </a:ext>
                </a:extLst>
              </p14:cNvPr>
              <p14:cNvContentPartPr/>
              <p14:nvPr/>
            </p14:nvContentPartPr>
            <p14:xfrm>
              <a:off x="225000" y="892080"/>
              <a:ext cx="6279120" cy="3869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D9FF61-6AC8-2D63-FE8F-9CF39AB85C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400" y="875880"/>
                <a:ext cx="6316920" cy="39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E334141-4FD5-49DE-3210-B38E9936D71E}"/>
                  </a:ext>
                </a:extLst>
              </p14:cNvPr>
              <p14:cNvContentPartPr/>
              <p14:nvPr/>
            </p14:nvContentPartPr>
            <p14:xfrm>
              <a:off x="1600200" y="1848240"/>
              <a:ext cx="6376680" cy="2838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E334141-4FD5-49DE-3210-B38E9936D7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8600" y="1832040"/>
                <a:ext cx="6414480" cy="28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12B538-1F21-61E9-6FCE-72A469EF2232}"/>
                  </a:ext>
                </a:extLst>
              </p14:cNvPr>
              <p14:cNvContentPartPr/>
              <p14:nvPr/>
            </p14:nvContentPartPr>
            <p14:xfrm>
              <a:off x="2084400" y="114120"/>
              <a:ext cx="6586920" cy="458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12B538-1F21-61E9-6FCE-72A469EF22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68200" y="97920"/>
                <a:ext cx="6619320" cy="461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Variation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Scale</a:t>
            </a:r>
            <a:r>
              <a:rPr spc="-15" dirty="0"/>
              <a:t> </a:t>
            </a:r>
            <a:r>
              <a:rPr spc="-1000" dirty="0"/>
              <a:t>σ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5773" y="1162750"/>
            <a:ext cx="4877327" cy="3398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57B30E-C4DB-3AA8-6296-A62F9DE6FED1}"/>
                  </a:ext>
                </a:extLst>
              </p14:cNvPr>
              <p14:cNvContentPartPr/>
              <p14:nvPr/>
            </p14:nvContentPartPr>
            <p14:xfrm>
              <a:off x="1853640" y="2116800"/>
              <a:ext cx="4858200" cy="2503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57B30E-C4DB-3AA8-6296-A62F9DE6FE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2040" y="2100600"/>
                <a:ext cx="4896000" cy="254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FCBF97-2F51-B1F3-12FC-57310DBF74EE}"/>
                  </a:ext>
                </a:extLst>
              </p14:cNvPr>
              <p14:cNvContentPartPr/>
              <p14:nvPr/>
            </p14:nvContentPartPr>
            <p14:xfrm>
              <a:off x="2314440" y="74160"/>
              <a:ext cx="6531120" cy="452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FCBF97-2F51-B1F3-12FC-57310DBF74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98240" y="57960"/>
                <a:ext cx="6563520" cy="456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0800" y="152400"/>
            <a:ext cx="6892589" cy="48386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23AA61-E07F-6AE8-E2FA-C3C153F63DC9}"/>
                  </a:ext>
                </a:extLst>
              </p14:cNvPr>
              <p14:cNvContentPartPr/>
              <p14:nvPr/>
            </p14:nvContentPartPr>
            <p14:xfrm>
              <a:off x="1015920" y="959760"/>
              <a:ext cx="7081920" cy="3874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23AA61-E07F-6AE8-E2FA-C3C153F63D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720" y="943560"/>
                <a:ext cx="7114320" cy="391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144" y="3854578"/>
            <a:ext cx="2676144" cy="10817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0584" y="3854578"/>
            <a:ext cx="1716024" cy="10817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1952" y="3888096"/>
            <a:ext cx="1722120" cy="104820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103120" y="2242663"/>
            <a:ext cx="1731645" cy="1344295"/>
            <a:chOff x="2103120" y="2242663"/>
            <a:chExt cx="1731645" cy="134429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4432" y="2742387"/>
              <a:ext cx="542544" cy="84404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03120" y="2242663"/>
              <a:ext cx="1731263" cy="47534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5855" y="2236569"/>
            <a:ext cx="1728216" cy="4753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8920" y="749585"/>
            <a:ext cx="356616" cy="12127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0584" y="749585"/>
            <a:ext cx="1716024" cy="12279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15000" y="749585"/>
            <a:ext cx="1719072" cy="122798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127760" y="140166"/>
            <a:ext cx="6471285" cy="4839335"/>
            <a:chOff x="1127760" y="140166"/>
            <a:chExt cx="6471285" cy="4839335"/>
          </a:xfrm>
        </p:grpSpPr>
        <p:sp>
          <p:nvSpPr>
            <p:cNvPr id="13" name="object 13"/>
            <p:cNvSpPr/>
            <p:nvPr/>
          </p:nvSpPr>
          <p:spPr>
            <a:xfrm>
              <a:off x="1135380" y="140166"/>
              <a:ext cx="0" cy="4839335"/>
            </a:xfrm>
            <a:custGeom>
              <a:avLst/>
              <a:gdLst/>
              <a:ahLst/>
              <a:cxnLst/>
              <a:rect l="l" t="t" r="r" b="b"/>
              <a:pathLst>
                <a:path h="4839335">
                  <a:moveTo>
                    <a:pt x="0" y="48387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7760" y="4959150"/>
              <a:ext cx="6471285" cy="0"/>
            </a:xfrm>
            <a:custGeom>
              <a:avLst/>
              <a:gdLst/>
              <a:ahLst/>
              <a:cxnLst/>
              <a:rect l="l" t="t" r="r" b="b"/>
              <a:pathLst>
                <a:path w="6471284">
                  <a:moveTo>
                    <a:pt x="0" y="0"/>
                  </a:moveTo>
                  <a:lnTo>
                    <a:pt x="647090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6152" y="3173552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6992" y="0"/>
                  </a:lnTo>
                </a:path>
              </a:pathLst>
            </a:custGeom>
            <a:ln w="91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22776" y="2439201"/>
              <a:ext cx="1716405" cy="0"/>
            </a:xfrm>
            <a:custGeom>
              <a:avLst/>
              <a:gdLst/>
              <a:ahLst/>
              <a:cxnLst/>
              <a:rect l="l" t="t" r="r" b="b"/>
              <a:pathLst>
                <a:path w="1716404">
                  <a:moveTo>
                    <a:pt x="0" y="0"/>
                  </a:moveTo>
                  <a:lnTo>
                    <a:pt x="1716024" y="0"/>
                  </a:lnTo>
                </a:path>
              </a:pathLst>
            </a:custGeom>
            <a:ln w="9141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3584" y="687120"/>
              <a:ext cx="6269990" cy="0"/>
            </a:xfrm>
            <a:custGeom>
              <a:avLst/>
              <a:gdLst/>
              <a:ahLst/>
              <a:cxnLst/>
              <a:rect l="l" t="t" r="r" b="b"/>
              <a:pathLst>
                <a:path w="6269990">
                  <a:moveTo>
                    <a:pt x="0" y="0"/>
                  </a:moveTo>
                  <a:lnTo>
                    <a:pt x="6269736" y="0"/>
                  </a:lnTo>
                </a:path>
              </a:pathLst>
            </a:custGeom>
            <a:ln w="91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91839" y="819669"/>
              <a:ext cx="295656" cy="1340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48455" y="822716"/>
              <a:ext cx="100584" cy="131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1160" y="1051248"/>
              <a:ext cx="280415" cy="1340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55064" y="2257898"/>
              <a:ext cx="320040" cy="19501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43584" y="3117180"/>
              <a:ext cx="685800" cy="20720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3960" y="2995297"/>
              <a:ext cx="228600" cy="115789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467949" y="194501"/>
            <a:ext cx="5791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948814" algn="l"/>
                <a:tab pos="4074795" algn="l"/>
              </a:tabLst>
            </a:pPr>
            <a:r>
              <a:rPr sz="2400" dirty="0"/>
              <a:t>1D</a:t>
            </a:r>
            <a:r>
              <a:rPr sz="2400" spc="229" dirty="0"/>
              <a:t> </a:t>
            </a:r>
            <a:r>
              <a:rPr sz="2400" dirty="0"/>
              <a:t>Blob</a:t>
            </a:r>
            <a:r>
              <a:rPr sz="2400" spc="355" dirty="0"/>
              <a:t> </a:t>
            </a:r>
            <a:r>
              <a:rPr sz="2400" spc="-25" dirty="0"/>
              <a:t>and</a:t>
            </a:r>
            <a:r>
              <a:rPr sz="2400" dirty="0"/>
              <a:t>	2^</a:t>
            </a:r>
            <a:r>
              <a:rPr sz="2700" baseline="21604" dirty="0"/>
              <a:t>d</a:t>
            </a:r>
            <a:r>
              <a:rPr sz="2700" spc="187" baseline="21604" dirty="0"/>
              <a:t> </a:t>
            </a:r>
            <a:r>
              <a:rPr sz="2400" spc="70" dirty="0"/>
              <a:t>Derivative</a:t>
            </a:r>
            <a:r>
              <a:rPr sz="2400" dirty="0"/>
              <a:t>	of</a:t>
            </a:r>
            <a:r>
              <a:rPr sz="2400" spc="290" dirty="0"/>
              <a:t> </a:t>
            </a:r>
            <a:r>
              <a:rPr sz="2400" spc="-10" dirty="0"/>
              <a:t>Gaussian</a:t>
            </a:r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1646730" y="2429802"/>
            <a:ext cx="31750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75" spc="135" baseline="-22875" dirty="0">
                <a:latin typeface="Courier New"/>
                <a:cs typeface="Courier New"/>
              </a:rPr>
              <a:t>#</a:t>
            </a:r>
            <a:r>
              <a:rPr sz="1275" spc="135" baseline="-13071" dirty="0">
                <a:latin typeface="Courier New"/>
                <a:cs typeface="Courier New"/>
              </a:rPr>
              <a:t>/</a:t>
            </a:r>
            <a:r>
              <a:rPr sz="850" spc="90" dirty="0">
                <a:latin typeface="Courier New"/>
                <a:cs typeface="Courier New"/>
              </a:rPr>
              <a:t>2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53182" y="761008"/>
            <a:ext cx="271145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6720" algn="l"/>
                <a:tab pos="2230755" algn="l"/>
              </a:tabLst>
            </a:pPr>
            <a:r>
              <a:rPr sz="1250" spc="-50" dirty="0">
                <a:latin typeface="Arial MT"/>
                <a:cs typeface="Arial MT"/>
              </a:rPr>
              <a:t>-</a:t>
            </a:r>
            <a:r>
              <a:rPr sz="1250" dirty="0">
                <a:latin typeface="Arial MT"/>
                <a:cs typeface="Arial MT"/>
              </a:rPr>
              <a:t>	</a:t>
            </a:r>
            <a:r>
              <a:rPr sz="1250" dirty="0">
                <a:solidFill>
                  <a:srgbClr val="151515"/>
                </a:solidFill>
                <a:latin typeface="Arial MT"/>
                <a:cs typeface="Arial MT"/>
              </a:rPr>
              <a:t>Blob</a:t>
            </a:r>
            <a:r>
              <a:rPr sz="1250" spc="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A</a:t>
            </a:r>
            <a:r>
              <a:rPr sz="1250" dirty="0">
                <a:latin typeface="Arial MT"/>
                <a:cs typeface="Arial MT"/>
              </a:rPr>
              <a:t>	Blob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B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54149" y="1965881"/>
            <a:ext cx="2033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Characteristic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Scale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70" dirty="0">
                <a:latin typeface="Calibri"/>
                <a:cs typeface="Calibri"/>
              </a:rPr>
              <a:t>(•')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63780" y="3597094"/>
            <a:ext cx="38093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Local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Extrema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080808"/>
                </a:solidFill>
                <a:latin typeface="Arial MT"/>
                <a:cs typeface="Arial MT"/>
              </a:rPr>
              <a:t>in</a:t>
            </a:r>
            <a:r>
              <a:rPr sz="1400" spc="7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(x,</a:t>
            </a:r>
            <a:r>
              <a:rPr sz="1400" spc="-22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‹r)-</a:t>
            </a:r>
            <a:r>
              <a:rPr sz="1400" dirty="0">
                <a:latin typeface="Arial MT"/>
                <a:cs typeface="Arial MT"/>
              </a:rPr>
              <a:t>Space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Represent</a:t>
            </a:r>
            <a:r>
              <a:rPr sz="1400" spc="229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Blobs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72658" y="773704"/>
            <a:ext cx="49339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100" dirty="0">
                <a:latin typeface="Calibri"/>
                <a:cs typeface="Calibri"/>
              </a:rPr>
              <a:t>Blob</a:t>
            </a:r>
            <a:r>
              <a:rPr sz="1150" spc="170" dirty="0">
                <a:latin typeface="Calibri"/>
                <a:cs typeface="Calibri"/>
              </a:rPr>
              <a:t> </a:t>
            </a:r>
            <a:r>
              <a:rPr sz="1150" spc="70" dirty="0">
                <a:solidFill>
                  <a:srgbClr val="080808"/>
                </a:solidFill>
                <a:latin typeface="Calibri"/>
                <a:cs typeface="Calibri"/>
              </a:rPr>
              <a:t>C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44657" y="4589432"/>
            <a:ext cx="2463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Consolas"/>
                <a:cs typeface="Consolas"/>
              </a:rPr>
              <a:t>20</a:t>
            </a:r>
            <a:endParaRPr sz="1600">
              <a:latin typeface="Consolas"/>
              <a:cs typeface="Consola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85C8883-02E7-DCA8-F94B-8D8F812C9882}"/>
                  </a:ext>
                </a:extLst>
              </p14:cNvPr>
              <p14:cNvContentPartPr/>
              <p14:nvPr/>
            </p14:nvContentPartPr>
            <p14:xfrm>
              <a:off x="153000" y="1642320"/>
              <a:ext cx="6611040" cy="3416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85C8883-02E7-DCA8-F94B-8D8F812C988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6800" y="1626120"/>
                <a:ext cx="6648840" cy="34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C0E957A-643E-98DA-E429-E75E1A88DC58}"/>
                  </a:ext>
                </a:extLst>
              </p14:cNvPr>
              <p14:cNvContentPartPr/>
              <p14:nvPr/>
            </p14:nvContentPartPr>
            <p14:xfrm>
              <a:off x="2747880" y="4765680"/>
              <a:ext cx="2109600" cy="331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C0E957A-643E-98DA-E429-E75E1A88DC5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31680" y="4749480"/>
                <a:ext cx="214200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1DC0526-5B86-5D02-A2D4-D531519ED738}"/>
                  </a:ext>
                </a:extLst>
              </p14:cNvPr>
              <p14:cNvContentPartPr/>
              <p14:nvPr/>
            </p14:nvContentPartPr>
            <p14:xfrm>
              <a:off x="4765320" y="4874400"/>
              <a:ext cx="9000" cy="511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1DC0526-5B86-5D02-A2D4-D531519ED73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747320" y="4852800"/>
                <a:ext cx="439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1DBD6C9-B164-61F7-4880-79B453E02CA3}"/>
                  </a:ext>
                </a:extLst>
              </p14:cNvPr>
              <p14:cNvContentPartPr/>
              <p14:nvPr/>
            </p14:nvContentPartPr>
            <p14:xfrm>
              <a:off x="2217960" y="1440"/>
              <a:ext cx="6793200" cy="49010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1DBD6C9-B164-61F7-4880-79B453E02CA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01760" y="-14760"/>
                <a:ext cx="6825600" cy="493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99" y="152400"/>
            <a:ext cx="6784156" cy="48386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E26810-302D-20EB-D20F-065587DCD671}"/>
                  </a:ext>
                </a:extLst>
              </p14:cNvPr>
              <p14:cNvContentPartPr/>
              <p14:nvPr/>
            </p14:nvContentPartPr>
            <p14:xfrm>
              <a:off x="87480" y="847080"/>
              <a:ext cx="9056520" cy="4192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E26810-302D-20EB-D20F-065587DCD6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20" y="830880"/>
                <a:ext cx="9075240" cy="42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DBD0A5-6B6D-CDF2-3A42-2F12A798B9F0}"/>
                  </a:ext>
                </a:extLst>
              </p14:cNvPr>
              <p14:cNvContentPartPr/>
              <p14:nvPr/>
            </p14:nvContentPartPr>
            <p14:xfrm>
              <a:off x="422280" y="28080"/>
              <a:ext cx="8721720" cy="511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DBD0A5-6B6D-CDF2-3A42-2F12A798B9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6080" y="11880"/>
                <a:ext cx="8759520" cy="51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3C4CF7D-D335-AC34-439B-4E067A81BC91}"/>
                  </a:ext>
                </a:extLst>
              </p14:cNvPr>
              <p14:cNvContentPartPr/>
              <p14:nvPr/>
            </p14:nvContentPartPr>
            <p14:xfrm>
              <a:off x="2319480" y="2498400"/>
              <a:ext cx="2594520" cy="239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3C4CF7D-D335-AC34-439B-4E067A81BC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03280" y="2482200"/>
                <a:ext cx="2626920" cy="24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4FDC5CB-5584-EA31-FBFA-139CFAD24234}"/>
                  </a:ext>
                </a:extLst>
              </p14:cNvPr>
              <p14:cNvContentPartPr/>
              <p14:nvPr/>
            </p14:nvContentPartPr>
            <p14:xfrm>
              <a:off x="2754000" y="1374480"/>
              <a:ext cx="14400" cy="7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4FDC5CB-5584-EA31-FBFA-139CFAD242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37800" y="1358280"/>
                <a:ext cx="468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C59BAD-C9E7-4E28-9392-479329A44C73}"/>
                  </a:ext>
                </a:extLst>
              </p14:cNvPr>
              <p14:cNvContentPartPr/>
              <p14:nvPr/>
            </p14:nvContentPartPr>
            <p14:xfrm>
              <a:off x="2044440" y="1169640"/>
              <a:ext cx="5429160" cy="397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C59BAD-C9E7-4E28-9392-479329A44C7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35080" y="1148040"/>
                <a:ext cx="5460120" cy="401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485" y="379328"/>
            <a:ext cx="6266153" cy="41139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D42360-0ACD-F005-80B4-7BF44A684763}"/>
                  </a:ext>
                </a:extLst>
              </p14:cNvPr>
              <p14:cNvContentPartPr/>
              <p14:nvPr/>
            </p14:nvContentPartPr>
            <p14:xfrm>
              <a:off x="2325240" y="657720"/>
              <a:ext cx="5505840" cy="3808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D42360-0ACD-F005-80B4-7BF44A6847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9040" y="641520"/>
                <a:ext cx="5538240" cy="38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3DA6DA9-A79B-31F9-1072-4AEA6CA63597}"/>
                  </a:ext>
                </a:extLst>
              </p14:cNvPr>
              <p14:cNvContentPartPr/>
              <p14:nvPr/>
            </p14:nvContentPartPr>
            <p14:xfrm>
              <a:off x="6465240" y="4155120"/>
              <a:ext cx="1225800" cy="729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3DA6DA9-A79B-31F9-1072-4AEA6CA635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49040" y="4138920"/>
                <a:ext cx="1258200" cy="7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912FCF-808D-A7C5-FC5F-B6CC2FC7F605}"/>
                  </a:ext>
                </a:extLst>
              </p14:cNvPr>
              <p14:cNvContentPartPr/>
              <p14:nvPr/>
            </p14:nvContentPartPr>
            <p14:xfrm>
              <a:off x="2930040" y="89280"/>
              <a:ext cx="6213960" cy="4907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912FCF-808D-A7C5-FC5F-B6CC2FC7F6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3840" y="73080"/>
                <a:ext cx="6246360" cy="493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501" y="263719"/>
            <a:ext cx="6419439" cy="4638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ED6963-3FBD-9F7C-3017-A4ED1ECB1E03}"/>
                  </a:ext>
                </a:extLst>
              </p14:cNvPr>
              <p14:cNvContentPartPr/>
              <p14:nvPr/>
            </p14:nvContentPartPr>
            <p14:xfrm>
              <a:off x="1305000" y="2010240"/>
              <a:ext cx="6344640" cy="2021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ED6963-3FBD-9F7C-3017-A4ED1ECB1E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800" y="1994040"/>
                <a:ext cx="6377040" cy="20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C57EF9E-4B1E-9356-F1DF-A3D4E46C5C86}"/>
                  </a:ext>
                </a:extLst>
              </p14:cNvPr>
              <p14:cNvContentPartPr/>
              <p14:nvPr/>
            </p14:nvContentPartPr>
            <p14:xfrm>
              <a:off x="2859120" y="116640"/>
              <a:ext cx="5641560" cy="389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C57EF9E-4B1E-9356-F1DF-A3D4E46C5C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42920" y="100440"/>
                <a:ext cx="5673960" cy="392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148" y="263719"/>
            <a:ext cx="6590129" cy="45789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CD4E3C-85EB-9497-AFE5-AC1CD4D849D4}"/>
                  </a:ext>
                </a:extLst>
              </p14:cNvPr>
              <p14:cNvContentPartPr/>
              <p14:nvPr/>
            </p14:nvContentPartPr>
            <p14:xfrm>
              <a:off x="343440" y="756720"/>
              <a:ext cx="6932160" cy="2694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CD4E3C-85EB-9497-AFE5-AC1CD4D849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240" y="740520"/>
                <a:ext cx="6964560" cy="27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3A59DD3-D6D3-3980-B072-580E9AD83371}"/>
                  </a:ext>
                </a:extLst>
              </p14:cNvPr>
              <p14:cNvContentPartPr/>
              <p14:nvPr/>
            </p14:nvContentPartPr>
            <p14:xfrm>
              <a:off x="1828440" y="1253880"/>
              <a:ext cx="4952160" cy="31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3A59DD3-D6D3-3980-B072-580E9AD833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12240" y="1237680"/>
                <a:ext cx="49845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0A444F-E881-36AD-FC2F-95AB63C510D8}"/>
                  </a:ext>
                </a:extLst>
              </p14:cNvPr>
              <p14:cNvContentPartPr/>
              <p14:nvPr/>
            </p14:nvContentPartPr>
            <p14:xfrm>
              <a:off x="285120" y="208080"/>
              <a:ext cx="8828280" cy="4431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0A444F-E881-36AD-FC2F-95AB63C510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8920" y="191880"/>
                <a:ext cx="8860680" cy="446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24520B-FD9B-9245-085F-3A7F60DD0302}"/>
                  </a:ext>
                </a:extLst>
              </p14:cNvPr>
              <p14:cNvContentPartPr/>
              <p14:nvPr/>
            </p14:nvContentPartPr>
            <p14:xfrm>
              <a:off x="1282680" y="48960"/>
              <a:ext cx="7796520" cy="4064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24520B-FD9B-9245-085F-3A7F60DD030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66480" y="32760"/>
                <a:ext cx="7828920" cy="408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391" y="324442"/>
            <a:ext cx="6164863" cy="46666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AA07F2-23FD-7ECA-353D-A80297B580F6}"/>
                  </a:ext>
                </a:extLst>
              </p14:cNvPr>
              <p14:cNvContentPartPr/>
              <p14:nvPr/>
            </p14:nvContentPartPr>
            <p14:xfrm>
              <a:off x="1840320" y="2540880"/>
              <a:ext cx="6179760" cy="2483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AA07F2-23FD-7ECA-353D-A80297B580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8720" y="2519280"/>
                <a:ext cx="6217560" cy="252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950" y="215261"/>
            <a:ext cx="6647827" cy="47310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ED2242-7FA5-2115-6791-A3E4E330AF9F}"/>
                  </a:ext>
                </a:extLst>
              </p14:cNvPr>
              <p14:cNvContentPartPr/>
              <p14:nvPr/>
            </p14:nvContentPartPr>
            <p14:xfrm>
              <a:off x="213840" y="442080"/>
              <a:ext cx="8930160" cy="431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ED2242-7FA5-2115-6791-A3E4E330AF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640" y="425880"/>
                <a:ext cx="8962560" cy="43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C0F304-EF23-F741-F96E-EF768937255D}"/>
                  </a:ext>
                </a:extLst>
              </p14:cNvPr>
              <p14:cNvContentPartPr/>
              <p14:nvPr/>
            </p14:nvContentPartPr>
            <p14:xfrm>
              <a:off x="416160" y="755280"/>
              <a:ext cx="8708760" cy="4122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C0F304-EF23-F741-F96E-EF76893725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9960" y="739080"/>
                <a:ext cx="8741160" cy="41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0FC388-284B-9463-93BA-A13CF99841D0}"/>
                  </a:ext>
                </a:extLst>
              </p14:cNvPr>
              <p14:cNvContentPartPr/>
              <p14:nvPr/>
            </p14:nvContentPartPr>
            <p14:xfrm>
              <a:off x="1009800" y="255600"/>
              <a:ext cx="7596360" cy="4576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0FC388-284B-9463-93BA-A13CF99841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3600" y="239400"/>
                <a:ext cx="7628760" cy="460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62704"/>
            <a:ext cx="6809477" cy="46033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40616C-4573-1BC3-706A-2403D5CC6AFC}"/>
                  </a:ext>
                </a:extLst>
              </p14:cNvPr>
              <p14:cNvContentPartPr/>
              <p14:nvPr/>
            </p14:nvContentPartPr>
            <p14:xfrm>
              <a:off x="1470240" y="1945800"/>
              <a:ext cx="5860080" cy="224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40616C-4573-1BC3-706A-2403D5CC6A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4040" y="1929600"/>
                <a:ext cx="5892480" cy="22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5033E7-10FB-E59C-F19F-33AADB60E258}"/>
                  </a:ext>
                </a:extLst>
              </p14:cNvPr>
              <p14:cNvContentPartPr/>
              <p14:nvPr/>
            </p14:nvContentPartPr>
            <p14:xfrm>
              <a:off x="3112200" y="1954800"/>
              <a:ext cx="316440" cy="210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5033E7-10FB-E59C-F19F-33AADB60E2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6000" y="1938600"/>
                <a:ext cx="3488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FFD8A1-1953-6FA3-58AD-45F9C5E5EEBA}"/>
                  </a:ext>
                </a:extLst>
              </p14:cNvPr>
              <p14:cNvContentPartPr/>
              <p14:nvPr/>
            </p14:nvContentPartPr>
            <p14:xfrm>
              <a:off x="1674360" y="774720"/>
              <a:ext cx="7469640" cy="3059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FFD8A1-1953-6FA3-58AD-45F9C5E5EE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58160" y="758520"/>
                <a:ext cx="7502040" cy="30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FBE064-BA4C-0857-484D-257F95130B54}"/>
                  </a:ext>
                </a:extLst>
              </p14:cNvPr>
              <p14:cNvContentPartPr/>
              <p14:nvPr/>
            </p14:nvContentPartPr>
            <p14:xfrm>
              <a:off x="1581840" y="286920"/>
              <a:ext cx="7458120" cy="3992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FBE064-BA4C-0857-484D-257F95130B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65640" y="270720"/>
                <a:ext cx="7490520" cy="402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716" y="262704"/>
            <a:ext cx="6294722" cy="41327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EB54AB-9414-FB4B-C635-54AFF5F051A0}"/>
                  </a:ext>
                </a:extLst>
              </p14:cNvPr>
              <p14:cNvContentPartPr/>
              <p14:nvPr/>
            </p14:nvContentPartPr>
            <p14:xfrm>
              <a:off x="1373040" y="914760"/>
              <a:ext cx="7410600" cy="4208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EB54AB-9414-FB4B-C635-54AFF5F051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6840" y="898560"/>
                <a:ext cx="7443000" cy="42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0851132-FF90-630E-B0E3-F66F5DFFB366}"/>
                  </a:ext>
                </a:extLst>
              </p14:cNvPr>
              <p14:cNvContentPartPr/>
              <p14:nvPr/>
            </p14:nvContentPartPr>
            <p14:xfrm>
              <a:off x="4967640" y="2563200"/>
              <a:ext cx="261000" cy="155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851132-FF90-630E-B0E3-F66F5DFFB3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1440" y="2547000"/>
                <a:ext cx="2934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594B94-48DF-030A-897C-B236E2F243FB}"/>
                  </a:ext>
                </a:extLst>
              </p14:cNvPr>
              <p14:cNvContentPartPr/>
              <p14:nvPr/>
            </p14:nvContentPartPr>
            <p14:xfrm>
              <a:off x="3974040" y="2623320"/>
              <a:ext cx="1247040" cy="749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594B94-48DF-030A-897C-B236E2F243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52440" y="2601720"/>
                <a:ext cx="1290240" cy="79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466" y="262704"/>
            <a:ext cx="6353551" cy="47210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5B24DF-5E55-6C1B-2272-D93BB207F398}"/>
                  </a:ext>
                </a:extLst>
              </p14:cNvPr>
              <p14:cNvContentPartPr/>
              <p14:nvPr/>
            </p14:nvContentPartPr>
            <p14:xfrm>
              <a:off x="5760000" y="630360"/>
              <a:ext cx="1980000" cy="2787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5B24DF-5E55-6C1B-2272-D93BB207F3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3800" y="614160"/>
                <a:ext cx="2012400" cy="28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A784C51-0D25-B4FB-3962-561440687230}"/>
                  </a:ext>
                </a:extLst>
              </p14:cNvPr>
              <p14:cNvContentPartPr/>
              <p14:nvPr/>
            </p14:nvContentPartPr>
            <p14:xfrm>
              <a:off x="4174200" y="721440"/>
              <a:ext cx="4733640" cy="326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A784C51-0D25-B4FB-3962-5614406872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8000" y="705240"/>
                <a:ext cx="4766040" cy="33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6F8582D-6CF9-65D8-E205-D289F4AF6439}"/>
                  </a:ext>
                </a:extLst>
              </p14:cNvPr>
              <p14:cNvContentPartPr/>
              <p14:nvPr/>
            </p14:nvContentPartPr>
            <p14:xfrm>
              <a:off x="1138680" y="1034280"/>
              <a:ext cx="4203000" cy="1801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6F8582D-6CF9-65D8-E205-D289F4AF64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2480" y="1018080"/>
                <a:ext cx="4240800" cy="18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1B2B2F-4ED8-8A39-85B3-6B712CF79876}"/>
                  </a:ext>
                </a:extLst>
              </p14:cNvPr>
              <p14:cNvContentPartPr/>
              <p14:nvPr/>
            </p14:nvContentPartPr>
            <p14:xfrm>
              <a:off x="2376000" y="634680"/>
              <a:ext cx="5419440" cy="281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1B2B2F-4ED8-8A39-85B3-6B712CF798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59800" y="618480"/>
                <a:ext cx="5451840" cy="285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911" y="267435"/>
            <a:ext cx="6679275" cy="47236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3AD101-818D-CC6A-1253-E5434FA9001F}"/>
                  </a:ext>
                </a:extLst>
              </p14:cNvPr>
              <p14:cNvContentPartPr/>
              <p14:nvPr/>
            </p14:nvContentPartPr>
            <p14:xfrm>
              <a:off x="2306880" y="3425400"/>
              <a:ext cx="2558520" cy="130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3AD101-818D-CC6A-1253-E5434FA900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0680" y="3409200"/>
                <a:ext cx="2590920" cy="13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CAAD5B-F3DD-CA1A-CF8F-15372D1E08B9}"/>
                  </a:ext>
                </a:extLst>
              </p14:cNvPr>
              <p14:cNvContentPartPr/>
              <p14:nvPr/>
            </p14:nvContentPartPr>
            <p14:xfrm>
              <a:off x="4007880" y="1079280"/>
              <a:ext cx="4098240" cy="3888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CAAD5B-F3DD-CA1A-CF8F-15372D1E08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91680" y="1063080"/>
                <a:ext cx="4130640" cy="39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0209F8-4A01-BA47-92BC-9B97008D5408}"/>
                  </a:ext>
                </a:extLst>
              </p14:cNvPr>
              <p14:cNvContentPartPr/>
              <p14:nvPr/>
            </p14:nvContentPartPr>
            <p14:xfrm>
              <a:off x="6759720" y="1715040"/>
              <a:ext cx="984960" cy="1876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0209F8-4A01-BA47-92BC-9B97008D54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43520" y="1698840"/>
                <a:ext cx="1017360" cy="19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EA2882-4F6E-AF29-569D-964541E3492F}"/>
                  </a:ext>
                </a:extLst>
              </p14:cNvPr>
              <p14:cNvContentPartPr/>
              <p14:nvPr/>
            </p14:nvContentPartPr>
            <p14:xfrm>
              <a:off x="5926680" y="925200"/>
              <a:ext cx="1036080" cy="29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EA2882-4F6E-AF29-569D-964541E3492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10480" y="909000"/>
                <a:ext cx="1068480" cy="32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225" y="152400"/>
            <a:ext cx="6594969" cy="4838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D2448C-5533-583D-EC6D-1C20942AA709}"/>
                  </a:ext>
                </a:extLst>
              </p14:cNvPr>
              <p14:cNvContentPartPr/>
              <p14:nvPr/>
            </p14:nvContentPartPr>
            <p14:xfrm>
              <a:off x="4032000" y="1965600"/>
              <a:ext cx="3620880" cy="2080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D2448C-5533-583D-EC6D-1C20942AA7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5800" y="1949400"/>
                <a:ext cx="3653280" cy="21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4F9AB0-F68D-D26A-9784-98474E4226FE}"/>
                  </a:ext>
                </a:extLst>
              </p14:cNvPr>
              <p14:cNvContentPartPr/>
              <p14:nvPr/>
            </p14:nvContentPartPr>
            <p14:xfrm>
              <a:off x="3738240" y="2295360"/>
              <a:ext cx="1477440" cy="1026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4F9AB0-F68D-D26A-9784-98474E4226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2040" y="2279160"/>
                <a:ext cx="1509840" cy="10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012159-CEE3-1167-C692-A7161FDB9C49}"/>
                  </a:ext>
                </a:extLst>
              </p14:cNvPr>
              <p14:cNvContentPartPr/>
              <p14:nvPr/>
            </p14:nvContentPartPr>
            <p14:xfrm>
              <a:off x="7268400" y="-360"/>
              <a:ext cx="1448640" cy="923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012159-CEE3-1167-C692-A7161FDB9C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52200" y="-16560"/>
                <a:ext cx="1481040" cy="95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1549" y="256532"/>
            <a:ext cx="6449285" cy="47276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064B8F6-A9A1-A788-975B-2E09CE154408}"/>
                  </a:ext>
                </a:extLst>
              </p14:cNvPr>
              <p14:cNvContentPartPr/>
              <p14:nvPr/>
            </p14:nvContentPartPr>
            <p14:xfrm>
              <a:off x="1020600" y="773280"/>
              <a:ext cx="7643160" cy="3923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064B8F6-A9A1-A788-975B-2E09CE1544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4400" y="757080"/>
                <a:ext cx="7675560" cy="39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121E8F-9F24-752B-2894-2DF75181E4EB}"/>
                  </a:ext>
                </a:extLst>
              </p14:cNvPr>
              <p14:cNvContentPartPr/>
              <p14:nvPr/>
            </p14:nvContentPartPr>
            <p14:xfrm>
              <a:off x="160560" y="91080"/>
              <a:ext cx="2062080" cy="2405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8121E8F-9F24-752B-2894-2DF75181E4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360" y="74880"/>
                <a:ext cx="2094480" cy="243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5AA6F4-EDCA-8899-33C5-D5249C5063E7}"/>
                  </a:ext>
                </a:extLst>
              </p14:cNvPr>
              <p14:cNvContentPartPr/>
              <p14:nvPr/>
            </p14:nvContentPartPr>
            <p14:xfrm>
              <a:off x="141840" y="2337120"/>
              <a:ext cx="8692200" cy="2806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5AA6F4-EDCA-8899-33C5-D5249C5063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640" y="2320920"/>
                <a:ext cx="8724600" cy="28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33EBC6-1DE8-0C59-2E03-5C5071999444}"/>
                  </a:ext>
                </a:extLst>
              </p14:cNvPr>
              <p14:cNvContentPartPr/>
              <p14:nvPr/>
            </p14:nvContentPartPr>
            <p14:xfrm>
              <a:off x="349560" y="14760"/>
              <a:ext cx="8665200" cy="4516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33EBC6-1DE8-0C59-2E03-5C507199944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3360" y="-1440"/>
                <a:ext cx="8697600" cy="455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Gaussian</a:t>
            </a:r>
            <a:r>
              <a:rPr spc="-45" dirty="0"/>
              <a:t> </a:t>
            </a:r>
            <a:r>
              <a:rPr spc="-10" dirty="0"/>
              <a:t>Blurring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713" y="1377995"/>
            <a:ext cx="7888127" cy="31967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60B64B-EBF2-F259-1508-9F9CCAA08BF8}"/>
                  </a:ext>
                </a:extLst>
              </p14:cNvPr>
              <p14:cNvContentPartPr/>
              <p14:nvPr/>
            </p14:nvContentPartPr>
            <p14:xfrm>
              <a:off x="2176560" y="1273680"/>
              <a:ext cx="5172840" cy="253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60B64B-EBF2-F259-1508-9F9CCAA08B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0360" y="1257480"/>
                <a:ext cx="5205240" cy="28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821814" cy="793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dirty="0"/>
              <a:t>Space</a:t>
            </a:r>
            <a:r>
              <a:rPr spc="-20" dirty="0"/>
              <a:t> </a:t>
            </a:r>
            <a:r>
              <a:rPr spc="-10" dirty="0"/>
              <a:t>Scale 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25" y="4380145"/>
            <a:ext cx="25349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Credits: </a:t>
            </a:r>
            <a:r>
              <a:rPr sz="1000" spc="-10" dirty="0">
                <a:latin typeface="Arial MT"/>
                <a:cs typeface="Arial MT"/>
                <a:hlinkClick r:id="rId2"/>
              </a:rPr>
              <a:t>https://www.educative.io/answers/what-is-</a:t>
            </a:r>
            <a:r>
              <a:rPr sz="1000" spc="-20" dirty="0">
                <a:latin typeface="Arial MT"/>
                <a:cs typeface="Arial MT"/>
                <a:hlinkClick r:id="rId2"/>
              </a:rPr>
              <a:t>sift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3994" y="54134"/>
            <a:ext cx="5792337" cy="50074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B07D3D0-C518-7F28-0307-7BC425035CED}"/>
                  </a:ext>
                </a:extLst>
              </p14:cNvPr>
              <p14:cNvContentPartPr/>
              <p14:nvPr/>
            </p14:nvContentPartPr>
            <p14:xfrm>
              <a:off x="2569320" y="290520"/>
              <a:ext cx="5536440" cy="395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B07D3D0-C518-7F28-0307-7BC425035C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3120" y="274320"/>
                <a:ext cx="5568840" cy="39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63BF2A-3F17-21B0-56AD-7A5AE3EC2205}"/>
                  </a:ext>
                </a:extLst>
              </p14:cNvPr>
              <p14:cNvContentPartPr/>
              <p14:nvPr/>
            </p14:nvContentPartPr>
            <p14:xfrm>
              <a:off x="325440" y="512280"/>
              <a:ext cx="3933720" cy="3146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63BF2A-3F17-21B0-56AD-7A5AE3EC22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3840" y="496080"/>
                <a:ext cx="3971520" cy="31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36A9AF5-4EE9-BB6B-F88E-F44621171AB0}"/>
                  </a:ext>
                </a:extLst>
              </p14:cNvPr>
              <p14:cNvContentPartPr/>
              <p14:nvPr/>
            </p14:nvContentPartPr>
            <p14:xfrm>
              <a:off x="2820600" y="4191120"/>
              <a:ext cx="407160" cy="146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36A9AF5-4EE9-BB6B-F88E-F44621171A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04400" y="4174920"/>
                <a:ext cx="4395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EEB643-7E19-801C-DDDB-FFFCD3AA0459}"/>
                  </a:ext>
                </a:extLst>
              </p14:cNvPr>
              <p14:cNvContentPartPr/>
              <p14:nvPr/>
            </p14:nvContentPartPr>
            <p14:xfrm>
              <a:off x="104400" y="45000"/>
              <a:ext cx="7916400" cy="5080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EEB643-7E19-801C-DDDB-FFFCD3AA04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200" y="28800"/>
                <a:ext cx="7948800" cy="511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Difference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Gaussian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827" y="1337615"/>
            <a:ext cx="4400872" cy="35309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85025" y="4854938"/>
            <a:ext cx="3642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  <a:hlinkClick r:id="rId3"/>
              </a:rPr>
              <a:t>https://www.cs.ubc.ca/~lowe/papers/ijcv04.pdf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403E1B-B760-3D42-5177-27D2AE6C32ED}"/>
                  </a:ext>
                </a:extLst>
              </p14:cNvPr>
              <p14:cNvContentPartPr/>
              <p14:nvPr/>
            </p14:nvContentPartPr>
            <p14:xfrm>
              <a:off x="2924640" y="1801440"/>
              <a:ext cx="2582640" cy="2328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403E1B-B760-3D42-5177-27D2AE6C32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8440" y="1779840"/>
                <a:ext cx="2620440" cy="23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369E86-7315-96B1-2D7E-33F10D740CFB}"/>
                  </a:ext>
                </a:extLst>
              </p14:cNvPr>
              <p14:cNvContentPartPr/>
              <p14:nvPr/>
            </p14:nvContentPartPr>
            <p14:xfrm>
              <a:off x="4750560" y="1135440"/>
              <a:ext cx="1781640" cy="287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369E86-7315-96B1-2D7E-33F10D740C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360" y="1119240"/>
                <a:ext cx="1814040" cy="290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Difference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Gaussians</a:t>
            </a:r>
            <a:r>
              <a:rPr spc="-30" dirty="0"/>
              <a:t> </a:t>
            </a:r>
            <a:r>
              <a:rPr spc="-10" dirty="0"/>
              <a:t>visualisation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659" y="1250893"/>
            <a:ext cx="2975707" cy="35591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025" y="4840463"/>
            <a:ext cx="8619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  <a:hlinkClick r:id="rId3"/>
              </a:rPr>
              <a:t>https://www.analyticsvidhya.com/blog/2019/10/detailed-guide-powerful-sift-technique-image-matching-python/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D8D0BC0-0345-DB41-4D5C-3BF9A85C3247}"/>
                  </a:ext>
                </a:extLst>
              </p14:cNvPr>
              <p14:cNvContentPartPr/>
              <p14:nvPr/>
            </p14:nvContentPartPr>
            <p14:xfrm>
              <a:off x="2032200" y="1048320"/>
              <a:ext cx="6130440" cy="3548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D8D0BC0-0345-DB41-4D5C-3BF9A85C32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16000" y="1026720"/>
                <a:ext cx="6162840" cy="358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Keypoint</a:t>
            </a:r>
            <a:r>
              <a:rPr spc="-45" dirty="0"/>
              <a:t> </a:t>
            </a:r>
            <a:r>
              <a:rPr spc="-10" dirty="0"/>
              <a:t>localization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673" y="1607870"/>
            <a:ext cx="6923412" cy="30247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0A4B14E-FDC7-AC26-AA31-5D608FC90ED7}"/>
                  </a:ext>
                </a:extLst>
              </p14:cNvPr>
              <p14:cNvContentPartPr/>
              <p14:nvPr/>
            </p14:nvContentPartPr>
            <p14:xfrm>
              <a:off x="4296240" y="849600"/>
              <a:ext cx="4610160" cy="2994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0A4B14E-FDC7-AC26-AA31-5D608FC90E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4640" y="833400"/>
                <a:ext cx="4647960" cy="30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3922D2-89A7-CB9D-C51B-43E0382B0587}"/>
                  </a:ext>
                </a:extLst>
              </p14:cNvPr>
              <p14:cNvContentPartPr/>
              <p14:nvPr/>
            </p14:nvContentPartPr>
            <p14:xfrm>
              <a:off x="4675680" y="123480"/>
              <a:ext cx="4231440" cy="3327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3922D2-89A7-CB9D-C51B-43E0382B05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9480" y="107280"/>
                <a:ext cx="4263840" cy="336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dirty="0"/>
              <a:t>point</a:t>
            </a:r>
            <a:r>
              <a:rPr spc="-10" dirty="0"/>
              <a:t> descriptor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49" y="1662451"/>
            <a:ext cx="8669449" cy="30667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F3E4A3-0581-A140-0C65-0284B0347F38}"/>
                  </a:ext>
                </a:extLst>
              </p14:cNvPr>
              <p14:cNvContentPartPr/>
              <p14:nvPr/>
            </p14:nvContentPartPr>
            <p14:xfrm>
              <a:off x="1851120" y="1278000"/>
              <a:ext cx="6550560" cy="2968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F3E4A3-0581-A140-0C65-0284B0347F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9520" y="1261800"/>
                <a:ext cx="6588360" cy="30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769FF64-F8E9-F9A4-5DA1-69628DBA024F}"/>
                  </a:ext>
                </a:extLst>
              </p14:cNvPr>
              <p14:cNvContentPartPr/>
              <p14:nvPr/>
            </p14:nvContentPartPr>
            <p14:xfrm>
              <a:off x="4617720" y="2893680"/>
              <a:ext cx="5400" cy="2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769FF64-F8E9-F9A4-5DA1-69628DBA02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01520" y="2877480"/>
                <a:ext cx="378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00B878-4EEB-EC0F-1D37-D292E1D19288}"/>
                  </a:ext>
                </a:extLst>
              </p14:cNvPr>
              <p14:cNvContentPartPr/>
              <p14:nvPr/>
            </p14:nvContentPartPr>
            <p14:xfrm>
              <a:off x="3956760" y="15840"/>
              <a:ext cx="4881960" cy="2851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00B878-4EEB-EC0F-1D37-D292E1D192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40560" y="-360"/>
                <a:ext cx="4914360" cy="28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Keypoint</a:t>
            </a:r>
            <a:r>
              <a:rPr spc="-35" dirty="0"/>
              <a:t> </a:t>
            </a:r>
            <a:r>
              <a:rPr spc="-10" dirty="0"/>
              <a:t>descriptor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469" y="1207017"/>
            <a:ext cx="3946436" cy="20760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9483" y="3222965"/>
            <a:ext cx="3803377" cy="18321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5EBD07-C852-136C-3453-EFC6A2F81028}"/>
                  </a:ext>
                </a:extLst>
              </p14:cNvPr>
              <p14:cNvContentPartPr/>
              <p14:nvPr/>
            </p14:nvContentPartPr>
            <p14:xfrm>
              <a:off x="2878200" y="834120"/>
              <a:ext cx="3678480" cy="3304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5EBD07-C852-136C-3453-EFC6A2F810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2000" y="817920"/>
                <a:ext cx="3710880" cy="33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0906D7-AA7F-AFD7-62A7-7D3D0595DF1E}"/>
                  </a:ext>
                </a:extLst>
              </p14:cNvPr>
              <p14:cNvContentPartPr/>
              <p14:nvPr/>
            </p14:nvContentPartPr>
            <p14:xfrm>
              <a:off x="1329480" y="1616040"/>
              <a:ext cx="3087000" cy="681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0906D7-AA7F-AFD7-62A7-7D3D0595DF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3280" y="1599840"/>
                <a:ext cx="3119400" cy="71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SIFT</a:t>
            </a:r>
            <a:r>
              <a:rPr spc="-60" dirty="0"/>
              <a:t> </a:t>
            </a:r>
            <a:r>
              <a:rPr spc="-10" dirty="0"/>
              <a:t>descriptor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4553" y="1143000"/>
            <a:ext cx="5224307" cy="36104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336204-5E8D-2EA1-AD63-4F435C5D129E}"/>
                  </a:ext>
                </a:extLst>
              </p14:cNvPr>
              <p14:cNvContentPartPr/>
              <p14:nvPr/>
            </p14:nvContentPartPr>
            <p14:xfrm>
              <a:off x="2565720" y="954000"/>
              <a:ext cx="4487040" cy="2745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336204-5E8D-2EA1-AD63-4F435C5D12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9520" y="937800"/>
                <a:ext cx="4519440" cy="27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D02CF65-D21D-235D-0C20-D2C00D94CE07}"/>
                  </a:ext>
                </a:extLst>
              </p14:cNvPr>
              <p14:cNvContentPartPr/>
              <p14:nvPr/>
            </p14:nvContentPartPr>
            <p14:xfrm>
              <a:off x="6489720" y="465120"/>
              <a:ext cx="2011320" cy="561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D02CF65-D21D-235D-0C20-D2C00D94CE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73520" y="448920"/>
                <a:ext cx="204372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81FE8A-1724-4FDC-7BE9-E4A91629D16E}"/>
                  </a:ext>
                </a:extLst>
              </p14:cNvPr>
              <p14:cNvContentPartPr/>
              <p14:nvPr/>
            </p14:nvContentPartPr>
            <p14:xfrm>
              <a:off x="2423520" y="143640"/>
              <a:ext cx="5401440" cy="3573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81FE8A-1724-4FDC-7BE9-E4A91629D1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07320" y="127440"/>
                <a:ext cx="5433840" cy="360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7581" y="191131"/>
            <a:ext cx="5855887" cy="464797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275" y="259767"/>
            <a:ext cx="6019743" cy="47313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Scale</a:t>
            </a:r>
            <a:r>
              <a:rPr spc="40" dirty="0"/>
              <a:t> </a:t>
            </a:r>
            <a:r>
              <a:rPr spc="-10" dirty="0"/>
              <a:t>Invariation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099" y="1123850"/>
            <a:ext cx="6519923" cy="39003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0471" y="262038"/>
            <a:ext cx="6256688" cy="45755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7868AC-BB89-61ED-E845-8EB74194A2DF}"/>
                  </a:ext>
                </a:extLst>
              </p14:cNvPr>
              <p14:cNvContentPartPr/>
              <p14:nvPr/>
            </p14:nvContentPartPr>
            <p14:xfrm>
              <a:off x="2522520" y="1295280"/>
              <a:ext cx="4295160" cy="203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7868AC-BB89-61ED-E845-8EB74194A2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6320" y="1279080"/>
                <a:ext cx="4327560" cy="23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021" y="378985"/>
            <a:ext cx="6263997" cy="41077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C9D413-1C33-44D7-4422-F87DBBE00351}"/>
                  </a:ext>
                </a:extLst>
              </p14:cNvPr>
              <p14:cNvContentPartPr/>
              <p14:nvPr/>
            </p14:nvContentPartPr>
            <p14:xfrm>
              <a:off x="2781360" y="1567440"/>
              <a:ext cx="4282560" cy="1815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C9D413-1C33-44D7-4422-F87DBBE003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5160" y="1551240"/>
                <a:ext cx="4314960" cy="18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3FE5A4-CC1B-C1A6-E3FA-CE2602A174E6}"/>
                  </a:ext>
                </a:extLst>
              </p14:cNvPr>
              <p14:cNvContentPartPr/>
              <p14:nvPr/>
            </p14:nvContentPartPr>
            <p14:xfrm>
              <a:off x="3213720" y="3153600"/>
              <a:ext cx="3129120" cy="105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3FE5A4-CC1B-C1A6-E3FA-CE2602A174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2120" y="3132000"/>
                <a:ext cx="31723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500CF0-2DBE-0D6D-19F3-6D45CBB6A509}"/>
                  </a:ext>
                </a:extLst>
              </p14:cNvPr>
              <p14:cNvContentPartPr/>
              <p14:nvPr/>
            </p14:nvContentPartPr>
            <p14:xfrm>
              <a:off x="1855080" y="1591920"/>
              <a:ext cx="4646880" cy="2179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500CF0-2DBE-0D6D-19F3-6D45CBB6A5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38880" y="1575720"/>
                <a:ext cx="4679280" cy="221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072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dirty="0"/>
              <a:t>Rotation</a:t>
            </a:r>
            <a:r>
              <a:rPr spc="-35" dirty="0"/>
              <a:t> </a:t>
            </a:r>
            <a:r>
              <a:rPr spc="-10" dirty="0"/>
              <a:t>Invariation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8949" y="1355999"/>
            <a:ext cx="5809051" cy="31442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78A8BF-309D-5E46-8E99-FD1C576171DF}"/>
                  </a:ext>
                </a:extLst>
              </p14:cNvPr>
              <p14:cNvContentPartPr/>
              <p14:nvPr/>
            </p14:nvContentPartPr>
            <p14:xfrm>
              <a:off x="5887080" y="279000"/>
              <a:ext cx="1640520" cy="969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78A8BF-309D-5E46-8E99-FD1C576171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0880" y="262800"/>
                <a:ext cx="1672920" cy="10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548304-C687-AE37-FF7C-40F154D368D8}"/>
                  </a:ext>
                </a:extLst>
              </p14:cNvPr>
              <p14:cNvContentPartPr/>
              <p14:nvPr/>
            </p14:nvContentPartPr>
            <p14:xfrm>
              <a:off x="3139200" y="96840"/>
              <a:ext cx="5371200" cy="3017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548304-C687-AE37-FF7C-40F154D368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23000" y="80640"/>
                <a:ext cx="5403600" cy="304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921" y="194788"/>
            <a:ext cx="6307852" cy="47290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14B2C9-22B9-48D0-7F72-CB6385788D37}"/>
                  </a:ext>
                </a:extLst>
              </p14:cNvPr>
              <p14:cNvContentPartPr/>
              <p14:nvPr/>
            </p14:nvContentPartPr>
            <p14:xfrm>
              <a:off x="2619360" y="1563120"/>
              <a:ext cx="354960" cy="508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14B2C9-22B9-48D0-7F72-CB6385788D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3160" y="1546920"/>
                <a:ext cx="387360" cy="54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289" y="330788"/>
            <a:ext cx="6163580" cy="461548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814" y="375613"/>
            <a:ext cx="6192382" cy="38162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5C69E5-5FB4-D705-D0E7-69F88AB84E23}"/>
                  </a:ext>
                </a:extLst>
              </p14:cNvPr>
              <p14:cNvContentPartPr/>
              <p14:nvPr/>
            </p14:nvContentPartPr>
            <p14:xfrm>
              <a:off x="934920" y="1726200"/>
              <a:ext cx="3452760" cy="2644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5C69E5-5FB4-D705-D0E7-69F88AB84E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8720" y="1710000"/>
                <a:ext cx="3485160" cy="267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013" y="375613"/>
            <a:ext cx="6199583" cy="427706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4414" y="375613"/>
            <a:ext cx="6192382" cy="33554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F00DB5-7C7D-E548-B38F-E629134F1F07}"/>
                  </a:ext>
                </a:extLst>
              </p14:cNvPr>
              <p14:cNvContentPartPr/>
              <p14:nvPr/>
            </p14:nvContentPartPr>
            <p14:xfrm>
              <a:off x="3997080" y="2619720"/>
              <a:ext cx="855720" cy="765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F00DB5-7C7D-E548-B38F-E629134F1F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0880" y="2603520"/>
                <a:ext cx="888120" cy="79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814" y="260406"/>
            <a:ext cx="6192382" cy="47306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64F057-5241-CBCC-E576-D4290A3468E0}"/>
                  </a:ext>
                </a:extLst>
              </p14:cNvPr>
              <p14:cNvContentPartPr/>
              <p14:nvPr/>
            </p14:nvContentPartPr>
            <p14:xfrm>
              <a:off x="1959840" y="2118960"/>
              <a:ext cx="40320" cy="1716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64F057-5241-CBCC-E576-D4290A3468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3640" y="2102760"/>
                <a:ext cx="72720" cy="174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FD28177-F756-AC0F-0670-0A0E51EB6B48}"/>
                  </a:ext>
                </a:extLst>
              </p14:cNvPr>
              <p14:cNvContentPartPr/>
              <p14:nvPr/>
            </p14:nvContentPartPr>
            <p14:xfrm>
              <a:off x="153720" y="1080360"/>
              <a:ext cx="2244600" cy="229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FD28177-F756-AC0F-0670-0A0E51EB6B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520" y="1064160"/>
                <a:ext cx="2277000" cy="232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939" y="375613"/>
            <a:ext cx="6163580" cy="46154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B02D56-92CE-0B68-B2E2-8441B8213E8C}"/>
                  </a:ext>
                </a:extLst>
              </p14:cNvPr>
              <p14:cNvContentPartPr/>
              <p14:nvPr/>
            </p14:nvContentPartPr>
            <p14:xfrm>
              <a:off x="2716920" y="1685880"/>
              <a:ext cx="99360" cy="2118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B02D56-92CE-0B68-B2E2-8441B8213E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0720" y="1669680"/>
                <a:ext cx="131760" cy="215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650" y="263040"/>
            <a:ext cx="6734347" cy="449939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97691" y="2328806"/>
            <a:ext cx="5143500" cy="59839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lnSpc>
                <a:spcPts val="1668"/>
              </a:lnSpc>
              <a:spcBef>
                <a:spcPts val="66"/>
              </a:spcBef>
            </a:pPr>
            <a:r>
              <a:rPr sz="1522" u="heavy" dirty="0">
                <a:uFill>
                  <a:solidFill>
                    <a:srgbClr val="000000"/>
                  </a:solidFill>
                </a:uFill>
              </a:rPr>
              <a:t>Session</a:t>
            </a:r>
            <a:r>
              <a:rPr sz="1522" u="heavy" spc="-69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1522" u="heavy" spc="-17" dirty="0">
                <a:uFill>
                  <a:solidFill>
                    <a:srgbClr val="000000"/>
                  </a:solidFill>
                </a:uFill>
              </a:rPr>
              <a:t>#8:</a:t>
            </a:r>
            <a:endParaRPr sz="1522" dirty="0"/>
          </a:p>
          <a:p>
            <a:pPr marL="8405">
              <a:lnSpc>
                <a:spcPts val="2859"/>
              </a:lnSpc>
            </a:pPr>
            <a:r>
              <a:rPr sz="2515" dirty="0"/>
              <a:t>Exam</a:t>
            </a:r>
            <a:r>
              <a:rPr sz="2515" spc="-106" dirty="0"/>
              <a:t> </a:t>
            </a:r>
            <a:r>
              <a:rPr sz="2515" spc="-7" dirty="0"/>
              <a:t>pattern,</a:t>
            </a:r>
            <a:r>
              <a:rPr sz="2515" spc="-106" dirty="0"/>
              <a:t> </a:t>
            </a:r>
            <a:r>
              <a:rPr sz="2515" spc="-7" dirty="0"/>
              <a:t>Revision,</a:t>
            </a:r>
            <a:r>
              <a:rPr sz="2515" spc="-103" dirty="0"/>
              <a:t> </a:t>
            </a:r>
            <a:r>
              <a:rPr sz="2515" spc="-7" dirty="0"/>
              <a:t>RANSAC</a:t>
            </a:r>
            <a:endParaRPr sz="251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706" y="100853"/>
            <a:ext cx="5781271" cy="13267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2151529" y="1906121"/>
            <a:ext cx="4235824" cy="20193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spcBef>
                <a:spcPts val="66"/>
              </a:spcBef>
            </a:pPr>
            <a:endParaRPr sz="1257" dirty="0"/>
          </a:p>
        </p:txBody>
      </p:sp>
      <p:sp>
        <p:nvSpPr>
          <p:cNvPr id="5" name="object 5"/>
          <p:cNvSpPr txBox="1"/>
          <p:nvPr/>
        </p:nvSpPr>
        <p:spPr>
          <a:xfrm>
            <a:off x="1574288" y="3174543"/>
            <a:ext cx="2146907" cy="15115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927" dirty="0">
                <a:solidFill>
                  <a:srgbClr val="595959"/>
                </a:solidFill>
                <a:latin typeface="Arial MT"/>
                <a:cs typeface="Arial MT"/>
              </a:rPr>
              <a:t>RANSAC</a:t>
            </a:r>
            <a:r>
              <a:rPr sz="927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927" dirty="0">
                <a:solidFill>
                  <a:srgbClr val="595959"/>
                </a:solidFill>
                <a:latin typeface="Arial MT"/>
                <a:cs typeface="Arial MT"/>
              </a:rPr>
              <a:t>slide</a:t>
            </a:r>
            <a:r>
              <a:rPr sz="927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927" dirty="0">
                <a:solidFill>
                  <a:srgbClr val="595959"/>
                </a:solidFill>
                <a:latin typeface="Arial MT"/>
                <a:cs typeface="Arial MT"/>
              </a:rPr>
              <a:t>credits:</a:t>
            </a:r>
            <a:r>
              <a:rPr sz="927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927" dirty="0">
                <a:solidFill>
                  <a:srgbClr val="595959"/>
                </a:solidFill>
                <a:latin typeface="Arial MT"/>
                <a:cs typeface="Arial MT"/>
              </a:rPr>
              <a:t>Cornell</a:t>
            </a:r>
            <a:r>
              <a:rPr sz="927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927" spc="-7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endParaRPr sz="92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34356"/>
            <a:ext cx="1276210" cy="264869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8405">
              <a:spcBef>
                <a:spcPts val="79"/>
              </a:spcBef>
            </a:pPr>
            <a:r>
              <a:rPr sz="1655" dirty="0"/>
              <a:t>Exam </a:t>
            </a:r>
            <a:r>
              <a:rPr sz="1655" spc="-7" dirty="0"/>
              <a:t>pattern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558356" y="777711"/>
            <a:ext cx="3074754" cy="1028864"/>
          </a:xfrm>
          <a:prstGeom prst="rect">
            <a:avLst/>
          </a:prstGeom>
        </p:spPr>
        <p:txBody>
          <a:bodyPr vert="horz" wrap="square" lIns="0" tIns="35299" rIns="0" bIns="0" rtlCol="0">
            <a:spAutoFit/>
          </a:bodyPr>
          <a:lstStyle/>
          <a:p>
            <a:pPr marL="250885" indent="-242480">
              <a:spcBef>
                <a:spcPts val="278"/>
              </a:spcBef>
              <a:buChar char="●"/>
              <a:tabLst>
                <a:tab pos="250885" algn="l"/>
              </a:tabLst>
            </a:pPr>
            <a:r>
              <a:rPr lang="en-US" sz="1191" spc="-20" dirty="0">
                <a:solidFill>
                  <a:srgbClr val="595959"/>
                </a:solidFill>
                <a:latin typeface="Arial MT"/>
                <a:cs typeface="Arial MT"/>
              </a:rPr>
              <a:t>4/5</a:t>
            </a:r>
            <a:r>
              <a:rPr sz="119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questions,</a:t>
            </a:r>
            <a:r>
              <a:rPr sz="1191" spc="-1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191" dirty="0">
                <a:solidFill>
                  <a:srgbClr val="595959"/>
                </a:solidFill>
                <a:latin typeface="Arial MT"/>
                <a:cs typeface="Arial MT"/>
              </a:rPr>
              <a:t>unequal</a:t>
            </a:r>
            <a:r>
              <a:rPr sz="1191" spc="-1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595959"/>
                </a:solidFill>
                <a:latin typeface="Arial MT"/>
                <a:cs typeface="Arial MT"/>
              </a:rPr>
              <a:t>weightage</a:t>
            </a:r>
            <a:r>
              <a:rPr lang="en-US" sz="1191" spc="-7" dirty="0">
                <a:solidFill>
                  <a:srgbClr val="595959"/>
                </a:solidFill>
                <a:latin typeface="Arial MT"/>
                <a:cs typeface="Arial MT"/>
              </a:rPr>
              <a:t> (7/8)</a:t>
            </a:r>
            <a:endParaRPr sz="1191" dirty="0">
              <a:latin typeface="Arial MT"/>
              <a:cs typeface="Arial MT"/>
            </a:endParaRPr>
          </a:p>
          <a:p>
            <a:pPr marL="250885" indent="-242480">
              <a:spcBef>
                <a:spcPts val="215"/>
              </a:spcBef>
              <a:buChar char="●"/>
              <a:tabLst>
                <a:tab pos="250885" algn="l"/>
              </a:tabLst>
            </a:pPr>
            <a:r>
              <a:rPr lang="en-US" sz="1191" dirty="0">
                <a:solidFill>
                  <a:srgbClr val="595959"/>
                </a:solidFill>
                <a:latin typeface="Arial MT"/>
                <a:cs typeface="Arial MT"/>
              </a:rPr>
              <a:t>As per the course information shared </a:t>
            </a:r>
            <a:endParaRPr sz="1191" dirty="0">
              <a:latin typeface="Arial MT"/>
              <a:cs typeface="Arial MT"/>
            </a:endParaRPr>
          </a:p>
          <a:p>
            <a:pPr marL="250885" indent="-242480">
              <a:spcBef>
                <a:spcPts val="215"/>
              </a:spcBef>
              <a:buChar char="●"/>
              <a:tabLst>
                <a:tab pos="250885" algn="l"/>
              </a:tabLst>
            </a:pP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Expect</a:t>
            </a:r>
            <a:r>
              <a:rPr sz="1191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across</a:t>
            </a:r>
            <a:r>
              <a:rPr sz="1191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191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contents</a:t>
            </a:r>
            <a:r>
              <a:rPr sz="1191" spc="-1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covered</a:t>
            </a:r>
            <a:r>
              <a:rPr sz="1191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so</a:t>
            </a:r>
            <a:r>
              <a:rPr sz="1191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spc="-17" dirty="0">
                <a:solidFill>
                  <a:srgbClr val="595959"/>
                </a:solidFill>
                <a:latin typeface="Arial MT"/>
                <a:cs typeface="Arial MT"/>
              </a:rPr>
              <a:t>far</a:t>
            </a:r>
            <a:endParaRPr sz="1191" dirty="0">
              <a:latin typeface="Arial MT"/>
              <a:cs typeface="Arial MT"/>
            </a:endParaRPr>
          </a:p>
          <a:p>
            <a:pPr marL="250885" indent="-242480">
              <a:spcBef>
                <a:spcPts val="215"/>
              </a:spcBef>
              <a:buChar char="●"/>
              <a:tabLst>
                <a:tab pos="250885" algn="l"/>
              </a:tabLst>
            </a:pP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Mix</a:t>
            </a:r>
            <a:r>
              <a:rPr sz="1191" spc="-1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191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theory</a:t>
            </a:r>
            <a:r>
              <a:rPr sz="1191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191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91" spc="-7" dirty="0" err="1">
                <a:solidFill>
                  <a:srgbClr val="595959"/>
                </a:solidFill>
                <a:latin typeface="Arial MT"/>
                <a:cs typeface="Arial MT"/>
              </a:rPr>
              <a:t>numericals</a:t>
            </a:r>
            <a:r>
              <a:rPr lang="en-US" sz="1191" spc="-7" dirty="0">
                <a:solidFill>
                  <a:srgbClr val="595959"/>
                </a:solidFill>
                <a:latin typeface="Arial MT"/>
                <a:cs typeface="Arial MT"/>
              </a:rPr>
              <a:t> with More focus on Numerical understanding</a:t>
            </a:r>
            <a:endParaRPr sz="119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4275" y="124687"/>
            <a:ext cx="4084061" cy="935990"/>
          </a:xfrm>
          <a:prstGeom prst="rect">
            <a:avLst/>
          </a:prstGeom>
        </p:spPr>
        <p:txBody>
          <a:bodyPr vert="horz" wrap="square" lIns="0" tIns="164938" rIns="0" bIns="0" rtlCol="0">
            <a:spAutoFit/>
          </a:bodyPr>
          <a:lstStyle/>
          <a:p>
            <a:pPr marL="709790">
              <a:spcBef>
                <a:spcPts val="66"/>
              </a:spcBef>
            </a:pPr>
            <a:r>
              <a:rPr dirty="0"/>
              <a:t>Image</a:t>
            </a:r>
            <a:r>
              <a:rPr spc="-106" dirty="0"/>
              <a:t> </a:t>
            </a:r>
            <a:r>
              <a:rPr dirty="0"/>
              <a:t>Alignment</a:t>
            </a:r>
            <a:r>
              <a:rPr spc="-106" dirty="0"/>
              <a:t> </a:t>
            </a:r>
            <a:r>
              <a:rPr spc="-7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1077" y="1356472"/>
            <a:ext cx="4723699" cy="27719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2118" dirty="0">
                <a:latin typeface="Calibri"/>
                <a:cs typeface="Calibri"/>
              </a:rPr>
              <a:t>Given</a:t>
            </a:r>
            <a:r>
              <a:rPr sz="2118" spc="-4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images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43" dirty="0">
                <a:latin typeface="Calibri"/>
                <a:cs typeface="Calibri"/>
              </a:rPr>
              <a:t> </a:t>
            </a:r>
            <a:r>
              <a:rPr sz="2118" spc="-33" dirty="0">
                <a:latin typeface="Calibri"/>
                <a:cs typeface="Calibri"/>
              </a:rPr>
              <a:t>B</a:t>
            </a:r>
            <a:endParaRPr sz="2118">
              <a:latin typeface="Calibri"/>
              <a:cs typeface="Calibri"/>
            </a:endParaRPr>
          </a:p>
          <a:p>
            <a:pPr>
              <a:spcBef>
                <a:spcPts val="410"/>
              </a:spcBef>
            </a:pPr>
            <a:endParaRPr sz="2118">
              <a:latin typeface="Calibri"/>
              <a:cs typeface="Calibri"/>
            </a:endParaRPr>
          </a:p>
          <a:p>
            <a:pPr marL="348381" indent="-339977">
              <a:buAutoNum type="arabicPeriod"/>
              <a:tabLst>
                <a:tab pos="348381" algn="l"/>
              </a:tabLst>
            </a:pPr>
            <a:r>
              <a:rPr sz="2118" dirty="0">
                <a:latin typeface="Calibri"/>
                <a:cs typeface="Calibri"/>
              </a:rPr>
              <a:t>Compute</a:t>
            </a:r>
            <a:r>
              <a:rPr sz="2118" spc="-5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image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7" dirty="0">
                <a:latin typeface="Calibri"/>
                <a:cs typeface="Calibri"/>
              </a:rPr>
              <a:t>features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33" dirty="0">
                <a:latin typeface="Calibri"/>
                <a:cs typeface="Calibri"/>
              </a:rPr>
              <a:t>B</a:t>
            </a:r>
            <a:endParaRPr sz="2118">
              <a:latin typeface="Calibri"/>
              <a:cs typeface="Calibri"/>
            </a:endParaRPr>
          </a:p>
          <a:p>
            <a:pPr marL="348381" indent="-339977">
              <a:spcBef>
                <a:spcPts val="304"/>
              </a:spcBef>
              <a:buAutoNum type="arabicPeriod"/>
              <a:tabLst>
                <a:tab pos="348381" algn="l"/>
              </a:tabLst>
            </a:pPr>
            <a:r>
              <a:rPr sz="2118" dirty="0">
                <a:latin typeface="Calibri"/>
                <a:cs typeface="Calibri"/>
              </a:rPr>
              <a:t>Match</a:t>
            </a:r>
            <a:r>
              <a:rPr sz="2118" spc="-60" dirty="0">
                <a:latin typeface="Calibri"/>
                <a:cs typeface="Calibri"/>
              </a:rPr>
              <a:t> </a:t>
            </a:r>
            <a:r>
              <a:rPr sz="2118" spc="-7" dirty="0">
                <a:latin typeface="Calibri"/>
                <a:cs typeface="Calibri"/>
              </a:rPr>
              <a:t>features</a:t>
            </a:r>
            <a:r>
              <a:rPr sz="2118" spc="-5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between</a:t>
            </a:r>
            <a:r>
              <a:rPr sz="2118" spc="-6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5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56" dirty="0">
                <a:latin typeface="Calibri"/>
                <a:cs typeface="Calibri"/>
              </a:rPr>
              <a:t> </a:t>
            </a:r>
            <a:r>
              <a:rPr sz="2118" spc="-33" dirty="0">
                <a:latin typeface="Calibri"/>
                <a:cs typeface="Calibri"/>
              </a:rPr>
              <a:t>B</a:t>
            </a:r>
            <a:endParaRPr sz="2118">
              <a:latin typeface="Calibri"/>
              <a:cs typeface="Calibri"/>
            </a:endParaRPr>
          </a:p>
          <a:p>
            <a:pPr marL="344599" marR="3362" indent="-336194">
              <a:lnSpc>
                <a:spcPts val="2269"/>
              </a:lnSpc>
              <a:spcBef>
                <a:spcPts val="539"/>
              </a:spcBef>
              <a:buAutoNum type="arabicPeriod"/>
              <a:tabLst>
                <a:tab pos="344599" algn="l"/>
                <a:tab pos="348381" algn="l"/>
              </a:tabLst>
            </a:pPr>
            <a:r>
              <a:rPr sz="2118" dirty="0">
                <a:latin typeface="Calibri"/>
                <a:cs typeface="Calibri"/>
              </a:rPr>
              <a:t>	Compute</a:t>
            </a:r>
            <a:r>
              <a:rPr sz="2118" spc="-69" dirty="0">
                <a:latin typeface="Calibri"/>
                <a:cs typeface="Calibri"/>
              </a:rPr>
              <a:t> </a:t>
            </a:r>
            <a:r>
              <a:rPr sz="2118" spc="-7" dirty="0">
                <a:latin typeface="Calibri"/>
                <a:cs typeface="Calibri"/>
              </a:rPr>
              <a:t>homography</a:t>
            </a:r>
            <a:r>
              <a:rPr sz="2118" spc="-6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between</a:t>
            </a:r>
            <a:r>
              <a:rPr sz="2118" spc="-6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63" dirty="0">
                <a:latin typeface="Calibri"/>
                <a:cs typeface="Calibri"/>
              </a:rPr>
              <a:t> </a:t>
            </a:r>
            <a:r>
              <a:rPr sz="2118" spc="-33" dirty="0">
                <a:latin typeface="Calibri"/>
                <a:cs typeface="Calibri"/>
              </a:rPr>
              <a:t>B </a:t>
            </a:r>
            <a:r>
              <a:rPr sz="2118" dirty="0">
                <a:latin typeface="Calibri"/>
                <a:cs typeface="Calibri"/>
              </a:rPr>
              <a:t>using</a:t>
            </a:r>
            <a:r>
              <a:rPr sz="2118" spc="-3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least</a:t>
            </a:r>
            <a:r>
              <a:rPr sz="2118" spc="-3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squares</a:t>
            </a:r>
            <a:r>
              <a:rPr sz="2118" spc="-3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on</a:t>
            </a:r>
            <a:r>
              <a:rPr sz="2118" spc="-3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set</a:t>
            </a:r>
            <a:r>
              <a:rPr sz="2118" spc="-3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36" dirty="0">
                <a:latin typeface="Calibri"/>
                <a:cs typeface="Calibri"/>
              </a:rPr>
              <a:t> </a:t>
            </a:r>
            <a:r>
              <a:rPr sz="2118" spc="-7" dirty="0">
                <a:latin typeface="Calibri"/>
                <a:cs typeface="Calibri"/>
              </a:rPr>
              <a:t>matches</a:t>
            </a:r>
            <a:endParaRPr sz="2118">
              <a:latin typeface="Calibri"/>
              <a:cs typeface="Calibri"/>
            </a:endParaRPr>
          </a:p>
          <a:p>
            <a:pPr>
              <a:spcBef>
                <a:spcPts val="450"/>
              </a:spcBef>
            </a:pPr>
            <a:endParaRPr sz="2118">
              <a:latin typeface="Calibri"/>
              <a:cs typeface="Calibri"/>
            </a:endParaRPr>
          </a:p>
          <a:p>
            <a:pPr marL="8405"/>
            <a:r>
              <a:rPr sz="2118" dirty="0">
                <a:latin typeface="Calibri"/>
                <a:cs typeface="Calibri"/>
              </a:rPr>
              <a:t>What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could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go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spc="-7" dirty="0">
                <a:latin typeface="Calibri"/>
                <a:cs typeface="Calibri"/>
              </a:rPr>
              <a:t>wrong?</a:t>
            </a:r>
            <a:endParaRPr sz="2118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A89F2B-9A30-1B73-683C-FC5B4AD49BB8}"/>
                  </a:ext>
                </a:extLst>
              </p14:cNvPr>
              <p14:cNvContentPartPr/>
              <p14:nvPr/>
            </p14:nvContentPartPr>
            <p14:xfrm>
              <a:off x="3328200" y="661680"/>
              <a:ext cx="4254120" cy="2416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A89F2B-9A30-1B73-683C-FC5B4AD49B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2000" y="645480"/>
                <a:ext cx="4286520" cy="244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3299" y="632223"/>
            <a:ext cx="1200990" cy="39320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pc="-7" dirty="0"/>
              <a:t>Outliers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4248" y="1130470"/>
            <a:ext cx="5338903" cy="3105430"/>
            <a:chOff x="1043263" y="1708265"/>
            <a:chExt cx="8067675" cy="4692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263" y="2286000"/>
              <a:ext cx="8060632" cy="411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0916" y="2057399"/>
              <a:ext cx="739832" cy="7398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89795" y="2176346"/>
              <a:ext cx="502284" cy="502284"/>
            </a:xfrm>
            <a:custGeom>
              <a:avLst/>
              <a:gdLst/>
              <a:ahLst/>
              <a:cxnLst/>
              <a:rect l="l" t="t" r="r" b="b"/>
              <a:pathLst>
                <a:path w="502284" h="502285">
                  <a:moveTo>
                    <a:pt x="0" y="250902"/>
                  </a:moveTo>
                  <a:lnTo>
                    <a:pt x="4042" y="205802"/>
                  </a:lnTo>
                  <a:lnTo>
                    <a:pt x="15697" y="163354"/>
                  </a:lnTo>
                  <a:lnTo>
                    <a:pt x="34255" y="124266"/>
                  </a:lnTo>
                  <a:lnTo>
                    <a:pt x="59008" y="89249"/>
                  </a:lnTo>
                  <a:lnTo>
                    <a:pt x="89248" y="59009"/>
                  </a:lnTo>
                  <a:lnTo>
                    <a:pt x="124266" y="34255"/>
                  </a:lnTo>
                  <a:lnTo>
                    <a:pt x="163354" y="15697"/>
                  </a:lnTo>
                  <a:lnTo>
                    <a:pt x="205801" y="4042"/>
                  </a:lnTo>
                  <a:lnTo>
                    <a:pt x="250901" y="0"/>
                  </a:lnTo>
                  <a:lnTo>
                    <a:pt x="296001" y="4042"/>
                  </a:lnTo>
                  <a:lnTo>
                    <a:pt x="338449" y="15697"/>
                  </a:lnTo>
                  <a:lnTo>
                    <a:pt x="377537" y="34255"/>
                  </a:lnTo>
                  <a:lnTo>
                    <a:pt x="412555" y="59009"/>
                  </a:lnTo>
                  <a:lnTo>
                    <a:pt x="442795" y="89249"/>
                  </a:lnTo>
                  <a:lnTo>
                    <a:pt x="467548" y="124266"/>
                  </a:lnTo>
                  <a:lnTo>
                    <a:pt x="486107" y="163354"/>
                  </a:lnTo>
                  <a:lnTo>
                    <a:pt x="497761" y="205802"/>
                  </a:lnTo>
                  <a:lnTo>
                    <a:pt x="501804" y="250902"/>
                  </a:lnTo>
                  <a:lnTo>
                    <a:pt x="497761" y="296001"/>
                  </a:lnTo>
                  <a:lnTo>
                    <a:pt x="486107" y="338449"/>
                  </a:lnTo>
                  <a:lnTo>
                    <a:pt x="467548" y="377536"/>
                  </a:lnTo>
                  <a:lnTo>
                    <a:pt x="442795" y="412554"/>
                  </a:lnTo>
                  <a:lnTo>
                    <a:pt x="412555" y="442794"/>
                  </a:lnTo>
                  <a:lnTo>
                    <a:pt x="377537" y="467548"/>
                  </a:lnTo>
                  <a:lnTo>
                    <a:pt x="338449" y="486106"/>
                  </a:lnTo>
                  <a:lnTo>
                    <a:pt x="296001" y="497761"/>
                  </a:lnTo>
                  <a:lnTo>
                    <a:pt x="250901" y="501803"/>
                  </a:lnTo>
                  <a:lnTo>
                    <a:pt x="205801" y="497761"/>
                  </a:lnTo>
                  <a:lnTo>
                    <a:pt x="163354" y="486106"/>
                  </a:lnTo>
                  <a:lnTo>
                    <a:pt x="124266" y="467548"/>
                  </a:lnTo>
                  <a:lnTo>
                    <a:pt x="89248" y="442794"/>
                  </a:lnTo>
                  <a:lnTo>
                    <a:pt x="59008" y="412554"/>
                  </a:lnTo>
                  <a:lnTo>
                    <a:pt x="34255" y="377536"/>
                  </a:lnTo>
                  <a:lnTo>
                    <a:pt x="15697" y="338449"/>
                  </a:lnTo>
                  <a:lnTo>
                    <a:pt x="4042" y="296001"/>
                  </a:lnTo>
                  <a:lnTo>
                    <a:pt x="0" y="250902"/>
                  </a:lnTo>
                  <a:close/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59683" y="4626032"/>
              <a:ext cx="739832" cy="7398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78696" y="4744844"/>
              <a:ext cx="502284" cy="502284"/>
            </a:xfrm>
            <a:custGeom>
              <a:avLst/>
              <a:gdLst/>
              <a:ahLst/>
              <a:cxnLst/>
              <a:rect l="l" t="t" r="r" b="b"/>
              <a:pathLst>
                <a:path w="502284" h="502285">
                  <a:moveTo>
                    <a:pt x="0" y="250901"/>
                  </a:moveTo>
                  <a:lnTo>
                    <a:pt x="4042" y="205801"/>
                  </a:lnTo>
                  <a:lnTo>
                    <a:pt x="15697" y="163354"/>
                  </a:lnTo>
                  <a:lnTo>
                    <a:pt x="34255" y="124266"/>
                  </a:lnTo>
                  <a:lnTo>
                    <a:pt x="59008" y="89249"/>
                  </a:lnTo>
                  <a:lnTo>
                    <a:pt x="89248" y="59009"/>
                  </a:lnTo>
                  <a:lnTo>
                    <a:pt x="124266" y="34255"/>
                  </a:lnTo>
                  <a:lnTo>
                    <a:pt x="163354" y="15697"/>
                  </a:lnTo>
                  <a:lnTo>
                    <a:pt x="205801" y="4042"/>
                  </a:lnTo>
                  <a:lnTo>
                    <a:pt x="250901" y="0"/>
                  </a:lnTo>
                  <a:lnTo>
                    <a:pt x="296001" y="4042"/>
                  </a:lnTo>
                  <a:lnTo>
                    <a:pt x="338449" y="15697"/>
                  </a:lnTo>
                  <a:lnTo>
                    <a:pt x="377537" y="34255"/>
                  </a:lnTo>
                  <a:lnTo>
                    <a:pt x="412555" y="59009"/>
                  </a:lnTo>
                  <a:lnTo>
                    <a:pt x="442795" y="89249"/>
                  </a:lnTo>
                  <a:lnTo>
                    <a:pt x="467548" y="124266"/>
                  </a:lnTo>
                  <a:lnTo>
                    <a:pt x="486107" y="163354"/>
                  </a:lnTo>
                  <a:lnTo>
                    <a:pt x="497761" y="205801"/>
                  </a:lnTo>
                  <a:lnTo>
                    <a:pt x="501804" y="250901"/>
                  </a:lnTo>
                  <a:lnTo>
                    <a:pt x="497761" y="296001"/>
                  </a:lnTo>
                  <a:lnTo>
                    <a:pt x="486107" y="338449"/>
                  </a:lnTo>
                  <a:lnTo>
                    <a:pt x="467548" y="377536"/>
                  </a:lnTo>
                  <a:lnTo>
                    <a:pt x="442795" y="412554"/>
                  </a:lnTo>
                  <a:lnTo>
                    <a:pt x="412555" y="442794"/>
                  </a:lnTo>
                  <a:lnTo>
                    <a:pt x="377537" y="467548"/>
                  </a:lnTo>
                  <a:lnTo>
                    <a:pt x="338449" y="486106"/>
                  </a:lnTo>
                  <a:lnTo>
                    <a:pt x="296001" y="497761"/>
                  </a:lnTo>
                  <a:lnTo>
                    <a:pt x="250901" y="501803"/>
                  </a:lnTo>
                  <a:lnTo>
                    <a:pt x="205801" y="497761"/>
                  </a:lnTo>
                  <a:lnTo>
                    <a:pt x="163354" y="486106"/>
                  </a:lnTo>
                  <a:lnTo>
                    <a:pt x="124266" y="467548"/>
                  </a:lnTo>
                  <a:lnTo>
                    <a:pt x="89248" y="442794"/>
                  </a:lnTo>
                  <a:lnTo>
                    <a:pt x="59008" y="412554"/>
                  </a:lnTo>
                  <a:lnTo>
                    <a:pt x="34255" y="377536"/>
                  </a:lnTo>
                  <a:lnTo>
                    <a:pt x="15697" y="338449"/>
                  </a:lnTo>
                  <a:lnTo>
                    <a:pt x="4042" y="296001"/>
                  </a:lnTo>
                  <a:lnTo>
                    <a:pt x="0" y="250901"/>
                  </a:lnTo>
                  <a:close/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1166" y="1708265"/>
              <a:ext cx="1633451" cy="9102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91398" y="1828801"/>
              <a:ext cx="1075055" cy="414655"/>
            </a:xfrm>
            <a:custGeom>
              <a:avLst/>
              <a:gdLst/>
              <a:ahLst/>
              <a:cxnLst/>
              <a:rect l="l" t="t" r="r" b="b"/>
              <a:pathLst>
                <a:path w="1075054" h="414655">
                  <a:moveTo>
                    <a:pt x="0" y="0"/>
                  </a:moveTo>
                  <a:lnTo>
                    <a:pt x="1074595" y="414411"/>
                  </a:lnTo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28505" y="2122101"/>
              <a:ext cx="191135" cy="160020"/>
            </a:xfrm>
            <a:custGeom>
              <a:avLst/>
              <a:gdLst/>
              <a:ahLst/>
              <a:cxnLst/>
              <a:rect l="l" t="t" r="r" b="b"/>
              <a:pathLst>
                <a:path w="191134" h="160019">
                  <a:moveTo>
                    <a:pt x="61691" y="0"/>
                  </a:moveTo>
                  <a:lnTo>
                    <a:pt x="0" y="159967"/>
                  </a:lnTo>
                  <a:lnTo>
                    <a:pt x="190812" y="141674"/>
                  </a:lnTo>
                  <a:lnTo>
                    <a:pt x="61691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86104" y="1733203"/>
              <a:ext cx="1221970" cy="335002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91399" y="1828799"/>
              <a:ext cx="767715" cy="2855595"/>
            </a:xfrm>
            <a:custGeom>
              <a:avLst/>
              <a:gdLst/>
              <a:ahLst/>
              <a:cxnLst/>
              <a:rect l="l" t="t" r="r" b="b"/>
              <a:pathLst>
                <a:path w="767715" h="2855595">
                  <a:moveTo>
                    <a:pt x="0" y="0"/>
                  </a:moveTo>
                  <a:lnTo>
                    <a:pt x="767605" y="2855280"/>
                  </a:lnTo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46545" y="4551443"/>
              <a:ext cx="165735" cy="187960"/>
            </a:xfrm>
            <a:custGeom>
              <a:avLst/>
              <a:gdLst/>
              <a:ahLst/>
              <a:cxnLst/>
              <a:rect l="l" t="t" r="r" b="b"/>
              <a:pathLst>
                <a:path w="165734" h="187960">
                  <a:moveTo>
                    <a:pt x="165571" y="0"/>
                  </a:moveTo>
                  <a:lnTo>
                    <a:pt x="0" y="44510"/>
                  </a:lnTo>
                  <a:lnTo>
                    <a:pt x="127297" y="187826"/>
                  </a:lnTo>
                  <a:lnTo>
                    <a:pt x="165571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83915" y="967308"/>
            <a:ext cx="547127" cy="21226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324" b="1" spc="-7" dirty="0">
                <a:latin typeface="Calibri"/>
                <a:cs typeface="Calibri"/>
              </a:rPr>
              <a:t>outliers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85177" y="2238935"/>
            <a:ext cx="998444" cy="2076730"/>
            <a:chOff x="6409112" y="3383279"/>
            <a:chExt cx="1508760" cy="313817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9112" y="3383279"/>
              <a:ext cx="1508759" cy="313805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53198" y="3581400"/>
              <a:ext cx="1219200" cy="2743200"/>
            </a:xfrm>
            <a:custGeom>
              <a:avLst/>
              <a:gdLst/>
              <a:ahLst/>
              <a:cxnLst/>
              <a:rect l="l" t="t" r="r" b="b"/>
              <a:pathLst>
                <a:path w="1219200" h="2743200">
                  <a:moveTo>
                    <a:pt x="0" y="1371599"/>
                  </a:moveTo>
                  <a:lnTo>
                    <a:pt x="663" y="1307032"/>
                  </a:lnTo>
                  <a:lnTo>
                    <a:pt x="2634" y="1243232"/>
                  </a:lnTo>
                  <a:lnTo>
                    <a:pt x="5883" y="1180268"/>
                  </a:lnTo>
                  <a:lnTo>
                    <a:pt x="10382" y="1118203"/>
                  </a:lnTo>
                  <a:lnTo>
                    <a:pt x="16099" y="1057104"/>
                  </a:lnTo>
                  <a:lnTo>
                    <a:pt x="23008" y="997037"/>
                  </a:lnTo>
                  <a:lnTo>
                    <a:pt x="31077" y="938068"/>
                  </a:lnTo>
                  <a:lnTo>
                    <a:pt x="40279" y="880262"/>
                  </a:lnTo>
                  <a:lnTo>
                    <a:pt x="50583" y="823685"/>
                  </a:lnTo>
                  <a:lnTo>
                    <a:pt x="61960" y="768404"/>
                  </a:lnTo>
                  <a:lnTo>
                    <a:pt x="74381" y="714484"/>
                  </a:lnTo>
                  <a:lnTo>
                    <a:pt x="87817" y="661992"/>
                  </a:lnTo>
                  <a:lnTo>
                    <a:pt x="102239" y="610991"/>
                  </a:lnTo>
                  <a:lnTo>
                    <a:pt x="117617" y="561550"/>
                  </a:lnTo>
                  <a:lnTo>
                    <a:pt x="133922" y="513734"/>
                  </a:lnTo>
                  <a:lnTo>
                    <a:pt x="151124" y="467607"/>
                  </a:lnTo>
                  <a:lnTo>
                    <a:pt x="169195" y="423237"/>
                  </a:lnTo>
                  <a:lnTo>
                    <a:pt x="188105" y="380690"/>
                  </a:lnTo>
                  <a:lnTo>
                    <a:pt x="207825" y="340030"/>
                  </a:lnTo>
                  <a:lnTo>
                    <a:pt x="228326" y="301325"/>
                  </a:lnTo>
                  <a:lnTo>
                    <a:pt x="249578" y="264639"/>
                  </a:lnTo>
                  <a:lnTo>
                    <a:pt x="271552" y="230038"/>
                  </a:lnTo>
                  <a:lnTo>
                    <a:pt x="294218" y="197590"/>
                  </a:lnTo>
                  <a:lnTo>
                    <a:pt x="317549" y="167358"/>
                  </a:lnTo>
                  <a:lnTo>
                    <a:pt x="366082" y="113812"/>
                  </a:lnTo>
                  <a:lnTo>
                    <a:pt x="416919" y="69925"/>
                  </a:lnTo>
                  <a:lnTo>
                    <a:pt x="469824" y="36224"/>
                  </a:lnTo>
                  <a:lnTo>
                    <a:pt x="524563" y="13238"/>
                  </a:lnTo>
                  <a:lnTo>
                    <a:pt x="580903" y="1492"/>
                  </a:lnTo>
                  <a:lnTo>
                    <a:pt x="609599" y="0"/>
                  </a:lnTo>
                  <a:lnTo>
                    <a:pt x="638296" y="1492"/>
                  </a:lnTo>
                  <a:lnTo>
                    <a:pt x="694636" y="13238"/>
                  </a:lnTo>
                  <a:lnTo>
                    <a:pt x="749375" y="36224"/>
                  </a:lnTo>
                  <a:lnTo>
                    <a:pt x="802280" y="69925"/>
                  </a:lnTo>
                  <a:lnTo>
                    <a:pt x="853117" y="113812"/>
                  </a:lnTo>
                  <a:lnTo>
                    <a:pt x="901650" y="167358"/>
                  </a:lnTo>
                  <a:lnTo>
                    <a:pt x="924981" y="197590"/>
                  </a:lnTo>
                  <a:lnTo>
                    <a:pt x="947647" y="230038"/>
                  </a:lnTo>
                  <a:lnTo>
                    <a:pt x="969621" y="264639"/>
                  </a:lnTo>
                  <a:lnTo>
                    <a:pt x="990873" y="301325"/>
                  </a:lnTo>
                  <a:lnTo>
                    <a:pt x="1011374" y="340030"/>
                  </a:lnTo>
                  <a:lnTo>
                    <a:pt x="1031094" y="380690"/>
                  </a:lnTo>
                  <a:lnTo>
                    <a:pt x="1050004" y="423237"/>
                  </a:lnTo>
                  <a:lnTo>
                    <a:pt x="1068075" y="467607"/>
                  </a:lnTo>
                  <a:lnTo>
                    <a:pt x="1085277" y="513734"/>
                  </a:lnTo>
                  <a:lnTo>
                    <a:pt x="1101582" y="561550"/>
                  </a:lnTo>
                  <a:lnTo>
                    <a:pt x="1116960" y="610991"/>
                  </a:lnTo>
                  <a:lnTo>
                    <a:pt x="1131381" y="661992"/>
                  </a:lnTo>
                  <a:lnTo>
                    <a:pt x="1144818" y="714484"/>
                  </a:lnTo>
                  <a:lnTo>
                    <a:pt x="1157239" y="768404"/>
                  </a:lnTo>
                  <a:lnTo>
                    <a:pt x="1168616" y="823685"/>
                  </a:lnTo>
                  <a:lnTo>
                    <a:pt x="1178920" y="880262"/>
                  </a:lnTo>
                  <a:lnTo>
                    <a:pt x="1188122" y="938068"/>
                  </a:lnTo>
                  <a:lnTo>
                    <a:pt x="1196191" y="997037"/>
                  </a:lnTo>
                  <a:lnTo>
                    <a:pt x="1203099" y="1057104"/>
                  </a:lnTo>
                  <a:lnTo>
                    <a:pt x="1208817" y="1118203"/>
                  </a:lnTo>
                  <a:lnTo>
                    <a:pt x="1213316" y="1180268"/>
                  </a:lnTo>
                  <a:lnTo>
                    <a:pt x="1216565" y="1243232"/>
                  </a:lnTo>
                  <a:lnTo>
                    <a:pt x="1218536" y="1307032"/>
                  </a:lnTo>
                  <a:lnTo>
                    <a:pt x="1219199" y="1371599"/>
                  </a:lnTo>
                  <a:lnTo>
                    <a:pt x="1218536" y="1436167"/>
                  </a:lnTo>
                  <a:lnTo>
                    <a:pt x="1216565" y="1499966"/>
                  </a:lnTo>
                  <a:lnTo>
                    <a:pt x="1213316" y="1562931"/>
                  </a:lnTo>
                  <a:lnTo>
                    <a:pt x="1208817" y="1624996"/>
                  </a:lnTo>
                  <a:lnTo>
                    <a:pt x="1203099" y="1686094"/>
                  </a:lnTo>
                  <a:lnTo>
                    <a:pt x="1196191" y="1746161"/>
                  </a:lnTo>
                  <a:lnTo>
                    <a:pt x="1188122" y="1805131"/>
                  </a:lnTo>
                  <a:lnTo>
                    <a:pt x="1178920" y="1862937"/>
                  </a:lnTo>
                  <a:lnTo>
                    <a:pt x="1168616" y="1919513"/>
                  </a:lnTo>
                  <a:lnTo>
                    <a:pt x="1157239" y="1974794"/>
                  </a:lnTo>
                  <a:lnTo>
                    <a:pt x="1144818" y="2028714"/>
                  </a:lnTo>
                  <a:lnTo>
                    <a:pt x="1131381" y="2081207"/>
                  </a:lnTo>
                  <a:lnTo>
                    <a:pt x="1116960" y="2132207"/>
                  </a:lnTo>
                  <a:lnTo>
                    <a:pt x="1101582" y="2181648"/>
                  </a:lnTo>
                  <a:lnTo>
                    <a:pt x="1085277" y="2229465"/>
                  </a:lnTo>
                  <a:lnTo>
                    <a:pt x="1068075" y="2275591"/>
                  </a:lnTo>
                  <a:lnTo>
                    <a:pt x="1050004" y="2319961"/>
                  </a:lnTo>
                  <a:lnTo>
                    <a:pt x="1031094" y="2362509"/>
                  </a:lnTo>
                  <a:lnTo>
                    <a:pt x="1011374" y="2403168"/>
                  </a:lnTo>
                  <a:lnTo>
                    <a:pt x="990873" y="2441874"/>
                  </a:lnTo>
                  <a:lnTo>
                    <a:pt x="969621" y="2478560"/>
                  </a:lnTo>
                  <a:lnTo>
                    <a:pt x="947647" y="2513160"/>
                  </a:lnTo>
                  <a:lnTo>
                    <a:pt x="924981" y="2545609"/>
                  </a:lnTo>
                  <a:lnTo>
                    <a:pt x="901650" y="2575840"/>
                  </a:lnTo>
                  <a:lnTo>
                    <a:pt x="853117" y="2629387"/>
                  </a:lnTo>
                  <a:lnTo>
                    <a:pt x="802280" y="2673274"/>
                  </a:lnTo>
                  <a:lnTo>
                    <a:pt x="749375" y="2706974"/>
                  </a:lnTo>
                  <a:lnTo>
                    <a:pt x="694636" y="2729960"/>
                  </a:lnTo>
                  <a:lnTo>
                    <a:pt x="638296" y="2741706"/>
                  </a:lnTo>
                  <a:lnTo>
                    <a:pt x="609599" y="2743199"/>
                  </a:lnTo>
                  <a:lnTo>
                    <a:pt x="580903" y="2741706"/>
                  </a:lnTo>
                  <a:lnTo>
                    <a:pt x="524563" y="2729960"/>
                  </a:lnTo>
                  <a:lnTo>
                    <a:pt x="469824" y="2706974"/>
                  </a:lnTo>
                  <a:lnTo>
                    <a:pt x="416919" y="2673274"/>
                  </a:lnTo>
                  <a:lnTo>
                    <a:pt x="366082" y="2629387"/>
                  </a:lnTo>
                  <a:lnTo>
                    <a:pt x="317549" y="2575840"/>
                  </a:lnTo>
                  <a:lnTo>
                    <a:pt x="294218" y="2545609"/>
                  </a:lnTo>
                  <a:lnTo>
                    <a:pt x="271552" y="2513160"/>
                  </a:lnTo>
                  <a:lnTo>
                    <a:pt x="249578" y="2478560"/>
                  </a:lnTo>
                  <a:lnTo>
                    <a:pt x="228326" y="2441874"/>
                  </a:lnTo>
                  <a:lnTo>
                    <a:pt x="207825" y="2403168"/>
                  </a:lnTo>
                  <a:lnTo>
                    <a:pt x="188105" y="2362509"/>
                  </a:lnTo>
                  <a:lnTo>
                    <a:pt x="169195" y="2319961"/>
                  </a:lnTo>
                  <a:lnTo>
                    <a:pt x="151124" y="2275591"/>
                  </a:lnTo>
                  <a:lnTo>
                    <a:pt x="133922" y="2229465"/>
                  </a:lnTo>
                  <a:lnTo>
                    <a:pt x="117617" y="2181648"/>
                  </a:lnTo>
                  <a:lnTo>
                    <a:pt x="102239" y="2132207"/>
                  </a:lnTo>
                  <a:lnTo>
                    <a:pt x="87817" y="2081207"/>
                  </a:lnTo>
                  <a:lnTo>
                    <a:pt x="74381" y="2028714"/>
                  </a:lnTo>
                  <a:lnTo>
                    <a:pt x="61960" y="1974794"/>
                  </a:lnTo>
                  <a:lnTo>
                    <a:pt x="50583" y="1919513"/>
                  </a:lnTo>
                  <a:lnTo>
                    <a:pt x="40279" y="1862937"/>
                  </a:lnTo>
                  <a:lnTo>
                    <a:pt x="31077" y="1805131"/>
                  </a:lnTo>
                  <a:lnTo>
                    <a:pt x="23008" y="1746161"/>
                  </a:lnTo>
                  <a:lnTo>
                    <a:pt x="16099" y="1686094"/>
                  </a:lnTo>
                  <a:lnTo>
                    <a:pt x="10382" y="1624996"/>
                  </a:lnTo>
                  <a:lnTo>
                    <a:pt x="5883" y="1562931"/>
                  </a:lnTo>
                  <a:lnTo>
                    <a:pt x="2634" y="1499966"/>
                  </a:lnTo>
                  <a:lnTo>
                    <a:pt x="663" y="1436167"/>
                  </a:lnTo>
                  <a:lnTo>
                    <a:pt x="0" y="1371599"/>
                  </a:lnTo>
                  <a:close/>
                </a:path>
              </a:pathLst>
            </a:custGeom>
            <a:ln w="57149">
              <a:solidFill>
                <a:srgbClr val="00F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35015" y="4144176"/>
            <a:ext cx="439971" cy="21226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324" b="1" spc="-7" dirty="0">
                <a:latin typeface="Calibri"/>
                <a:cs typeface="Calibri"/>
              </a:rPr>
              <a:t>inliers</a:t>
            </a:r>
            <a:endParaRPr sz="1324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56F24EE-7BAD-006F-43F1-EF7270F1D230}"/>
                  </a:ext>
                </a:extLst>
              </p14:cNvPr>
              <p14:cNvContentPartPr/>
              <p14:nvPr/>
            </p14:nvContentPartPr>
            <p14:xfrm>
              <a:off x="6529680" y="1608840"/>
              <a:ext cx="558720" cy="1870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56F24EE-7BAD-006F-43F1-EF7270F1D2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13480" y="1592640"/>
                <a:ext cx="591120" cy="190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10734" y="1596838"/>
            <a:ext cx="184897" cy="184897"/>
            <a:chOff x="5994398" y="2413000"/>
            <a:chExt cx="279400" cy="279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2438399"/>
              <a:ext cx="228600" cy="228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19798" y="2438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807322" y="1395133"/>
            <a:ext cx="184897" cy="184897"/>
            <a:chOff x="5384798" y="2108201"/>
            <a:chExt cx="279400" cy="279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8" y="2133601"/>
              <a:ext cx="228600" cy="228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10198" y="21336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67984" y="2050677"/>
            <a:ext cx="184897" cy="184897"/>
            <a:chOff x="7289798" y="3098800"/>
            <a:chExt cx="279400" cy="2794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198" y="3124200"/>
              <a:ext cx="228600" cy="228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151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664572" y="2000250"/>
            <a:ext cx="184897" cy="184897"/>
            <a:chOff x="6680198" y="3022600"/>
            <a:chExt cx="279400" cy="2794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304800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05598" y="3048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101352" y="1798544"/>
            <a:ext cx="184897" cy="184897"/>
            <a:chOff x="4317999" y="2717800"/>
            <a:chExt cx="279400" cy="2794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399" y="274320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43399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353484" y="2050677"/>
            <a:ext cx="184897" cy="184897"/>
            <a:chOff x="4698998" y="3098800"/>
            <a:chExt cx="279400" cy="2794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4398" y="3124200"/>
              <a:ext cx="228600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243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849219" y="2302809"/>
            <a:ext cx="184897" cy="184897"/>
            <a:chOff x="3936998" y="3479800"/>
            <a:chExt cx="279400" cy="2794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398" y="3505200"/>
              <a:ext cx="2286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962398" y="3505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412440" y="739589"/>
            <a:ext cx="184897" cy="184897"/>
            <a:chOff x="6299198" y="1117601"/>
            <a:chExt cx="279400" cy="2794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598" y="1143001"/>
              <a:ext cx="228600" cy="228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24598" y="11430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513293" y="1143000"/>
            <a:ext cx="184897" cy="184897"/>
            <a:chOff x="6451598" y="1727200"/>
            <a:chExt cx="279400" cy="27940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6998" y="1752600"/>
              <a:ext cx="228600" cy="228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476998" y="17525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656043" y="1748118"/>
            <a:ext cx="184897" cy="184897"/>
            <a:chOff x="5156198" y="2641600"/>
            <a:chExt cx="279400" cy="27940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98" y="2667000"/>
              <a:ext cx="2286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81598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807322" y="1395133"/>
            <a:ext cx="184897" cy="184897"/>
            <a:chOff x="5384798" y="2108201"/>
            <a:chExt cx="279400" cy="27940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8" y="2133601"/>
              <a:ext cx="228600" cy="2286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10198" y="21336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664572" y="437030"/>
            <a:ext cx="184897" cy="184897"/>
            <a:chOff x="6680198" y="660401"/>
            <a:chExt cx="279400" cy="27940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685801"/>
              <a:ext cx="228600" cy="2286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7055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059455" y="1193427"/>
            <a:ext cx="336176" cy="285750"/>
            <a:chOff x="5765798" y="1803401"/>
            <a:chExt cx="508000" cy="431800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1981200"/>
              <a:ext cx="228600" cy="2286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019798" y="1981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198" y="1828801"/>
              <a:ext cx="228600" cy="2286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791198" y="1828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017558" y="437030"/>
            <a:ext cx="184897" cy="184897"/>
            <a:chOff x="7213598" y="660401"/>
            <a:chExt cx="279400" cy="27940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8998" y="685801"/>
              <a:ext cx="2286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2389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664572" y="941295"/>
            <a:ext cx="184897" cy="184897"/>
            <a:chOff x="6680198" y="1422401"/>
            <a:chExt cx="279400" cy="279400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1447801"/>
              <a:ext cx="228600" cy="228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705598" y="1447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5967131" y="689162"/>
            <a:ext cx="184897" cy="184897"/>
            <a:chOff x="7137398" y="1041401"/>
            <a:chExt cx="279400" cy="279400"/>
          </a:xfrm>
        </p:grpSpPr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798" y="1066801"/>
              <a:ext cx="228600" cy="2286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162798" y="1066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303058" y="588310"/>
            <a:ext cx="184897" cy="184897"/>
            <a:chOff x="4622798" y="889001"/>
            <a:chExt cx="279400" cy="279400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198" y="914401"/>
              <a:ext cx="2286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648198" y="9144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5362013" y="2252382"/>
            <a:ext cx="184897" cy="184897"/>
            <a:chOff x="6222998" y="3403600"/>
            <a:chExt cx="279400" cy="279400"/>
          </a:xfrm>
        </p:grpSpPr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398" y="3429000"/>
              <a:ext cx="228600" cy="2286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48398" y="3429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5160308" y="2605368"/>
            <a:ext cx="184897" cy="184897"/>
            <a:chOff x="5918198" y="3937000"/>
            <a:chExt cx="279400" cy="279400"/>
          </a:xfrm>
        </p:grpSpPr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8" y="3962399"/>
              <a:ext cx="2286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943598" y="3962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4555190" y="790015"/>
            <a:ext cx="184897" cy="184897"/>
            <a:chOff x="5003798" y="1193801"/>
            <a:chExt cx="279400" cy="279400"/>
          </a:xfrm>
        </p:grpSpPr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8" y="1219201"/>
              <a:ext cx="228600" cy="2286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029198" y="12192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210734" y="1596838"/>
            <a:ext cx="184897" cy="184897"/>
            <a:chOff x="5994398" y="2413000"/>
            <a:chExt cx="279400" cy="279400"/>
          </a:xfrm>
        </p:grpSpPr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2438399"/>
              <a:ext cx="228600" cy="2286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019798" y="2438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7" name="object 6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4131" y="1411942"/>
            <a:ext cx="151279" cy="15127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7543" y="1613647"/>
            <a:ext cx="151279" cy="151279"/>
          </a:xfrm>
          <a:prstGeom prst="rect">
            <a:avLst/>
          </a:prstGeom>
        </p:spPr>
      </p:pic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xfrm>
            <a:off x="685800" y="443123"/>
            <a:ext cx="1923140" cy="293629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853" spc="-7" dirty="0"/>
              <a:t>RANSAC</a:t>
            </a:r>
            <a:endParaRPr sz="1853" dirty="0"/>
          </a:p>
        </p:txBody>
      </p:sp>
      <p:sp>
        <p:nvSpPr>
          <p:cNvPr id="70" name="object 70"/>
          <p:cNvSpPr txBox="1"/>
          <p:nvPr/>
        </p:nvSpPr>
        <p:spPr>
          <a:xfrm>
            <a:off x="1699371" y="2997013"/>
            <a:ext cx="884985" cy="25284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588" spc="-7" dirty="0">
                <a:latin typeface="Calibri"/>
                <a:cs typeface="Calibri"/>
              </a:rPr>
              <a:t>Algorithm: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47265" y="3305312"/>
            <a:ext cx="5698191" cy="231780"/>
          </a:xfrm>
          <a:prstGeom prst="rect">
            <a:avLst/>
          </a:prstGeom>
          <a:ln w="25399">
            <a:solidFill>
              <a:srgbClr val="FF2600"/>
            </a:solidFill>
          </a:ln>
        </p:spPr>
        <p:txBody>
          <a:bodyPr vert="horz" wrap="square" lIns="0" tIns="27735" rIns="0" bIns="0" rtlCol="0">
            <a:spAutoFit/>
          </a:bodyPr>
          <a:lstStyle/>
          <a:p>
            <a:pPr marL="60095">
              <a:spcBef>
                <a:spcPts val="218"/>
              </a:spcBef>
              <a:tabLst>
                <a:tab pos="325268" algn="l"/>
              </a:tabLst>
            </a:pPr>
            <a:r>
              <a:rPr sz="1324" spc="-17" dirty="0">
                <a:latin typeface="Calibri"/>
                <a:cs typeface="Calibri"/>
              </a:rPr>
              <a:t>1.</a:t>
            </a:r>
            <a:r>
              <a:rPr sz="1324" dirty="0">
                <a:latin typeface="Calibri"/>
                <a:cs typeface="Calibri"/>
              </a:rPr>
              <a:t>	</a:t>
            </a:r>
            <a:r>
              <a:rPr sz="1324" b="1" dirty="0">
                <a:latin typeface="Calibri"/>
                <a:cs typeface="Calibri"/>
              </a:rPr>
              <a:t>Sample</a:t>
            </a:r>
            <a:r>
              <a:rPr sz="1324" b="1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(randomly)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number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points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required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to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fit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(#=2)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699371" y="3526492"/>
            <a:ext cx="5714160" cy="12996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73158" indent="-264753">
              <a:spcBef>
                <a:spcPts val="66"/>
              </a:spcBef>
              <a:buFont typeface="Calibri"/>
              <a:buAutoNum type="arabicPeriod" startAt="2"/>
              <a:tabLst>
                <a:tab pos="273158" algn="l"/>
              </a:tabLst>
            </a:pPr>
            <a:r>
              <a:rPr sz="1324" b="1" dirty="0">
                <a:latin typeface="Calibri"/>
                <a:cs typeface="Calibri"/>
              </a:rPr>
              <a:t>Solve</a:t>
            </a:r>
            <a:r>
              <a:rPr sz="1324" b="1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for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13" dirty="0">
                <a:latin typeface="Calibri"/>
                <a:cs typeface="Calibri"/>
              </a:rPr>
              <a:t>parameters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using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samples</a:t>
            </a:r>
            <a:endParaRPr sz="1324">
              <a:latin typeface="Calibri"/>
              <a:cs typeface="Calibri"/>
            </a:endParaRPr>
          </a:p>
          <a:p>
            <a:pPr marL="273158" indent="-264753">
              <a:buFont typeface="Calibri"/>
              <a:buAutoNum type="arabicPeriod" startAt="2"/>
              <a:tabLst>
                <a:tab pos="273158" algn="l"/>
              </a:tabLst>
            </a:pPr>
            <a:r>
              <a:rPr sz="1324" b="1" dirty="0">
                <a:latin typeface="Calibri"/>
                <a:cs typeface="Calibri"/>
              </a:rPr>
              <a:t>Score</a:t>
            </a:r>
            <a:r>
              <a:rPr sz="1324" b="1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by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fraction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inliers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within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a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preset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threshold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model</a:t>
            </a:r>
            <a:endParaRPr sz="1324">
              <a:latin typeface="Calibri"/>
              <a:cs typeface="Calibri"/>
            </a:endParaRPr>
          </a:p>
          <a:p>
            <a:pPr marL="8405">
              <a:spcBef>
                <a:spcPts val="1588"/>
              </a:spcBef>
            </a:pPr>
            <a:r>
              <a:rPr sz="1324" b="1" spc="-7" dirty="0">
                <a:latin typeface="Calibri"/>
                <a:cs typeface="Calibri"/>
              </a:rPr>
              <a:t>Repeat</a:t>
            </a:r>
            <a:r>
              <a:rPr sz="1324" b="1" spc="-40" dirty="0">
                <a:latin typeface="Calibri"/>
                <a:cs typeface="Calibri"/>
              </a:rPr>
              <a:t> </a:t>
            </a:r>
            <a:r>
              <a:rPr sz="1324" spc="-142" dirty="0">
                <a:latin typeface="Calibri"/>
                <a:cs typeface="Calibri"/>
              </a:rPr>
              <a:t>1-</a:t>
            </a:r>
            <a:r>
              <a:rPr sz="1324" spc="-275" dirty="0">
                <a:latin typeface="Calibri"/>
                <a:cs typeface="Calibri"/>
              </a:rPr>
              <a:t>­</a:t>
            </a:r>
            <a:r>
              <a:rPr sz="1324" spc="-142" dirty="0">
                <a:latin typeface="Calibri"/>
                <a:cs typeface="Calibri"/>
              </a:rPr>
              <a:t>‐3</a:t>
            </a:r>
            <a:r>
              <a:rPr sz="1324" dirty="0">
                <a:latin typeface="Calibri"/>
                <a:cs typeface="Calibri"/>
              </a:rPr>
              <a:t> until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best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is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found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with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high</a:t>
            </a:r>
            <a:r>
              <a:rPr sz="1324" spc="-17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confidence</a:t>
            </a:r>
            <a:endParaRPr sz="1324">
              <a:latin typeface="Calibri"/>
              <a:cs typeface="Calibri"/>
            </a:endParaRPr>
          </a:p>
          <a:p>
            <a:pPr>
              <a:spcBef>
                <a:spcPts val="950"/>
              </a:spcBef>
            </a:pPr>
            <a:endParaRPr sz="1324">
              <a:latin typeface="Calibri"/>
              <a:cs typeface="Calibri"/>
            </a:endParaRPr>
          </a:p>
          <a:p>
            <a:pPr marR="3362" algn="r"/>
            <a:r>
              <a:rPr sz="927" spc="-7" dirty="0">
                <a:solidFill>
                  <a:srgbClr val="7F7F7F"/>
                </a:solidFill>
                <a:latin typeface="Calibri"/>
                <a:cs typeface="Calibri"/>
              </a:rPr>
              <a:t>Illustration</a:t>
            </a:r>
            <a:r>
              <a:rPr sz="927" spc="-17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927" dirty="0">
                <a:solidFill>
                  <a:srgbClr val="7F7F7F"/>
                </a:solidFill>
                <a:latin typeface="Calibri"/>
                <a:cs typeface="Calibri"/>
              </a:rPr>
              <a:t>by</a:t>
            </a:r>
            <a:r>
              <a:rPr sz="927" spc="-17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927" spc="-7" dirty="0">
                <a:solidFill>
                  <a:srgbClr val="7F7F7F"/>
                </a:solidFill>
                <a:latin typeface="Calibri"/>
                <a:cs typeface="Calibri"/>
              </a:rPr>
              <a:t>Savarese</a:t>
            </a:r>
            <a:endParaRPr sz="927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800225" y="1080807"/>
            <a:ext cx="1350588" cy="21226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324" dirty="0">
                <a:latin typeface="Calibri"/>
                <a:cs typeface="Calibri"/>
              </a:rPr>
              <a:t>Line</a:t>
            </a:r>
            <a:r>
              <a:rPr sz="1324" spc="-33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fitting</a:t>
            </a:r>
            <a:r>
              <a:rPr sz="1324" spc="-33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example</a:t>
            </a:r>
            <a:endParaRPr sz="1324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4AE3BB9-4B2C-8D0C-C156-CDD5245BAC2A}"/>
                  </a:ext>
                </a:extLst>
              </p14:cNvPr>
              <p14:cNvContentPartPr/>
              <p14:nvPr/>
            </p14:nvContentPartPr>
            <p14:xfrm>
              <a:off x="538200" y="685080"/>
              <a:ext cx="8117280" cy="1955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4AE3BB9-4B2C-8D0C-C156-CDD5245BAC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000" y="668880"/>
                <a:ext cx="8149680" cy="19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B47DAF1-FD29-8407-226B-90EC9ECADAA6}"/>
                  </a:ext>
                </a:extLst>
              </p14:cNvPr>
              <p14:cNvContentPartPr/>
              <p14:nvPr/>
            </p14:nvContentPartPr>
            <p14:xfrm>
              <a:off x="2311560" y="129600"/>
              <a:ext cx="6787080" cy="2685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B47DAF1-FD29-8407-226B-90EC9ECADA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95360" y="113400"/>
                <a:ext cx="6819480" cy="271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10734" y="1596838"/>
            <a:ext cx="184897" cy="184897"/>
            <a:chOff x="5994398" y="2413000"/>
            <a:chExt cx="279400" cy="279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2438399"/>
              <a:ext cx="228600" cy="228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19798" y="2438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807322" y="1395133"/>
            <a:ext cx="184897" cy="184897"/>
            <a:chOff x="5384798" y="2108201"/>
            <a:chExt cx="279400" cy="279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8" y="2133601"/>
              <a:ext cx="228600" cy="228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10198" y="21336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67984" y="2050677"/>
            <a:ext cx="184897" cy="184897"/>
            <a:chOff x="7289798" y="3098800"/>
            <a:chExt cx="279400" cy="2794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198" y="3124200"/>
              <a:ext cx="228600" cy="228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151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664572" y="2000250"/>
            <a:ext cx="184897" cy="184897"/>
            <a:chOff x="6680198" y="3022600"/>
            <a:chExt cx="279400" cy="2794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304800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05598" y="3048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101352" y="1798544"/>
            <a:ext cx="184897" cy="184897"/>
            <a:chOff x="4317999" y="2717800"/>
            <a:chExt cx="279400" cy="2794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399" y="274320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43399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353484" y="2050677"/>
            <a:ext cx="184897" cy="184897"/>
            <a:chOff x="4698998" y="3098800"/>
            <a:chExt cx="279400" cy="2794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4398" y="3124200"/>
              <a:ext cx="228600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243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849219" y="2302809"/>
            <a:ext cx="184897" cy="184897"/>
            <a:chOff x="3936998" y="3479800"/>
            <a:chExt cx="279400" cy="2794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398" y="3505200"/>
              <a:ext cx="2286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962398" y="3505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412440" y="739589"/>
            <a:ext cx="184897" cy="184897"/>
            <a:chOff x="6299198" y="1117601"/>
            <a:chExt cx="279400" cy="2794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598" y="1143001"/>
              <a:ext cx="228600" cy="228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24598" y="11430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513293" y="1143000"/>
            <a:ext cx="184897" cy="184897"/>
            <a:chOff x="6451598" y="1727200"/>
            <a:chExt cx="279400" cy="27940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6998" y="1752600"/>
              <a:ext cx="228600" cy="228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476998" y="17525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656043" y="1748118"/>
            <a:ext cx="184897" cy="184897"/>
            <a:chOff x="5156198" y="2641600"/>
            <a:chExt cx="279400" cy="27940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98" y="2667000"/>
              <a:ext cx="2286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81598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807322" y="1395133"/>
            <a:ext cx="184897" cy="184897"/>
            <a:chOff x="5384798" y="2108201"/>
            <a:chExt cx="279400" cy="27940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8" y="2133601"/>
              <a:ext cx="228600" cy="2286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10198" y="21336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664572" y="437030"/>
            <a:ext cx="184897" cy="184897"/>
            <a:chOff x="6680198" y="660401"/>
            <a:chExt cx="279400" cy="27940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685801"/>
              <a:ext cx="228600" cy="2286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7055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059455" y="1193427"/>
            <a:ext cx="336176" cy="285750"/>
            <a:chOff x="5765798" y="1803401"/>
            <a:chExt cx="508000" cy="431800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1981200"/>
              <a:ext cx="228600" cy="2286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019798" y="1981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198" y="1828801"/>
              <a:ext cx="228600" cy="2286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791198" y="1828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017558" y="437030"/>
            <a:ext cx="184897" cy="184897"/>
            <a:chOff x="7213598" y="660401"/>
            <a:chExt cx="279400" cy="27940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8998" y="685801"/>
              <a:ext cx="2286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2389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664572" y="941295"/>
            <a:ext cx="184897" cy="184897"/>
            <a:chOff x="6680198" y="1422401"/>
            <a:chExt cx="279400" cy="279400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1447801"/>
              <a:ext cx="228600" cy="228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705598" y="1447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5967131" y="689162"/>
            <a:ext cx="184897" cy="184897"/>
            <a:chOff x="7137398" y="1041401"/>
            <a:chExt cx="279400" cy="279400"/>
          </a:xfrm>
        </p:grpSpPr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798" y="1066801"/>
              <a:ext cx="228600" cy="2286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162798" y="1066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303058" y="588310"/>
            <a:ext cx="184897" cy="184897"/>
            <a:chOff x="4622798" y="889001"/>
            <a:chExt cx="279400" cy="279400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198" y="914401"/>
              <a:ext cx="2286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648198" y="9144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5362013" y="2252382"/>
            <a:ext cx="184897" cy="184897"/>
            <a:chOff x="6222998" y="3403600"/>
            <a:chExt cx="279400" cy="279400"/>
          </a:xfrm>
        </p:grpSpPr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398" y="3429000"/>
              <a:ext cx="228600" cy="2286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48398" y="3429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5160308" y="2605368"/>
            <a:ext cx="184897" cy="184897"/>
            <a:chOff x="5918198" y="3937000"/>
            <a:chExt cx="279400" cy="279400"/>
          </a:xfrm>
        </p:grpSpPr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8" y="3962399"/>
              <a:ext cx="2286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943598" y="3962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4555190" y="790015"/>
            <a:ext cx="184897" cy="184897"/>
            <a:chOff x="5003798" y="1193801"/>
            <a:chExt cx="279400" cy="279400"/>
          </a:xfrm>
        </p:grpSpPr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8" y="1219201"/>
              <a:ext cx="228600" cy="2286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029198" y="12192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210734" y="1596838"/>
            <a:ext cx="184897" cy="184897"/>
            <a:chOff x="5994398" y="2413000"/>
            <a:chExt cx="279400" cy="279400"/>
          </a:xfrm>
        </p:grpSpPr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2438399"/>
              <a:ext cx="228600" cy="2286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019798" y="2438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7" name="object 6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4131" y="1411942"/>
            <a:ext cx="151279" cy="151279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3950074" y="941295"/>
            <a:ext cx="2857500" cy="1546412"/>
            <a:chOff x="4089400" y="1422401"/>
            <a:chExt cx="4318000" cy="2336800"/>
          </a:xfrm>
        </p:grpSpPr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798" y="2438400"/>
              <a:ext cx="228600" cy="2286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114799" y="1447801"/>
              <a:ext cx="4267200" cy="2286000"/>
            </a:xfrm>
            <a:custGeom>
              <a:avLst/>
              <a:gdLst/>
              <a:ahLst/>
              <a:cxnLst/>
              <a:rect l="l" t="t" r="r" b="b"/>
              <a:pathLst>
                <a:path w="4267200" h="2286000">
                  <a:moveTo>
                    <a:pt x="0" y="0"/>
                  </a:moveTo>
                  <a:lnTo>
                    <a:pt x="4267198" y="2285999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809680" y="443123"/>
            <a:ext cx="799260" cy="57877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853" spc="-7" dirty="0"/>
              <a:t>RANSAC</a:t>
            </a:r>
            <a:endParaRPr sz="1853"/>
          </a:p>
        </p:txBody>
      </p:sp>
      <p:sp>
        <p:nvSpPr>
          <p:cNvPr id="72" name="object 72"/>
          <p:cNvSpPr txBox="1"/>
          <p:nvPr/>
        </p:nvSpPr>
        <p:spPr>
          <a:xfrm>
            <a:off x="1699372" y="2894143"/>
            <a:ext cx="5189304" cy="650350"/>
          </a:xfrm>
          <a:prstGeom prst="rect">
            <a:avLst/>
          </a:prstGeom>
        </p:spPr>
        <p:txBody>
          <a:bodyPr vert="horz" wrap="square" lIns="0" tIns="111358" rIns="0" bIns="0" rtlCol="0">
            <a:spAutoFit/>
          </a:bodyPr>
          <a:lstStyle/>
          <a:p>
            <a:pPr marL="8405">
              <a:spcBef>
                <a:spcPts val="877"/>
              </a:spcBef>
            </a:pPr>
            <a:r>
              <a:rPr sz="1588" spc="-7" dirty="0">
                <a:latin typeface="Calibri"/>
                <a:cs typeface="Calibri"/>
              </a:rPr>
              <a:t>Algorithm:</a:t>
            </a:r>
            <a:endParaRPr sz="1588">
              <a:latin typeface="Calibri"/>
              <a:cs typeface="Calibri"/>
            </a:endParaRPr>
          </a:p>
          <a:p>
            <a:pPr marL="8405">
              <a:spcBef>
                <a:spcPts val="672"/>
              </a:spcBef>
              <a:tabLst>
                <a:tab pos="273158" algn="l"/>
              </a:tabLst>
            </a:pPr>
            <a:r>
              <a:rPr sz="1324" spc="-17" dirty="0">
                <a:latin typeface="Calibri"/>
                <a:cs typeface="Calibri"/>
              </a:rPr>
              <a:t>1.</a:t>
            </a:r>
            <a:r>
              <a:rPr sz="1324" dirty="0">
                <a:latin typeface="Calibri"/>
                <a:cs typeface="Calibri"/>
              </a:rPr>
              <a:t>	</a:t>
            </a:r>
            <a:r>
              <a:rPr sz="1324" b="1" dirty="0">
                <a:latin typeface="Calibri"/>
                <a:cs typeface="Calibri"/>
              </a:rPr>
              <a:t>Sample</a:t>
            </a:r>
            <a:r>
              <a:rPr sz="1324" b="1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(randomly)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number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points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required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to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fit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(#=2)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647265" y="3511775"/>
            <a:ext cx="5698191" cy="227111"/>
          </a:xfrm>
          <a:prstGeom prst="rect">
            <a:avLst/>
          </a:prstGeom>
          <a:ln w="25399">
            <a:solidFill>
              <a:srgbClr val="FF2600"/>
            </a:solidFill>
          </a:ln>
        </p:spPr>
        <p:txBody>
          <a:bodyPr vert="horz" wrap="square" lIns="0" tIns="23112" rIns="0" bIns="0" rtlCol="0">
            <a:spAutoFit/>
          </a:bodyPr>
          <a:lstStyle/>
          <a:p>
            <a:pPr marL="60095">
              <a:spcBef>
                <a:spcPts val="182"/>
              </a:spcBef>
              <a:tabLst>
                <a:tab pos="325268" algn="l"/>
              </a:tabLst>
            </a:pPr>
            <a:r>
              <a:rPr sz="1324" spc="-17" dirty="0">
                <a:latin typeface="Calibri"/>
                <a:cs typeface="Calibri"/>
              </a:rPr>
              <a:t>2.</a:t>
            </a:r>
            <a:r>
              <a:rPr sz="1324" dirty="0">
                <a:latin typeface="Calibri"/>
                <a:cs typeface="Calibri"/>
              </a:rPr>
              <a:t>	</a:t>
            </a:r>
            <a:r>
              <a:rPr sz="1324" b="1" dirty="0">
                <a:latin typeface="Calibri"/>
                <a:cs typeface="Calibri"/>
              </a:rPr>
              <a:t>Solve</a:t>
            </a:r>
            <a:r>
              <a:rPr sz="1324" b="1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for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13" dirty="0">
                <a:latin typeface="Calibri"/>
                <a:cs typeface="Calibri"/>
              </a:rPr>
              <a:t>parameters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using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samples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99371" y="3728197"/>
            <a:ext cx="4988859" cy="62121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  <a:tabLst>
                <a:tab pos="273158" algn="l"/>
              </a:tabLst>
            </a:pPr>
            <a:r>
              <a:rPr sz="1324" spc="-17" dirty="0">
                <a:latin typeface="Calibri"/>
                <a:cs typeface="Calibri"/>
              </a:rPr>
              <a:t>3.</a:t>
            </a:r>
            <a:r>
              <a:rPr sz="1324" dirty="0">
                <a:latin typeface="Calibri"/>
                <a:cs typeface="Calibri"/>
              </a:rPr>
              <a:t>	</a:t>
            </a:r>
            <a:r>
              <a:rPr sz="1324" b="1" dirty="0">
                <a:latin typeface="Calibri"/>
                <a:cs typeface="Calibri"/>
              </a:rPr>
              <a:t>Score</a:t>
            </a:r>
            <a:r>
              <a:rPr sz="1324" b="1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by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fraction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inliers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within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a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preset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threshold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model</a:t>
            </a:r>
            <a:endParaRPr sz="1324">
              <a:latin typeface="Calibri"/>
              <a:cs typeface="Calibri"/>
            </a:endParaRPr>
          </a:p>
          <a:p>
            <a:pPr marL="8405">
              <a:spcBef>
                <a:spcPts val="1588"/>
              </a:spcBef>
            </a:pPr>
            <a:r>
              <a:rPr sz="1324" b="1" spc="-7" dirty="0">
                <a:latin typeface="Calibri"/>
                <a:cs typeface="Calibri"/>
              </a:rPr>
              <a:t>Repeat</a:t>
            </a:r>
            <a:r>
              <a:rPr sz="1324" b="1" spc="-40" dirty="0">
                <a:latin typeface="Calibri"/>
                <a:cs typeface="Calibri"/>
              </a:rPr>
              <a:t> </a:t>
            </a:r>
            <a:r>
              <a:rPr sz="1324" spc="-142" dirty="0">
                <a:latin typeface="Calibri"/>
                <a:cs typeface="Calibri"/>
              </a:rPr>
              <a:t>1-</a:t>
            </a:r>
            <a:r>
              <a:rPr sz="1324" spc="-275" dirty="0">
                <a:latin typeface="Calibri"/>
                <a:cs typeface="Calibri"/>
              </a:rPr>
              <a:t>­</a:t>
            </a:r>
            <a:r>
              <a:rPr sz="1324" spc="-142" dirty="0">
                <a:latin typeface="Calibri"/>
                <a:cs typeface="Calibri"/>
              </a:rPr>
              <a:t>‐3</a:t>
            </a:r>
            <a:r>
              <a:rPr sz="1324" dirty="0">
                <a:latin typeface="Calibri"/>
                <a:cs typeface="Calibri"/>
              </a:rPr>
              <a:t> until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best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is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found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with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high</a:t>
            </a:r>
            <a:r>
              <a:rPr sz="1324" spc="-17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confidence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800225" y="1080807"/>
            <a:ext cx="1350588" cy="21226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324" dirty="0">
                <a:latin typeface="Calibri"/>
                <a:cs typeface="Calibri"/>
              </a:rPr>
              <a:t>Line</a:t>
            </a:r>
            <a:r>
              <a:rPr sz="1324" spc="-33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fitting</a:t>
            </a:r>
            <a:r>
              <a:rPr sz="1324" spc="-33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example</a:t>
            </a:r>
            <a:endParaRPr sz="1324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1AB6590-21F2-04DD-5D86-5977F53A3D94}"/>
                  </a:ext>
                </a:extLst>
              </p14:cNvPr>
              <p14:cNvContentPartPr/>
              <p14:nvPr/>
            </p14:nvContentPartPr>
            <p14:xfrm>
              <a:off x="4914360" y="86400"/>
              <a:ext cx="3917160" cy="16538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1AB6590-21F2-04DD-5D86-5977F53A3D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8160" y="70200"/>
                <a:ext cx="3949560" cy="168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10734" y="1596838"/>
            <a:ext cx="184897" cy="184897"/>
            <a:chOff x="5994398" y="2413000"/>
            <a:chExt cx="279400" cy="279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2438399"/>
              <a:ext cx="228600" cy="228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19798" y="2438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807322" y="1395133"/>
            <a:ext cx="184897" cy="184897"/>
            <a:chOff x="5384798" y="2108201"/>
            <a:chExt cx="279400" cy="279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8" y="2133601"/>
              <a:ext cx="228600" cy="228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10198" y="21336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67984" y="2050677"/>
            <a:ext cx="184897" cy="184897"/>
            <a:chOff x="7289798" y="3098800"/>
            <a:chExt cx="279400" cy="2794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198" y="3124200"/>
              <a:ext cx="228600" cy="228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151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664572" y="2000250"/>
            <a:ext cx="184897" cy="184897"/>
            <a:chOff x="6680198" y="3022600"/>
            <a:chExt cx="279400" cy="2794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304800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05598" y="3048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101352" y="1798544"/>
            <a:ext cx="184897" cy="184897"/>
            <a:chOff x="4317999" y="2717800"/>
            <a:chExt cx="279400" cy="2794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399" y="274320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43399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353484" y="2050677"/>
            <a:ext cx="184897" cy="184897"/>
            <a:chOff x="4698998" y="3098800"/>
            <a:chExt cx="279400" cy="2794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4398" y="3124200"/>
              <a:ext cx="228600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243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849219" y="2302809"/>
            <a:ext cx="184897" cy="184897"/>
            <a:chOff x="3936998" y="3479800"/>
            <a:chExt cx="279400" cy="2794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398" y="3505200"/>
              <a:ext cx="2286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962398" y="3505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412440" y="739589"/>
            <a:ext cx="184897" cy="184897"/>
            <a:chOff x="6299198" y="1117601"/>
            <a:chExt cx="279400" cy="2794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598" y="1143001"/>
              <a:ext cx="228600" cy="228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24598" y="11430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513293" y="1143000"/>
            <a:ext cx="184897" cy="184897"/>
            <a:chOff x="6451598" y="1727200"/>
            <a:chExt cx="279400" cy="27940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6998" y="1752600"/>
              <a:ext cx="228600" cy="228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476998" y="17525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656043" y="1748118"/>
            <a:ext cx="184897" cy="184897"/>
            <a:chOff x="5156198" y="2641600"/>
            <a:chExt cx="279400" cy="27940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98" y="2667000"/>
              <a:ext cx="2286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81598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807322" y="1395133"/>
            <a:ext cx="184897" cy="184897"/>
            <a:chOff x="5384798" y="2108201"/>
            <a:chExt cx="279400" cy="27940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8" y="2133601"/>
              <a:ext cx="228600" cy="2286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10198" y="21336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664572" y="437030"/>
            <a:ext cx="184897" cy="184897"/>
            <a:chOff x="6680198" y="660401"/>
            <a:chExt cx="279400" cy="27940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685801"/>
              <a:ext cx="228600" cy="2286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7055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059455" y="1193427"/>
            <a:ext cx="336176" cy="285750"/>
            <a:chOff x="5765798" y="1803401"/>
            <a:chExt cx="508000" cy="431800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1981200"/>
              <a:ext cx="228600" cy="2286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019798" y="1981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198" y="1828801"/>
              <a:ext cx="228600" cy="2286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791198" y="1828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017558" y="437030"/>
            <a:ext cx="184897" cy="184897"/>
            <a:chOff x="7213598" y="660401"/>
            <a:chExt cx="279400" cy="27940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8998" y="685801"/>
              <a:ext cx="2286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2389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664572" y="941295"/>
            <a:ext cx="184897" cy="184897"/>
            <a:chOff x="6680198" y="1422401"/>
            <a:chExt cx="279400" cy="279400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1447801"/>
              <a:ext cx="228600" cy="228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705598" y="1447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5967131" y="689162"/>
            <a:ext cx="184897" cy="184897"/>
            <a:chOff x="7137398" y="1041401"/>
            <a:chExt cx="279400" cy="279400"/>
          </a:xfrm>
        </p:grpSpPr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798" y="1066801"/>
              <a:ext cx="228600" cy="2286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162798" y="1066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303058" y="588310"/>
            <a:ext cx="184897" cy="184897"/>
            <a:chOff x="4622798" y="889001"/>
            <a:chExt cx="279400" cy="279400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198" y="914401"/>
              <a:ext cx="2286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648198" y="9144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6067984" y="2050677"/>
            <a:ext cx="184897" cy="184897"/>
            <a:chOff x="7289798" y="3098800"/>
            <a:chExt cx="279400" cy="279400"/>
          </a:xfrm>
        </p:grpSpPr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98" y="3124200"/>
              <a:ext cx="228600" cy="2286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3151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5362013" y="2252382"/>
            <a:ext cx="184897" cy="184897"/>
            <a:chOff x="6222998" y="3403600"/>
            <a:chExt cx="279400" cy="279400"/>
          </a:xfrm>
        </p:grpSpPr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398" y="3429000"/>
              <a:ext cx="2286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248398" y="3429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160308" y="2605368"/>
            <a:ext cx="184897" cy="184897"/>
            <a:chOff x="5918198" y="3937000"/>
            <a:chExt cx="279400" cy="279400"/>
          </a:xfrm>
        </p:grpSpPr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8" y="3962399"/>
              <a:ext cx="228600" cy="2286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943598" y="3962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664572" y="2000250"/>
            <a:ext cx="184897" cy="184897"/>
            <a:chOff x="6680198" y="3022600"/>
            <a:chExt cx="279400" cy="279400"/>
          </a:xfrm>
        </p:grpSpPr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598" y="3048000"/>
              <a:ext cx="228600" cy="2286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705598" y="3048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4555190" y="790015"/>
            <a:ext cx="184897" cy="184897"/>
            <a:chOff x="5003798" y="1193801"/>
            <a:chExt cx="279400" cy="279400"/>
          </a:xfrm>
        </p:grpSpPr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8" y="1219201"/>
              <a:ext cx="228600" cy="2286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029198" y="12192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5210734" y="1596838"/>
            <a:ext cx="184897" cy="184897"/>
            <a:chOff x="5994398" y="2413000"/>
            <a:chExt cx="279400" cy="279400"/>
          </a:xfrm>
        </p:grpSpPr>
        <p:pic>
          <p:nvPicPr>
            <p:cNvPr id="71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2438399"/>
              <a:ext cx="228600" cy="2286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019798" y="2438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3" name="object 7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4131" y="1411942"/>
            <a:ext cx="151279" cy="151279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5059455" y="1193427"/>
            <a:ext cx="336176" cy="285750"/>
            <a:chOff x="5765798" y="1803401"/>
            <a:chExt cx="508000" cy="431800"/>
          </a:xfrm>
        </p:grpSpPr>
        <p:pic>
          <p:nvPicPr>
            <p:cNvPr id="75" name="object 7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798" y="1981200"/>
              <a:ext cx="228600" cy="22860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6019798" y="1981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198" y="1828801"/>
              <a:ext cx="228600" cy="2286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791198" y="1828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9" name="object 7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27543" y="1613647"/>
            <a:ext cx="151279" cy="151279"/>
          </a:xfrm>
          <a:prstGeom prst="rect">
            <a:avLst/>
          </a:prstGeom>
        </p:spPr>
      </p:pic>
      <p:grpSp>
        <p:nvGrpSpPr>
          <p:cNvPr id="80" name="object 80"/>
          <p:cNvGrpSpPr/>
          <p:nvPr/>
        </p:nvGrpSpPr>
        <p:grpSpPr>
          <a:xfrm>
            <a:off x="6387352" y="2370044"/>
            <a:ext cx="151279" cy="252132"/>
            <a:chOff x="7772398" y="3581400"/>
            <a:chExt cx="228600" cy="381000"/>
          </a:xfrm>
        </p:grpSpPr>
        <p:sp>
          <p:nvSpPr>
            <p:cNvPr id="81" name="object 81"/>
            <p:cNvSpPr/>
            <p:nvPr/>
          </p:nvSpPr>
          <p:spPr>
            <a:xfrm>
              <a:off x="7798534" y="3624960"/>
              <a:ext cx="176530" cy="294005"/>
            </a:xfrm>
            <a:custGeom>
              <a:avLst/>
              <a:gdLst/>
              <a:ahLst/>
              <a:cxnLst/>
              <a:rect l="l" t="t" r="r" b="b"/>
              <a:pathLst>
                <a:path w="176529" h="294004">
                  <a:moveTo>
                    <a:pt x="176327" y="0"/>
                  </a:moveTo>
                  <a:lnTo>
                    <a:pt x="0" y="293878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772387" y="3581399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43751" y="289534"/>
                  </a:moveTo>
                  <a:lnTo>
                    <a:pt x="13068" y="211124"/>
                  </a:lnTo>
                  <a:lnTo>
                    <a:pt x="0" y="381000"/>
                  </a:lnTo>
                  <a:lnTo>
                    <a:pt x="143751" y="289534"/>
                  </a:lnTo>
                  <a:close/>
                </a:path>
                <a:path w="228600" h="381000">
                  <a:moveTo>
                    <a:pt x="228600" y="0"/>
                  </a:moveTo>
                  <a:lnTo>
                    <a:pt x="84861" y="91478"/>
                  </a:lnTo>
                  <a:lnTo>
                    <a:pt x="215531" y="16988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753002" y="2127273"/>
            <a:ext cx="134471" cy="311012"/>
          </a:xfrm>
          <a:prstGeom prst="rect">
            <a:avLst/>
          </a:prstGeom>
        </p:spPr>
        <p:txBody>
          <a:bodyPr vert="horz" wrap="square" lIns="0" tIns="10506" rIns="0" bIns="0" rtlCol="0">
            <a:spAutoFit/>
          </a:bodyPr>
          <a:lstStyle/>
          <a:p>
            <a:pPr marL="8405">
              <a:spcBef>
                <a:spcPts val="83"/>
              </a:spcBef>
            </a:pPr>
            <a:r>
              <a:rPr sz="1952" spc="-33" dirty="0">
                <a:latin typeface="Symbol"/>
                <a:cs typeface="Symbol"/>
              </a:rPr>
              <a:t></a:t>
            </a:r>
            <a:endParaRPr sz="1952">
              <a:latin typeface="Symbol"/>
              <a:cs typeface="Symbo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807199" y="647140"/>
            <a:ext cx="3193676" cy="2134721"/>
            <a:chOff x="3873500" y="977901"/>
            <a:chExt cx="4826000" cy="3225800"/>
          </a:xfrm>
        </p:grpSpPr>
        <p:sp>
          <p:nvSpPr>
            <p:cNvPr id="85" name="object 85"/>
            <p:cNvSpPr/>
            <p:nvPr/>
          </p:nvSpPr>
          <p:spPr>
            <a:xfrm>
              <a:off x="8103335" y="3167760"/>
              <a:ext cx="176530" cy="294005"/>
            </a:xfrm>
            <a:custGeom>
              <a:avLst/>
              <a:gdLst/>
              <a:ahLst/>
              <a:cxnLst/>
              <a:rect l="l" t="t" r="r" b="b"/>
              <a:pathLst>
                <a:path w="176529" h="294004">
                  <a:moveTo>
                    <a:pt x="176327" y="0"/>
                  </a:moveTo>
                  <a:lnTo>
                    <a:pt x="0" y="293878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077187" y="3124199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43751" y="289534"/>
                  </a:moveTo>
                  <a:lnTo>
                    <a:pt x="13068" y="211124"/>
                  </a:lnTo>
                  <a:lnTo>
                    <a:pt x="0" y="381000"/>
                  </a:lnTo>
                  <a:lnTo>
                    <a:pt x="143751" y="289534"/>
                  </a:lnTo>
                  <a:close/>
                </a:path>
                <a:path w="228600" h="381000">
                  <a:moveTo>
                    <a:pt x="228600" y="0"/>
                  </a:moveTo>
                  <a:lnTo>
                    <a:pt x="84861" y="91478"/>
                  </a:lnTo>
                  <a:lnTo>
                    <a:pt x="215531" y="16988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114800" y="1447801"/>
              <a:ext cx="4267200" cy="2286000"/>
            </a:xfrm>
            <a:custGeom>
              <a:avLst/>
              <a:gdLst/>
              <a:ahLst/>
              <a:cxnLst/>
              <a:rect l="l" t="t" r="r" b="b"/>
              <a:pathLst>
                <a:path w="4267200" h="2286000">
                  <a:moveTo>
                    <a:pt x="0" y="0"/>
                  </a:moveTo>
                  <a:lnTo>
                    <a:pt x="4267198" y="2285999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419598" y="990601"/>
              <a:ext cx="4267200" cy="2286000"/>
            </a:xfrm>
            <a:custGeom>
              <a:avLst/>
              <a:gdLst/>
              <a:ahLst/>
              <a:cxnLst/>
              <a:rect l="l" t="t" r="r" b="b"/>
              <a:pathLst>
                <a:path w="4267200" h="2286000">
                  <a:moveTo>
                    <a:pt x="0" y="0"/>
                  </a:moveTo>
                  <a:lnTo>
                    <a:pt x="4267198" y="228599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6199" y="1905001"/>
              <a:ext cx="4267200" cy="2286000"/>
            </a:xfrm>
            <a:custGeom>
              <a:avLst/>
              <a:gdLst/>
              <a:ahLst/>
              <a:cxnLst/>
              <a:rect l="l" t="t" r="r" b="b"/>
              <a:pathLst>
                <a:path w="4267200" h="2286000">
                  <a:moveTo>
                    <a:pt x="0" y="0"/>
                  </a:moveTo>
                  <a:lnTo>
                    <a:pt x="4267198" y="228599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1800225" y="443123"/>
            <a:ext cx="1350588" cy="84666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7650">
              <a:spcBef>
                <a:spcPts val="66"/>
              </a:spcBef>
            </a:pPr>
            <a:r>
              <a:rPr sz="1853" spc="-7" dirty="0">
                <a:latin typeface="Calibri"/>
                <a:cs typeface="Calibri"/>
              </a:rPr>
              <a:t>RANSAC</a:t>
            </a:r>
            <a:endParaRPr sz="1853">
              <a:latin typeface="Calibri"/>
              <a:cs typeface="Calibri"/>
            </a:endParaRPr>
          </a:p>
          <a:p>
            <a:pPr>
              <a:spcBef>
                <a:spcPts val="533"/>
              </a:spcBef>
            </a:pPr>
            <a:endParaRPr sz="1853">
              <a:latin typeface="Calibri"/>
              <a:cs typeface="Calibri"/>
            </a:endParaRPr>
          </a:p>
          <a:p>
            <a:pPr marL="8405">
              <a:spcBef>
                <a:spcPts val="3"/>
              </a:spcBef>
            </a:pPr>
            <a:r>
              <a:rPr sz="1324" dirty="0">
                <a:latin typeface="Calibri"/>
                <a:cs typeface="Calibri"/>
              </a:rPr>
              <a:t>Line</a:t>
            </a:r>
            <a:r>
              <a:rPr sz="1324" spc="-33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fitting</a:t>
            </a:r>
            <a:r>
              <a:rPr sz="1324" spc="-33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example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674158" y="2412076"/>
            <a:ext cx="5222922" cy="133526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626582">
              <a:spcBef>
                <a:spcPts val="66"/>
              </a:spcBef>
              <a:tabLst>
                <a:tab pos="979166" algn="l"/>
              </a:tabLst>
            </a:pPr>
            <a:r>
              <a:rPr sz="2052" i="1" spc="73" dirty="0">
                <a:latin typeface="Times New Roman"/>
                <a:cs typeface="Times New Roman"/>
              </a:rPr>
              <a:t>N</a:t>
            </a:r>
            <a:r>
              <a:rPr sz="1787" i="1" spc="109" baseline="-23148" dirty="0">
                <a:latin typeface="Times New Roman"/>
                <a:cs typeface="Times New Roman"/>
              </a:rPr>
              <a:t>I</a:t>
            </a:r>
            <a:r>
              <a:rPr sz="1787" i="1" baseline="-23148" dirty="0">
                <a:latin typeface="Times New Roman"/>
                <a:cs typeface="Times New Roman"/>
              </a:rPr>
              <a:t>	</a:t>
            </a:r>
            <a:r>
              <a:rPr sz="2052" dirty="0">
                <a:latin typeface="Symbol"/>
                <a:cs typeface="Symbol"/>
              </a:rPr>
              <a:t></a:t>
            </a:r>
            <a:r>
              <a:rPr sz="2052" spc="-156" dirty="0">
                <a:latin typeface="Times New Roman"/>
                <a:cs typeface="Times New Roman"/>
              </a:rPr>
              <a:t> </a:t>
            </a:r>
            <a:r>
              <a:rPr sz="2052" spc="-33" dirty="0">
                <a:latin typeface="Times New Roman"/>
                <a:cs typeface="Times New Roman"/>
              </a:rPr>
              <a:t>6</a:t>
            </a:r>
            <a:endParaRPr sz="2052">
              <a:latin typeface="Times New Roman"/>
              <a:cs typeface="Times New Roman"/>
            </a:endParaRPr>
          </a:p>
          <a:p>
            <a:pPr marL="33619">
              <a:spcBef>
                <a:spcPts val="2144"/>
              </a:spcBef>
            </a:pPr>
            <a:r>
              <a:rPr sz="1588" spc="-7" dirty="0">
                <a:latin typeface="Calibri"/>
                <a:cs typeface="Calibri"/>
              </a:rPr>
              <a:t>Algorithm:</a:t>
            </a:r>
            <a:endParaRPr sz="1588">
              <a:latin typeface="Calibri"/>
              <a:cs typeface="Calibri"/>
            </a:endParaRPr>
          </a:p>
          <a:p>
            <a:pPr marL="298373" indent="-264753">
              <a:spcBef>
                <a:spcPts val="675"/>
              </a:spcBef>
              <a:buFont typeface="Calibri"/>
              <a:buAutoNum type="arabicPeriod"/>
              <a:tabLst>
                <a:tab pos="298373" algn="l"/>
              </a:tabLst>
            </a:pPr>
            <a:r>
              <a:rPr sz="1324" b="1" dirty="0">
                <a:latin typeface="Calibri"/>
                <a:cs typeface="Calibri"/>
              </a:rPr>
              <a:t>Sample</a:t>
            </a:r>
            <a:r>
              <a:rPr sz="1324" b="1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(randomly)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number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points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required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to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fit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(#=2)</a:t>
            </a:r>
            <a:endParaRPr sz="1324">
              <a:latin typeface="Calibri"/>
              <a:cs typeface="Calibri"/>
            </a:endParaRPr>
          </a:p>
          <a:p>
            <a:pPr marL="298373" indent="-264753">
              <a:buFont typeface="Calibri"/>
              <a:buAutoNum type="arabicPeriod"/>
              <a:tabLst>
                <a:tab pos="298373" algn="l"/>
              </a:tabLst>
            </a:pPr>
            <a:r>
              <a:rPr sz="1324" b="1" dirty="0">
                <a:latin typeface="Calibri"/>
                <a:cs typeface="Calibri"/>
              </a:rPr>
              <a:t>Solve</a:t>
            </a:r>
            <a:r>
              <a:rPr sz="1324" b="1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for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13" dirty="0">
                <a:latin typeface="Calibri"/>
                <a:cs typeface="Calibri"/>
              </a:rPr>
              <a:t>parameters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using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samples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647265" y="3736316"/>
            <a:ext cx="5698191" cy="203774"/>
          </a:xfrm>
          <a:prstGeom prst="rect">
            <a:avLst/>
          </a:prstGeom>
          <a:ln w="25399">
            <a:solidFill>
              <a:srgbClr val="FF26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095">
              <a:tabLst>
                <a:tab pos="325268" algn="l"/>
              </a:tabLst>
            </a:pPr>
            <a:r>
              <a:rPr sz="1324" spc="-17" dirty="0">
                <a:latin typeface="Calibri"/>
                <a:cs typeface="Calibri"/>
              </a:rPr>
              <a:t>3.</a:t>
            </a:r>
            <a:r>
              <a:rPr sz="1324" dirty="0">
                <a:latin typeface="Calibri"/>
                <a:cs typeface="Calibri"/>
              </a:rPr>
              <a:t>	</a:t>
            </a:r>
            <a:r>
              <a:rPr sz="1324" b="1" dirty="0">
                <a:latin typeface="Calibri"/>
                <a:cs typeface="Calibri"/>
              </a:rPr>
              <a:t>Score</a:t>
            </a:r>
            <a:r>
              <a:rPr sz="1324" b="1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by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fraction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inliers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within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a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preset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threshold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model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699372" y="4131609"/>
            <a:ext cx="4225738" cy="21226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324" b="1" spc="-7" dirty="0">
                <a:latin typeface="Calibri"/>
                <a:cs typeface="Calibri"/>
              </a:rPr>
              <a:t>Repeat</a:t>
            </a:r>
            <a:r>
              <a:rPr sz="1324" b="1" spc="-40" dirty="0">
                <a:latin typeface="Calibri"/>
                <a:cs typeface="Calibri"/>
              </a:rPr>
              <a:t> </a:t>
            </a:r>
            <a:r>
              <a:rPr sz="1324" spc="-142" dirty="0">
                <a:latin typeface="Calibri"/>
                <a:cs typeface="Calibri"/>
              </a:rPr>
              <a:t>1-</a:t>
            </a:r>
            <a:r>
              <a:rPr sz="1324" spc="-275" dirty="0">
                <a:latin typeface="Calibri"/>
                <a:cs typeface="Calibri"/>
              </a:rPr>
              <a:t>­</a:t>
            </a:r>
            <a:r>
              <a:rPr sz="1324" spc="-142" dirty="0">
                <a:latin typeface="Calibri"/>
                <a:cs typeface="Calibri"/>
              </a:rPr>
              <a:t>‐3</a:t>
            </a:r>
            <a:r>
              <a:rPr sz="1324" dirty="0">
                <a:latin typeface="Calibri"/>
                <a:cs typeface="Calibri"/>
              </a:rPr>
              <a:t> until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best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is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found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with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high</a:t>
            </a:r>
            <a:r>
              <a:rPr sz="1324" spc="-17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confidence</a:t>
            </a:r>
            <a:endParaRPr sz="1324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52C51F8-1429-2FC4-04B8-3B64A58A4E5D}"/>
                  </a:ext>
                </a:extLst>
              </p14:cNvPr>
              <p14:cNvContentPartPr/>
              <p14:nvPr/>
            </p14:nvContentPartPr>
            <p14:xfrm>
              <a:off x="3346920" y="295560"/>
              <a:ext cx="3042000" cy="25164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52C51F8-1429-2FC4-04B8-3B64A58A4E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5320" y="273960"/>
                <a:ext cx="3079800" cy="255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1352" y="1798544"/>
            <a:ext cx="184897" cy="184897"/>
            <a:chOff x="4317999" y="2717800"/>
            <a:chExt cx="279400" cy="279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399" y="2743200"/>
              <a:ext cx="228600" cy="228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43399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353484" y="2050677"/>
            <a:ext cx="184897" cy="184897"/>
            <a:chOff x="4698998" y="3098800"/>
            <a:chExt cx="279400" cy="279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4398" y="3124200"/>
              <a:ext cx="228600" cy="228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243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849219" y="2302809"/>
            <a:ext cx="184897" cy="184897"/>
            <a:chOff x="3936998" y="3479800"/>
            <a:chExt cx="279400" cy="2794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398" y="3505200"/>
              <a:ext cx="228600" cy="228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62398" y="3505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412440" y="739589"/>
            <a:ext cx="184897" cy="184897"/>
            <a:chOff x="6299198" y="1117601"/>
            <a:chExt cx="279400" cy="2794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598" y="1143001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24598" y="11430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513293" y="1143000"/>
            <a:ext cx="184897" cy="184897"/>
            <a:chOff x="6451598" y="1727200"/>
            <a:chExt cx="279400" cy="2794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6998" y="175260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76998" y="17525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656043" y="1748118"/>
            <a:ext cx="184897" cy="184897"/>
            <a:chOff x="5156198" y="2641600"/>
            <a:chExt cx="279400" cy="2794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98" y="2667000"/>
              <a:ext cx="228600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181598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807322" y="1395133"/>
            <a:ext cx="184897" cy="184897"/>
            <a:chOff x="5384798" y="2108201"/>
            <a:chExt cx="279400" cy="2794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8" y="2133601"/>
              <a:ext cx="2286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410198" y="21336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664572" y="437030"/>
            <a:ext cx="184897" cy="184897"/>
            <a:chOff x="6680198" y="660401"/>
            <a:chExt cx="279400" cy="2794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685801"/>
              <a:ext cx="228600" cy="228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055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059455" y="1193427"/>
            <a:ext cx="336176" cy="285750"/>
            <a:chOff x="5765798" y="1803401"/>
            <a:chExt cx="508000" cy="43180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1981200"/>
              <a:ext cx="228600" cy="228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019798" y="1981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198" y="1828801"/>
              <a:ext cx="228600" cy="228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791198" y="1828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017558" y="437030"/>
            <a:ext cx="184897" cy="184897"/>
            <a:chOff x="7213598" y="660401"/>
            <a:chExt cx="279400" cy="27940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8998" y="685801"/>
              <a:ext cx="228600" cy="2286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2389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664572" y="941295"/>
            <a:ext cx="184897" cy="184897"/>
            <a:chOff x="6680198" y="1422401"/>
            <a:chExt cx="279400" cy="279400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1447801"/>
              <a:ext cx="228600" cy="2286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705598" y="1447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967131" y="689162"/>
            <a:ext cx="184897" cy="184897"/>
            <a:chOff x="7137398" y="1041401"/>
            <a:chExt cx="279400" cy="27940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798" y="1066801"/>
              <a:ext cx="228600" cy="2286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162798" y="1066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4303058" y="588310"/>
            <a:ext cx="184897" cy="184897"/>
            <a:chOff x="4622798" y="889001"/>
            <a:chExt cx="279400" cy="279400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198" y="914401"/>
              <a:ext cx="228600" cy="2286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648198" y="9144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067984" y="2050677"/>
            <a:ext cx="184897" cy="184897"/>
            <a:chOff x="7289798" y="3098800"/>
            <a:chExt cx="279400" cy="27940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198" y="3124200"/>
              <a:ext cx="2286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315198" y="3124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362013" y="2252382"/>
            <a:ext cx="184897" cy="184897"/>
            <a:chOff x="6222998" y="3403600"/>
            <a:chExt cx="279400" cy="279400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398" y="3429000"/>
              <a:ext cx="228600" cy="228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248398" y="3429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5160308" y="2605368"/>
            <a:ext cx="184897" cy="184897"/>
            <a:chOff x="5918198" y="3937000"/>
            <a:chExt cx="279400" cy="279400"/>
          </a:xfrm>
        </p:grpSpPr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8" y="3962399"/>
              <a:ext cx="228600" cy="2286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943598" y="3962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5664572" y="2000250"/>
            <a:ext cx="184897" cy="184897"/>
            <a:chOff x="6680198" y="3022600"/>
            <a:chExt cx="279400" cy="279400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598" y="3048000"/>
              <a:ext cx="2286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705598" y="3048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4555190" y="790015"/>
            <a:ext cx="184897" cy="184897"/>
            <a:chOff x="5003798" y="1193801"/>
            <a:chExt cx="279400" cy="279400"/>
          </a:xfrm>
        </p:grpSpPr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8" y="1219201"/>
              <a:ext cx="228600" cy="2286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029198" y="12192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5210734" y="1596838"/>
            <a:ext cx="184897" cy="184897"/>
            <a:chOff x="5994398" y="2413000"/>
            <a:chExt cx="279400" cy="279400"/>
          </a:xfrm>
        </p:grpSpPr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798" y="2438399"/>
              <a:ext cx="2286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019798" y="2438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4101352" y="1798544"/>
            <a:ext cx="184897" cy="184897"/>
            <a:chOff x="4317999" y="2717800"/>
            <a:chExt cx="279400" cy="279400"/>
          </a:xfrm>
        </p:grpSpPr>
        <p:pic>
          <p:nvPicPr>
            <p:cNvPr id="62" name="object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399" y="2743200"/>
              <a:ext cx="228600" cy="2286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343399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4" name="object 6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66091" y="2063284"/>
            <a:ext cx="159683" cy="159683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3849219" y="2302809"/>
            <a:ext cx="184897" cy="184897"/>
            <a:chOff x="3936998" y="3479800"/>
            <a:chExt cx="279400" cy="279400"/>
          </a:xfrm>
        </p:grpSpPr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398" y="3505200"/>
              <a:ext cx="228600" cy="22860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962398" y="3505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412440" y="739589"/>
            <a:ext cx="184897" cy="184897"/>
            <a:chOff x="6299198" y="1117601"/>
            <a:chExt cx="279400" cy="279400"/>
          </a:xfrm>
        </p:grpSpPr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598" y="1143001"/>
              <a:ext cx="228600" cy="2286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324598" y="11430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5513293" y="1143000"/>
            <a:ext cx="184897" cy="184897"/>
            <a:chOff x="6451598" y="1727200"/>
            <a:chExt cx="279400" cy="279400"/>
          </a:xfrm>
        </p:grpSpPr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8" y="1752600"/>
              <a:ext cx="228600" cy="2286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476998" y="17525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4" name="object 7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8649" y="1760725"/>
            <a:ext cx="159684" cy="159683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4807322" y="1395133"/>
            <a:ext cx="184897" cy="184897"/>
            <a:chOff x="5384798" y="2108201"/>
            <a:chExt cx="279400" cy="279400"/>
          </a:xfrm>
        </p:grpSpPr>
        <p:pic>
          <p:nvPicPr>
            <p:cNvPr id="76" name="object 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198" y="2133601"/>
              <a:ext cx="228600" cy="22860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410198" y="21336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5664572" y="437030"/>
            <a:ext cx="184897" cy="184897"/>
            <a:chOff x="6680198" y="660401"/>
            <a:chExt cx="279400" cy="279400"/>
          </a:xfrm>
        </p:grpSpPr>
        <p:pic>
          <p:nvPicPr>
            <p:cNvPr id="79" name="object 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598" y="685801"/>
              <a:ext cx="228600" cy="2286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67055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5059455" y="1193427"/>
            <a:ext cx="336176" cy="285750"/>
            <a:chOff x="5765798" y="1803401"/>
            <a:chExt cx="508000" cy="431800"/>
          </a:xfrm>
        </p:grpSpPr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798" y="1981200"/>
              <a:ext cx="228600" cy="22860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6019798" y="1981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198" y="1828801"/>
              <a:ext cx="228600" cy="22860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791198" y="1828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6017558" y="437030"/>
            <a:ext cx="184897" cy="184897"/>
            <a:chOff x="7213598" y="660401"/>
            <a:chExt cx="279400" cy="279400"/>
          </a:xfrm>
        </p:grpSpPr>
        <p:pic>
          <p:nvPicPr>
            <p:cNvPr id="87" name="object 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8998" y="685801"/>
              <a:ext cx="228600" cy="22860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238998" y="685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89"/>
          <p:cNvGrpSpPr/>
          <p:nvPr/>
        </p:nvGrpSpPr>
        <p:grpSpPr>
          <a:xfrm>
            <a:off x="5664572" y="941295"/>
            <a:ext cx="184897" cy="184897"/>
            <a:chOff x="6680198" y="1422401"/>
            <a:chExt cx="279400" cy="279400"/>
          </a:xfrm>
        </p:grpSpPr>
        <p:pic>
          <p:nvPicPr>
            <p:cNvPr id="90" name="object 9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598" y="1447801"/>
              <a:ext cx="228600" cy="22860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705598" y="1447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299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5967131" y="689162"/>
            <a:ext cx="184897" cy="184897"/>
            <a:chOff x="7137398" y="1041401"/>
            <a:chExt cx="279400" cy="279400"/>
          </a:xfrm>
        </p:grpSpPr>
        <p:pic>
          <p:nvPicPr>
            <p:cNvPr id="93" name="object 9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2798" y="1066801"/>
              <a:ext cx="228600" cy="228600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7162798" y="10668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5210734" y="1596838"/>
            <a:ext cx="184897" cy="184897"/>
            <a:chOff x="5994398" y="2413000"/>
            <a:chExt cx="279400" cy="279400"/>
          </a:xfrm>
        </p:grpSpPr>
        <p:pic>
          <p:nvPicPr>
            <p:cNvPr id="96" name="object 9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798" y="2438399"/>
              <a:ext cx="228600" cy="22860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6019798" y="24383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599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507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3513043" y="2269191"/>
            <a:ext cx="352985" cy="403412"/>
            <a:chOff x="3428998" y="3429000"/>
            <a:chExt cx="533400" cy="609600"/>
          </a:xfrm>
        </p:grpSpPr>
        <p:sp>
          <p:nvSpPr>
            <p:cNvPr id="99" name="object 99"/>
            <p:cNvSpPr/>
            <p:nvPr/>
          </p:nvSpPr>
          <p:spPr>
            <a:xfrm>
              <a:off x="3462451" y="3467231"/>
              <a:ext cx="466725" cy="533400"/>
            </a:xfrm>
            <a:custGeom>
              <a:avLst/>
              <a:gdLst/>
              <a:ahLst/>
              <a:cxnLst/>
              <a:rect l="l" t="t" r="r" b="b"/>
              <a:pathLst>
                <a:path w="466725" h="533400">
                  <a:moveTo>
                    <a:pt x="0" y="0"/>
                  </a:moveTo>
                  <a:lnTo>
                    <a:pt x="466495" y="533137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428987" y="3428999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157708" y="64516"/>
                  </a:moveTo>
                  <a:lnTo>
                    <a:pt x="0" y="0"/>
                  </a:lnTo>
                  <a:lnTo>
                    <a:pt x="43014" y="164871"/>
                  </a:lnTo>
                  <a:lnTo>
                    <a:pt x="157708" y="64516"/>
                  </a:lnTo>
                  <a:close/>
                </a:path>
                <a:path w="533400" h="609600">
                  <a:moveTo>
                    <a:pt x="533400" y="609600"/>
                  </a:moveTo>
                  <a:lnTo>
                    <a:pt x="490397" y="444741"/>
                  </a:lnTo>
                  <a:lnTo>
                    <a:pt x="375704" y="545096"/>
                  </a:lnTo>
                  <a:lnTo>
                    <a:pt x="533400" y="609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3424855" y="2456096"/>
            <a:ext cx="134471" cy="311012"/>
          </a:xfrm>
          <a:prstGeom prst="rect">
            <a:avLst/>
          </a:prstGeom>
        </p:spPr>
        <p:txBody>
          <a:bodyPr vert="horz" wrap="square" lIns="0" tIns="10506" rIns="0" bIns="0" rtlCol="0">
            <a:spAutoFit/>
          </a:bodyPr>
          <a:lstStyle/>
          <a:p>
            <a:pPr marL="8405">
              <a:spcBef>
                <a:spcPts val="83"/>
              </a:spcBef>
            </a:pPr>
            <a:r>
              <a:rPr sz="1952" spc="-33" dirty="0">
                <a:latin typeface="Symbol"/>
                <a:cs typeface="Symbol"/>
              </a:rPr>
              <a:t></a:t>
            </a:r>
            <a:endParaRPr sz="1952">
              <a:latin typeface="Symbol"/>
              <a:cs typeface="Symbo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3647515" y="487456"/>
            <a:ext cx="2554941" cy="2588559"/>
            <a:chOff x="3632200" y="736600"/>
            <a:chExt cx="3860800" cy="3911600"/>
          </a:xfrm>
        </p:grpSpPr>
        <p:sp>
          <p:nvSpPr>
            <p:cNvPr id="103" name="object 103"/>
            <p:cNvSpPr/>
            <p:nvPr/>
          </p:nvSpPr>
          <p:spPr>
            <a:xfrm>
              <a:off x="3995850" y="4076831"/>
              <a:ext cx="466725" cy="533400"/>
            </a:xfrm>
            <a:custGeom>
              <a:avLst/>
              <a:gdLst/>
              <a:ahLst/>
              <a:cxnLst/>
              <a:rect l="l" t="t" r="r" b="b"/>
              <a:pathLst>
                <a:path w="466725" h="533400">
                  <a:moveTo>
                    <a:pt x="0" y="0"/>
                  </a:moveTo>
                  <a:lnTo>
                    <a:pt x="466495" y="533138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62387" y="4038599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157708" y="64516"/>
                  </a:moveTo>
                  <a:lnTo>
                    <a:pt x="0" y="0"/>
                  </a:lnTo>
                  <a:lnTo>
                    <a:pt x="43014" y="164871"/>
                  </a:lnTo>
                  <a:lnTo>
                    <a:pt x="157708" y="64516"/>
                  </a:lnTo>
                  <a:close/>
                </a:path>
                <a:path w="533400" h="609600">
                  <a:moveTo>
                    <a:pt x="533400" y="609600"/>
                  </a:moveTo>
                  <a:lnTo>
                    <a:pt x="490397" y="444741"/>
                  </a:lnTo>
                  <a:lnTo>
                    <a:pt x="375704" y="545096"/>
                  </a:lnTo>
                  <a:lnTo>
                    <a:pt x="533400" y="609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657599" y="762000"/>
              <a:ext cx="3810000" cy="3581400"/>
            </a:xfrm>
            <a:custGeom>
              <a:avLst/>
              <a:gdLst/>
              <a:ahLst/>
              <a:cxnLst/>
              <a:rect l="l" t="t" r="r" b="b"/>
              <a:pathLst>
                <a:path w="3810000" h="3581400">
                  <a:moveTo>
                    <a:pt x="0" y="3581399"/>
                  </a:moveTo>
                  <a:lnTo>
                    <a:pt x="3809999" y="0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809680" y="443123"/>
            <a:ext cx="799260" cy="293629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853" spc="-7" dirty="0">
                <a:latin typeface="Calibri"/>
                <a:cs typeface="Calibri"/>
              </a:rPr>
              <a:t>RANSAC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300520" y="2714635"/>
            <a:ext cx="853048" cy="32427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33619">
              <a:spcBef>
                <a:spcPts val="66"/>
              </a:spcBef>
              <a:tabLst>
                <a:tab pos="385783" algn="l"/>
              </a:tabLst>
            </a:pPr>
            <a:r>
              <a:rPr sz="2052" i="1" spc="73" dirty="0">
                <a:latin typeface="Times New Roman"/>
                <a:cs typeface="Times New Roman"/>
              </a:rPr>
              <a:t>N</a:t>
            </a:r>
            <a:r>
              <a:rPr sz="1787" i="1" spc="109" baseline="-23148" dirty="0">
                <a:latin typeface="Times New Roman"/>
                <a:cs typeface="Times New Roman"/>
              </a:rPr>
              <a:t>I</a:t>
            </a:r>
            <a:r>
              <a:rPr sz="1787" i="1" baseline="-23148" dirty="0">
                <a:latin typeface="Times New Roman"/>
                <a:cs typeface="Times New Roman"/>
              </a:rPr>
              <a:t>	</a:t>
            </a:r>
            <a:r>
              <a:rPr sz="2052" dirty="0">
                <a:latin typeface="Symbol"/>
                <a:cs typeface="Symbol"/>
              </a:rPr>
              <a:t></a:t>
            </a:r>
            <a:r>
              <a:rPr sz="2052" spc="-295" dirty="0">
                <a:latin typeface="Times New Roman"/>
                <a:cs typeface="Times New Roman"/>
              </a:rPr>
              <a:t> </a:t>
            </a:r>
            <a:r>
              <a:rPr sz="2052" spc="-17" dirty="0">
                <a:latin typeface="Times New Roman"/>
                <a:cs typeface="Times New Roman"/>
              </a:rPr>
              <a:t>14</a:t>
            </a:r>
            <a:endParaRPr sz="2052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699372" y="2894143"/>
            <a:ext cx="5189304" cy="1057897"/>
          </a:xfrm>
          <a:prstGeom prst="rect">
            <a:avLst/>
          </a:prstGeom>
        </p:spPr>
        <p:txBody>
          <a:bodyPr vert="horz" wrap="square" lIns="0" tIns="111358" rIns="0" bIns="0" rtlCol="0">
            <a:spAutoFit/>
          </a:bodyPr>
          <a:lstStyle/>
          <a:p>
            <a:pPr marL="8405">
              <a:spcBef>
                <a:spcPts val="877"/>
              </a:spcBef>
            </a:pPr>
            <a:r>
              <a:rPr sz="1588" spc="-7" dirty="0">
                <a:latin typeface="Calibri"/>
                <a:cs typeface="Calibri"/>
              </a:rPr>
              <a:t>Algorithm:</a:t>
            </a:r>
            <a:endParaRPr sz="1588">
              <a:latin typeface="Calibri"/>
              <a:cs typeface="Calibri"/>
            </a:endParaRPr>
          </a:p>
          <a:p>
            <a:pPr marL="273158" indent="-264753">
              <a:spcBef>
                <a:spcPts val="672"/>
              </a:spcBef>
              <a:buFont typeface="Calibri"/>
              <a:buAutoNum type="arabicPeriod"/>
              <a:tabLst>
                <a:tab pos="273158" algn="l"/>
              </a:tabLst>
            </a:pPr>
            <a:r>
              <a:rPr sz="1324" b="1" dirty="0">
                <a:latin typeface="Calibri"/>
                <a:cs typeface="Calibri"/>
              </a:rPr>
              <a:t>Sample</a:t>
            </a:r>
            <a:r>
              <a:rPr sz="1324" b="1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(randomly)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number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points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required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to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fit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(#=2)</a:t>
            </a:r>
            <a:endParaRPr sz="1324">
              <a:latin typeface="Calibri"/>
              <a:cs typeface="Calibri"/>
            </a:endParaRPr>
          </a:p>
          <a:p>
            <a:pPr marL="273158" indent="-264753">
              <a:buFont typeface="Calibri"/>
              <a:buAutoNum type="arabicPeriod"/>
              <a:tabLst>
                <a:tab pos="273158" algn="l"/>
              </a:tabLst>
            </a:pPr>
            <a:r>
              <a:rPr sz="1324" b="1" dirty="0">
                <a:latin typeface="Calibri"/>
                <a:cs typeface="Calibri"/>
              </a:rPr>
              <a:t>Solve</a:t>
            </a:r>
            <a:r>
              <a:rPr sz="1324" b="1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for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13" dirty="0">
                <a:latin typeface="Calibri"/>
                <a:cs typeface="Calibri"/>
              </a:rPr>
              <a:t>parameters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using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samples</a:t>
            </a:r>
            <a:endParaRPr sz="1324">
              <a:latin typeface="Calibri"/>
              <a:cs typeface="Calibri"/>
            </a:endParaRPr>
          </a:p>
          <a:p>
            <a:pPr marL="273158" indent="-264753">
              <a:buFont typeface="Calibri"/>
              <a:buAutoNum type="arabicPeriod"/>
              <a:tabLst>
                <a:tab pos="273158" algn="l"/>
              </a:tabLst>
            </a:pPr>
            <a:r>
              <a:rPr sz="1324" b="1" dirty="0">
                <a:latin typeface="Calibri"/>
                <a:cs typeface="Calibri"/>
              </a:rPr>
              <a:t>Score</a:t>
            </a:r>
            <a:r>
              <a:rPr sz="1324" b="1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by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fraction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inliers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within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a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preset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threshold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30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model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647265" y="4107379"/>
            <a:ext cx="5698191" cy="236447"/>
          </a:xfrm>
          <a:prstGeom prst="rect">
            <a:avLst/>
          </a:prstGeom>
          <a:ln w="25399">
            <a:solidFill>
              <a:srgbClr val="FF2600"/>
            </a:solidFill>
          </a:ln>
        </p:spPr>
        <p:txBody>
          <a:bodyPr vert="horz" wrap="square" lIns="0" tIns="32357" rIns="0" bIns="0" rtlCol="0">
            <a:spAutoFit/>
          </a:bodyPr>
          <a:lstStyle/>
          <a:p>
            <a:pPr marL="60095">
              <a:spcBef>
                <a:spcPts val="255"/>
              </a:spcBef>
            </a:pPr>
            <a:r>
              <a:rPr sz="1324" b="1" spc="-7" dirty="0">
                <a:latin typeface="Calibri"/>
                <a:cs typeface="Calibri"/>
              </a:rPr>
              <a:t>Repeat</a:t>
            </a:r>
            <a:r>
              <a:rPr sz="1324" b="1" spc="-40" dirty="0">
                <a:latin typeface="Calibri"/>
                <a:cs typeface="Calibri"/>
              </a:rPr>
              <a:t> </a:t>
            </a:r>
            <a:r>
              <a:rPr sz="1324" spc="-142" dirty="0">
                <a:latin typeface="Calibri"/>
                <a:cs typeface="Calibri"/>
              </a:rPr>
              <a:t>1-</a:t>
            </a:r>
            <a:r>
              <a:rPr sz="1324" spc="-275" dirty="0">
                <a:latin typeface="Calibri"/>
                <a:cs typeface="Calibri"/>
              </a:rPr>
              <a:t>­</a:t>
            </a:r>
            <a:r>
              <a:rPr sz="1324" spc="-142" dirty="0">
                <a:latin typeface="Calibri"/>
                <a:cs typeface="Calibri"/>
              </a:rPr>
              <a:t>‐3</a:t>
            </a:r>
            <a:r>
              <a:rPr sz="1324" dirty="0">
                <a:latin typeface="Calibri"/>
                <a:cs typeface="Calibri"/>
              </a:rPr>
              <a:t> until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best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model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is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found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with</a:t>
            </a:r>
            <a:r>
              <a:rPr sz="1324" spc="-20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high</a:t>
            </a:r>
            <a:r>
              <a:rPr sz="1324" spc="-17" dirty="0">
                <a:latin typeface="Calibri"/>
                <a:cs typeface="Calibri"/>
              </a:rPr>
              <a:t> </a:t>
            </a:r>
            <a:r>
              <a:rPr sz="1324" spc="-7" dirty="0">
                <a:latin typeface="Calibri"/>
                <a:cs typeface="Calibri"/>
              </a:rPr>
              <a:t>confidence</a:t>
            </a:r>
            <a:endParaRPr sz="1324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5329AC0-B85B-D4FB-F024-366EF2FEAC6C}"/>
                  </a:ext>
                </a:extLst>
              </p14:cNvPr>
              <p14:cNvContentPartPr/>
              <p14:nvPr/>
            </p14:nvContentPartPr>
            <p14:xfrm>
              <a:off x="4052520" y="485640"/>
              <a:ext cx="3206160" cy="27014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5329AC0-B85B-D4FB-F024-366EF2FEAC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6320" y="469440"/>
                <a:ext cx="3238560" cy="27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0820C91-1E83-24C0-5EEC-2B15B35BFA0D}"/>
                  </a:ext>
                </a:extLst>
              </p14:cNvPr>
              <p14:cNvContentPartPr/>
              <p14:nvPr/>
            </p14:nvContentPartPr>
            <p14:xfrm>
              <a:off x="342360" y="17640"/>
              <a:ext cx="7927200" cy="40215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0820C91-1E83-24C0-5EEC-2B15B35BFA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6160" y="1440"/>
                <a:ext cx="7959600" cy="405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0728" y="632223"/>
            <a:ext cx="1246374" cy="77792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pc="-7" dirty="0"/>
              <a:t>RANSAC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1077" y="1322662"/>
            <a:ext cx="5333019" cy="2828293"/>
          </a:xfrm>
          <a:prstGeom prst="rect">
            <a:avLst/>
          </a:prstGeom>
        </p:spPr>
        <p:txBody>
          <a:bodyPr vert="horz" wrap="square" lIns="0" tIns="68916" rIns="0" bIns="0" rtlCol="0">
            <a:spAutoFit/>
          </a:bodyPr>
          <a:lstStyle/>
          <a:p>
            <a:pPr marL="234916" indent="-226511">
              <a:spcBef>
                <a:spcPts val="542"/>
              </a:spcBef>
              <a:buFont typeface="Arial MT"/>
              <a:buChar char="•"/>
              <a:tabLst>
                <a:tab pos="234916" algn="l"/>
              </a:tabLst>
            </a:pPr>
            <a:r>
              <a:rPr sz="2118" spc="-7" dirty="0">
                <a:latin typeface="Calibri"/>
                <a:cs typeface="Calibri"/>
              </a:rPr>
              <a:t>Idea:</a:t>
            </a:r>
            <a:endParaRPr sz="2118">
              <a:latin typeface="Calibri"/>
              <a:cs typeface="Calibri"/>
            </a:endParaRPr>
          </a:p>
          <a:p>
            <a:pPr marL="495887" marR="3362" lvl="1" indent="-184907">
              <a:lnSpc>
                <a:spcPct val="100099"/>
              </a:lnSpc>
              <a:spcBef>
                <a:spcPts val="417"/>
              </a:spcBef>
              <a:buFont typeface="Arial MT"/>
              <a:buChar char="–"/>
              <a:tabLst>
                <a:tab pos="495887" algn="l"/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	All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inliers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will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agree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with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each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other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spc="-17" dirty="0">
                <a:latin typeface="Calibri"/>
                <a:cs typeface="Calibri"/>
              </a:rPr>
              <a:t>the </a:t>
            </a:r>
            <a:r>
              <a:rPr sz="1853" spc="-7" dirty="0">
                <a:latin typeface="Calibri"/>
                <a:cs typeface="Calibri"/>
              </a:rPr>
              <a:t>translation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vector;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(hopefully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small)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number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spc="-17" dirty="0">
                <a:latin typeface="Calibri"/>
                <a:cs typeface="Calibri"/>
              </a:rPr>
              <a:t>of </a:t>
            </a:r>
            <a:r>
              <a:rPr sz="1853" dirty="0">
                <a:latin typeface="Calibri"/>
                <a:cs typeface="Calibri"/>
              </a:rPr>
              <a:t>outliers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will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(hopefully)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disagree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with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each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other</a:t>
            </a:r>
            <a:endParaRPr sz="1853">
              <a:latin typeface="Calibri"/>
              <a:cs typeface="Calibri"/>
            </a:endParaRPr>
          </a:p>
          <a:p>
            <a:pPr marL="764002" lvl="2" indent="-150446">
              <a:spcBef>
                <a:spcPts val="341"/>
              </a:spcBef>
              <a:buFont typeface="Arial MT"/>
              <a:buChar char="•"/>
              <a:tabLst>
                <a:tab pos="764002" algn="l"/>
              </a:tabLst>
            </a:pPr>
            <a:r>
              <a:rPr sz="1588" dirty="0">
                <a:latin typeface="Calibri"/>
                <a:cs typeface="Calibri"/>
              </a:rPr>
              <a:t>RANSAC</a:t>
            </a:r>
            <a:r>
              <a:rPr sz="1588" spc="-30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only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has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spc="-7" dirty="0">
                <a:latin typeface="Calibri"/>
                <a:cs typeface="Calibri"/>
              </a:rPr>
              <a:t>guarantees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if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there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are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&lt;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50%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spc="-7" dirty="0">
                <a:latin typeface="Calibri"/>
                <a:cs typeface="Calibri"/>
              </a:rPr>
              <a:t>outliers</a:t>
            </a:r>
            <a:endParaRPr sz="1588">
              <a:latin typeface="Calibri"/>
              <a:cs typeface="Calibri"/>
            </a:endParaRPr>
          </a:p>
          <a:p>
            <a:pPr lvl="2">
              <a:spcBef>
                <a:spcPts val="940"/>
              </a:spcBef>
              <a:buFont typeface="Arial MT"/>
              <a:buChar char="•"/>
            </a:pPr>
            <a:endParaRPr sz="1588">
              <a:latin typeface="Calibri"/>
              <a:cs typeface="Calibri"/>
            </a:endParaRPr>
          </a:p>
          <a:p>
            <a:pPr marL="495887" marR="352164" lvl="1" indent="-184907">
              <a:lnSpc>
                <a:spcPts val="2203"/>
              </a:lnSpc>
              <a:spcBef>
                <a:spcPts val="3"/>
              </a:spcBef>
              <a:buFont typeface="Arial MT"/>
              <a:buChar char="–"/>
              <a:tabLst>
                <a:tab pos="495887" algn="l"/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	</a:t>
            </a:r>
            <a:r>
              <a:rPr sz="1853" spc="-30" dirty="0">
                <a:latin typeface="Calibri"/>
                <a:cs typeface="Calibri"/>
              </a:rPr>
              <a:t>“All</a:t>
            </a:r>
            <a:r>
              <a:rPr sz="1853" spc="-5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good</a:t>
            </a:r>
            <a:r>
              <a:rPr sz="1853" spc="-5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matches</a:t>
            </a:r>
            <a:r>
              <a:rPr sz="1853" spc="-5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are</a:t>
            </a:r>
            <a:r>
              <a:rPr sz="1853" spc="-5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alike;</a:t>
            </a:r>
            <a:r>
              <a:rPr sz="1853" spc="-5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every</a:t>
            </a:r>
            <a:r>
              <a:rPr sz="1853" spc="-5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bad</a:t>
            </a:r>
            <a:r>
              <a:rPr sz="1853" spc="-5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match</a:t>
            </a:r>
            <a:r>
              <a:rPr sz="1853" spc="-53" dirty="0">
                <a:latin typeface="Calibri"/>
                <a:cs typeface="Calibri"/>
              </a:rPr>
              <a:t> </a:t>
            </a:r>
            <a:r>
              <a:rPr sz="1853" spc="-17" dirty="0">
                <a:latin typeface="Calibri"/>
                <a:cs typeface="Calibri"/>
              </a:rPr>
              <a:t>is </a:t>
            </a:r>
            <a:r>
              <a:rPr sz="1853" dirty="0">
                <a:latin typeface="Calibri"/>
                <a:cs typeface="Calibri"/>
              </a:rPr>
              <a:t>bad</a:t>
            </a:r>
            <a:r>
              <a:rPr sz="1853" spc="-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its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own</a:t>
            </a:r>
            <a:r>
              <a:rPr sz="1853" spc="-20" dirty="0">
                <a:latin typeface="Calibri"/>
                <a:cs typeface="Calibri"/>
              </a:rPr>
              <a:t> </a:t>
            </a:r>
            <a:r>
              <a:rPr sz="1853" spc="-13" dirty="0">
                <a:latin typeface="Calibri"/>
                <a:cs typeface="Calibri"/>
              </a:rPr>
              <a:t>way.”</a:t>
            </a:r>
            <a:endParaRPr sz="1853">
              <a:latin typeface="Calibri"/>
              <a:cs typeface="Calibri"/>
            </a:endParaRPr>
          </a:p>
          <a:p>
            <a:pPr marL="93294" algn="ctr">
              <a:spcBef>
                <a:spcPts val="860"/>
              </a:spcBef>
            </a:pPr>
            <a:r>
              <a:rPr sz="1324" dirty="0">
                <a:latin typeface="Calibri"/>
                <a:cs typeface="Calibri"/>
              </a:rPr>
              <a:t>–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20" dirty="0">
                <a:latin typeface="Calibri"/>
                <a:cs typeface="Calibri"/>
              </a:rPr>
              <a:t>Tolstoy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via</a:t>
            </a:r>
            <a:r>
              <a:rPr sz="1324" spc="-23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Alyosha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13" dirty="0">
                <a:latin typeface="Calibri"/>
                <a:cs typeface="Calibri"/>
              </a:rPr>
              <a:t>Efros</a:t>
            </a:r>
            <a:endParaRPr sz="1324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9C2D45-1BF2-DA70-7C4C-359D324EE203}"/>
                  </a:ext>
                </a:extLst>
              </p14:cNvPr>
              <p14:cNvContentPartPr/>
              <p14:nvPr/>
            </p14:nvContentPartPr>
            <p14:xfrm>
              <a:off x="2413440" y="1994400"/>
              <a:ext cx="4619160" cy="2183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9C2D45-1BF2-DA70-7C4C-359D324EE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1840" y="1978200"/>
                <a:ext cx="4662360" cy="22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D298DE-87B1-2342-609D-BF118DF86B3A}"/>
                  </a:ext>
                </a:extLst>
              </p14:cNvPr>
              <p14:cNvContentPartPr/>
              <p14:nvPr/>
            </p14:nvContentPartPr>
            <p14:xfrm>
              <a:off x="2397960" y="2005560"/>
              <a:ext cx="4543920" cy="2121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D298DE-87B1-2342-609D-BF118DF86B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81760" y="1989360"/>
                <a:ext cx="4581720" cy="215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4275" y="124687"/>
            <a:ext cx="4084061" cy="551269"/>
          </a:xfrm>
          <a:prstGeom prst="rect">
            <a:avLst/>
          </a:prstGeom>
        </p:spPr>
        <p:txBody>
          <a:bodyPr vert="horz" wrap="square" lIns="0" tIns="164938" rIns="0" bIns="0" rtlCol="0">
            <a:spAutoFit/>
          </a:bodyPr>
          <a:lstStyle/>
          <a:p>
            <a:pPr marL="1875124">
              <a:spcBef>
                <a:spcPts val="66"/>
              </a:spcBef>
            </a:pPr>
            <a:r>
              <a:rPr spc="-26" dirty="0"/>
              <a:t>Translations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16269" y="1358764"/>
            <a:ext cx="4311463" cy="2978103"/>
            <a:chOff x="1771650" y="2053243"/>
            <a:chExt cx="6515100" cy="4500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650" y="2209800"/>
              <a:ext cx="6515098" cy="4343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0148" y="3653443"/>
              <a:ext cx="2148840" cy="9767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43399" y="4117216"/>
              <a:ext cx="1550035" cy="74295"/>
            </a:xfrm>
            <a:custGeom>
              <a:avLst/>
              <a:gdLst/>
              <a:ahLst/>
              <a:cxnLst/>
              <a:rect l="l" t="t" r="r" b="b"/>
              <a:pathLst>
                <a:path w="1550035" h="74295">
                  <a:moveTo>
                    <a:pt x="0" y="73783"/>
                  </a:moveTo>
                  <a:lnTo>
                    <a:pt x="1549456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83845" y="4000025"/>
              <a:ext cx="260350" cy="254000"/>
            </a:xfrm>
            <a:custGeom>
              <a:avLst/>
              <a:gdLst/>
              <a:ahLst/>
              <a:cxnLst/>
              <a:rect l="l" t="t" r="r" b="b"/>
              <a:pathLst>
                <a:path w="260350" h="254000">
                  <a:moveTo>
                    <a:pt x="0" y="0"/>
                  </a:moveTo>
                  <a:lnTo>
                    <a:pt x="12082" y="253712"/>
                  </a:lnTo>
                  <a:lnTo>
                    <a:pt x="259754" y="114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8748" y="2888672"/>
              <a:ext cx="2227811" cy="98090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1998" y="3355107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5">
                  <a:moveTo>
                    <a:pt x="0" y="73893"/>
                  </a:moveTo>
                  <a:lnTo>
                    <a:pt x="1625651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8894" y="3237464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2" y="253738"/>
                  </a:lnTo>
                  <a:lnTo>
                    <a:pt x="259504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8748" y="2053243"/>
              <a:ext cx="2227811" cy="9767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71998" y="2516906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4">
                  <a:moveTo>
                    <a:pt x="0" y="73893"/>
                  </a:moveTo>
                  <a:lnTo>
                    <a:pt x="1625651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8894" y="2399265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2" y="253738"/>
                  </a:lnTo>
                  <a:lnTo>
                    <a:pt x="259504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1548" y="2431472"/>
              <a:ext cx="2227811" cy="9809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114800" y="2897907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4">
                  <a:moveTo>
                    <a:pt x="0" y="73893"/>
                  </a:moveTo>
                  <a:lnTo>
                    <a:pt x="1625652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1694" y="2780264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4" y="253738"/>
                  </a:lnTo>
                  <a:lnTo>
                    <a:pt x="259505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1548" y="3345872"/>
              <a:ext cx="2227811" cy="9809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14800" y="3812307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5">
                  <a:moveTo>
                    <a:pt x="0" y="73893"/>
                  </a:moveTo>
                  <a:lnTo>
                    <a:pt x="1625652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31694" y="3694664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4" y="253738"/>
                  </a:lnTo>
                  <a:lnTo>
                    <a:pt x="259505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5748" y="2967643"/>
              <a:ext cx="3520439" cy="9767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28999" y="3352800"/>
              <a:ext cx="2921635" cy="74930"/>
            </a:xfrm>
            <a:custGeom>
              <a:avLst/>
              <a:gdLst/>
              <a:ahLst/>
              <a:cxnLst/>
              <a:rect l="l" t="t" r="r" b="b"/>
              <a:pathLst>
                <a:path w="2921635" h="74929">
                  <a:moveTo>
                    <a:pt x="0" y="0"/>
                  </a:moveTo>
                  <a:lnTo>
                    <a:pt x="2921016" y="74897"/>
                  </a:lnTo>
                </a:path>
              </a:pathLst>
            </a:custGeom>
            <a:ln w="50799">
              <a:solidFill>
                <a:srgbClr val="D81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43627" y="3295531"/>
              <a:ext cx="257175" cy="254000"/>
            </a:xfrm>
            <a:custGeom>
              <a:avLst/>
              <a:gdLst/>
              <a:ahLst/>
              <a:cxnLst/>
              <a:rect l="l" t="t" r="r" b="b"/>
              <a:pathLst>
                <a:path w="257175" h="254000">
                  <a:moveTo>
                    <a:pt x="6511" y="0"/>
                  </a:moveTo>
                  <a:lnTo>
                    <a:pt x="0" y="253916"/>
                  </a:lnTo>
                  <a:lnTo>
                    <a:pt x="257172" y="133468"/>
                  </a:lnTo>
                  <a:lnTo>
                    <a:pt x="6511" y="0"/>
                  </a:lnTo>
                  <a:close/>
                </a:path>
              </a:pathLst>
            </a:custGeom>
            <a:solidFill>
              <a:srgbClr val="D81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5748" y="2202872"/>
              <a:ext cx="4131425" cy="98090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428999" y="2438400"/>
              <a:ext cx="3531235" cy="225425"/>
            </a:xfrm>
            <a:custGeom>
              <a:avLst/>
              <a:gdLst/>
              <a:ahLst/>
              <a:cxnLst/>
              <a:rect l="l" t="t" r="r" b="b"/>
              <a:pathLst>
                <a:path w="3531234" h="225425">
                  <a:moveTo>
                    <a:pt x="0" y="0"/>
                  </a:moveTo>
                  <a:lnTo>
                    <a:pt x="3530703" y="225364"/>
                  </a:lnTo>
                </a:path>
              </a:pathLst>
            </a:custGeom>
            <a:ln w="50799">
              <a:solidFill>
                <a:srgbClr val="D81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48825" y="2524078"/>
              <a:ext cx="261620" cy="254000"/>
            </a:xfrm>
            <a:custGeom>
              <a:avLst/>
              <a:gdLst/>
              <a:ahLst/>
              <a:cxnLst/>
              <a:rect l="l" t="t" r="r" b="b"/>
              <a:pathLst>
                <a:path w="261620" h="254000">
                  <a:moveTo>
                    <a:pt x="16179" y="0"/>
                  </a:moveTo>
                  <a:lnTo>
                    <a:pt x="0" y="253484"/>
                  </a:lnTo>
                  <a:lnTo>
                    <a:pt x="261574" y="142921"/>
                  </a:lnTo>
                  <a:lnTo>
                    <a:pt x="16179" y="0"/>
                  </a:lnTo>
                  <a:close/>
                </a:path>
              </a:pathLst>
            </a:custGeom>
            <a:solidFill>
              <a:srgbClr val="D81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F9F3F68-5F43-8E59-1002-D4808C009F33}"/>
                  </a:ext>
                </a:extLst>
              </p14:cNvPr>
              <p14:cNvContentPartPr/>
              <p14:nvPr/>
            </p14:nvContentPartPr>
            <p14:xfrm>
              <a:off x="3516480" y="465840"/>
              <a:ext cx="3678840" cy="1954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F9F3F68-5F43-8E59-1002-D4808C009F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00280" y="449640"/>
                <a:ext cx="3711240" cy="19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BE5A24A-B409-45B8-1506-E8681D1F5620}"/>
                  </a:ext>
                </a:extLst>
              </p14:cNvPr>
              <p14:cNvContentPartPr/>
              <p14:nvPr/>
            </p14:nvContentPartPr>
            <p14:xfrm>
              <a:off x="3513240" y="1598400"/>
              <a:ext cx="2383200" cy="1219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BE5A24A-B409-45B8-1506-E8681D1F56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3880" y="1589040"/>
                <a:ext cx="2401920" cy="123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4275" y="124687"/>
            <a:ext cx="4084061" cy="935990"/>
          </a:xfrm>
          <a:prstGeom prst="rect">
            <a:avLst/>
          </a:prstGeom>
        </p:spPr>
        <p:txBody>
          <a:bodyPr vert="horz" wrap="square" lIns="0" tIns="164938" rIns="0" bIns="0" rtlCol="0">
            <a:spAutoFit/>
          </a:bodyPr>
          <a:lstStyle/>
          <a:p>
            <a:pPr marL="676591">
              <a:spcBef>
                <a:spcPts val="66"/>
              </a:spcBef>
            </a:pPr>
            <a:r>
              <a:rPr u="heavy" dirty="0">
                <a:uFill>
                  <a:solidFill>
                    <a:srgbClr val="000000"/>
                  </a:solidFill>
                </a:uFill>
              </a:rPr>
              <a:t>RA</a:t>
            </a:r>
            <a:r>
              <a:rPr dirty="0"/>
              <a:t>ndom</a:t>
            </a:r>
            <a:r>
              <a:rPr spc="-93" dirty="0"/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SA</a:t>
            </a:r>
            <a:r>
              <a:rPr dirty="0"/>
              <a:t>mple</a:t>
            </a:r>
            <a:r>
              <a:rPr spc="-86" dirty="0"/>
              <a:t> </a:t>
            </a:r>
            <a:r>
              <a:rPr u="heavy" spc="-7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pc="-7" dirty="0"/>
              <a:t>onsensus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16269" y="1358764"/>
            <a:ext cx="4311463" cy="2978103"/>
            <a:chOff x="1771650" y="2053243"/>
            <a:chExt cx="6515100" cy="4500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650" y="2209800"/>
              <a:ext cx="6515098" cy="4343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0148" y="3653443"/>
              <a:ext cx="2148840" cy="9767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43399" y="4117216"/>
              <a:ext cx="1550035" cy="74295"/>
            </a:xfrm>
            <a:custGeom>
              <a:avLst/>
              <a:gdLst/>
              <a:ahLst/>
              <a:cxnLst/>
              <a:rect l="l" t="t" r="r" b="b"/>
              <a:pathLst>
                <a:path w="1550035" h="74295">
                  <a:moveTo>
                    <a:pt x="0" y="73783"/>
                  </a:moveTo>
                  <a:lnTo>
                    <a:pt x="1549456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83845" y="4000025"/>
              <a:ext cx="260350" cy="254000"/>
            </a:xfrm>
            <a:custGeom>
              <a:avLst/>
              <a:gdLst/>
              <a:ahLst/>
              <a:cxnLst/>
              <a:rect l="l" t="t" r="r" b="b"/>
              <a:pathLst>
                <a:path w="260350" h="254000">
                  <a:moveTo>
                    <a:pt x="0" y="0"/>
                  </a:moveTo>
                  <a:lnTo>
                    <a:pt x="12082" y="253712"/>
                  </a:lnTo>
                  <a:lnTo>
                    <a:pt x="259754" y="114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0436" y="2739043"/>
              <a:ext cx="2223654" cy="9767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61113" y="3202703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5">
                  <a:moveTo>
                    <a:pt x="0" y="73893"/>
                  </a:moveTo>
                  <a:lnTo>
                    <a:pt x="1625652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78009" y="3085061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2" y="253738"/>
                  </a:lnTo>
                  <a:lnTo>
                    <a:pt x="259504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8748" y="2053243"/>
              <a:ext cx="2227811" cy="9767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71998" y="2516906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4">
                  <a:moveTo>
                    <a:pt x="0" y="73893"/>
                  </a:moveTo>
                  <a:lnTo>
                    <a:pt x="1625651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8894" y="2399265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2" y="253738"/>
                  </a:lnTo>
                  <a:lnTo>
                    <a:pt x="259504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1548" y="2431472"/>
              <a:ext cx="2227811" cy="9809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114800" y="2897907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4">
                  <a:moveTo>
                    <a:pt x="0" y="73893"/>
                  </a:moveTo>
                  <a:lnTo>
                    <a:pt x="1625652" y="0"/>
                  </a:lnTo>
                </a:path>
              </a:pathLst>
            </a:custGeom>
            <a:ln w="50799">
              <a:solidFill>
                <a:srgbClr val="FFF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1694" y="2780264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4" y="253738"/>
                  </a:lnTo>
                  <a:lnTo>
                    <a:pt x="259505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1548" y="3345872"/>
              <a:ext cx="2227811" cy="9809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14800" y="3812307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5">
                  <a:moveTo>
                    <a:pt x="0" y="73893"/>
                  </a:moveTo>
                  <a:lnTo>
                    <a:pt x="1625652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31694" y="3694664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4" y="253738"/>
                  </a:lnTo>
                  <a:lnTo>
                    <a:pt x="259505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5748" y="2967643"/>
              <a:ext cx="3520439" cy="9767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28999" y="3352800"/>
              <a:ext cx="2921635" cy="74930"/>
            </a:xfrm>
            <a:custGeom>
              <a:avLst/>
              <a:gdLst/>
              <a:ahLst/>
              <a:cxnLst/>
              <a:rect l="l" t="t" r="r" b="b"/>
              <a:pathLst>
                <a:path w="2921635" h="74929">
                  <a:moveTo>
                    <a:pt x="0" y="0"/>
                  </a:moveTo>
                  <a:lnTo>
                    <a:pt x="2921016" y="74897"/>
                  </a:lnTo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43627" y="3295531"/>
              <a:ext cx="257175" cy="254000"/>
            </a:xfrm>
            <a:custGeom>
              <a:avLst/>
              <a:gdLst/>
              <a:ahLst/>
              <a:cxnLst/>
              <a:rect l="l" t="t" r="r" b="b"/>
              <a:pathLst>
                <a:path w="257175" h="254000">
                  <a:moveTo>
                    <a:pt x="6511" y="0"/>
                  </a:moveTo>
                  <a:lnTo>
                    <a:pt x="0" y="253916"/>
                  </a:lnTo>
                  <a:lnTo>
                    <a:pt x="257172" y="133468"/>
                  </a:lnTo>
                  <a:lnTo>
                    <a:pt x="6511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5748" y="2202872"/>
              <a:ext cx="4131425" cy="98090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428999" y="2438400"/>
              <a:ext cx="3531235" cy="225425"/>
            </a:xfrm>
            <a:custGeom>
              <a:avLst/>
              <a:gdLst/>
              <a:ahLst/>
              <a:cxnLst/>
              <a:rect l="l" t="t" r="r" b="b"/>
              <a:pathLst>
                <a:path w="3531234" h="225425">
                  <a:moveTo>
                    <a:pt x="0" y="0"/>
                  </a:moveTo>
                  <a:lnTo>
                    <a:pt x="3530703" y="225364"/>
                  </a:lnTo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48825" y="2524078"/>
              <a:ext cx="261620" cy="254000"/>
            </a:xfrm>
            <a:custGeom>
              <a:avLst/>
              <a:gdLst/>
              <a:ahLst/>
              <a:cxnLst/>
              <a:rect l="l" t="t" r="r" b="b"/>
              <a:pathLst>
                <a:path w="261620" h="254000">
                  <a:moveTo>
                    <a:pt x="16179" y="0"/>
                  </a:moveTo>
                  <a:lnTo>
                    <a:pt x="0" y="253484"/>
                  </a:lnTo>
                  <a:lnTo>
                    <a:pt x="261574" y="142921"/>
                  </a:lnTo>
                  <a:lnTo>
                    <a:pt x="16179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554941" y="3882838"/>
            <a:ext cx="3983691" cy="21380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0256" rIns="0" bIns="0" rtlCol="0">
            <a:spAutoFit/>
          </a:bodyPr>
          <a:lstStyle/>
          <a:p>
            <a:pPr marL="248784">
              <a:spcBef>
                <a:spcPts val="238"/>
              </a:spcBef>
            </a:pPr>
            <a:r>
              <a:rPr sz="1191" dirty="0">
                <a:latin typeface="Calibri"/>
                <a:cs typeface="Calibri"/>
              </a:rPr>
              <a:t>Output</a:t>
            </a:r>
            <a:r>
              <a:rPr sz="1191" spc="-23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the</a:t>
            </a:r>
            <a:r>
              <a:rPr sz="1191" spc="-23" dirty="0">
                <a:latin typeface="Calibri"/>
                <a:cs typeface="Calibri"/>
              </a:rPr>
              <a:t> </a:t>
            </a:r>
            <a:r>
              <a:rPr sz="1191" spc="-7" dirty="0">
                <a:latin typeface="Calibri"/>
                <a:cs typeface="Calibri"/>
              </a:rPr>
              <a:t>translation</a:t>
            </a:r>
            <a:r>
              <a:rPr sz="1191" spc="-23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with</a:t>
            </a:r>
            <a:r>
              <a:rPr sz="1191" spc="-23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the</a:t>
            </a:r>
            <a:r>
              <a:rPr sz="1191" spc="-20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highest</a:t>
            </a:r>
            <a:r>
              <a:rPr sz="1191" spc="-23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number</a:t>
            </a:r>
            <a:r>
              <a:rPr sz="1191" spc="-23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of</a:t>
            </a:r>
            <a:r>
              <a:rPr sz="1191" spc="-23" dirty="0">
                <a:latin typeface="Calibri"/>
                <a:cs typeface="Calibri"/>
              </a:rPr>
              <a:t> </a:t>
            </a:r>
            <a:r>
              <a:rPr sz="1191" spc="-7" dirty="0">
                <a:latin typeface="Calibri"/>
                <a:cs typeface="Calibri"/>
              </a:rPr>
              <a:t>inliers</a:t>
            </a:r>
            <a:endParaRPr sz="1191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4275" y="124687"/>
            <a:ext cx="4084061" cy="935990"/>
          </a:xfrm>
          <a:prstGeom prst="rect">
            <a:avLst/>
          </a:prstGeom>
        </p:spPr>
        <p:txBody>
          <a:bodyPr vert="horz" wrap="square" lIns="0" tIns="164938" rIns="0" bIns="0" rtlCol="0">
            <a:spAutoFit/>
          </a:bodyPr>
          <a:lstStyle/>
          <a:p>
            <a:pPr marL="785434">
              <a:spcBef>
                <a:spcPts val="66"/>
              </a:spcBef>
            </a:pPr>
            <a:r>
              <a:rPr dirty="0"/>
              <a:t>Final</a:t>
            </a:r>
            <a:r>
              <a:rPr spc="-93" dirty="0"/>
              <a:t> </a:t>
            </a:r>
            <a:r>
              <a:rPr dirty="0"/>
              <a:t>step:</a:t>
            </a:r>
            <a:r>
              <a:rPr spc="-89" dirty="0"/>
              <a:t> </a:t>
            </a:r>
            <a:r>
              <a:rPr dirty="0"/>
              <a:t>least</a:t>
            </a:r>
            <a:r>
              <a:rPr spc="-89" dirty="0"/>
              <a:t> </a:t>
            </a:r>
            <a:r>
              <a:rPr dirty="0"/>
              <a:t>squares</a:t>
            </a:r>
            <a:r>
              <a:rPr spc="-93" dirty="0"/>
              <a:t> </a:t>
            </a:r>
            <a:r>
              <a:rPr spc="-17" dirty="0"/>
              <a:t>fit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16269" y="1323007"/>
            <a:ext cx="4311463" cy="2876830"/>
            <a:chOff x="1771650" y="1999211"/>
            <a:chExt cx="6515100" cy="43472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650" y="2002966"/>
              <a:ext cx="6515098" cy="43433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0148" y="3445625"/>
              <a:ext cx="2148840" cy="9767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43399" y="3910382"/>
              <a:ext cx="1550035" cy="74295"/>
            </a:xfrm>
            <a:custGeom>
              <a:avLst/>
              <a:gdLst/>
              <a:ahLst/>
              <a:cxnLst/>
              <a:rect l="l" t="t" r="r" b="b"/>
              <a:pathLst>
                <a:path w="1550035" h="74295">
                  <a:moveTo>
                    <a:pt x="0" y="73783"/>
                  </a:moveTo>
                  <a:lnTo>
                    <a:pt x="1549456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83845" y="3793191"/>
              <a:ext cx="260350" cy="254000"/>
            </a:xfrm>
            <a:custGeom>
              <a:avLst/>
              <a:gdLst/>
              <a:ahLst/>
              <a:cxnLst/>
              <a:rect l="l" t="t" r="r" b="b"/>
              <a:pathLst>
                <a:path w="260350" h="254000">
                  <a:moveTo>
                    <a:pt x="0" y="0"/>
                  </a:moveTo>
                  <a:lnTo>
                    <a:pt x="12082" y="253712"/>
                  </a:lnTo>
                  <a:lnTo>
                    <a:pt x="259754" y="114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5748" y="2759825"/>
              <a:ext cx="3520439" cy="9767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428999" y="3145966"/>
              <a:ext cx="2921635" cy="74930"/>
            </a:xfrm>
            <a:custGeom>
              <a:avLst/>
              <a:gdLst/>
              <a:ahLst/>
              <a:cxnLst/>
              <a:rect l="l" t="t" r="r" b="b"/>
              <a:pathLst>
                <a:path w="2921635" h="74930">
                  <a:moveTo>
                    <a:pt x="0" y="0"/>
                  </a:moveTo>
                  <a:lnTo>
                    <a:pt x="2921016" y="74897"/>
                  </a:lnTo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43627" y="3088697"/>
              <a:ext cx="257175" cy="254000"/>
            </a:xfrm>
            <a:custGeom>
              <a:avLst/>
              <a:gdLst/>
              <a:ahLst/>
              <a:cxnLst/>
              <a:rect l="l" t="t" r="r" b="b"/>
              <a:pathLst>
                <a:path w="257175" h="254000">
                  <a:moveTo>
                    <a:pt x="6511" y="0"/>
                  </a:moveTo>
                  <a:lnTo>
                    <a:pt x="0" y="253916"/>
                  </a:lnTo>
                  <a:lnTo>
                    <a:pt x="257172" y="133469"/>
                  </a:lnTo>
                  <a:lnTo>
                    <a:pt x="6511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5748" y="1999211"/>
              <a:ext cx="4131425" cy="9767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28999" y="2231566"/>
              <a:ext cx="3531235" cy="225425"/>
            </a:xfrm>
            <a:custGeom>
              <a:avLst/>
              <a:gdLst/>
              <a:ahLst/>
              <a:cxnLst/>
              <a:rect l="l" t="t" r="r" b="b"/>
              <a:pathLst>
                <a:path w="3531234" h="225425">
                  <a:moveTo>
                    <a:pt x="0" y="0"/>
                  </a:moveTo>
                  <a:lnTo>
                    <a:pt x="3530703" y="225364"/>
                  </a:lnTo>
                </a:path>
              </a:pathLst>
            </a:custGeom>
            <a:ln w="507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8825" y="2317244"/>
              <a:ext cx="261620" cy="254000"/>
            </a:xfrm>
            <a:custGeom>
              <a:avLst/>
              <a:gdLst/>
              <a:ahLst/>
              <a:cxnLst/>
              <a:rect l="l" t="t" r="r" b="b"/>
              <a:pathLst>
                <a:path w="261620" h="254000">
                  <a:moveTo>
                    <a:pt x="16179" y="0"/>
                  </a:moveTo>
                  <a:lnTo>
                    <a:pt x="0" y="253484"/>
                  </a:lnTo>
                  <a:lnTo>
                    <a:pt x="261574" y="142921"/>
                  </a:lnTo>
                  <a:lnTo>
                    <a:pt x="16179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18922" y="3745963"/>
            <a:ext cx="3983691" cy="21380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0256" rIns="0" bIns="0" rtlCol="0">
            <a:spAutoFit/>
          </a:bodyPr>
          <a:lstStyle/>
          <a:p>
            <a:pPr marL="2942" algn="ctr">
              <a:spcBef>
                <a:spcPts val="238"/>
              </a:spcBef>
            </a:pPr>
            <a:r>
              <a:rPr sz="1191" dirty="0">
                <a:latin typeface="Calibri"/>
                <a:cs typeface="Calibri"/>
              </a:rPr>
              <a:t>Find</a:t>
            </a:r>
            <a:r>
              <a:rPr sz="1191" spc="-26" dirty="0">
                <a:latin typeface="Calibri"/>
                <a:cs typeface="Calibri"/>
              </a:rPr>
              <a:t> </a:t>
            </a:r>
            <a:r>
              <a:rPr sz="1191" spc="-7" dirty="0">
                <a:latin typeface="Calibri"/>
                <a:cs typeface="Calibri"/>
              </a:rPr>
              <a:t>average</a:t>
            </a:r>
            <a:r>
              <a:rPr sz="1191" spc="-26" dirty="0">
                <a:latin typeface="Calibri"/>
                <a:cs typeface="Calibri"/>
              </a:rPr>
              <a:t> </a:t>
            </a:r>
            <a:r>
              <a:rPr sz="1191" spc="-7" dirty="0">
                <a:latin typeface="Calibri"/>
                <a:cs typeface="Calibri"/>
              </a:rPr>
              <a:t>translation</a:t>
            </a:r>
            <a:r>
              <a:rPr sz="1191" spc="-26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vector</a:t>
            </a:r>
            <a:r>
              <a:rPr sz="1191" spc="-26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over</a:t>
            </a:r>
            <a:r>
              <a:rPr sz="1191" spc="-23" dirty="0">
                <a:latin typeface="Calibri"/>
                <a:cs typeface="Calibri"/>
              </a:rPr>
              <a:t> </a:t>
            </a:r>
            <a:r>
              <a:rPr sz="1191" dirty="0">
                <a:latin typeface="Calibri"/>
                <a:cs typeface="Calibri"/>
              </a:rPr>
              <a:t>all</a:t>
            </a:r>
            <a:r>
              <a:rPr sz="1191" spc="-26" dirty="0">
                <a:latin typeface="Calibri"/>
                <a:cs typeface="Calibri"/>
              </a:rPr>
              <a:t> </a:t>
            </a:r>
            <a:r>
              <a:rPr sz="1191" spc="-7" dirty="0">
                <a:latin typeface="Calibri"/>
                <a:cs typeface="Calibri"/>
              </a:rPr>
              <a:t>inliers</a:t>
            </a:r>
            <a:endParaRPr sz="1191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44878" y="1221237"/>
            <a:ext cx="1777113" cy="1504810"/>
            <a:chOff x="4081548" y="1845425"/>
            <a:chExt cx="2685415" cy="227393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8748" y="2531225"/>
              <a:ext cx="2227811" cy="97674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71998" y="2995873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4">
                  <a:moveTo>
                    <a:pt x="0" y="73893"/>
                  </a:moveTo>
                  <a:lnTo>
                    <a:pt x="1625651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88894" y="2878231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2" y="253738"/>
                  </a:lnTo>
                  <a:lnTo>
                    <a:pt x="259504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8748" y="1845425"/>
              <a:ext cx="2227811" cy="9767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71998" y="2310073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4">
                  <a:moveTo>
                    <a:pt x="0" y="73893"/>
                  </a:moveTo>
                  <a:lnTo>
                    <a:pt x="1625651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88894" y="2192431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2" y="253738"/>
                  </a:lnTo>
                  <a:lnTo>
                    <a:pt x="259504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1548" y="2227811"/>
              <a:ext cx="2227811" cy="9767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114800" y="2691073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4">
                  <a:moveTo>
                    <a:pt x="0" y="73893"/>
                  </a:moveTo>
                  <a:lnTo>
                    <a:pt x="1625652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31694" y="2573431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4" y="253738"/>
                  </a:lnTo>
                  <a:lnTo>
                    <a:pt x="259505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1548" y="3142211"/>
              <a:ext cx="2227811" cy="97674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114800" y="3605473"/>
              <a:ext cx="1626235" cy="74295"/>
            </a:xfrm>
            <a:custGeom>
              <a:avLst/>
              <a:gdLst/>
              <a:ahLst/>
              <a:cxnLst/>
              <a:rect l="l" t="t" r="r" b="b"/>
              <a:pathLst>
                <a:path w="1626235" h="74295">
                  <a:moveTo>
                    <a:pt x="0" y="73893"/>
                  </a:moveTo>
                  <a:lnTo>
                    <a:pt x="1625652" y="0"/>
                  </a:lnTo>
                </a:path>
              </a:pathLst>
            </a:custGeom>
            <a:ln w="50799">
              <a:solidFill>
                <a:srgbClr val="435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31694" y="3487831"/>
              <a:ext cx="259715" cy="254000"/>
            </a:xfrm>
            <a:custGeom>
              <a:avLst/>
              <a:gdLst/>
              <a:ahLst/>
              <a:cxnLst/>
              <a:rect l="l" t="t" r="r" b="b"/>
              <a:pathLst>
                <a:path w="259714" h="254000">
                  <a:moveTo>
                    <a:pt x="0" y="0"/>
                  </a:moveTo>
                  <a:lnTo>
                    <a:pt x="11534" y="253738"/>
                  </a:lnTo>
                  <a:lnTo>
                    <a:pt x="259505" y="115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35334" y="2697481"/>
              <a:ext cx="2439785" cy="140900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267199" y="3378026"/>
              <a:ext cx="1600835" cy="73025"/>
            </a:xfrm>
            <a:custGeom>
              <a:avLst/>
              <a:gdLst/>
              <a:ahLst/>
              <a:cxnLst/>
              <a:rect l="l" t="t" r="r" b="b"/>
              <a:pathLst>
                <a:path w="1600835" h="73025">
                  <a:moveTo>
                    <a:pt x="0" y="72740"/>
                  </a:moveTo>
                  <a:lnTo>
                    <a:pt x="1600278" y="0"/>
                  </a:lnTo>
                </a:path>
              </a:pathLst>
            </a:custGeom>
            <a:ln w="76199">
              <a:solidFill>
                <a:srgbClr val="00F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54342" y="3201563"/>
              <a:ext cx="389255" cy="381000"/>
            </a:xfrm>
            <a:custGeom>
              <a:avLst/>
              <a:gdLst/>
              <a:ahLst/>
              <a:cxnLst/>
              <a:rect l="l" t="t" r="r" b="b"/>
              <a:pathLst>
                <a:path w="389254" h="381000">
                  <a:moveTo>
                    <a:pt x="0" y="0"/>
                  </a:moveTo>
                  <a:lnTo>
                    <a:pt x="17299" y="380606"/>
                  </a:lnTo>
                  <a:lnTo>
                    <a:pt x="389257" y="173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594F35D-97DC-B000-F7A2-2E339DAF177F}"/>
                  </a:ext>
                </a:extLst>
              </p14:cNvPr>
              <p14:cNvContentPartPr/>
              <p14:nvPr/>
            </p14:nvContentPartPr>
            <p14:xfrm>
              <a:off x="3495960" y="210600"/>
              <a:ext cx="4656240" cy="2441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594F35D-97DC-B000-F7A2-2E339DAF177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79760" y="194400"/>
                <a:ext cx="4688640" cy="247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632223"/>
            <a:ext cx="4511302" cy="39320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pc="-7" dirty="0"/>
              <a:t>RANSAC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1077" y="1356472"/>
            <a:ext cx="5125010" cy="3035424"/>
          </a:xfrm>
          <a:prstGeom prst="rect">
            <a:avLst/>
          </a:prstGeom>
        </p:spPr>
        <p:txBody>
          <a:bodyPr vert="horz" wrap="square" lIns="0" tIns="48746" rIns="0" bIns="0" rtlCol="0">
            <a:spAutoFit/>
          </a:bodyPr>
          <a:lstStyle/>
          <a:p>
            <a:pPr marL="235336" marR="419823" indent="-226931">
              <a:lnSpc>
                <a:spcPts val="2250"/>
              </a:lnSpc>
              <a:spcBef>
                <a:spcPts val="384"/>
              </a:spcBef>
              <a:buFont typeface="Arial MT"/>
              <a:buChar char="•"/>
              <a:tabLst>
                <a:tab pos="235336" algn="l"/>
              </a:tabLst>
            </a:pPr>
            <a:r>
              <a:rPr sz="2118" b="1" dirty="0">
                <a:latin typeface="Calibri"/>
                <a:cs typeface="Calibri"/>
              </a:rPr>
              <a:t>Inlier</a:t>
            </a:r>
            <a:r>
              <a:rPr sz="2118" b="1" spc="-46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threshold</a:t>
            </a:r>
            <a:r>
              <a:rPr sz="2118" b="1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related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amount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spc="-17" dirty="0">
                <a:latin typeface="Calibri"/>
                <a:cs typeface="Calibri"/>
              </a:rPr>
              <a:t>of </a:t>
            </a:r>
            <a:r>
              <a:rPr sz="2118" dirty="0">
                <a:latin typeface="Calibri"/>
                <a:cs typeface="Calibri"/>
              </a:rPr>
              <a:t>noise</a:t>
            </a:r>
            <a:r>
              <a:rPr sz="2118" spc="-3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we</a:t>
            </a:r>
            <a:r>
              <a:rPr sz="2118" spc="-3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expect</a:t>
            </a:r>
            <a:r>
              <a:rPr sz="2118" spc="-3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spc="-7" dirty="0">
                <a:latin typeface="Calibri"/>
                <a:cs typeface="Calibri"/>
              </a:rPr>
              <a:t>inliers</a:t>
            </a:r>
            <a:endParaRPr sz="2118">
              <a:latin typeface="Calibri"/>
              <a:cs typeface="Calibri"/>
            </a:endParaRPr>
          </a:p>
          <a:p>
            <a:pPr marL="495887" marR="631625" lvl="1" indent="-184907">
              <a:lnSpc>
                <a:spcPts val="2005"/>
              </a:lnSpc>
              <a:spcBef>
                <a:spcPts val="467"/>
              </a:spcBef>
              <a:buFont typeface="Arial MT"/>
              <a:buChar char="–"/>
              <a:tabLst>
                <a:tab pos="495887" algn="l"/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	Often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model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noise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as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Gaussian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with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spc="-13" dirty="0">
                <a:latin typeface="Calibri"/>
                <a:cs typeface="Calibri"/>
              </a:rPr>
              <a:t>some </a:t>
            </a:r>
            <a:r>
              <a:rPr sz="1853" spc="-7" dirty="0">
                <a:latin typeface="Calibri"/>
                <a:cs typeface="Calibri"/>
              </a:rPr>
              <a:t>standard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deviation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(e.g.,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3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pixels)</a:t>
            </a:r>
            <a:endParaRPr sz="1853">
              <a:latin typeface="Calibri"/>
              <a:cs typeface="Calibri"/>
            </a:endParaRPr>
          </a:p>
          <a:p>
            <a:pPr marL="235336" marR="3362" indent="-226931">
              <a:lnSpc>
                <a:spcPct val="90300"/>
              </a:lnSpc>
              <a:spcBef>
                <a:spcPts val="460"/>
              </a:spcBef>
              <a:buFont typeface="Arial MT"/>
              <a:buChar char="•"/>
              <a:tabLst>
                <a:tab pos="235336" algn="l"/>
              </a:tabLst>
            </a:pPr>
            <a:r>
              <a:rPr sz="2118" b="1" dirty="0">
                <a:latin typeface="Calibri"/>
                <a:cs typeface="Calibri"/>
              </a:rPr>
              <a:t>Number</a:t>
            </a:r>
            <a:r>
              <a:rPr sz="2118" b="1" spc="-43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of</a:t>
            </a:r>
            <a:r>
              <a:rPr sz="2118" b="1" spc="-40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rounds</a:t>
            </a:r>
            <a:r>
              <a:rPr sz="2118" b="1" spc="-3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related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3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7" dirty="0">
                <a:latin typeface="Calibri"/>
                <a:cs typeface="Calibri"/>
              </a:rPr>
              <a:t>percentage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outliers</a:t>
            </a:r>
            <a:r>
              <a:rPr sz="2118" spc="-4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we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expect,</a:t>
            </a:r>
            <a:r>
              <a:rPr sz="2118" spc="-4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probability</a:t>
            </a:r>
            <a:r>
              <a:rPr sz="2118" spc="-50" dirty="0">
                <a:latin typeface="Calibri"/>
                <a:cs typeface="Calibri"/>
              </a:rPr>
              <a:t> </a:t>
            </a:r>
            <a:r>
              <a:rPr sz="2118" spc="-17" dirty="0">
                <a:latin typeface="Calibri"/>
                <a:cs typeface="Calibri"/>
              </a:rPr>
              <a:t>of </a:t>
            </a:r>
            <a:r>
              <a:rPr sz="2118" dirty="0">
                <a:latin typeface="Calibri"/>
                <a:cs typeface="Calibri"/>
              </a:rPr>
              <a:t>success</a:t>
            </a:r>
            <a:r>
              <a:rPr sz="2118" spc="-56" dirty="0">
                <a:latin typeface="Calibri"/>
                <a:cs typeface="Calibri"/>
              </a:rPr>
              <a:t> </a:t>
            </a:r>
            <a:r>
              <a:rPr sz="2118" spc="-23" dirty="0">
                <a:latin typeface="Calibri"/>
                <a:cs typeface="Calibri"/>
              </a:rPr>
              <a:t>we’d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like</a:t>
            </a:r>
            <a:r>
              <a:rPr sz="2118" spc="-5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7" dirty="0">
                <a:latin typeface="Calibri"/>
                <a:cs typeface="Calibri"/>
              </a:rPr>
              <a:t>guarantee</a:t>
            </a:r>
            <a:endParaRPr sz="2118">
              <a:latin typeface="Calibri"/>
              <a:cs typeface="Calibri"/>
            </a:endParaRPr>
          </a:p>
          <a:p>
            <a:pPr marL="495887" marR="47908" lvl="1" indent="-184907">
              <a:lnSpc>
                <a:spcPts val="2005"/>
              </a:lnSpc>
              <a:spcBef>
                <a:spcPts val="427"/>
              </a:spcBef>
              <a:buFont typeface="Arial MT"/>
              <a:buChar char="–"/>
              <a:tabLst>
                <a:tab pos="495887" algn="l"/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	Suppose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there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are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20%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outliers,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we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want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spc="-17" dirty="0">
                <a:latin typeface="Calibri"/>
                <a:cs typeface="Calibri"/>
              </a:rPr>
              <a:t>to </a:t>
            </a:r>
            <a:r>
              <a:rPr sz="1853" dirty="0">
                <a:latin typeface="Calibri"/>
                <a:cs typeface="Calibri"/>
              </a:rPr>
              <a:t>find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correct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answer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with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99%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probability</a:t>
            </a:r>
            <a:endParaRPr sz="1853">
              <a:latin typeface="Calibri"/>
              <a:cs typeface="Calibri"/>
            </a:endParaRPr>
          </a:p>
          <a:p>
            <a:pPr marL="499249" lvl="1" indent="-188269">
              <a:spcBef>
                <a:spcPts val="175"/>
              </a:spcBef>
              <a:buFont typeface="Arial MT"/>
              <a:buChar char="–"/>
              <a:tabLst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How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many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rounds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do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we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need?</a:t>
            </a:r>
            <a:endParaRPr sz="1853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C35CDA-B130-8638-6532-5E39594F2E1C}"/>
                  </a:ext>
                </a:extLst>
              </p14:cNvPr>
              <p14:cNvContentPartPr/>
              <p14:nvPr/>
            </p14:nvContentPartPr>
            <p14:xfrm>
              <a:off x="1208520" y="612360"/>
              <a:ext cx="7506360" cy="3577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C35CDA-B130-8638-6532-5E39594F2E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2320" y="596160"/>
                <a:ext cx="7538760" cy="36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E94679-A329-57BB-B6BB-3621ED26097C}"/>
                  </a:ext>
                </a:extLst>
              </p14:cNvPr>
              <p14:cNvContentPartPr/>
              <p14:nvPr/>
            </p14:nvContentPartPr>
            <p14:xfrm>
              <a:off x="2798280" y="110160"/>
              <a:ext cx="5740200" cy="2455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E94679-A329-57BB-B6BB-3621ED2609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2080" y="93960"/>
                <a:ext cx="5772600" cy="248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4275" y="124687"/>
            <a:ext cx="4084061" cy="935990"/>
          </a:xfrm>
          <a:prstGeom prst="rect">
            <a:avLst/>
          </a:prstGeom>
        </p:spPr>
        <p:txBody>
          <a:bodyPr vert="horz" wrap="square" lIns="0" tIns="164938" rIns="0" bIns="0" rtlCol="0">
            <a:spAutoFit/>
          </a:bodyPr>
          <a:lstStyle/>
          <a:p>
            <a:pPr marL="1078344">
              <a:spcBef>
                <a:spcPts val="66"/>
              </a:spcBef>
            </a:pPr>
            <a:r>
              <a:rPr dirty="0"/>
              <a:t>RANSAC</a:t>
            </a:r>
            <a:r>
              <a:rPr spc="-96" dirty="0"/>
              <a:t> </a:t>
            </a:r>
            <a:r>
              <a:rPr dirty="0"/>
              <a:t>pros</a:t>
            </a:r>
            <a:r>
              <a:rPr spc="-93" dirty="0"/>
              <a:t> </a:t>
            </a:r>
            <a:r>
              <a:rPr dirty="0"/>
              <a:t>and</a:t>
            </a:r>
            <a:r>
              <a:rPr spc="-93" dirty="0"/>
              <a:t> </a:t>
            </a:r>
            <a:r>
              <a:rPr spc="-13" dirty="0"/>
              <a:t>cons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1078" y="1322662"/>
            <a:ext cx="5255699" cy="3166271"/>
          </a:xfrm>
          <a:prstGeom prst="rect">
            <a:avLst/>
          </a:prstGeom>
        </p:spPr>
        <p:txBody>
          <a:bodyPr vert="horz" wrap="square" lIns="0" tIns="68916" rIns="0" bIns="0" rtlCol="0">
            <a:spAutoFit/>
          </a:bodyPr>
          <a:lstStyle/>
          <a:p>
            <a:pPr marL="234916" indent="-226511">
              <a:spcBef>
                <a:spcPts val="542"/>
              </a:spcBef>
              <a:buChar char="•"/>
              <a:tabLst>
                <a:tab pos="234916" algn="l"/>
              </a:tabLst>
            </a:pPr>
            <a:r>
              <a:rPr sz="2118" spc="-13" dirty="0">
                <a:latin typeface="Calibri"/>
                <a:cs typeface="Calibri"/>
              </a:rPr>
              <a:t>Pros</a:t>
            </a:r>
            <a:endParaRPr sz="2118">
              <a:latin typeface="Calibri"/>
              <a:cs typeface="Calibri"/>
            </a:endParaRPr>
          </a:p>
          <a:p>
            <a:pPr marL="499249" lvl="1" indent="-188269">
              <a:spcBef>
                <a:spcPts val="420"/>
              </a:spcBef>
              <a:buFont typeface="Arial MT"/>
              <a:buChar char="–"/>
              <a:tabLst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Simple</a:t>
            </a:r>
            <a:r>
              <a:rPr sz="1853" spc="-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-23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general</a:t>
            </a:r>
            <a:endParaRPr sz="1853">
              <a:latin typeface="Calibri"/>
              <a:cs typeface="Calibri"/>
            </a:endParaRPr>
          </a:p>
          <a:p>
            <a:pPr marL="499249" lvl="1" indent="-188269">
              <a:spcBef>
                <a:spcPts val="424"/>
              </a:spcBef>
              <a:buFont typeface="Arial MT"/>
              <a:buChar char="–"/>
              <a:tabLst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Applicable</a:t>
            </a:r>
            <a:r>
              <a:rPr sz="1853" spc="-6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-6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many</a:t>
            </a:r>
            <a:r>
              <a:rPr sz="1853" spc="-69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different</a:t>
            </a:r>
            <a:r>
              <a:rPr sz="1853" spc="-66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problems</a:t>
            </a:r>
            <a:endParaRPr sz="1853">
              <a:latin typeface="Calibri"/>
              <a:cs typeface="Calibri"/>
            </a:endParaRPr>
          </a:p>
          <a:p>
            <a:pPr marL="499249" lvl="1" indent="-188269">
              <a:spcBef>
                <a:spcPts val="490"/>
              </a:spcBef>
              <a:buFont typeface="Arial MT"/>
              <a:buChar char="–"/>
              <a:tabLst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Often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works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well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-36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practice</a:t>
            </a:r>
            <a:endParaRPr sz="1853">
              <a:latin typeface="Calibri"/>
              <a:cs typeface="Calibri"/>
            </a:endParaRPr>
          </a:p>
          <a:p>
            <a:pPr marL="234916" indent="-226511">
              <a:spcBef>
                <a:spcPts val="486"/>
              </a:spcBef>
              <a:buChar char="•"/>
              <a:tabLst>
                <a:tab pos="234916" algn="l"/>
              </a:tabLst>
            </a:pPr>
            <a:r>
              <a:rPr sz="2118" spc="-13" dirty="0">
                <a:latin typeface="Calibri"/>
                <a:cs typeface="Calibri"/>
              </a:rPr>
              <a:t>Cons</a:t>
            </a:r>
            <a:endParaRPr sz="2118">
              <a:latin typeface="Calibri"/>
              <a:cs typeface="Calibri"/>
            </a:endParaRPr>
          </a:p>
          <a:p>
            <a:pPr marL="499249" lvl="1" indent="-188269">
              <a:spcBef>
                <a:spcPts val="440"/>
              </a:spcBef>
              <a:buFont typeface="Arial MT"/>
              <a:buChar char="–"/>
              <a:tabLst>
                <a:tab pos="499249" algn="l"/>
              </a:tabLst>
            </a:pPr>
            <a:r>
              <a:rPr sz="1853" spc="-13" dirty="0">
                <a:latin typeface="Calibri"/>
                <a:cs typeface="Calibri"/>
              </a:rPr>
              <a:t>Parameters</a:t>
            </a:r>
            <a:r>
              <a:rPr sz="1853" spc="-3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-30" dirty="0">
                <a:latin typeface="Calibri"/>
                <a:cs typeface="Calibri"/>
              </a:rPr>
              <a:t> </a:t>
            </a:r>
            <a:r>
              <a:rPr sz="1853" spc="-13" dirty="0">
                <a:latin typeface="Calibri"/>
                <a:cs typeface="Calibri"/>
              </a:rPr>
              <a:t>tune</a:t>
            </a:r>
            <a:endParaRPr sz="1853">
              <a:latin typeface="Calibri"/>
              <a:cs typeface="Calibri"/>
            </a:endParaRPr>
          </a:p>
          <a:p>
            <a:pPr marL="499249" lvl="1" indent="-188269">
              <a:spcBef>
                <a:spcPts val="424"/>
              </a:spcBef>
              <a:buFont typeface="Arial MT"/>
              <a:buChar char="–"/>
              <a:tabLst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Sometimes</a:t>
            </a:r>
            <a:r>
              <a:rPr sz="1853" spc="-5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too</a:t>
            </a:r>
            <a:r>
              <a:rPr sz="1853" spc="-5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many</a:t>
            </a:r>
            <a:r>
              <a:rPr sz="1853" spc="-46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iterations</a:t>
            </a:r>
            <a:r>
              <a:rPr sz="1853" spc="-5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are</a:t>
            </a:r>
            <a:r>
              <a:rPr sz="1853" spc="-46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required</a:t>
            </a:r>
            <a:endParaRPr sz="1853">
              <a:latin typeface="Calibri"/>
              <a:cs typeface="Calibri"/>
            </a:endParaRPr>
          </a:p>
          <a:p>
            <a:pPr marL="499249" lvl="1" indent="-188269">
              <a:spcBef>
                <a:spcPts val="490"/>
              </a:spcBef>
              <a:buFont typeface="Arial MT"/>
              <a:buChar char="–"/>
              <a:tabLst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Can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fail</a:t>
            </a:r>
            <a:r>
              <a:rPr sz="1853" spc="-3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extremely</a:t>
            </a:r>
            <a:r>
              <a:rPr sz="1853" spc="-3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low</a:t>
            </a:r>
            <a:r>
              <a:rPr sz="1853" spc="-3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inlier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ratios</a:t>
            </a:r>
            <a:endParaRPr sz="1853">
              <a:latin typeface="Calibri"/>
              <a:cs typeface="Calibri"/>
            </a:endParaRPr>
          </a:p>
          <a:p>
            <a:pPr marL="499249" lvl="1" indent="-188269">
              <a:spcBef>
                <a:spcPts val="424"/>
              </a:spcBef>
              <a:buFont typeface="Arial MT"/>
              <a:buChar char="–"/>
              <a:tabLst>
                <a:tab pos="499249" algn="l"/>
              </a:tabLst>
            </a:pPr>
            <a:r>
              <a:rPr sz="1853" dirty="0">
                <a:latin typeface="Calibri"/>
                <a:cs typeface="Calibri"/>
              </a:rPr>
              <a:t>We</a:t>
            </a:r>
            <a:r>
              <a:rPr sz="1853" spc="-6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can</a:t>
            </a:r>
            <a:r>
              <a:rPr sz="1853" spc="-5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often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do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better</a:t>
            </a:r>
            <a:r>
              <a:rPr sz="1853" spc="-4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than</a:t>
            </a:r>
            <a:r>
              <a:rPr sz="1853" spc="-50" dirty="0">
                <a:latin typeface="Calibri"/>
                <a:cs typeface="Calibri"/>
              </a:rPr>
              <a:t> </a:t>
            </a:r>
            <a:r>
              <a:rPr sz="1853" spc="-75" dirty="0">
                <a:latin typeface="Calibri"/>
                <a:cs typeface="Calibri"/>
              </a:rPr>
              <a:t>brute-</a:t>
            </a:r>
            <a:r>
              <a:rPr sz="1853" spc="-384" dirty="0">
                <a:latin typeface="Calibri"/>
                <a:cs typeface="Calibri"/>
              </a:rPr>
              <a:t>­</a:t>
            </a:r>
            <a:r>
              <a:rPr sz="1853" spc="-75" dirty="0">
                <a:latin typeface="Calibri"/>
                <a:cs typeface="Calibri"/>
              </a:rPr>
              <a:t>‐force</a:t>
            </a:r>
            <a:r>
              <a:rPr sz="1853" spc="-30" dirty="0">
                <a:latin typeface="Calibri"/>
                <a:cs typeface="Calibri"/>
              </a:rPr>
              <a:t> </a:t>
            </a:r>
            <a:r>
              <a:rPr sz="1853" spc="-7" dirty="0">
                <a:latin typeface="Calibri"/>
                <a:cs typeface="Calibri"/>
              </a:rPr>
              <a:t>sampling</a:t>
            </a:r>
            <a:endParaRPr sz="1853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2DE57D-9DE1-DF88-68DF-84779DB5456E}"/>
                  </a:ext>
                </a:extLst>
              </p14:cNvPr>
              <p14:cNvContentPartPr/>
              <p14:nvPr/>
            </p14:nvContentPartPr>
            <p14:xfrm>
              <a:off x="2510640" y="76320"/>
              <a:ext cx="5612040" cy="335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2DE57D-9DE1-DF88-68DF-84779DB545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94440" y="60120"/>
                <a:ext cx="5644440" cy="339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C892C3-9359-267E-26B9-0F4D3AB06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9550"/>
            <a:ext cx="3657600" cy="2133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E0629D-4AB6-60EA-511F-2919FA469C65}"/>
                  </a:ext>
                </a:extLst>
              </p14:cNvPr>
              <p14:cNvContentPartPr/>
              <p14:nvPr/>
            </p14:nvContentPartPr>
            <p14:xfrm>
              <a:off x="77040" y="39600"/>
              <a:ext cx="8870040" cy="4503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E0629D-4AB6-60EA-511F-2919FA469C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40" y="23400"/>
                <a:ext cx="8902440" cy="45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71175C-1505-A319-5262-E9CFCA385CBF}"/>
                  </a:ext>
                </a:extLst>
              </p14:cNvPr>
              <p14:cNvContentPartPr/>
              <p14:nvPr/>
            </p14:nvContentPartPr>
            <p14:xfrm>
              <a:off x="379800" y="306360"/>
              <a:ext cx="7508520" cy="4837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71175C-1505-A319-5262-E9CFCA385C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600" y="290160"/>
                <a:ext cx="7540920" cy="486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84436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D824D1-E16E-3ED1-6EEF-5599A4A2DFBE}"/>
                  </a:ext>
                </a:extLst>
              </p14:cNvPr>
              <p14:cNvContentPartPr/>
              <p14:nvPr/>
            </p14:nvContentPartPr>
            <p14:xfrm>
              <a:off x="0" y="-360"/>
              <a:ext cx="9047160" cy="5014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D824D1-E16E-3ED1-6EEF-5599A4A2DF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6200" y="-16560"/>
                <a:ext cx="9072720" cy="504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19588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7716-E331-D9C8-5DEE-78EF9E23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105836-34D7-C5F8-117E-EE68640786B7}"/>
                  </a:ext>
                </a:extLst>
              </p14:cNvPr>
              <p14:cNvContentPartPr/>
              <p14:nvPr/>
            </p14:nvContentPartPr>
            <p14:xfrm>
              <a:off x="741960" y="254052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105836-34D7-C5F8-117E-EE68640786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6120" y="24771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70BD6F-DB1B-07E9-C7D8-A44D8C020FAF}"/>
                  </a:ext>
                </a:extLst>
              </p14:cNvPr>
              <p14:cNvContentPartPr/>
              <p14:nvPr/>
            </p14:nvContentPartPr>
            <p14:xfrm>
              <a:off x="20520" y="9360"/>
              <a:ext cx="9084600" cy="513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70BD6F-DB1B-07E9-C7D8-A44D8C020F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0" y="-6840"/>
                <a:ext cx="9117000" cy="516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85323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5A0C2-5760-D55F-4871-EE2DC991C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ADDD62-DE81-4241-0658-50191BDFFEA8}"/>
                  </a:ext>
                </a:extLst>
              </p14:cNvPr>
              <p14:cNvContentPartPr/>
              <p14:nvPr/>
            </p14:nvContentPartPr>
            <p14:xfrm>
              <a:off x="347760" y="-360"/>
              <a:ext cx="8640000" cy="506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ADDD62-DE81-4241-0658-50191BDFFE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560" y="-16560"/>
                <a:ext cx="8672400" cy="509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270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2ACB-6058-021E-BE32-09EA4D846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6FEA99-74A2-5C8B-85FE-3411B48F22F6}"/>
                  </a:ext>
                </a:extLst>
              </p14:cNvPr>
              <p14:cNvContentPartPr/>
              <p14:nvPr/>
            </p14:nvContentPartPr>
            <p14:xfrm>
              <a:off x="257400" y="51120"/>
              <a:ext cx="8561160" cy="494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6FEA99-74A2-5C8B-85FE-3411B48F22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200" y="34920"/>
                <a:ext cx="8593560" cy="497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93928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6F76-302A-CB4A-4533-5A0B7E54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FD67BDF-0525-5A00-1C1B-51F43F9413BA}"/>
                  </a:ext>
                </a:extLst>
              </p14:cNvPr>
              <p14:cNvContentPartPr/>
              <p14:nvPr/>
            </p14:nvContentPartPr>
            <p14:xfrm>
              <a:off x="141480" y="33120"/>
              <a:ext cx="8782200" cy="5029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FD67BDF-0525-5A00-1C1B-51F43F9413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280" y="16920"/>
                <a:ext cx="8814600" cy="50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29743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365A-C7F2-EA1C-0555-A8C61740F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B7DB94-619F-E9AD-7D9E-FF9BCBAF8401}"/>
                  </a:ext>
                </a:extLst>
              </p14:cNvPr>
              <p14:cNvContentPartPr/>
              <p14:nvPr/>
            </p14:nvContentPartPr>
            <p14:xfrm>
              <a:off x="209160" y="-360"/>
              <a:ext cx="8768160" cy="3584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B7DB94-619F-E9AD-7D9E-FF9BCBAF84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960" y="-16560"/>
                <a:ext cx="8800560" cy="36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32317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4006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6960-AF92-F4AA-22A0-CC0302B5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63818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D3D4-AA77-F333-72A1-574E064F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91836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99C7-B32F-B240-2BBB-E6971E34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17633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9784-73E8-7B41-9230-00855C9A6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272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11507</TotalTime>
  <Words>1087</Words>
  <Application>Microsoft Macintosh PowerPoint</Application>
  <PresentationFormat>On-screen Show (16:9)</PresentationFormat>
  <Paragraphs>188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3" baseType="lpstr">
      <vt:lpstr>Arial</vt:lpstr>
      <vt:lpstr>Arial Black</vt:lpstr>
      <vt:lpstr>Arial MT</vt:lpstr>
      <vt:lpstr>Calibri</vt:lpstr>
      <vt:lpstr>Consolas</vt:lpstr>
      <vt:lpstr>Courier New</vt:lpstr>
      <vt:lpstr>Lucida Sans Unicode</vt:lpstr>
      <vt:lpstr>Symbol</vt:lpstr>
      <vt:lpstr>Times New Roman</vt:lpstr>
      <vt:lpstr>Office Theme</vt:lpstr>
      <vt:lpstr>Session #7: SIFT</vt:lpstr>
      <vt:lpstr>Motivation: Automatic panoramas</vt:lpstr>
      <vt:lpstr>Why extract features?</vt:lpstr>
      <vt:lpstr>Why extract features?</vt:lpstr>
      <vt:lpstr>Why extract features?</vt:lpstr>
      <vt:lpstr>Application: Visual SLAM</vt:lpstr>
      <vt:lpstr>Image matching</vt:lpstr>
      <vt:lpstr>Harder case</vt:lpstr>
      <vt:lpstr>Harder still?</vt:lpstr>
      <vt:lpstr>Answer below (look for tiny colored squares…)</vt:lpstr>
      <vt:lpstr>Feature matching for object search</vt:lpstr>
      <vt:lpstr>Feature Matching</vt:lpstr>
      <vt:lpstr>Object matching</vt:lpstr>
      <vt:lpstr>Invariant local features</vt:lpstr>
      <vt:lpstr>Advantages of local features</vt:lpstr>
      <vt:lpstr>More motivation…</vt:lpstr>
      <vt:lpstr>Local features: main components</vt:lpstr>
      <vt:lpstr>SIFT - Key point Extraction</vt:lpstr>
      <vt:lpstr>Goal</vt:lpstr>
      <vt:lpstr>PowerPoint Presentation</vt:lpstr>
      <vt:lpstr>Raw image matching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σ normalised</vt:lpstr>
      <vt:lpstr>PowerPoint Presentation</vt:lpstr>
      <vt:lpstr>Variation in Scale σ</vt:lpstr>
      <vt:lpstr>Variation in Scale σ</vt:lpstr>
      <vt:lpstr>PowerPoint Presentation</vt:lpstr>
      <vt:lpstr>1D Blob and 2^d Derivative of Gaussian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Gaussian Blurring</vt:lpstr>
      <vt:lpstr>Space Scale construction</vt:lpstr>
      <vt:lpstr>Difference of Gaussian</vt:lpstr>
      <vt:lpstr>Difference of Gaussians visualisation</vt:lpstr>
      <vt:lpstr>Keypoint localization</vt:lpstr>
      <vt:lpstr>Key point descriptor</vt:lpstr>
      <vt:lpstr>Keypoint descriptor</vt:lpstr>
      <vt:lpstr>SIFT descriptor</vt:lpstr>
      <vt:lpstr>PowerPoint Presentation</vt:lpstr>
      <vt:lpstr>PowerPoint Presentation</vt:lpstr>
      <vt:lpstr>Scale Invariation</vt:lpstr>
      <vt:lpstr>PowerPoint Presentation</vt:lpstr>
      <vt:lpstr>PowerPoint Presentation</vt:lpstr>
      <vt:lpstr>Rotation Invariation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#8: Exam pattern, Revision, RANSAC</vt:lpstr>
      <vt:lpstr>Exam pattern</vt:lpstr>
      <vt:lpstr>Image Alignment Algorithm</vt:lpstr>
      <vt:lpstr>Outliers</vt:lpstr>
      <vt:lpstr>RANSAC</vt:lpstr>
      <vt:lpstr>RANSAC</vt:lpstr>
      <vt:lpstr>PowerPoint Presentation</vt:lpstr>
      <vt:lpstr>PowerPoint Presentation</vt:lpstr>
      <vt:lpstr>RANSAC</vt:lpstr>
      <vt:lpstr>Translations</vt:lpstr>
      <vt:lpstr>RAndom SAmple Consensus</vt:lpstr>
      <vt:lpstr>Final step: least squares fit</vt:lpstr>
      <vt:lpstr>RANSAC</vt:lpstr>
      <vt:lpstr>RANSAC pros and 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CV#7 SIFT Scale Invariant Feature Transform.pptx</dc:title>
  <cp:lastModifiedBy>Adhikary, Dhruba</cp:lastModifiedBy>
  <cp:revision>10</cp:revision>
  <dcterms:created xsi:type="dcterms:W3CDTF">2025-06-15T08:02:38Z</dcterms:created>
  <dcterms:modified xsi:type="dcterms:W3CDTF">2025-12-17T11:31:18Z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2025-06-15T00:00:00Z</vt:filetime>
  </property>
</Properties>
</file>